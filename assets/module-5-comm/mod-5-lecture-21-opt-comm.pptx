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499.xml" ContentType="application/inkml+xml"/>
  <Override PartName="/ppt/ink/ink1500.xml" ContentType="application/inkml+xml"/>
  <Override PartName="/ppt/ink/ink1501.xml" ContentType="application/inkml+xml"/>
  <Override PartName="/ppt/ink/ink1502.xml" ContentType="application/inkml+xml"/>
  <Override PartName="/ppt/ink/ink1503.xml" ContentType="application/inkml+xml"/>
  <Override PartName="/ppt/ink/ink1504.xml" ContentType="application/inkml+xml"/>
  <Override PartName="/ppt/ink/ink1505.xml" ContentType="application/inkml+xml"/>
  <Override PartName="/ppt/ink/ink1506.xml" ContentType="application/inkml+xml"/>
  <Override PartName="/ppt/ink/ink1507.xml" ContentType="application/inkml+xml"/>
  <Override PartName="/ppt/ink/ink1508.xml" ContentType="application/inkml+xml"/>
  <Override PartName="/ppt/ink/ink1509.xml" ContentType="application/inkml+xml"/>
  <Override PartName="/ppt/ink/ink1510.xml" ContentType="application/inkml+xml"/>
  <Override PartName="/ppt/ink/ink1511.xml" ContentType="application/inkml+xml"/>
  <Override PartName="/ppt/ink/ink1512.xml" ContentType="application/inkml+xml"/>
  <Override PartName="/ppt/ink/ink1513.xml" ContentType="application/inkml+xml"/>
  <Override PartName="/ppt/ink/ink1514.xml" ContentType="application/inkml+xml"/>
  <Override PartName="/ppt/ink/ink1515.xml" ContentType="application/inkml+xml"/>
  <Override PartName="/ppt/ink/ink1516.xml" ContentType="application/inkml+xml"/>
  <Override PartName="/ppt/ink/ink1517.xml" ContentType="application/inkml+xml"/>
  <Override PartName="/ppt/ink/ink1518.xml" ContentType="application/inkml+xml"/>
  <Override PartName="/ppt/ink/ink1519.xml" ContentType="application/inkml+xml"/>
  <Override PartName="/ppt/ink/ink1520.xml" ContentType="application/inkml+xml"/>
  <Override PartName="/ppt/ink/ink1521.xml" ContentType="application/inkml+xml"/>
  <Override PartName="/ppt/ink/ink1522.xml" ContentType="application/inkml+xml"/>
  <Override PartName="/ppt/ink/ink1523.xml" ContentType="application/inkml+xml"/>
  <Override PartName="/ppt/ink/ink1524.xml" ContentType="application/inkml+xml"/>
  <Override PartName="/ppt/ink/ink1525.xml" ContentType="application/inkml+xml"/>
  <Override PartName="/ppt/ink/ink1526.xml" ContentType="application/inkml+xml"/>
  <Override PartName="/ppt/ink/ink1527.xml" ContentType="application/inkml+xml"/>
  <Override PartName="/ppt/ink/ink1528.xml" ContentType="application/inkml+xml"/>
  <Override PartName="/ppt/ink/ink1529.xml" ContentType="application/inkml+xml"/>
  <Override PartName="/ppt/ink/ink1530.xml" ContentType="application/inkml+xml"/>
  <Override PartName="/ppt/ink/ink1531.xml" ContentType="application/inkml+xml"/>
  <Override PartName="/ppt/ink/ink1532.xml" ContentType="application/inkml+xml"/>
  <Override PartName="/ppt/ink/ink1533.xml" ContentType="application/inkml+xml"/>
  <Override PartName="/ppt/ink/ink1534.xml" ContentType="application/inkml+xml"/>
  <Override PartName="/ppt/ink/ink1535.xml" ContentType="application/inkml+xml"/>
  <Override PartName="/ppt/ink/ink1536.xml" ContentType="application/inkml+xml"/>
  <Override PartName="/ppt/ink/ink1537.xml" ContentType="application/inkml+xml"/>
  <Override PartName="/ppt/ink/ink1538.xml" ContentType="application/inkml+xml"/>
  <Override PartName="/ppt/ink/ink1539.xml" ContentType="application/inkml+xml"/>
  <Override PartName="/ppt/ink/ink1540.xml" ContentType="application/inkml+xml"/>
  <Override PartName="/ppt/ink/ink1541.xml" ContentType="application/inkml+xml"/>
  <Override PartName="/ppt/ink/ink1542.xml" ContentType="application/inkml+xml"/>
  <Override PartName="/ppt/ink/ink1543.xml" ContentType="application/inkml+xml"/>
  <Override PartName="/ppt/ink/ink1544.xml" ContentType="application/inkml+xml"/>
  <Override PartName="/ppt/ink/ink1545.xml" ContentType="application/inkml+xml"/>
  <Override PartName="/ppt/ink/ink1546.xml" ContentType="application/inkml+xml"/>
  <Override PartName="/ppt/ink/ink1547.xml" ContentType="application/inkml+xml"/>
  <Override PartName="/ppt/ink/ink1548.xml" ContentType="application/inkml+xml"/>
  <Override PartName="/ppt/ink/ink1549.xml" ContentType="application/inkml+xml"/>
  <Override PartName="/ppt/ink/ink1550.xml" ContentType="application/inkml+xml"/>
  <Override PartName="/ppt/ink/ink1551.xml" ContentType="application/inkml+xml"/>
  <Override PartName="/ppt/ink/ink1552.xml" ContentType="application/inkml+xml"/>
  <Override PartName="/ppt/ink/ink1553.xml" ContentType="application/inkml+xml"/>
  <Override PartName="/ppt/ink/ink1554.xml" ContentType="application/inkml+xml"/>
  <Override PartName="/ppt/ink/ink1555.xml" ContentType="application/inkml+xml"/>
  <Override PartName="/ppt/ink/ink1556.xml" ContentType="application/inkml+xml"/>
  <Override PartName="/ppt/ink/ink1557.xml" ContentType="application/inkml+xml"/>
  <Override PartName="/ppt/ink/ink1558.xml" ContentType="application/inkml+xml"/>
  <Override PartName="/ppt/ink/ink1559.xml" ContentType="application/inkml+xml"/>
  <Override PartName="/ppt/ink/ink1560.xml" ContentType="application/inkml+xml"/>
  <Override PartName="/ppt/ink/ink1561.xml" ContentType="application/inkml+xml"/>
  <Override PartName="/ppt/ink/ink1562.xml" ContentType="application/inkml+xml"/>
  <Override PartName="/ppt/ink/ink1563.xml" ContentType="application/inkml+xml"/>
  <Override PartName="/ppt/ink/ink1564.xml" ContentType="application/inkml+xml"/>
  <Override PartName="/ppt/ink/ink1565.xml" ContentType="application/inkml+xml"/>
  <Override PartName="/ppt/ink/ink1566.xml" ContentType="application/inkml+xml"/>
  <Override PartName="/ppt/ink/ink1567.xml" ContentType="application/inkml+xml"/>
  <Override PartName="/ppt/ink/ink1568.xml" ContentType="application/inkml+xml"/>
  <Override PartName="/ppt/ink/ink1569.xml" ContentType="application/inkml+xml"/>
  <Override PartName="/ppt/ink/ink1570.xml" ContentType="application/inkml+xml"/>
  <Override PartName="/ppt/ink/ink1571.xml" ContentType="application/inkml+xml"/>
  <Override PartName="/ppt/ink/ink1572.xml" ContentType="application/inkml+xml"/>
  <Override PartName="/ppt/ink/ink1573.xml" ContentType="application/inkml+xml"/>
  <Override PartName="/ppt/ink/ink1574.xml" ContentType="application/inkml+xml"/>
  <Override PartName="/ppt/ink/ink1575.xml" ContentType="application/inkml+xml"/>
  <Override PartName="/ppt/ink/ink1576.xml" ContentType="application/inkml+xml"/>
  <Override PartName="/ppt/ink/ink1577.xml" ContentType="application/inkml+xml"/>
  <Override PartName="/ppt/ink/ink1578.xml" ContentType="application/inkml+xml"/>
  <Override PartName="/ppt/ink/ink1579.xml" ContentType="application/inkml+xml"/>
  <Override PartName="/ppt/ink/ink1580.xml" ContentType="application/inkml+xml"/>
  <Override PartName="/ppt/ink/ink1581.xml" ContentType="application/inkml+xml"/>
  <Override PartName="/ppt/ink/ink1582.xml" ContentType="application/inkml+xml"/>
  <Override PartName="/ppt/ink/ink1583.xml" ContentType="application/inkml+xml"/>
  <Override PartName="/ppt/ink/ink1584.xml" ContentType="application/inkml+xml"/>
  <Override PartName="/ppt/ink/ink1585.xml" ContentType="application/inkml+xml"/>
  <Override PartName="/ppt/ink/ink1586.xml" ContentType="application/inkml+xml"/>
  <Override PartName="/ppt/ink/ink1587.xml" ContentType="application/inkml+xml"/>
  <Override PartName="/ppt/ink/ink1588.xml" ContentType="application/inkml+xml"/>
  <Override PartName="/ppt/ink/ink1589.xml" ContentType="application/inkml+xml"/>
  <Override PartName="/ppt/ink/ink1590.xml" ContentType="application/inkml+xml"/>
  <Override PartName="/ppt/ink/ink1591.xml" ContentType="application/inkml+xml"/>
  <Override PartName="/ppt/ink/ink1592.xml" ContentType="application/inkml+xml"/>
  <Override PartName="/ppt/ink/ink1593.xml" ContentType="application/inkml+xml"/>
  <Override PartName="/ppt/ink/ink1594.xml" ContentType="application/inkml+xml"/>
  <Override PartName="/ppt/ink/ink1595.xml" ContentType="application/inkml+xml"/>
  <Override PartName="/ppt/ink/ink1596.xml" ContentType="application/inkml+xml"/>
  <Override PartName="/ppt/ink/ink1597.xml" ContentType="application/inkml+xml"/>
  <Override PartName="/ppt/ink/ink1598.xml" ContentType="application/inkml+xml"/>
  <Override PartName="/ppt/ink/ink1599.xml" ContentType="application/inkml+xml"/>
  <Override PartName="/ppt/ink/ink1600.xml" ContentType="application/inkml+xml"/>
  <Override PartName="/ppt/ink/ink1601.xml" ContentType="application/inkml+xml"/>
  <Override PartName="/ppt/ink/ink1602.xml" ContentType="application/inkml+xml"/>
  <Override PartName="/ppt/ink/ink1603.xml" ContentType="application/inkml+xml"/>
  <Override PartName="/ppt/ink/ink1604.xml" ContentType="application/inkml+xml"/>
  <Override PartName="/ppt/ink/ink1605.xml" ContentType="application/inkml+xml"/>
  <Override PartName="/ppt/ink/ink1606.xml" ContentType="application/inkml+xml"/>
  <Override PartName="/ppt/ink/ink1607.xml" ContentType="application/inkml+xml"/>
  <Override PartName="/ppt/ink/ink1608.xml" ContentType="application/inkml+xml"/>
  <Override PartName="/ppt/ink/ink1609.xml" ContentType="application/inkml+xml"/>
  <Override PartName="/ppt/ink/ink1610.xml" ContentType="application/inkml+xml"/>
  <Override PartName="/ppt/ink/ink1611.xml" ContentType="application/inkml+xml"/>
  <Override PartName="/ppt/ink/ink1612.xml" ContentType="application/inkml+xml"/>
  <Override PartName="/ppt/ink/ink1613.xml" ContentType="application/inkml+xml"/>
  <Override PartName="/ppt/ink/ink1614.xml" ContentType="application/inkml+xml"/>
  <Override PartName="/ppt/ink/ink1615.xml" ContentType="application/inkml+xml"/>
  <Override PartName="/ppt/ink/ink1616.xml" ContentType="application/inkml+xml"/>
  <Override PartName="/ppt/ink/ink1617.xml" ContentType="application/inkml+xml"/>
  <Override PartName="/ppt/ink/ink1618.xml" ContentType="application/inkml+xml"/>
  <Override PartName="/ppt/ink/ink1619.xml" ContentType="application/inkml+xml"/>
  <Override PartName="/ppt/ink/ink1620.xml" ContentType="application/inkml+xml"/>
  <Override PartName="/ppt/ink/ink1621.xml" ContentType="application/inkml+xml"/>
  <Override PartName="/ppt/ink/ink1622.xml" ContentType="application/inkml+xml"/>
  <Override PartName="/ppt/ink/ink1623.xml" ContentType="application/inkml+xml"/>
  <Override PartName="/ppt/ink/ink1624.xml" ContentType="application/inkml+xml"/>
  <Override PartName="/ppt/ink/ink1625.xml" ContentType="application/inkml+xml"/>
  <Override PartName="/ppt/ink/ink1626.xml" ContentType="application/inkml+xml"/>
  <Override PartName="/ppt/ink/ink1627.xml" ContentType="application/inkml+xml"/>
  <Override PartName="/ppt/ink/ink1628.xml" ContentType="application/inkml+xml"/>
  <Override PartName="/ppt/ink/ink1629.xml" ContentType="application/inkml+xml"/>
  <Override PartName="/ppt/ink/ink1630.xml" ContentType="application/inkml+xml"/>
  <Override PartName="/ppt/ink/ink1631.xml" ContentType="application/inkml+xml"/>
  <Override PartName="/ppt/ink/ink1632.xml" ContentType="application/inkml+xml"/>
  <Override PartName="/ppt/ink/ink1633.xml" ContentType="application/inkml+xml"/>
  <Override PartName="/ppt/ink/ink1634.xml" ContentType="application/inkml+xml"/>
  <Override PartName="/ppt/ink/ink1635.xml" ContentType="application/inkml+xml"/>
  <Override PartName="/ppt/ink/ink1636.xml" ContentType="application/inkml+xml"/>
  <Override PartName="/ppt/ink/ink1637.xml" ContentType="application/inkml+xml"/>
  <Override PartName="/ppt/ink/ink1638.xml" ContentType="application/inkml+xml"/>
  <Override PartName="/ppt/ink/ink1639.xml" ContentType="application/inkml+xml"/>
  <Override PartName="/ppt/ink/ink1640.xml" ContentType="application/inkml+xml"/>
  <Override PartName="/ppt/ink/ink1641.xml" ContentType="application/inkml+xml"/>
  <Override PartName="/ppt/ink/ink1642.xml" ContentType="application/inkml+xml"/>
  <Override PartName="/ppt/ink/ink1643.xml" ContentType="application/inkml+xml"/>
  <Override PartName="/ppt/ink/ink1644.xml" ContentType="application/inkml+xml"/>
  <Override PartName="/ppt/ink/ink1645.xml" ContentType="application/inkml+xml"/>
  <Override PartName="/ppt/ink/ink1646.xml" ContentType="application/inkml+xml"/>
  <Override PartName="/ppt/ink/ink1647.xml" ContentType="application/inkml+xml"/>
  <Override PartName="/ppt/ink/ink1648.xml" ContentType="application/inkml+xml"/>
  <Override PartName="/ppt/ink/ink1649.xml" ContentType="application/inkml+xml"/>
  <Override PartName="/ppt/ink/ink1650.xml" ContentType="application/inkml+xml"/>
  <Override PartName="/ppt/ink/ink1651.xml" ContentType="application/inkml+xml"/>
  <Override PartName="/ppt/ink/ink1652.xml" ContentType="application/inkml+xml"/>
  <Override PartName="/ppt/ink/ink1653.xml" ContentType="application/inkml+xml"/>
  <Override PartName="/ppt/ink/ink1654.xml" ContentType="application/inkml+xml"/>
  <Override PartName="/ppt/ink/ink1655.xml" ContentType="application/inkml+xml"/>
  <Override PartName="/ppt/ink/ink1656.xml" ContentType="application/inkml+xml"/>
  <Override PartName="/ppt/ink/ink1657.xml" ContentType="application/inkml+xml"/>
  <Override PartName="/ppt/ink/ink1658.xml" ContentType="application/inkml+xml"/>
  <Override PartName="/ppt/ink/ink1659.xml" ContentType="application/inkml+xml"/>
  <Override PartName="/ppt/ink/ink1660.xml" ContentType="application/inkml+xml"/>
  <Override PartName="/ppt/ink/ink1661.xml" ContentType="application/inkml+xml"/>
  <Override PartName="/ppt/ink/ink1662.xml" ContentType="application/inkml+xml"/>
  <Override PartName="/ppt/ink/ink1663.xml" ContentType="application/inkml+xml"/>
  <Override PartName="/ppt/ink/ink1664.xml" ContentType="application/inkml+xml"/>
  <Override PartName="/ppt/ink/ink1665.xml" ContentType="application/inkml+xml"/>
  <Override PartName="/ppt/ink/ink1666.xml" ContentType="application/inkml+xml"/>
  <Override PartName="/ppt/ink/ink1667.xml" ContentType="application/inkml+xml"/>
  <Override PartName="/ppt/ink/ink1668.xml" ContentType="application/inkml+xml"/>
  <Override PartName="/ppt/ink/ink1669.xml" ContentType="application/inkml+xml"/>
  <Override PartName="/ppt/ink/ink1670.xml" ContentType="application/inkml+xml"/>
  <Override PartName="/ppt/ink/ink1671.xml" ContentType="application/inkml+xml"/>
  <Override PartName="/ppt/ink/ink1672.xml" ContentType="application/inkml+xml"/>
  <Override PartName="/ppt/ink/ink1673.xml" ContentType="application/inkml+xml"/>
  <Override PartName="/ppt/ink/ink1674.xml" ContentType="application/inkml+xml"/>
  <Override PartName="/ppt/ink/ink1675.xml" ContentType="application/inkml+xml"/>
  <Override PartName="/ppt/ink/ink1676.xml" ContentType="application/inkml+xml"/>
  <Override PartName="/ppt/ink/ink1677.xml" ContentType="application/inkml+xml"/>
  <Override PartName="/ppt/ink/ink1678.xml" ContentType="application/inkml+xml"/>
  <Override PartName="/ppt/ink/ink1679.xml" ContentType="application/inkml+xml"/>
  <Override PartName="/ppt/ink/ink1680.xml" ContentType="application/inkml+xml"/>
  <Override PartName="/ppt/ink/ink1681.xml" ContentType="application/inkml+xml"/>
  <Override PartName="/ppt/ink/ink1682.xml" ContentType="application/inkml+xml"/>
  <Override PartName="/ppt/ink/ink1683.xml" ContentType="application/inkml+xml"/>
  <Override PartName="/ppt/ink/ink1684.xml" ContentType="application/inkml+xml"/>
  <Override PartName="/ppt/ink/ink1685.xml" ContentType="application/inkml+xml"/>
  <Override PartName="/ppt/ink/ink1686.xml" ContentType="application/inkml+xml"/>
  <Override PartName="/ppt/ink/ink1687.xml" ContentType="application/inkml+xml"/>
  <Override PartName="/ppt/ink/ink1688.xml" ContentType="application/inkml+xml"/>
  <Override PartName="/ppt/ink/ink1689.xml" ContentType="application/inkml+xml"/>
  <Override PartName="/ppt/ink/ink1690.xml" ContentType="application/inkml+xml"/>
  <Override PartName="/ppt/ink/ink1691.xml" ContentType="application/inkml+xml"/>
  <Override PartName="/ppt/ink/ink1692.xml" ContentType="application/inkml+xml"/>
  <Override PartName="/ppt/ink/ink1693.xml" ContentType="application/inkml+xml"/>
  <Override PartName="/ppt/ink/ink1694.xml" ContentType="application/inkml+xml"/>
  <Override PartName="/ppt/ink/ink1695.xml" ContentType="application/inkml+xml"/>
  <Override PartName="/ppt/ink/ink1696.xml" ContentType="application/inkml+xml"/>
  <Override PartName="/ppt/ink/ink1697.xml" ContentType="application/inkml+xml"/>
  <Override PartName="/ppt/ink/ink1698.xml" ContentType="application/inkml+xml"/>
  <Override PartName="/ppt/ink/ink1699.xml" ContentType="application/inkml+xml"/>
  <Override PartName="/ppt/ink/ink1700.xml" ContentType="application/inkml+xml"/>
  <Override PartName="/ppt/ink/ink1701.xml" ContentType="application/inkml+xml"/>
  <Override PartName="/ppt/ink/ink1702.xml" ContentType="application/inkml+xml"/>
  <Override PartName="/ppt/ink/ink1703.xml" ContentType="application/inkml+xml"/>
  <Override PartName="/ppt/ink/ink1704.xml" ContentType="application/inkml+xml"/>
  <Override PartName="/ppt/ink/ink1705.xml" ContentType="application/inkml+xml"/>
  <Override PartName="/ppt/ink/ink1706.xml" ContentType="application/inkml+xml"/>
  <Override PartName="/ppt/ink/ink1707.xml" ContentType="application/inkml+xml"/>
  <Override PartName="/ppt/ink/ink1708.xml" ContentType="application/inkml+xml"/>
  <Override PartName="/ppt/ink/ink1709.xml" ContentType="application/inkml+xml"/>
  <Override PartName="/ppt/ink/ink1710.xml" ContentType="application/inkml+xml"/>
  <Override PartName="/ppt/ink/ink1711.xml" ContentType="application/inkml+xml"/>
  <Override PartName="/ppt/ink/ink1712.xml" ContentType="application/inkml+xml"/>
  <Override PartName="/ppt/ink/ink1713.xml" ContentType="application/inkml+xml"/>
  <Override PartName="/ppt/ink/ink1714.xml" ContentType="application/inkml+xml"/>
  <Override PartName="/ppt/ink/ink1715.xml" ContentType="application/inkml+xml"/>
  <Override PartName="/ppt/ink/ink1716.xml" ContentType="application/inkml+xml"/>
  <Override PartName="/ppt/ink/ink1717.xml" ContentType="application/inkml+xml"/>
  <Override PartName="/ppt/ink/ink1718.xml" ContentType="application/inkml+xml"/>
  <Override PartName="/ppt/ink/ink1719.xml" ContentType="application/inkml+xml"/>
  <Override PartName="/ppt/ink/ink1720.xml" ContentType="application/inkml+xml"/>
  <Override PartName="/ppt/ink/ink1721.xml" ContentType="application/inkml+xml"/>
  <Override PartName="/ppt/ink/ink1722.xml" ContentType="application/inkml+xml"/>
  <Override PartName="/ppt/ink/ink1723.xml" ContentType="application/inkml+xml"/>
  <Override PartName="/ppt/ink/ink1724.xml" ContentType="application/inkml+xml"/>
  <Override PartName="/ppt/ink/ink1725.xml" ContentType="application/inkml+xml"/>
  <Override PartName="/ppt/ink/ink1726.xml" ContentType="application/inkml+xml"/>
  <Override PartName="/ppt/ink/ink1727.xml" ContentType="application/inkml+xml"/>
  <Override PartName="/ppt/ink/ink1728.xml" ContentType="application/inkml+xml"/>
  <Override PartName="/ppt/ink/ink1729.xml" ContentType="application/inkml+xml"/>
  <Override PartName="/ppt/ink/ink1730.xml" ContentType="application/inkml+xml"/>
  <Override PartName="/ppt/ink/ink1731.xml" ContentType="application/inkml+xml"/>
  <Override PartName="/ppt/ink/ink1732.xml" ContentType="application/inkml+xml"/>
  <Override PartName="/ppt/ink/ink1733.xml" ContentType="application/inkml+xml"/>
  <Override PartName="/ppt/ink/ink1734.xml" ContentType="application/inkml+xml"/>
  <Override PartName="/ppt/ink/ink1735.xml" ContentType="application/inkml+xml"/>
  <Override PartName="/ppt/ink/ink1736.xml" ContentType="application/inkml+xml"/>
  <Override PartName="/ppt/ink/ink1737.xml" ContentType="application/inkml+xml"/>
  <Override PartName="/ppt/ink/ink1738.xml" ContentType="application/inkml+xml"/>
  <Override PartName="/ppt/ink/ink1739.xml" ContentType="application/inkml+xml"/>
  <Override PartName="/ppt/ink/ink1740.xml" ContentType="application/inkml+xml"/>
  <Override PartName="/ppt/ink/ink1741.xml" ContentType="application/inkml+xml"/>
  <Override PartName="/ppt/ink/ink1742.xml" ContentType="application/inkml+xml"/>
  <Override PartName="/ppt/ink/ink1743.xml" ContentType="application/inkml+xml"/>
  <Override PartName="/ppt/ink/ink1744.xml" ContentType="application/inkml+xml"/>
  <Override PartName="/ppt/ink/ink1745.xml" ContentType="application/inkml+xml"/>
  <Override PartName="/ppt/ink/ink1746.xml" ContentType="application/inkml+xml"/>
  <Override PartName="/ppt/ink/ink1747.xml" ContentType="application/inkml+xml"/>
  <Override PartName="/ppt/ink/ink1748.xml" ContentType="application/inkml+xml"/>
  <Override PartName="/ppt/ink/ink1749.xml" ContentType="application/inkml+xml"/>
  <Override PartName="/ppt/ink/ink1750.xml" ContentType="application/inkml+xml"/>
  <Override PartName="/ppt/ink/ink1751.xml" ContentType="application/inkml+xml"/>
  <Override PartName="/ppt/ink/ink1752.xml" ContentType="application/inkml+xml"/>
  <Override PartName="/ppt/ink/ink1753.xml" ContentType="application/inkml+xml"/>
  <Override PartName="/ppt/ink/ink1754.xml" ContentType="application/inkml+xml"/>
  <Override PartName="/ppt/ink/ink1755.xml" ContentType="application/inkml+xml"/>
  <Override PartName="/ppt/ink/ink1756.xml" ContentType="application/inkml+xml"/>
  <Override PartName="/ppt/ink/ink1757.xml" ContentType="application/inkml+xml"/>
  <Override PartName="/ppt/ink/ink1758.xml" ContentType="application/inkml+xml"/>
  <Override PartName="/ppt/ink/ink1759.xml" ContentType="application/inkml+xml"/>
  <Override PartName="/ppt/ink/ink1760.xml" ContentType="application/inkml+xml"/>
  <Override PartName="/ppt/ink/ink1761.xml" ContentType="application/inkml+xml"/>
  <Override PartName="/ppt/ink/ink1762.xml" ContentType="application/inkml+xml"/>
  <Override PartName="/ppt/ink/ink1763.xml" ContentType="application/inkml+xml"/>
  <Override PartName="/ppt/ink/ink1764.xml" ContentType="application/inkml+xml"/>
  <Override PartName="/ppt/ink/ink1765.xml" ContentType="application/inkml+xml"/>
  <Override PartName="/ppt/ink/ink1766.xml" ContentType="application/inkml+xml"/>
  <Override PartName="/ppt/ink/ink1767.xml" ContentType="application/inkml+xml"/>
  <Override PartName="/ppt/ink/ink1768.xml" ContentType="application/inkml+xml"/>
  <Override PartName="/ppt/ink/ink1769.xml" ContentType="application/inkml+xml"/>
  <Override PartName="/ppt/ink/ink1770.xml" ContentType="application/inkml+xml"/>
  <Override PartName="/ppt/ink/ink1771.xml" ContentType="application/inkml+xml"/>
  <Override PartName="/ppt/ink/ink1772.xml" ContentType="application/inkml+xml"/>
  <Override PartName="/ppt/ink/ink1773.xml" ContentType="application/inkml+xml"/>
  <Override PartName="/ppt/ink/ink1774.xml" ContentType="application/inkml+xml"/>
  <Override PartName="/ppt/ink/ink1775.xml" ContentType="application/inkml+xml"/>
  <Override PartName="/ppt/ink/ink1776.xml" ContentType="application/inkml+xml"/>
  <Override PartName="/ppt/ink/ink1777.xml" ContentType="application/inkml+xml"/>
  <Override PartName="/ppt/ink/ink1778.xml" ContentType="application/inkml+xml"/>
  <Override PartName="/ppt/ink/ink1779.xml" ContentType="application/inkml+xml"/>
  <Override PartName="/ppt/ink/ink1780.xml" ContentType="application/inkml+xml"/>
  <Override PartName="/ppt/ink/ink1781.xml" ContentType="application/inkml+xml"/>
  <Override PartName="/ppt/ink/ink1782.xml" ContentType="application/inkml+xml"/>
  <Override PartName="/ppt/ink/ink1783.xml" ContentType="application/inkml+xml"/>
  <Override PartName="/ppt/ink/ink1784.xml" ContentType="application/inkml+xml"/>
  <Override PartName="/ppt/ink/ink1785.xml" ContentType="application/inkml+xml"/>
  <Override PartName="/ppt/ink/ink1786.xml" ContentType="application/inkml+xml"/>
  <Override PartName="/ppt/ink/ink1787.xml" ContentType="application/inkml+xml"/>
  <Override PartName="/ppt/ink/ink1788.xml" ContentType="application/inkml+xml"/>
  <Override PartName="/ppt/ink/ink1789.xml" ContentType="application/inkml+xml"/>
  <Override PartName="/ppt/ink/ink1790.xml" ContentType="application/inkml+xml"/>
  <Override PartName="/ppt/ink/ink1791.xml" ContentType="application/inkml+xml"/>
  <Override PartName="/ppt/ink/ink1792.xml" ContentType="application/inkml+xml"/>
  <Override PartName="/ppt/ink/ink1793.xml" ContentType="application/inkml+xml"/>
  <Override PartName="/ppt/ink/ink1794.xml" ContentType="application/inkml+xml"/>
  <Override PartName="/ppt/ink/ink1795.xml" ContentType="application/inkml+xml"/>
  <Override PartName="/ppt/ink/ink1796.xml" ContentType="application/inkml+xml"/>
  <Override PartName="/ppt/ink/ink1797.xml" ContentType="application/inkml+xml"/>
  <Override PartName="/ppt/ink/ink1798.xml" ContentType="application/inkml+xml"/>
  <Override PartName="/ppt/ink/ink1799.xml" ContentType="application/inkml+xml"/>
  <Override PartName="/ppt/ink/ink1800.xml" ContentType="application/inkml+xml"/>
  <Override PartName="/ppt/ink/ink1801.xml" ContentType="application/inkml+xml"/>
  <Override PartName="/ppt/ink/ink1802.xml" ContentType="application/inkml+xml"/>
  <Override PartName="/ppt/ink/ink1803.xml" ContentType="application/inkml+xml"/>
  <Override PartName="/ppt/ink/ink1804.xml" ContentType="application/inkml+xml"/>
  <Override PartName="/ppt/ink/ink1805.xml" ContentType="application/inkml+xml"/>
  <Override PartName="/ppt/ink/ink1806.xml" ContentType="application/inkml+xml"/>
  <Override PartName="/ppt/ink/ink1807.xml" ContentType="application/inkml+xml"/>
  <Override PartName="/ppt/ink/ink1808.xml" ContentType="application/inkml+xml"/>
  <Override PartName="/ppt/ink/ink1809.xml" ContentType="application/inkml+xml"/>
  <Override PartName="/ppt/ink/ink1810.xml" ContentType="application/inkml+xml"/>
  <Override PartName="/ppt/ink/ink1811.xml" ContentType="application/inkml+xml"/>
  <Override PartName="/ppt/ink/ink1812.xml" ContentType="application/inkml+xml"/>
  <Override PartName="/ppt/ink/ink1813.xml" ContentType="application/inkml+xml"/>
  <Override PartName="/ppt/ink/ink1814.xml" ContentType="application/inkml+xml"/>
  <Override PartName="/ppt/ink/ink1815.xml" ContentType="application/inkml+xml"/>
  <Override PartName="/ppt/ink/ink1816.xml" ContentType="application/inkml+xml"/>
  <Override PartName="/ppt/ink/ink1817.xml" ContentType="application/inkml+xml"/>
  <Override PartName="/ppt/ink/ink1818.xml" ContentType="application/inkml+xml"/>
  <Override PartName="/ppt/ink/ink1819.xml" ContentType="application/inkml+xml"/>
  <Override PartName="/ppt/ink/ink1820.xml" ContentType="application/inkml+xml"/>
  <Override PartName="/ppt/ink/ink1821.xml" ContentType="application/inkml+xml"/>
  <Override PartName="/ppt/ink/ink1822.xml" ContentType="application/inkml+xml"/>
  <Override PartName="/ppt/ink/ink1823.xml" ContentType="application/inkml+xml"/>
  <Override PartName="/ppt/ink/ink1824.xml" ContentType="application/inkml+xml"/>
  <Override PartName="/ppt/ink/ink1825.xml" ContentType="application/inkml+xml"/>
  <Override PartName="/ppt/ink/ink1826.xml" ContentType="application/inkml+xml"/>
  <Override PartName="/ppt/ink/ink1827.xml" ContentType="application/inkml+xml"/>
  <Override PartName="/ppt/ink/ink1828.xml" ContentType="application/inkml+xml"/>
  <Override PartName="/ppt/ink/ink1829.xml" ContentType="application/inkml+xml"/>
  <Override PartName="/ppt/ink/ink1830.xml" ContentType="application/inkml+xml"/>
  <Override PartName="/ppt/ink/ink1831.xml" ContentType="application/inkml+xml"/>
  <Override PartName="/ppt/ink/ink1832.xml" ContentType="application/inkml+xml"/>
  <Override PartName="/ppt/ink/ink1833.xml" ContentType="application/inkml+xml"/>
  <Override PartName="/ppt/ink/ink1834.xml" ContentType="application/inkml+xml"/>
  <Override PartName="/ppt/ink/ink1835.xml" ContentType="application/inkml+xml"/>
  <Override PartName="/ppt/ink/ink1836.xml" ContentType="application/inkml+xml"/>
  <Override PartName="/ppt/ink/ink1837.xml" ContentType="application/inkml+xml"/>
  <Override PartName="/ppt/ink/ink1838.xml" ContentType="application/inkml+xml"/>
  <Override PartName="/ppt/ink/ink1839.xml" ContentType="application/inkml+xml"/>
  <Override PartName="/ppt/ink/ink1840.xml" ContentType="application/inkml+xml"/>
  <Override PartName="/ppt/ink/ink1841.xml" ContentType="application/inkml+xml"/>
  <Override PartName="/ppt/ink/ink1842.xml" ContentType="application/inkml+xml"/>
  <Override PartName="/ppt/ink/ink1843.xml" ContentType="application/inkml+xml"/>
  <Override PartName="/ppt/ink/ink1844.xml" ContentType="application/inkml+xml"/>
  <Override PartName="/ppt/ink/ink1845.xml" ContentType="application/inkml+xml"/>
  <Override PartName="/ppt/ink/ink1846.xml" ContentType="application/inkml+xml"/>
  <Override PartName="/ppt/ink/ink1847.xml" ContentType="application/inkml+xml"/>
  <Override PartName="/ppt/ink/ink1848.xml" ContentType="application/inkml+xml"/>
  <Override PartName="/ppt/ink/ink1849.xml" ContentType="application/inkml+xml"/>
  <Override PartName="/ppt/ink/ink1850.xml" ContentType="application/inkml+xml"/>
  <Override PartName="/ppt/ink/ink1851.xml" ContentType="application/inkml+xml"/>
  <Override PartName="/ppt/ink/ink1852.xml" ContentType="application/inkml+xml"/>
  <Override PartName="/ppt/ink/ink1853.xml" ContentType="application/inkml+xml"/>
  <Override PartName="/ppt/ink/ink1854.xml" ContentType="application/inkml+xml"/>
  <Override PartName="/ppt/ink/ink1855.xml" ContentType="application/inkml+xml"/>
  <Override PartName="/ppt/ink/ink1856.xml" ContentType="application/inkml+xml"/>
  <Override PartName="/ppt/ink/ink1857.xml" ContentType="application/inkml+xml"/>
  <Override PartName="/ppt/ink/ink1858.xml" ContentType="application/inkml+xml"/>
  <Override PartName="/ppt/ink/ink1859.xml" ContentType="application/inkml+xml"/>
  <Override PartName="/ppt/ink/ink1860.xml" ContentType="application/inkml+xml"/>
  <Override PartName="/ppt/ink/ink1861.xml" ContentType="application/inkml+xml"/>
  <Override PartName="/ppt/ink/ink1862.xml" ContentType="application/inkml+xml"/>
  <Override PartName="/ppt/ink/ink1863.xml" ContentType="application/inkml+xml"/>
  <Override PartName="/ppt/ink/ink1864.xml" ContentType="application/inkml+xml"/>
  <Override PartName="/ppt/ink/ink1865.xml" ContentType="application/inkml+xml"/>
  <Override PartName="/ppt/ink/ink1866.xml" ContentType="application/inkml+xml"/>
  <Override PartName="/ppt/ink/ink1867.xml" ContentType="application/inkml+xml"/>
  <Override PartName="/ppt/ink/ink1868.xml" ContentType="application/inkml+xml"/>
  <Override PartName="/ppt/ink/ink1869.xml" ContentType="application/inkml+xml"/>
  <Override PartName="/ppt/ink/ink1870.xml" ContentType="application/inkml+xml"/>
  <Override PartName="/ppt/ink/ink1871.xml" ContentType="application/inkml+xml"/>
  <Override PartName="/ppt/ink/ink1872.xml" ContentType="application/inkml+xml"/>
  <Override PartName="/ppt/ink/ink1873.xml" ContentType="application/inkml+xml"/>
  <Override PartName="/ppt/ink/ink1874.xml" ContentType="application/inkml+xml"/>
  <Override PartName="/ppt/ink/ink1875.xml" ContentType="application/inkml+xml"/>
  <Override PartName="/ppt/ink/ink1876.xml" ContentType="application/inkml+xml"/>
  <Override PartName="/ppt/ink/ink1877.xml" ContentType="application/inkml+xml"/>
  <Override PartName="/ppt/ink/ink1878.xml" ContentType="application/inkml+xml"/>
  <Override PartName="/ppt/ink/ink1879.xml" ContentType="application/inkml+xml"/>
  <Override PartName="/ppt/ink/ink1880.xml" ContentType="application/inkml+xml"/>
  <Override PartName="/ppt/ink/ink1881.xml" ContentType="application/inkml+xml"/>
  <Override PartName="/ppt/ink/ink1882.xml" ContentType="application/inkml+xml"/>
  <Override PartName="/ppt/ink/ink1883.xml" ContentType="application/inkml+xml"/>
  <Override PartName="/ppt/ink/ink1884.xml" ContentType="application/inkml+xml"/>
  <Override PartName="/ppt/ink/ink1885.xml" ContentType="application/inkml+xml"/>
  <Override PartName="/ppt/ink/ink1886.xml" ContentType="application/inkml+xml"/>
  <Override PartName="/ppt/ink/ink1887.xml" ContentType="application/inkml+xml"/>
  <Override PartName="/ppt/ink/ink1888.xml" ContentType="application/inkml+xml"/>
  <Override PartName="/ppt/ink/ink1889.xml" ContentType="application/inkml+xml"/>
  <Override PartName="/ppt/ink/ink1890.xml" ContentType="application/inkml+xml"/>
  <Override PartName="/ppt/ink/ink1891.xml" ContentType="application/inkml+xml"/>
  <Override PartName="/ppt/ink/ink1892.xml" ContentType="application/inkml+xml"/>
  <Override PartName="/ppt/ink/ink1893.xml" ContentType="application/inkml+xml"/>
  <Override PartName="/ppt/ink/ink1894.xml" ContentType="application/inkml+xml"/>
  <Override PartName="/ppt/ink/ink1895.xml" ContentType="application/inkml+xml"/>
  <Override PartName="/ppt/ink/ink1896.xml" ContentType="application/inkml+xml"/>
  <Override PartName="/ppt/ink/ink1897.xml" ContentType="application/inkml+xml"/>
  <Override PartName="/ppt/ink/ink1898.xml" ContentType="application/inkml+xml"/>
  <Override PartName="/ppt/ink/ink1899.xml" ContentType="application/inkml+xml"/>
  <Override PartName="/ppt/ink/ink1900.xml" ContentType="application/inkml+xml"/>
  <Override PartName="/ppt/ink/ink1901.xml" ContentType="application/inkml+xml"/>
  <Override PartName="/ppt/ink/ink1902.xml" ContentType="application/inkml+xml"/>
  <Override PartName="/ppt/ink/ink1903.xml" ContentType="application/inkml+xml"/>
  <Override PartName="/ppt/ink/ink1904.xml" ContentType="application/inkml+xml"/>
  <Override PartName="/ppt/ink/ink1905.xml" ContentType="application/inkml+xml"/>
  <Override PartName="/ppt/ink/ink1906.xml" ContentType="application/inkml+xml"/>
  <Override PartName="/ppt/ink/ink1907.xml" ContentType="application/inkml+xml"/>
  <Override PartName="/ppt/ink/ink1908.xml" ContentType="application/inkml+xml"/>
  <Override PartName="/ppt/ink/ink1909.xml" ContentType="application/inkml+xml"/>
  <Override PartName="/ppt/ink/ink1910.xml" ContentType="application/inkml+xml"/>
  <Override PartName="/ppt/ink/ink1911.xml" ContentType="application/inkml+xml"/>
  <Override PartName="/ppt/ink/ink1912.xml" ContentType="application/inkml+xml"/>
  <Override PartName="/ppt/ink/ink1913.xml" ContentType="application/inkml+xml"/>
  <Override PartName="/ppt/ink/ink1914.xml" ContentType="application/inkml+xml"/>
  <Override PartName="/ppt/ink/ink1915.xml" ContentType="application/inkml+xml"/>
  <Override PartName="/ppt/ink/ink1916.xml" ContentType="application/inkml+xml"/>
  <Override PartName="/ppt/ink/ink1917.xml" ContentType="application/inkml+xml"/>
  <Override PartName="/ppt/ink/ink1918.xml" ContentType="application/inkml+xml"/>
  <Override PartName="/ppt/ink/ink1919.xml" ContentType="application/inkml+xml"/>
  <Override PartName="/ppt/ink/ink1920.xml" ContentType="application/inkml+xml"/>
  <Override PartName="/ppt/ink/ink1921.xml" ContentType="application/inkml+xml"/>
  <Override PartName="/ppt/ink/ink1922.xml" ContentType="application/inkml+xml"/>
  <Override PartName="/ppt/ink/ink1923.xml" ContentType="application/inkml+xml"/>
  <Override PartName="/ppt/ink/ink1924.xml" ContentType="application/inkml+xml"/>
  <Override PartName="/ppt/ink/ink1925.xml" ContentType="application/inkml+xml"/>
  <Override PartName="/ppt/ink/ink1926.xml" ContentType="application/inkml+xml"/>
  <Override PartName="/ppt/ink/ink1927.xml" ContentType="application/inkml+xml"/>
  <Override PartName="/ppt/ink/ink1928.xml" ContentType="application/inkml+xml"/>
  <Override PartName="/ppt/ink/ink1929.xml" ContentType="application/inkml+xml"/>
  <Override PartName="/ppt/ink/ink1930.xml" ContentType="application/inkml+xml"/>
  <Override PartName="/ppt/ink/ink1931.xml" ContentType="application/inkml+xml"/>
  <Override PartName="/ppt/ink/ink1932.xml" ContentType="application/inkml+xml"/>
  <Override PartName="/ppt/ink/ink1933.xml" ContentType="application/inkml+xml"/>
  <Override PartName="/ppt/ink/ink1934.xml" ContentType="application/inkml+xml"/>
  <Override PartName="/ppt/ink/ink1935.xml" ContentType="application/inkml+xml"/>
  <Override PartName="/ppt/ink/ink1936.xml" ContentType="application/inkml+xml"/>
  <Override PartName="/ppt/ink/ink1937.xml" ContentType="application/inkml+xml"/>
  <Override PartName="/ppt/ink/ink1938.xml" ContentType="application/inkml+xml"/>
  <Override PartName="/ppt/ink/ink1939.xml" ContentType="application/inkml+xml"/>
  <Override PartName="/ppt/ink/ink1940.xml" ContentType="application/inkml+xml"/>
  <Override PartName="/ppt/ink/ink1941.xml" ContentType="application/inkml+xml"/>
  <Override PartName="/ppt/ink/ink1942.xml" ContentType="application/inkml+xml"/>
  <Override PartName="/ppt/ink/ink1943.xml" ContentType="application/inkml+xml"/>
  <Override PartName="/ppt/ink/ink1944.xml" ContentType="application/inkml+xml"/>
  <Override PartName="/ppt/ink/ink1945.xml" ContentType="application/inkml+xml"/>
  <Override PartName="/ppt/ink/ink1946.xml" ContentType="application/inkml+xml"/>
  <Override PartName="/ppt/ink/ink1947.xml" ContentType="application/inkml+xml"/>
  <Override PartName="/ppt/ink/ink1948.xml" ContentType="application/inkml+xml"/>
  <Override PartName="/ppt/ink/ink1949.xml" ContentType="application/inkml+xml"/>
  <Override PartName="/ppt/ink/ink1950.xml" ContentType="application/inkml+xml"/>
  <Override PartName="/ppt/ink/ink1951.xml" ContentType="application/inkml+xml"/>
  <Override PartName="/ppt/ink/ink1952.xml" ContentType="application/inkml+xml"/>
  <Override PartName="/ppt/ink/ink1953.xml" ContentType="application/inkml+xml"/>
  <Override PartName="/ppt/ink/ink1954.xml" ContentType="application/inkml+xml"/>
  <Override PartName="/ppt/ink/ink1955.xml" ContentType="application/inkml+xml"/>
  <Override PartName="/ppt/ink/ink1956.xml" ContentType="application/inkml+xml"/>
  <Override PartName="/ppt/ink/ink1957.xml" ContentType="application/inkml+xml"/>
  <Override PartName="/ppt/ink/ink1958.xml" ContentType="application/inkml+xml"/>
  <Override PartName="/ppt/ink/ink1959.xml" ContentType="application/inkml+xml"/>
  <Override PartName="/ppt/ink/ink1960.xml" ContentType="application/inkml+xml"/>
  <Override PartName="/ppt/ink/ink1961.xml" ContentType="application/inkml+xml"/>
  <Override PartName="/ppt/ink/ink1962.xml" ContentType="application/inkml+xml"/>
  <Override PartName="/ppt/ink/ink1963.xml" ContentType="application/inkml+xml"/>
  <Override PartName="/ppt/ink/ink1964.xml" ContentType="application/inkml+xml"/>
  <Override PartName="/ppt/ink/ink1965.xml" ContentType="application/inkml+xml"/>
  <Override PartName="/ppt/ink/ink1966.xml" ContentType="application/inkml+xml"/>
  <Override PartName="/ppt/ink/ink1967.xml" ContentType="application/inkml+xml"/>
  <Override PartName="/ppt/ink/ink1968.xml" ContentType="application/inkml+xml"/>
  <Override PartName="/ppt/ink/ink1969.xml" ContentType="application/inkml+xml"/>
  <Override PartName="/ppt/ink/ink1970.xml" ContentType="application/inkml+xml"/>
  <Override PartName="/ppt/ink/ink1971.xml" ContentType="application/inkml+xml"/>
  <Override PartName="/ppt/ink/ink1972.xml" ContentType="application/inkml+xml"/>
  <Override PartName="/ppt/ink/ink1973.xml" ContentType="application/inkml+xml"/>
  <Override PartName="/ppt/ink/ink1974.xml" ContentType="application/inkml+xml"/>
  <Override PartName="/ppt/ink/ink1975.xml" ContentType="application/inkml+xml"/>
  <Override PartName="/ppt/ink/ink1976.xml" ContentType="application/inkml+xml"/>
  <Override PartName="/ppt/ink/ink1977.xml" ContentType="application/inkml+xml"/>
  <Override PartName="/ppt/ink/ink1978.xml" ContentType="application/inkml+xml"/>
  <Override PartName="/ppt/ink/ink1979.xml" ContentType="application/inkml+xml"/>
  <Override PartName="/ppt/ink/ink1980.xml" ContentType="application/inkml+xml"/>
  <Override PartName="/ppt/ink/ink1981.xml" ContentType="application/inkml+xml"/>
  <Override PartName="/ppt/ink/ink1982.xml" ContentType="application/inkml+xml"/>
  <Override PartName="/ppt/ink/ink1983.xml" ContentType="application/inkml+xml"/>
  <Override PartName="/ppt/ink/ink1984.xml" ContentType="application/inkml+xml"/>
  <Override PartName="/ppt/ink/ink1985.xml" ContentType="application/inkml+xml"/>
  <Override PartName="/ppt/ink/ink1986.xml" ContentType="application/inkml+xml"/>
  <Override PartName="/ppt/ink/ink1987.xml" ContentType="application/inkml+xml"/>
  <Override PartName="/ppt/ink/ink1988.xml" ContentType="application/inkml+xml"/>
  <Override PartName="/ppt/ink/ink1989.xml" ContentType="application/inkml+xml"/>
  <Override PartName="/ppt/ink/ink1990.xml" ContentType="application/inkml+xml"/>
  <Override PartName="/ppt/ink/ink1991.xml" ContentType="application/inkml+xml"/>
  <Override PartName="/ppt/ink/ink1992.xml" ContentType="application/inkml+xml"/>
  <Override PartName="/ppt/ink/ink1993.xml" ContentType="application/inkml+xml"/>
  <Override PartName="/ppt/ink/ink1994.xml" ContentType="application/inkml+xml"/>
  <Override PartName="/ppt/ink/ink1995.xml" ContentType="application/inkml+xml"/>
  <Override PartName="/ppt/ink/ink1996.xml" ContentType="application/inkml+xml"/>
  <Override PartName="/ppt/ink/ink1997.xml" ContentType="application/inkml+xml"/>
  <Override PartName="/ppt/ink/ink1998.xml" ContentType="application/inkml+xml"/>
  <Override PartName="/ppt/ink/ink1999.xml" ContentType="application/inkml+xml"/>
  <Override PartName="/ppt/ink/ink2000.xml" ContentType="application/inkml+xml"/>
  <Override PartName="/ppt/ink/ink2001.xml" ContentType="application/inkml+xml"/>
  <Override PartName="/ppt/ink/ink2002.xml" ContentType="application/inkml+xml"/>
  <Override PartName="/ppt/ink/ink2003.xml" ContentType="application/inkml+xml"/>
  <Override PartName="/ppt/ink/ink2004.xml" ContentType="application/inkml+xml"/>
  <Override PartName="/ppt/ink/ink2005.xml" ContentType="application/inkml+xml"/>
  <Override PartName="/ppt/ink/ink2006.xml" ContentType="application/inkml+xml"/>
  <Override PartName="/ppt/ink/ink2007.xml" ContentType="application/inkml+xml"/>
  <Override PartName="/ppt/ink/ink2008.xml" ContentType="application/inkml+xml"/>
  <Override PartName="/ppt/ink/ink2009.xml" ContentType="application/inkml+xml"/>
  <Override PartName="/ppt/ink/ink2010.xml" ContentType="application/inkml+xml"/>
  <Override PartName="/ppt/ink/ink2011.xml" ContentType="application/inkml+xml"/>
  <Override PartName="/ppt/ink/ink2012.xml" ContentType="application/inkml+xml"/>
  <Override PartName="/ppt/ink/ink2013.xml" ContentType="application/inkml+xml"/>
  <Override PartName="/ppt/ink/ink2014.xml" ContentType="application/inkml+xml"/>
  <Override PartName="/ppt/ink/ink2015.xml" ContentType="application/inkml+xml"/>
  <Override PartName="/ppt/ink/ink2016.xml" ContentType="application/inkml+xml"/>
  <Override PartName="/ppt/ink/ink2017.xml" ContentType="application/inkml+xml"/>
  <Override PartName="/ppt/ink/ink2018.xml" ContentType="application/inkml+xml"/>
  <Override PartName="/ppt/ink/ink2019.xml" ContentType="application/inkml+xml"/>
  <Override PartName="/ppt/ink/ink2020.xml" ContentType="application/inkml+xml"/>
  <Override PartName="/ppt/ink/ink2021.xml" ContentType="application/inkml+xml"/>
  <Override PartName="/ppt/ink/ink2022.xml" ContentType="application/inkml+xml"/>
  <Override PartName="/ppt/ink/ink2023.xml" ContentType="application/inkml+xml"/>
  <Override PartName="/ppt/ink/ink2024.xml" ContentType="application/inkml+xml"/>
  <Override PartName="/ppt/ink/ink2025.xml" ContentType="application/inkml+xml"/>
  <Override PartName="/ppt/ink/ink2026.xml" ContentType="application/inkml+xml"/>
  <Override PartName="/ppt/ink/ink2027.xml" ContentType="application/inkml+xml"/>
  <Override PartName="/ppt/ink/ink2028.xml" ContentType="application/inkml+xml"/>
  <Override PartName="/ppt/ink/ink2029.xml" ContentType="application/inkml+xml"/>
  <Override PartName="/ppt/ink/ink2030.xml" ContentType="application/inkml+xml"/>
  <Override PartName="/ppt/ink/ink2031.xml" ContentType="application/inkml+xml"/>
  <Override PartName="/ppt/ink/ink2032.xml" ContentType="application/inkml+xml"/>
  <Override PartName="/ppt/ink/ink2033.xml" ContentType="application/inkml+xml"/>
  <Override PartName="/ppt/ink/ink2034.xml" ContentType="application/inkml+xml"/>
  <Override PartName="/ppt/ink/ink2035.xml" ContentType="application/inkml+xml"/>
  <Override PartName="/ppt/ink/ink2036.xml" ContentType="application/inkml+xml"/>
  <Override PartName="/ppt/ink/ink2037.xml" ContentType="application/inkml+xml"/>
  <Override PartName="/ppt/ink/ink2038.xml" ContentType="application/inkml+xml"/>
  <Override PartName="/ppt/ink/ink2039.xml" ContentType="application/inkml+xml"/>
  <Override PartName="/ppt/ink/ink2040.xml" ContentType="application/inkml+xml"/>
  <Override PartName="/ppt/ink/ink2041.xml" ContentType="application/inkml+xml"/>
  <Override PartName="/ppt/ink/ink2042.xml" ContentType="application/inkml+xml"/>
  <Override PartName="/ppt/ink/ink2043.xml" ContentType="application/inkml+xml"/>
  <Override PartName="/ppt/ink/ink2044.xml" ContentType="application/inkml+xml"/>
  <Override PartName="/ppt/ink/ink2045.xml" ContentType="application/inkml+xml"/>
  <Override PartName="/ppt/ink/ink2046.xml" ContentType="application/inkml+xml"/>
  <Override PartName="/ppt/ink/ink2047.xml" ContentType="application/inkml+xml"/>
  <Override PartName="/ppt/ink/ink2048.xml" ContentType="application/inkml+xml"/>
  <Override PartName="/ppt/ink/ink2049.xml" ContentType="application/inkml+xml"/>
  <Override PartName="/ppt/ink/ink2050.xml" ContentType="application/inkml+xml"/>
  <Override PartName="/ppt/ink/ink2051.xml" ContentType="application/inkml+xml"/>
  <Override PartName="/ppt/ink/ink2052.xml" ContentType="application/inkml+xml"/>
  <Override PartName="/ppt/ink/ink2053.xml" ContentType="application/inkml+xml"/>
  <Override PartName="/ppt/ink/ink2054.xml" ContentType="application/inkml+xml"/>
  <Override PartName="/ppt/ink/ink2055.xml" ContentType="application/inkml+xml"/>
  <Override PartName="/ppt/ink/ink2056.xml" ContentType="application/inkml+xml"/>
  <Override PartName="/ppt/ink/ink2057.xml" ContentType="application/inkml+xml"/>
  <Override PartName="/ppt/ink/ink2058.xml" ContentType="application/inkml+xml"/>
  <Override PartName="/ppt/ink/ink2059.xml" ContentType="application/inkml+xml"/>
  <Override PartName="/ppt/ink/ink2060.xml" ContentType="application/inkml+xml"/>
  <Override PartName="/ppt/ink/ink2061.xml" ContentType="application/inkml+xml"/>
  <Override PartName="/ppt/ink/ink2062.xml" ContentType="application/inkml+xml"/>
  <Override PartName="/ppt/ink/ink2063.xml" ContentType="application/inkml+xml"/>
  <Override PartName="/ppt/ink/ink2064.xml" ContentType="application/inkml+xml"/>
  <Override PartName="/ppt/ink/ink2065.xml" ContentType="application/inkml+xml"/>
  <Override PartName="/ppt/ink/ink2066.xml" ContentType="application/inkml+xml"/>
  <Override PartName="/ppt/ink/ink2067.xml" ContentType="application/inkml+xml"/>
  <Override PartName="/ppt/ink/ink2068.xml" ContentType="application/inkml+xml"/>
  <Override PartName="/ppt/ink/ink2069.xml" ContentType="application/inkml+xml"/>
  <Override PartName="/ppt/ink/ink2070.xml" ContentType="application/inkml+xml"/>
  <Override PartName="/ppt/ink/ink2071.xml" ContentType="application/inkml+xml"/>
  <Override PartName="/ppt/ink/ink2072.xml" ContentType="application/inkml+xml"/>
  <Override PartName="/ppt/ink/ink2073.xml" ContentType="application/inkml+xml"/>
  <Override PartName="/ppt/ink/ink2074.xml" ContentType="application/inkml+xml"/>
  <Override PartName="/ppt/ink/ink2075.xml" ContentType="application/inkml+xml"/>
  <Override PartName="/ppt/ink/ink2076.xml" ContentType="application/inkml+xml"/>
  <Override PartName="/ppt/ink/ink2077.xml" ContentType="application/inkml+xml"/>
  <Override PartName="/ppt/ink/ink2078.xml" ContentType="application/inkml+xml"/>
  <Override PartName="/ppt/ink/ink2079.xml" ContentType="application/inkml+xml"/>
  <Override PartName="/ppt/ink/ink2080.xml" ContentType="application/inkml+xml"/>
  <Override PartName="/ppt/ink/ink2081.xml" ContentType="application/inkml+xml"/>
  <Override PartName="/ppt/ink/ink2082.xml" ContentType="application/inkml+xml"/>
  <Override PartName="/ppt/ink/ink2083.xml" ContentType="application/inkml+xml"/>
  <Override PartName="/ppt/ink/ink2084.xml" ContentType="application/inkml+xml"/>
  <Override PartName="/ppt/ink/ink2085.xml" ContentType="application/inkml+xml"/>
  <Override PartName="/ppt/ink/ink2086.xml" ContentType="application/inkml+xml"/>
  <Override PartName="/ppt/ink/ink2087.xml" ContentType="application/inkml+xml"/>
  <Override PartName="/ppt/ink/ink2088.xml" ContentType="application/inkml+xml"/>
  <Override PartName="/ppt/ink/ink2089.xml" ContentType="application/inkml+xml"/>
  <Override PartName="/ppt/ink/ink2090.xml" ContentType="application/inkml+xml"/>
  <Override PartName="/ppt/ink/ink2091.xml" ContentType="application/inkml+xml"/>
  <Override PartName="/ppt/ink/ink2092.xml" ContentType="application/inkml+xml"/>
  <Override PartName="/ppt/ink/ink2093.xml" ContentType="application/inkml+xml"/>
  <Override PartName="/ppt/ink/ink2094.xml" ContentType="application/inkml+xml"/>
  <Override PartName="/ppt/ink/ink2095.xml" ContentType="application/inkml+xml"/>
  <Override PartName="/ppt/ink/ink2096.xml" ContentType="application/inkml+xml"/>
  <Override PartName="/ppt/ink/ink2097.xml" ContentType="application/inkml+xml"/>
  <Override PartName="/ppt/ink/ink2098.xml" ContentType="application/inkml+xml"/>
  <Override PartName="/ppt/ink/ink2099.xml" ContentType="application/inkml+xml"/>
  <Override PartName="/ppt/ink/ink2100.xml" ContentType="application/inkml+xml"/>
  <Override PartName="/ppt/ink/ink2101.xml" ContentType="application/inkml+xml"/>
  <Override PartName="/ppt/ink/ink2102.xml" ContentType="application/inkml+xml"/>
  <Override PartName="/ppt/ink/ink2103.xml" ContentType="application/inkml+xml"/>
  <Override PartName="/ppt/ink/ink2104.xml" ContentType="application/inkml+xml"/>
  <Override PartName="/ppt/ink/ink2105.xml" ContentType="application/inkml+xml"/>
  <Override PartName="/ppt/ink/ink2106.xml" ContentType="application/inkml+xml"/>
  <Override PartName="/ppt/ink/ink2107.xml" ContentType="application/inkml+xml"/>
  <Override PartName="/ppt/ink/ink2108.xml" ContentType="application/inkml+xml"/>
  <Override PartName="/ppt/ink/ink2109.xml" ContentType="application/inkml+xml"/>
  <Override PartName="/ppt/ink/ink2110.xml" ContentType="application/inkml+xml"/>
  <Override PartName="/ppt/ink/ink2111.xml" ContentType="application/inkml+xml"/>
  <Override PartName="/ppt/ink/ink2112.xml" ContentType="application/inkml+xml"/>
  <Override PartName="/ppt/ink/ink2113.xml" ContentType="application/inkml+xml"/>
  <Override PartName="/ppt/ink/ink2114.xml" ContentType="application/inkml+xml"/>
  <Override PartName="/ppt/ink/ink2115.xml" ContentType="application/inkml+xml"/>
  <Override PartName="/ppt/ink/ink2116.xml" ContentType="application/inkml+xml"/>
  <Override PartName="/ppt/ink/ink2117.xml" ContentType="application/inkml+xml"/>
  <Override PartName="/ppt/ink/ink2118.xml" ContentType="application/inkml+xml"/>
  <Override PartName="/ppt/ink/ink2119.xml" ContentType="application/inkml+xml"/>
  <Override PartName="/ppt/ink/ink2120.xml" ContentType="application/inkml+xml"/>
  <Override PartName="/ppt/ink/ink2121.xml" ContentType="application/inkml+xml"/>
  <Override PartName="/ppt/ink/ink2122.xml" ContentType="application/inkml+xml"/>
  <Override PartName="/ppt/ink/ink2123.xml" ContentType="application/inkml+xml"/>
  <Override PartName="/ppt/ink/ink2124.xml" ContentType="application/inkml+xml"/>
  <Override PartName="/ppt/ink/ink2125.xml" ContentType="application/inkml+xml"/>
  <Override PartName="/ppt/ink/ink2126.xml" ContentType="application/inkml+xml"/>
  <Override PartName="/ppt/ink/ink2127.xml" ContentType="application/inkml+xml"/>
  <Override PartName="/ppt/ink/ink2128.xml" ContentType="application/inkml+xml"/>
  <Override PartName="/ppt/ink/ink2129.xml" ContentType="application/inkml+xml"/>
  <Override PartName="/ppt/ink/ink2130.xml" ContentType="application/inkml+xml"/>
  <Override PartName="/ppt/ink/ink2131.xml" ContentType="application/inkml+xml"/>
  <Override PartName="/ppt/ink/ink2132.xml" ContentType="application/inkml+xml"/>
  <Override PartName="/ppt/ink/ink2133.xml" ContentType="application/inkml+xml"/>
  <Override PartName="/ppt/ink/ink2134.xml" ContentType="application/inkml+xml"/>
  <Override PartName="/ppt/ink/ink2135.xml" ContentType="application/inkml+xml"/>
  <Override PartName="/ppt/ink/ink2136.xml" ContentType="application/inkml+xml"/>
  <Override PartName="/ppt/ink/ink2137.xml" ContentType="application/inkml+xml"/>
  <Override PartName="/ppt/ink/ink2138.xml" ContentType="application/inkml+xml"/>
  <Override PartName="/ppt/ink/ink2139.xml" ContentType="application/inkml+xml"/>
  <Override PartName="/ppt/ink/ink2140.xml" ContentType="application/inkml+xml"/>
  <Override PartName="/ppt/ink/ink2141.xml" ContentType="application/inkml+xml"/>
  <Override PartName="/ppt/ink/ink2142.xml" ContentType="application/inkml+xml"/>
  <Override PartName="/ppt/ink/ink2143.xml" ContentType="application/inkml+xml"/>
  <Override PartName="/ppt/ink/ink2144.xml" ContentType="application/inkml+xml"/>
  <Override PartName="/ppt/ink/ink2145.xml" ContentType="application/inkml+xml"/>
  <Override PartName="/ppt/ink/ink2146.xml" ContentType="application/inkml+xml"/>
  <Override PartName="/ppt/ink/ink2147.xml" ContentType="application/inkml+xml"/>
  <Override PartName="/ppt/ink/ink2148.xml" ContentType="application/inkml+xml"/>
  <Override PartName="/ppt/ink/ink2149.xml" ContentType="application/inkml+xml"/>
  <Override PartName="/ppt/ink/ink2150.xml" ContentType="application/inkml+xml"/>
  <Override PartName="/ppt/ink/ink2151.xml" ContentType="application/inkml+xml"/>
  <Override PartName="/ppt/ink/ink2152.xml" ContentType="application/inkml+xml"/>
  <Override PartName="/ppt/ink/ink2153.xml" ContentType="application/inkml+xml"/>
  <Override PartName="/ppt/ink/ink2154.xml" ContentType="application/inkml+xml"/>
  <Override PartName="/ppt/ink/ink2155.xml" ContentType="application/inkml+xml"/>
  <Override PartName="/ppt/ink/ink2156.xml" ContentType="application/inkml+xml"/>
  <Override PartName="/ppt/ink/ink2157.xml" ContentType="application/inkml+xml"/>
  <Override PartName="/ppt/ink/ink2158.xml" ContentType="application/inkml+xml"/>
  <Override PartName="/ppt/ink/ink2159.xml" ContentType="application/inkml+xml"/>
  <Override PartName="/ppt/ink/ink2160.xml" ContentType="application/inkml+xml"/>
  <Override PartName="/ppt/ink/ink2161.xml" ContentType="application/inkml+xml"/>
  <Override PartName="/ppt/ink/ink2162.xml" ContentType="application/inkml+xml"/>
  <Override PartName="/ppt/ink/ink2163.xml" ContentType="application/inkml+xml"/>
  <Override PartName="/ppt/ink/ink2164.xml" ContentType="application/inkml+xml"/>
  <Override PartName="/ppt/ink/ink2165.xml" ContentType="application/inkml+xml"/>
  <Override PartName="/ppt/ink/ink2166.xml" ContentType="application/inkml+xml"/>
  <Override PartName="/ppt/ink/ink2167.xml" ContentType="application/inkml+xml"/>
  <Override PartName="/ppt/ink/ink2168.xml" ContentType="application/inkml+xml"/>
  <Override PartName="/ppt/ink/ink2169.xml" ContentType="application/inkml+xml"/>
  <Override PartName="/ppt/ink/ink2170.xml" ContentType="application/inkml+xml"/>
  <Override PartName="/ppt/ink/ink2171.xml" ContentType="application/inkml+xml"/>
  <Override PartName="/ppt/ink/ink2172.xml" ContentType="application/inkml+xml"/>
  <Override PartName="/ppt/ink/ink2173.xml" ContentType="application/inkml+xml"/>
  <Override PartName="/ppt/ink/ink2174.xml" ContentType="application/inkml+xml"/>
  <Override PartName="/ppt/ink/ink2175.xml" ContentType="application/inkml+xml"/>
  <Override PartName="/ppt/ink/ink2176.xml" ContentType="application/inkml+xml"/>
  <Override PartName="/ppt/ink/ink2177.xml" ContentType="application/inkml+xml"/>
  <Override PartName="/ppt/ink/ink2178.xml" ContentType="application/inkml+xml"/>
  <Override PartName="/ppt/ink/ink2179.xml" ContentType="application/inkml+xml"/>
  <Override PartName="/ppt/ink/ink2180.xml" ContentType="application/inkml+xml"/>
  <Override PartName="/ppt/ink/ink2181.xml" ContentType="application/inkml+xml"/>
  <Override PartName="/ppt/ink/ink2182.xml" ContentType="application/inkml+xml"/>
  <Override PartName="/ppt/ink/ink2183.xml" ContentType="application/inkml+xml"/>
  <Override PartName="/ppt/ink/ink2184.xml" ContentType="application/inkml+xml"/>
  <Override PartName="/ppt/ink/ink2185.xml" ContentType="application/inkml+xml"/>
  <Override PartName="/ppt/ink/ink2186.xml" ContentType="application/inkml+xml"/>
  <Override PartName="/ppt/ink/ink2187.xml" ContentType="application/inkml+xml"/>
  <Override PartName="/ppt/ink/ink2188.xml" ContentType="application/inkml+xml"/>
  <Override PartName="/ppt/ink/ink2189.xml" ContentType="application/inkml+xml"/>
  <Override PartName="/ppt/ink/ink2190.xml" ContentType="application/inkml+xml"/>
  <Override PartName="/ppt/ink/ink2191.xml" ContentType="application/inkml+xml"/>
  <Override PartName="/ppt/ink/ink2192.xml" ContentType="application/inkml+xml"/>
  <Override PartName="/ppt/ink/ink2193.xml" ContentType="application/inkml+xml"/>
  <Override PartName="/ppt/ink/ink2194.xml" ContentType="application/inkml+xml"/>
  <Override PartName="/ppt/ink/ink2195.xml" ContentType="application/inkml+xml"/>
  <Override PartName="/ppt/ink/ink2196.xml" ContentType="application/inkml+xml"/>
  <Override PartName="/ppt/ink/ink2197.xml" ContentType="application/inkml+xml"/>
  <Override PartName="/ppt/ink/ink2198.xml" ContentType="application/inkml+xml"/>
  <Override PartName="/ppt/ink/ink2199.xml" ContentType="application/inkml+xml"/>
  <Override PartName="/ppt/ink/ink2200.xml" ContentType="application/inkml+xml"/>
  <Override PartName="/ppt/ink/ink2201.xml" ContentType="application/inkml+xml"/>
  <Override PartName="/ppt/ink/ink2202.xml" ContentType="application/inkml+xml"/>
  <Override PartName="/ppt/ink/ink2203.xml" ContentType="application/inkml+xml"/>
  <Override PartName="/ppt/ink/ink2204.xml" ContentType="application/inkml+xml"/>
  <Override PartName="/ppt/ink/ink2205.xml" ContentType="application/inkml+xml"/>
  <Override PartName="/ppt/ink/ink2206.xml" ContentType="application/inkml+xml"/>
  <Override PartName="/ppt/ink/ink2207.xml" ContentType="application/inkml+xml"/>
  <Override PartName="/ppt/ink/ink2208.xml" ContentType="application/inkml+xml"/>
  <Override PartName="/ppt/ink/ink2209.xml" ContentType="application/inkml+xml"/>
  <Override PartName="/ppt/ink/ink2210.xml" ContentType="application/inkml+xml"/>
  <Override PartName="/ppt/ink/ink2211.xml" ContentType="application/inkml+xml"/>
  <Override PartName="/ppt/ink/ink2212.xml" ContentType="application/inkml+xml"/>
  <Override PartName="/ppt/ink/ink2213.xml" ContentType="application/inkml+xml"/>
  <Override PartName="/ppt/ink/ink2214.xml" ContentType="application/inkml+xml"/>
  <Override PartName="/ppt/ink/ink2215.xml" ContentType="application/inkml+xml"/>
  <Override PartName="/ppt/ink/ink2216.xml" ContentType="application/inkml+xml"/>
  <Override PartName="/ppt/ink/ink2217.xml" ContentType="application/inkml+xml"/>
  <Override PartName="/ppt/ink/ink2218.xml" ContentType="application/inkml+xml"/>
  <Override PartName="/ppt/ink/ink2219.xml" ContentType="application/inkml+xml"/>
  <Override PartName="/ppt/ink/ink2220.xml" ContentType="application/inkml+xml"/>
  <Override PartName="/ppt/ink/ink2221.xml" ContentType="application/inkml+xml"/>
  <Override PartName="/ppt/ink/ink2222.xml" ContentType="application/inkml+xml"/>
  <Override PartName="/ppt/ink/ink2223.xml" ContentType="application/inkml+xml"/>
  <Override PartName="/ppt/ink/ink2224.xml" ContentType="application/inkml+xml"/>
  <Override PartName="/ppt/ink/ink2225.xml" ContentType="application/inkml+xml"/>
  <Override PartName="/ppt/ink/ink2226.xml" ContentType="application/inkml+xml"/>
  <Override PartName="/ppt/ink/ink2227.xml" ContentType="application/inkml+xml"/>
  <Override PartName="/ppt/ink/ink2228.xml" ContentType="application/inkml+xml"/>
  <Override PartName="/ppt/ink/ink2229.xml" ContentType="application/inkml+xml"/>
  <Override PartName="/ppt/ink/ink2230.xml" ContentType="application/inkml+xml"/>
  <Override PartName="/ppt/ink/ink2231.xml" ContentType="application/inkml+xml"/>
  <Override PartName="/ppt/ink/ink2232.xml" ContentType="application/inkml+xml"/>
  <Override PartName="/ppt/ink/ink2233.xml" ContentType="application/inkml+xml"/>
  <Override PartName="/ppt/ink/ink2234.xml" ContentType="application/inkml+xml"/>
  <Override PartName="/ppt/ink/ink2235.xml" ContentType="application/inkml+xml"/>
  <Override PartName="/ppt/ink/ink2236.xml" ContentType="application/inkml+xml"/>
  <Override PartName="/ppt/ink/ink2237.xml" ContentType="application/inkml+xml"/>
  <Override PartName="/ppt/ink/ink2238.xml" ContentType="application/inkml+xml"/>
  <Override PartName="/ppt/ink/ink2239.xml" ContentType="application/inkml+xml"/>
  <Override PartName="/ppt/ink/ink2240.xml" ContentType="application/inkml+xml"/>
  <Override PartName="/ppt/ink/ink2241.xml" ContentType="application/inkml+xml"/>
  <Override PartName="/ppt/ink/ink2242.xml" ContentType="application/inkml+xml"/>
  <Override PartName="/ppt/ink/ink2243.xml" ContentType="application/inkml+xml"/>
  <Override PartName="/ppt/ink/ink2244.xml" ContentType="application/inkml+xml"/>
  <Override PartName="/ppt/ink/ink2245.xml" ContentType="application/inkml+xml"/>
  <Override PartName="/ppt/ink/ink2246.xml" ContentType="application/inkml+xml"/>
  <Override PartName="/ppt/ink/ink2247.xml" ContentType="application/inkml+xml"/>
  <Override PartName="/ppt/ink/ink2248.xml" ContentType="application/inkml+xml"/>
  <Override PartName="/ppt/ink/ink2249.xml" ContentType="application/inkml+xml"/>
  <Override PartName="/ppt/ink/ink2250.xml" ContentType="application/inkml+xml"/>
  <Override PartName="/ppt/ink/ink2251.xml" ContentType="application/inkml+xml"/>
  <Override PartName="/ppt/ink/ink2252.xml" ContentType="application/inkml+xml"/>
  <Override PartName="/ppt/ink/ink2253.xml" ContentType="application/inkml+xml"/>
  <Override PartName="/ppt/ink/ink2254.xml" ContentType="application/inkml+xml"/>
  <Override PartName="/ppt/ink/ink2255.xml" ContentType="application/inkml+xml"/>
  <Override PartName="/ppt/ink/ink2256.xml" ContentType="application/inkml+xml"/>
  <Override PartName="/ppt/ink/ink2257.xml" ContentType="application/inkml+xml"/>
  <Override PartName="/ppt/ink/ink2258.xml" ContentType="application/inkml+xml"/>
  <Override PartName="/ppt/ink/ink2259.xml" ContentType="application/inkml+xml"/>
  <Override PartName="/ppt/ink/ink2260.xml" ContentType="application/inkml+xml"/>
  <Override PartName="/ppt/ink/ink2261.xml" ContentType="application/inkml+xml"/>
  <Override PartName="/ppt/ink/ink2262.xml" ContentType="application/inkml+xml"/>
  <Override PartName="/ppt/ink/ink2263.xml" ContentType="application/inkml+xml"/>
  <Override PartName="/ppt/ink/ink2264.xml" ContentType="application/inkml+xml"/>
  <Override PartName="/ppt/ink/ink2265.xml" ContentType="application/inkml+xml"/>
  <Override PartName="/ppt/ink/ink2266.xml" ContentType="application/inkml+xml"/>
  <Override PartName="/ppt/ink/ink2267.xml" ContentType="application/inkml+xml"/>
  <Override PartName="/ppt/ink/ink2268.xml" ContentType="application/inkml+xml"/>
  <Override PartName="/ppt/ink/ink2269.xml" ContentType="application/inkml+xml"/>
  <Override PartName="/ppt/ink/ink2270.xml" ContentType="application/inkml+xml"/>
  <Override PartName="/ppt/ink/ink2271.xml" ContentType="application/inkml+xml"/>
  <Override PartName="/ppt/ink/ink2272.xml" ContentType="application/inkml+xml"/>
  <Override PartName="/ppt/ink/ink2273.xml" ContentType="application/inkml+xml"/>
  <Override PartName="/ppt/ink/ink2274.xml" ContentType="application/inkml+xml"/>
  <Override PartName="/ppt/ink/ink2275.xml" ContentType="application/inkml+xml"/>
  <Override PartName="/ppt/ink/ink2276.xml" ContentType="application/inkml+xml"/>
  <Override PartName="/ppt/ink/ink2277.xml" ContentType="application/inkml+xml"/>
  <Override PartName="/ppt/ink/ink2278.xml" ContentType="application/inkml+xml"/>
  <Override PartName="/ppt/ink/ink2279.xml" ContentType="application/inkml+xml"/>
  <Override PartName="/ppt/ink/ink2280.xml" ContentType="application/inkml+xml"/>
  <Override PartName="/ppt/ink/ink2281.xml" ContentType="application/inkml+xml"/>
  <Override PartName="/ppt/ink/ink2282.xml" ContentType="application/inkml+xml"/>
  <Override PartName="/ppt/ink/ink2283.xml" ContentType="application/inkml+xml"/>
  <Override PartName="/ppt/ink/ink2284.xml" ContentType="application/inkml+xml"/>
  <Override PartName="/ppt/ink/ink2285.xml" ContentType="application/inkml+xml"/>
  <Override PartName="/ppt/ink/ink2286.xml" ContentType="application/inkml+xml"/>
  <Override PartName="/ppt/ink/ink2287.xml" ContentType="application/inkml+xml"/>
  <Override PartName="/ppt/ink/ink2288.xml" ContentType="application/inkml+xml"/>
  <Override PartName="/ppt/ink/ink2289.xml" ContentType="application/inkml+xml"/>
  <Override PartName="/ppt/ink/ink2290.xml" ContentType="application/inkml+xml"/>
  <Override PartName="/ppt/ink/ink2291.xml" ContentType="application/inkml+xml"/>
  <Override PartName="/ppt/ink/ink2292.xml" ContentType="application/inkml+xml"/>
  <Override PartName="/ppt/ink/ink2293.xml" ContentType="application/inkml+xml"/>
  <Override PartName="/ppt/ink/ink2294.xml" ContentType="application/inkml+xml"/>
  <Override PartName="/ppt/ink/ink2295.xml" ContentType="application/inkml+xml"/>
  <Override PartName="/ppt/ink/ink2296.xml" ContentType="application/inkml+xml"/>
  <Override PartName="/ppt/ink/ink2297.xml" ContentType="application/inkml+xml"/>
  <Override PartName="/ppt/ink/ink2298.xml" ContentType="application/inkml+xml"/>
  <Override PartName="/ppt/ink/ink2299.xml" ContentType="application/inkml+xml"/>
  <Override PartName="/ppt/ink/ink2300.xml" ContentType="application/inkml+xml"/>
  <Override PartName="/ppt/ink/ink2301.xml" ContentType="application/inkml+xml"/>
  <Override PartName="/ppt/ink/ink2302.xml" ContentType="application/inkml+xml"/>
  <Override PartName="/ppt/ink/ink2303.xml" ContentType="application/inkml+xml"/>
  <Override PartName="/ppt/ink/ink2304.xml" ContentType="application/inkml+xml"/>
  <Override PartName="/ppt/ink/ink2305.xml" ContentType="application/inkml+xml"/>
  <Override PartName="/ppt/ink/ink2306.xml" ContentType="application/inkml+xml"/>
  <Override PartName="/ppt/ink/ink2307.xml" ContentType="application/inkml+xml"/>
  <Override PartName="/ppt/ink/ink2308.xml" ContentType="application/inkml+xml"/>
  <Override PartName="/ppt/ink/ink2309.xml" ContentType="application/inkml+xml"/>
  <Override PartName="/ppt/ink/ink2310.xml" ContentType="application/inkml+xml"/>
  <Override PartName="/ppt/ink/ink2311.xml" ContentType="application/inkml+xml"/>
  <Override PartName="/ppt/ink/ink2312.xml" ContentType="application/inkml+xml"/>
  <Override PartName="/ppt/ink/ink2313.xml" ContentType="application/inkml+xml"/>
  <Override PartName="/ppt/ink/ink2314.xml" ContentType="application/inkml+xml"/>
  <Override PartName="/ppt/ink/ink2315.xml" ContentType="application/inkml+xml"/>
  <Override PartName="/ppt/ink/ink2316.xml" ContentType="application/inkml+xml"/>
  <Override PartName="/ppt/ink/ink2317.xml" ContentType="application/inkml+xml"/>
  <Override PartName="/ppt/ink/ink2318.xml" ContentType="application/inkml+xml"/>
  <Override PartName="/ppt/ink/ink2319.xml" ContentType="application/inkml+xml"/>
  <Override PartName="/ppt/ink/ink2320.xml" ContentType="application/inkml+xml"/>
  <Override PartName="/ppt/ink/ink2321.xml" ContentType="application/inkml+xml"/>
  <Override PartName="/ppt/ink/ink2322.xml" ContentType="application/inkml+xml"/>
  <Override PartName="/ppt/ink/ink2323.xml" ContentType="application/inkml+xml"/>
  <Override PartName="/ppt/ink/ink2324.xml" ContentType="application/inkml+xml"/>
  <Override PartName="/ppt/ink/ink2325.xml" ContentType="application/inkml+xml"/>
  <Override PartName="/ppt/ink/ink2326.xml" ContentType="application/inkml+xml"/>
  <Override PartName="/ppt/ink/ink2327.xml" ContentType="application/inkml+xml"/>
  <Override PartName="/ppt/ink/ink2328.xml" ContentType="application/inkml+xml"/>
  <Override PartName="/ppt/ink/ink2329.xml" ContentType="application/inkml+xml"/>
  <Override PartName="/ppt/ink/ink2330.xml" ContentType="application/inkml+xml"/>
  <Override PartName="/ppt/ink/ink2331.xml" ContentType="application/inkml+xml"/>
  <Override PartName="/ppt/ink/ink2332.xml" ContentType="application/inkml+xml"/>
  <Override PartName="/ppt/ink/ink2333.xml" ContentType="application/inkml+xml"/>
  <Override PartName="/ppt/ink/ink2334.xml" ContentType="application/inkml+xml"/>
  <Override PartName="/ppt/ink/ink2335.xml" ContentType="application/inkml+xml"/>
  <Override PartName="/ppt/ink/ink2336.xml" ContentType="application/inkml+xml"/>
  <Override PartName="/ppt/ink/ink2337.xml" ContentType="application/inkml+xml"/>
  <Override PartName="/ppt/ink/ink2338.xml" ContentType="application/inkml+xml"/>
  <Override PartName="/ppt/ink/ink2339.xml" ContentType="application/inkml+xml"/>
  <Override PartName="/ppt/ink/ink2340.xml" ContentType="application/inkml+xml"/>
  <Override PartName="/ppt/ink/ink2341.xml" ContentType="application/inkml+xml"/>
  <Override PartName="/ppt/ink/ink2342.xml" ContentType="application/inkml+xml"/>
  <Override PartName="/ppt/ink/ink2343.xml" ContentType="application/inkml+xml"/>
  <Override PartName="/ppt/ink/ink2344.xml" ContentType="application/inkml+xml"/>
  <Override PartName="/ppt/ink/ink2345.xml" ContentType="application/inkml+xml"/>
  <Override PartName="/ppt/ink/ink2346.xml" ContentType="application/inkml+xml"/>
  <Override PartName="/ppt/ink/ink2347.xml" ContentType="application/inkml+xml"/>
  <Override PartName="/ppt/ink/ink2348.xml" ContentType="application/inkml+xml"/>
  <Override PartName="/ppt/ink/ink2349.xml" ContentType="application/inkml+xml"/>
  <Override PartName="/ppt/ink/ink2350.xml" ContentType="application/inkml+xml"/>
  <Override PartName="/ppt/ink/ink2351.xml" ContentType="application/inkml+xml"/>
  <Override PartName="/ppt/ink/ink2352.xml" ContentType="application/inkml+xml"/>
  <Override PartName="/ppt/ink/ink2353.xml" ContentType="application/inkml+xml"/>
  <Override PartName="/ppt/ink/ink2354.xml" ContentType="application/inkml+xml"/>
  <Override PartName="/ppt/ink/ink2355.xml" ContentType="application/inkml+xml"/>
  <Override PartName="/ppt/ink/ink2356.xml" ContentType="application/inkml+xml"/>
  <Override PartName="/ppt/ink/ink2357.xml" ContentType="application/inkml+xml"/>
  <Override PartName="/ppt/ink/ink2358.xml" ContentType="application/inkml+xml"/>
  <Override PartName="/ppt/ink/ink2359.xml" ContentType="application/inkml+xml"/>
  <Override PartName="/ppt/ink/ink2360.xml" ContentType="application/inkml+xml"/>
  <Override PartName="/ppt/ink/ink2361.xml" ContentType="application/inkml+xml"/>
  <Override PartName="/ppt/ink/ink2362.xml" ContentType="application/inkml+xml"/>
  <Override PartName="/ppt/ink/ink2363.xml" ContentType="application/inkml+xml"/>
  <Override PartName="/ppt/ink/ink2364.xml" ContentType="application/inkml+xml"/>
  <Override PartName="/ppt/ink/ink2365.xml" ContentType="application/inkml+xml"/>
  <Override PartName="/ppt/ink/ink2366.xml" ContentType="application/inkml+xml"/>
  <Override PartName="/ppt/ink/ink2367.xml" ContentType="application/inkml+xml"/>
  <Override PartName="/ppt/ink/ink2368.xml" ContentType="application/inkml+xml"/>
  <Override PartName="/ppt/ink/ink2369.xml" ContentType="application/inkml+xml"/>
  <Override PartName="/ppt/ink/ink2370.xml" ContentType="application/inkml+xml"/>
  <Override PartName="/ppt/ink/ink2371.xml" ContentType="application/inkml+xml"/>
  <Override PartName="/ppt/ink/ink2372.xml" ContentType="application/inkml+xml"/>
  <Override PartName="/ppt/ink/ink2373.xml" ContentType="application/inkml+xml"/>
  <Override PartName="/ppt/ink/ink2374.xml" ContentType="application/inkml+xml"/>
  <Override PartName="/ppt/ink/ink2375.xml" ContentType="application/inkml+xml"/>
  <Override PartName="/ppt/ink/ink2376.xml" ContentType="application/inkml+xml"/>
  <Override PartName="/ppt/ink/ink2377.xml" ContentType="application/inkml+xml"/>
  <Override PartName="/ppt/ink/ink2378.xml" ContentType="application/inkml+xml"/>
  <Override PartName="/ppt/ink/ink2379.xml" ContentType="application/inkml+xml"/>
  <Override PartName="/ppt/ink/ink2380.xml" ContentType="application/inkml+xml"/>
  <Override PartName="/ppt/ink/ink2381.xml" ContentType="application/inkml+xml"/>
  <Override PartName="/ppt/ink/ink2382.xml" ContentType="application/inkml+xml"/>
  <Override PartName="/ppt/ink/ink2383.xml" ContentType="application/inkml+xml"/>
  <Override PartName="/ppt/ink/ink2384.xml" ContentType="application/inkml+xml"/>
  <Override PartName="/ppt/ink/ink2385.xml" ContentType="application/inkml+xml"/>
  <Override PartName="/ppt/ink/ink2386.xml" ContentType="application/inkml+xml"/>
  <Override PartName="/ppt/ink/ink2387.xml" ContentType="application/inkml+xml"/>
  <Override PartName="/ppt/ink/ink2388.xml" ContentType="application/inkml+xml"/>
  <Override PartName="/ppt/ink/ink2389.xml" ContentType="application/inkml+xml"/>
  <Override PartName="/ppt/ink/ink2390.xml" ContentType="application/inkml+xml"/>
  <Override PartName="/ppt/ink/ink2391.xml" ContentType="application/inkml+xml"/>
  <Override PartName="/ppt/ink/ink2392.xml" ContentType="application/inkml+xml"/>
  <Override PartName="/ppt/ink/ink2393.xml" ContentType="application/inkml+xml"/>
  <Override PartName="/ppt/ink/ink2394.xml" ContentType="application/inkml+xml"/>
  <Override PartName="/ppt/ink/ink2395.xml" ContentType="application/inkml+xml"/>
  <Override PartName="/ppt/ink/ink2396.xml" ContentType="application/inkml+xml"/>
  <Override PartName="/ppt/ink/ink2397.xml" ContentType="application/inkml+xml"/>
  <Override PartName="/ppt/ink/ink2398.xml" ContentType="application/inkml+xml"/>
  <Override PartName="/ppt/ink/ink2399.xml" ContentType="application/inkml+xml"/>
  <Override PartName="/ppt/ink/ink2400.xml" ContentType="application/inkml+xml"/>
  <Override PartName="/ppt/ink/ink2401.xml" ContentType="application/inkml+xml"/>
  <Override PartName="/ppt/ink/ink2402.xml" ContentType="application/inkml+xml"/>
  <Override PartName="/ppt/ink/ink2403.xml" ContentType="application/inkml+xml"/>
  <Override PartName="/ppt/ink/ink2404.xml" ContentType="application/inkml+xml"/>
  <Override PartName="/ppt/ink/ink2405.xml" ContentType="application/inkml+xml"/>
  <Override PartName="/ppt/ink/ink2406.xml" ContentType="application/inkml+xml"/>
  <Override PartName="/ppt/ink/ink2407.xml" ContentType="application/inkml+xml"/>
  <Override PartName="/ppt/ink/ink2408.xml" ContentType="application/inkml+xml"/>
  <Override PartName="/ppt/ink/ink2409.xml" ContentType="application/inkml+xml"/>
  <Override PartName="/ppt/ink/ink2410.xml" ContentType="application/inkml+xml"/>
  <Override PartName="/ppt/ink/ink2411.xml" ContentType="application/inkml+xml"/>
  <Override PartName="/ppt/ink/ink2412.xml" ContentType="application/inkml+xml"/>
  <Override PartName="/ppt/ink/ink2413.xml" ContentType="application/inkml+xml"/>
  <Override PartName="/ppt/ink/ink2414.xml" ContentType="application/inkml+xml"/>
  <Override PartName="/ppt/ink/ink2415.xml" ContentType="application/inkml+xml"/>
  <Override PartName="/ppt/ink/ink2416.xml" ContentType="application/inkml+xml"/>
  <Override PartName="/ppt/ink/ink2417.xml" ContentType="application/inkml+xml"/>
  <Override PartName="/ppt/ink/ink2418.xml" ContentType="application/inkml+xml"/>
  <Override PartName="/ppt/ink/ink2419.xml" ContentType="application/inkml+xml"/>
  <Override PartName="/ppt/ink/ink2420.xml" ContentType="application/inkml+xml"/>
  <Override PartName="/ppt/ink/ink2421.xml" ContentType="application/inkml+xml"/>
  <Override PartName="/ppt/ink/ink2422.xml" ContentType="application/inkml+xml"/>
  <Override PartName="/ppt/ink/ink2423.xml" ContentType="application/inkml+xml"/>
  <Override PartName="/ppt/ink/ink2424.xml" ContentType="application/inkml+xml"/>
  <Override PartName="/ppt/ink/ink2425.xml" ContentType="application/inkml+xml"/>
  <Override PartName="/ppt/ink/ink2426.xml" ContentType="application/inkml+xml"/>
  <Override PartName="/ppt/ink/ink2427.xml" ContentType="application/inkml+xml"/>
  <Override PartName="/ppt/ink/ink2428.xml" ContentType="application/inkml+xml"/>
  <Override PartName="/ppt/ink/ink2429.xml" ContentType="application/inkml+xml"/>
  <Override PartName="/ppt/ink/ink2430.xml" ContentType="application/inkml+xml"/>
  <Override PartName="/ppt/ink/ink2431.xml" ContentType="application/inkml+xml"/>
  <Override PartName="/ppt/ink/ink2432.xml" ContentType="application/inkml+xml"/>
  <Override PartName="/ppt/ink/ink2433.xml" ContentType="application/inkml+xml"/>
  <Override PartName="/ppt/ink/ink2434.xml" ContentType="application/inkml+xml"/>
  <Override PartName="/ppt/ink/ink2435.xml" ContentType="application/inkml+xml"/>
  <Override PartName="/ppt/ink/ink2436.xml" ContentType="application/inkml+xml"/>
  <Override PartName="/ppt/ink/ink2437.xml" ContentType="application/inkml+xml"/>
  <Override PartName="/ppt/ink/ink2438.xml" ContentType="application/inkml+xml"/>
  <Override PartName="/ppt/ink/ink2439.xml" ContentType="application/inkml+xml"/>
  <Override PartName="/ppt/ink/ink2440.xml" ContentType="application/inkml+xml"/>
  <Override PartName="/ppt/ink/ink2441.xml" ContentType="application/inkml+xml"/>
  <Override PartName="/ppt/ink/ink2442.xml" ContentType="application/inkml+xml"/>
  <Override PartName="/ppt/ink/ink2443.xml" ContentType="application/inkml+xml"/>
  <Override PartName="/ppt/ink/ink2444.xml" ContentType="application/inkml+xml"/>
  <Override PartName="/ppt/ink/ink2445.xml" ContentType="application/inkml+xml"/>
  <Override PartName="/ppt/ink/ink2446.xml" ContentType="application/inkml+xml"/>
  <Override PartName="/ppt/ink/ink2447.xml" ContentType="application/inkml+xml"/>
  <Override PartName="/ppt/ink/ink2448.xml" ContentType="application/inkml+xml"/>
  <Override PartName="/ppt/ink/ink2449.xml" ContentType="application/inkml+xml"/>
  <Override PartName="/ppt/ink/ink2450.xml" ContentType="application/inkml+xml"/>
  <Override PartName="/ppt/ink/ink2451.xml" ContentType="application/inkml+xml"/>
  <Override PartName="/ppt/ink/ink2452.xml" ContentType="application/inkml+xml"/>
  <Override PartName="/ppt/ink/ink2453.xml" ContentType="application/inkml+xml"/>
  <Override PartName="/ppt/ink/ink2454.xml" ContentType="application/inkml+xml"/>
  <Override PartName="/ppt/ink/ink2455.xml" ContentType="application/inkml+xml"/>
  <Override PartName="/ppt/ink/ink2456.xml" ContentType="application/inkml+xml"/>
  <Override PartName="/ppt/ink/ink2457.xml" ContentType="application/inkml+xml"/>
  <Override PartName="/ppt/ink/ink2458.xml" ContentType="application/inkml+xml"/>
  <Override PartName="/ppt/ink/ink2459.xml" ContentType="application/inkml+xml"/>
  <Override PartName="/ppt/ink/ink2460.xml" ContentType="application/inkml+xml"/>
  <Override PartName="/ppt/ink/ink2461.xml" ContentType="application/inkml+xml"/>
  <Override PartName="/ppt/ink/ink2462.xml" ContentType="application/inkml+xml"/>
  <Override PartName="/ppt/ink/ink2463.xml" ContentType="application/inkml+xml"/>
  <Override PartName="/ppt/ink/ink2464.xml" ContentType="application/inkml+xml"/>
  <Override PartName="/ppt/ink/ink2465.xml" ContentType="application/inkml+xml"/>
  <Override PartName="/ppt/ink/ink2466.xml" ContentType="application/inkml+xml"/>
  <Override PartName="/ppt/ink/ink2467.xml" ContentType="application/inkml+xml"/>
  <Override PartName="/ppt/ink/ink2468.xml" ContentType="application/inkml+xml"/>
  <Override PartName="/ppt/ink/ink2469.xml" ContentType="application/inkml+xml"/>
  <Override PartName="/ppt/ink/ink2470.xml" ContentType="application/inkml+xml"/>
  <Override PartName="/ppt/ink/ink2471.xml" ContentType="application/inkml+xml"/>
  <Override PartName="/ppt/ink/ink2472.xml" ContentType="application/inkml+xml"/>
  <Override PartName="/ppt/ink/ink2473.xml" ContentType="application/inkml+xml"/>
  <Override PartName="/ppt/ink/ink2474.xml" ContentType="application/inkml+xml"/>
  <Override PartName="/ppt/ink/ink2475.xml" ContentType="application/inkml+xml"/>
  <Override PartName="/ppt/ink/ink2476.xml" ContentType="application/inkml+xml"/>
  <Override PartName="/ppt/ink/ink2477.xml" ContentType="application/inkml+xml"/>
  <Override PartName="/ppt/ink/ink2478.xml" ContentType="application/inkml+xml"/>
  <Override PartName="/ppt/ink/ink2479.xml" ContentType="application/inkml+xml"/>
  <Override PartName="/ppt/ink/ink2480.xml" ContentType="application/inkml+xml"/>
  <Override PartName="/ppt/ink/ink2481.xml" ContentType="application/inkml+xml"/>
  <Override PartName="/ppt/ink/ink2482.xml" ContentType="application/inkml+xml"/>
  <Override PartName="/ppt/ink/ink2483.xml" ContentType="application/inkml+xml"/>
  <Override PartName="/ppt/ink/ink2484.xml" ContentType="application/inkml+xml"/>
  <Override PartName="/ppt/ink/ink2485.xml" ContentType="application/inkml+xml"/>
  <Override PartName="/ppt/ink/ink2486.xml" ContentType="application/inkml+xml"/>
  <Override PartName="/ppt/ink/ink2487.xml" ContentType="application/inkml+xml"/>
  <Override PartName="/ppt/ink/ink2488.xml" ContentType="application/inkml+xml"/>
  <Override PartName="/ppt/ink/ink2489.xml" ContentType="application/inkml+xml"/>
  <Override PartName="/ppt/ink/ink2490.xml" ContentType="application/inkml+xml"/>
  <Override PartName="/ppt/ink/ink2491.xml" ContentType="application/inkml+xml"/>
  <Override PartName="/ppt/ink/ink2492.xml" ContentType="application/inkml+xml"/>
  <Override PartName="/ppt/ink/ink2493.xml" ContentType="application/inkml+xml"/>
  <Override PartName="/ppt/ink/ink2494.xml" ContentType="application/inkml+xml"/>
  <Override PartName="/ppt/ink/ink2495.xml" ContentType="application/inkml+xml"/>
  <Override PartName="/ppt/ink/ink2496.xml" ContentType="application/inkml+xml"/>
  <Override PartName="/ppt/ink/ink2497.xml" ContentType="application/inkml+xml"/>
  <Override PartName="/ppt/ink/ink2498.xml" ContentType="application/inkml+xml"/>
  <Override PartName="/ppt/ink/ink2499.xml" ContentType="application/inkml+xml"/>
  <Override PartName="/ppt/ink/ink2500.xml" ContentType="application/inkml+xml"/>
  <Override PartName="/ppt/ink/ink2501.xml" ContentType="application/inkml+xml"/>
  <Override PartName="/ppt/ink/ink2502.xml" ContentType="application/inkml+xml"/>
  <Override PartName="/ppt/ink/ink2503.xml" ContentType="application/inkml+xml"/>
  <Override PartName="/ppt/ink/ink2504.xml" ContentType="application/inkml+xml"/>
  <Override PartName="/ppt/ink/ink2505.xml" ContentType="application/inkml+xml"/>
  <Override PartName="/ppt/ink/ink2506.xml" ContentType="application/inkml+xml"/>
  <Override PartName="/ppt/ink/ink2507.xml" ContentType="application/inkml+xml"/>
  <Override PartName="/ppt/ink/ink2508.xml" ContentType="application/inkml+xml"/>
  <Override PartName="/ppt/ink/ink2509.xml" ContentType="application/inkml+xml"/>
  <Override PartName="/ppt/ink/ink2510.xml" ContentType="application/inkml+xml"/>
  <Override PartName="/ppt/ink/ink2511.xml" ContentType="application/inkml+xml"/>
  <Override PartName="/ppt/ink/ink2512.xml" ContentType="application/inkml+xml"/>
  <Override PartName="/ppt/ink/ink2513.xml" ContentType="application/inkml+xml"/>
  <Override PartName="/ppt/ink/ink2514.xml" ContentType="application/inkml+xml"/>
  <Override PartName="/ppt/ink/ink2515.xml" ContentType="application/inkml+xml"/>
  <Override PartName="/ppt/ink/ink2516.xml" ContentType="application/inkml+xml"/>
  <Override PartName="/ppt/ink/ink2517.xml" ContentType="application/inkml+xml"/>
  <Override PartName="/ppt/ink/ink2518.xml" ContentType="application/inkml+xml"/>
  <Override PartName="/ppt/ink/ink2519.xml" ContentType="application/inkml+xml"/>
  <Override PartName="/ppt/ink/ink2520.xml" ContentType="application/inkml+xml"/>
  <Override PartName="/ppt/ink/ink2521.xml" ContentType="application/inkml+xml"/>
  <Override PartName="/ppt/ink/ink2522.xml" ContentType="application/inkml+xml"/>
  <Override PartName="/ppt/ink/ink2523.xml" ContentType="application/inkml+xml"/>
  <Override PartName="/ppt/ink/ink2524.xml" ContentType="application/inkml+xml"/>
  <Override PartName="/ppt/ink/ink2525.xml" ContentType="application/inkml+xml"/>
  <Override PartName="/ppt/ink/ink2526.xml" ContentType="application/inkml+xml"/>
  <Override PartName="/ppt/ink/ink2527.xml" ContentType="application/inkml+xml"/>
  <Override PartName="/ppt/ink/ink2528.xml" ContentType="application/inkml+xml"/>
  <Override PartName="/ppt/ink/ink2529.xml" ContentType="application/inkml+xml"/>
  <Override PartName="/ppt/ink/ink2530.xml" ContentType="application/inkml+xml"/>
  <Override PartName="/ppt/ink/ink2531.xml" ContentType="application/inkml+xml"/>
  <Override PartName="/ppt/ink/ink2532.xml" ContentType="application/inkml+xml"/>
  <Override PartName="/ppt/ink/ink2533.xml" ContentType="application/inkml+xml"/>
  <Override PartName="/ppt/ink/ink2534.xml" ContentType="application/inkml+xml"/>
  <Override PartName="/ppt/ink/ink2535.xml" ContentType="application/inkml+xml"/>
  <Override PartName="/ppt/ink/ink2536.xml" ContentType="application/inkml+xml"/>
  <Override PartName="/ppt/ink/ink2537.xml" ContentType="application/inkml+xml"/>
  <Override PartName="/ppt/ink/ink2538.xml" ContentType="application/inkml+xml"/>
  <Override PartName="/ppt/ink/ink2539.xml" ContentType="application/inkml+xml"/>
  <Override PartName="/ppt/ink/ink2540.xml" ContentType="application/inkml+xml"/>
  <Override PartName="/ppt/ink/ink2541.xml" ContentType="application/inkml+xml"/>
  <Override PartName="/ppt/ink/ink2542.xml" ContentType="application/inkml+xml"/>
  <Override PartName="/ppt/ink/ink2543.xml" ContentType="application/inkml+xml"/>
  <Override PartName="/ppt/ink/ink2544.xml" ContentType="application/inkml+xml"/>
  <Override PartName="/ppt/ink/ink2545.xml" ContentType="application/inkml+xml"/>
  <Override PartName="/ppt/ink/ink2546.xml" ContentType="application/inkml+xml"/>
  <Override PartName="/ppt/ink/ink2547.xml" ContentType="application/inkml+xml"/>
  <Override PartName="/ppt/ink/ink2548.xml" ContentType="application/inkml+xml"/>
  <Override PartName="/ppt/ink/ink2549.xml" ContentType="application/inkml+xml"/>
  <Override PartName="/ppt/ink/ink2550.xml" ContentType="application/inkml+xml"/>
  <Override PartName="/ppt/ink/ink2551.xml" ContentType="application/inkml+xml"/>
  <Override PartName="/ppt/ink/ink2552.xml" ContentType="application/inkml+xml"/>
  <Override PartName="/ppt/ink/ink2553.xml" ContentType="application/inkml+xml"/>
  <Override PartName="/ppt/ink/ink2554.xml" ContentType="application/inkml+xml"/>
  <Override PartName="/ppt/ink/ink2555.xml" ContentType="application/inkml+xml"/>
  <Override PartName="/ppt/ink/ink2556.xml" ContentType="application/inkml+xml"/>
  <Override PartName="/ppt/ink/ink2557.xml" ContentType="application/inkml+xml"/>
  <Override PartName="/ppt/ink/ink2558.xml" ContentType="application/inkml+xml"/>
  <Override PartName="/ppt/ink/ink2559.xml" ContentType="application/inkml+xml"/>
  <Override PartName="/ppt/ink/ink2560.xml" ContentType="application/inkml+xml"/>
  <Override PartName="/ppt/ink/ink2561.xml" ContentType="application/inkml+xml"/>
  <Override PartName="/ppt/ink/ink2562.xml" ContentType="application/inkml+xml"/>
  <Override PartName="/ppt/ink/ink2563.xml" ContentType="application/inkml+xml"/>
  <Override PartName="/ppt/ink/ink2564.xml" ContentType="application/inkml+xml"/>
  <Override PartName="/ppt/ink/ink2565.xml" ContentType="application/inkml+xml"/>
  <Override PartName="/ppt/ink/ink2566.xml" ContentType="application/inkml+xml"/>
  <Override PartName="/ppt/ink/ink2567.xml" ContentType="application/inkml+xml"/>
  <Override PartName="/ppt/ink/ink2568.xml" ContentType="application/inkml+xml"/>
  <Override PartName="/ppt/ink/ink2569.xml" ContentType="application/inkml+xml"/>
  <Override PartName="/ppt/ink/ink2570.xml" ContentType="application/inkml+xml"/>
  <Override PartName="/ppt/ink/ink2571.xml" ContentType="application/inkml+xml"/>
  <Override PartName="/ppt/ink/ink2572.xml" ContentType="application/inkml+xml"/>
  <Override PartName="/ppt/ink/ink2573.xml" ContentType="application/inkml+xml"/>
  <Override PartName="/ppt/ink/ink2574.xml" ContentType="application/inkml+xml"/>
  <Override PartName="/ppt/ink/ink2575.xml" ContentType="application/inkml+xml"/>
  <Override PartName="/ppt/ink/ink2576.xml" ContentType="application/inkml+xml"/>
  <Override PartName="/ppt/ink/ink2577.xml" ContentType="application/inkml+xml"/>
  <Override PartName="/ppt/ink/ink2578.xml" ContentType="application/inkml+xml"/>
  <Override PartName="/ppt/ink/ink2579.xml" ContentType="application/inkml+xml"/>
  <Override PartName="/ppt/ink/ink2580.xml" ContentType="application/inkml+xml"/>
  <Override PartName="/ppt/ink/ink2581.xml" ContentType="application/inkml+xml"/>
  <Override PartName="/ppt/ink/ink2582.xml" ContentType="application/inkml+xml"/>
  <Override PartName="/ppt/ink/ink2583.xml" ContentType="application/inkml+xml"/>
  <Override PartName="/ppt/ink/ink2584.xml" ContentType="application/inkml+xml"/>
  <Override PartName="/ppt/ink/ink2585.xml" ContentType="application/inkml+xml"/>
  <Override PartName="/ppt/ink/ink2586.xml" ContentType="application/inkml+xml"/>
  <Override PartName="/ppt/ink/ink2587.xml" ContentType="application/inkml+xml"/>
  <Override PartName="/ppt/ink/ink2588.xml" ContentType="application/inkml+xml"/>
  <Override PartName="/ppt/ink/ink2589.xml" ContentType="application/inkml+xml"/>
  <Override PartName="/ppt/ink/ink2590.xml" ContentType="application/inkml+xml"/>
  <Override PartName="/ppt/ink/ink2591.xml" ContentType="application/inkml+xml"/>
  <Override PartName="/ppt/ink/ink2592.xml" ContentType="application/inkml+xml"/>
  <Override PartName="/ppt/ink/ink2593.xml" ContentType="application/inkml+xml"/>
  <Override PartName="/ppt/ink/ink2594.xml" ContentType="application/inkml+xml"/>
  <Override PartName="/ppt/ink/ink2595.xml" ContentType="application/inkml+xml"/>
  <Override PartName="/ppt/ink/ink2596.xml" ContentType="application/inkml+xml"/>
  <Override PartName="/ppt/ink/ink2597.xml" ContentType="application/inkml+xml"/>
  <Override PartName="/ppt/ink/ink2598.xml" ContentType="application/inkml+xml"/>
  <Override PartName="/ppt/ink/ink2599.xml" ContentType="application/inkml+xml"/>
  <Override PartName="/ppt/ink/ink2600.xml" ContentType="application/inkml+xml"/>
  <Override PartName="/ppt/ink/ink2601.xml" ContentType="application/inkml+xml"/>
  <Override PartName="/ppt/ink/ink2602.xml" ContentType="application/inkml+xml"/>
  <Override PartName="/ppt/ink/ink2603.xml" ContentType="application/inkml+xml"/>
  <Override PartName="/ppt/ink/ink2604.xml" ContentType="application/inkml+xml"/>
  <Override PartName="/ppt/ink/ink2605.xml" ContentType="application/inkml+xml"/>
  <Override PartName="/ppt/ink/ink2606.xml" ContentType="application/inkml+xml"/>
  <Override PartName="/ppt/ink/ink2607.xml" ContentType="application/inkml+xml"/>
  <Override PartName="/ppt/ink/ink2608.xml" ContentType="application/inkml+xml"/>
  <Override PartName="/ppt/ink/ink2609.xml" ContentType="application/inkml+xml"/>
  <Override PartName="/ppt/ink/ink2610.xml" ContentType="application/inkml+xml"/>
  <Override PartName="/ppt/ink/ink2611.xml" ContentType="application/inkml+xml"/>
  <Override PartName="/ppt/ink/ink2612.xml" ContentType="application/inkml+xml"/>
  <Override PartName="/ppt/ink/ink2613.xml" ContentType="application/inkml+xml"/>
  <Override PartName="/ppt/ink/ink2614.xml" ContentType="application/inkml+xml"/>
  <Override PartName="/ppt/ink/ink2615.xml" ContentType="application/inkml+xml"/>
  <Override PartName="/ppt/ink/ink2616.xml" ContentType="application/inkml+xml"/>
  <Override PartName="/ppt/ink/ink2617.xml" ContentType="application/inkml+xml"/>
  <Override PartName="/ppt/ink/ink2618.xml" ContentType="application/inkml+xml"/>
  <Override PartName="/ppt/ink/ink2619.xml" ContentType="application/inkml+xml"/>
  <Override PartName="/ppt/ink/ink2620.xml" ContentType="application/inkml+xml"/>
  <Override PartName="/ppt/ink/ink2621.xml" ContentType="application/inkml+xml"/>
  <Override PartName="/ppt/ink/ink2622.xml" ContentType="application/inkml+xml"/>
  <Override PartName="/ppt/ink/ink2623.xml" ContentType="application/inkml+xml"/>
  <Override PartName="/ppt/ink/ink2624.xml" ContentType="application/inkml+xml"/>
  <Override PartName="/ppt/ink/ink2625.xml" ContentType="application/inkml+xml"/>
  <Override PartName="/ppt/ink/ink2626.xml" ContentType="application/inkml+xml"/>
  <Override PartName="/ppt/ink/ink2627.xml" ContentType="application/inkml+xml"/>
  <Override PartName="/ppt/ink/ink2628.xml" ContentType="application/inkml+xml"/>
  <Override PartName="/ppt/ink/ink2629.xml" ContentType="application/inkml+xml"/>
  <Override PartName="/ppt/ink/ink2630.xml" ContentType="application/inkml+xml"/>
  <Override PartName="/ppt/ink/ink2631.xml" ContentType="application/inkml+xml"/>
  <Override PartName="/ppt/ink/ink2632.xml" ContentType="application/inkml+xml"/>
  <Override PartName="/ppt/ink/ink2633.xml" ContentType="application/inkml+xml"/>
  <Override PartName="/ppt/ink/ink2634.xml" ContentType="application/inkml+xml"/>
  <Override PartName="/ppt/ink/ink2635.xml" ContentType="application/inkml+xml"/>
  <Override PartName="/ppt/ink/ink2636.xml" ContentType="application/inkml+xml"/>
  <Override PartName="/ppt/ink/ink2637.xml" ContentType="application/inkml+xml"/>
  <Override PartName="/ppt/ink/ink2638.xml" ContentType="application/inkml+xml"/>
  <Override PartName="/ppt/ink/ink2639.xml" ContentType="application/inkml+xml"/>
  <Override PartName="/ppt/ink/ink2640.xml" ContentType="application/inkml+xml"/>
  <Override PartName="/ppt/ink/ink2641.xml" ContentType="application/inkml+xml"/>
  <Override PartName="/ppt/ink/ink2642.xml" ContentType="application/inkml+xml"/>
  <Override PartName="/ppt/ink/ink2643.xml" ContentType="application/inkml+xml"/>
  <Override PartName="/ppt/ink/ink2644.xml" ContentType="application/inkml+xml"/>
  <Override PartName="/ppt/ink/ink2645.xml" ContentType="application/inkml+xml"/>
  <Override PartName="/ppt/ink/ink2646.xml" ContentType="application/inkml+xml"/>
  <Override PartName="/ppt/ink/ink2647.xml" ContentType="application/inkml+xml"/>
  <Override PartName="/ppt/ink/ink2648.xml" ContentType="application/inkml+xml"/>
  <Override PartName="/ppt/ink/ink2649.xml" ContentType="application/inkml+xml"/>
  <Override PartName="/ppt/ink/ink2650.xml" ContentType="application/inkml+xml"/>
  <Override PartName="/ppt/ink/ink2651.xml" ContentType="application/inkml+xml"/>
  <Override PartName="/ppt/ink/ink2652.xml" ContentType="application/inkml+xml"/>
  <Override PartName="/ppt/ink/ink2653.xml" ContentType="application/inkml+xml"/>
  <Override PartName="/ppt/ink/ink2654.xml" ContentType="application/inkml+xml"/>
  <Override PartName="/ppt/ink/ink2655.xml" ContentType="application/inkml+xml"/>
  <Override PartName="/ppt/ink/ink2656.xml" ContentType="application/inkml+xml"/>
  <Override PartName="/ppt/ink/ink2657.xml" ContentType="application/inkml+xml"/>
  <Override PartName="/ppt/ink/ink2658.xml" ContentType="application/inkml+xml"/>
  <Override PartName="/ppt/ink/ink2659.xml" ContentType="application/inkml+xml"/>
  <Override PartName="/ppt/ink/ink2660.xml" ContentType="application/inkml+xml"/>
  <Override PartName="/ppt/ink/ink2661.xml" ContentType="application/inkml+xml"/>
  <Override PartName="/ppt/ink/ink2662.xml" ContentType="application/inkml+xml"/>
  <Override PartName="/ppt/ink/ink2663.xml" ContentType="application/inkml+xml"/>
  <Override PartName="/ppt/ink/ink2664.xml" ContentType="application/inkml+xml"/>
  <Override PartName="/ppt/ink/ink2665.xml" ContentType="application/inkml+xml"/>
  <Override PartName="/ppt/ink/ink2666.xml" ContentType="application/inkml+xml"/>
  <Override PartName="/ppt/ink/ink2667.xml" ContentType="application/inkml+xml"/>
  <Override PartName="/ppt/ink/ink2668.xml" ContentType="application/inkml+xml"/>
  <Override PartName="/ppt/ink/ink2669.xml" ContentType="application/inkml+xml"/>
  <Override PartName="/ppt/ink/ink2670.xml" ContentType="application/inkml+xml"/>
  <Override PartName="/ppt/ink/ink2671.xml" ContentType="application/inkml+xml"/>
  <Override PartName="/ppt/ink/ink2672.xml" ContentType="application/inkml+xml"/>
  <Override PartName="/ppt/ink/ink2673.xml" ContentType="application/inkml+xml"/>
  <Override PartName="/ppt/ink/ink2674.xml" ContentType="application/inkml+xml"/>
  <Override PartName="/ppt/ink/ink2675.xml" ContentType="application/inkml+xml"/>
  <Override PartName="/ppt/ink/ink2676.xml" ContentType="application/inkml+xml"/>
  <Override PartName="/ppt/ink/ink2677.xml" ContentType="application/inkml+xml"/>
  <Override PartName="/ppt/ink/ink2678.xml" ContentType="application/inkml+xml"/>
  <Override PartName="/ppt/ink/ink2679.xml" ContentType="application/inkml+xml"/>
  <Override PartName="/ppt/ink/ink2680.xml" ContentType="application/inkml+xml"/>
  <Override PartName="/ppt/ink/ink2681.xml" ContentType="application/inkml+xml"/>
  <Override PartName="/ppt/ink/ink2682.xml" ContentType="application/inkml+xml"/>
  <Override PartName="/ppt/ink/ink2683.xml" ContentType="application/inkml+xml"/>
  <Override PartName="/ppt/ink/ink2684.xml" ContentType="application/inkml+xml"/>
  <Override PartName="/ppt/ink/ink2685.xml" ContentType="application/inkml+xml"/>
  <Override PartName="/ppt/ink/ink2686.xml" ContentType="application/inkml+xml"/>
  <Override PartName="/ppt/ink/ink2687.xml" ContentType="application/inkml+xml"/>
  <Override PartName="/ppt/ink/ink2688.xml" ContentType="application/inkml+xml"/>
  <Override PartName="/ppt/ink/ink2689.xml" ContentType="application/inkml+xml"/>
  <Override PartName="/ppt/ink/ink2690.xml" ContentType="application/inkml+xml"/>
  <Override PartName="/ppt/ink/ink2691.xml" ContentType="application/inkml+xml"/>
  <Override PartName="/ppt/ink/ink2692.xml" ContentType="application/inkml+xml"/>
  <Override PartName="/ppt/ink/ink2693.xml" ContentType="application/inkml+xml"/>
  <Override PartName="/ppt/ink/ink2694.xml" ContentType="application/inkml+xml"/>
  <Override PartName="/ppt/ink/ink2695.xml" ContentType="application/inkml+xml"/>
  <Override PartName="/ppt/ink/ink2696.xml" ContentType="application/inkml+xml"/>
  <Override PartName="/ppt/ink/ink2697.xml" ContentType="application/inkml+xml"/>
  <Override PartName="/ppt/ink/ink2698.xml" ContentType="application/inkml+xml"/>
  <Override PartName="/ppt/ink/ink2699.xml" ContentType="application/inkml+xml"/>
  <Override PartName="/ppt/ink/ink2700.xml" ContentType="application/inkml+xml"/>
  <Override PartName="/ppt/ink/ink2701.xml" ContentType="application/inkml+xml"/>
  <Override PartName="/ppt/ink/ink2702.xml" ContentType="application/inkml+xml"/>
  <Override PartName="/ppt/ink/ink2703.xml" ContentType="application/inkml+xml"/>
  <Override PartName="/ppt/ink/ink2704.xml" ContentType="application/inkml+xml"/>
  <Override PartName="/ppt/ink/ink2705.xml" ContentType="application/inkml+xml"/>
  <Override PartName="/ppt/ink/ink2706.xml" ContentType="application/inkml+xml"/>
  <Override PartName="/ppt/ink/ink2707.xml" ContentType="application/inkml+xml"/>
  <Override PartName="/ppt/ink/ink2708.xml" ContentType="application/inkml+xml"/>
  <Override PartName="/ppt/ink/ink2709.xml" ContentType="application/inkml+xml"/>
  <Override PartName="/ppt/ink/ink2710.xml" ContentType="application/inkml+xml"/>
  <Override PartName="/ppt/ink/ink2711.xml" ContentType="application/inkml+xml"/>
  <Override PartName="/ppt/ink/ink2712.xml" ContentType="application/inkml+xml"/>
  <Override PartName="/ppt/ink/ink2713.xml" ContentType="application/inkml+xml"/>
  <Override PartName="/ppt/ink/ink2714.xml" ContentType="application/inkml+xml"/>
  <Override PartName="/ppt/ink/ink2715.xml" ContentType="application/inkml+xml"/>
  <Override PartName="/ppt/ink/ink2716.xml" ContentType="application/inkml+xml"/>
  <Override PartName="/ppt/ink/ink2717.xml" ContentType="application/inkml+xml"/>
  <Override PartName="/ppt/ink/ink2718.xml" ContentType="application/inkml+xml"/>
  <Override PartName="/ppt/ink/ink2719.xml" ContentType="application/inkml+xml"/>
  <Override PartName="/ppt/ink/ink2720.xml" ContentType="application/inkml+xml"/>
  <Override PartName="/ppt/ink/ink2721.xml" ContentType="application/inkml+xml"/>
  <Override PartName="/ppt/ink/ink2722.xml" ContentType="application/inkml+xml"/>
  <Override PartName="/ppt/ink/ink2723.xml" ContentType="application/inkml+xml"/>
  <Override PartName="/ppt/ink/ink2724.xml" ContentType="application/inkml+xml"/>
  <Override PartName="/ppt/ink/ink2725.xml" ContentType="application/inkml+xml"/>
  <Override PartName="/ppt/ink/ink2726.xml" ContentType="application/inkml+xml"/>
  <Override PartName="/ppt/ink/ink2727.xml" ContentType="application/inkml+xml"/>
  <Override PartName="/ppt/ink/ink2728.xml" ContentType="application/inkml+xml"/>
  <Override PartName="/ppt/ink/ink2729.xml" ContentType="application/inkml+xml"/>
  <Override PartName="/ppt/ink/ink2730.xml" ContentType="application/inkml+xml"/>
  <Override PartName="/ppt/ink/ink2731.xml" ContentType="application/inkml+xml"/>
  <Override PartName="/ppt/ink/ink2732.xml" ContentType="application/inkml+xml"/>
  <Override PartName="/ppt/ink/ink2733.xml" ContentType="application/inkml+xml"/>
  <Override PartName="/ppt/ink/ink2734.xml" ContentType="application/inkml+xml"/>
  <Override PartName="/ppt/ink/ink2735.xml" ContentType="application/inkml+xml"/>
  <Override PartName="/ppt/ink/ink2736.xml" ContentType="application/inkml+xml"/>
  <Override PartName="/ppt/ink/ink2737.xml" ContentType="application/inkml+xml"/>
  <Override PartName="/ppt/ink/ink2738.xml" ContentType="application/inkml+xml"/>
  <Override PartName="/ppt/ink/ink2739.xml" ContentType="application/inkml+xml"/>
  <Override PartName="/ppt/ink/ink2740.xml" ContentType="application/inkml+xml"/>
  <Override PartName="/ppt/ink/ink2741.xml" ContentType="application/inkml+xml"/>
  <Override PartName="/ppt/ink/ink2742.xml" ContentType="application/inkml+xml"/>
  <Override PartName="/ppt/ink/ink2743.xml" ContentType="application/inkml+xml"/>
  <Override PartName="/ppt/ink/ink2744.xml" ContentType="application/inkml+xml"/>
  <Override PartName="/ppt/ink/ink2745.xml" ContentType="application/inkml+xml"/>
  <Override PartName="/ppt/ink/ink2746.xml" ContentType="application/inkml+xml"/>
  <Override PartName="/ppt/ink/ink2747.xml" ContentType="application/inkml+xml"/>
  <Override PartName="/ppt/ink/ink2748.xml" ContentType="application/inkml+xml"/>
  <Override PartName="/ppt/ink/ink2749.xml" ContentType="application/inkml+xml"/>
  <Override PartName="/ppt/ink/ink2750.xml" ContentType="application/inkml+xml"/>
  <Override PartName="/ppt/ink/ink2751.xml" ContentType="application/inkml+xml"/>
  <Override PartName="/ppt/ink/ink2752.xml" ContentType="application/inkml+xml"/>
  <Override PartName="/ppt/ink/ink2753.xml" ContentType="application/inkml+xml"/>
  <Override PartName="/ppt/ink/ink2754.xml" ContentType="application/inkml+xml"/>
  <Override PartName="/ppt/ink/ink2755.xml" ContentType="application/inkml+xml"/>
  <Override PartName="/ppt/ink/ink2756.xml" ContentType="application/inkml+xml"/>
  <Override PartName="/ppt/ink/ink2757.xml" ContentType="application/inkml+xml"/>
  <Override PartName="/ppt/ink/ink2758.xml" ContentType="application/inkml+xml"/>
  <Override PartName="/ppt/ink/ink2759.xml" ContentType="application/inkml+xml"/>
  <Override PartName="/ppt/ink/ink2760.xml" ContentType="application/inkml+xml"/>
  <Override PartName="/ppt/ink/ink2761.xml" ContentType="application/inkml+xml"/>
  <Override PartName="/ppt/ink/ink2762.xml" ContentType="application/inkml+xml"/>
  <Override PartName="/ppt/ink/ink2763.xml" ContentType="application/inkml+xml"/>
  <Override PartName="/ppt/ink/ink2764.xml" ContentType="application/inkml+xml"/>
  <Override PartName="/ppt/ink/ink2765.xml" ContentType="application/inkml+xml"/>
  <Override PartName="/ppt/ink/ink2766.xml" ContentType="application/inkml+xml"/>
  <Override PartName="/ppt/ink/ink2767.xml" ContentType="application/inkml+xml"/>
  <Override PartName="/ppt/ink/ink2768.xml" ContentType="application/inkml+xml"/>
  <Override PartName="/ppt/ink/ink2769.xml" ContentType="application/inkml+xml"/>
  <Override PartName="/ppt/ink/ink2770.xml" ContentType="application/inkml+xml"/>
  <Override PartName="/ppt/ink/ink2771.xml" ContentType="application/inkml+xml"/>
  <Override PartName="/ppt/ink/ink2772.xml" ContentType="application/inkml+xml"/>
  <Override PartName="/ppt/ink/ink2773.xml" ContentType="application/inkml+xml"/>
  <Override PartName="/ppt/ink/ink2774.xml" ContentType="application/inkml+xml"/>
  <Override PartName="/ppt/ink/ink2775.xml" ContentType="application/inkml+xml"/>
  <Override PartName="/ppt/ink/ink2776.xml" ContentType="application/inkml+xml"/>
  <Override PartName="/ppt/ink/ink2777.xml" ContentType="application/inkml+xml"/>
  <Override PartName="/ppt/ink/ink2778.xml" ContentType="application/inkml+xml"/>
  <Override PartName="/ppt/ink/ink2779.xml" ContentType="application/inkml+xml"/>
  <Override PartName="/ppt/ink/ink2780.xml" ContentType="application/inkml+xml"/>
  <Override PartName="/ppt/ink/ink2781.xml" ContentType="application/inkml+xml"/>
  <Override PartName="/ppt/ink/ink2782.xml" ContentType="application/inkml+xml"/>
  <Override PartName="/ppt/ink/ink2783.xml" ContentType="application/inkml+xml"/>
  <Override PartName="/ppt/ink/ink2784.xml" ContentType="application/inkml+xml"/>
  <Override PartName="/ppt/ink/ink2785.xml" ContentType="application/inkml+xml"/>
  <Override PartName="/ppt/ink/ink2786.xml" ContentType="application/inkml+xml"/>
  <Override PartName="/ppt/ink/ink2787.xml" ContentType="application/inkml+xml"/>
  <Override PartName="/ppt/ink/ink2788.xml" ContentType="application/inkml+xml"/>
  <Override PartName="/ppt/ink/ink2789.xml" ContentType="application/inkml+xml"/>
  <Override PartName="/ppt/ink/ink2790.xml" ContentType="application/inkml+xml"/>
  <Override PartName="/ppt/ink/ink2791.xml" ContentType="application/inkml+xml"/>
  <Override PartName="/ppt/ink/ink2792.xml" ContentType="application/inkml+xml"/>
  <Override PartName="/ppt/ink/ink2793.xml" ContentType="application/inkml+xml"/>
  <Override PartName="/ppt/ink/ink2794.xml" ContentType="application/inkml+xml"/>
  <Override PartName="/ppt/ink/ink2795.xml" ContentType="application/inkml+xml"/>
  <Override PartName="/ppt/ink/ink2796.xml" ContentType="application/inkml+xml"/>
  <Override PartName="/ppt/ink/ink2797.xml" ContentType="application/inkml+xml"/>
  <Override PartName="/ppt/ink/ink2798.xml" ContentType="application/inkml+xml"/>
  <Override PartName="/ppt/ink/ink2799.xml" ContentType="application/inkml+xml"/>
  <Override PartName="/ppt/ink/ink2800.xml" ContentType="application/inkml+xml"/>
  <Override PartName="/ppt/ink/ink2801.xml" ContentType="application/inkml+xml"/>
  <Override PartName="/ppt/ink/ink2802.xml" ContentType="application/inkml+xml"/>
  <Override PartName="/ppt/ink/ink2803.xml" ContentType="application/inkml+xml"/>
  <Override PartName="/ppt/ink/ink2804.xml" ContentType="application/inkml+xml"/>
  <Override PartName="/ppt/ink/ink2805.xml" ContentType="application/inkml+xml"/>
  <Override PartName="/ppt/ink/ink2806.xml" ContentType="application/inkml+xml"/>
  <Override PartName="/ppt/ink/ink2807.xml" ContentType="application/inkml+xml"/>
  <Override PartName="/ppt/ink/ink2808.xml" ContentType="application/inkml+xml"/>
  <Override PartName="/ppt/ink/ink2809.xml" ContentType="application/inkml+xml"/>
  <Override PartName="/ppt/ink/ink2810.xml" ContentType="application/inkml+xml"/>
  <Override PartName="/ppt/ink/ink2811.xml" ContentType="application/inkml+xml"/>
  <Override PartName="/ppt/ink/ink2812.xml" ContentType="application/inkml+xml"/>
  <Override PartName="/ppt/ink/ink2813.xml" ContentType="application/inkml+xml"/>
  <Override PartName="/ppt/ink/ink2814.xml" ContentType="application/inkml+xml"/>
  <Override PartName="/ppt/ink/ink2815.xml" ContentType="application/inkml+xml"/>
  <Override PartName="/ppt/ink/ink2816.xml" ContentType="application/inkml+xml"/>
  <Override PartName="/ppt/ink/ink2817.xml" ContentType="application/inkml+xml"/>
  <Override PartName="/ppt/ink/ink2818.xml" ContentType="application/inkml+xml"/>
  <Override PartName="/ppt/ink/ink2819.xml" ContentType="application/inkml+xml"/>
  <Override PartName="/ppt/ink/ink2820.xml" ContentType="application/inkml+xml"/>
  <Override PartName="/ppt/ink/ink2821.xml" ContentType="application/inkml+xml"/>
  <Override PartName="/ppt/ink/ink2822.xml" ContentType="application/inkml+xml"/>
  <Override PartName="/ppt/ink/ink2823.xml" ContentType="application/inkml+xml"/>
  <Override PartName="/ppt/ink/ink2824.xml" ContentType="application/inkml+xml"/>
  <Override PartName="/ppt/ink/ink2825.xml" ContentType="application/inkml+xml"/>
  <Override PartName="/ppt/ink/ink2826.xml" ContentType="application/inkml+xml"/>
  <Override PartName="/ppt/ink/ink2827.xml" ContentType="application/inkml+xml"/>
  <Override PartName="/ppt/ink/ink2828.xml" ContentType="application/inkml+xml"/>
  <Override PartName="/ppt/ink/ink2829.xml" ContentType="application/inkml+xml"/>
  <Override PartName="/ppt/ink/ink2830.xml" ContentType="application/inkml+xml"/>
  <Override PartName="/ppt/ink/ink2831.xml" ContentType="application/inkml+xml"/>
  <Override PartName="/ppt/ink/ink2832.xml" ContentType="application/inkml+xml"/>
  <Override PartName="/ppt/ink/ink2833.xml" ContentType="application/inkml+xml"/>
  <Override PartName="/ppt/ink/ink2834.xml" ContentType="application/inkml+xml"/>
  <Override PartName="/ppt/ink/ink2835.xml" ContentType="application/inkml+xml"/>
  <Override PartName="/ppt/ink/ink2836.xml" ContentType="application/inkml+xml"/>
  <Override PartName="/ppt/ink/ink2837.xml" ContentType="application/inkml+xml"/>
  <Override PartName="/ppt/ink/ink2838.xml" ContentType="application/inkml+xml"/>
  <Override PartName="/ppt/ink/ink2839.xml" ContentType="application/inkml+xml"/>
  <Override PartName="/ppt/ink/ink2840.xml" ContentType="application/inkml+xml"/>
  <Override PartName="/ppt/ink/ink2841.xml" ContentType="application/inkml+xml"/>
  <Override PartName="/ppt/ink/ink2842.xml" ContentType="application/inkml+xml"/>
  <Override PartName="/ppt/ink/ink2843.xml" ContentType="application/inkml+xml"/>
  <Override PartName="/ppt/ink/ink2844.xml" ContentType="application/inkml+xml"/>
  <Override PartName="/ppt/ink/ink2845.xml" ContentType="application/inkml+xml"/>
  <Override PartName="/ppt/ink/ink2846.xml" ContentType="application/inkml+xml"/>
  <Override PartName="/ppt/ink/ink2847.xml" ContentType="application/inkml+xml"/>
  <Override PartName="/ppt/ink/ink2848.xml" ContentType="application/inkml+xml"/>
  <Override PartName="/ppt/ink/ink2849.xml" ContentType="application/inkml+xml"/>
  <Override PartName="/ppt/ink/ink2850.xml" ContentType="application/inkml+xml"/>
  <Override PartName="/ppt/ink/ink2851.xml" ContentType="application/inkml+xml"/>
  <Override PartName="/ppt/ink/ink2852.xml" ContentType="application/inkml+xml"/>
  <Override PartName="/ppt/ink/ink2853.xml" ContentType="application/inkml+xml"/>
  <Override PartName="/ppt/ink/ink2854.xml" ContentType="application/inkml+xml"/>
  <Override PartName="/ppt/ink/ink2855.xml" ContentType="application/inkml+xml"/>
  <Override PartName="/ppt/ink/ink2856.xml" ContentType="application/inkml+xml"/>
  <Override PartName="/ppt/ink/ink2857.xml" ContentType="application/inkml+xml"/>
  <Override PartName="/ppt/ink/ink2858.xml" ContentType="application/inkml+xml"/>
  <Override PartName="/ppt/ink/ink2859.xml" ContentType="application/inkml+xml"/>
  <Override PartName="/ppt/ink/ink2860.xml" ContentType="application/inkml+xml"/>
  <Override PartName="/ppt/ink/ink2861.xml" ContentType="application/inkml+xml"/>
  <Override PartName="/ppt/ink/ink2862.xml" ContentType="application/inkml+xml"/>
  <Override PartName="/ppt/ink/ink2863.xml" ContentType="application/inkml+xml"/>
  <Override PartName="/ppt/ink/ink2864.xml" ContentType="application/inkml+xml"/>
  <Override PartName="/ppt/ink/ink2865.xml" ContentType="application/inkml+xml"/>
  <Override PartName="/ppt/ink/ink2866.xml" ContentType="application/inkml+xml"/>
  <Override PartName="/ppt/ink/ink2867.xml" ContentType="application/inkml+xml"/>
  <Override PartName="/ppt/ink/ink2868.xml" ContentType="application/inkml+xml"/>
  <Override PartName="/ppt/ink/ink2869.xml" ContentType="application/inkml+xml"/>
  <Override PartName="/ppt/ink/ink2870.xml" ContentType="application/inkml+xml"/>
  <Override PartName="/ppt/ink/ink2871.xml" ContentType="application/inkml+xml"/>
  <Override PartName="/ppt/ink/ink2872.xml" ContentType="application/inkml+xml"/>
  <Override PartName="/ppt/ink/ink2873.xml" ContentType="application/inkml+xml"/>
  <Override PartName="/ppt/ink/ink2874.xml" ContentType="application/inkml+xml"/>
  <Override PartName="/ppt/ink/ink2875.xml" ContentType="application/inkml+xml"/>
  <Override PartName="/ppt/ink/ink2876.xml" ContentType="application/inkml+xml"/>
  <Override PartName="/ppt/ink/ink2877.xml" ContentType="application/inkml+xml"/>
  <Override PartName="/ppt/ink/ink2878.xml" ContentType="application/inkml+xml"/>
  <Override PartName="/ppt/ink/ink2879.xml" ContentType="application/inkml+xml"/>
  <Override PartName="/ppt/ink/ink2880.xml" ContentType="application/inkml+xml"/>
  <Override PartName="/ppt/ink/ink2881.xml" ContentType="application/inkml+xml"/>
  <Override PartName="/ppt/ink/ink2882.xml" ContentType="application/inkml+xml"/>
  <Override PartName="/ppt/ink/ink2883.xml" ContentType="application/inkml+xml"/>
  <Override PartName="/ppt/ink/ink2884.xml" ContentType="application/inkml+xml"/>
  <Override PartName="/ppt/ink/ink2885.xml" ContentType="application/inkml+xml"/>
  <Override PartName="/ppt/ink/ink2886.xml" ContentType="application/inkml+xml"/>
  <Override PartName="/ppt/ink/ink2887.xml" ContentType="application/inkml+xml"/>
  <Override PartName="/ppt/ink/ink2888.xml" ContentType="application/inkml+xml"/>
  <Override PartName="/ppt/ink/ink2889.xml" ContentType="application/inkml+xml"/>
  <Override PartName="/ppt/ink/ink2890.xml" ContentType="application/inkml+xml"/>
  <Override PartName="/ppt/ink/ink2891.xml" ContentType="application/inkml+xml"/>
  <Override PartName="/ppt/ink/ink2892.xml" ContentType="application/inkml+xml"/>
  <Override PartName="/ppt/ink/ink2893.xml" ContentType="application/inkml+xml"/>
  <Override PartName="/ppt/ink/ink2894.xml" ContentType="application/inkml+xml"/>
  <Override PartName="/ppt/ink/ink2895.xml" ContentType="application/inkml+xml"/>
  <Override PartName="/ppt/ink/ink2896.xml" ContentType="application/inkml+xml"/>
  <Override PartName="/ppt/ink/ink2897.xml" ContentType="application/inkml+xml"/>
  <Override PartName="/ppt/ink/ink2898.xml" ContentType="application/inkml+xml"/>
  <Override PartName="/ppt/ink/ink2899.xml" ContentType="application/inkml+xml"/>
  <Override PartName="/ppt/ink/ink2900.xml" ContentType="application/inkml+xml"/>
  <Override PartName="/ppt/ink/ink2901.xml" ContentType="application/inkml+xml"/>
  <Override PartName="/ppt/ink/ink2902.xml" ContentType="application/inkml+xml"/>
  <Override PartName="/ppt/ink/ink2903.xml" ContentType="application/inkml+xml"/>
  <Override PartName="/ppt/ink/ink2904.xml" ContentType="application/inkml+xml"/>
  <Override PartName="/ppt/ink/ink2905.xml" ContentType="application/inkml+xml"/>
  <Override PartName="/ppt/ink/ink2906.xml" ContentType="application/inkml+xml"/>
  <Override PartName="/ppt/ink/ink2907.xml" ContentType="application/inkml+xml"/>
  <Override PartName="/ppt/ink/ink2908.xml" ContentType="application/inkml+xml"/>
  <Override PartName="/ppt/ink/ink2909.xml" ContentType="application/inkml+xml"/>
  <Override PartName="/ppt/ink/ink2910.xml" ContentType="application/inkml+xml"/>
  <Override PartName="/ppt/ink/ink2911.xml" ContentType="application/inkml+xml"/>
  <Override PartName="/ppt/ink/ink2912.xml" ContentType="application/inkml+xml"/>
  <Override PartName="/ppt/ink/ink2913.xml" ContentType="application/inkml+xml"/>
  <Override PartName="/ppt/ink/ink2914.xml" ContentType="application/inkml+xml"/>
  <Override PartName="/ppt/ink/ink2915.xml" ContentType="application/inkml+xml"/>
  <Override PartName="/ppt/ink/ink2916.xml" ContentType="application/inkml+xml"/>
  <Override PartName="/ppt/ink/ink2917.xml" ContentType="application/inkml+xml"/>
  <Override PartName="/ppt/ink/ink2918.xml" ContentType="application/inkml+xml"/>
  <Override PartName="/ppt/ink/ink2919.xml" ContentType="application/inkml+xml"/>
  <Override PartName="/ppt/ink/ink2920.xml" ContentType="application/inkml+xml"/>
  <Override PartName="/ppt/ink/ink2921.xml" ContentType="application/inkml+xml"/>
  <Override PartName="/ppt/ink/ink2922.xml" ContentType="application/inkml+xml"/>
  <Override PartName="/ppt/ink/ink2923.xml" ContentType="application/inkml+xml"/>
  <Override PartName="/ppt/ink/ink2924.xml" ContentType="application/inkml+xml"/>
  <Override PartName="/ppt/ink/ink2925.xml" ContentType="application/inkml+xml"/>
  <Override PartName="/ppt/ink/ink2926.xml" ContentType="application/inkml+xml"/>
  <Override PartName="/ppt/ink/ink2927.xml" ContentType="application/inkml+xml"/>
  <Override PartName="/ppt/ink/ink2928.xml" ContentType="application/inkml+xml"/>
  <Override PartName="/ppt/ink/ink2929.xml" ContentType="application/inkml+xml"/>
  <Override PartName="/ppt/ink/ink2930.xml" ContentType="application/inkml+xml"/>
  <Override PartName="/ppt/ink/ink2931.xml" ContentType="application/inkml+xml"/>
  <Override PartName="/ppt/ink/ink2932.xml" ContentType="application/inkml+xml"/>
  <Override PartName="/ppt/ink/ink2933.xml" ContentType="application/inkml+xml"/>
  <Override PartName="/ppt/ink/ink2934.xml" ContentType="application/inkml+xml"/>
  <Override PartName="/ppt/ink/ink2935.xml" ContentType="application/inkml+xml"/>
  <Override PartName="/ppt/ink/ink2936.xml" ContentType="application/inkml+xml"/>
  <Override PartName="/ppt/ink/ink2937.xml" ContentType="application/inkml+xml"/>
  <Override PartName="/ppt/ink/ink2938.xml" ContentType="application/inkml+xml"/>
  <Override PartName="/ppt/ink/ink2939.xml" ContentType="application/inkml+xml"/>
  <Override PartName="/ppt/ink/ink2940.xml" ContentType="application/inkml+xml"/>
  <Override PartName="/ppt/ink/ink2941.xml" ContentType="application/inkml+xml"/>
  <Override PartName="/ppt/ink/ink2942.xml" ContentType="application/inkml+xml"/>
  <Override PartName="/ppt/ink/ink2943.xml" ContentType="application/inkml+xml"/>
  <Override PartName="/ppt/ink/ink2944.xml" ContentType="application/inkml+xml"/>
  <Override PartName="/ppt/ink/ink2945.xml" ContentType="application/inkml+xml"/>
  <Override PartName="/ppt/ink/ink2946.xml" ContentType="application/inkml+xml"/>
  <Override PartName="/ppt/ink/ink2947.xml" ContentType="application/inkml+xml"/>
  <Override PartName="/ppt/ink/ink2948.xml" ContentType="application/inkml+xml"/>
  <Override PartName="/ppt/ink/ink2949.xml" ContentType="application/inkml+xml"/>
  <Override PartName="/ppt/ink/ink2950.xml" ContentType="application/inkml+xml"/>
  <Override PartName="/ppt/ink/ink2951.xml" ContentType="application/inkml+xml"/>
  <Override PartName="/ppt/ink/ink2952.xml" ContentType="application/inkml+xml"/>
  <Override PartName="/ppt/ink/ink2953.xml" ContentType="application/inkml+xml"/>
  <Override PartName="/ppt/ink/ink2954.xml" ContentType="application/inkml+xml"/>
  <Override PartName="/ppt/ink/ink2955.xml" ContentType="application/inkml+xml"/>
  <Override PartName="/ppt/ink/ink2956.xml" ContentType="application/inkml+xml"/>
  <Override PartName="/ppt/ink/ink2957.xml" ContentType="application/inkml+xml"/>
  <Override PartName="/ppt/ink/ink2958.xml" ContentType="application/inkml+xml"/>
  <Override PartName="/ppt/ink/ink2959.xml" ContentType="application/inkml+xml"/>
  <Override PartName="/ppt/ink/ink2960.xml" ContentType="application/inkml+xml"/>
  <Override PartName="/ppt/ink/ink2961.xml" ContentType="application/inkml+xml"/>
  <Override PartName="/ppt/ink/ink2962.xml" ContentType="application/inkml+xml"/>
  <Override PartName="/ppt/ink/ink2963.xml" ContentType="application/inkml+xml"/>
  <Override PartName="/ppt/ink/ink2964.xml" ContentType="application/inkml+xml"/>
  <Override PartName="/ppt/ink/ink2965.xml" ContentType="application/inkml+xml"/>
  <Override PartName="/ppt/ink/ink2966.xml" ContentType="application/inkml+xml"/>
  <Override PartName="/ppt/ink/ink2967.xml" ContentType="application/inkml+xml"/>
  <Override PartName="/ppt/ink/ink2968.xml" ContentType="application/inkml+xml"/>
  <Override PartName="/ppt/ink/ink2969.xml" ContentType="application/inkml+xml"/>
  <Override PartName="/ppt/ink/ink2970.xml" ContentType="application/inkml+xml"/>
  <Override PartName="/ppt/ink/ink2971.xml" ContentType="application/inkml+xml"/>
  <Override PartName="/ppt/ink/ink2972.xml" ContentType="application/inkml+xml"/>
  <Override PartName="/ppt/ink/ink2973.xml" ContentType="application/inkml+xml"/>
  <Override PartName="/ppt/ink/ink2974.xml" ContentType="application/inkml+xml"/>
  <Override PartName="/ppt/ink/ink2975.xml" ContentType="application/inkml+xml"/>
  <Override PartName="/ppt/ink/ink2976.xml" ContentType="application/inkml+xml"/>
  <Override PartName="/ppt/ink/ink2977.xml" ContentType="application/inkml+xml"/>
  <Override PartName="/ppt/ink/ink2978.xml" ContentType="application/inkml+xml"/>
  <Override PartName="/ppt/ink/ink2979.xml" ContentType="application/inkml+xml"/>
  <Override PartName="/ppt/ink/ink2980.xml" ContentType="application/inkml+xml"/>
  <Override PartName="/ppt/ink/ink2981.xml" ContentType="application/inkml+xml"/>
  <Override PartName="/ppt/ink/ink2982.xml" ContentType="application/inkml+xml"/>
  <Override PartName="/ppt/ink/ink2983.xml" ContentType="application/inkml+xml"/>
  <Override PartName="/ppt/ink/ink2984.xml" ContentType="application/inkml+xml"/>
  <Override PartName="/ppt/ink/ink2985.xml" ContentType="application/inkml+xml"/>
  <Override PartName="/ppt/ink/ink2986.xml" ContentType="application/inkml+xml"/>
  <Override PartName="/ppt/ink/ink2987.xml" ContentType="application/inkml+xml"/>
  <Override PartName="/ppt/ink/ink2988.xml" ContentType="application/inkml+xml"/>
  <Override PartName="/ppt/ink/ink2989.xml" ContentType="application/inkml+xml"/>
  <Override PartName="/ppt/ink/ink2990.xml" ContentType="application/inkml+xml"/>
  <Override PartName="/ppt/ink/ink2991.xml" ContentType="application/inkml+xml"/>
  <Override PartName="/ppt/ink/ink2992.xml" ContentType="application/inkml+xml"/>
  <Override PartName="/ppt/ink/ink2993.xml" ContentType="application/inkml+xml"/>
  <Override PartName="/ppt/ink/ink2994.xml" ContentType="application/inkml+xml"/>
  <Override PartName="/ppt/ink/ink2995.xml" ContentType="application/inkml+xml"/>
  <Override PartName="/ppt/ink/ink2996.xml" ContentType="application/inkml+xml"/>
  <Override PartName="/ppt/ink/ink2997.xml" ContentType="application/inkml+xml"/>
  <Override PartName="/ppt/ink/ink2998.xml" ContentType="application/inkml+xml"/>
  <Override PartName="/ppt/ink/ink2999.xml" ContentType="application/inkml+xml"/>
  <Override PartName="/ppt/ink/ink3000.xml" ContentType="application/inkml+xml"/>
  <Override PartName="/ppt/ink/ink3001.xml" ContentType="application/inkml+xml"/>
  <Override PartName="/ppt/ink/ink3002.xml" ContentType="application/inkml+xml"/>
  <Override PartName="/ppt/ink/ink3003.xml" ContentType="application/inkml+xml"/>
  <Override PartName="/ppt/ink/ink3004.xml" ContentType="application/inkml+xml"/>
  <Override PartName="/ppt/ink/ink3005.xml" ContentType="application/inkml+xml"/>
  <Override PartName="/ppt/ink/ink3006.xml" ContentType="application/inkml+xml"/>
  <Override PartName="/ppt/ink/ink3007.xml" ContentType="application/inkml+xml"/>
  <Override PartName="/ppt/ink/ink3008.xml" ContentType="application/inkml+xml"/>
  <Override PartName="/ppt/ink/ink3009.xml" ContentType="application/inkml+xml"/>
  <Override PartName="/ppt/ink/ink3010.xml" ContentType="application/inkml+xml"/>
  <Override PartName="/ppt/ink/ink3011.xml" ContentType="application/inkml+xml"/>
  <Override PartName="/ppt/ink/ink3012.xml" ContentType="application/inkml+xml"/>
  <Override PartName="/ppt/ink/ink3013.xml" ContentType="application/inkml+xml"/>
  <Override PartName="/ppt/ink/ink3014.xml" ContentType="application/inkml+xml"/>
  <Override PartName="/ppt/ink/ink3015.xml" ContentType="application/inkml+xml"/>
  <Override PartName="/ppt/ink/ink3016.xml" ContentType="application/inkml+xml"/>
  <Override PartName="/ppt/ink/ink3017.xml" ContentType="application/inkml+xml"/>
  <Override PartName="/ppt/ink/ink3018.xml" ContentType="application/inkml+xml"/>
  <Override PartName="/ppt/ink/ink3019.xml" ContentType="application/inkml+xml"/>
  <Override PartName="/ppt/ink/ink3020.xml" ContentType="application/inkml+xml"/>
  <Override PartName="/ppt/ink/ink3021.xml" ContentType="application/inkml+xml"/>
  <Override PartName="/ppt/ink/ink3022.xml" ContentType="application/inkml+xml"/>
  <Override PartName="/ppt/ink/ink3023.xml" ContentType="application/inkml+xml"/>
  <Override PartName="/ppt/ink/ink3024.xml" ContentType="application/inkml+xml"/>
  <Override PartName="/ppt/ink/ink3025.xml" ContentType="application/inkml+xml"/>
  <Override PartName="/ppt/ink/ink3026.xml" ContentType="application/inkml+xml"/>
  <Override PartName="/ppt/ink/ink3027.xml" ContentType="application/inkml+xml"/>
  <Override PartName="/ppt/ink/ink3028.xml" ContentType="application/inkml+xml"/>
  <Override PartName="/ppt/ink/ink3029.xml" ContentType="application/inkml+xml"/>
  <Override PartName="/ppt/ink/ink3030.xml" ContentType="application/inkml+xml"/>
  <Override PartName="/ppt/ink/ink3031.xml" ContentType="application/inkml+xml"/>
  <Override PartName="/ppt/ink/ink3032.xml" ContentType="application/inkml+xml"/>
  <Override PartName="/ppt/ink/ink3033.xml" ContentType="application/inkml+xml"/>
  <Override PartName="/ppt/ink/ink3034.xml" ContentType="application/inkml+xml"/>
  <Override PartName="/ppt/ink/ink3035.xml" ContentType="application/inkml+xml"/>
  <Override PartName="/ppt/ink/ink3036.xml" ContentType="application/inkml+xml"/>
  <Override PartName="/ppt/ink/ink3037.xml" ContentType="application/inkml+xml"/>
  <Override PartName="/ppt/ink/ink3038.xml" ContentType="application/inkml+xml"/>
  <Override PartName="/ppt/ink/ink3039.xml" ContentType="application/inkml+xml"/>
  <Override PartName="/ppt/ink/ink3040.xml" ContentType="application/inkml+xml"/>
  <Override PartName="/ppt/ink/ink3041.xml" ContentType="application/inkml+xml"/>
  <Override PartName="/ppt/ink/ink3042.xml" ContentType="application/inkml+xml"/>
  <Override PartName="/ppt/ink/ink3043.xml" ContentType="application/inkml+xml"/>
  <Override PartName="/ppt/ink/ink3044.xml" ContentType="application/inkml+xml"/>
  <Override PartName="/ppt/ink/ink3045.xml" ContentType="application/inkml+xml"/>
  <Override PartName="/ppt/ink/ink3046.xml" ContentType="application/inkml+xml"/>
  <Override PartName="/ppt/ink/ink3047.xml" ContentType="application/inkml+xml"/>
  <Override PartName="/ppt/ink/ink3048.xml" ContentType="application/inkml+xml"/>
  <Override PartName="/ppt/ink/ink3049.xml" ContentType="application/inkml+xml"/>
  <Override PartName="/ppt/ink/ink3050.xml" ContentType="application/inkml+xml"/>
  <Override PartName="/ppt/ink/ink3051.xml" ContentType="application/inkml+xml"/>
  <Override PartName="/ppt/ink/ink3052.xml" ContentType="application/inkml+xml"/>
  <Override PartName="/ppt/ink/ink3053.xml" ContentType="application/inkml+xml"/>
  <Override PartName="/ppt/ink/ink3054.xml" ContentType="application/inkml+xml"/>
  <Override PartName="/ppt/ink/ink3055.xml" ContentType="application/inkml+xml"/>
  <Override PartName="/ppt/ink/ink3056.xml" ContentType="application/inkml+xml"/>
  <Override PartName="/ppt/ink/ink3057.xml" ContentType="application/inkml+xml"/>
  <Override PartName="/ppt/ink/ink3058.xml" ContentType="application/inkml+xml"/>
  <Override PartName="/ppt/ink/ink3059.xml" ContentType="application/inkml+xml"/>
  <Override PartName="/ppt/ink/ink3060.xml" ContentType="application/inkml+xml"/>
  <Override PartName="/ppt/ink/ink3061.xml" ContentType="application/inkml+xml"/>
  <Override PartName="/ppt/ink/ink3062.xml" ContentType="application/inkml+xml"/>
  <Override PartName="/ppt/ink/ink3063.xml" ContentType="application/inkml+xml"/>
  <Override PartName="/ppt/ink/ink3064.xml" ContentType="application/inkml+xml"/>
  <Override PartName="/ppt/ink/ink3065.xml" ContentType="application/inkml+xml"/>
  <Override PartName="/ppt/ink/ink3066.xml" ContentType="application/inkml+xml"/>
  <Override PartName="/ppt/ink/ink3067.xml" ContentType="application/inkml+xml"/>
  <Override PartName="/ppt/ink/ink3068.xml" ContentType="application/inkml+xml"/>
  <Override PartName="/ppt/ink/ink3069.xml" ContentType="application/inkml+xml"/>
  <Override PartName="/ppt/ink/ink3070.xml" ContentType="application/inkml+xml"/>
  <Override PartName="/ppt/ink/ink3071.xml" ContentType="application/inkml+xml"/>
  <Override PartName="/ppt/ink/ink3072.xml" ContentType="application/inkml+xml"/>
  <Override PartName="/ppt/ink/ink3073.xml" ContentType="application/inkml+xml"/>
  <Override PartName="/ppt/ink/ink3074.xml" ContentType="application/inkml+xml"/>
  <Override PartName="/ppt/ink/ink3075.xml" ContentType="application/inkml+xml"/>
  <Override PartName="/ppt/ink/ink3076.xml" ContentType="application/inkml+xml"/>
  <Override PartName="/ppt/ink/ink3077.xml" ContentType="application/inkml+xml"/>
  <Override PartName="/ppt/ink/ink3078.xml" ContentType="application/inkml+xml"/>
  <Override PartName="/ppt/ink/ink3079.xml" ContentType="application/inkml+xml"/>
  <Override PartName="/ppt/ink/ink3080.xml" ContentType="application/inkml+xml"/>
  <Override PartName="/ppt/ink/ink3081.xml" ContentType="application/inkml+xml"/>
  <Override PartName="/ppt/ink/ink3082.xml" ContentType="application/inkml+xml"/>
  <Override PartName="/ppt/ink/ink3083.xml" ContentType="application/inkml+xml"/>
  <Override PartName="/ppt/ink/ink3084.xml" ContentType="application/inkml+xml"/>
  <Override PartName="/ppt/ink/ink3085.xml" ContentType="application/inkml+xml"/>
  <Override PartName="/ppt/ink/ink3086.xml" ContentType="application/inkml+xml"/>
  <Override PartName="/ppt/ink/ink3087.xml" ContentType="application/inkml+xml"/>
  <Override PartName="/ppt/ink/ink3088.xml" ContentType="application/inkml+xml"/>
  <Override PartName="/ppt/ink/ink3089.xml" ContentType="application/inkml+xml"/>
  <Override PartName="/ppt/ink/ink3090.xml" ContentType="application/inkml+xml"/>
  <Override PartName="/ppt/ink/ink3091.xml" ContentType="application/inkml+xml"/>
  <Override PartName="/ppt/ink/ink3092.xml" ContentType="application/inkml+xml"/>
  <Override PartName="/ppt/ink/ink3093.xml" ContentType="application/inkml+xml"/>
  <Override PartName="/ppt/ink/ink3094.xml" ContentType="application/inkml+xml"/>
  <Override PartName="/ppt/ink/ink3095.xml" ContentType="application/inkml+xml"/>
  <Override PartName="/ppt/ink/ink3096.xml" ContentType="application/inkml+xml"/>
  <Override PartName="/ppt/ink/ink3097.xml" ContentType="application/inkml+xml"/>
  <Override PartName="/ppt/ink/ink3098.xml" ContentType="application/inkml+xml"/>
  <Override PartName="/ppt/ink/ink3099.xml" ContentType="application/inkml+xml"/>
  <Override PartName="/ppt/ink/ink3100.xml" ContentType="application/inkml+xml"/>
  <Override PartName="/ppt/ink/ink3101.xml" ContentType="application/inkml+xml"/>
  <Override PartName="/ppt/ink/ink3102.xml" ContentType="application/inkml+xml"/>
  <Override PartName="/ppt/ink/ink3103.xml" ContentType="application/inkml+xml"/>
  <Override PartName="/ppt/ink/ink3104.xml" ContentType="application/inkml+xml"/>
  <Override PartName="/ppt/ink/ink3105.xml" ContentType="application/inkml+xml"/>
  <Override PartName="/ppt/ink/ink3106.xml" ContentType="application/inkml+xml"/>
  <Override PartName="/ppt/ink/ink3107.xml" ContentType="application/inkml+xml"/>
  <Override PartName="/ppt/ink/ink3108.xml" ContentType="application/inkml+xml"/>
  <Override PartName="/ppt/ink/ink3109.xml" ContentType="application/inkml+xml"/>
  <Override PartName="/ppt/ink/ink3110.xml" ContentType="application/inkml+xml"/>
  <Override PartName="/ppt/ink/ink3111.xml" ContentType="application/inkml+xml"/>
  <Override PartName="/ppt/ink/ink3112.xml" ContentType="application/inkml+xml"/>
  <Override PartName="/ppt/ink/ink3113.xml" ContentType="application/inkml+xml"/>
  <Override PartName="/ppt/ink/ink3114.xml" ContentType="application/inkml+xml"/>
  <Override PartName="/ppt/ink/ink3115.xml" ContentType="application/inkml+xml"/>
  <Override PartName="/ppt/ink/ink3116.xml" ContentType="application/inkml+xml"/>
  <Override PartName="/ppt/ink/ink3117.xml" ContentType="application/inkml+xml"/>
  <Override PartName="/ppt/ink/ink3118.xml" ContentType="application/inkml+xml"/>
  <Override PartName="/ppt/ink/ink3119.xml" ContentType="application/inkml+xml"/>
  <Override PartName="/ppt/ink/ink3120.xml" ContentType="application/inkml+xml"/>
  <Override PartName="/ppt/ink/ink3121.xml" ContentType="application/inkml+xml"/>
  <Override PartName="/ppt/ink/ink3122.xml" ContentType="application/inkml+xml"/>
  <Override PartName="/ppt/ink/ink3123.xml" ContentType="application/inkml+xml"/>
  <Override PartName="/ppt/ink/ink3124.xml" ContentType="application/inkml+xml"/>
  <Override PartName="/ppt/ink/ink3125.xml" ContentType="application/inkml+xml"/>
  <Override PartName="/ppt/ink/ink3126.xml" ContentType="application/inkml+xml"/>
  <Override PartName="/ppt/ink/ink3127.xml" ContentType="application/inkml+xml"/>
  <Override PartName="/ppt/ink/ink3128.xml" ContentType="application/inkml+xml"/>
  <Override PartName="/ppt/ink/ink3129.xml" ContentType="application/inkml+xml"/>
  <Override PartName="/ppt/ink/ink3130.xml" ContentType="application/inkml+xml"/>
  <Override PartName="/ppt/ink/ink3131.xml" ContentType="application/inkml+xml"/>
  <Override PartName="/ppt/ink/ink3132.xml" ContentType="application/inkml+xml"/>
  <Override PartName="/ppt/ink/ink3133.xml" ContentType="application/inkml+xml"/>
  <Override PartName="/ppt/ink/ink3134.xml" ContentType="application/inkml+xml"/>
  <Override PartName="/ppt/ink/ink3135.xml" ContentType="application/inkml+xml"/>
  <Override PartName="/ppt/ink/ink3136.xml" ContentType="application/inkml+xml"/>
  <Override PartName="/ppt/ink/ink3137.xml" ContentType="application/inkml+xml"/>
  <Override PartName="/ppt/ink/ink3138.xml" ContentType="application/inkml+xml"/>
  <Override PartName="/ppt/ink/ink3139.xml" ContentType="application/inkml+xml"/>
  <Override PartName="/ppt/ink/ink3140.xml" ContentType="application/inkml+xml"/>
  <Override PartName="/ppt/ink/ink3141.xml" ContentType="application/inkml+xml"/>
  <Override PartName="/ppt/ink/ink3142.xml" ContentType="application/inkml+xml"/>
  <Override PartName="/ppt/ink/ink3143.xml" ContentType="application/inkml+xml"/>
  <Override PartName="/ppt/ink/ink3144.xml" ContentType="application/inkml+xml"/>
  <Override PartName="/ppt/ink/ink3145.xml" ContentType="application/inkml+xml"/>
  <Override PartName="/ppt/ink/ink3146.xml" ContentType="application/inkml+xml"/>
  <Override PartName="/ppt/ink/ink3147.xml" ContentType="application/inkml+xml"/>
  <Override PartName="/ppt/ink/ink3148.xml" ContentType="application/inkml+xml"/>
  <Override PartName="/ppt/ink/ink3149.xml" ContentType="application/inkml+xml"/>
  <Override PartName="/ppt/ink/ink3150.xml" ContentType="application/inkml+xml"/>
  <Override PartName="/ppt/ink/ink3151.xml" ContentType="application/inkml+xml"/>
  <Override PartName="/ppt/ink/ink3152.xml" ContentType="application/inkml+xml"/>
  <Override PartName="/ppt/ink/ink3153.xml" ContentType="application/inkml+xml"/>
  <Override PartName="/ppt/ink/ink3154.xml" ContentType="application/inkml+xml"/>
  <Override PartName="/ppt/ink/ink3155.xml" ContentType="application/inkml+xml"/>
  <Override PartName="/ppt/ink/ink3156.xml" ContentType="application/inkml+xml"/>
  <Override PartName="/ppt/ink/ink3157.xml" ContentType="application/inkml+xml"/>
  <Override PartName="/ppt/ink/ink3158.xml" ContentType="application/inkml+xml"/>
  <Override PartName="/ppt/ink/ink3159.xml" ContentType="application/inkml+xml"/>
  <Override PartName="/ppt/ink/ink3160.xml" ContentType="application/inkml+xml"/>
  <Override PartName="/ppt/ink/ink3161.xml" ContentType="application/inkml+xml"/>
  <Override PartName="/ppt/ink/ink3162.xml" ContentType="application/inkml+xml"/>
  <Override PartName="/ppt/ink/ink3163.xml" ContentType="application/inkml+xml"/>
  <Override PartName="/ppt/ink/ink3164.xml" ContentType="application/inkml+xml"/>
  <Override PartName="/ppt/ink/ink3165.xml" ContentType="application/inkml+xml"/>
  <Override PartName="/ppt/ink/ink3166.xml" ContentType="application/inkml+xml"/>
  <Override PartName="/ppt/ink/ink3167.xml" ContentType="application/inkml+xml"/>
  <Override PartName="/ppt/ink/ink3168.xml" ContentType="application/inkml+xml"/>
  <Override PartName="/ppt/ink/ink3169.xml" ContentType="application/inkml+xml"/>
  <Override PartName="/ppt/ink/ink3170.xml" ContentType="application/inkml+xml"/>
  <Override PartName="/ppt/ink/ink3171.xml" ContentType="application/inkml+xml"/>
  <Override PartName="/ppt/ink/ink3172.xml" ContentType="application/inkml+xml"/>
  <Override PartName="/ppt/ink/ink3173.xml" ContentType="application/inkml+xml"/>
  <Override PartName="/ppt/ink/ink3174.xml" ContentType="application/inkml+xml"/>
  <Override PartName="/ppt/ink/ink3175.xml" ContentType="application/inkml+xml"/>
  <Override PartName="/ppt/ink/ink3176.xml" ContentType="application/inkml+xml"/>
  <Override PartName="/ppt/ink/ink3177.xml" ContentType="application/inkml+xml"/>
  <Override PartName="/ppt/ink/ink3178.xml" ContentType="application/inkml+xml"/>
  <Override PartName="/ppt/ink/ink3179.xml" ContentType="application/inkml+xml"/>
  <Override PartName="/ppt/ink/ink3180.xml" ContentType="application/inkml+xml"/>
  <Override PartName="/ppt/ink/ink3181.xml" ContentType="application/inkml+xml"/>
  <Override PartName="/ppt/ink/ink3182.xml" ContentType="application/inkml+xml"/>
  <Override PartName="/ppt/ink/ink3183.xml" ContentType="application/inkml+xml"/>
  <Override PartName="/ppt/ink/ink3184.xml" ContentType="application/inkml+xml"/>
  <Override PartName="/ppt/ink/ink3185.xml" ContentType="application/inkml+xml"/>
  <Override PartName="/ppt/ink/ink3186.xml" ContentType="application/inkml+xml"/>
  <Override PartName="/ppt/ink/ink3187.xml" ContentType="application/inkml+xml"/>
  <Override PartName="/ppt/ink/ink3188.xml" ContentType="application/inkml+xml"/>
  <Override PartName="/ppt/ink/ink3189.xml" ContentType="application/inkml+xml"/>
  <Override PartName="/ppt/ink/ink3190.xml" ContentType="application/inkml+xml"/>
  <Override PartName="/ppt/ink/ink3191.xml" ContentType="application/inkml+xml"/>
  <Override PartName="/ppt/ink/ink3192.xml" ContentType="application/inkml+xml"/>
  <Override PartName="/ppt/ink/ink3193.xml" ContentType="application/inkml+xml"/>
  <Override PartName="/ppt/ink/ink3194.xml" ContentType="application/inkml+xml"/>
  <Override PartName="/ppt/ink/ink3195.xml" ContentType="application/inkml+xml"/>
  <Override PartName="/ppt/ink/ink3196.xml" ContentType="application/inkml+xml"/>
  <Override PartName="/ppt/ink/ink3197.xml" ContentType="application/inkml+xml"/>
  <Override PartName="/ppt/ink/ink3198.xml" ContentType="application/inkml+xml"/>
  <Override PartName="/ppt/ink/ink3199.xml" ContentType="application/inkml+xml"/>
  <Override PartName="/ppt/ink/ink3200.xml" ContentType="application/inkml+xml"/>
  <Override PartName="/ppt/ink/ink3201.xml" ContentType="application/inkml+xml"/>
  <Override PartName="/ppt/ink/ink3202.xml" ContentType="application/inkml+xml"/>
  <Override PartName="/ppt/ink/ink3203.xml" ContentType="application/inkml+xml"/>
  <Override PartName="/ppt/ink/ink3204.xml" ContentType="application/inkml+xml"/>
  <Override PartName="/ppt/ink/ink3205.xml" ContentType="application/inkml+xml"/>
  <Override PartName="/ppt/ink/ink3206.xml" ContentType="application/inkml+xml"/>
  <Override PartName="/ppt/ink/ink3207.xml" ContentType="application/inkml+xml"/>
  <Override PartName="/ppt/ink/ink3208.xml" ContentType="application/inkml+xml"/>
  <Override PartName="/ppt/ink/ink3209.xml" ContentType="application/inkml+xml"/>
  <Override PartName="/ppt/ink/ink3210.xml" ContentType="application/inkml+xml"/>
  <Override PartName="/ppt/ink/ink3211.xml" ContentType="application/inkml+xml"/>
  <Override PartName="/ppt/ink/ink3212.xml" ContentType="application/inkml+xml"/>
  <Override PartName="/ppt/ink/ink3213.xml" ContentType="application/inkml+xml"/>
  <Override PartName="/ppt/ink/ink3214.xml" ContentType="application/inkml+xml"/>
  <Override PartName="/ppt/ink/ink3215.xml" ContentType="application/inkml+xml"/>
  <Override PartName="/ppt/ink/ink3216.xml" ContentType="application/inkml+xml"/>
  <Override PartName="/ppt/ink/ink3217.xml" ContentType="application/inkml+xml"/>
  <Override PartName="/ppt/ink/ink3218.xml" ContentType="application/inkml+xml"/>
  <Override PartName="/ppt/ink/ink3219.xml" ContentType="application/inkml+xml"/>
  <Override PartName="/ppt/ink/ink3220.xml" ContentType="application/inkml+xml"/>
  <Override PartName="/ppt/ink/ink3221.xml" ContentType="application/inkml+xml"/>
  <Override PartName="/ppt/ink/ink3222.xml" ContentType="application/inkml+xml"/>
  <Override PartName="/ppt/ink/ink3223.xml" ContentType="application/inkml+xml"/>
  <Override PartName="/ppt/ink/ink3224.xml" ContentType="application/inkml+xml"/>
  <Override PartName="/ppt/ink/ink3225.xml" ContentType="application/inkml+xml"/>
  <Override PartName="/ppt/ink/ink3226.xml" ContentType="application/inkml+xml"/>
  <Override PartName="/ppt/ink/ink3227.xml" ContentType="application/inkml+xml"/>
  <Override PartName="/ppt/ink/ink3228.xml" ContentType="application/inkml+xml"/>
  <Override PartName="/ppt/ink/ink3229.xml" ContentType="application/inkml+xml"/>
  <Override PartName="/ppt/ink/ink3230.xml" ContentType="application/inkml+xml"/>
  <Override PartName="/ppt/ink/ink3231.xml" ContentType="application/inkml+xml"/>
  <Override PartName="/ppt/ink/ink3232.xml" ContentType="application/inkml+xml"/>
  <Override PartName="/ppt/ink/ink3233.xml" ContentType="application/inkml+xml"/>
  <Override PartName="/ppt/ink/ink3234.xml" ContentType="application/inkml+xml"/>
  <Override PartName="/ppt/ink/ink3235.xml" ContentType="application/inkml+xml"/>
  <Override PartName="/ppt/ink/ink3236.xml" ContentType="application/inkml+xml"/>
  <Override PartName="/ppt/ink/ink3237.xml" ContentType="application/inkml+xml"/>
  <Override PartName="/ppt/ink/ink3238.xml" ContentType="application/inkml+xml"/>
  <Override PartName="/ppt/ink/ink3239.xml" ContentType="application/inkml+xml"/>
  <Override PartName="/ppt/ink/ink3240.xml" ContentType="application/inkml+xml"/>
  <Override PartName="/ppt/ink/ink3241.xml" ContentType="application/inkml+xml"/>
  <Override PartName="/ppt/ink/ink3242.xml" ContentType="application/inkml+xml"/>
  <Override PartName="/ppt/ink/ink3243.xml" ContentType="application/inkml+xml"/>
  <Override PartName="/ppt/ink/ink3244.xml" ContentType="application/inkml+xml"/>
  <Override PartName="/ppt/ink/ink3245.xml" ContentType="application/inkml+xml"/>
  <Override PartName="/ppt/ink/ink3246.xml" ContentType="application/inkml+xml"/>
  <Override PartName="/ppt/ink/ink3247.xml" ContentType="application/inkml+xml"/>
  <Override PartName="/ppt/ink/ink3248.xml" ContentType="application/inkml+xml"/>
  <Override PartName="/ppt/ink/ink3249.xml" ContentType="application/inkml+xml"/>
  <Override PartName="/ppt/ink/ink3250.xml" ContentType="application/inkml+xml"/>
  <Override PartName="/ppt/ink/ink3251.xml" ContentType="application/inkml+xml"/>
  <Override PartName="/ppt/ink/ink3252.xml" ContentType="application/inkml+xml"/>
  <Override PartName="/ppt/ink/ink3253.xml" ContentType="application/inkml+xml"/>
  <Override PartName="/ppt/ink/ink3254.xml" ContentType="application/inkml+xml"/>
  <Override PartName="/ppt/ink/ink3255.xml" ContentType="application/inkml+xml"/>
  <Override PartName="/ppt/ink/ink3256.xml" ContentType="application/inkml+xml"/>
  <Override PartName="/ppt/ink/ink3257.xml" ContentType="application/inkml+xml"/>
  <Override PartName="/ppt/ink/ink3258.xml" ContentType="application/inkml+xml"/>
  <Override PartName="/ppt/ink/ink3259.xml" ContentType="application/inkml+xml"/>
  <Override PartName="/ppt/ink/ink3260.xml" ContentType="application/inkml+xml"/>
  <Override PartName="/ppt/ink/ink3261.xml" ContentType="application/inkml+xml"/>
  <Override PartName="/ppt/ink/ink3262.xml" ContentType="application/inkml+xml"/>
  <Override PartName="/ppt/ink/ink3263.xml" ContentType="application/inkml+xml"/>
  <Override PartName="/ppt/ink/ink3264.xml" ContentType="application/inkml+xml"/>
  <Override PartName="/ppt/ink/ink3265.xml" ContentType="application/inkml+xml"/>
  <Override PartName="/ppt/ink/ink3266.xml" ContentType="application/inkml+xml"/>
  <Override PartName="/ppt/ink/ink3267.xml" ContentType="application/inkml+xml"/>
  <Override PartName="/ppt/ink/ink3268.xml" ContentType="application/inkml+xml"/>
  <Override PartName="/ppt/ink/ink3269.xml" ContentType="application/inkml+xml"/>
  <Override PartName="/ppt/ink/ink3270.xml" ContentType="application/inkml+xml"/>
  <Override PartName="/ppt/ink/ink3271.xml" ContentType="application/inkml+xml"/>
  <Override PartName="/ppt/ink/ink3272.xml" ContentType="application/inkml+xml"/>
  <Override PartName="/ppt/ink/ink3273.xml" ContentType="application/inkml+xml"/>
  <Override PartName="/ppt/ink/ink3274.xml" ContentType="application/inkml+xml"/>
  <Override PartName="/ppt/ink/ink3275.xml" ContentType="application/inkml+xml"/>
  <Override PartName="/ppt/ink/ink3276.xml" ContentType="application/inkml+xml"/>
  <Override PartName="/ppt/ink/ink3277.xml" ContentType="application/inkml+xml"/>
  <Override PartName="/ppt/ink/ink3278.xml" ContentType="application/inkml+xml"/>
  <Override PartName="/ppt/ink/ink3279.xml" ContentType="application/inkml+xml"/>
  <Override PartName="/ppt/ink/ink3280.xml" ContentType="application/inkml+xml"/>
  <Override PartName="/ppt/ink/ink3281.xml" ContentType="application/inkml+xml"/>
  <Override PartName="/ppt/ink/ink3282.xml" ContentType="application/inkml+xml"/>
  <Override PartName="/ppt/ink/ink3283.xml" ContentType="application/inkml+xml"/>
  <Override PartName="/ppt/ink/ink3284.xml" ContentType="application/inkml+xml"/>
  <Override PartName="/ppt/ink/ink3285.xml" ContentType="application/inkml+xml"/>
  <Override PartName="/ppt/ink/ink3286.xml" ContentType="application/inkml+xml"/>
  <Override PartName="/ppt/ink/ink3287.xml" ContentType="application/inkml+xml"/>
  <Override PartName="/ppt/ink/ink3288.xml" ContentType="application/inkml+xml"/>
  <Override PartName="/ppt/ink/ink3289.xml" ContentType="application/inkml+xml"/>
  <Override PartName="/ppt/ink/ink3290.xml" ContentType="application/inkml+xml"/>
  <Override PartName="/ppt/ink/ink3291.xml" ContentType="application/inkml+xml"/>
  <Override PartName="/ppt/ink/ink3292.xml" ContentType="application/inkml+xml"/>
  <Override PartName="/ppt/ink/ink3293.xml" ContentType="application/inkml+xml"/>
  <Override PartName="/ppt/ink/ink3294.xml" ContentType="application/inkml+xml"/>
  <Override PartName="/ppt/ink/ink3295.xml" ContentType="application/inkml+xml"/>
  <Override PartName="/ppt/ink/ink3296.xml" ContentType="application/inkml+xml"/>
  <Override PartName="/ppt/ink/ink3297.xml" ContentType="application/inkml+xml"/>
  <Override PartName="/ppt/ink/ink3298.xml" ContentType="application/inkml+xml"/>
  <Override PartName="/ppt/ink/ink3299.xml" ContentType="application/inkml+xml"/>
  <Override PartName="/ppt/ink/ink3300.xml" ContentType="application/inkml+xml"/>
  <Override PartName="/ppt/ink/ink3301.xml" ContentType="application/inkml+xml"/>
  <Override PartName="/ppt/ink/ink3302.xml" ContentType="application/inkml+xml"/>
  <Override PartName="/ppt/ink/ink3303.xml" ContentType="application/inkml+xml"/>
  <Override PartName="/ppt/ink/ink3304.xml" ContentType="application/inkml+xml"/>
  <Override PartName="/ppt/ink/ink3305.xml" ContentType="application/inkml+xml"/>
  <Override PartName="/ppt/ink/ink3306.xml" ContentType="application/inkml+xml"/>
  <Override PartName="/ppt/ink/ink3307.xml" ContentType="application/inkml+xml"/>
  <Override PartName="/ppt/ink/ink3308.xml" ContentType="application/inkml+xml"/>
  <Override PartName="/ppt/ink/ink3309.xml" ContentType="application/inkml+xml"/>
  <Override PartName="/ppt/ink/ink3310.xml" ContentType="application/inkml+xml"/>
  <Override PartName="/ppt/ink/ink3311.xml" ContentType="application/inkml+xml"/>
  <Override PartName="/ppt/ink/ink3312.xml" ContentType="application/inkml+xml"/>
  <Override PartName="/ppt/ink/ink3313.xml" ContentType="application/inkml+xml"/>
  <Override PartName="/ppt/ink/ink3314.xml" ContentType="application/inkml+xml"/>
  <Override PartName="/ppt/ink/ink3315.xml" ContentType="application/inkml+xml"/>
  <Override PartName="/ppt/ink/ink3316.xml" ContentType="application/inkml+xml"/>
  <Override PartName="/ppt/ink/ink3317.xml" ContentType="application/inkml+xml"/>
  <Override PartName="/ppt/ink/ink3318.xml" ContentType="application/inkml+xml"/>
  <Override PartName="/ppt/ink/ink3319.xml" ContentType="application/inkml+xml"/>
  <Override PartName="/ppt/ink/ink3320.xml" ContentType="application/inkml+xml"/>
  <Override PartName="/ppt/ink/ink3321.xml" ContentType="application/inkml+xml"/>
  <Override PartName="/ppt/ink/ink3322.xml" ContentType="application/inkml+xml"/>
  <Override PartName="/ppt/ink/ink3323.xml" ContentType="application/inkml+xml"/>
  <Override PartName="/ppt/ink/ink3324.xml" ContentType="application/inkml+xml"/>
  <Override PartName="/ppt/ink/ink3325.xml" ContentType="application/inkml+xml"/>
  <Override PartName="/ppt/ink/ink3326.xml" ContentType="application/inkml+xml"/>
  <Override PartName="/ppt/ink/ink3327.xml" ContentType="application/inkml+xml"/>
  <Override PartName="/ppt/ink/ink3328.xml" ContentType="application/inkml+xml"/>
  <Override PartName="/ppt/ink/ink3329.xml" ContentType="application/inkml+xml"/>
  <Override PartName="/ppt/ink/ink3330.xml" ContentType="application/inkml+xml"/>
  <Override PartName="/ppt/ink/ink3331.xml" ContentType="application/inkml+xml"/>
  <Override PartName="/ppt/ink/ink3332.xml" ContentType="application/inkml+xml"/>
  <Override PartName="/ppt/ink/ink3333.xml" ContentType="application/inkml+xml"/>
  <Override PartName="/ppt/ink/ink3334.xml" ContentType="application/inkml+xml"/>
  <Override PartName="/ppt/ink/ink3335.xml" ContentType="application/inkml+xml"/>
  <Override PartName="/ppt/ink/ink3336.xml" ContentType="application/inkml+xml"/>
  <Override PartName="/ppt/ink/ink3337.xml" ContentType="application/inkml+xml"/>
  <Override PartName="/ppt/ink/ink3338.xml" ContentType="application/inkml+xml"/>
  <Override PartName="/ppt/ink/ink3339.xml" ContentType="application/inkml+xml"/>
  <Override PartName="/ppt/ink/ink3340.xml" ContentType="application/inkml+xml"/>
  <Override PartName="/ppt/ink/ink3341.xml" ContentType="application/inkml+xml"/>
  <Override PartName="/ppt/ink/ink3342.xml" ContentType="application/inkml+xml"/>
  <Override PartName="/ppt/ink/ink3343.xml" ContentType="application/inkml+xml"/>
  <Override PartName="/ppt/ink/ink3344.xml" ContentType="application/inkml+xml"/>
  <Override PartName="/ppt/ink/ink3345.xml" ContentType="application/inkml+xml"/>
  <Override PartName="/ppt/ink/ink3346.xml" ContentType="application/inkml+xml"/>
  <Override PartName="/ppt/ink/ink3347.xml" ContentType="application/inkml+xml"/>
  <Override PartName="/ppt/ink/ink3348.xml" ContentType="application/inkml+xml"/>
  <Override PartName="/ppt/ink/ink3349.xml" ContentType="application/inkml+xml"/>
  <Override PartName="/ppt/ink/ink3350.xml" ContentType="application/inkml+xml"/>
  <Override PartName="/ppt/ink/ink3351.xml" ContentType="application/inkml+xml"/>
  <Override PartName="/ppt/ink/ink3352.xml" ContentType="application/inkml+xml"/>
  <Override PartName="/ppt/ink/ink3353.xml" ContentType="application/inkml+xml"/>
  <Override PartName="/ppt/ink/ink3354.xml" ContentType="application/inkml+xml"/>
  <Override PartName="/ppt/ink/ink3355.xml" ContentType="application/inkml+xml"/>
  <Override PartName="/ppt/ink/ink3356.xml" ContentType="application/inkml+xml"/>
  <Override PartName="/ppt/ink/ink3357.xml" ContentType="application/inkml+xml"/>
  <Override PartName="/ppt/ink/ink3358.xml" ContentType="application/inkml+xml"/>
  <Override PartName="/ppt/ink/ink3359.xml" ContentType="application/inkml+xml"/>
  <Override PartName="/ppt/ink/ink3360.xml" ContentType="application/inkml+xml"/>
  <Override PartName="/ppt/ink/ink3361.xml" ContentType="application/inkml+xml"/>
  <Override PartName="/ppt/ink/ink3362.xml" ContentType="application/inkml+xml"/>
  <Override PartName="/ppt/ink/ink3363.xml" ContentType="application/inkml+xml"/>
  <Override PartName="/ppt/ink/ink3364.xml" ContentType="application/inkml+xml"/>
  <Override PartName="/ppt/ink/ink3365.xml" ContentType="application/inkml+xml"/>
  <Override PartName="/ppt/ink/ink3366.xml" ContentType="application/inkml+xml"/>
  <Override PartName="/ppt/ink/ink3367.xml" ContentType="application/inkml+xml"/>
  <Override PartName="/ppt/ink/ink3368.xml" ContentType="application/inkml+xml"/>
  <Override PartName="/ppt/ink/ink3369.xml" ContentType="application/inkml+xml"/>
  <Override PartName="/ppt/ink/ink3370.xml" ContentType="application/inkml+xml"/>
  <Override PartName="/ppt/ink/ink3371.xml" ContentType="application/inkml+xml"/>
  <Override PartName="/ppt/ink/ink3372.xml" ContentType="application/inkml+xml"/>
  <Override PartName="/ppt/ink/ink3373.xml" ContentType="application/inkml+xml"/>
  <Override PartName="/ppt/ink/ink3374.xml" ContentType="application/inkml+xml"/>
  <Override PartName="/ppt/ink/ink3375.xml" ContentType="application/inkml+xml"/>
  <Override PartName="/ppt/ink/ink3376.xml" ContentType="application/inkml+xml"/>
  <Override PartName="/ppt/ink/ink3377.xml" ContentType="application/inkml+xml"/>
  <Override PartName="/ppt/ink/ink3378.xml" ContentType="application/inkml+xml"/>
  <Override PartName="/ppt/ink/ink3379.xml" ContentType="application/inkml+xml"/>
  <Override PartName="/ppt/ink/ink3380.xml" ContentType="application/inkml+xml"/>
  <Override PartName="/ppt/ink/ink3381.xml" ContentType="application/inkml+xml"/>
  <Override PartName="/ppt/ink/ink3382.xml" ContentType="application/inkml+xml"/>
  <Override PartName="/ppt/ink/ink3383.xml" ContentType="application/inkml+xml"/>
  <Override PartName="/ppt/ink/ink3384.xml" ContentType="application/inkml+xml"/>
  <Override PartName="/ppt/ink/ink3385.xml" ContentType="application/inkml+xml"/>
  <Override PartName="/ppt/ink/ink3386.xml" ContentType="application/inkml+xml"/>
  <Override PartName="/ppt/ink/ink3387.xml" ContentType="application/inkml+xml"/>
  <Override PartName="/ppt/ink/ink3388.xml" ContentType="application/inkml+xml"/>
  <Override PartName="/ppt/ink/ink3389.xml" ContentType="application/inkml+xml"/>
  <Override PartName="/ppt/ink/ink3390.xml" ContentType="application/inkml+xml"/>
  <Override PartName="/ppt/ink/ink3391.xml" ContentType="application/inkml+xml"/>
  <Override PartName="/ppt/ink/ink3392.xml" ContentType="application/inkml+xml"/>
  <Override PartName="/ppt/ink/ink3393.xml" ContentType="application/inkml+xml"/>
  <Override PartName="/ppt/ink/ink3394.xml" ContentType="application/inkml+xml"/>
  <Override PartName="/ppt/ink/ink3395.xml" ContentType="application/inkml+xml"/>
  <Override PartName="/ppt/ink/ink3396.xml" ContentType="application/inkml+xml"/>
  <Override PartName="/ppt/ink/ink3397.xml" ContentType="application/inkml+xml"/>
  <Override PartName="/ppt/ink/ink3398.xml" ContentType="application/inkml+xml"/>
  <Override PartName="/ppt/ink/ink3399.xml" ContentType="application/inkml+xml"/>
  <Override PartName="/ppt/ink/ink3400.xml" ContentType="application/inkml+xml"/>
  <Override PartName="/ppt/ink/ink3401.xml" ContentType="application/inkml+xml"/>
  <Override PartName="/ppt/ink/ink3402.xml" ContentType="application/inkml+xml"/>
  <Override PartName="/ppt/ink/ink3403.xml" ContentType="application/inkml+xml"/>
  <Override PartName="/ppt/ink/ink3404.xml" ContentType="application/inkml+xml"/>
  <Override PartName="/ppt/ink/ink3405.xml" ContentType="application/inkml+xml"/>
  <Override PartName="/ppt/ink/ink3406.xml" ContentType="application/inkml+xml"/>
  <Override PartName="/ppt/ink/ink3407.xml" ContentType="application/inkml+xml"/>
  <Override PartName="/ppt/ink/ink3408.xml" ContentType="application/inkml+xml"/>
  <Override PartName="/ppt/ink/ink3409.xml" ContentType="application/inkml+xml"/>
  <Override PartName="/ppt/ink/ink3410.xml" ContentType="application/inkml+xml"/>
  <Override PartName="/ppt/ink/ink3411.xml" ContentType="application/inkml+xml"/>
  <Override PartName="/ppt/ink/ink3412.xml" ContentType="application/inkml+xml"/>
  <Override PartName="/ppt/ink/ink3413.xml" ContentType="application/inkml+xml"/>
  <Override PartName="/ppt/ink/ink3414.xml" ContentType="application/inkml+xml"/>
  <Override PartName="/ppt/ink/ink3415.xml" ContentType="application/inkml+xml"/>
  <Override PartName="/ppt/ink/ink3416.xml" ContentType="application/inkml+xml"/>
  <Override PartName="/ppt/ink/ink3417.xml" ContentType="application/inkml+xml"/>
  <Override PartName="/ppt/ink/ink3418.xml" ContentType="application/inkml+xml"/>
  <Override PartName="/ppt/ink/ink3419.xml" ContentType="application/inkml+xml"/>
  <Override PartName="/ppt/ink/ink3420.xml" ContentType="application/inkml+xml"/>
  <Override PartName="/ppt/ink/ink3421.xml" ContentType="application/inkml+xml"/>
  <Override PartName="/ppt/ink/ink3422.xml" ContentType="application/inkml+xml"/>
  <Override PartName="/ppt/ink/ink3423.xml" ContentType="application/inkml+xml"/>
  <Override PartName="/ppt/ink/ink3424.xml" ContentType="application/inkml+xml"/>
  <Override PartName="/ppt/ink/ink3425.xml" ContentType="application/inkml+xml"/>
  <Override PartName="/ppt/ink/ink3426.xml" ContentType="application/inkml+xml"/>
  <Override PartName="/ppt/ink/ink3427.xml" ContentType="application/inkml+xml"/>
  <Override PartName="/ppt/ink/ink3428.xml" ContentType="application/inkml+xml"/>
  <Override PartName="/ppt/ink/ink3429.xml" ContentType="application/inkml+xml"/>
  <Override PartName="/ppt/ink/ink3430.xml" ContentType="application/inkml+xml"/>
  <Override PartName="/ppt/ink/ink3431.xml" ContentType="application/inkml+xml"/>
  <Override PartName="/ppt/ink/ink3432.xml" ContentType="application/inkml+xml"/>
  <Override PartName="/ppt/ink/ink3433.xml" ContentType="application/inkml+xml"/>
  <Override PartName="/ppt/ink/ink3434.xml" ContentType="application/inkml+xml"/>
  <Override PartName="/ppt/ink/ink3435.xml" ContentType="application/inkml+xml"/>
  <Override PartName="/ppt/ink/ink3436.xml" ContentType="application/inkml+xml"/>
  <Override PartName="/ppt/ink/ink3437.xml" ContentType="application/inkml+xml"/>
  <Override PartName="/ppt/ink/ink3438.xml" ContentType="application/inkml+xml"/>
  <Override PartName="/ppt/ink/ink3439.xml" ContentType="application/inkml+xml"/>
  <Override PartName="/ppt/ink/ink3440.xml" ContentType="application/inkml+xml"/>
  <Override PartName="/ppt/ink/ink3441.xml" ContentType="application/inkml+xml"/>
  <Override PartName="/ppt/ink/ink3442.xml" ContentType="application/inkml+xml"/>
  <Override PartName="/ppt/ink/ink3443.xml" ContentType="application/inkml+xml"/>
  <Override PartName="/ppt/ink/ink3444.xml" ContentType="application/inkml+xml"/>
  <Override PartName="/ppt/ink/ink3445.xml" ContentType="application/inkml+xml"/>
  <Override PartName="/ppt/ink/ink3446.xml" ContentType="application/inkml+xml"/>
  <Override PartName="/ppt/ink/ink3447.xml" ContentType="application/inkml+xml"/>
  <Override PartName="/ppt/ink/ink3448.xml" ContentType="application/inkml+xml"/>
  <Override PartName="/ppt/ink/ink3449.xml" ContentType="application/inkml+xml"/>
  <Override PartName="/ppt/ink/ink3450.xml" ContentType="application/inkml+xml"/>
  <Override PartName="/ppt/ink/ink3451.xml" ContentType="application/inkml+xml"/>
  <Override PartName="/ppt/ink/ink3452.xml" ContentType="application/inkml+xml"/>
  <Override PartName="/ppt/ink/ink3453.xml" ContentType="application/inkml+xml"/>
  <Override PartName="/ppt/ink/ink3454.xml" ContentType="application/inkml+xml"/>
  <Override PartName="/ppt/ink/ink3455.xml" ContentType="application/inkml+xml"/>
  <Override PartName="/ppt/ink/ink3456.xml" ContentType="application/inkml+xml"/>
  <Override PartName="/ppt/ink/ink3457.xml" ContentType="application/inkml+xml"/>
  <Override PartName="/ppt/ink/ink3458.xml" ContentType="application/inkml+xml"/>
  <Override PartName="/ppt/ink/ink3459.xml" ContentType="application/inkml+xml"/>
  <Override PartName="/ppt/ink/ink3460.xml" ContentType="application/inkml+xml"/>
  <Override PartName="/ppt/ink/ink3461.xml" ContentType="application/inkml+xml"/>
  <Override PartName="/ppt/ink/ink3462.xml" ContentType="application/inkml+xml"/>
  <Override PartName="/ppt/ink/ink3463.xml" ContentType="application/inkml+xml"/>
  <Override PartName="/ppt/ink/ink3464.xml" ContentType="application/inkml+xml"/>
  <Override PartName="/ppt/ink/ink3465.xml" ContentType="application/inkml+xml"/>
  <Override PartName="/ppt/ink/ink3466.xml" ContentType="application/inkml+xml"/>
  <Override PartName="/ppt/ink/ink3467.xml" ContentType="application/inkml+xml"/>
  <Override PartName="/ppt/ink/ink3468.xml" ContentType="application/inkml+xml"/>
  <Override PartName="/ppt/ink/ink3469.xml" ContentType="application/inkml+xml"/>
  <Override PartName="/ppt/ink/ink3470.xml" ContentType="application/inkml+xml"/>
  <Override PartName="/ppt/ink/ink3471.xml" ContentType="application/inkml+xml"/>
  <Override PartName="/ppt/ink/ink3472.xml" ContentType="application/inkml+xml"/>
  <Override PartName="/ppt/ink/ink3473.xml" ContentType="application/inkml+xml"/>
  <Override PartName="/ppt/ink/ink3474.xml" ContentType="application/inkml+xml"/>
  <Override PartName="/ppt/ink/ink3475.xml" ContentType="application/inkml+xml"/>
  <Override PartName="/ppt/ink/ink3476.xml" ContentType="application/inkml+xml"/>
  <Override PartName="/ppt/ink/ink3477.xml" ContentType="application/inkml+xml"/>
  <Override PartName="/ppt/ink/ink3478.xml" ContentType="application/inkml+xml"/>
  <Override PartName="/ppt/ink/ink3479.xml" ContentType="application/inkml+xml"/>
  <Override PartName="/ppt/ink/ink3480.xml" ContentType="application/inkml+xml"/>
  <Override PartName="/ppt/ink/ink3481.xml" ContentType="application/inkml+xml"/>
  <Override PartName="/ppt/ink/ink3482.xml" ContentType="application/inkml+xml"/>
  <Override PartName="/ppt/ink/ink3483.xml" ContentType="application/inkml+xml"/>
  <Override PartName="/ppt/ink/ink3484.xml" ContentType="application/inkml+xml"/>
  <Override PartName="/ppt/ink/ink3485.xml" ContentType="application/inkml+xml"/>
  <Override PartName="/ppt/ink/ink3486.xml" ContentType="application/inkml+xml"/>
  <Override PartName="/ppt/ink/ink3487.xml" ContentType="application/inkml+xml"/>
  <Override PartName="/ppt/ink/ink3488.xml" ContentType="application/inkml+xml"/>
  <Override PartName="/ppt/ink/ink3489.xml" ContentType="application/inkml+xml"/>
  <Override PartName="/ppt/ink/ink3490.xml" ContentType="application/inkml+xml"/>
  <Override PartName="/ppt/ink/ink3491.xml" ContentType="application/inkml+xml"/>
  <Override PartName="/ppt/ink/ink3492.xml" ContentType="application/inkml+xml"/>
  <Override PartName="/ppt/ink/ink3493.xml" ContentType="application/inkml+xml"/>
  <Override PartName="/ppt/ink/ink3494.xml" ContentType="application/inkml+xml"/>
  <Override PartName="/ppt/ink/ink3495.xml" ContentType="application/inkml+xml"/>
  <Override PartName="/ppt/ink/ink3496.xml" ContentType="application/inkml+xml"/>
  <Override PartName="/ppt/ink/ink3497.xml" ContentType="application/inkml+xml"/>
  <Override PartName="/ppt/ink/ink3498.xml" ContentType="application/inkml+xml"/>
  <Override PartName="/ppt/ink/ink3499.xml" ContentType="application/inkml+xml"/>
  <Override PartName="/ppt/ink/ink3500.xml" ContentType="application/inkml+xml"/>
  <Override PartName="/ppt/ink/ink3501.xml" ContentType="application/inkml+xml"/>
  <Override PartName="/ppt/ink/ink3502.xml" ContentType="application/inkml+xml"/>
  <Override PartName="/ppt/ink/ink3503.xml" ContentType="application/inkml+xml"/>
  <Override PartName="/ppt/ink/ink3504.xml" ContentType="application/inkml+xml"/>
  <Override PartName="/ppt/ink/ink3505.xml" ContentType="application/inkml+xml"/>
  <Override PartName="/ppt/ink/ink3506.xml" ContentType="application/inkml+xml"/>
  <Override PartName="/ppt/ink/ink3507.xml" ContentType="application/inkml+xml"/>
  <Override PartName="/ppt/ink/ink3508.xml" ContentType="application/inkml+xml"/>
  <Override PartName="/ppt/ink/ink3509.xml" ContentType="application/inkml+xml"/>
  <Override PartName="/ppt/ink/ink3510.xml" ContentType="application/inkml+xml"/>
  <Override PartName="/ppt/ink/ink3511.xml" ContentType="application/inkml+xml"/>
  <Override PartName="/ppt/ink/ink3512.xml" ContentType="application/inkml+xml"/>
  <Override PartName="/ppt/ink/ink3513.xml" ContentType="application/inkml+xml"/>
  <Override PartName="/ppt/ink/ink3514.xml" ContentType="application/inkml+xml"/>
  <Override PartName="/ppt/ink/ink3515.xml" ContentType="application/inkml+xml"/>
  <Override PartName="/ppt/ink/ink3516.xml" ContentType="application/inkml+xml"/>
  <Override PartName="/ppt/ink/ink3517.xml" ContentType="application/inkml+xml"/>
  <Override PartName="/ppt/ink/ink3518.xml" ContentType="application/inkml+xml"/>
  <Override PartName="/ppt/ink/ink3519.xml" ContentType="application/inkml+xml"/>
  <Override PartName="/ppt/ink/ink3520.xml" ContentType="application/inkml+xml"/>
  <Override PartName="/ppt/ink/ink3521.xml" ContentType="application/inkml+xml"/>
  <Override PartName="/ppt/ink/ink3522.xml" ContentType="application/inkml+xml"/>
  <Override PartName="/ppt/ink/ink3523.xml" ContentType="application/inkml+xml"/>
  <Override PartName="/ppt/ink/ink3524.xml" ContentType="application/inkml+xml"/>
  <Override PartName="/ppt/ink/ink3525.xml" ContentType="application/inkml+xml"/>
  <Override PartName="/ppt/ink/ink3526.xml" ContentType="application/inkml+xml"/>
  <Override PartName="/ppt/ink/ink3527.xml" ContentType="application/inkml+xml"/>
  <Override PartName="/ppt/ink/ink3528.xml" ContentType="application/inkml+xml"/>
  <Override PartName="/ppt/ink/ink3529.xml" ContentType="application/inkml+xml"/>
  <Override PartName="/ppt/ink/ink3530.xml" ContentType="application/inkml+xml"/>
  <Override PartName="/ppt/ink/ink3531.xml" ContentType="application/inkml+xml"/>
  <Override PartName="/ppt/ink/ink3532.xml" ContentType="application/inkml+xml"/>
  <Override PartName="/ppt/ink/ink3533.xml" ContentType="application/inkml+xml"/>
  <Override PartName="/ppt/ink/ink3534.xml" ContentType="application/inkml+xml"/>
  <Override PartName="/ppt/ink/ink3535.xml" ContentType="application/inkml+xml"/>
  <Override PartName="/ppt/ink/ink3536.xml" ContentType="application/inkml+xml"/>
  <Override PartName="/ppt/ink/ink3537.xml" ContentType="application/inkml+xml"/>
  <Override PartName="/ppt/ink/ink3538.xml" ContentType="application/inkml+xml"/>
  <Override PartName="/ppt/ink/ink3539.xml" ContentType="application/inkml+xml"/>
  <Override PartName="/ppt/ink/ink3540.xml" ContentType="application/inkml+xml"/>
  <Override PartName="/ppt/ink/ink3541.xml" ContentType="application/inkml+xml"/>
  <Override PartName="/ppt/ink/ink3542.xml" ContentType="application/inkml+xml"/>
  <Override PartName="/ppt/ink/ink3543.xml" ContentType="application/inkml+xml"/>
  <Override PartName="/ppt/ink/ink3544.xml" ContentType="application/inkml+xml"/>
  <Override PartName="/ppt/ink/ink3545.xml" ContentType="application/inkml+xml"/>
  <Override PartName="/ppt/ink/ink3546.xml" ContentType="application/inkml+xml"/>
  <Override PartName="/ppt/ink/ink3547.xml" ContentType="application/inkml+xml"/>
  <Override PartName="/ppt/ink/ink3548.xml" ContentType="application/inkml+xml"/>
  <Override PartName="/ppt/ink/ink3549.xml" ContentType="application/inkml+xml"/>
  <Override PartName="/ppt/ink/ink3550.xml" ContentType="application/inkml+xml"/>
  <Override PartName="/ppt/ink/ink3551.xml" ContentType="application/inkml+xml"/>
  <Override PartName="/ppt/ink/ink3552.xml" ContentType="application/inkml+xml"/>
  <Override PartName="/ppt/ink/ink3553.xml" ContentType="application/inkml+xml"/>
  <Override PartName="/ppt/ink/ink3554.xml" ContentType="application/inkml+xml"/>
  <Override PartName="/ppt/ink/ink3555.xml" ContentType="application/inkml+xml"/>
  <Override PartName="/ppt/ink/ink3556.xml" ContentType="application/inkml+xml"/>
  <Override PartName="/ppt/ink/ink3557.xml" ContentType="application/inkml+xml"/>
  <Override PartName="/ppt/ink/ink3558.xml" ContentType="application/inkml+xml"/>
  <Override PartName="/ppt/ink/ink3559.xml" ContentType="application/inkml+xml"/>
  <Override PartName="/ppt/ink/ink3560.xml" ContentType="application/inkml+xml"/>
  <Override PartName="/ppt/ink/ink3561.xml" ContentType="application/inkml+xml"/>
  <Override PartName="/ppt/ink/ink3562.xml" ContentType="application/inkml+xml"/>
  <Override PartName="/ppt/ink/ink3563.xml" ContentType="application/inkml+xml"/>
  <Override PartName="/ppt/ink/ink3564.xml" ContentType="application/inkml+xml"/>
  <Override PartName="/ppt/ink/ink3565.xml" ContentType="application/inkml+xml"/>
  <Override PartName="/ppt/ink/ink3566.xml" ContentType="application/inkml+xml"/>
  <Override PartName="/ppt/ink/ink3567.xml" ContentType="application/inkml+xml"/>
  <Override PartName="/ppt/ink/ink3568.xml" ContentType="application/inkml+xml"/>
  <Override PartName="/ppt/ink/ink3569.xml" ContentType="application/inkml+xml"/>
  <Override PartName="/ppt/ink/ink3570.xml" ContentType="application/inkml+xml"/>
  <Override PartName="/ppt/ink/ink3571.xml" ContentType="application/inkml+xml"/>
  <Override PartName="/ppt/ink/ink3572.xml" ContentType="application/inkml+xml"/>
  <Override PartName="/ppt/ink/ink3573.xml" ContentType="application/inkml+xml"/>
  <Override PartName="/ppt/ink/ink3574.xml" ContentType="application/inkml+xml"/>
  <Override PartName="/ppt/ink/ink3575.xml" ContentType="application/inkml+xml"/>
  <Override PartName="/ppt/ink/ink3576.xml" ContentType="application/inkml+xml"/>
  <Override PartName="/ppt/ink/ink3577.xml" ContentType="application/inkml+xml"/>
  <Override PartName="/ppt/ink/ink3578.xml" ContentType="application/inkml+xml"/>
  <Override PartName="/ppt/ink/ink3579.xml" ContentType="application/inkml+xml"/>
  <Override PartName="/ppt/ink/ink3580.xml" ContentType="application/inkml+xml"/>
  <Override PartName="/ppt/ink/ink3581.xml" ContentType="application/inkml+xml"/>
  <Override PartName="/ppt/ink/ink3582.xml" ContentType="application/inkml+xml"/>
  <Override PartName="/ppt/ink/ink3583.xml" ContentType="application/inkml+xml"/>
  <Override PartName="/ppt/ink/ink3584.xml" ContentType="application/inkml+xml"/>
  <Override PartName="/ppt/ink/ink3585.xml" ContentType="application/inkml+xml"/>
  <Override PartName="/ppt/ink/ink3586.xml" ContentType="application/inkml+xml"/>
  <Override PartName="/ppt/ink/ink3587.xml" ContentType="application/inkml+xml"/>
  <Override PartName="/ppt/ink/ink3588.xml" ContentType="application/inkml+xml"/>
  <Override PartName="/ppt/ink/ink3589.xml" ContentType="application/inkml+xml"/>
  <Override PartName="/ppt/ink/ink3590.xml" ContentType="application/inkml+xml"/>
  <Override PartName="/ppt/ink/ink3591.xml" ContentType="application/inkml+xml"/>
  <Override PartName="/ppt/ink/ink3592.xml" ContentType="application/inkml+xml"/>
  <Override PartName="/ppt/ink/ink3593.xml" ContentType="application/inkml+xml"/>
  <Override PartName="/ppt/ink/ink3594.xml" ContentType="application/inkml+xml"/>
  <Override PartName="/ppt/ink/ink3595.xml" ContentType="application/inkml+xml"/>
  <Override PartName="/ppt/ink/ink3596.xml" ContentType="application/inkml+xml"/>
  <Override PartName="/ppt/ink/ink3597.xml" ContentType="application/inkml+xml"/>
  <Override PartName="/ppt/ink/ink3598.xml" ContentType="application/inkml+xml"/>
  <Override PartName="/ppt/ink/ink3599.xml" ContentType="application/inkml+xml"/>
  <Override PartName="/ppt/ink/ink3600.xml" ContentType="application/inkml+xml"/>
  <Override PartName="/ppt/ink/ink3601.xml" ContentType="application/inkml+xml"/>
  <Override PartName="/ppt/ink/ink3602.xml" ContentType="application/inkml+xml"/>
  <Override PartName="/ppt/ink/ink3603.xml" ContentType="application/inkml+xml"/>
  <Override PartName="/ppt/ink/ink3604.xml" ContentType="application/inkml+xml"/>
  <Override PartName="/ppt/ink/ink3605.xml" ContentType="application/inkml+xml"/>
  <Override PartName="/ppt/ink/ink3606.xml" ContentType="application/inkml+xml"/>
  <Override PartName="/ppt/ink/ink3607.xml" ContentType="application/inkml+xml"/>
  <Override PartName="/ppt/ink/ink3608.xml" ContentType="application/inkml+xml"/>
  <Override PartName="/ppt/ink/ink3609.xml" ContentType="application/inkml+xml"/>
  <Override PartName="/ppt/ink/ink3610.xml" ContentType="application/inkml+xml"/>
  <Override PartName="/ppt/ink/ink3611.xml" ContentType="application/inkml+xml"/>
  <Override PartName="/ppt/ink/ink3612.xml" ContentType="application/inkml+xml"/>
  <Override PartName="/ppt/ink/ink3613.xml" ContentType="application/inkml+xml"/>
  <Override PartName="/ppt/ink/ink3614.xml" ContentType="application/inkml+xml"/>
  <Override PartName="/ppt/ink/ink3615.xml" ContentType="application/inkml+xml"/>
  <Override PartName="/ppt/ink/ink3616.xml" ContentType="application/inkml+xml"/>
  <Override PartName="/ppt/ink/ink3617.xml" ContentType="application/inkml+xml"/>
  <Override PartName="/ppt/ink/ink3618.xml" ContentType="application/inkml+xml"/>
  <Override PartName="/ppt/ink/ink3619.xml" ContentType="application/inkml+xml"/>
  <Override PartName="/ppt/ink/ink3620.xml" ContentType="application/inkml+xml"/>
  <Override PartName="/ppt/ink/ink362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28" r:id="rId3"/>
    <p:sldId id="382" r:id="rId4"/>
    <p:sldId id="343" r:id="rId5"/>
    <p:sldId id="358" r:id="rId6"/>
    <p:sldId id="383" r:id="rId7"/>
    <p:sldId id="359" r:id="rId8"/>
    <p:sldId id="360" r:id="rId9"/>
    <p:sldId id="361" r:id="rId10"/>
    <p:sldId id="370" r:id="rId11"/>
    <p:sldId id="363" r:id="rId12"/>
    <p:sldId id="388" r:id="rId13"/>
    <p:sldId id="389" r:id="rId14"/>
    <p:sldId id="365" r:id="rId15"/>
    <p:sldId id="366" r:id="rId16"/>
    <p:sldId id="377" r:id="rId17"/>
    <p:sldId id="384" r:id="rId18"/>
    <p:sldId id="378" r:id="rId19"/>
    <p:sldId id="379" r:id="rId20"/>
    <p:sldId id="257" r:id="rId21"/>
    <p:sldId id="258" r:id="rId22"/>
    <p:sldId id="259" r:id="rId23"/>
    <p:sldId id="380" r:id="rId24"/>
    <p:sldId id="381" r:id="rId25"/>
    <p:sldId id="260" r:id="rId26"/>
    <p:sldId id="390" r:id="rId27"/>
    <p:sldId id="385" r:id="rId28"/>
    <p:sldId id="386" r:id="rId29"/>
    <p:sldId id="261" r:id="rId30"/>
    <p:sldId id="262" r:id="rId31"/>
    <p:sldId id="263" r:id="rId32"/>
    <p:sldId id="264" r:id="rId33"/>
    <p:sldId id="265" r:id="rId34"/>
    <p:sldId id="266" r:id="rId35"/>
    <p:sldId id="269" r:id="rId36"/>
    <p:sldId id="267" r:id="rId37"/>
    <p:sldId id="387" r:id="rId38"/>
    <p:sldId id="270" r:id="rId39"/>
    <p:sldId id="271" r:id="rId40"/>
    <p:sldId id="272" r:id="rId41"/>
    <p:sldId id="371" r:id="rId42"/>
    <p:sldId id="372" r:id="rId43"/>
    <p:sldId id="373" r:id="rId44"/>
    <p:sldId id="376" r:id="rId45"/>
    <p:sldId id="273" r:id="rId46"/>
    <p:sldId id="274" r:id="rId47"/>
    <p:sldId id="275" r:id="rId48"/>
    <p:sldId id="276" r:id="rId49"/>
    <p:sldId id="277" r:id="rId50"/>
    <p:sldId id="278" r:id="rId51"/>
    <p:sldId id="279" r:id="rId52"/>
    <p:sldId id="280" r:id="rId53"/>
    <p:sldId id="281" r:id="rId54"/>
    <p:sldId id="283" r:id="rId55"/>
    <p:sldId id="284" r:id="rId5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11" autoAdjust="0"/>
    <p:restoredTop sz="94660"/>
  </p:normalViewPr>
  <p:slideViewPr>
    <p:cSldViewPr>
      <p:cViewPr>
        <p:scale>
          <a:sx n="115" d="100"/>
          <a:sy n="115" d="100"/>
        </p:scale>
        <p:origin x="77" y="3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32.775"/>
    </inkml:context>
    <inkml:brush xml:id="br0">
      <inkml:brushProperty name="width" value="0.1" units="cm"/>
      <inkml:brushProperty name="height" value="0.1" units="cm"/>
    </inkml:brush>
  </inkml:definitions>
  <inkml:trace contextRef="#ctx0" brushRef="#br0">1 211 5985 0 0,'49'-211'12058'0'0,"-51"220"-10855"0"0,1 0 0 0 0,1 0 1 0 0,0 17-1 0 0,11 86-1523 0 0,-5-64 669 0 0,76 417-289 0 0,-18-149-56 0 0,-62-298-390 0 0,0-1 1 0 0,0 1-1 0 0,-2-1 1 0 0,0 1-1 0 0,-1-1 0 0 0,-1 1 1 0 0,-4 17-1 0 0,1-14-6827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33.328"/>
    </inkml:context>
    <inkml:brush xml:id="br0">
      <inkml:brushProperty name="width" value="0.1" units="cm"/>
      <inkml:brushProperty name="height" value="0.1" units="cm"/>
    </inkml:brush>
  </inkml:definitions>
  <inkml:trace contextRef="#ctx0" brushRef="#br0">139 52 6449 0 0,'3'-11'749'0'0,"-2"9"-542"0"0,0 1 1 0 0,0-1-1 0 0,0 0 1 0 0,0 0-1 0 0,-1 0 1 0 0,1 0-1 0 0,-1 0 1 0 0,1 0-1 0 0,-1 0 1 0 0,0 0-1 0 0,0 0 0 0 0,0 0 1 0 0,0 0-1 0 0,0 0 1 0 0,0 0-1 0 0,0 0 1 0 0,-1 0-1 0 0,0-2 1 0 0,0 3-88 0 0,0 1 1 0 0,1 0-1 0 0,-1 0 0 0 0,0 0 1 0 0,0 0-1 0 0,0 0 1 0 0,0 0-1 0 0,0 0 0 0 0,1 0 1 0 0,-1 0-1 0 0,0 1 1 0 0,0-1-1 0 0,0 0 0 0 0,1 0 1 0 0,-1 1-1 0 0,0-1 1 0 0,0 1-1 0 0,0-1 0 0 0,1 1 1 0 0,-1-1-1 0 0,0 1 1 0 0,1-1-1 0 0,-1 1 0 0 0,0 0 1 0 0,-19 19 1137 0 0,18-18-1041 0 0,-9 9 206 0 0,-46 54 816 0 0,52-59-1167 0 0,0 1 0 0 0,1-1-1 0 0,0 1 1 0 0,0 0-1 0 0,1 0 1 0 0,0 0 0 0 0,0 1-1 0 0,-2 11 1 0 0,4-17-72 0 0,1-1 1 0 0,0 0-1 0 0,0 0 1 0 0,0 0-1 0 0,1 1 0 0 0,-1-1 1 0 0,0 0-1 0 0,0 0 1 0 0,1 0-1 0 0,-1 0 1 0 0,0 0-1 0 0,1 0 0 0 0,-1 1 1 0 0,1-1-1 0 0,0 0 1 0 0,-1 0-1 0 0,1 0 1 0 0,0-1-1 0 0,0 1 1 0 0,-1 0-1 0 0,1 0 0 0 0,0 0 1 0 0,0 0-1 0 0,0-1 1 0 0,0 1-1 0 0,0 0 1 0 0,0-1-1 0 0,0 1 0 0 0,0-1 1 0 0,0 0-1 0 0,1 1 1 0 0,-1-1-1 0 0,0 0 1 0 0,0 1-1 0 0,0-1 0 0 0,0 0 1 0 0,1 0-1 0 0,1 0 1 0 0,9 1-8 0 0,0 0 0 0 0,0-1 0 0 0,14-2 0 0 0,-7 1 2 0 0,-6 0-6 0 0,0 2 0 0 0,-1 0 1 0 0,1 0-1 0 0,0 1 0 0 0,-1 1 1 0 0,0 0-1 0 0,20 7 0 0 0,-28-8 10 0 0,-1 0-1 0 0,1 0 0 0 0,-1 0 1 0 0,1 0-1 0 0,-1 1 1 0 0,1-1-1 0 0,-1 1 1 0 0,0 0-1 0 0,0 0 1 0 0,-1 0-1 0 0,1 0 0 0 0,-1 0 1 0 0,1 1-1 0 0,-1-1 1 0 0,0 1-1 0 0,0 0 1 0 0,-1 0-1 0 0,1-1 1 0 0,-1 1-1 0 0,1 0 0 0 0,-1 0 1 0 0,-1 1-1 0 0,1-1 1 0 0,-1 0-1 0 0,1 0 1 0 0,-1 0-1 0 0,-1 6 0 0 0,0 0 151 0 0,-1 0 0 0 0,0 0-1 0 0,-1 1 1 0 0,0-2-1 0 0,-1 1 1 0 0,0 0-1 0 0,0-1 1 0 0,-1 1 0 0 0,0-1-1 0 0,-1-1 1 0 0,0 1-1 0 0,-11 12 1 0 0,2-4-112 0 0,-2 0 0 0 0,1-1 1 0 0,-2-1-1 0 0,-30 20 0 0 0,6-12-3257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33.941"/>
    </inkml:context>
    <inkml:brush xml:id="br0">
      <inkml:brushProperty name="width" value="0.1" units="cm"/>
      <inkml:brushProperty name="height" value="0.1" units="cm"/>
    </inkml:brush>
  </inkml:definitions>
  <inkml:trace contextRef="#ctx0" brushRef="#br0">275 117 6913 0 0,'-3'-3'174'0'0,"0"0"-1"0"0,0 1 0 0 0,0-1 0 0 0,0 1 0 0 0,-1 0 0 0 0,1 0 0 0 0,-1 0 0 0 0,1 0 0 0 0,-1 0 0 0 0,0 1 0 0 0,0 0 0 0 0,1-1 1 0 0,-1 2-1 0 0,0-1 0 0 0,0 0 0 0 0,0 1 0 0 0,-5-1 0 0 0,3 2 160 0 0,0 0 0 0 0,0 0 0 0 0,0 0 1 0 0,0 1-1 0 0,1-1 0 0 0,-1 1 0 0 0,1 1 0 0 0,-1-1 0 0 0,1 1 1 0 0,-9 5-1 0 0,4 0 93 0 0,0 0 0 0 0,0 0 0 0 0,0 1 0 0 0,1 1 0 0 0,0 0 0 0 0,1 0 0 0 0,0 0 0 0 0,1 1 0 0 0,-12 23 1 0 0,12-16-367 0 0,0 1 0 0 0,2 0 1 0 0,0 1-1 0 0,1-1 1 0 0,1 1-1 0 0,1 0 0 0 0,1 0 1 0 0,2 38-1 0 0,3-17 31 0 0,1 0-1 0 0,3 0 1 0 0,15 49-1 0 0,-18-74-89 0 0,1 0 0 0 0,0-1-1 0 0,1 0 1 0 0,0 0 0 0 0,1-1 0 0 0,1 0 0 0 0,0 0-1 0 0,1-1 1 0 0,15 16 0 0 0,-17-22-3 0 0,-1 0 0 0 0,2 0 0 0 0,-1-1 0 0 0,0 0 0 0 0,1-1 0 0 0,0 1 0 0 0,1-2 0 0 0,-1 1 0 0 0,1-1 0 0 0,-1-1 0 0 0,1 0 0 0 0,0 0 0 0 0,1-1 0 0 0,-1 0 0 0 0,19 0 0 0 0,-14-2-85 0 0,0 0-1 0 0,0-1 1 0 0,0-1-1 0 0,-1-1 1 0 0,1 0-1 0 0,0-1 1 0 0,-1 0 0 0 0,0-1-1 0 0,0-1 1 0 0,-1 0-1 0 0,1-1 1 0 0,14-10-1 0 0,-18 10 70 0 0,-1 0 0 0 0,0 0 0 0 0,-1-1 0 0 0,1 0 0 0 0,-2-1 0 0 0,1 0 0 0 0,-1 0 0 0 0,0-1 0 0 0,-1 0 0 0 0,0 0 0 0 0,-1 0 0 0 0,0-1 0 0 0,-1 1 0 0 0,0-1 0 0 0,0 0 0 0 0,2-15 0 0 0,-2-2 328 0 0,-2-1-1 0 0,-1 1 1 0 0,0 0 0 0 0,-3-1 0 0 0,0 1-1 0 0,-2 0 1 0 0,-12-50 0 0 0,1 25-135 0 0,-3 1 0 0 0,-2 1 0 0 0,-28-53 0 0 0,37 84-613 0 0,0 1 0 0 0,-15-20 0 0 0,20 31-753 0 0,-1 0-1 0 0,1 1 1 0 0,-1 0 0 0 0,-10-6-1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34.708"/>
    </inkml:context>
    <inkml:brush xml:id="br0">
      <inkml:brushProperty name="width" value="0.1" units="cm"/>
      <inkml:brushProperty name="height" value="0.1" units="cm"/>
    </inkml:brush>
  </inkml:definitions>
  <inkml:trace contextRef="#ctx0" brushRef="#br0">183 41 6449 0 0,'1'-2'184'0'0,"-1"1"-1"0"0,-1-1 0 0 0,1 0 1 0 0,0 1-1 0 0,0-1 0 0 0,0 1 1 0 0,-1-1-1 0 0,1 0 0 0 0,-1 1 1 0 0,0-1-1 0 0,1 1 0 0 0,-1-1 1 0 0,0 1-1 0 0,0 0 0 0 0,0-1 0 0 0,0 1 1 0 0,0 0-1 0 0,0-1 0 0 0,0 1 1 0 0,0 0-1 0 0,0 0 0 0 0,-1 0 1 0 0,1 0-1 0 0,0 0 0 0 0,-1 0 1 0 0,1 0-1 0 0,-1 1 0 0 0,1-1 1 0 0,-1 1-1 0 0,1-1 0 0 0,-1 1 1 0 0,0-1-1 0 0,1 1 0 0 0,-1 0 1 0 0,0 0-1 0 0,1-1 0 0 0,-1 1 0 0 0,0 0 1 0 0,1 1-1 0 0,-1-1 0 0 0,1 0 1 0 0,-3 1-1 0 0,-2 0 141 0 0,0 0 1 0 0,0 0-1 0 0,0 1 0 0 0,1 0 1 0 0,-1 0-1 0 0,0 0 0 0 0,1 1 1 0 0,-1-1-1 0 0,1 1 0 0 0,-9 7 1 0 0,8-4-189 0 0,0 0 0 0 0,0-1 1 0 0,1 2-1 0 0,-1-1 0 0 0,2 1 1 0 0,-1 0-1 0 0,1 0 0 0 0,0 0 1 0 0,0 0-1 0 0,1 1 0 0 0,0 0 1 0 0,0-1-1 0 0,-2 11 0 0 0,5-17-134 0 0,0 1 1 0 0,1-1-1 0 0,-1 0 0 0 0,0 1 0 0 0,1-1 1 0 0,-1 1-1 0 0,0-1 0 0 0,1 0 0 0 0,0 1 0 0 0,-1-1 1 0 0,1 0-1 0 0,0 1 0 0 0,0-1 0 0 0,0 0 1 0 0,-1 0-1 0 0,1 0 0 0 0,0 0 0 0 0,1 0 0 0 0,-1 0 1 0 0,0 0-1 0 0,0 0 0 0 0,0 0 0 0 0,1-1 1 0 0,0 2-1 0 0,39 15-99 0 0,-30-13 60 0 0,25 9-19 0 0,-14-5 25 0 0,34 15-1 0 0,-51-20 57 0 0,0-1-1 0 0,0 1 1 0 0,-1 0 0 0 0,0 0-1 0 0,0 0 1 0 0,0 1 0 0 0,0-1 0 0 0,0 1-1 0 0,0 0 1 0 0,-1 0 0 0 0,0 0 0 0 0,5 8-1 0 0,-7-8 23 0 0,-1-1 0 0 0,1 0 0 0 0,0 0 0 0 0,-1 1 0 0 0,0-1 0 0 0,0 0 0 0 0,0 1 1 0 0,0-1-1 0 0,0 0 0 0 0,-1 1 0 0 0,1-1 0 0 0,-1 0 0 0 0,0 0 0 0 0,0 1 0 0 0,0-1 0 0 0,-1 0 0 0 0,1 0 0 0 0,-1 0 0 0 0,1 0 0 0 0,-1-1 0 0 0,0 1 0 0 0,0 0 0 0 0,-5 4 0 0 0,-6 7 156 0 0,0 0 1 0 0,-28 21-1 0 0,37-32-195 0 0,-37 27-448 0 0,11-11-5046 0 0,7-6-1273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4.487"/>
    </inkml:context>
    <inkml:brush xml:id="br0">
      <inkml:brushProperty name="width" value="0.1" units="cm"/>
      <inkml:brushProperty name="height" value="0.1" units="cm"/>
    </inkml:brush>
  </inkml:definitions>
  <inkml:trace contextRef="#ctx0" brushRef="#br0">559 99 1376 0 0,'-4'-7'355'0'0,"1"-1"0"0"0,-1 0 0 0 0,-1 1 1 0 0,1 0-1 0 0,-1 0 0 0 0,-1 0 0 0 0,1 1 0 0 0,-1 0 0 0 0,-11-9 0 0 0,15 13-200 0 0,0 0 0 0 0,0 0 0 0 0,-1 0 0 0 0,1 0-1 0 0,-1 1 1 0 0,1-1 0 0 0,-1 1 0 0 0,0 0 0 0 0,1 0 0 0 0,-1 0 0 0 0,0 0 0 0 0,0 0 0 0 0,0 1 0 0 0,0-1-1 0 0,0 1 1 0 0,0 0 0 0 0,0 0 0 0 0,1 0 0 0 0,-1 0 0 0 0,0 0 0 0 0,0 0 0 0 0,0 1 0 0 0,0 0-1 0 0,0 0 1 0 0,0-1 0 0 0,0 2 0 0 0,1-1 0 0 0,-1 0 0 0 0,0 0 0 0 0,-2 3 0 0 0,-8 7 171 0 0,1 0 0 0 0,0 1 0 0 0,1 1 0 0 0,0 0 0 0 0,1 0 0 0 0,-12 21 0 0 0,-43 94 882 0 0,36-59-442 0 0,-34 117 0 0 0,-2 79 221 0 0,38-149-699 0 0,-35 206 402 0 0,57-274-571 0 0,1-1 0 0 0,3 1 1 0 0,2 0-1 0 0,12 86 0 0 0,-9-114-59 0 0,0-1 0 0 0,1 0 0 0 0,0 0 0 0 0,2 0 0 0 0,0-1 0 0 0,1 0 0 0 0,1 0 0 0 0,1-1 0 0 0,0 0 0 0 0,2-1 0 0 0,-1 0 0 0 0,2-1 0 0 0,0 0 0 0 0,1-1 0 0 0,0 0 0 0 0,25 17 0 0 0,23 4-60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0.487"/>
    </inkml:context>
    <inkml:brush xml:id="br0">
      <inkml:brushProperty name="width" value="0.1" units="cm"/>
      <inkml:brushProperty name="height" value="0.1" units="cm"/>
    </inkml:brush>
  </inkml:definitions>
  <inkml:trace contextRef="#ctx0" brushRef="#br0">5 18 10802 0 0,'1'-18'1198'0'0,"4"45"2028"0"0,-9 211 954 0 0,-3-87-4560 0 0,7-104-2464 0 0,8 56 1 0 0,-3-60-2902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0.742"/>
    </inkml:context>
    <inkml:brush xml:id="br0">
      <inkml:brushProperty name="width" value="0.1" units="cm"/>
      <inkml:brushProperty name="height" value="0.1" units="cm"/>
    </inkml:brush>
  </inkml:definitions>
  <inkml:trace contextRef="#ctx0" brushRef="#br0">113 0 456 0 0,'-9'2'8355'0'0,"-1"10"-4892"0"0,-6 19-2691 0 0,13-24-160 0 0,-11 27 293 0 0,2 1 0 0 0,1 0 1 0 0,-12 66-1 0 0,16-54-845 0 0,3 0 0 0 0,0 73-1 0 0,5-102-164 0 0,0-1 0 0 0,1 1 0 0 0,6 21 0 0 0,-7-32-166 0 0,2-1 0 0 0,-1 1 0 0 0,0-1 0 0 0,1 1 0 0 0,1-1 0 0 0,-1 0 0 0 0,1 0 0 0 0,0-1 0 0 0,0 1 0 0 0,0-1 0 0 0,7 6 0 0 0,6 3-4817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1.345"/>
    </inkml:context>
    <inkml:brush xml:id="br0">
      <inkml:brushProperty name="width" value="0.1" units="cm"/>
      <inkml:brushProperty name="height" value="0.1" units="cm"/>
    </inkml:brush>
  </inkml:definitions>
  <inkml:trace contextRef="#ctx0" brushRef="#br0">108 205 1376 0 0,'-19'0'12973'0'0,"14"11"-13095"0"0,4-8-719 0 0,-6 19 1456 0 0,0 1 1 0 0,1 0 0 0 0,2 0 0 0 0,0 1-1 0 0,1-1 1 0 0,2 1 0 0 0,1 33 0 0 0,1-43-597 0 0,0-1 0 0 0,0 1 0 0 0,2-1 0 0 0,-1 1 0 0 0,2-1 0 0 0,0 0-1 0 0,0 0 1 0 0,2-1 0 0 0,-1 0 0 0 0,1 1 0 0 0,1-2 0 0 0,0 1 0 0 0,1-1 0 0 0,12 14 0 0 0,-13-18-18 0 0,1 0 0 0 0,-1-1 0 0 0,1 0 0 0 0,1 0-1 0 0,-1 0 1 0 0,1-1 0 0 0,0-1 0 0 0,16 7 0 0 0,-22-10-4 0 0,0 0-1 0 0,0 0 1 0 0,1-1 0 0 0,-1 1-1 0 0,0-1 1 0 0,0 1 0 0 0,1-1 0 0 0,-1 0-1 0 0,0 0 1 0 0,0-1 0 0 0,1 1-1 0 0,-1-1 1 0 0,0 1 0 0 0,0-1 0 0 0,0 0-1 0 0,0 0 1 0 0,1 0 0 0 0,-2-1-1 0 0,1 1 1 0 0,0-1 0 0 0,0 0 0 0 0,0 0-1 0 0,-1 0 1 0 0,1 0 0 0 0,-1 0-1 0 0,1 0 1 0 0,-1-1 0 0 0,0 1 0 0 0,3-6-1 0 0,2-4 44 0 0,0-1 0 0 0,-1 0-1 0 0,0 0 1 0 0,-1-1 0 0 0,-1 1 0 0 0,0-1-1 0 0,-1 0 1 0 0,-1 0 0 0 0,0 0 0 0 0,-1-1-1 0 0,0 1 1 0 0,-3-27 0 0 0,0 14 228 0 0,-2 0 1 0 0,-1 0 0 0 0,-1 1-1 0 0,-1 0 1 0 0,-21-48 0 0 0,18 51-122 0 0,-2 1 0 0 0,0 0 0 0 0,-2 1 1 0 0,0 0-1 0 0,-18-19 0 0 0,22 29-306 0 0,-1 0 0 0 0,0 0 0 0 0,-1 1 0 0 0,0 1 0 0 0,0 0 0 0 0,-1 0 0 0 0,0 1 0 0 0,-1 1 0 0 0,-21-8 0 0 0,6 7-1845 0 0,10 8-2197 0 0,-1 5-1727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1.646"/>
    </inkml:context>
    <inkml:brush xml:id="br0">
      <inkml:brushProperty name="width" value="0.1" units="cm"/>
      <inkml:brushProperty name="height" value="0.1" units="cm"/>
    </inkml:brush>
  </inkml:definitions>
  <inkml:trace contextRef="#ctx0" brushRef="#br0">1 53 14283 0 0,'0'0'16'0'0,"10"-33"1548"0"0,-10 32-1469 0 0,0 0 0 0 0,0 0 0 0 0,0 0 0 0 0,1 0 0 0 0,-1 0-1 0 0,0 0 1 0 0,1 1 0 0 0,-1-1 0 0 0,1 0 0 0 0,-1 0 0 0 0,1 0 0 0 0,-1 0-1 0 0,1 1 1 0 0,0-1 0 0 0,-1 0 0 0 0,1 1 0 0 0,0-1 0 0 0,0 0 0 0 0,-1 1 0 0 0,1-1-1 0 0,0 1 1 0 0,0-1 0 0 0,0 1 0 0 0,0 0 0 0 0,0-1 0 0 0,0 1 0 0 0,0 0-1 0 0,0 0 1 0 0,0-1 0 0 0,1 1 0 0 0,-1 2 95 0 0,0 0 0 0 0,0-1 0 0 0,0 1 0 0 0,0 0-1 0 0,0 0 1 0 0,-1 0 0 0 0,1 0 0 0 0,-1 0 0 0 0,1 0 0 0 0,-1 0 0 0 0,0 0-1 0 0,0 0 1 0 0,0 0 0 0 0,0 0 0 0 0,0 2 0 0 0,0 0 49 0 0,-11 224 1016 0 0,4-151-1269 0 0,4 105 0 0 0,9-119-1621 0 0,2 0-6131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2.312"/>
    </inkml:context>
    <inkml:brush xml:id="br0">
      <inkml:brushProperty name="width" value="0.1" units="cm"/>
      <inkml:brushProperty name="height" value="0.1" units="cm"/>
    </inkml:brush>
  </inkml:definitions>
  <inkml:trace contextRef="#ctx0" brushRef="#br0">82 84 6417 0 0,'-19'2'710'0'0,"-1"0"-1"0"0,-23 6 1 0 0,59-8 408 0 0,0 2 0 0 0,-1-1 1 0 0,19 5-1 0 0,-22-3-731 0 0,110 16 842 0 0,1-5 1 0 0,0-5 0 0 0,236-15 0 0 0,544-97 1115 0 0,-496 64-5277 0 0,-324 37 1950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5.136"/>
    </inkml:context>
    <inkml:brush xml:id="br0">
      <inkml:brushProperty name="width" value="0.1" units="cm"/>
      <inkml:brushProperty name="height" value="0.1" units="cm"/>
    </inkml:brush>
  </inkml:definitions>
  <inkml:trace contextRef="#ctx0" brushRef="#br0">48 55 6449 0 0,'-14'-18'724'0'0,"11"13"104"0"0,0 1 0 0 0,-1-1 1 0 0,0 1-1 0 0,0-1 0 0 0,0 1 0 0 0,-8-6 1 0 0,21 20 2504 0 0,5 12-2518 0 0,-3-5-380 0 0,309 485 1911 0 0,-277-427-2200 0 0,-2 2 0 0 0,-4 2 0 0 0,-4 1 0 0 0,30 108 0 0 0,-53-150-123 0 0,-2 0 1 0 0,-1 1-1 0 0,-3-1 0 0 0,0 1 1 0 0,-3 0-1 0 0,-1 0 0 0 0,-2 0 1 0 0,-2 0-1 0 0,-2 0 0 0 0,-1-1 1 0 0,-23 73-1 0 0,6-49-231 0 0,-5-1-98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6.417"/>
    </inkml:context>
    <inkml:brush xml:id="br0">
      <inkml:brushProperty name="width" value="0.1" units="cm"/>
      <inkml:brushProperty name="height" value="0.1" units="cm"/>
    </inkml:brush>
  </inkml:definitions>
  <inkml:trace contextRef="#ctx0" brushRef="#br0">213 405 5985 0 0,'-15'-5'914'0'0,"0"-1"-1"0"0,-1 0 1 0 0,2-1-1 0 0,-1 0 1 0 0,1-2-1 0 0,-19-13 0 0 0,29 18-639 0 0,-1 0 0 0 0,1 0 0 0 0,-1-1 0 0 0,2 1-1 0 0,-1-1 1 0 0,0 0 0 0 0,1 0 0 0 0,0 0 0 0 0,0 0-1 0 0,0-1 1 0 0,1 1 0 0 0,0-1 0 0 0,0 0 0 0 0,0 0-1 0 0,1 0 1 0 0,-1 1 0 0 0,2-1 0 0 0,-1 0 0 0 0,1-1-1 0 0,0-8 1 0 0,1 4-235 0 0,0 1-1 0 0,1-1 0 0 0,1 1 1 0 0,0 0-1 0 0,0 0 0 0 0,1 0 1 0 0,0 0-1 0 0,1 1 0 0 0,0 0 1 0 0,0 0-1 0 0,1 0 1 0 0,0 0-1 0 0,0 1 0 0 0,1 0 1 0 0,1 0-1 0 0,-1 1 0 0 0,1 0 1 0 0,0 0-1 0 0,1 1 0 0 0,-1 0 1 0 0,1 1-1 0 0,1 0 0 0 0,-1 0 1 0 0,1 1-1 0 0,-1 0 1 0 0,1 0-1 0 0,0 1 0 0 0,1 1 1 0 0,-1 0-1 0 0,0 0 0 0 0,1 1 1 0 0,-1 0-1 0 0,18 1 0 0 0,-24 0-56 0 0,-1 0-1 0 0,0 0 0 0 0,0 0 1 0 0,0 0-1 0 0,0 1 0 0 0,0 0 0 0 0,0-1 1 0 0,0 1-1 0 0,0 0 0 0 0,0 0 1 0 0,0 1-1 0 0,0-1 0 0 0,0 0 0 0 0,0 1 1 0 0,-1 0-1 0 0,1 0 0 0 0,-1 0 1 0 0,1 0-1 0 0,-1 0 0 0 0,0 0 0 0 0,0 1 1 0 0,0-1-1 0 0,0 1 0 0 0,0-1 0 0 0,-1 1 1 0 0,1 0-1 0 0,-1-1 0 0 0,2 4 1 0 0,-2 1-95 0 0,0 0 1 0 0,0-1 0 0 0,0 1 0 0 0,-1 0-1 0 0,0 0 1 0 0,0 0 0 0 0,0-1 0 0 0,-1 1 0 0 0,0 0-1 0 0,-1-1 1 0 0,1 1 0 0 0,-4 7 0 0 0,-17 42-353 0 0,-2-1-1 0 0,-50 84 1 0 0,20-43 360 0 0,49-86 44 0 0,0 0-1 0 0,1 1 0 0 0,0-1 0 0 0,1 0 0 0 0,0 1 0 0 0,1 0 0 0 0,0 0 0 0 0,1 0 0 0 0,0 0 0 0 0,0 0 0 0 0,2 20 1 0 0,0-26 3 0 0,0 1 1 0 0,0-1-1 0 0,1 0 1 0 0,-1 0 0 0 0,1 0-1 0 0,0 0 1 0 0,0 0-1 0 0,1-1 1 0 0,-1 1 0 0 0,1 0-1 0 0,0-1 1 0 0,0 0-1 0 0,1 0 1 0 0,-1 0 0 0 0,1 0-1 0 0,0-1 1 0 0,0 1-1 0 0,0-1 1 0 0,1 0 0 0 0,-1 0-1 0 0,1 0 1 0 0,-1-1-1 0 0,1 0 1 0 0,0 0 0 0 0,0 0-1 0 0,7 2 1 0 0,-2-2 210 0 0,0 0-1 0 0,-1-1 1 0 0,1 1 0 0 0,0-2-1 0 0,0 0 1 0 0,20-2 0 0 0,-25 2-17 0 0,0-1 0 0 0,-1 0 0 0 0,1 0 0 0 0,0 0 0 0 0,-1-1 0 0 0,1 1 0 0 0,-1-1 0 0 0,0 0 0 0 0,1-1 0 0 0,-1 1 0 0 0,0-1 0 0 0,0 1 0 0 0,-1-1 0 0 0,1 0 0 0 0,0-1 0 0 0,4-5 0 0 0,-6 6-47 0 0,-1 1-1 0 0,0-1 1 0 0,0 0 0 0 0,0 1 0 0 0,-1-1 0 0 0,1 0 0 0 0,0 0 0 0 0,-1 1 0 0 0,0-1 0 0 0,0 0 0 0 0,0 0 0 0 0,0 0 0 0 0,0 1 0 0 0,0-1 0 0 0,-1 0-1 0 0,0 0 1 0 0,1 1 0 0 0,-1-1 0 0 0,0 0 0 0 0,0 1 0 0 0,0-1 0 0 0,-1 1 0 0 0,1-1 0 0 0,-1 1 0 0 0,-1-3 0 0 0,-3-4 145 0 0,-1 1 1 0 0,0-1 0 0 0,0 1 0 0 0,0 1 0 0 0,-12-10-1 0 0,-1 1-126 0 0,-1 2 0 0 0,-1 0 0 0 0,0 1 0 0 0,0 1 0 0 0,-1 1 0 0 0,-38-12-1 0 0,42 17-768 0 0,0 2-1 0 0,0 0 0 0 0,0 1 1 0 0,-1 1-1 0 0,-28 1 0 0 0,24 2-5757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6.761"/>
    </inkml:context>
    <inkml:brush xml:id="br0">
      <inkml:brushProperty name="width" value="0.1" units="cm"/>
      <inkml:brushProperty name="height" value="0.1" units="cm"/>
    </inkml:brush>
  </inkml:definitions>
  <inkml:trace contextRef="#ctx0" brushRef="#br0">5 27 1824 0 0,'-4'-26'16468'0'0,"16"417"-12531"0"0,-14-238-3377 0 0,0 14-3061 0 0,4-137-4824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7.062"/>
    </inkml:context>
    <inkml:brush xml:id="br0">
      <inkml:brushProperty name="width" value="0.1" units="cm"/>
      <inkml:brushProperty name="height" value="0.1" units="cm"/>
    </inkml:brush>
  </inkml:definitions>
  <inkml:trace contextRef="#ctx0" brushRef="#br0">0 43 6913 0 0,'19'-9'847'0'0,"1"2"0"0"0,-1 1 0 0 0,1 0-1 0 0,1 1 1 0 0,-1 1 0 0 0,1 2 0 0 0,-1-1-1 0 0,1 2 1 0 0,0 1 0 0 0,-1 1 0 0 0,24 3-1 0 0,-40-3-723 0 0,0 0 0 0 0,0 0 0 0 0,0 0 0 0 0,0 0 0 0 0,0 1-1 0 0,-1 0 1 0 0,1 0 0 0 0,0 0 0 0 0,-1 0 0 0 0,1 0 0 0 0,-1 1 0 0 0,0-1-1 0 0,0 1 1 0 0,0 0 0 0 0,0 0 0 0 0,0 0 0 0 0,-1 1 0 0 0,1-1 0 0 0,-1 0-1 0 0,3 6 1 0 0,-4-5-128 0 0,0 0 0 0 0,0 0 0 0 0,0 0 0 0 0,0 0 0 0 0,-1 1 0 0 0,1-1 0 0 0,-1 0 0 0 0,0 1 0 0 0,-1-1 0 0 0,1 0 0 0 0,-1 0 0 0 0,0 1 0 0 0,0-1 0 0 0,0 0 0 0 0,0 0 0 0 0,-1 0 0 0 0,1 0 0 0 0,-1 0 0 0 0,-4 5 0 0 0,-6 9-223 0 0,0 0 0 0 0,-2-1 0 0 0,0 0 0 0 0,-1-1 0 0 0,-16 14 0 0 0,-1-4-495 0 0,-58 39 0 0 0,79-58 249 0 0,0 0 0 0 0,-1-1 0 0 0,1-1 1 0 0,-20 7-1 0 0,18-10-4735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7.301"/>
    </inkml:context>
    <inkml:brush xml:id="br0">
      <inkml:brushProperty name="width" value="0.1" units="cm"/>
      <inkml:brushProperty name="height" value="0.1" units="cm"/>
    </inkml:brush>
  </inkml:definitions>
  <inkml:trace contextRef="#ctx0" brushRef="#br0">33 0 15579 0 0,'-2'45'3602'0'0,"-12"65"-1"0"0,7-65-5259 0 0,-2 67 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7.476"/>
    </inkml:context>
    <inkml:brush xml:id="br0">
      <inkml:brushProperty name="width" value="0.1" units="cm"/>
      <inkml:brushProperty name="height" value="0.1" units="cm"/>
    </inkml:brush>
  </inkml:definitions>
  <inkml:trace contextRef="#ctx0" brushRef="#br0">61 7 9474 0 0,'-1'-6'208'0'0,"0"6"48"0"0,1 1 0 0 0,-2 1 8 0 0,4-1-264 0 0,-4 1 0 0 0,-1 1 0 0 0,-1 2 0 0 0,-2 4 224 0 0,-3 1-16 0 0,0 2 0 0 0,-1 1 0 0 0,3 0-1616 0 0,1-1-328 0 0,3 2-65 0 0,3-3-15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7.743"/>
    </inkml:context>
    <inkml:brush xml:id="br0">
      <inkml:brushProperty name="width" value="0.1" units="cm"/>
      <inkml:brushProperty name="height" value="0.1" units="cm"/>
    </inkml:brush>
  </inkml:definitions>
  <inkml:trace contextRef="#ctx0" brushRef="#br0">1 18 11058 0 0,'9'-17'4725'0'0,"-9"17"-4623"0"0,0 0 0 0 0,0 0 0 0 0,0 1 1 0 0,0-1-1 0 0,0 0 0 0 0,0 1 0 0 0,16 39 5525 0 0,-14-33-6222 0 0,8 29 939 0 0,-2 0 0 0 0,-2 1 0 0 0,-1 0 0 0 0,0 73 0 0 0,-4-60-404 0 0,15 95-1 0 0,-10-116-501 0 0,0-1-192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7.918"/>
    </inkml:context>
    <inkml:brush xml:id="br0">
      <inkml:brushProperty name="width" value="0.1" units="cm"/>
      <inkml:brushProperty name="height" value="0.1" units="cm"/>
    </inkml:brush>
  </inkml:definitions>
  <inkml:trace contextRef="#ctx0" brushRef="#br0">1 111 7834 0 0,'0'-3'233'0'0,"0"1"0"0"0,0 0-1 0 0,0 0 1 0 0,1-1 0 0 0,-1 1 0 0 0,0 0 0 0 0,1-1 0 0 0,0 1 0 0 0,-1 0 0 0 0,1 0 0 0 0,0 0 0 0 0,0 0 0 0 0,0 0 0 0 0,1 0 0 0 0,-1 0-1 0 0,0 0 1 0 0,1 0 0 0 0,-1 1 0 0 0,1-1 0 0 0,0 0 0 0 0,-1 1 0 0 0,1-1 0 0 0,0 1 0 0 0,0 0 0 0 0,0 0 0 0 0,2-2 0 0 0,10-4 1178 0 0,0 0 1 0 0,26-10 0 0 0,-27 12-1333 0 0,-2 1-582 0 0,1 0-1 0 0,-1 0 0 0 0,1 1 1 0 0,-1 1-1 0 0,1 0 1 0 0,0 1-1 0 0,14-1 0 0 0,0 4-1093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8.406"/>
    </inkml:context>
    <inkml:brush xml:id="br0">
      <inkml:brushProperty name="width" value="0.1" units="cm"/>
      <inkml:brushProperty name="height" value="0.1" units="cm"/>
    </inkml:brush>
  </inkml:definitions>
  <inkml:trace contextRef="#ctx0" brushRef="#br0">274 15 8290 0 0,'-1'-1'80'0'0,"1"0"1"0"0,0 0 0 0 0,-1 0 0 0 0,1 1-1 0 0,-1-1 1 0 0,1 0 0 0 0,-1 0-1 0 0,0 1 1 0 0,1-1 0 0 0,-1 0-1 0 0,0 1 1 0 0,1-1 0 0 0,-1 0-1 0 0,0 1 1 0 0,0-1 0 0 0,1 1-1 0 0,-1-1 1 0 0,0 1 0 0 0,0 0-1 0 0,0-1 1 0 0,0 1 0 0 0,0 0 0 0 0,0 0-1 0 0,0-1 1 0 0,0 1 0 0 0,0 0-1 0 0,1 0 1 0 0,-1 0 0 0 0,0 0-1 0 0,0 0 1 0 0,0 0 0 0 0,0 1-1 0 0,0-1 1 0 0,0 0 0 0 0,-2 1-1 0 0,-8 2 610 0 0,1 0-1 0 0,-1 1 0 0 0,0 1 0 0 0,1-1 0 0 0,0 2 0 0 0,0-1 0 0 0,-10 9 1 0 0,13-9-395 0 0,0 0 0 0 0,0 0 0 0 0,1 1 0 0 0,0 0 1 0 0,0 0-1 0 0,0 1 0 0 0,1 0 0 0 0,0 0 0 0 0,0 0 1 0 0,-4 9-1 0 0,9-15-244 0 0,0 1 1 0 0,0 0-1 0 0,0 0 1 0 0,-1-1-1 0 0,2 1 1 0 0,-1 0-1 0 0,0-1 0 0 0,0 1 1 0 0,0 0-1 0 0,1 0 1 0 0,-1-1-1 0 0,1 1 1 0 0,0 0-1 0 0,-1-1 1 0 0,1 1-1 0 0,0-1 0 0 0,0 1 1 0 0,0-1-1 0 0,0 1 1 0 0,0-1-1 0 0,0 0 1 0 0,0 0-1 0 0,1 1 1 0 0,-1-1-1 0 0,0 0 0 0 0,1 0 1 0 0,1 1-1 0 0,46 29 398 0 0,-44-28-400 0 0,12 5 48 0 0,43 28 173 0 0,-57-34-265 0 0,0 0 1 0 0,0 0-1 0 0,-1 0 1 0 0,1 1 0 0 0,-1 0-1 0 0,1-1 1 0 0,-1 1-1 0 0,0 0 1 0 0,0 0-1 0 0,0 0 1 0 0,0 0-1 0 0,-1 0 1 0 0,1 1 0 0 0,-1-1-1 0 0,2 6 1 0 0,-3-7-6 0 0,0 0-1 0 0,0 0 1 0 0,-1 0 0 0 0,1 0 0 0 0,0 0 0 0 0,-1 0-1 0 0,1 0 1 0 0,-1 0 0 0 0,0 0 0 0 0,0-1 0 0 0,1 1 0 0 0,-1 0-1 0 0,-1 0 1 0 0,1-1 0 0 0,0 1 0 0 0,0-1 0 0 0,0 1-1 0 0,-1-1 1 0 0,1 1 0 0 0,-1-1 0 0 0,1 0 0 0 0,-1 0-1 0 0,-2 2 1 0 0,-45 22-111 0 0,42-22 75 0 0,-16 6-286 0 0,-1 0 1 0 0,-46 8 0 0 0,19-9-5882 0 0,30-6-265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8.708"/>
    </inkml:context>
    <inkml:brush xml:id="br0">
      <inkml:brushProperty name="width" value="0.1" units="cm"/>
      <inkml:brushProperty name="height" value="0.1" units="cm"/>
    </inkml:brush>
  </inkml:definitions>
  <inkml:trace contextRef="#ctx0" brushRef="#br0">72 16 2761 0 0,'0'1'248'0'0,"0"0"1"0"0,0 0-1 0 0,0 1 1 0 0,-1-1-1 0 0,1 0 1 0 0,0 0-1 0 0,0 0 1 0 0,-1 0-1 0 0,1 0 1 0 0,-1 0 0 0 0,1 0-1 0 0,-1 0 1 0 0,1 0-1 0 0,-1 0 1 0 0,0 0-1 0 0,1 0 1 0 0,-1 0-1 0 0,0-1 1 0 0,0 1-1 0 0,0 0 1 0 0,1 0-1 0 0,-1-1 1 0 0,-1 2 0 0 0,-29 19 4984 0 0,20-14-3150 0 0,10-6-1857 0 0,0-1-1 0 0,0 1 1 0 0,0-1 0 0 0,0 1-1 0 0,0-1 1 0 0,0 1 0 0 0,0 0-1 0 0,0 0 1 0 0,1-1 0 0 0,-1 1-1 0 0,0 0 1 0 0,0 0 0 0 0,1 0-1 0 0,-1 0 1 0 0,1 0 0 0 0,-1 0-1 0 0,1 0 1 0 0,-1 0 0 0 0,1 0-1 0 0,-1 0 1 0 0,1 1 0 0 0,1-1-130 0 0,0-1 0 0 0,-1 1 0 0 0,1-1 1 0 0,0 0-1 0 0,0 1 0 0 0,0-1 0 0 0,0 0 1 0 0,0 0-1 0 0,0 0 0 0 0,0 0 1 0 0,0 1-1 0 0,-1-1 0 0 0,1-1 0 0 0,0 1 1 0 0,0 0-1 0 0,0 0 0 0 0,0 0 0 0 0,1-1 1 0 0,56-12 314 0 0,-57 13-354 0 0,275-71-1351 0 0,-254 66 433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9.244"/>
    </inkml:context>
    <inkml:brush xml:id="br0">
      <inkml:brushProperty name="width" value="0.1" units="cm"/>
      <inkml:brushProperty name="height" value="0.1" units="cm"/>
    </inkml:brush>
  </inkml:definitions>
  <inkml:trace contextRef="#ctx0" brushRef="#br0">1 0 11522 0 0,'3'12'5347'0'0,"4"19"-3467"0"0,13 92-564 0 0,-7 0-1 0 0,-1 159 1 0 0,-13-239-1783 0 0,2 0 0 0 0,1 1 0 0 0,3-1 0 0 0,19 83 1 0 0,-22-120-450 0 0,0-1 0 0 0,1 1 0 0 0,-1-1 0 0 0,1 1 0 0 0,5 6 0 0 0,-4-6-1099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59.849"/>
    </inkml:context>
    <inkml:brush xml:id="br0">
      <inkml:brushProperty name="width" value="0.1" units="cm"/>
      <inkml:brushProperty name="height" value="0.1" units="cm"/>
    </inkml:brush>
  </inkml:definitions>
  <inkml:trace contextRef="#ctx0" brushRef="#br0">56 151 6449 0 0,'-4'1'264'0'0,"-25"6"-94"0"0,28-7-89 0 0,0 0 0 0 0,0 1 0 0 0,0-1 0 0 0,0 0 0 0 0,0 0 0 0 0,1 0 0 0 0,-1 0-1 0 0,0 0 1 0 0,0 0 0 0 0,0 0 0 0 0,0 0 0 0 0,0 0 0 0 0,0 0 0 0 0,0 0 0 0 0,0-1 0 0 0,1 1 0 0 0,-1 0 0 0 0,0-1-1 0 0,0 1 1 0 0,0 0 0 0 0,0-1 0 0 0,1 1 0 0 0,-1-1 0 0 0,-1 0 0 0 0,2 0 18 0 0,1-1 0 0 0,-1 1 0 0 0,0 0 0 0 0,0 0 0 0 0,0 0 0 0 0,1 0 0 0 0,-1 0 0 0 0,1 0 0 0 0,-1-1 0 0 0,1 1 0 0 0,-1 0 0 0 0,1 0 0 0 0,0 0 0 0 0,-1 0 0 0 0,1 1 0 0 0,0-1 0 0 0,0 0 0 0 0,0 0 0 0 0,0 0 0 0 0,0 1 0 0 0,-1-1 0 0 0,1 0 0 0 0,1 1 0 0 0,0-2 0 0 0,30-16 1007 0 0,-30 17-1001 0 0,43-21 1344 0 0,1 1 1 0 0,65-18-1 0 0,-85 31-860 0 0,1 2 1 0 0,0 1-1 0 0,0 0 1 0 0,0 2-1 0 0,54 2 0 0 0,-79 1-567 0 0,1 0 0 0 0,-1 0 0 0 0,0 0 0 0 0,0 0 0 0 0,0 1 0 0 0,0-1 0 0 0,0 1-1 0 0,0-1 1 0 0,0 1 0 0 0,0 0 0 0 0,0 0 0 0 0,0 0 0 0 0,0 0 0 0 0,-1 0 0 0 0,1 0 0 0 0,0 0-1 0 0,0 1 1 0 0,-1-1 0 0 0,1 0 0 0 0,-1 1 0 0 0,0 0 0 0 0,3 2 0 0 0,-3-1-19 0 0,0 0 0 0 0,-1-1 1 0 0,1 1-1 0 0,-1 0 0 0 0,1 0 0 0 0,-1-1 0 0 0,0 1 1 0 0,0 0-1 0 0,0 0 0 0 0,-1-1 0 0 0,1 1 1 0 0,0 0-1 0 0,-1 0 0 0 0,0-1 0 0 0,-1 4 1 0 0,-3 6-142 0 0,0 1 0 0 0,-2-1 0 0 0,1 0 0 0 0,-2 0 0 0 0,-15 19 0 0 0,-51 47-771 0 0,47-51 407 0 0,-31 38 1 0 0,57-63 456 0 0,-1 0-1 0 0,1-1 1 0 0,0 1 0 0 0,-1 0-1 0 0,1 0 1 0 0,0 0 0 0 0,0 0-1 0 0,0 0 1 0 0,1 0 0 0 0,-1 0 0 0 0,0 0-1 0 0,1 0 1 0 0,-1 0 0 0 0,1 0-1 0 0,0 1 1 0 0,0-1 0 0 0,0 0-1 0 0,0 0 1 0 0,0 0 0 0 0,0 1-1 0 0,0-1 1 0 0,1 0 0 0 0,0 2 0 0 0,0-2-23 0 0,1 0 1 0 0,-1 0-1 0 0,1 0 1 0 0,-1 0-1 0 0,1 0 1 0 0,0-1-1 0 0,-1 1 1 0 0,1-1-1 0 0,0 0 1 0 0,0 1-1 0 0,0-1 1 0 0,1 0-1 0 0,-1 0 1 0 0,0 0-1 0 0,0 0 1 0 0,0-1-1 0 0,1 1 1 0 0,-1 0-1 0 0,0-1 1 0 0,5 1-1 0 0,72 1 363 0 0,-55-3-15 0 0,-1 1 1 0 0,25 4 0 0 0,-42-3-155 0 0,0 0 1 0 0,0 1-1 0 0,0-1 0 0 0,0 1 0 0 0,0 0 1 0 0,0 1-1 0 0,-1-1 0 0 0,0 1 0 0 0,1 0 1 0 0,-1 0-1 0 0,0 1 0 0 0,7 6 0 0 0,-10-8-54 0 0,0 0-1 0 0,0 1 0 0 0,0-1 0 0 0,0 0 1 0 0,-1 1-1 0 0,1-1 0 0 0,-1 1 1 0 0,0-1-1 0 0,0 1 0 0 0,0 0 1 0 0,0 0-1 0 0,0-1 0 0 0,0 1 0 0 0,-1 0 1 0 0,1 0-1 0 0,-1 0 0 0 0,0 0 1 0 0,0 4-1 0 0,-1-1 10 0 0,0-1 1 0 0,0 1-1 0 0,-1-1 0 0 0,1 1 1 0 0,-1-1-1 0 0,-1 0 0 0 0,1 0 1 0 0,-1 0-1 0 0,-3 5 0 0 0,-4 4-11 0 0,-1 0-1 0 0,0-1 0 0 0,-1 0 0 0 0,0-1 0 0 0,-18 14 1 0 0,4-7-35 0 0,-2-1 1 0 0,0-1 0 0 0,-42 18 0 0 0,-13 0-1533 0 0,1-5-4802 0 0,63-23 485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3:00.306"/>
    </inkml:context>
    <inkml:brush xml:id="br0">
      <inkml:brushProperty name="width" value="0.1" units="cm"/>
      <inkml:brushProperty name="height" value="0.1" units="cm"/>
    </inkml:brush>
  </inkml:definitions>
  <inkml:trace contextRef="#ctx0" brushRef="#br0">0 10 10594 0 0,'1'3'534'0'0,"0"1"-1"0"0,0-1 0 0 0,0 0 0 0 0,-1 0 1 0 0,0 0-1 0 0,0 1 0 0 0,0 4 0 0 0,0-5 74 0 0,1 12 1265 0 0,7 52 1658 0 0,-7-63-3488 0 0,0 0-1 0 0,0-1 0 0 0,0 1 0 0 0,1 0 0 0 0,-1-1 0 0 0,1 1 1 0 0,0-1-1 0 0,0 1 0 0 0,0-1 0 0 0,1 0 0 0 0,-1 0 1 0 0,1 0-1 0 0,-1 0 0 0 0,5 3 0 0 0,-6-5-64 0 0,0-1 0 0 0,0 1-1 0 0,0-1 1 0 0,1 0 0 0 0,-1 0 0 0 0,0 0-1 0 0,0 0 1 0 0,0 0 0 0 0,0 0 0 0 0,0 0-1 0 0,0 0 1 0 0,0 0 0 0 0,1 0-1 0 0,-1 0 1 0 0,0-1 0 0 0,0 1 0 0 0,0-1-1 0 0,0 1 1 0 0,0-1 0 0 0,0 1 0 0 0,0-1-1 0 0,0 1 1 0 0,1-2 0 0 0,26-19-419 0 0,-20 14 385 0 0,19-13-135 0 0,7-6 259 0 0,0 1 1 0 0,1 2 0 0 0,56-27-1 0 0,-91 49-4 0 0,1 1 0 0 0,0-1-1 0 0,0 1 1 0 0,0 0 0 0 0,-1-1-1 0 0,1 1 1 0 0,0 0 0 0 0,0 0-1 0 0,0 0 1 0 0,0-1 0 0 0,-1 1-1 0 0,1 0 1 0 0,0 0 0 0 0,0 0-1 0 0,0 1 1 0 0,0-1 0 0 0,0 0-1 0 0,-1 0 1 0 0,1 0 0 0 0,0 0-1 0 0,0 1 1 0 0,0-1-1 0 0,-1 1 1 0 0,1-1 0 0 0,0 0-1 0 0,1 2 1 0 0,-1-1-9 0 0,0 0 0 0 0,0 1 0 0 0,-1-1-1 0 0,1 1 1 0 0,0-1 0 0 0,-1 1 0 0 0,1-1 0 0 0,-1 1 0 0 0,1-1-1 0 0,-1 1 1 0 0,0-1 0 0 0,1 1 0 0 0,-1 2 0 0 0,0 9 17 0 0,-1 1 0 0 0,0-1 1 0 0,-4 13-1 0 0,3-12 84 0 0,-5 41-23 0 0,-2 0-1 0 0,-3-1 1 0 0,-24 69-1 0 0,29-103-151 0 0,-1-1 0 0 0,0 0 0 0 0,-2 0 0 0 0,0-1 0 0 0,-1-1 0 0 0,-1 0 1 0 0,-1 0-1 0 0,0-1 0 0 0,-1-1 0 0 0,-1 0 0 0 0,0-1 0 0 0,-19 14 0 0 0,1-10-678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3:00.569"/>
    </inkml:context>
    <inkml:brush xml:id="br0">
      <inkml:brushProperty name="width" value="0.1" units="cm"/>
      <inkml:brushProperty name="height" value="0.1" units="cm"/>
    </inkml:brush>
  </inkml:definitions>
  <inkml:trace contextRef="#ctx0" brushRef="#br0">7 19 6913 0 0,'1'-1'59'0'0,"31"-16"12219"0"0,-29 33-10517 0 0,-3 34-920 0 0,-2 0-1 0 0,-17 90 1 0 0,10-82-713 0 0,-4 92 0 0 0,16-99-579 0 0,1 0 0 0 0,13 51 0 0 0,-15-89-228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3:00.763"/>
    </inkml:context>
    <inkml:brush xml:id="br0">
      <inkml:brushProperty name="width" value="0.1" units="cm"/>
      <inkml:brushProperty name="height" value="0.1" units="cm"/>
    </inkml:brush>
  </inkml:definitions>
  <inkml:trace contextRef="#ctx0" brushRef="#br0">0 141 7370 0 0,'7'-1'970'0'0,"0"0"0"0"0,0 0 0 0 0,0 0 0 0 0,0-1 1 0 0,0 0-1 0 0,-1-1 0 0 0,1 0 0 0 0,8-5 0 0 0,51-32 2091 0 0,-56 33-2842 0 0,19-16 471 0 0,20-15-3349 0 0,-46 37 2572 0 0,-1 0 0 0 0,0-1-1 0 0,0 1 1 0 0,1 0 0 0 0,-1 0 0 0 0,1 0 0 0 0,-1 1-1 0 0,1-1 1 0 0,-1 0 0 0 0,1 1 0 0 0,-1 0 0 0 0,1 0 0 0 0,-1-1-1 0 0,1 2 1 0 0,0-1 0 0 0,-1 0 0 0 0,1 0 0 0 0,3 2-1 0 0,3 2 168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3:01.078"/>
    </inkml:context>
    <inkml:brush xml:id="br0">
      <inkml:brushProperty name="width" value="0.1" units="cm"/>
      <inkml:brushProperty name="height" value="0.1" units="cm"/>
    </inkml:brush>
  </inkml:definitions>
  <inkml:trace contextRef="#ctx0" brushRef="#br0">1 381 5065 0 0,'2'1'125'0'0,"0"0"0"0"0,0 0 0 0 0,0 0 0 0 0,0 0 0 0 0,1-1-1 0 0,-1 1 1 0 0,0 0 0 0 0,1-1 0 0 0,-1 0 0 0 0,0 0 0 0 0,1 1 0 0 0,-1-1 0 0 0,0-1 0 0 0,1 1 0 0 0,-1 0-1 0 0,0-1 1 0 0,1 1 0 0 0,-1-1 0 0 0,0 1 0 0 0,0-1 0 0 0,1 0 0 0 0,1-2 0 0 0,54-24 3450 0 0,-55 25-3339 0 0,11-7 149 0 0,0 0 1 0 0,0-1-1 0 0,-1-1 0 0 0,0 0 1 0 0,-1-1-1 0 0,0 0 0 0 0,-1 0 0 0 0,15-24 1 0 0,-18 25-161 0 0,-1 0-1 0 0,-1-1 1 0 0,0 0 0 0 0,-1 0 0 0 0,0-1 0 0 0,-1 0 0 0 0,0 1 0 0 0,-1-1 0 0 0,0-1 0 0 0,-1 1 0 0 0,0-18 0 0 0,-2 28-230 0 0,0 1 0 0 0,0-1 1 0 0,0 1-1 0 0,0-1 0 0 0,0 0 0 0 0,0 1 0 0 0,-1-1 1 0 0,0 1-1 0 0,1 0 0 0 0,-1-1 0 0 0,0 1 1 0 0,0-1-1 0 0,0 1 0 0 0,-1 0 0 0 0,1 0 1 0 0,0 0-1 0 0,-1-1 0 0 0,0 1 0 0 0,1 1 0 0 0,-1-1 1 0 0,0 0-1 0 0,0 0 0 0 0,0 1 0 0 0,0-1 1 0 0,-4-2-1 0 0,3 4-1 0 0,0-1 1 0 0,0 0-1 0 0,0 1 0 0 0,0 0 1 0 0,0-1-1 0 0,0 1 0 0 0,0 0 1 0 0,1 1-1 0 0,-1-1 0 0 0,0 0 1 0 0,0 1-1 0 0,0 0 1 0 0,0-1-1 0 0,0 1 0 0 0,0 1 1 0 0,1-1-1 0 0,-1 0 0 0 0,0 0 1 0 0,1 1-1 0 0,-1 0 0 0 0,-3 3 1 0 0,-1 1 118 0 0,-1 0 1 0 0,1 1-1 0 0,1 0 1 0 0,0 1 0 0 0,0 0-1 0 0,0 0 1 0 0,1 0-1 0 0,0 0 1 0 0,0 1 0 0 0,1-1-1 0 0,0 1 1 0 0,1 1-1 0 0,0-1 1 0 0,1 0-1 0 0,-1 1 1 0 0,2-1 0 0 0,-1 1-1 0 0,1 0 1 0 0,1-1-1 0 0,0 1 1 0 0,0 0-1 0 0,4 19 1 0 0,-3-20-42 0 0,1 0 0 0 0,0 0 1 0 0,1 0-1 0 0,0-1 0 0 0,0 1 0 0 0,1 0 0 0 0,0-1 0 0 0,0 0 1 0 0,1 0-1 0 0,0 0 0 0 0,1-1 0 0 0,-1 0 0 0 0,2 0 1 0 0,-1 0-1 0 0,1-1 0 0 0,-1 0 0 0 0,2 0 0 0 0,-1 0 1 0 0,1-1-1 0 0,0 0 0 0 0,0-1 0 0 0,0 0 0 0 0,0 0 1 0 0,11 3-1 0 0,-1-3-835 0 0,-1-1 0 0 0,1-1 0 0 0,0 0 0 0 0,21-1 1 0 0,-6-1-5947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47.569"/>
    </inkml:context>
    <inkml:brush xml:id="br0">
      <inkml:brushProperty name="width" value="0.1" units="cm"/>
      <inkml:brushProperty name="height" value="0.1" units="cm"/>
    </inkml:brush>
  </inkml:definitions>
  <inkml:trace contextRef="#ctx0" brushRef="#br0">120 163 2761 0 0,'-1'-8'493'0'0,"0"0"0"0"0,0 1 1 0 0,0-1-1 0 0,-1 0 1 0 0,0 1-1 0 0,-1-1 1 0 0,0 1-1 0 0,0 0 1 0 0,0 0-1 0 0,-1 0 0 0 0,-8-11 1 0 0,11 18-368 0 0,1-1 0 0 0,-1 1 0 0 0,1-1 0 0 0,0 1 1 0 0,-1-1-1 0 0,1 1 0 0 0,-1 0 0 0 0,1-1 0 0 0,-1 1 0 0 0,1 0 0 0 0,-1-1 0 0 0,0 1 1 0 0,1 0-1 0 0,-1 0 0 0 0,1-1 0 0 0,-1 1 0 0 0,0 0 0 0 0,1 0 0 0 0,-1 0 0 0 0,1 0 1 0 0,-1 0-1 0 0,0 0 0 0 0,1 0 0 0 0,-1 0 0 0 0,1 0 0 0 0,-1 0 0 0 0,0 0 1 0 0,1 1-1 0 0,-1-1 0 0 0,1 0 0 0 0,-1 0 0 0 0,0 1 0 0 0,-1 0 68 0 0,1 1-1 0 0,-1-1 1 0 0,1 1-1 0 0,-1-1 1 0 0,1 1 0 0 0,0-1-1 0 0,0 1 1 0 0,0 0-1 0 0,0 0 1 0 0,-1 2-1 0 0,-13 46 1438 0 0,15-49-1593 0 0,-13 68 936 0 0,-6 73 0 0 0,17-110-908 0 0,1 1-1 0 0,2 0 0 0 0,1 0 1 0 0,9 47-1 0 0,-10-72-58 0 0,1-1 0 0 0,0 1 0 0 0,0-1 0 0 0,1 0 0 0 0,0 0 1 0 0,0 0-1 0 0,1 0 0 0 0,0-1 0 0 0,0 0 0 0 0,1 1 0 0 0,-1-1 0 0 0,8 6 0 0 0,-8-8-4 0 0,0-1 0 0 0,1 0 1 0 0,-1 0-1 0 0,1-1 0 0 0,-1 1 1 0 0,1-1-1 0 0,0 0 0 0 0,0 0 1 0 0,0-1-1 0 0,0 1 0 0 0,0-1 1 0 0,0-1-1 0 0,0 1 0 0 0,1 0 1 0 0,-1-1-1 0 0,0 0 0 0 0,0-1 1 0 0,10-1-1 0 0,1-1-2 0 0,0-1-1 0 0,-1-1 1 0 0,1 0-1 0 0,-1-1 1 0 0,0-1 0 0 0,-1-1-1 0 0,0 0 1 0 0,0 0-1 0 0,-1-2 1 0 0,0 1-1 0 0,14-14 1 0 0,-11 7-2 0 0,1 0-1 0 0,-2-1 1 0 0,0-1 0 0 0,-2-1-1 0 0,0 1 1 0 0,-1-2-1 0 0,14-28 1 0 0,-21 35 52 0 0,-1 1 1 0 0,0-1-1 0 0,-1 0 0 0 0,0 0 0 0 0,-1-1 0 0 0,-1 1 1 0 0,0 0-1 0 0,0-1 0 0 0,-2 1 0 0 0,1 0 1 0 0,-2-1-1 0 0,0 1 0 0 0,0 0 0 0 0,-2 0 1 0 0,1 0-1 0 0,-2 1 0 0 0,-7-18 0 0 0,7 20-4 0 0,0 0 1 0 0,-1 0-1 0 0,0 0 0 0 0,0 1 0 0 0,-1 0 0 0 0,0 0 0 0 0,-1 1 0 0 0,0 0 1 0 0,-1 0-1 0 0,1 1 0 0 0,-1 0 0 0 0,-1 0 0 0 0,1 1 0 0 0,-1 0 1 0 0,0 1-1 0 0,-1 0 0 0 0,1 1 0 0 0,-1 0 0 0 0,0 1 0 0 0,-20-4 0 0 0,24 6-128 0 0,-1 1 0 0 0,0-1 0 0 0,0 2 0 0 0,1-1 0 0 0,-1 1 0 0 0,0 0-1 0 0,1 1 1 0 0,-1 0 0 0 0,1 0 0 0 0,-1 1 0 0 0,1 0 0 0 0,0 0 0 0 0,0 0-1 0 0,1 1 1 0 0,-1 0 0 0 0,1 1 0 0 0,-1-1 0 0 0,-8 9 0 0 0,9-7-318 0 0,0 1 1 0 0,0-1 0 0 0,1 1-1 0 0,0 0 1 0 0,0 0 0 0 0,0 0-1 0 0,1 1 1 0 0,0 0 0 0 0,1 0-1 0 0,-1 0 1 0 0,1 0-1 0 0,1 0 1 0 0,0 1 0 0 0,0-1-1 0 0,1 1 1 0 0,-1 14 0 0 0,3-4-4355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47.823"/>
    </inkml:context>
    <inkml:brush xml:id="br0">
      <inkml:brushProperty name="width" value="0.1" units="cm"/>
      <inkml:brushProperty name="height" value="0.1" units="cm"/>
    </inkml:brush>
  </inkml:definitions>
  <inkml:trace contextRef="#ctx0" brushRef="#br0">53 8 9674 0 0,'0'-1'98'0'0,"0"1"1"0"0,0-1-1 0 0,-1 1 1 0 0,1 0-1 0 0,0-1 1 0 0,-1 1-1 0 0,1-1 0 0 0,0 1 1 0 0,-1 0-1 0 0,1-1 1 0 0,-1 1-1 0 0,1 0 0 0 0,0-1 1 0 0,-1 1-1 0 0,1 0 1 0 0,-1 0-1 0 0,1-1 0 0 0,-1 1 1 0 0,1 0-1 0 0,-1 0 1 0 0,1 0-1 0 0,-1 0 0 0 0,0 0 1 0 0,1 0-1 0 0,-1 0 1 0 0,1 0-1 0 0,-1 0 0 0 0,1 0 1 0 0,-1 0-1 0 0,1 0 1 0 0,-1 0-1 0 0,1 0 1 0 0,-1 0-1 0 0,1 1 0 0 0,-1-1 1 0 0,1 0-1 0 0,-1 1 1 0 0,0 0 168 0 0,0 1 0 0 0,0-1 1 0 0,0 1-1 0 0,0 0 0 0 0,1 0 1 0 0,-1-1-1 0 0,1 1 1 0 0,-1 0-1 0 0,1 0 0 0 0,0-1 1 0 0,0 4-1 0 0,-13 198 4799 0 0,6-65-4501 0 0,-1 60-734 0 0,12-67-7624 0 0,-1-96 1632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48.462"/>
    </inkml:context>
    <inkml:brush xml:id="br0">
      <inkml:brushProperty name="width" value="0.1" units="cm"/>
      <inkml:brushProperty name="height" value="0.1" units="cm"/>
    </inkml:brush>
  </inkml:definitions>
  <inkml:trace contextRef="#ctx0" brushRef="#br0">118 47 5985 0 0,'-4'0'406'0'0,"0"0"-1"0"0,0 1 1 0 0,0-1-1 0 0,0 1 1 0 0,0 0-1 0 0,0 0 0 0 0,0 0 1 0 0,0 0-1 0 0,0 1 1 0 0,1-1-1 0 0,-1 1 1 0 0,1 0-1 0 0,-1 0 1 0 0,1 0-1 0 0,0 1 1 0 0,-4 3-1 0 0,3-2-41 0 0,0 1 1 0 0,0 0-1 0 0,0 0 0 0 0,1 1 1 0 0,0-1-1 0 0,0 1 0 0 0,0-1 0 0 0,1 1 1 0 0,-3 9-1 0 0,0 8 104 0 0,1-1 0 0 0,0 1-1 0 0,2 0 1 0 0,1 34 0 0 0,1-38-404 0 0,1-1 1 0 0,0 0-1 0 0,2 0 1 0 0,0 0-1 0 0,0 0 1 0 0,2-1-1 0 0,0 0 0 0 0,14 31 1 0 0,-15-41-110 0 0,0-1 0 0 0,0 1 1 0 0,0-1-1 0 0,0 0 0 0 0,1 0 1 0 0,0-1-1 0 0,1 1 0 0 0,-1-1 0 0 0,1 0 1 0 0,0 0-1 0 0,0-1 0 0 0,0 0 1 0 0,1 0-1 0 0,0-1 0 0 0,-1 1 0 0 0,1-1 1 0 0,0-1-1 0 0,1 1 0 0 0,-1-1 0 0 0,0-1 1 0 0,1 1-1 0 0,-1-1 0 0 0,13 0 1 0 0,-13-1-39 0 0,-1 0 1 0 0,0 0 0 0 0,0 0-1 0 0,0-1 1 0 0,0 0-1 0 0,0-1 1 0 0,0 1 0 0 0,0-1-1 0 0,0 0 1 0 0,-1 0 0 0 0,1-1-1 0 0,-1 0 1 0 0,1 0 0 0 0,-1 0-1 0 0,0-1 1 0 0,0 1-1 0 0,0-1 1 0 0,-1 0 0 0 0,1-1-1 0 0,-1 1 1 0 0,0-1 0 0 0,-1 0-1 0 0,1 0 1 0 0,-1 0 0 0 0,4-8-1 0 0,-2 3 80 0 0,-1 0 0 0 0,-1 0-1 0 0,0 0 1 0 0,-1-1 0 0 0,1 1 0 0 0,-2-1-1 0 0,0 1 1 0 0,0-1 0 0 0,-1 0 0 0 0,0 1-1 0 0,-1-1 1 0 0,0 0 0 0 0,-5-20-1 0 0,-2 5-40 0 0,-2 1-1 0 0,0 0 0 0 0,-2 0 0 0 0,0 2 1 0 0,-2-1-1 0 0,-1 1 0 0 0,0 1 0 0 0,-2 1 0 0 0,0 0 1 0 0,-1 1-1 0 0,-26-21 0 0 0,40 38-128 0 0,0-1 0 0 0,-1 1 1 0 0,1 0-1 0 0,-1 1 0 0 0,1-1 0 0 0,-9-2 0 0 0,-5 0-784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48.715"/>
    </inkml:context>
    <inkml:brush xml:id="br0">
      <inkml:brushProperty name="width" value="0.1" units="cm"/>
      <inkml:brushProperty name="height" value="0.1" units="cm"/>
    </inkml:brush>
  </inkml:definitions>
  <inkml:trace contextRef="#ctx0" brushRef="#br0">35 0 14747 0 0,'1'0'95'0'0,"0"1"0"0"0,0-1-1 0 0,0 0 1 0 0,0 1 0 0 0,1-1 0 0 0,-1 1-1 0 0,0-1 1 0 0,0 1 0 0 0,0-1-1 0 0,0 1 1 0 0,0 0 0 0 0,0 0 0 0 0,0-1-1 0 0,-1 1 1 0 0,1 0 0 0 0,0 0 0 0 0,0 0-1 0 0,-1 0 1 0 0,1 0 0 0 0,0 0-1 0 0,-1 0 1 0 0,1 0 0 0 0,-1 0 0 0 0,1 0-1 0 0,-1 1 1 0 0,0-1 0 0 0,1 0-1 0 0,-1 0 1 0 0,0 2 0 0 0,5 38 853 0 0,-5-37-758 0 0,-1 56 759 0 0,-2-1 1 0 0,-20 106 0 0 0,9-76-863 0 0,-5 73-962 0 0,16-92-4690 0 0,4-22-976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2:49.678"/>
    </inkml:context>
    <inkml:brush xml:id="br0">
      <inkml:brushProperty name="width" value="0.1" units="cm"/>
      <inkml:brushProperty name="height" value="0.1" units="cm"/>
    </inkml:brush>
  </inkml:definitions>
  <inkml:trace contextRef="#ctx0" brushRef="#br0">99 0 3681 0 0,'-98'17'3745'0'0,"144"-15"547"0"0,-12 1-3483 0 0,963 38 5500 0 0,-135-20-5471 0 0,-494-20-5527 0 0,-307-1 3156 0 0,-2 0-4261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3:31.515"/>
    </inkml:context>
    <inkml:brush xml:id="br0">
      <inkml:brushProperty name="width" value="0.1" units="cm"/>
      <inkml:brushProperty name="height" value="0.1" units="cm"/>
    </inkml:brush>
  </inkml:definitions>
  <inkml:trace contextRef="#ctx0" brushRef="#br0">129 54 4609 0 0,'-9'5'621'0'0,"0"-1"0"0"0,-1 1 1 0 0,1-2-1 0 0,-1 1 0 0 0,0-1 0 0 0,-16 2 1 0 0,-9 4 2559 0 0,35-9-3124 0 0,-1-1 1 0 0,1 1-1 0 0,-1 0 1 0 0,1 0-1 0 0,0 0 1 0 0,-1 1-1 0 0,1-1 1 0 0,-1 0 0 0 0,1 0-1 0 0,0 0 1 0 0,-1 0-1 0 0,1 0 1 0 0,-1 0-1 0 0,1 1 1 0 0,0-1-1 0 0,-1 0 1 0 0,1 0-1 0 0,0 0 1 0 0,-1 1 0 0 0,1-1-1 0 0,0 0 1 0 0,-1 1-1 0 0,1-1 1 0 0,0 0-1 0 0,0 1 1 0 0,-1-1-1 0 0,1 0 1 0 0,0 1-1 0 0,0-1 1 0 0,0 0 0 0 0,0 1-1 0 0,-1-1 1 0 0,1 1-1 0 0,0-1 1 0 0,13 7 784 0 0,23 0-266 0 0,7-7 251 0 0,1-3-1 0 0,83-16 0 0 0,-3 1-77 0 0,-9 7-216 0 0,210-23 515 0 0,147 8-329 0 0,-369 24-565 0 0,34 5 83 0 0,139 22 1 0 0,-124-9-49 0 0,-141-15-180 0 0,40 3 186 0 0,73 17 1 0 0,-124-21-217 0 0,0 0 1 0 0,0 0 0 0 0,0 0 0 0 0,0 0-1 0 0,-1 0 1 0 0,1 0 0 0 0,0 0-1 0 0,0 1 1 0 0,0-1 0 0 0,0 0-1 0 0,0 0 1 0 0,0 0 0 0 0,0 0-1 0 0,0 0 1 0 0,0 0 0 0 0,0 0 0 0 0,0 1-1 0 0,0-1 1 0 0,0 0 0 0 0,0 0-1 0 0,0 0 1 0 0,0 0 0 0 0,0 0-1 0 0,0 0 1 0 0,0 1 0 0 0,0-1-1 0 0,0 0 1 0 0,0 0 0 0 0,0 0-1 0 0,0 0 1 0 0,0 0 0 0 0,0 0 0 0 0,0 0-1 0 0,0 1 1 0 0,0-1 0 0 0,0 0-1 0 0,0 0 1 0 0,0 0 0 0 0,0 0-1 0 0,0 0 1 0 0,1 0 0 0 0,-1 0-1 0 0,0 0 1 0 0,0 1 0 0 0,0-1 0 0 0,0 0-1 0 0,0 0 1 0 0,0 0 0 0 0,0 0-1 0 0,1 0 1 0 0,-1 0 0 0 0,0 0-1 0 0,0 0 1 0 0,0 0 0 0 0,0 0-1 0 0,0 0 1 0 0,0 0 0 0 0,1 0-1 0 0,-1 0 1 0 0,0 0 0 0 0,-14 5-3466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3:32.317"/>
    </inkml:context>
    <inkml:brush xml:id="br0">
      <inkml:brushProperty name="width" value="0.1" units="cm"/>
      <inkml:brushProperty name="height" value="0.1" units="cm"/>
    </inkml:brush>
  </inkml:definitions>
  <inkml:trace contextRef="#ctx0" brushRef="#br0">385 9 1840 0 0,'-239'10'4700'0'0,"219"-10"-4171"0"0,9-1 18 0 0,0 1 0 0 0,0 0 1 0 0,0 0-1 0 0,0 1 0 0 0,0 1 1 0 0,0 0-1 0 0,0 0 0 0 0,-20 8 1 0 0,31-10-506 0 0,0 0 1 0 0,-1 0-1 0 0,1 0 1 0 0,-1 1 0 0 0,1-1-1 0 0,0 0 1 0 0,0 0-1 0 0,-1 0 1 0 0,1 0 0 0 0,0 1-1 0 0,-1-1 1 0 0,1 0-1 0 0,0 0 1 0 0,0 1 0 0 0,-1-1-1 0 0,1 0 1 0 0,0 0-1 0 0,0 1 1 0 0,-1-1 0 0 0,1 0-1 0 0,0 1 1 0 0,0-1 0 0 0,0 0-1 0 0,0 1 1 0 0,0-1-1 0 0,0 0 1 0 0,-1 1 0 0 0,1-1-1 0 0,0 0 1 0 0,0 1-1 0 0,0-1 1 0 0,0 0 0 0 0,0 1-1 0 0,0-1 1 0 0,1 1-1 0 0,10 6 652 0 0,23 0-302 0 0,-34-7-359 0 0,68 4 862 0 0,-1-2 0 0 0,130-14 0 0 0,-14 0 148 0 0,-88 11-637 0 0,268-13 825 0 0,-69 2-631 0 0,9-2-290 0 0,79 18-1218 0 0,-330-2-58 0 0,-39 0-796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12.506"/>
    </inkml:context>
    <inkml:brush xml:id="br0">
      <inkml:brushProperty name="width" value="0.1" units="cm"/>
      <inkml:brushProperty name="height" value="0.1" units="cm"/>
    </inkml:brush>
  </inkml:definitions>
  <inkml:trace contextRef="#ctx0" brushRef="#br0">27 81 5065 0 0,'-1'-4'259'0'0,"0"0"0"0"0,0 0 1 0 0,0 0-1 0 0,1 0 0 0 0,-1 0 0 0 0,1 0 0 0 0,0 0 1 0 0,1-5-1 0 0,0 4 722 0 0,-1 1 0 0 0,0-1 1 0 0,0 1-1 0 0,0 0 0 0 0,-1-1 1 0 0,-1-7-1 0 0,3 31 3647 0 0,-4 25-3414 0 0,1 1-815 0 0,-14 939 2215 0 0,15-982-2796 0 0,1 0 0 0 0,0-1-1 0 0,1 1 1 0 0,-1 0-1 0 0,0-1 1 0 0,0 1 0 0 0,1 0-1 0 0,-1-1 1 0 0,1 1 0 0 0,-1-1-1 0 0,2 3 1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13.490"/>
    </inkml:context>
    <inkml:brush xml:id="br0">
      <inkml:brushProperty name="width" value="0.1" units="cm"/>
      <inkml:brushProperty name="height" value="0.1" units="cm"/>
    </inkml:brush>
  </inkml:definitions>
  <inkml:trace contextRef="#ctx0" brushRef="#br0">129 0 1840 0 0,'-15'1'855'0'0,"0"1"-1"0"0,0 0 0 0 0,0 1 1 0 0,-22 8-1 0 0,6 4 6944 0 0,71-10-5993 0 0,6-3-851 0 0,-29-2-694 0 0,1 0 1 0 0,0 2-1 0 0,22 4 0 0 0,-36-8 692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14.525"/>
    </inkml:context>
    <inkml:brush xml:id="br0">
      <inkml:brushProperty name="width" value="0.1" units="cm"/>
      <inkml:brushProperty name="height" value="0.1" units="cm"/>
    </inkml:brush>
  </inkml:definitions>
  <inkml:trace contextRef="#ctx0" brushRef="#br0">44 21 1840 0 0,'-1'0'403'0'0,"-1"1"-1"0"0,1-1 1 0 0,0 1-1 0 0,0 0 0 0 0,-1-1 1 0 0,1 0-1 0 0,0 1 0 0 0,-1-1 1 0 0,1 0-1 0 0,-1 0 0 0 0,1 0 1 0 0,0 0-1 0 0,-1 0 1 0 0,1 0-1 0 0,-2 0 0 0 0,-18-6 2202 0 0,55 3 481 0 0,44 7-2006 0 0,-58-2-589 0 0,0 0 0 0 0,0-1-1 0 0,0-1 1 0 0,0-2 0 0 0,0 1 0 0 0,0-2-1 0 0,32-9 1 0 0,-44 6-2143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16.769"/>
    </inkml:context>
    <inkml:brush xml:id="br0">
      <inkml:brushProperty name="width" value="0.1" units="cm"/>
      <inkml:brushProperty name="height" value="0.1" units="cm"/>
    </inkml:brush>
  </inkml:definitions>
  <inkml:trace contextRef="#ctx0" brushRef="#br0">8 0 5065 0 0,'0'0'147'0'0,"-1"1"-1"0"0,1-1 1 0 0,-1 0-1 0 0,1 1 1 0 0,-1-1 0 0 0,1 0-1 0 0,-1 1 1 0 0,1-1-1 0 0,0 1 1 0 0,-1-1 0 0 0,1 0-1 0 0,0 1 1 0 0,-1-1-1 0 0,1 1 1 0 0,0-1 0 0 0,0 1-1 0 0,-1-1 1 0 0,1 1-1 0 0,0 0 1 0 0,0-1 0 0 0,0 1-1 0 0,0-1 1 0 0,0 1-1 0 0,0-1 1 0 0,0 1 0 0 0,0-1-1 0 0,0 1 1 0 0,0-1 0 0 0,0 1-1 0 0,0 0 1 0 0,0 0-1 0 0,3 16 2838 0 0,19 36 1148 0 0,-15-37-3518 0 0,0 0 0 0 0,5 18-1 0 0,1 28 63 0 0,-3 1 0 0 0,-3 0 0 0 0,0 71 0 0 0,-4-53-378 0 0,16 95 0 0 0,-9-115-657 0 0,-5-22-6959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17.041"/>
    </inkml:context>
    <inkml:brush xml:id="br0">
      <inkml:brushProperty name="width" value="0.1" units="cm"/>
      <inkml:brushProperty name="height" value="0.1" units="cm"/>
    </inkml:brush>
  </inkml:definitions>
  <inkml:trace contextRef="#ctx0" brushRef="#br0">0 0 10138 0 0,'4'7'5326'0'0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17.486"/>
    </inkml:context>
    <inkml:brush xml:id="br0">
      <inkml:brushProperty name="width" value="0.1" units="cm"/>
      <inkml:brushProperty name="height" value="0.1" units="cm"/>
    </inkml:brush>
  </inkml:definitions>
  <inkml:trace contextRef="#ctx0" brushRef="#br0">0 90 7834 0 0,'1'-4'2546'0'0,"9"-3"-1288"0"0,14-7 95 0 0,37-2 1031 0 0,74-10 0 0 0,-43 10-2159 0 0,-84 14-559 0 0,21-3-651 0 0,-10 6-2769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17.838"/>
    </inkml:context>
    <inkml:brush xml:id="br0">
      <inkml:brushProperty name="width" value="0.1" units="cm"/>
      <inkml:brushProperty name="height" value="0.1" units="cm"/>
    </inkml:brush>
  </inkml:definitions>
  <inkml:trace contextRef="#ctx0" brushRef="#br0">85 0 4145 0 0,'-5'2'489'0'0,"0"0"0"0"0,1 0 1 0 0,0 0-1 0 0,-1 0 0 0 0,1 1 0 0 0,0 0 1 0 0,0 0-1 0 0,1 0 0 0 0,-1 0 1 0 0,0 1-1 0 0,1-1 0 0 0,0 1 0 0 0,0 0 1 0 0,0 0-1 0 0,0 0 0 0 0,1 0 0 0 0,0 0 1 0 0,0 1-1 0 0,0-1 0 0 0,-2 6 0 0 0,2-4-207 0 0,0-1-1 0 0,0 1 1 0 0,0 0-1 0 0,1 0 1 0 0,0 0-1 0 0,0 0 1 0 0,0 0-1 0 0,1 0 1 0 0,0 1-1 0 0,0-1 0 0 0,1 0 1 0 0,0 0-1 0 0,0 0 1 0 0,0 0-1 0 0,4 11 1 0 0,-1-11-169 0 0,-1 0 0 0 0,1 0 1 0 0,0-1-1 0 0,1 0 1 0 0,0 0-1 0 0,-1 0 0 0 0,1 0 1 0 0,1-1-1 0 0,5 5 1 0 0,59 32 212 0 0,-19-12-227 0 0,-42-24-103 0 0,-1 1-1 0 0,0 0 1 0 0,1 1 0 0 0,-2 0 0 0 0,1 0 0 0 0,7 10 0 0 0,-14-15 22 0 0,0 0 1 0 0,1-1 0 0 0,-1 1 0 0 0,0 0-1 0 0,0 0 1 0 0,-1 0 0 0 0,1 0 0 0 0,0 0-1 0 0,0 0 1 0 0,-1 0 0 0 0,0 0 0 0 0,1 0 0 0 0,-1 0-1 0 0,0 0 1 0 0,0 0 0 0 0,0 0 0 0 0,0 0-1 0 0,0 0 1 0 0,0 0 0 0 0,-1 0 0 0 0,1 0 0 0 0,-1 0-1 0 0,1 0 1 0 0,-1 0 0 0 0,0 0 0 0 0,0 0-1 0 0,0 0 1 0 0,0 0 0 0 0,0 0 0 0 0,0-1-1 0 0,-1 1 1 0 0,1-1 0 0 0,0 1 0 0 0,-1-1 0 0 0,0 1-1 0 0,1-1 1 0 0,-4 3 0 0 0,-4 2 12 0 0,0 0 0 0 0,-1 0 0 0 0,0-1 0 0 0,0 0 0 0 0,0-1 0 0 0,0 0 0 0 0,-1-1 0 0 0,-14 3 0 0 0,-22-1-4074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18.441"/>
    </inkml:context>
    <inkml:brush xml:id="br0">
      <inkml:brushProperty name="width" value="0.1" units="cm"/>
      <inkml:brushProperty name="height" value="0.1" units="cm"/>
    </inkml:brush>
  </inkml:definitions>
  <inkml:trace contextRef="#ctx0" brushRef="#br0">384 44 3225 0 0,'0'-2'267'0'0,"1"0"1"0"0,-1 0 0 0 0,1 0 0 0 0,-1 0-1 0 0,0 0 1 0 0,0 0 0 0 0,0-1-1 0 0,0 1 1 0 0,0 0 0 0 0,-1 0 0 0 0,1 0-1 0 0,-1 0 1 0 0,1 0 0 0 0,-1 0-1 0 0,-1-2 1 0 0,1 3-91 0 0,1 0 1 0 0,-1 0-1 0 0,0 1 0 0 0,0-1 0 0 0,0 0 1 0 0,0 1-1 0 0,0-1 0 0 0,0 1 0 0 0,0-1 1 0 0,-1 1-1 0 0,1-1 0 0 0,0 1 0 0 0,0 0 1 0 0,0 0-1 0 0,0 0 0 0 0,-1 0 0 0 0,1 0 0 0 0,0 0 1 0 0,0 0-1 0 0,0 0 0 0 0,0 0 0 0 0,-1 0 1 0 0,1 0-1 0 0,0 1 0 0 0,0-1 0 0 0,0 0 1 0 0,0 1-1 0 0,0-1 0 0 0,-2 2 0 0 0,-107 44 5274 0 0,98-40-5175 0 0,0 1 1 0 0,1-1 0 0 0,0 2 0 0 0,0 0-1 0 0,1 0 1 0 0,0 1 0 0 0,-9 10 0 0 0,18-18-281 0 0,0 1 1 0 0,0-1-1 0 0,0 0 0 0 0,1 1 1 0 0,-1-1-1 0 0,0 1 1 0 0,1 0-1 0 0,-1-1 1 0 0,1 1-1 0 0,-1 0 0 0 0,1-1 1 0 0,0 1-1 0 0,-1 0 1 0 0,1-1-1 0 0,0 1 1 0 0,0 0-1 0 0,0-1 1 0 0,1 1-1 0 0,-1 0 0 0 0,0-1 1 0 0,1 1-1 0 0,-1 0 1 0 0,1-1-1 0 0,-1 1 1 0 0,1-1-1 0 0,0 1 0 0 0,0-1 1 0 0,-1 1-1 0 0,1-1 1 0 0,0 1-1 0 0,0-1 1 0 0,1 0-1 0 0,-1 0 0 0 0,0 1 1 0 0,0-1-1 0 0,1 0 1 0 0,-1 0-1 0 0,3 1 1 0 0,7 6-97 0 0,1 0 1 0 0,-1-1 0 0 0,23 10-1 0 0,-23-12 163 0 0,5 3-55 0 0,-1 0 0 0 0,-1 1 0 0 0,1 0 0 0 0,-2 2 0 0 0,20 17 0 0 0,-30-26 27 0 0,-1 1 0 0 0,1-1 0 0 0,-1 1 0 0 0,0 0 0 0 0,0 0-1 0 0,-1 0 1 0 0,1 0 0 0 0,0 0 0 0 0,-1 1 0 0 0,0-1 0 0 0,0 0 0 0 0,0 1-1 0 0,0-1 1 0 0,0 6 0 0 0,-1-6 17 0 0,0-1-1 0 0,-1 1 1 0 0,0 0-1 0 0,1 0 1 0 0,-1 0-1 0 0,0 0 1 0 0,0-1-1 0 0,0 1 1 0 0,-1 0-1 0 0,1-1 1 0 0,-1 1-1 0 0,1-1 1 0 0,-1 1-1 0 0,0-1 1 0 0,0 0-1 0 0,0 0 1 0 0,0 0-1 0 0,-1 0 1 0 0,1 0-1 0 0,-3 2 1 0 0,-8 4 70 0 0,-1 1 1 0 0,0-2 0 0 0,0 0 0 0 0,0 0-1 0 0,-1-2 1 0 0,0 1 0 0 0,-21 3 0 0 0,9-3-265 0 0,-2-2 1 0 0,1 0-1 0 0,-35-1 1 0 0,33-6-1028 0 0,11-1-4540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23.086"/>
    </inkml:context>
    <inkml:brush xml:id="br0">
      <inkml:brushProperty name="width" value="0.1" units="cm"/>
      <inkml:brushProperty name="height" value="0.1" units="cm"/>
    </inkml:brush>
  </inkml:definitions>
  <inkml:trace contextRef="#ctx0" brushRef="#br0">100 20 6913 0 0,'-16'-19'10193'0'0,"14"32"-8823"0"0,-6 62 244 0 0,-24 97 0 0 0,-5 49-1504 0 0,34-193-691 0 0,2 0 1 0 0,1 0-1 0 0,1 0 1 0 0,1 0-1 0 0,13 54 1 0 0,-8-59-4044 0 0,1-2-1297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23.421"/>
    </inkml:context>
    <inkml:brush xml:id="br0">
      <inkml:brushProperty name="width" value="0.1" units="cm"/>
      <inkml:brushProperty name="height" value="0.1" units="cm"/>
    </inkml:brush>
  </inkml:definitions>
  <inkml:trace contextRef="#ctx0" brushRef="#br0">3 123 5529 0 0,'-2'29'3153'0'0,"2"-26"-2669"0"0,0 22 1118 0 0,0 5 343 0 0,5 53 0 0 0,-4-75-1789 0 0,0-1 0 0 0,1 1 0 0 0,0-1 1 0 0,0 0-1 0 0,1 0 0 0 0,-1 0 0 0 0,2 0 1 0 0,-1 0-1 0 0,1-1 0 0 0,0 1 0 0 0,0-1 1 0 0,8 8-1 0 0,-10-11-133 0 0,0-1-1 0 0,0 0 1 0 0,0 0 0 0 0,1 0 0 0 0,-1 0 0 0 0,1 0-1 0 0,-1 0 1 0 0,1-1 0 0 0,0 1 0 0 0,0-1 0 0 0,-1 0-1 0 0,1 0 1 0 0,0 0 0 0 0,0 0 0 0 0,0 0 0 0 0,0-1-1 0 0,1 0 1 0 0,-1 1 0 0 0,0-1 0 0 0,0 0 0 0 0,0 0-1 0 0,0-1 1 0 0,0 1 0 0 0,0-1 0 0 0,0 1-1 0 0,0-1 1 0 0,0 0 0 0 0,0 0 0 0 0,3-2 0 0 0,-2 1-55 0 0,0-1 0 0 0,0 0 1 0 0,-1 0-1 0 0,0 0 0 0 0,1 0 1 0 0,-1 0-1 0 0,0-1 0 0 0,-1 0 1 0 0,1 1-1 0 0,-1-1 0 0 0,1 0 1 0 0,-1 0-1 0 0,0 0 0 0 0,0-1 1 0 0,-1 1-1 0 0,0 0 1 0 0,1-1-1 0 0,-1 1 0 0 0,0-7 1 0 0,1-18-189 0 0,-1 0 0 0 0,-1 0 0 0 0,-1 1 0 0 0,-7-35 0 0 0,-15-53-3735 0 0,18 97 2128 0 0,0 3-1958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23.849"/>
    </inkml:context>
    <inkml:brush xml:id="br0">
      <inkml:brushProperty name="width" value="0.1" units="cm"/>
      <inkml:brushProperty name="height" value="0.1" units="cm"/>
    </inkml:brush>
  </inkml:definitions>
  <inkml:trace contextRef="#ctx0" brushRef="#br0">1 1 5065 0 0,'14'4'6496'0'0,"-13"-3"-6325"0"0,4 24 3133 0 0,-6 27-1467 0 0,-2-32-1582 0 0,-2 38-78 0 0,5-54-206 0 0,0 1 0 0 0,0-1 0 0 0,1 0-1 0 0,-1 0 1 0 0,1 0 0 0 0,0 0 0 0 0,0 0-1 0 0,0 0 1 0 0,1 0 0 0 0,-1 0 0 0 0,3 3-1 0 0,-3-7-81 0 0,0 0 0 0 0,0 0-1 0 0,-1 0 1 0 0,1 0 0 0 0,0 0 0 0 0,0 0-1 0 0,-1 0 1 0 0,1-1 0 0 0,0 1 0 0 0,0 0-1 0 0,-1 0 1 0 0,1-1 0 0 0,0 1-1 0 0,-1-1 1 0 0,1 1 0 0 0,-1-1 0 0 0,1 1-1 0 0,0-1 1 0 0,-1 1 0 0 0,1-1 0 0 0,-1 1-1 0 0,1-1 1 0 0,-1 1 0 0 0,1-1-1 0 0,0-1 1 0 0,15-17-1311 0 0,49-59 424 0 0,-57 69 1156 0 0,1 1-1 0 0,0 0 1 0 0,0 0-1 0 0,1 1 1 0 0,0 0 0 0 0,15-7-1 0 0,-22 13 4 0 0,-1 0-1 0 0,1 0 1 0 0,0 1 0 0 0,-1-1 0 0 0,1 1-1 0 0,0-1 1 0 0,-1 1 0 0 0,1 0-1 0 0,0 0 1 0 0,0 0 0 0 0,-1 1 0 0 0,1-1-1 0 0,0 1 1 0 0,-1-1 0 0 0,1 1-1 0 0,0 0 1 0 0,-1 0 0 0 0,1 0 0 0 0,-1 0-1 0 0,1 0 1 0 0,-1 1 0 0 0,0-1-1 0 0,1 1 1 0 0,-1 0 0 0 0,0-1 0 0 0,0 1-1 0 0,2 3 1 0 0,6 6 378 0 0,-1 0-1 0 0,0 0 1 0 0,14 25-1 0 0,-17-26-452 0 0,2 6-739 0 0,0 0-1 0 0,-2 1 1 0 0,1 0-1 0 0,3 19 1 0 0,-5-21-5282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24.294"/>
    </inkml:context>
    <inkml:brush xml:id="br0">
      <inkml:brushProperty name="width" value="0.1" units="cm"/>
      <inkml:brushProperty name="height" value="0.1" units="cm"/>
    </inkml:brush>
  </inkml:definitions>
  <inkml:trace contextRef="#ctx0" brushRef="#br0">97 0 2761 0 0,'-1'6'2792'0'0,"-11"14"-340"0"0,-19 23 1033 0 0,24-36-2929 0 0,-28 38 2269 0 0,34-44-2854 0 0,0 1-1 0 0,-1-1 0 0 0,1 1 1 0 0,0 0-1 0 0,1-1 1 0 0,-1 1-1 0 0,0 0 0 0 0,0 0 1 0 0,1 0-1 0 0,-1 0 0 0 0,1-1 1 0 0,0 1-1 0 0,-1 0 1 0 0,1 0-1 0 0,0 0 0 0 0,0 0 1 0 0,0 0-1 0 0,0 0 0 0 0,1 0 1 0 0,-1 0-1 0 0,0 0 1 0 0,1 0-1 0 0,1 2 0 0 0,-2-3-80 0 0,1-1 0 0 0,0 0 0 0 0,-1 1 0 0 0,1-1 0 0 0,0 0 0 0 0,0 1 0 0 0,-1-1 0 0 0,1 0 0 0 0,0 0 0 0 0,0 0 0 0 0,-1 0-1 0 0,1 0 1 0 0,0 0 0 0 0,0 0 0 0 0,0 0 0 0 0,-1 0 0 0 0,1 0 0 0 0,0 0 0 0 0,0-1 0 0 0,-1 1 0 0 0,1 0 0 0 0,0 0 0 0 0,-1-1 0 0 0,1 1 0 0 0,0-1-1 0 0,-1 1 1 0 0,1 0 0 0 0,0-1 0 0 0,-1 1 0 0 0,1-1 0 0 0,-1 1 0 0 0,1-1 0 0 0,-1 0 0 0 0,1 0 0 0 0,20-19-50 0 0,-14 11 465 0 0,0 0 0 0 0,0 1 1 0 0,1 0-1 0 0,0 1 1 0 0,1 0-1 0 0,0 0 0 0 0,14-8 1 0 0,-20 13-221 0 0,-1 1 0 0 0,1 0-1 0 0,0-1 1 0 0,-1 1 0 0 0,1 0 0 0 0,0 1 0 0 0,-1-1 0 0 0,1 1 0 0 0,0-1 0 0 0,0 1-1 0 0,0 0 1 0 0,0 0 0 0 0,0 0 0 0 0,-1 0 0 0 0,1 0 0 0 0,0 1 0 0 0,0-1 0 0 0,0 1-1 0 0,-1 0 1 0 0,1 0 0 0 0,0 0 0 0 0,-1 0 0 0 0,1 0 0 0 0,-1 1 0 0 0,1-1 0 0 0,-1 1-1 0 0,0 0 1 0 0,1-1 0 0 0,-1 1 0 0 0,0 0 0 0 0,0 0 0 0 0,0 1 0 0 0,2 3 0 0 0,2 4 107 0 0,0 0 0 0 0,-1 0 0 0 0,0 1 0 0 0,-1-1 0 0 0,0 1 0 0 0,-1 0 1 0 0,0 0-1 0 0,-1 0 0 0 0,0 0 0 0 0,-1 1 0 0 0,1 12 0 0 0,-2 10 197 0 0,-1 0-1 0 0,-7 48 1 0 0,4-59-211 0 0,0-1-1 0 0,-1 1 1 0 0,-2-1-1 0 0,0 0 1 0 0,-17 33 0 0 0,19-46-115 0 0,0-1 1 0 0,0 0-1 0 0,-1 0 0 0 0,0 0 1 0 0,-1 0-1 0 0,-13 12 1 0 0,15-17-82 0 0,1 1 0 0 0,-1-1 0 0 0,0 0 0 0 0,0 0 1 0 0,0-1-1 0 0,0 1 0 0 0,-1-1 0 0 0,1 0 0 0 0,-1-1 0 0 0,1 1 0 0 0,-1-1 1 0 0,-10 1-1 0 0,4-3-951 0 0,1-1-3870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24.785"/>
    </inkml:context>
    <inkml:brush xml:id="br0">
      <inkml:brushProperty name="width" value="0.1" units="cm"/>
      <inkml:brushProperty name="height" value="0.1" units="cm"/>
    </inkml:brush>
  </inkml:definitions>
  <inkml:trace contextRef="#ctx0" brushRef="#br0">119 34 2761 0 0,'-8'1'7'0'0,"-5"1"773"0"0,1 1 0 0 0,0-1 0 0 0,-1 2 1 0 0,1 0-1 0 0,1 0 0 0 0,-1 1 1 0 0,-14 9-1 0 0,77-17 3309 0 0,368-32 1623 0 0,-124 11-5340 0 0,-294 24-404 0 0,49-5-1379 0 0,-17 1-4156 0 0,-19 2 307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25.230"/>
    </inkml:context>
    <inkml:brush xml:id="br0">
      <inkml:brushProperty name="width" value="0.1" units="cm"/>
      <inkml:brushProperty name="height" value="0.1" units="cm"/>
    </inkml:brush>
  </inkml:definitions>
  <inkml:trace contextRef="#ctx0" brushRef="#br0">140 38 2304 0 0,'-5'-4'543'0'0,"0"0"0"0"0,0 0 0 0 0,-1 1-1 0 0,1 0 1 0 0,-1 0 0 0 0,0 0-1 0 0,0 0 1 0 0,0 1 0 0 0,-11-3-1 0 0,12 4-94 0 0,1 0-1 0 0,0 1 1 0 0,0-1-1 0 0,0 0 1 0 0,0 1-1 0 0,0 0 1 0 0,-1 0-1 0 0,1 1 1 0 0,0-1-1 0 0,0 1 1 0 0,0 0-1 0 0,0 0 1 0 0,0 0-1 0 0,0 0 1 0 0,-6 3-1 0 0,10-3-327 0 0,0 0 0 0 0,0-1 0 0 0,0 1 0 0 0,0 0 0 0 0,0 0 0 0 0,1-1 0 0 0,-1 1 0 0 0,0 0 0 0 0,0-1 0 0 0,1 1 0 0 0,-1-1 0 0 0,0 1 0 0 0,1 0 0 0 0,-1-1 0 0 0,1 1 0 0 0,-1-1 0 0 0,1 1-1 0 0,-1-1 1 0 0,1 1 0 0 0,-1-1 0 0 0,1 1 0 0 0,-1-1 0 0 0,1 0 0 0 0,-1 1 0 0 0,2-1 0 0 0,17 14 687 0 0,66 34 454 0 0,13 8-893 0 0,-89-50-294 0 0,0 1 1 0 0,-1-1-1 0 0,1 2 0 0 0,-2-1 1 0 0,1 1-1 0 0,-1 1 0 0 0,11 16 1 0 0,-16-23-43 0 0,-1 1 0 0 0,1-1 0 0 0,-1 1 0 0 0,0-1 0 0 0,0 1 0 0 0,0-1 0 0 0,-1 1 0 0 0,1 0 0 0 0,-1 0 0 0 0,1-1 0 0 0,-1 1 0 0 0,0 0 0 0 0,0 0 1 0 0,0-1-1 0 0,0 1 0 0 0,-1 0 0 0 0,1 0 0 0 0,-2 4 0 0 0,0-2 11 0 0,0-1-1 0 0,0 1 1 0 0,-1-1-1 0 0,0 0 1 0 0,1 0 0 0 0,-2 0-1 0 0,1 0 1 0 0,0-1 0 0 0,-8 7-1 0 0,-5 2 45 0 0,-1 0 0 0 0,-1-2 0 0 0,-36 18-1 0 0,34-19-271 0 0,-56 29-558 0 0,31-5-3506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26.199"/>
    </inkml:context>
    <inkml:brush xml:id="br0">
      <inkml:brushProperty name="width" value="0.1" units="cm"/>
      <inkml:brushProperty name="height" value="0.1" units="cm"/>
    </inkml:brush>
  </inkml:definitions>
  <inkml:trace contextRef="#ctx0" brushRef="#br0">126 23 3681 0 0,'0'0'180'0'0,"1"-1"-1"0"0,-1 0 1 0 0,0 0 0 0 0,0 1 0 0 0,0-1 0 0 0,0 0-1 0 0,0 0 1 0 0,0 0 0 0 0,0 1 0 0 0,0-1 0 0 0,0 0 0 0 0,0 0-1 0 0,-1 0 1 0 0,1 1 0 0 0,0-1 0 0 0,0 0 0 0 0,-1 0-1 0 0,1 1 1 0 0,-1-1 0 0 0,1 0 0 0 0,0 1 0 0 0,-1-1-1 0 0,1 0 1 0 0,-1 1 0 0 0,1-1 0 0 0,-1 1 0 0 0,0-1 0 0 0,1 1-1 0 0,-1-1 1 0 0,0 1 0 0 0,1-1 0 0 0,-1 1 0 0 0,-1-1-1 0 0,1 1 12 0 0,-1 1-1 0 0,0-1 1 0 0,0 1-1 0 0,1-1 1 0 0,-1 1-1 0 0,0 0 0 0 0,1 0 1 0 0,-1-1-1 0 0,1 1 1 0 0,-1 0-1 0 0,1 0 1 0 0,-1 1-1 0 0,-1 1 0 0 0,-9 9 435 0 0,1 0-1 0 0,-12 17 1 0 0,17-21-412 0 0,0 0 0 0 0,1 0 1 0 0,0 0-1 0 0,1 1 1 0 0,0-1-1 0 0,0 1 0 0 0,-4 17 1 0 0,7-23-179 0 0,1 0-1 0 0,-1 0 1 0 0,1 1 0 0 0,0-1 0 0 0,0 0 0 0 0,0 0 0 0 0,0 1-1 0 0,1-1 1 0 0,-1 0 0 0 0,1 0 0 0 0,0 1 0 0 0,0-1-1 0 0,0 0 1 0 0,0 0 0 0 0,1 0 0 0 0,-1 0 0 0 0,1-1 0 0 0,0 1-1 0 0,0 0 1 0 0,0 0 0 0 0,0-1 0 0 0,0 0 0 0 0,0 1-1 0 0,1-1 1 0 0,-1 0 0 0 0,4 2 0 0 0,7 4-15 0 0,0-1 0 0 0,1 0 1 0 0,0-1-1 0 0,0 0 0 0 0,0-1 0 0 0,26 5 0 0 0,-26-7-120 0 0,0 1-1 0 0,0 0 0 0 0,0 1 0 0 0,0 1 0 0 0,-1 0 0 0 0,0 0 0 0 0,14 10 0 0 0,-25-14 93 0 0,0-1-1 0 0,0 1 0 0 0,0-1 0 0 0,-1 1 1 0 0,1 0-1 0 0,0 0 0 0 0,-1 0 0 0 0,1 0 1 0 0,-1 0-1 0 0,1 0 0 0 0,-1 0 0 0 0,0 0 1 0 0,0 1-1 0 0,0-1 0 0 0,0 0 0 0 0,0 1 1 0 0,-1-1-1 0 0,1 1 0 0 0,-1-1 0 0 0,1 5 0 0 0,-2-3 24 0 0,1-1-1 0 0,-1 1 0 0 0,0-1 0 0 0,0 1 0 0 0,0-1 0 0 0,-1 0 0 0 0,1 1 0 0 0,-1-1 0 0 0,0 0 0 0 0,0 0 1 0 0,0 0-1 0 0,-4 5 0 0 0,-7 5 222 0 0,0 0 0 0 0,-1-1 0 0 0,0-1 0 0 0,-23 13 0 0 0,36-23-210 0 0,-120 64-389 0 0,140-70-4780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26.637"/>
    </inkml:context>
    <inkml:brush xml:id="br0">
      <inkml:brushProperty name="width" value="0.1" units="cm"/>
      <inkml:brushProperty name="height" value="0.1" units="cm"/>
    </inkml:brush>
  </inkml:definitions>
  <inkml:trace contextRef="#ctx0" brushRef="#br0">16 5 5065 0 0,'0'-1'56'0'0,"0"1"0"0"0,0 0 0 0 0,-1-1 0 0 0,1 1-1 0 0,0 0 1 0 0,-1 0 0 0 0,1-1 0 0 0,0 1 0 0 0,-1 0 0 0 0,1 0 0 0 0,0 0 0 0 0,-1-1 0 0 0,1 1-1 0 0,0 0 1 0 0,-1 0 0 0 0,1 0 0 0 0,0 0 0 0 0,-1 0 0 0 0,1 0 0 0 0,-1 0 0 0 0,1 0-1 0 0,0 0 1 0 0,-1 0 0 0 0,1 0 0 0 0,0 0 0 0 0,-1 0 0 0 0,1 0 0 0 0,-1 0 0 0 0,1 0 0 0 0,0 0-1 0 0,-1 1 1 0 0,1-1 0 0 0,0 0 0 0 0,-1 0 0 0 0,1 0 0 0 0,0 1 0 0 0,-1-1 0 0 0,1 0-1 0 0,0 0 1 0 0,0 1 0 0 0,-1-1 0 0 0,1 0 0 0 0,0 0 0 0 0,0 1 0 0 0,-2 6 2974 0 0,4-2-1962 0 0,5 20 1259 0 0,18 36 0 0 0,8 27-96 0 0,5 54-1898 0 0,-38-141-365 0 0,0-1 1 0 0,0 0-1 0 0,0 1 0 0 0,1-1 1 0 0,-1 1-1 0 0,0-1 0 0 0,0 0 1 0 0,0 1-1 0 0,0-1 0 0 0,0 1 1 0 0,1-1-1 0 0,-1 0 0 0 0,0 1 1 0 0,0-1-1 0 0,1 0 0 0 0,-1 1 1 0 0,0-1-1 0 0,0 0 0 0 0,1 0 1 0 0,-1 1-1 0 0,0-1 0 0 0,1 0 1 0 0,-1 0-1 0 0,0 1 0 0 0,1-1 1 0 0,-1 0-1 0 0,1 0 0 0 0,-1 0 1 0 0,0 0-1 0 0,1 0 0 0 0,0 1 1 0 0,8-11-805 0 0,9-33-200 0 0,-13 30 886 0 0,-4 10 120 0 0,10-22-17 0 0,19-30 1 0 0,-27 50 206 0 0,1-1-1 0 0,0 1 1 0 0,0 0 0 0 0,0 0 0 0 0,0 0 0 0 0,1 1 0 0 0,0-1-1 0 0,0 1 1 0 0,0 0 0 0 0,0 1 0 0 0,9-6 0 0 0,-13 9-81 0 0,0-1 0 0 0,0 1 1 0 0,0 0-1 0 0,0-1 0 0 0,0 1 1 0 0,0 0-1 0 0,1 0 0 0 0,-1 0 1 0 0,0-1-1 0 0,0 1 0 0 0,0 0 1 0 0,0 1-1 0 0,0-1 0 0 0,0 0 1 0 0,0 0-1 0 0,0 0 0 0 0,0 1 1 0 0,0-1-1 0 0,0 0 0 0 0,0 1 1 0 0,0-1-1 0 0,0 1 0 0 0,0-1 1 0 0,0 1-1 0 0,0 0 0 0 0,0-1 1 0 0,0 1-1 0 0,0 0 0 0 0,-1 0 1 0 0,1-1-1 0 0,0 1 0 0 0,0 0 1 0 0,-1 0-1 0 0,1 0 0 0 0,-1 0 1 0 0,1 0-1 0 0,-1 0 0 0 0,1 0 1 0 0,-1 0-1 0 0,0 0 0 0 0,0 0 1 0 0,1 2-1 0 0,1 8 106 0 0,0 0 1 0 0,0-1-1 0 0,0 20 0 0 0,-1-7-178 0 0,15 44-1047 0 0,0-23-2530 0 0,-10-26-2777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26.989"/>
    </inkml:context>
    <inkml:brush xml:id="br0">
      <inkml:brushProperty name="width" value="0.1" units="cm"/>
      <inkml:brushProperty name="height" value="0.1" units="cm"/>
    </inkml:brush>
  </inkml:definitions>
  <inkml:trace contextRef="#ctx0" brushRef="#br0">123 7 5065 0 0,'-3'0'256'0'0,"-1"0"-1"0"0,1 1 1 0 0,-1-1 0 0 0,1 1-1 0 0,-1-1 1 0 0,1 1 0 0 0,0 0-1 0 0,0 0 1 0 0,-1 1 0 0 0,1-1-1 0 0,0 1 1 0 0,0-1 0 0 0,0 1-1 0 0,0 0 1 0 0,1 0 0 0 0,-1 1-1 0 0,0-1 1 0 0,1 0 0 0 0,0 1-1 0 0,-1-1 1 0 0,1 1 0 0 0,0 0-1 0 0,0 0 1 0 0,1 0 0 0 0,-1 0-1 0 0,1 0 1 0 0,-1 0 0 0 0,1 0-1 0 0,0 1 1 0 0,0-1 0 0 0,0 0-1 0 0,0 6 1 0 0,0-3-122 0 0,0-1 1 0 0,1 1-1 0 0,0-1 0 0 0,0 1 1 0 0,1-1-1 0 0,-1 1 0 0 0,1 0 1 0 0,0-1-1 0 0,0 0 0 0 0,1 1 1 0 0,0-1-1 0 0,0 0 0 0 0,0 0 1 0 0,1 0-1 0 0,-1 0 0 0 0,1 0 1 0 0,0 0-1 0 0,1-1 0 0 0,5 7 1 0 0,-4-6-35 0 0,1-1 0 0 0,-1 0 0 0 0,0 0 0 0 0,1-1 0 0 0,0 0 0 0 0,8 4 0 0 0,-12-6-65 0 0,1 0 0 0 0,-1 0 0 0 0,1 0-1 0 0,-1-1 1 0 0,1 1 0 0 0,-1-1-1 0 0,1 1 1 0 0,0-1 0 0 0,-1 0 0 0 0,1 0-1 0 0,0 0 1 0 0,-1-1 0 0 0,1 1-1 0 0,0-1 1 0 0,-1 1 0 0 0,1-1 0 0 0,-1 0-1 0 0,4-1 1 0 0,-5 1-2 0 0,0 0 0 0 0,-1 0 0 0 0,1 0 0 0 0,0 0 0 0 0,-1 0 0 0 0,1 0 0 0 0,0 0 0 0 0,-1 0 0 0 0,1 0 0 0 0,-1 0 0 0 0,0 0-1 0 0,1 0 1 0 0,-1 0 0 0 0,0 0 0 0 0,0-1 0 0 0,0 1 0 0 0,0 0 0 0 0,0 0 0 0 0,0 0 0 0 0,0 0 0 0 0,0 0 0 0 0,0-1 0 0 0,0 1 0 0 0,-1 0 0 0 0,1 0 0 0 0,0 0 0 0 0,-1 0 0 0 0,1 0 0 0 0,-1 0 0 0 0,0-2 0 0 0,-19-32 608 0 0,7 16-754 0 0,-2 0 0 0 0,0 2-1 0 0,-27-25 1 0 0,29 30-2646 0 0,-2 1-1 0 0,-26-16 1 0 0,37 24 1080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27.288"/>
    </inkml:context>
    <inkml:brush xml:id="br0">
      <inkml:brushProperty name="width" value="0.1" units="cm"/>
      <inkml:brushProperty name="height" value="0.1" units="cm"/>
    </inkml:brush>
  </inkml:definitions>
  <inkml:trace contextRef="#ctx0" brushRef="#br0">0 90 3225 0 0,'17'19'2378'0'0,"-1"0"1"0"0,-1 1 0 0 0,-1 0 0 0 0,-1 2-1 0 0,11 22 1 0 0,-23-42-2226 0 0,-1-1 0 0 0,1 0 1 0 0,-1 1-1 0 0,1-1 0 0 0,-1 1 0 0 0,0-1 0 0 0,1 0 0 0 0,-1 1 1 0 0,0-1-1 0 0,0 1 0 0 0,-3 2 1483 0 0,0-20-1048 0 0,2 0-819 0 0,1-1 0 0 0,0 1 0 0 0,1-1-1 0 0,1 1 1 0 0,0-1 0 0 0,6-18 0 0 0,-4 22-771 0 0,0 0 1 0 0,1 0-1 0 0,1 1 0 0 0,0 0 0 0 0,7-12 1 0 0,-1 7-550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27.605"/>
    </inkml:context>
    <inkml:brush xml:id="br0">
      <inkml:brushProperty name="width" value="0.1" units="cm"/>
      <inkml:brushProperty name="height" value="0.1" units="cm"/>
    </inkml:brush>
  </inkml:definitions>
  <inkml:trace contextRef="#ctx0" brushRef="#br0">0 1 6913 0 0,'7'5'14083'0'0,"-4"0"-15916"0"0,4 8 2311 0 0,0 0 0 0 0,-2 1-1 0 0,0 0 1 0 0,0 0 0 0 0,-1 0 0 0 0,-1 0 0 0 0,1 16 0 0 0,4 102-100 0 0,-8-100-182 0 0,6 153-235 0 0,3-62-3111 0 0,-9-108 1591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27.788"/>
    </inkml:context>
    <inkml:brush xml:id="br0">
      <inkml:brushProperty name="width" value="0.1" units="cm"/>
      <inkml:brushProperty name="height" value="0.1" units="cm"/>
    </inkml:brush>
  </inkml:definitions>
  <inkml:trace contextRef="#ctx0" brushRef="#br0">19 159 1376 0 0,'-13'-19'128'0'0,"12"17"289"0"0,0 0 1 0 0,1 0-1 0 0,-1 0 0 0 0,0 0 1 0 0,1 0-1 0 0,-1-1 0 0 0,1 1 0 0 0,0 0 1 0 0,0 0-1 0 0,0 0 0 0 0,0 0 1 0 0,0-1-1 0 0,0 1 0 0 0,0 0 0 0 0,1 0 1 0 0,-1 0-1 0 0,1 0 0 0 0,-1-1 0 0 0,1 1 1 0 0,0 0-1 0 0,0 0 0 0 0,2-2 1 0 0,16-17 1295 0 0,-6 14-1223 0 0,0 0 0 0 0,1 1-1 0 0,0 0 1 0 0,0 1 0 0 0,0 0 0 0 0,0 1 0 0 0,1 1 0 0 0,20-2 0 0 0,27-8-1656 0 0,-38 6-4594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29.840"/>
    </inkml:context>
    <inkml:brush xml:id="br0">
      <inkml:brushProperty name="width" value="0.1" units="cm"/>
      <inkml:brushProperty name="height" value="0.1" units="cm"/>
    </inkml:brush>
  </inkml:definitions>
  <inkml:trace contextRef="#ctx0" brushRef="#br0">149 5 1840 0 0,'-74'-2'2636'0'0,"0"0"3850"0"0,294 12-1297 0 0,-129-4-4111 0 0,18-1-451 0 0,94 7 74 0 0,-71 7-5434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30.222"/>
    </inkml:context>
    <inkml:brush xml:id="br0">
      <inkml:brushProperty name="width" value="0.1" units="cm"/>
      <inkml:brushProperty name="height" value="0.1" units="cm"/>
    </inkml:brush>
  </inkml:definitions>
  <inkml:trace contextRef="#ctx0" brushRef="#br0">72 6 2761 0 0,'-43'-5'1742'0'0,"15"4"3936"0"0,50 6-962 0 0,21 11-3116 0 0,-32-12-1025 0 0,9 4-213 0 0,-1 1 1 0 0,0 1-1 0 0,0 0 0 0 0,29 23 1 0 0,-43-29-308 0 0,1 0-1 0 0,-1 0 1 0 0,0 1 0 0 0,0 0 0 0 0,0 0-1 0 0,-1 0 1 0 0,0 1 0 0 0,0-1 0 0 0,0 1-1 0 0,-1 0 1 0 0,0 0 0 0 0,0 0 0 0 0,0 1-1 0 0,-1-1 1 0 0,0 1 0 0 0,0-1 0 0 0,0 1 0 0 0,0 11-1 0 0,-2-14-7 0 0,0-1 0 0 0,-1 1 0 0 0,1 0 0 0 0,-1-1 0 0 0,0 1 0 0 0,0-1 0 0 0,0 1 0 0 0,0-1 0 0 0,-1 1 0 0 0,1-1 0 0 0,-1 0 0 0 0,0 0 0 0 0,0 0 0 0 0,0 0 0 0 0,-1 0 0 0 0,-3 4 0 0 0,-4 2 8 0 0,0-1-1 0 0,0-1 0 0 0,-17 11 0 0 0,19-14-506 0 0,0 1 0 0 0,0 1 0 0 0,0-1 0 0 0,0 1 0 0 0,1 1 0 0 0,-7 8 0 0 0,10-11-1558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31.001"/>
    </inkml:context>
    <inkml:brush xml:id="br0">
      <inkml:brushProperty name="width" value="0.1" units="cm"/>
      <inkml:brushProperty name="height" value="0.1" units="cm"/>
    </inkml:brush>
  </inkml:definitions>
  <inkml:trace contextRef="#ctx0" brushRef="#br0">2 141 4145 0 0,'10'-29'17245'0'0,"-10"33"-16994"0"0,-5 32 120 0 0,1-1 0 0 0,2 42 0 0 0,6-76-295 0 0,3 2 328 0 0,-7 0-401 0 0,-2 6-2 0 0,1 1 0 0 0,1 0 0 0 0,0 0 0 0 0,0 0 1 0 0,1 0-1 0 0,3 15 0 0 0,2-6-1 0 0,0-1 0 0 0,2 0 0 0 0,0 0 0 0 0,1-1 0 0 0,1 0 0 0 0,0-1 0 0 0,22 27 0 0 0,-28-39 0 0 0,0 0 0 0 0,0 0 0 0 0,0 0 0 0 0,0 0 0 0 0,1-1 0 0 0,-1 1 0 0 0,1-1 0 0 0,0 0 0 0 0,0 0 0 0 0,0-1 0 0 0,0 0 0 0 0,1 0 0 0 0,-1 0 0 0 0,0 0 0 0 0,1-1 0 0 0,-1 0 0 0 0,1 0 0 0 0,0-1 0 0 0,-1 1 0 0 0,1-1 0 0 0,0 0 0 0 0,-1-1 0 0 0,1 1 0 0 0,0-1 0 0 0,-1 0 0 0 0,1-1 0 0 0,-1 1 0 0 0,1-1 0 0 0,-1 0 0 0 0,9-6 0 0 0,-9 6 3 0 0,-1-1 0 0 0,0 0 0 0 0,0 0 0 0 0,0 0 1 0 0,-1 0-1 0 0,1-1 0 0 0,-1 1 0 0 0,1-1 0 0 0,-1 0 0 0 0,-1 0 0 0 0,1 0 0 0 0,0-1 1 0 0,1-4-1 0 0,0 1 10 0 0,-1-1 1 0 0,0 0 0 0 0,-1 0 0 0 0,0 0-1 0 0,0 0 1 0 0,0-15 0 0 0,-2 4 9 0 0,-1-1 1 0 0,0 0-1 0 0,-2 1 0 0 0,0 0 1 0 0,-10-33-1 0 0,8 37-128 0 0,-1 1-1 0 0,0-1 1 0 0,-2 2 0 0 0,0-1 0 0 0,0 1-1 0 0,-1 0 1 0 0,-1 1 0 0 0,0 0 0 0 0,-1 0-1 0 0,0 1 1 0 0,-1 1 0 0 0,0 0-1 0 0,-1 0 1 0 0,0 1 0 0 0,-1 1 0 0 0,-28-14-1 0 0,19 8-1627 0 0,-18-7-5888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31.552"/>
    </inkml:context>
    <inkml:brush xml:id="br0">
      <inkml:brushProperty name="width" value="0.1" units="cm"/>
      <inkml:brushProperty name="height" value="0.1" units="cm"/>
    </inkml:brush>
  </inkml:definitions>
  <inkml:trace contextRef="#ctx0" brushRef="#br0">37 8 2761 0 0,'-21'-4'1578'0'0,"5"1"3808"0"0,37 4-2044 0 0,52 5 156 0 0,77 5 1137 0 0,-121-11-4336 0 0,1-1 1 0 0,-1-1 0 0 0,31-6-1 0 0,-56 5-592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32.031"/>
    </inkml:context>
    <inkml:brush xml:id="br0">
      <inkml:brushProperty name="width" value="0.1" units="cm"/>
      <inkml:brushProperty name="height" value="0.1" units="cm"/>
    </inkml:brush>
  </inkml:definitions>
  <inkml:trace contextRef="#ctx0" brushRef="#br0">7 0 6913 0 0,'1'4'14626'0'0,"0"-1"-14661"0"0,0 1 0 0 0,0-1-1 0 0,-1 1 1 0 0,1-1 0 0 0,-1 1-1 0 0,0-1 1 0 0,0 1 0 0 0,0-1-1 0 0,0 1 1 0 0,-1-1 0 0 0,1 1-1 0 0,-1-1 1 0 0,0 1-1 0 0,0-1 1 0 0,0 0 0 0 0,-1 1-1 0 0,-2 5 1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32.396"/>
    </inkml:context>
    <inkml:brush xml:id="br0">
      <inkml:brushProperty name="width" value="0.1" units="cm"/>
      <inkml:brushProperty name="height" value="0.1" units="cm"/>
    </inkml:brush>
  </inkml:definitions>
  <inkml:trace contextRef="#ctx0" brushRef="#br0">0 62 2304 0 0,'133'-23'8072'0'0,"-30"7"-3802"0"0,-35-2-5302 0 0,-57 14 149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32.760"/>
    </inkml:context>
    <inkml:brush xml:id="br0">
      <inkml:brushProperty name="width" value="0.1" units="cm"/>
      <inkml:brushProperty name="height" value="0.1" units="cm"/>
    </inkml:brush>
  </inkml:definitions>
  <inkml:trace contextRef="#ctx0" brushRef="#br0">73 0 1840 0 0,'-2'0'349'0'0,"0"1"-1"0"0,0-1 1 0 0,0 0-1 0 0,0 0 1 0 0,0 1-1 0 0,0-1 0 0 0,1 1 1 0 0,-1-1-1 0 0,0 1 1 0 0,0 0-1 0 0,1 0 1 0 0,-1 0-1 0 0,1 0 1 0 0,-1 0-1 0 0,0 0 0 0 0,1 0 1 0 0,0 0-1 0 0,-1 1 1 0 0,1-1-1 0 0,0 1 1 0 0,0-1-1 0 0,0 1 1 0 0,0-1-1 0 0,0 1 0 0 0,0 0 1 0 0,0-1-1 0 0,0 1 1 0 0,1 0-1 0 0,-1 0 1 0 0,1-1-1 0 0,-1 3 1 0 0,0 0-64 0 0,0 0 1 0 0,1 0-1 0 0,0 1 1 0 0,-1-1-1 0 0,1 0 1 0 0,1 0-1 0 0,-1 0 1 0 0,1 0-1 0 0,0 0 1 0 0,0 0-1 0 0,0 0 1 0 0,0 0-1 0 0,2 4 1 0 0,7 10 286 0 0,1-1 0 0 0,1-1 0 0 0,19 22 1 0 0,-19-24-216 0 0,0 0 1 0 0,-1 1 0 0 0,-1 0 0 0 0,13 24 0 0 0,-22-36-334 0 0,0-1 0 0 0,0 1 0 0 0,0-1 1 0 0,-1 1-1 0 0,1-1 0 0 0,-1 1 0 0 0,1 0 1 0 0,-1-1-1 0 0,0 1 0 0 0,0-1 0 0 0,0 1 0 0 0,0 0 1 0 0,-1-1-1 0 0,1 1 0 0 0,-1 0 0 0 0,1-1 0 0 0,-1 1 1 0 0,0-1-1 0 0,0 1 0 0 0,-2 2 0 0 0,1-1 46 0 0,-1 0 0 0 0,0 0 1 0 0,0-1-1 0 0,0 1 0 0 0,-1-1 0 0 0,1 0 0 0 0,-1 0 0 0 0,0 0 0 0 0,0 0 0 0 0,-7 3 0 0 0,2-1-439 0 0,0-1-1 0 0,0 0 1 0 0,-1-1-1 0 0,1 0 0 0 0,-1-1 1 0 0,1 0-1 0 0,-1 0 1 0 0,0-1-1 0 0,0 0 0 0 0,-16-1 1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4:33.305"/>
    </inkml:context>
    <inkml:brush xml:id="br0">
      <inkml:brushProperty name="width" value="0.1" units="cm"/>
      <inkml:brushProperty name="height" value="0.1" units="cm"/>
    </inkml:brush>
  </inkml:definitions>
  <inkml:trace contextRef="#ctx0" brushRef="#br0">172 26 4145 0 0,'0'-21'10239'0'0,"-1"21"-10034"0"0,1 0 0 0 0,-1-1 0 0 0,-17-2 4600 0 0,8 4-6088 0 0,3 1 1358 0 0,1 1 0 0 0,0 0 0 0 0,0 0 0 0 0,1 1 0 0 0,-1 0 0 0 0,1 0 0 0 0,0 0 0 0 0,0 0 0 0 0,0 1 0 0 0,0 0 0 0 0,1 0 0 0 0,0 0 0 0 0,-4 6 0 0 0,7-8-46 0 0,-1 0 0 0 0,1 0 0 0 0,0 0 0 0 0,-1 0 0 0 0,1 0 1 0 0,1 0-1 0 0,-1 0 0 0 0,0 0 0 0 0,1 0 0 0 0,0 0 0 0 0,-1 0 0 0 0,1 0 0 0 0,0 0 1 0 0,1 1-1 0 0,-1-1 0 0 0,1 0 0 0 0,-1 0 0 0 0,1 0 0 0 0,0 0 0 0 0,0 0 0 0 0,0 0 0 0 0,0 0 1 0 0,1 0-1 0 0,-1-1 0 0 0,1 1 0 0 0,0 0 0 0 0,0-1 0 0 0,0 1 0 0 0,3 2 0 0 0,30 27-68 0 0,-24-24 12 0 0,0 2 0 0 0,-1-1 0 0 0,0 1 0 0 0,17 23 0 0 0,-26-31 28 0 0,1 0 1 0 0,-1 0-1 0 0,0 1 0 0 0,1-1 0 0 0,-1 1 1 0 0,0-1-1 0 0,-1 1 0 0 0,1-1 1 0 0,0 1-1 0 0,-1-1 0 0 0,0 1 0 0 0,1 0 1 0 0,-1-1-1 0 0,0 1 0 0 0,0 0 1 0 0,-1-1-1 0 0,1 1 0 0 0,0 0 0 0 0,-1-1 1 0 0,0 1-1 0 0,1 0 0 0 0,-1-1 0 0 0,0 0 1 0 0,0 1-1 0 0,-1-1 0 0 0,1 1 1 0 0,-1-1-1 0 0,1 0 0 0 0,-1 0 0 0 0,1 0 1 0 0,-4 3-1 0 0,0 0 49 0 0,-1-1-1 0 0,0 0 1 0 0,0 0 0 0 0,0 0 0 0 0,0 0-1 0 0,-1-1 1 0 0,1 0 0 0 0,-1 0-1 0 0,0-1 1 0 0,0 0 0 0 0,0 0 0 0 0,0-1-1 0 0,0 0 1 0 0,-1 0 0 0 0,1 0-1 0 0,0-1 1 0 0,0 0 0 0 0,-1-1-1 0 0,1 0 1 0 0,0 0 0 0 0,-14-4 0 0 0,11 1-835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2.502"/>
    </inkml:context>
    <inkml:brush xml:id="br0">
      <inkml:brushProperty name="width" value="0.1" units="cm"/>
      <inkml:brushProperty name="height" value="0.1" units="cm"/>
    </inkml:brush>
  </inkml:definitions>
  <inkml:trace contextRef="#ctx0" brushRef="#br0">0 6 5985 0 0,'7'-6'9812'0'0,"2"36"-7877"0"0,6 174-963 0 0,-14-67-8157 0 0,-1-132 6675 0 0,0 11-4250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2.728"/>
    </inkml:context>
    <inkml:brush xml:id="br0">
      <inkml:brushProperty name="width" value="0.1" units="cm"/>
      <inkml:brushProperty name="height" value="0.1" units="cm"/>
    </inkml:brush>
  </inkml:definitions>
  <inkml:trace contextRef="#ctx0" brushRef="#br0">6 7 7834 0 0,'-3'-3'344'0'0,"2"1"72"0"0,1 1-328 0 0,0 2-88 0 0,0 1-128 0 0,0 1 32 0 0,-1 0 8 0 0,1 1-168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3.139"/>
    </inkml:context>
    <inkml:brush xml:id="br0">
      <inkml:brushProperty name="width" value="0.1" units="cm"/>
      <inkml:brushProperty name="height" value="0.1" units="cm"/>
    </inkml:brush>
  </inkml:definitions>
  <inkml:trace contextRef="#ctx0" brushRef="#br0">0 16 1840 0 0,'0'-1'40'0'0,"1"1"1"0"0,-1-1-1 0 0,0 0 0 0 0,0 1 0 0 0,1-1 0 0 0,-1 1 0 0 0,0-1 0 0 0,1 1 0 0 0,-1-1 0 0 0,0 1 0 0 0,1-1 0 0 0,-1 1 0 0 0,1-1 0 0 0,-1 1 0 0 0,1 0 1 0 0,-1-1-1 0 0,1 1 0 0 0,-1 0 0 0 0,1-1 0 0 0,-1 1 0 0 0,1 0 0 0 0,0 0 0 0 0,-1-1 0 0 0,1 1 0 0 0,-1 0 0 0 0,1 0 0 0 0,0 0 0 0 0,-1 0 0 0 0,1 0 1 0 0,0 0-1 0 0,23 9 1211 0 0,-20-7-964 0 0,0 1 1 0 0,0 0 0 0 0,0 0-1 0 0,0 1 1 0 0,0-1 0 0 0,-1 1-1 0 0,1 0 1 0 0,2 4 0 0 0,2 10 1310 0 0,10 36 0 0 0,-15-42-1257 0 0,1 0 0 0 0,0 0 0 0 0,0-1 0 0 0,2 1 0 0 0,-1-1 0 0 0,1 0 0 0 0,10 13 0 0 0,-16-24-357 0 0,0 1 1 0 0,0-1 0 0 0,1 0 0 0 0,-1 1 0 0 0,0-1-1 0 0,0 0 1 0 0,1 1 0 0 0,-1-1 0 0 0,0 0-1 0 0,0 0 1 0 0,1 1 0 0 0,-1-1 0 0 0,0 0-1 0 0,1 0 1 0 0,-1 0 0 0 0,0 1 0 0 0,1-1-1 0 0,-1 0 1 0 0,0 0 0 0 0,1 0 0 0 0,-1 0-1 0 0,0 0 1 0 0,1 0 0 0 0,-1 0 0 0 0,1 0-1 0 0,-1 0 1 0 0,0 0 0 0 0,1 0 0 0 0,-1 0-1 0 0,0 0 1 0 0,1 0 0 0 0,0 0 0 0 0,4-12-362 0 0,-2-29 117 0 0,-3 32 349 0 0,1-7 157 0 0,0 0 0 0 0,2-1 1 0 0,0 1-1 0 0,9-31 0 0 0,-10 43-158 0 0,0 0-1 0 0,-1 0 0 0 0,1 0 0 0 0,1 0 0 0 0,-1 0 0 0 0,1 1 1 0 0,-1-1-1 0 0,1 1 0 0 0,0 0 0 0 0,5-5 0 0 0,-6 7-8 0 0,0-1-1 0 0,0 1 1 0 0,1 0 0 0 0,-1 0-1 0 0,0 0 1 0 0,1 0 0 0 0,-1 0-1 0 0,0 1 1 0 0,1-1 0 0 0,-1 1-1 0 0,1-1 1 0 0,-1 1 0 0 0,1 0-1 0 0,-1 0 1 0 0,1 0 0 0 0,-1 0-1 0 0,1 1 1 0 0,-1-1 0 0 0,5 2-1 0 0,-4-1-11 0 0,-1 0 0 0 0,0 0 0 0 0,1 0 0 0 0,-1 0 0 0 0,0 1 0 0 0,0-1-1 0 0,0 1 1 0 0,0-1 0 0 0,0 1 0 0 0,0 0 0 0 0,-1 0 0 0 0,1-1 0 0 0,0 2 0 0 0,-1-1-1 0 0,0 0 1 0 0,1 0 0 0 0,-1 0 0 0 0,2 5 0 0 0,11 46-608 0 0,-12-45 206 0 0,2 10-600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3.488"/>
    </inkml:context>
    <inkml:brush xml:id="br0">
      <inkml:brushProperty name="width" value="0.1" units="cm"/>
      <inkml:brushProperty name="height" value="0.1" units="cm"/>
    </inkml:brush>
  </inkml:definitions>
  <inkml:trace contextRef="#ctx0" brushRef="#br0">24 0 5529 0 0,'-3'22'5781'0'0,"-16"114"-1369"0"0,17-114-4163 0 0,2 1-1 0 0,1 0 1 0 0,1 0 0 0 0,0-1 0 0 0,2 1-1 0 0,1-1 1 0 0,0 0 0 0 0,2 0-1 0 0,1 0 1 0 0,0-1 0 0 0,2 0 0 0 0,0-1-1 0 0,22 33 1 0 0,21 18-831 0 0,-29-40-47 0 0,0 2 0 0 0,23 45 1 0 0,-42-60-2472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3.691"/>
    </inkml:context>
    <inkml:brush xml:id="br0">
      <inkml:brushProperty name="width" value="0.1" units="cm"/>
      <inkml:brushProperty name="height" value="0.1" units="cm"/>
    </inkml:brush>
  </inkml:definitions>
  <inkml:trace contextRef="#ctx0" brushRef="#br0">32 232 1376 0 0,'-2'0'15'0'0,"0"0"-1"0"0,0 0 0 0 0,0 0 1 0 0,0-1-1 0 0,0 1 0 0 0,0 0 1 0 0,0-1-1 0 0,0 1 0 0 0,0-1 0 0 0,-2-1 1 0 0,3 2 44 0 0,1-1 0 0 0,-1 1 0 0 0,1-1 0 0 0,-1 1 0 0 0,1 0-1 0 0,-1-1 1 0 0,1 1 0 0 0,0-1 0 0 0,-1 1 0 0 0,1-1 0 0 0,0 1 0 0 0,-1-1 0 0 0,1 1 0 0 0,0-1 0 0 0,0 1 0 0 0,-1-1 0 0 0,1 1 0 0 0,0-1 0 0 0,0 0 0 0 0,0 1 0 0 0,0-1 0 0 0,0 1 0 0 0,0-2 0 0 0,0 0 24 0 0,1 0 1 0 0,0 0 0 0 0,0-1 0 0 0,0 1 0 0 0,0 0-1 0 0,0 1 1 0 0,0-1 0 0 0,0 0 0 0 0,1 0 0 0 0,-1 0-1 0 0,1 1 1 0 0,-1-1 0 0 0,1 1 0 0 0,0-1 0 0 0,0 1-1 0 0,0 0 1 0 0,2-2 0 0 0,64-38-706 0 0,1 3 1 0 0,141-55 0 0 0,-188 85 621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3.959"/>
    </inkml:context>
    <inkml:brush xml:id="br0">
      <inkml:brushProperty name="width" value="0.1" units="cm"/>
      <inkml:brushProperty name="height" value="0.1" units="cm"/>
    </inkml:brush>
  </inkml:definitions>
  <inkml:trace contextRef="#ctx0" brushRef="#br0">75 0 3137 0 0,'-27'23'1803'0'0,"24"-21"-1153"0"0,-1 0-1 0 0,1 1 1 0 0,-1-1-1 0 0,1 1 1 0 0,0 0-1 0 0,0 0 0 0 0,1 0 1 0 0,-1 0-1 0 0,0 1 1 0 0,1-1-1 0 0,0 1 1 0 0,0 0-1 0 0,0-1 0 0 0,0 1 1 0 0,-1 6-1 0 0,2-5-472 0 0,0-1 0 0 0,0 1 0 0 0,1 0 0 0 0,-1 0 1 0 0,1 0-1 0 0,0-1 0 0 0,0 1 0 0 0,1 0 0 0 0,0 0 0 0 0,0 0 0 0 0,0-1 0 0 0,0 1 0 0 0,1 0 0 0 0,-1-1 0 0 0,1 0 0 0 0,3 6 0 0 0,-1-3-71 0 0,1 0 1 0 0,0-1-1 0 0,0 1 1 0 0,0-1-1 0 0,1-1 1 0 0,0 1-1 0 0,0-1 0 0 0,0 0 1 0 0,12 7-1 0 0,-11-7-84 0 0,0-1-1 0 0,1-1 0 0 0,0 1 1 0 0,0-1-1 0 0,0 0 1 0 0,1-1-1 0 0,-1 0 1 0 0,1 0-1 0 0,8 0 0 0 0,-12-2 10 0 0,1 0 0 0 0,-1 0-1 0 0,0 0 1 0 0,1-1 0 0 0,-1 1-1 0 0,0-1 1 0 0,0-1-1 0 0,0 1 1 0 0,0-1 0 0 0,0 0-1 0 0,0 0 1 0 0,0 0 0 0 0,0-1-1 0 0,7-5 1 0 0,-10 7-32 0 0,0-1 1 0 0,-1 1-1 0 0,1-1 1 0 0,-1 0 0 0 0,1 1-1 0 0,-1-1 1 0 0,0 0-1 0 0,0 0 1 0 0,0 0-1 0 0,0 0 1 0 0,0 0-1 0 0,0 0 1 0 0,0 0-1 0 0,-1 0 1 0 0,1 0-1 0 0,-1 0 1 0 0,0 0-1 0 0,1 0 1 0 0,-1 0-1 0 0,0-1 1 0 0,0 1-1 0 0,0 0 1 0 0,-1 0-1 0 0,1 0 1 0 0,0 0-1 0 0,-1 0 1 0 0,1 0-1 0 0,-1 0 1 0 0,0-1-1 0 0,0 2 1 0 0,0-1-1 0 0,0 0 1 0 0,0 0-1 0 0,-2-3 1 0 0,-5-6-320 0 0,0-1 0 0 0,-1 1 0 0 0,0 1 0 0 0,-13-12 0 0 0,13 14-314 0 0,-6-7-710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4.507"/>
    </inkml:context>
    <inkml:brush xml:id="br0">
      <inkml:brushProperty name="width" value="0.1" units="cm"/>
      <inkml:brushProperty name="height" value="0.1" units="cm"/>
    </inkml:brush>
  </inkml:definitions>
  <inkml:trace contextRef="#ctx0" brushRef="#br0">54 98 6913 0 0,'-17'-33'444'0'0,"-20"-31"3067"0"0,42 97 1153 0 0,-1 7-3834 0 0,39 409 2160 0 0,-32-280-3588 0 0,47 251 0 0 0,-35-341-2383 0 0,-17-58-214 0 0,3 6-1984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4.874"/>
    </inkml:context>
    <inkml:brush xml:id="br0">
      <inkml:brushProperty name="width" value="0.1" units="cm"/>
      <inkml:brushProperty name="height" value="0.1" units="cm"/>
    </inkml:brush>
  </inkml:definitions>
  <inkml:trace contextRef="#ctx0" brushRef="#br0">0 176 1368 0 0,'4'-4'51'0'0,"0"-1"-1"0"0,0 1 0 0 0,0 0 0 0 0,1 0 1 0 0,-1 1-1 0 0,1-1 0 0 0,0 1 0 0 0,0 0 1 0 0,0 0-1 0 0,1 1 0 0 0,8-4 0 0 0,69-18 2151 0 0,-61 19-1211 0 0,168-32 2469 0 0,99 5-2525 0 0,-192 23-655 0 0,68-7 49 0 0,0 8 0 0 0,211 16 0 0 0,-107 38-46 0 0,-188-29-1463 0 0,1-2 1 0 0,86 2 0 0 0,-124-15-1698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5.477"/>
    </inkml:context>
    <inkml:brush xml:id="br0">
      <inkml:brushProperty name="width" value="0.1" units="cm"/>
      <inkml:brushProperty name="height" value="0.1" units="cm"/>
    </inkml:brush>
  </inkml:definitions>
  <inkml:trace contextRef="#ctx0" brushRef="#br0">2028 1 3681 0 0,'1'4'555'0'0,"0"1"1"0"0,0-1-1 0 0,1 0 0 0 0,-1 0 1 0 0,1 0-1 0 0,0 0 0 0 0,4 6 1 0 0,3 8 1321 0 0,16 50 1247 0 0,27 123 0 0 0,-3-6-2711 0 0,-33-138-390 0 0,47 160 55 0 0,-54-170-162 0 0,-2 1 0 0 0,-1 0 0 0 0,1 60 1 0 0,-7-82-108 0 0,-1 0 0 0 0,0 0 1 0 0,-6 21-1 0 0,6-32 240 0 0,0 0-1 0 0,0 0 1 0 0,-1 0 0 0 0,0-1 0 0 0,0 1-1 0 0,0 0 1 0 0,0-1 0 0 0,-1 0-1 0 0,0 1 1 0 0,0-1 0 0 0,0 0-1 0 0,0-1 1 0 0,-1 1 0 0 0,-6 5 0 0 0,5-6 86 0 0,0-1 1 0 0,0 0 0 0 0,0-1 0 0 0,0 1-1 0 0,-1-1 1 0 0,1 0 0 0 0,-11 1 0 0 0,-24 5 517 0 0,-23 13 453 0 0,-123 22 1 0 0,-71-11-2274 0 0,139-17 932 0 0,-69 5-242 0 0,160-19 447 0 0,-1 0 0 0 0,1-2 0 0 0,-1 0 0 0 0,-47-13 0 0 0,-63-17-49 0 0,-1 6 1 0 0,-275-16 0 0 0,313 39 190 0 0,-73-5 621 0 0,141 5-940 0 0,1-2 1 0 0,0-1-1 0 0,-39-13 1 0 0,58 14-1497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6.126"/>
    </inkml:context>
    <inkml:brush xml:id="br0">
      <inkml:brushProperty name="width" value="0.1" units="cm"/>
      <inkml:brushProperty name="height" value="0.1" units="cm"/>
    </inkml:brush>
  </inkml:definitions>
  <inkml:trace contextRef="#ctx0" brushRef="#br0">25 0 7370 0 0,'-5'5'8111'0'0,"0"14"-5965"0"0,1 25-972 0 0,2-22-773 0 0,-6 123 1315 0 0,8-124-2277 0 0,1 0 0 0 0,1 0 1 0 0,0 0-1 0 0,11 37 1 0 0,-11-53-173 0 0,-1 0 1 0 0,1-1 0 0 0,0 1 0 0 0,0-1 0 0 0,1 1 0 0 0,3 3-1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6.491"/>
    </inkml:context>
    <inkml:brush xml:id="br0">
      <inkml:brushProperty name="width" value="0.1" units="cm"/>
      <inkml:brushProperty name="height" value="0.1" units="cm"/>
    </inkml:brush>
  </inkml:definitions>
  <inkml:trace contextRef="#ctx0" brushRef="#br0">1 72 3337 0 0,'0'-2'142'0'0,"1"0"0"0"0,0 0 1 0 0,-1 0-1 0 0,1 0 1 0 0,0 0-1 0 0,0 0 0 0 0,0 0 1 0 0,0 0-1 0 0,1 0 0 0 0,-1 1 1 0 0,0-1-1 0 0,1 0 0 0 0,-1 1 1 0 0,1-1-1 0 0,0 1 1 0 0,-1 0-1 0 0,1-1 0 0 0,0 1 1 0 0,0 0-1 0 0,0 0 0 0 0,0 0 1 0 0,4-1-1 0 0,56-20 3946 0 0,-48 18-3577 0 0,-7 2-198 0 0,0 0 0 0 0,0 1 0 0 0,1 0-1 0 0,-1 0 1 0 0,0 0 0 0 0,1 1-1 0 0,-1 0 1 0 0,12 2 0 0 0,-17-2-276 0 0,0 1 1 0 0,0-1-1 0 0,0 0 1 0 0,0 1-1 0 0,0 0 1 0 0,0-1-1 0 0,-1 1 1 0 0,1 0-1 0 0,0 0 1 0 0,0 0-1 0 0,-1 0 0 0 0,1 1 1 0 0,-1-1-1 0 0,1 0 1 0 0,-1 1-1 0 0,1-1 1 0 0,-1 1-1 0 0,0-1 1 0 0,0 1-1 0 0,0 0 1 0 0,0-1-1 0 0,0 1 1 0 0,0 0-1 0 0,0 0 1 0 0,-1 0-1 0 0,1 0 1 0 0,0-1-1 0 0,-1 1 1 0 0,0 0-1 0 0,1 0 0 0 0,-1 0 1 0 0,0 0-1 0 0,0 0 1 0 0,0 0-1 0 0,0 0 1 0 0,-1 2-1 0 0,-1 9-3 0 0,-1-1 0 0 0,0-1 0 0 0,-1 1 0 0 0,0 0 0 0 0,-1-1-1 0 0,-6 12 1 0 0,5-13-9 0 0,1 1 0 0 0,1 0 0 0 0,-1 0 0 0 0,2 0 0 0 0,0 1 0 0 0,-2 12 0 0 0,5-23-24 0 0,0 0-1 0 0,0 0 1 0 0,0 0-1 0 0,0 0 1 0 0,0-1-1 0 0,0 1 1 0 0,1 0-1 0 0,-1 0 1 0 0,0 0-1 0 0,1-1 1 0 0,-1 1-1 0 0,0 0 1 0 0,1-1-1 0 0,-1 1 1 0 0,1 0-1 0 0,-1-1 1 0 0,1 1-1 0 0,-1 0 1 0 0,1-1-1 0 0,0 1 1 0 0,-1-1-1 0 0,1 1 1 0 0,0-1-1 0 0,-1 1 1 0 0,1-1-1 0 0,0 0 1 0 0,0 1-1 0 0,-1-1 1 0 0,1 0-1 0 0,0 0 1 0 0,0 1-1 0 0,0-1 1 0 0,0 0-1 0 0,-1 0 1 0 0,1 0-1 0 0,0 0 1 0 0,0 0-1 0 0,0 0 1 0 0,1 0-1 0 0,43-5-550 0 0,-29 3 252 0 0,-9 1 230 0 0,1 1 0 0 0,-1 0 0 0 0,1 1 0 0 0,-1-1 0 0 0,0 2 0 0 0,1-1 0 0 0,-1 1 0 0 0,0 0 0 0 0,13 5 0 0 0,-18-6 134 0 0,0 0 1 0 0,0 1-1 0 0,0-1 1 0 0,0 1-1 0 0,0-1 0 0 0,-1 1 1 0 0,1 0-1 0 0,0 0 1 0 0,-1-1-1 0 0,1 1 0 0 0,-1 0 1 0 0,0 0-1 0 0,0 1 1 0 0,1-1-1 0 0,-1 0 1 0 0,-1 0-1 0 0,1 0 0 0 0,0 1 1 0 0,-1-1-1 0 0,1 1 1 0 0,-1-1-1 0 0,1 0 0 0 0,-1 1 1 0 0,0-1-1 0 0,0 1 1 0 0,0-1-1 0 0,-1 0 0 0 0,1 1 1 0 0,0-1-1 0 0,-1 1 1 0 0,0-1-1 0 0,1 0 0 0 0,-3 5 1 0 0,-4 8-74 0 0,-1 1 1 0 0,0-1-1 0 0,-1-1 1 0 0,-1 0-1 0 0,0 0 1 0 0,-1-1-1 0 0,-18 18 1 0 0,8-8-2313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6.857"/>
    </inkml:context>
    <inkml:brush xml:id="br0">
      <inkml:brushProperty name="width" value="0.1" units="cm"/>
      <inkml:brushProperty name="height" value="0.1" units="cm"/>
    </inkml:brush>
  </inkml:definitions>
  <inkml:trace contextRef="#ctx0" brushRef="#br0">1 1 3681 0 0,'1'3'424'0'0,"0"0"1"0"0,0 0 0 0 0,0 0-1 0 0,-1 0 1 0 0,1 0-1 0 0,-1 0 1 0 0,1 0 0 0 0,-1 0-1 0 0,0 0 1 0 0,-1 1-1 0 0,0 3 1 0 0,1-2 445 0 0,0 4 144 0 0,0 7 127 0 0,0-1 0 0 0,1 1 0 0 0,1 0 1 0 0,4 20-1 0 0,-5-33-1068 0 0,0 0 1 0 0,-1-1-1 0 0,1 1 1 0 0,0 0 0 0 0,0 0-1 0 0,1-1 1 0 0,-1 1-1 0 0,1-1 1 0 0,-1 1-1 0 0,1-1 1 0 0,0 1-1 0 0,0-1 1 0 0,0 0-1 0 0,0 0 1 0 0,0 0-1 0 0,0 0 1 0 0,1 0-1 0 0,-1-1 1 0 0,0 1-1 0 0,1-1 1 0 0,0 1 0 0 0,-1-1-1 0 0,1 0 1 0 0,0 0-1 0 0,0 0 1 0 0,-1-1-1 0 0,1 1 1 0 0,0-1-1 0 0,0 1 1 0 0,4-1-1 0 0,-3 0-101 0 0,-1 0 0 0 0,1-1 0 0 0,0 1 0 0 0,0-1 0 0 0,-1 0 0 0 0,1 0-1 0 0,-1 0 1 0 0,1-1 0 0 0,-1 1 0 0 0,1-1 0 0 0,-1 0 0 0 0,0 0 0 0 0,0 0-1 0 0,0 0 1 0 0,0-1 0 0 0,0 1 0 0 0,3-5 0 0 0,4-4 71 0 0,-1-1 1 0 0,-1 0 0 0 0,9-17-1 0 0,-12 20 125 0 0,1 0 1 0 0,0-1-1 0 0,0 2 0 0 0,0-1 1 0 0,16-14-1 0 0,-22 22-148 0 0,1 0-1 0 0,0 1 1 0 0,0-1 0 0 0,0 0 0 0 0,0 0-1 0 0,0 1 1 0 0,0-1 0 0 0,0 0 0 0 0,0 1-1 0 0,0-1 1 0 0,0 1 0 0 0,1 0 0 0 0,-1-1-1 0 0,0 1 1 0 0,0 0 0 0 0,0 0 0 0 0,0 0-1 0 0,1-1 1 0 0,-1 1 0 0 0,0 0 0 0 0,0 1-1 0 0,1-1 1 0 0,-1 0 0 0 0,0 0 0 0 0,0 0-1 0 0,0 1 1 0 0,0-1 0 0 0,1 1 0 0 0,-1-1 0 0 0,0 1-1 0 0,0-1 1 0 0,0 1 0 0 0,0 0 0 0 0,0-1-1 0 0,0 1 1 0 0,0 0 0 0 0,-1 0 0 0 0,1 0-1 0 0,0 0 1 0 0,0 0 0 0 0,0-1 0 0 0,-1 1-1 0 0,1 1 1 0 0,-1-1 0 0 0,1 0 0 0 0,-1 0-1 0 0,1 0 1 0 0,-1 0 0 0 0,0 0 0 0 0,1 2-1 0 0,3 9-40 0 0,-1 0-1 0 0,0 0 1 0 0,3 24-1 0 0,-5-26-268 0 0,-1-9 272 0 0,2 12-793 0 0,0-1-1 0 0,0 0 0 0 0,1 1 0 0 0,1-1 1 0 0,8 19-1 0 0,-3-15-4796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7.112"/>
    </inkml:context>
    <inkml:brush xml:id="br0">
      <inkml:brushProperty name="width" value="0.1" units="cm"/>
      <inkml:brushProperty name="height" value="0.1" units="cm"/>
    </inkml:brush>
  </inkml:definitions>
  <inkml:trace contextRef="#ctx0" brushRef="#br0">1 0 7370 0 0,'-1'42'6522'0'0,"2"58"437"0"0,10 50-5380 0 0,33 53-4083 0 0,-30-145-2355 0 0,-9-38-878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7.270"/>
    </inkml:context>
    <inkml:brush xml:id="br0">
      <inkml:brushProperty name="width" value="0.1" units="cm"/>
      <inkml:brushProperty name="height" value="0.1" units="cm"/>
    </inkml:brush>
  </inkml:definitions>
  <inkml:trace contextRef="#ctx0" brushRef="#br0">23 240 1376 0 0,'-3'-5'202'0'0,"0"-1"0"0"0,0 1 0 0 0,1-1 0 0 0,-1 0-1 0 0,1 0 1 0 0,0-1 0 0 0,1 1 0 0 0,0 0 0 0 0,0-1 0 0 0,0 1-1 0 0,1 0 1 0 0,0-10 0 0 0,1 11 147 0 0,-1 1 0 0 0,1-1 0 0 0,0 1 0 0 0,1 0 0 0 0,-1-1 0 0 0,1 1 0 0 0,0 0 0 0 0,0 0 0 0 0,0 0 0 0 0,0 0 0 0 0,1 1 0 0 0,-1-1-1 0 0,1 1 1 0 0,0-1 0 0 0,0 1 0 0 0,0 0 0 0 0,1 0 0 0 0,6-4 0 0 0,5-2 164 0 0,0 0 0 0 0,0 2-1 0 0,18-7 1 0 0,22-5-2509 0 0,-35 12-72 0 0,7-3-1644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7.477"/>
    </inkml:context>
    <inkml:brush xml:id="br0">
      <inkml:brushProperty name="width" value="0.1" units="cm"/>
      <inkml:brushProperty name="height" value="0.1" units="cm"/>
    </inkml:brush>
  </inkml:definitions>
  <inkml:trace contextRef="#ctx0" brushRef="#br0">45 1 4201 0 0,'-1'0'279'0'0,"-1"1"0"0"0,1 0 0 0 0,-1 0 0 0 0,1-1 0 0 0,0 1 0 0 0,-1 0 0 0 0,1 0 0 0 0,0 0 0 0 0,-1 1 0 0 0,1-1 0 0 0,0 0 0 0 0,0 0 0 0 0,0 1 0 0 0,0-1 0 0 0,0 0 0 0 0,0 1 0 0 0,1-1 0 0 0,-1 1 0 0 0,0-1 0 0 0,1 1 0 0 0,-1 2 0 0 0,-11 35 4532 0 0,8-11-3620 0 0,1-1 1 0 0,2 1-1 0 0,0 0 0 0 0,5 40 0 0 0,23 110-1570 0 0,-24-166 178 0 0,1 12-921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7.683"/>
    </inkml:context>
    <inkml:brush xml:id="br0">
      <inkml:brushProperty name="width" value="0.1" units="cm"/>
      <inkml:brushProperty name="height" value="0.1" units="cm"/>
    </inkml:brush>
  </inkml:definitions>
  <inkml:trace contextRef="#ctx0" brushRef="#br0">0 216 6913 0 0,'1'-9'580'0'0,"0"0"0"0"0,1 0-1 0 0,0 0 1 0 0,0 1-1 0 0,1-1 1 0 0,0 0 0 0 0,1 1-1 0 0,-1 0 1 0 0,2 0-1 0 0,-1 0 1 0 0,1 1-1 0 0,0-1 1 0 0,1 1 0 0 0,9-9-1 0 0,-6 6-18 0 0,0 1 0 0 0,1 0 0 0 0,21-14 0 0 0,-23 18-811 0 0,0 1 0 0 0,1-1 0 0 0,-1 1-1 0 0,1 1 1 0 0,14-5 0 0 0,-17 7 101 0 0,-1 0-1 0 0,0 1 1 0 0,1-1-1 0 0,-1 1 0 0 0,1 0 1 0 0,-1 0-1 0 0,0 1 1 0 0,1-1-1 0 0,-1 1 1 0 0,0 0-1 0 0,1 1 1 0 0,-1-1-1 0 0,0 1 1 0 0,5 3-1 0 0,-2 1 150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8.112"/>
    </inkml:context>
    <inkml:brush xml:id="br0">
      <inkml:brushProperty name="width" value="0.1" units="cm"/>
      <inkml:brushProperty name="height" value="0.1" units="cm"/>
    </inkml:brush>
  </inkml:definitions>
  <inkml:trace contextRef="#ctx0" brushRef="#br0">0 273 4937 0 0,'5'-3'67'0'0,"0"-1"0"0"0,0 0-1 0 0,0 0 1 0 0,-1 0 0 0 0,0 0 0 0 0,1-1-1 0 0,-2 1 1 0 0,5-7 0 0 0,25-43-2 0 0,-24 39-62 0 0,-2-1 0 0 0,0 0 0 0 0,7-21 0 0 0,-12 33-52 0 0,-1 1 0 0 0,0-1 0 0 0,0 1 0 0 0,-1-1 0 0 0,1 1 0 0 0,-1-1 0 0 0,0 0 0 0 0,0 1 0 0 0,0-1 0 0 0,0 0 0 0 0,-1 1 0 0 0,1-1 0 0 0,-1 0 0 0 0,0 1 0 0 0,0-1 1 0 0,0 1-1 0 0,0 0 0 0 0,-1-1 0 0 0,0 1 0 0 0,1 0 0 0 0,-1 0 0 0 0,-4-5 0 0 0,6 7 38 0 0,-1 1 1 0 0,1-1-1 0 0,0 1 0 0 0,-1 0 1 0 0,1-1-1 0 0,-1 1 0 0 0,1-1 0 0 0,0 1 1 0 0,-1 0-1 0 0,1-1 0 0 0,-1 1 1 0 0,1 0-1 0 0,-1 0 0 0 0,1-1 1 0 0,-1 1-1 0 0,1 0 0 0 0,-1 0 1 0 0,1 0-1 0 0,-1 0 0 0 0,1-1 1 0 0,-1 1-1 0 0,1 0 0 0 0,-1 0 0 0 0,0 0 1 0 0,1 0-1 0 0,-1 0 0 0 0,-3 12-21 0 0,8 19 337 0 0,1-17-136 0 0,1 0 0 0 0,0-1-1 0 0,1 0 1 0 0,1 0 0 0 0,0-1 0 0 0,0 0 0 0 0,1-1 0 0 0,1 1-1 0 0,18 15 1 0 0,-27-26 13 0 0,1 0-1 0 0,-1 0 1 0 0,1 0-1 0 0,-1 0 1 0 0,1 0-1 0 0,-1-1 1 0 0,1 1-1 0 0,0-1 1 0 0,-1 1-1 0 0,1-1 1 0 0,0 0-1 0 0,-1 1 1 0 0,1-1-1 0 0,0 0 1 0 0,0 0-1 0 0,-1 0 1 0 0,1-1-1 0 0,0 1 1 0 0,0 0-1 0 0,-1-1 1 0 0,1 1-1 0 0,0-1 1 0 0,-1 1-1 0 0,1-1 1 0 0,-1 0-1 0 0,1 1 1 0 0,-1-1-1 0 0,1 0 1 0 0,1-2-1 0 0,5-3 653 0 0,0-1 1 0 0,0 0-1 0 0,-1-1 0 0 0,7-9 0 0 0,-9 11-349 0 0,0 0 0 0 0,0 1 0 0 0,0-1-1 0 0,12-8 1 0 0,31-12-4954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9.019"/>
    </inkml:context>
    <inkml:brush xml:id="br0">
      <inkml:brushProperty name="width" value="0.1" units="cm"/>
      <inkml:brushProperty name="height" value="0.1" units="cm"/>
    </inkml:brush>
  </inkml:definitions>
  <inkml:trace contextRef="#ctx0" brushRef="#br0">0 60 2304 0 0,'129'-22'2752'0'0,"180"-7"-1"0"0,134 21-2336 0 0,-273 7 5 0 0,930 43 3073 0 0,-696-19-1992 0 0,-15-11-2578 0 0,-169-6-2224 0 0,196 4 452 0 0,-360-10-55 0 0,-53-3 2952 0 0,-3-1 16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09.653"/>
    </inkml:context>
    <inkml:brush xml:id="br0">
      <inkml:brushProperty name="width" value="0.1" units="cm"/>
      <inkml:brushProperty name="height" value="0.1" units="cm"/>
    </inkml:brush>
  </inkml:definitions>
  <inkml:trace contextRef="#ctx0" brushRef="#br0">3334 1 4609 0 0,'3'4'895'0'0,"0"0"0"0"0,0 0 0 0 0,0 1 1 0 0,0-1-1 0 0,-1 1 0 0 0,0 0 0 0 0,0-1 0 0 0,0 1 0 0 0,0 0 0 0 0,-1 0 0 0 0,2 11 1 0 0,2 66 1833 0 0,-3-35-2198 0 0,7 314-946 0 0,-11-242 75 0 0,21 194 0 0 0,-8-250 180 0 0,-4-27-285 0 0,4 68 1 0 0,-10-94 394 0 0,-1 0 1 0 0,-1 0-1 0 0,0 1 1 0 0,0-1-1 0 0,-1 0 0 0 0,-1 0 1 0 0,1-1-1 0 0,-1 1 0 0 0,-1 0 1 0 0,0-1-1 0 0,-7 12 0 0 0,7-16 67 0 0,1-1 0 0 0,-1 0-1 0 0,0 0 1 0 0,0 0-1 0 0,-1-1 1 0 0,1 1-1 0 0,-1-1 1 0 0,0 0 0 0 0,0-1-1 0 0,0 1 1 0 0,0-1-1 0 0,0 0 1 0 0,0 0 0 0 0,-7 1-1 0 0,-13 4 560 0 0,-44 4-1 0 0,58-10-314 0 0,-52 4 442 0 0,-74-2 0 0 0,-21 0 155 0 0,-254 44-572 0 0,68-5 116 0 0,-3-29-215 0 0,-10-42-3421 0 0,146 8 1403 0 0,-711-56 3482 0 0,686 65-6945 0 0,210 12 4437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0.256"/>
    </inkml:context>
    <inkml:brush xml:id="br0">
      <inkml:brushProperty name="width" value="0.1" units="cm"/>
      <inkml:brushProperty name="height" value="0.1" units="cm"/>
    </inkml:brush>
  </inkml:definitions>
  <inkml:trace contextRef="#ctx0" brushRef="#br0">0 9 5065 0 0,'5'-8'13940'0'0,"5"14"-11453"0"0,3 8-4349 0 0,-7-6 3518 0 0,-3 3-1480 0 0,1 0 0 0 0,-1 0 1 0 0,-1 0-1 0 0,0 0 0 0 0,-1 1 1 0 0,0 16-1 0 0,-5 72-1178 0 0,3-89 790 0 0,1-2-583 0 0,-4 32-1522 0 0,3-40 1947 0 0,1 0 1 0 0,0 1-1 0 0,0-1 0 0 0,-1 1 0 0 0,1-1 0 0 0,0 1 0 0 0,-1-1 0 0 0,0 0 0 0 0,1 1 0 0 0,-1-1 1 0 0,0 0-1 0 0,1 0 0 0 0,-1 0 0 0 0,0 1 0 0 0,0-1 0 0 0,0 0 0 0 0,0 0 0 0 0,0 0 0 0 0,0 0 1 0 0,-1 0-1 0 0,0 0 0 0 0,1-1 284 0 0,0 0 1 0 0,1 0-1 0 0,-1 0 1 0 0,1 0-1 0 0,-1 0 0 0 0,0 0 1 0 0,1 0-1 0 0,-1 0 1 0 0,1 0-1 0 0,-1 0 1 0 0,1-1-1 0 0,-1 1 0 0 0,1 0 1 0 0,-1 0-1 0 0,0-1 1 0 0,1 1-1 0 0,-1 0 0 0 0,1-1 1 0 0,0 1-1 0 0,-1 0 1 0 0,1-1-1 0 0,-1 1 1 0 0,1-1-1 0 0,0 1 0 0 0,-1-1 1 0 0,1 1-1 0 0,0-1 1 0 0,-1 1-1 0 0,1-1 1 0 0,-6-9 85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0.429"/>
    </inkml:context>
    <inkml:brush xml:id="br0">
      <inkml:brushProperty name="width" value="0.1" units="cm"/>
      <inkml:brushProperty name="height" value="0.1" units="cm"/>
    </inkml:brush>
  </inkml:definitions>
  <inkml:trace contextRef="#ctx0" brushRef="#br0">0 0 9674 0 0,'50'18'-22'0'0,"-41"-15"-13"0"0,-1 0 0 0 0,1 0 0 0 0,0 0 0 0 0,10 7 0 0 0,-15-7-447 0 0,0 0 1 0 0,0 0-1 0 0,0 0 1 0 0,-1 0-1 0 0,1 1 0 0 0,-1-1 1 0 0,3 5-1 0 0,1 2 19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0.856"/>
    </inkml:context>
    <inkml:brush xml:id="br0">
      <inkml:brushProperty name="width" value="0.1" units="cm"/>
      <inkml:brushProperty name="height" value="0.1" units="cm"/>
    </inkml:brush>
  </inkml:definitions>
  <inkml:trace contextRef="#ctx0" brushRef="#br0">0 0 6449 0 0,'3'0'160'0'0,"0"0"0"0"0,0 1 0 0 0,0-1 0 0 0,0 0 0 0 0,0 1 0 0 0,-1 0-1 0 0,1-1 1 0 0,0 1 0 0 0,0 1 0 0 0,-1-1 0 0 0,1 0 0 0 0,0 0 0 0 0,-1 1 0 0 0,1 0-1 0 0,-1-1 1 0 0,0 1 0 0 0,0 0 0 0 0,1 0 0 0 0,-1 0 0 0 0,-1 1 0 0 0,3 2-1 0 0,1 3 588 0 0,0 1-1 0 0,0 0 0 0 0,-1 0 0 0 0,5 18 1 0 0,7 15-315 0 0,-16-44-523 0 0,0-1 0 0 0,0 0 1 0 0,0 0-1 0 0,1 1 1 0 0,-1-1-1 0 0,1 0 0 0 0,0 1 1 0 0,-1-1-1 0 0,1 1 0 0 0,1-1 1 0 0,-1 1-1 0 0,3-5 0 0 0,19-33 235 0 0,-22 38-61 0 0,0 1 0 0 0,0-1 0 0 0,0 0 0 0 0,0 1-1 0 0,0-1 1 0 0,1 1 0 0 0,-1 0 0 0 0,1-1 0 0 0,-1 1 0 0 0,1 0 0 0 0,0 0 0 0 0,-1 0 0 0 0,1 0 0 0 0,0 0 0 0 0,0 0 0 0 0,0 1 0 0 0,-1-1-1 0 0,1 1 1 0 0,0-1 0 0 0,0 1 0 0 0,0-1 0 0 0,2 1 0 0 0,0 0 144 0 0,0 1 0 0 0,0-1 0 0 0,0 1 0 0 0,-1 0 0 0 0,1 0 0 0 0,0 0 0 0 0,-1 1 0 0 0,1-1 0 0 0,-1 1 0 0 0,1 0 0 0 0,3 2 0 0 0,-2 0-248 0 0,1 0 0 0 0,0 0 0 0 0,-1 1 0 0 0,0 0 0 0 0,0 0 0 0 0,0 0 0 0 0,0 0 0 0 0,-1 1 0 0 0,0 0 0 0 0,0 0 0 0 0,-1 0 0 0 0,5 11 0 0 0,-4-4-1921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1.173"/>
    </inkml:context>
    <inkml:brush xml:id="br0">
      <inkml:brushProperty name="width" value="0.1" units="cm"/>
      <inkml:brushProperty name="height" value="0.1" units="cm"/>
    </inkml:brush>
  </inkml:definitions>
  <inkml:trace contextRef="#ctx0" brushRef="#br0">42 7 4609 0 0,'-4'-6'3273'0'0,"4"5"-3168"0"0,-1 1 1 0 0,1 0-1 0 0,0 0 1 0 0,0 0-1 0 0,-1 0 1 0 0,1 0 0 0 0,0 0-1 0 0,0 0 1 0 0,-1 0-1 0 0,1 0 1 0 0,-2 1 844 0 0,1-1-845 0 0,-10 17 4186 0 0,-5 26-1026 0 0,14-29-2944 0 0,0 1-1 0 0,1-1 0 0 0,1 0 0 0 0,0 1 1 0 0,1-1-1 0 0,1 0 0 0 0,0 0 1 0 0,1 0-1 0 0,6 22 0 0 0,5 1-509 0 0,2 0 1 0 0,24 39-1 0 0,-34-65-751 0 0,-1 1 0 0 0,0-1 0 0 0,0 1 1 0 0,3 15-1 0 0,-7-22 194 0 0,0 0-1 0 0,0 0 1 0 0,-1 1 0 0 0,0-1 0 0 0,0 0-1 0 0,0 0 1 0 0,-2 11 0 0 0,-2-4-3043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1.538"/>
    </inkml:context>
    <inkml:brush xml:id="br0">
      <inkml:brushProperty name="width" value="0.1" units="cm"/>
      <inkml:brushProperty name="height" value="0.1" units="cm"/>
    </inkml:brush>
  </inkml:definitions>
  <inkml:trace contextRef="#ctx0" brushRef="#br0">27 262 3569 0 0,'-2'-2'61'0'0,"-1"0"0"0"0,1 0 0 0 0,0-1 0 0 0,0 1 0 0 0,0-1 0 0 0,0 0 0 0 0,0 1 0 0 0,1-1 0 0 0,-1 0 0 0 0,1 0 0 0 0,0 0 0 0 0,0 0 0 0 0,-1-4 0 0 0,1 4 248 0 0,1 0 0 0 0,0 0 1 0 0,0 0-1 0 0,0-1 0 0 0,0 1 0 0 0,1 0 0 0 0,-1 0 1 0 0,1 0-1 0 0,0 0 0 0 0,0 0 0 0 0,0 1 0 0 0,0-1 0 0 0,1 0 1 0 0,-1 0-1 0 0,1 1 0 0 0,-1-1 0 0 0,1 1 0 0 0,0-1 1 0 0,0 1-1 0 0,0 0 0 0 0,4-4 0 0 0,6-3 97 0 0,0 1 0 0 0,1 0 0 0 0,-1 1 0 0 0,2 0 0 0 0,-1 1 0 0 0,1 1 0 0 0,18-6 1 0 0,23-9-342 0 0,5-7-852 0 0,68-19-1 0 0,-127 45 824 0 0,-1 1 0 0 0,0 0 0 0 0,1 0-1 0 0,-1 0 1 0 0,1 0 0 0 0,-1 0 0 0 0,0-1 0 0 0,1 1 0 0 0,-1 0 0 0 0,1 0-1 0 0,-1 0 1 0 0,0 0 0 0 0,1 0 0 0 0,-1 0 0 0 0,1 0 0 0 0,-1 1 0 0 0,0-1-1 0 0,1 0 1 0 0,-1 0 0 0 0,1 0 0 0 0,-1 0 0 0 0,0 0 0 0 0,1 1-1 0 0,-1-1 1 0 0,0 0 0 0 0,1 0 0 0 0,-1 1 0 0 0,0-1 0 0 0,1 0 0 0 0,-1 0-1 0 0,0 1 1 0 0,1 0 0 0 0,-1 14 650 0 0,-13 20-34 0 0,12-33-575 0 0,-5 10 52 0 0,2 1-1 0 0,-1-1 1 0 0,1 0 0 0 0,1 1-1 0 0,1 0 1 0 0,-1 0 0 0 0,1 16-1 0 0,2-25-124 0 0,-1-1 0 0 0,2 1-1 0 0,-1 0 1 0 0,0 0 0 0 0,1-1-1 0 0,-1 1 1 0 0,1 0 0 0 0,0-1-1 0 0,1 1 1 0 0,-1-1 0 0 0,0 1-1 0 0,1-1 1 0 0,0 0 0 0 0,0 0-1 0 0,0 0 1 0 0,0 0 0 0 0,0 0-1 0 0,1 0 1 0 0,-1 0 0 0 0,1 0-1 0 0,0-1 1 0 0,0 0 0 0 0,0 1-1 0 0,0-1 1 0 0,0 0 0 0 0,0-1-1 0 0,1 1 1 0 0,-1 0 0 0 0,0-1-1 0 0,6 2 1 0 0,-8-3 33 0 0,1 1 0 0 0,-1-1 0 0 0,0 0 0 0 0,1 1 1 0 0,-1-1-1 0 0,0 0 0 0 0,1 0 0 0 0,-1 0 0 0 0,1 0 0 0 0,-1 0 0 0 0,0 0 0 0 0,1 0 0 0 0,-1 0 1 0 0,1 0-1 0 0,-1-1 0 0 0,0 1 0 0 0,1-1 0 0 0,-1 1 0 0 0,0-1 0 0 0,1 1 0 0 0,-1-1 1 0 0,0 0-1 0 0,0 1 0 0 0,0-1 0 0 0,2-1 0 0 0,-2 0-14 0 0,0 0-1 0 0,0 0 1 0 0,0-1-1 0 0,0 1 1 0 0,0 0-1 0 0,0 0 1 0 0,0 0-1 0 0,-1-1 1 0 0,1 1-1 0 0,-1 0 1 0 0,0-1-1 0 0,0 1 1 0 0,0-4-1 0 0,0-6-79 0 0,-1 1 0 0 0,-1 0-1 0 0,0-1 1 0 0,-1 1-1 0 0,-4-11 1 0 0,2 9-553 0 0,-1-1-1 0 0,-1 1 0 0 0,0 0 1 0 0,0 0-1 0 0,-17-19 1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2.337"/>
    </inkml:context>
    <inkml:brush xml:id="br0">
      <inkml:brushProperty name="width" value="0.1" units="cm"/>
      <inkml:brushProperty name="height" value="0.1" units="cm"/>
    </inkml:brush>
  </inkml:definitions>
  <inkml:trace contextRef="#ctx0" brushRef="#br0">7 17 5065 0 0,'-1'0'30'0'0,"1"0"-1"0"0,-1 1 1 0 0,1-1 0 0 0,0 0-1 0 0,-1 1 1 0 0,1-1 0 0 0,0 0-1 0 0,-1 1 1 0 0,1-1 0 0 0,0 1-1 0 0,-1-1 1 0 0,1 1-1 0 0,0-1 1 0 0,0 1 0 0 0,-1-1-1 0 0,1 1 1 0 0,0-1 0 0 0,0 1-1 0 0,0-1 1 0 0,0 1 0 0 0,0-1-1 0 0,0 1 1 0 0,0-1 0 0 0,0 1-1 0 0,0-1 1 0 0,0 1 0 0 0,0-1-1 0 0,0 1 1 0 0,0-1-1 0 0,0 1 1 0 0,0-1 0 0 0,0 1-1 0 0,1-1 1 0 0,-1 1 0 0 0,0-1-1 0 0,0 1 1 0 0,1-1 0 0 0,-1 1-1 0 0,0-1 1 0 0,1 0 0 0 0,-1 1-1 0 0,0-1 1 0 0,1 0 0 0 0,-1 1-1 0 0,1-1 1 0 0,-1 0-1 0 0,1 1 1 0 0,-1-1 0 0 0,0 0-1 0 0,1 0 1 0 0,-1 1 0 0 0,1-1-1 0 0,-1 0 1 0 0,1 0 0 0 0,0 0-1 0 0,31 12 1292 0 0,43-6 191 0 0,-1-5 0 0 0,0-2 0 0 0,78-12 0 0 0,7 1-48 0 0,483-1 849 0 0,-373 12-2519 0 0,545-16-6705 0 0,-672 17 3504 0 0,-116 1 605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2.898"/>
    </inkml:context>
    <inkml:brush xml:id="br0">
      <inkml:brushProperty name="width" value="0.1" units="cm"/>
      <inkml:brushProperty name="height" value="0.1" units="cm"/>
    </inkml:brush>
  </inkml:definitions>
  <inkml:trace contextRef="#ctx0" brushRef="#br0">2463 1 2961 0 0,'5'3'379'0'0,"0"1"1"0"0,0-1-1 0 0,0 1 1 0 0,0 0-1 0 0,-1 1 1 0 0,0-1-1 0 0,0 1 1 0 0,0 0-1 0 0,-1 0 0 0 0,1 0 1 0 0,-1 0-1 0 0,0 1 1 0 0,-1-1-1 0 0,1 1 1 0 0,-1 0-1 0 0,2 10 1 0 0,3 12 722 0 0,-1 0 1 0 0,1 38-1 0 0,-4-44-1044 0 0,16 114 1368 0 0,44 155 0 0 0,-60-279-1405 0 0,59 275 2881 0 0,-56-247-2472 0 0,-2 1 0 0 0,-1 0 0 0 0,-3-1 0 0 0,-1 1 0 0 0,-7 47 1 0 0,7-86-429 0 0,1 1 1 0 0,-1-1-1 0 0,1 0 1 0 0,-1 1-1 0 0,0-1 1 0 0,0 0-1 0 0,0 1 1 0 0,0-1 0 0 0,0 0-1 0 0,0 0 1 0 0,-1 0-1 0 0,1 0 1 0 0,-1 0-1 0 0,1 0 1 0 0,-1-1 0 0 0,0 1-1 0 0,0 0 1 0 0,0-1-1 0 0,0 1 1 0 0,0-1-1 0 0,0 0 1 0 0,0 0 0 0 0,0 0-1 0 0,0 0 1 0 0,-3 1-1 0 0,-5 0 16 0 0,1 0-1 0 0,-1-1 0 0 0,1 0 1 0 0,-1 0-1 0 0,-12-2 0 0 0,-14 2 5 0 0,-176 10-198 0 0,-69 5-129 0 0,52 10-11 0 0,-353 30-108 0 0,407-39 296 0 0,-183 42-1 0 0,288-48 628 0 0,-136 4 1 0 0,-70-20-2463 0 0,174 2-294 0 0,48 3-249 0 0,43-1 1397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3.557"/>
    </inkml:context>
    <inkml:brush xml:id="br0">
      <inkml:brushProperty name="width" value="0.1" units="cm"/>
      <inkml:brushProperty name="height" value="0.1" units="cm"/>
    </inkml:brush>
  </inkml:definitions>
  <inkml:trace contextRef="#ctx0" brushRef="#br0">1 6 4609 0 0,'17'-5'9850'0'0,"-16"6"-9569"0"0,5 8 3051 0 0,-3 7-3682 0 0,1 46 2333 0 0,-5 83-1 0 0,1 33-6108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3.996"/>
    </inkml:context>
    <inkml:brush xml:id="br0">
      <inkml:brushProperty name="width" value="0.1" units="cm"/>
      <inkml:brushProperty name="height" value="0.1" units="cm"/>
    </inkml:brush>
  </inkml:definitions>
  <inkml:trace contextRef="#ctx0" brushRef="#br0">0 58 3225 0 0,'1'-2'194'0'0,"0"0"1"0"0,-1 0-1 0 0,1 1 1 0 0,0-1-1 0 0,0 0 1 0 0,0 0-1 0 0,0 0 1 0 0,0 1-1 0 0,0-1 1 0 0,1 0-1 0 0,-1 1 1 0 0,1 0-1 0 0,-1-1 1 0 0,1 1-1 0 0,-1 0 1 0 0,1-1-1 0 0,0 1 1 0 0,2-1-1 0 0,34-17 2335 0 0,-33 17-2181 0 0,0 1 0 0 0,0-1 0 0 0,0 1 0 0 0,0 1 0 0 0,0-1 0 0 0,0 1 1 0 0,0 0-1 0 0,0 0 0 0 0,0 0 0 0 0,0 0 0 0 0,0 1 0 0 0,0 0 0 0 0,0 0 0 0 0,8 3 1 0 0,-12-3-237 0 0,1 0 1 0 0,0 0-1 0 0,-1 0 1 0 0,1 0-1 0 0,-1 0 1 0 0,1 0-1 0 0,-1 0 1 0 0,0 1-1 0 0,1-1 1 0 0,-1 0-1 0 0,0 1 1 0 0,0-1-1 0 0,0 1 1 0 0,0-1-1 0 0,0 1 1 0 0,0 0-1 0 0,0 1 1 0 0,0 0-83 0 0,-1-1-1 0 0,1 1 1 0 0,-1 0 0 0 0,0-1-1 0 0,0 1 1 0 0,0 0-1 0 0,0-1 1 0 0,-1 1 0 0 0,1 0-1 0 0,-1-1 1 0 0,1 1 0 0 0,-1-1-1 0 0,0 1 1 0 0,0-1 0 0 0,-1 3-1 0 0,-8 14 47 0 0,-1-1 1 0 0,-22 29-1 0 0,24-35-48 0 0,0 0 1 0 0,1 0-1 0 0,0 1 1 0 0,1 0-1 0 0,0 0 1 0 0,-8 26-1 0 0,14-38-60 0 0,1 0-1 0 0,0 1 1 0 0,-1-1-1 0 0,1 1 0 0 0,0-1 1 0 0,0 0-1 0 0,0 1 0 0 0,0-1 1 0 0,0 0-1 0 0,0 1 0 0 0,1-1 1 0 0,-1 1-1 0 0,0-1 1 0 0,1 0-1 0 0,-1 1 0 0 0,1-1 1 0 0,0 0-1 0 0,-1 0 0 0 0,1 1 1 0 0,0-1-1 0 0,0 0 1 0 0,-1 0-1 0 0,1 0 0 0 0,0 0 1 0 0,0 0-1 0 0,0 0 0 0 0,1 0 1 0 0,-1 0-1 0 0,0-1 0 0 0,0 1 1 0 0,0 0-1 0 0,0-1 1 0 0,1 1-1 0 0,-1-1 0 0 0,0 1 1 0 0,1-1-1 0 0,-1 1 0 0 0,0-1 1 0 0,3 0-1 0 0,9 2-120 0 0,-1 0 0 0 0,0-1 0 0 0,24-2 0 0 0,-6 1 91 0 0,-24 1 40 0 0,0-1 0 0 0,0 1-1 0 0,-1 0 1 0 0,1 1 0 0 0,0-1 0 0 0,-1 1-1 0 0,1 0 1 0 0,-1 1 0 0 0,7 3-1 0 0,-11-5 24 0 0,1 0-1 0 0,-1 1 0 0 0,1-1 0 0 0,-1 1 1 0 0,0-1-1 0 0,0 1 0 0 0,0-1 0 0 0,1 1 1 0 0,-1 0-1 0 0,-1 0 0 0 0,1-1 0 0 0,0 1 0 0 0,0 0 1 0 0,-1 0-1 0 0,1 0 0 0 0,-1 0 0 0 0,0 0 1 0 0,1 0-1 0 0,-1 0 0 0 0,0 0 0 0 0,0 0 0 0 0,0 0 1 0 0,-1 0-1 0 0,1 0 0 0 0,0 0 0 0 0,-1 0 1 0 0,1 0-1 0 0,-1 0 0 0 0,-1 3 0 0 0,-2 4 43 0 0,-1 1 1 0 0,0-1-1 0 0,0 0 0 0 0,0-1 0 0 0,-1 1 0 0 0,-1-1 0 0 0,1 0 1 0 0,-14 11-1 0 0,-14 13-2994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4.374"/>
    </inkml:context>
    <inkml:brush xml:id="br0">
      <inkml:brushProperty name="width" value="0.1" units="cm"/>
      <inkml:brushProperty name="height" value="0.1" units="cm"/>
    </inkml:brush>
  </inkml:definitions>
  <inkml:trace contextRef="#ctx0" brushRef="#br0">0 5 4145 0 0,'1'-1'163'0'0,"-1"1"1"0"0,1-1-1 0 0,-1 1 1 0 0,1-1-1 0 0,0 1 1 0 0,-1 0-1 0 0,1-1 1 0 0,0 1-1 0 0,-1 0 1 0 0,1 0-1 0 0,0 0 1 0 0,0-1-1 0 0,-1 1 1 0 0,1 0-1 0 0,0 0 1 0 0,0 0-1 0 0,-1 0 1 0 0,1 0-1 0 0,0 0 1 0 0,0 0-1 0 0,-1 1 1 0 0,1-1-1 0 0,0 0 1 0 0,-1 0-1 0 0,1 0 1 0 0,0 1-1 0 0,0-1 1 0 0,-1 0-1 0 0,1 1 1 0 0,-1-1-1 0 0,1 1 1 0 0,0-1-1 0 0,-1 1 1 0 0,1-1-1 0 0,-1 1 1 0 0,1-1-1 0 0,-1 1 1 0 0,1-1-1 0 0,-1 1 1 0 0,0 0-1 0 0,1-1 1 0 0,-1 1-1 0 0,0 0 1 0 0,1-1-1 0 0,-1 2 1 0 0,22 46 5572 0 0,-12-26-4534 0 0,-7-16-826 0 0,1 1 1 0 0,1-1-1 0 0,-1 1 0 0 0,10 9 0 0 0,-13-15-447 0 0,-1-1 0 0 0,1 1 0 0 0,0 0 0 0 0,0 0 0 0 0,0-1 0 0 0,0 1 0 0 0,0 0 0 0 0,0-1 0 0 0,0 1 0 0 0,0-1-1 0 0,0 1 1 0 0,0-1 0 0 0,0 0 0 0 0,0 1 0 0 0,0-1 0 0 0,0 0 0 0 0,0 0 0 0 0,0 0 0 0 0,0 0 0 0 0,0 0 0 0 0,0 0-1 0 0,1 0 1 0 0,-1 0 0 0 0,0 0 0 0 0,0 0 0 0 0,0-1 0 0 0,0 1 0 0 0,0 0 0 0 0,0-1 0 0 0,0 1 0 0 0,0-1 0 0 0,0 1 0 0 0,0-1-1 0 0,0 0 1 0 0,0 1 0 0 0,0-1 0 0 0,-1 0 0 0 0,1 0 0 0 0,0 1 0 0 0,0-1 0 0 0,0-2 0 0 0,41-51-4453 0 0,-4 2 4899 0 0,-37 51-306 0 0,-1 0 0 0 0,1 1 0 0 0,0-1 0 0 0,-1 0 0 0 0,1 0 0 0 0,0 0 0 0 0,0 0 0 0 0,0 0 0 0 0,0 1 0 0 0,0-1 0 0 0,0 0 0 0 0,-1 1 0 0 0,1-1 0 0 0,1 1 0 0 0,-1-1 0 0 0,0 1 0 0 0,0-1 0 0 0,0 1 0 0 0,0 0 0 0 0,0 0 0 0 0,0-1 0 0 0,0 1 0 0 0,2 0 0 0 0,-2 1 29 0 0,0-1-1 0 0,-1 1 0 0 0,1-1 0 0 0,0 1 1 0 0,0 0-1 0 0,0-1 0 0 0,-1 1 0 0 0,1 0 1 0 0,0 0-1 0 0,0-1 0 0 0,-1 1 1 0 0,1 0-1 0 0,-1 0 0 0 0,1 0 0 0 0,-1 0 1 0 0,1 0-1 0 0,-1 0 0 0 0,0 0 1 0 0,1 2-1 0 0,2 8 534 0 0,-1 0-1 0 0,-1 1 1 0 0,1 15 0 0 0,-2-20-628 0 0,1-3-231 0 0,-1 0 0 0 0,1 0 0 0 0,0 0 1 0 0,0 0-1 0 0,0 0 0 0 0,0 0 0 0 0,1 0 0 0 0,-1 0 1 0 0,1 0-1 0 0,3 4 0 0 0,0-1-1430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4.643"/>
    </inkml:context>
    <inkml:brush xml:id="br0">
      <inkml:brushProperty name="width" value="0.1" units="cm"/>
      <inkml:brushProperty name="height" value="0.1" units="cm"/>
    </inkml:brush>
  </inkml:definitions>
  <inkml:trace contextRef="#ctx0" brushRef="#br0">30 0 5985 0 0,'-1'1'98'0'0,"0"0"0"0"0,-1 0-1 0 0,1 0 1 0 0,-1 0 0 0 0,1 0-1 0 0,0 0 1 0 0,0 1 0 0 0,0-1-1 0 0,0 0 1 0 0,0 1 0 0 0,0-1 0 0 0,0 1-1 0 0,0-1 1 0 0,0 1 0 0 0,1-1-1 0 0,-1 1 1 0 0,1-1 0 0 0,-1 1-1 0 0,1 0 1 0 0,-1 2 0 0 0,-6 41 2698 0 0,6-38-2480 0 0,0 12 546 0 0,0-1 1 0 0,1 1-1 0 0,1-1 0 0 0,1 0 0 0 0,1 1 1 0 0,7 24-1 0 0,39 107-566 0 0,-47-144-392 0 0,7 16-1418 0 0,1 0-4243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4.802"/>
    </inkml:context>
    <inkml:brush xml:id="br0">
      <inkml:brushProperty name="width" value="0.1" units="cm"/>
      <inkml:brushProperty name="height" value="0.1" units="cm"/>
    </inkml:brush>
  </inkml:definitions>
  <inkml:trace contextRef="#ctx0" brushRef="#br0">0 319 2761 0 0,'1'-7'207'0'0,"0"-1"1"0"0,0 1-1 0 0,0 0 1 0 0,1-1-1 0 0,0 1 1 0 0,0 0-1 0 0,1 0 1 0 0,5-11-1 0 0,37-54 3316 0 0,-12 21-1721 0 0,-3 2-2465 0 0,-22 39-521 0 0,-1 0 0 0 0,2 0 0 0 0,-1 1 0 0 0,17-14 0 0 0,-14 14 1063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5.007"/>
    </inkml:context>
    <inkml:brush xml:id="br0">
      <inkml:brushProperty name="width" value="0.1" units="cm"/>
      <inkml:brushProperty name="height" value="0.1" units="cm"/>
    </inkml:brush>
  </inkml:definitions>
  <inkml:trace contextRef="#ctx0" brushRef="#br0">25 1 5065 0 0,'3'6'7969'0'0,"-6"7"-3949"0"0,-3 4-2966 0 0,2-5-777 0 0,0 1 0 0 0,1 0 0 0 0,1 0 1 0 0,-1 0-1 0 0,2 0 0 0 0,0 0 0 0 0,1 0 0 0 0,1 18 0 0 0,2-9-753 0 0,1 0 0 0 0,1 0 0 0 0,14 41-1 0 0,-12-45-432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5.183"/>
    </inkml:context>
    <inkml:brush xml:id="br0">
      <inkml:brushProperty name="width" value="0.1" units="cm"/>
      <inkml:brushProperty name="height" value="0.1" units="cm"/>
    </inkml:brush>
  </inkml:definitions>
  <inkml:trace contextRef="#ctx0" brushRef="#br0">0 124 4145 0 0,'8'-6'368'0'0,"-2"2"-296"0"0,-1 1-72 0 0,0 0 0 0 0,-1 2 416 0 0,2-2 72 0 0,4-3 16 0 0,6-4 0 0 0,7-3 217 0 0,4-2 47 0 0,-3 0 0 0 0,0 2 8 0 0,-4 2-544 0 0,-1 1-104 0 0,-5-1-32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5.515"/>
    </inkml:context>
    <inkml:brush xml:id="br0">
      <inkml:brushProperty name="width" value="0.1" units="cm"/>
      <inkml:brushProperty name="height" value="0.1" units="cm"/>
    </inkml:brush>
  </inkml:definitions>
  <inkml:trace contextRef="#ctx0" brushRef="#br0">0 174 456 0 0,'19'-34'624'0'0,"-16"25"-504"0"0,-1-1 0 0 0,0 0 0 0 0,0 0 0 0 0,-1 0 0 0 0,0 0 0 0 0,-1-15 0 0 0,-8-31 7493 0 0,12 69-2534 0 0,2 6-3451 0 0,19 47-4172 0 0,-21-56 1795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7.103"/>
    </inkml:context>
    <inkml:brush xml:id="br0">
      <inkml:brushProperty name="width" value="0.1" units="cm"/>
      <inkml:brushProperty name="height" value="0.1" units="cm"/>
    </inkml:brush>
  </inkml:definitions>
  <inkml:trace contextRef="#ctx0" brushRef="#br0">24 0 5985 0 0,'-1'1'21'0'0,"-21"10"881"0"0,21-4-43 0 0,14 2 384 0 0,2-4-801 0 0,1-1 0 0 0,0-1 0 0 0,0 0 1 0 0,0-1-1 0 0,0-1 0 0 0,0-1 0 0 0,1 0 0 0 0,21-3 0 0 0,6 1 193 0 0,50 1 77 0 0,438-1 867 0 0,472 10-1034 0 0,-759 0-1029 0 0,-209-6-222 0 0,212 17-3338 0 0,-245-19 3850 0 0,3 0 303 0 0,1 0 0 0 0,-1 1-1 0 0,0 0 1 0 0,1 0-1 0 0,-1 0 1 0 0,9 3 0 0 0,-14-3 71 0 0,1 0 0 0 0,-1 0 0 0 0,1 0 0 0 0,-1 0 0 0 0,0 0 0 0 0,1 0 0 0 0,-1 0 1 0 0,0 1-1 0 0,0-1 0 0 0,0 0 0 0 0,0 1 0 0 0,0-1 0 0 0,0 0 0 0 0,0 1 0 0 0,0-1 0 0 0,-1 1 0 0 0,1 0 1 0 0,0-1-1 0 0,-1 1 0 0 0,0 0 0 0 0,1-1 0 0 0,-1 1 0 0 0,0 0 0 0 0,0-1 0 0 0,0 1 0 0 0,0 0 0 0 0,0-1 1 0 0,-1 4-1 0 0,-4 85 645 0 0,3-1 0 0 0,4 0 0 0 0,4 1 0 0 0,26 133 0 0 0,-18-139-476 0 0,2 112 0 0 0,7 48 234 0 0,-18-209-692 0 0,-1 70 1 0 0,-4-102 110 0 0,1 1 0 0 0,-1 0 0 0 0,1 0 0 0 0,0 0 0 0 0,0 0 0 0 0,1-1 0 0 0,-1 1-1 0 0,1-1 1 0 0,3 7 0 0 0,7 15 75 0 0,-12-25-89 0 0,-1 1-1 0 0,1 0 1 0 0,0-1 0 0 0,0 1-1 0 0,-1-1 1 0 0,1 1 0 0 0,0 0 0 0 0,-1-1-1 0 0,1 1 1 0 0,-1-1 0 0 0,1 1 0 0 0,0-1-1 0 0,-1 1 1 0 0,1-1 0 0 0,-1 1 0 0 0,0-1-1 0 0,1 0 1 0 0,-1 1 0 0 0,1-1 0 0 0,-1 0-1 0 0,0 1 1 0 0,1-1 0 0 0,-1 0 0 0 0,1 0-1 0 0,-1 0 1 0 0,0 1 0 0 0,1-1 0 0 0,-1 0-1 0 0,0 0 1 0 0,-1 0 0 0 0,-22 4 136 0 0,-122-4-402 0 0,34-1-124 0 0,-66 5-368 0 0,-183-19 1 0 0,134-1-694 0 0,-312 16 0 0 0,486 3 1095 0 0,-138 1-532 0 0,158-5 1091 0 0,1-2 0 0 0,0-1 0 0 0,-61-17 0 0 0,-1-3-133 0 0,47 13 939 0 0,-49-19 1 0 0,81 25-684 0 0,0 1 0 0 0,0 1 0 0 0,0 1 0 0 0,0 0 0 0 0,-20 0 0 0 0,18 2-752 0 0,0-1 0 0 0,1-1 0 0 0,-1-1 0 0 0,-19-5 0 0 0,32 6-693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17.245"/>
    </inkml:context>
    <inkml:brush xml:id="br0">
      <inkml:brushProperty name="width" value="0.1" units="cm"/>
      <inkml:brushProperty name="height" value="0.1" units="cm"/>
    </inkml:brush>
  </inkml:definitions>
  <inkml:trace contextRef="#ctx0" brushRef="#br0">3 1 4145 0 0,'-1'6'368'0'0,"0"-3"-296"0"0,1 0-72 0 0,0 0 0 0 0,0-2-248 0 0,1 0-64 0 0,2-1-8 0 0,0 0-8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25.10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1415 253 6913 0 0,'108'-54'2451'0'0,"-83"44"-1998"0"0,-1-1 1 0 0,0-1-1 0 0,-1-1 0 0 0,-1-1 0 0 0,26-20 0 0 0,-46 32-420 0 0,-1 1 0 0 0,1-1 0 0 0,0 1 0 0 0,-1-1 0 0 0,1 1 0 0 0,-1-1 0 0 0,0 0 0 0 0,1 0 0 0 0,-1 0 0 0 0,0 0 1 0 0,0 0-1 0 0,0 0 0 0 0,0 0 0 0 0,-1 0 0 0 0,1 0 0 0 0,0 0 0 0 0,-1 0 0 0 0,0 0 0 0 0,1-1 0 0 0,-1-3 0 0 0,-1 4-97 0 0,1 0-1 0 0,-1 0 0 0 0,0 0 1 0 0,0 0-1 0 0,0 0 0 0 0,0 0 0 0 0,0 0 1 0 0,0 0-1 0 0,-1 1 0 0 0,1-1 1 0 0,0 0-1 0 0,-1 1 0 0 0,0-1 1 0 0,1 1-1 0 0,-1-1 0 0 0,0 1 0 0 0,-2-1 1 0 0,-3-3-184 0 0,-1 1 1 0 0,0 1-1 0 0,0-1 1 0 0,-1 1-1 0 0,1 1 1 0 0,0 0-1 0 0,-1 0 1 0 0,0 0-1 0 0,-10 0 1 0 0,-14 3-379 0 0,0 0 0 0 0,-65 13 0 0 0,-66 26 172 0 0,62-14 572 0 0,14-5 74 0 0,-39 8 223 0 0,-126 46 0 0 0,138-37-281 0 0,58-20 85 0 0,-70 32 0 0 0,115-45-213 0 0,1 1 0 0 0,0 1 0 0 0,0 0 0 0 0,0 0 0 0 0,1 1 0 0 0,0 0 0 0 0,0 1 0 0 0,1 0 0 0 0,1 1 0 0 0,-1 0 0 0 0,1 0 0 0 0,-8 16 1 0 0,15-24 30 0 0,0 0 0 0 0,1 0 0 0 0,-1 0 1 0 0,1 0-1 0 0,-1 0 0 0 0,1 0 0 0 0,0 0 1 0 0,0 0-1 0 0,0 0 0 0 0,0 0 0 0 0,0 0 1 0 0,0 0-1 0 0,1 0 0 0 0,-1 0 0 0 0,1 0 1 0 0,0 0-1 0 0,-1 0 0 0 0,1 0 0 0 0,0-1 1 0 0,0 1-1 0 0,0 0 0 0 0,0 0 0 0 0,0-1 1 0 0,1 1-1 0 0,-1 0 0 0 0,0-1 1 0 0,1 1-1 0 0,-1-1 0 0 0,1 0 0 0 0,-1 0 1 0 0,1 1-1 0 0,0-1 0 0 0,0 0 0 0 0,2 1 1 0 0,7 4-19 0 0,0 0 1 0 0,0-1 0 0 0,0 0 0 0 0,16 4-1 0 0,53 10-608 0 0,0-4-1 0 0,143 10 0 0 0,-104-14 639 0 0,5-3 445 0 0,1-5 0 0 0,0-5 0 0 0,-1-6-1 0 0,0-5 1 0 0,0-6 0 0 0,172-49 0 0 0,-262 59-584 0 0,-1-2 1 0 0,0 0-1 0 0,-1-3 1 0 0,0 0-1 0 0,58-38 0 0 0,-90 52 45 0 0,1 0 0 0 0,-1 0-1 0 0,1 0 1 0 0,-1-1 0 0 0,1 1 0 0 0,-1 0-1 0 0,1-1 1 0 0,-1 1 0 0 0,0 0-1 0 0,1-1 1 0 0,-1 1 0 0 0,1 0 0 0 0,-1-1-1 0 0,0 1 1 0 0,1-1 0 0 0,-1 1-1 0 0,0-1 1 0 0,0 1 0 0 0,1-1-1 0 0,-1 1 1 0 0,0-1 0 0 0,0 1 0 0 0,0-1-1 0 0,0 1 1 0 0,0-1 0 0 0,0 1-1 0 0,0-1 1 0 0,0 1 0 0 0,0-1-1 0 0,0 0 1 0 0,0 1 0 0 0,0-2 0 0 0,-17-6-1217 0 0,-28 5-324 0 0,-260 10 1183 0 0,54 0 1690 0 0,91-2-871 0 0,1 7-1 0 0,1 7 1 0 0,1 7-1 0 0,1 7 1 0 0,1 6-1 0 0,-187 75 1 0 0,213-56 1016 0 0,112-49-1241 0 0,0 1 1 0 0,1 1-1 0 0,1 0 1 0 0,0 1-1 0 0,-18 18 0 0 0,32-29-237 0 0,0 0-1 0 0,0 0 0 0 0,0 0 0 0 0,-1 0 0 0 0,1 1 1 0 0,0-1-1 0 0,1 0 0 0 0,-1 1 0 0 0,0-1 0 0 0,0 1 0 0 0,1-1 1 0 0,-1 1-1 0 0,0-1 0 0 0,1 1 0 0 0,0-1 0 0 0,-1 1 1 0 0,1-1-1 0 0,0 1 0 0 0,0 0 0 0 0,0-1 0 0 0,0 1 0 0 0,0 0 1 0 0,0 2-1 0 0,1-2-33 0 0,0-1 1 0 0,0 1-1 0 0,1 0 0 0 0,-1-1 1 0 0,0 1-1 0 0,0-1 1 0 0,1 1-1 0 0,-1-1 0 0 0,1 1 1 0 0,0-1-1 0 0,-1 0 1 0 0,1 0-1 0 0,0 0 0 0 0,-1 0 1 0 0,1 0-1 0 0,2 0 0 0 0,7 3-142 0 0,-1-1 0 0 0,1 0-1 0 0,-1 0 1 0 0,1-2-1 0 0,20 2 1 0 0,106-7 1677 0 0,204-31 0 0 0,-328 33-1400 0 0,519-100 1005 0 0,-456 81-914 0 0,0-4 0 0 0,77-38 0 0 0,136-82 256 0 0,-271 136-446 0 0,59-36-733 0 0,-70 40 687 0 0,0 0 1 0 0,0-1-1 0 0,-1 1 1 0 0,0-1-1 0 0,0-1 1 0 0,0 1-1 0 0,-1-1 1 0 0,6-8-1 0 0,-10 13 1 0 0,0 0-1 0 0,-1 1 1 0 0,1-1 0 0 0,0 0 0 0 0,-1 1-1 0 0,1-1 1 0 0,-1 0 0 0 0,1 0-1 0 0,-1 1 1 0 0,0-1 0 0 0,0 0-1 0 0,0 0 1 0 0,0 0 0 0 0,0 1 0 0 0,0-1-1 0 0,0 0 1 0 0,-1 0 0 0 0,1 0-1 0 0,-1 1 1 0 0,1-1 0 0 0,-2-2-1 0 0,0 1 15 0 0,0 0 0 0 0,0 0 0 0 0,0 0 0 0 0,-1 0 0 0 0,1 0 0 0 0,-1 1 0 0 0,0-1 0 0 0,0 1 0 0 0,0-1 0 0 0,-3-1 0 0 0,-7-3 123 0 0,0 0-1 0 0,0 1 0 0 0,-1 1 0 0 0,-17-5 0 0 0,-11-3-114 0 0,0 3 0 0 0,-1 2 0 0 0,0 1 0 0 0,0 2 0 0 0,-1 3-1 0 0,0 1 1 0 0,1 2 0 0 0,-1 2 0 0 0,1 1 0 0 0,0 3 0 0 0,-73 21 0 0 0,113-27 51 0 0,-42 12 374 0 0,1 2 1 0 0,-68 33 0 0 0,101-42-212 0 0,0 0 1 0 0,0 1-1 0 0,0 0 0 0 0,1 1 1 0 0,0 0-1 0 0,1 1 0 0 0,0 0 1 0 0,0 0-1 0 0,1 1 0 0 0,0 0 0 0 0,0 0 1 0 0,1 1-1 0 0,1 0 0 0 0,-9 19 1 0 0,13-26-309 0 0,1 1-1 0 0,0-1 1 0 0,0 0 0 0 0,1 0 0 0 0,-1 1 0 0 0,1 4-1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26.83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1149 126 2761 0 0,'2'-3'95'0'0,"1"0"1"0"0,-1 0 0 0 0,1 0 0 0 0,0 0 0 0 0,0 1 0 0 0,0-1-1 0 0,0 1 1 0 0,0 0 0 0 0,1 0 0 0 0,-1 0 0 0 0,8-2-1 0 0,46-17 1232 0 0,-50 19-1064 0 0,204-49 3843 0 0,-118 32-3613 0 0,-415 111-4971 0 0,-5 3 4094 0 0,201-65 1487 0 0,2 5 1 0 0,2 5-1 0 0,-215 104 0 0 0,331-141-1109 0 0,3-2-15 0 0,-1 1 0 0 0,0 0 0 0 0,1 0 0 0 0,-1 0 0 0 0,1 0 1 0 0,-1 0-1 0 0,1 1 0 0 0,0-1 0 0 0,0 1 0 0 0,0 0 0 0 0,1 0 0 0 0,-1 0 0 0 0,-3 6 0 0 0,6-8 3 0 0,0-1 0 0 0,0 1 0 0 0,0-1 1 0 0,0 1-1 0 0,0-1 0 0 0,1 0 0 0 0,-1 1 0 0 0,0-1 0 0 0,0 1 0 0 0,1-1 0 0 0,-1 0 0 0 0,0 1 0 0 0,0-1 0 0 0,1 0 0 0 0,-1 1 0 0 0,0-1 0 0 0,1 0 0 0 0,-1 1 0 0 0,1-1 0 0 0,-1 0 0 0 0,0 0 0 0 0,1 0 1 0 0,-1 1-1 0 0,1-1 0 0 0,-1 0 0 0 0,1 0 0 0 0,-1 0 0 0 0,1 0 0 0 0,-1 0 0 0 0,0 0 0 0 0,2 0 0 0 0,18 3-175 0 0,-17-3 139 0 0,52 2 317 0 0,1-2 1 0 0,78-11-1 0 0,-45 3 219 0 0,-45 5-226 0 0,449-39 1447 0 0,-3-34-1097 0 0,-274 25-31 0 0,-173 38-484 0 0,-1-1 1 0 0,78-39-1 0 0,-118 52-104 0 0,0 0 0 0 0,0 0-1 0 0,0 0 1 0 0,0 0 0 0 0,0 0-1 0 0,-1 0 1 0 0,1 0 0 0 0,-1-1-1 0 0,1 1 1 0 0,-1-1 0 0 0,1 1-1 0 0,-1-1 1 0 0,0 1 0 0 0,1-1-1 0 0,-1 0 1 0 0,0 0 0 0 0,0-1-1 0 0,-1 1-13 0 0,0 1 0 0 0,0 0-1 0 0,-1 0 1 0 0,1-1 0 0 0,-1 1 0 0 0,1 0-1 0 0,-1 0 1 0 0,0 0 0 0 0,1 0 0 0 0,-1 0-1 0 0,0 0 1 0 0,0 0 0 0 0,0 0-1 0 0,0 0 1 0 0,0 0 0 0 0,0 0 0 0 0,0 0-1 0 0,0 1 1 0 0,0-1 0 0 0,0 0-1 0 0,0 1 1 0 0,0-1 0 0 0,0 1 0 0 0,-1-1-1 0 0,1 1 1 0 0,0 0 0 0 0,0-1 0 0 0,-2 1-1 0 0,-12-5-222 0 0,-1 1 0 0 0,0 0 0 0 0,0 1 1 0 0,0 1-1 0 0,-18-1 0 0 0,-85 4-1080 0 0,88 0 1085 0 0,-131 9 484 0 0,0 6-1 0 0,-227 53 1 0 0,192-19 241 0 0,-293 117-1 0 0,446-150-443 0 0,-77 44-1 0 0,108-54-27 0 0,1 1 0 0 0,1 1 0 0 0,-1-1 0 0 0,1 2-1 0 0,1 0 1 0 0,0 0 0 0 0,0 0 0 0 0,1 2 0 0 0,0-1 0 0 0,-11 21 0 0 0,19-30-3 0 0,-1 0 1 0 0,1 0-1 0 0,0 0 1 0 0,0 0-1 0 0,0 0 0 0 0,1 0 1 0 0,-1 1-1 0 0,0-1 1 0 0,1 0-1 0 0,-1 0 1 0 0,1 1-1 0 0,0-1 1 0 0,0 0-1 0 0,0 1 1 0 0,0-1-1 0 0,0 0 0 0 0,1 1 1 0 0,-1-1-1 0 0,1 0 1 0 0,-1 0-1 0 0,1 1 1 0 0,0-1-1 0 0,0 0 1 0 0,0 0-1 0 0,0 0 1 0 0,0 0-1 0 0,0 0 1 0 0,0 0-1 0 0,1 0 0 0 0,-1 0 1 0 0,1-1-1 0 0,0 1 1 0 0,-1 0-1 0 0,1-1 1 0 0,0 0-1 0 0,0 1 1 0 0,0-1-1 0 0,0 0 1 0 0,0 0-1 0 0,0 0 0 0 0,4 1 1 0 0,10 4 175 0 0,0-2 1 0 0,0 0-1 0 0,0 0 0 0 0,31 1 0 0 0,-28-3-65 0 0,110 10 426 0 0,173-6 1 0 0,128-34 415 0 0,101-56-1468 0 0,-483 73 327 0 0,-1-3 0 0 0,63-26 0 0 0,-85 30-190 0 0,-1-2 0 0 0,-1-1-1 0 0,0-1 1 0 0,-1-1 0 0 0,41-35 0 0 0,-61 48 353 0 0,0 0 0 0 0,0 0 0 0 0,0 0 0 0 0,0 0 1 0 0,0 0-1 0 0,0-1 0 0 0,-1 1 0 0 0,1-1 0 0 0,-1 1 0 0 0,0-1 1 0 0,1 1-1 0 0,-1-1 0 0 0,0 0 0 0 0,0-3 0 0 0,-1 5 13 0 0,0-1-1 0 0,-1 1 0 0 0,1-1 1 0 0,0 1-1 0 0,-1-1 1 0 0,1 1-1 0 0,-1-1 0 0 0,0 1 1 0 0,0 0-1 0 0,1-1 0 0 0,-1 1 1 0 0,0 0-1 0 0,0 0 0 0 0,0 0 1 0 0,0 0-1 0 0,0 0 1 0 0,0 0-1 0 0,-1 0 0 0 0,1 0 1 0 0,0 0-1 0 0,0 0 0 0 0,-1 1 1 0 0,1-1-1 0 0,0 0 0 0 0,-1 1 1 0 0,1-1-1 0 0,-1 1 1 0 0,-1-1-1 0 0,-20-7-246 0 0,0 1 0 0 0,0 2 0 0 0,-1 0 0 0 0,-29-2 0 0 0,-101 0-661 0 0,105 5 609 0 0,-139 0-126 0 0,-219 24 0 0 0,308-10 425 0 0,1 5 1 0 0,1 3 0 0 0,-187 67-1 0 0,161-31 207 0 0,106-47-32 0 0,1 1 0 0 0,0 1 0 0 0,1 0 0 0 0,-28 27 0 0 0,42-37-130 0 0,0 0 0 0 0,0 0 0 0 0,0 0 0 0 0,0 0 0 0 0,0 0 0 0 0,0 0-1 0 0,0 0 1 0 0,0 0 0 0 0,0 1 0 0 0,0-1 0 0 0,1 0 0 0 0,-1 1 0 0 0,1-1 0 0 0,-1 0-1 0 0,1 1 1 0 0,-1-1 0 0 0,1 0 0 0 0,0 1 0 0 0,-1-1 0 0 0,1 1 0 0 0,0-1-1 0 0,0 1 1 0 0,0-1 0 0 0,0 1 0 0 0,1-1 0 0 0,-1 1 0 0 0,0-1 0 0 0,1 0 0 0 0,-1 1-1 0 0,1-1 1 0 0,-1 1 0 0 0,1-1 0 0 0,-1 0 0 0 0,1 0 0 0 0,0 1 0 0 0,0-1-1 0 0,0 0 1 0 0,0 0 0 0 0,0 0 0 0 0,0 0 0 0 0,0 0 0 0 0,0 0 0 0 0,0 0 0 0 0,0 0-1 0 0,0 0 1 0 0,1-1 0 0 0,-1 1 0 0 0,0 0 0 0 0,3 0 0 0 0,8 5 311 0 0,0-1 0 0 0,1-1 0 0 0,0 0 1 0 0,16 3-1 0 0,-26-7-296 0 0,72 14 1598 0 0,116 7 0 0 0,82-14-526 0 0,-112-4-868 0 0,34-3-4733 0 0,-103-3-664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30.99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1391 55 14283 0 0,'-26'-16'1259'0'0,"14"12"-2530"0"0,0 0-1 0 0,0 1 1 0 0,-22-3 0 0 0,24 4 1194 0 0,-55-7-2482 0 0,-68-2 0 0 0,-70 15 1354 0 0,73 9 1916 0 0,-139 31 1 0 0,257-42-638 0 0,-163 42 431 0 0,157-39-583 0 0,1 2 0 0 0,1 0-1 0 0,0 0 1 0 0,0 2 0 0 0,0 0 0 0 0,1 1-1 0 0,-25 21 1 0 0,38-30 121 0 0,0 1-1 0 0,0-1 0 0 0,0 1 1 0 0,1-1-1 0 0,-1 1 1 0 0,1 0-1 0 0,-1 0 1 0 0,1 0-1 0 0,0 0 1 0 0,0 0-1 0 0,0 0 0 0 0,0 0 1 0 0,0 0-1 0 0,0 0 1 0 0,0 0-1 0 0,1 1 1 0 0,-1-1-1 0 0,1 0 1 0 0,0 1-1 0 0,0-1 0 0 0,0 0 1 0 0,0 0-1 0 0,0 1 1 0 0,0 2-1 0 0,2-2 107 0 0,0 1 1 0 0,0-1-1 0 0,-1 0 0 0 0,2 0 0 0 0,-1 0 1 0 0,0 0-1 0 0,1 0 0 0 0,-1-1 0 0 0,1 1 0 0 0,0-1 1 0 0,0 0-1 0 0,0 0 0 0 0,0 0 0 0 0,6 3 1 0 0,13 7 440 0 0,1-2 1 0 0,0 0 0 0 0,1-2-1 0 0,-1 0 1 0 0,38 6 0 0 0,-2-5 136 0 0,70 2 1 0 0,35-7-571 0 0,0-8-1 0 0,295-44 1 0 0,-335 30 169 0 0,136-27 1512 0 0,-234 36-1672 0 0,-21 4-403 0 0,-18 3-272 0 0,-90 5-620 0 0,0 5 0 0 0,-158 33 1 0 0,-194 74-1571 0 0,314-71 2481 0 0,-220 100 1 0 0,312-120 790 0 0,-54 34 0 0 0,88-48-529 0 0,0 1 0 0 0,0 0-1 0 0,1 1 1 0 0,1 0 0 0 0,0 1 0 0 0,0 1 0 0 0,-13 20-1 0 0,24-31-42 0 0,0-1 1 0 0,0 1-1 0 0,1 0 0 0 0,-1-1 0 0 0,1 1 0 0 0,0 0 0 0 0,0 0 1 0 0,0 0-1 0 0,0 0 0 0 0,0 0 0 0 0,1 0 0 0 0,-1 0 0 0 0,1 1 0 0 0,0-1 1 0 0,0 0-1 0 0,0 0 0 0 0,0 0 0 0 0,1 0 0 0 0,-1 0 0 0 0,1 0 1 0 0,0 1-1 0 0,0-1 0 0 0,0 0 0 0 0,2 3 0 0 0,0-2-6 0 0,0 1 0 0 0,1 0 0 0 0,0-1 0 0 0,0 0 0 0 0,0 0 0 0 0,0 0 0 0 0,1 0 0 0 0,-1-1 0 0 0,1 0 0 0 0,0 0 0 0 0,0 0 0 0 0,8 3 0 0 0,29 11 392 0 0,0-2 0 0 0,0-2-1 0 0,2-1 1 0 0,61 7 0 0 0,181 5 1820 0 0,-94-17-1471 0 0,253-24 0 0 0,-345 6-845 0 0,-1-5-1 0 0,-1-3 1 0 0,-1-5 0 0 0,128-49 0 0 0,-204 65-150 0 0,-8 4-14 0 0,-1 0 0 0 0,0-1-1 0 0,0 0 1 0 0,0-1 0 0 0,-1-1 0 0 0,0 0-1 0 0,0 0 1 0 0,12-12 0 0 0,-22 18 218 0 0,0-1 0 0 0,0 0 1 0 0,1 1-1 0 0,-1-1 0 0 0,-1 0 0 0 0,1 0 1 0 0,0 0-1 0 0,0 0 0 0 0,-1 1 0 0 0,1-1 1 0 0,-1 0-1 0 0,1 0 0 0 0,-1 0 0 0 0,0 0 1 0 0,0 0-1 0 0,0 0 0 0 0,0 0 0 0 0,0 0 1 0 0,-1 0-1 0 0,1 0 0 0 0,0 0 0 0 0,-1 0 1 0 0,0 0-1 0 0,1 0 0 0 0,-1 0 0 0 0,0 0 1 0 0,0 0-1 0 0,0 1 0 0 0,0-1 1 0 0,0 0-1 0 0,0 1 0 0 0,-1-1 0 0 0,1 1 1 0 0,0-1-1 0 0,-1 1 0 0 0,-1-2 0 0 0,-5-4 149 0 0,1 1 0 0 0,-1 0 0 0 0,-1 0-1 0 0,1 1 1 0 0,-19-9 0 0 0,2 4 58 0 0,0 2 1 0 0,0 0-1 0 0,-1 2 1 0 0,-1 1-1 0 0,1 1 1 0 0,-37-2-1 0 0,-161 12 137 0 0,133 2-472 0 0,2 4-1 0 0,-108 29 1 0 0,143-26-103 0 0,0 2 0 0 0,1 3 0 0 0,1 2 0 0 0,-85 50 0 0 0,123-63 121 0 0,0 0 1 0 0,1 1-1 0 0,-15 16 1 0 0,25-24 87 0 0,0 1 0 0 0,0 0 0 0 0,0 1-1 0 0,0-1 1 0 0,0 1 0 0 0,1-1 0 0 0,0 1 0 0 0,0 0 0 0 0,0-1 0 0 0,0 1 0 0 0,0 0 0 0 0,1 0-1 0 0,0 1 1 0 0,0-1 0 0 0,0 0 0 0 0,0 0 0 0 0,0 7 0 0 0,2-9 31 0 0,-1 0 0 0 0,1 0 0 0 0,0 0 0 0 0,0 0 0 0 0,0 0 0 0 0,0 0 0 0 0,0 0 0 0 0,0 0 0 0 0,0-1 0 0 0,1 1 0 0 0,-1 0 0 0 0,1-1 0 0 0,-1 1 0 0 0,1-1 0 0 0,0 0 0 0 0,-1 0 0 0 0,1 1 0 0 0,0-1 0 0 0,0 0 0 0 0,0 0 0 0 0,0-1 0 0 0,0 1 0 0 0,0 0 0 0 0,0-1 0 0 0,0 1 0 0 0,0-1 0 0 0,0 1 0 0 0,0-1 0 0 0,3 0 0 0 0,9 1 86 0 0,0 0 0 0 0,0-1 0 0 0,16-1 0 0 0,-24 0 0 0 0,68-6 897 0 0,-1-3 1 0 0,99-27 0 0 0,140-57 1726 0 0,-310 93-2647 0 0,22-7 122 0 0,-4 0-3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33.38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1399 631 4609 0 0,'203'-45'481'0'0,"46"-14"-1187"0"0,-245 58 687 0 0,27-9-220 0 0,36-17 0 0 0,-60 24 206 0 0,0-1 0 0 0,0 0 0 0 0,0 0-1 0 0,0-1 1 0 0,-1 0 0 0 0,0 0 0 0 0,0 0 0 0 0,0-1-1 0 0,-1 0 1 0 0,7-9 0 0 0,-10 13 40 0 0,0-1 0 0 0,-1 1 0 0 0,0-1 1 0 0,1 0-1 0 0,-1 1 0 0 0,0-1 0 0 0,0 0 0 0 0,-1 0 0 0 0,1 0 0 0 0,-1 0 0 0 0,1 0 1 0 0,-1 1-1 0 0,0-1 0 0 0,0 0 0 0 0,0 0 0 0 0,0 0 0 0 0,-1 0 0 0 0,-1-5 0 0 0,1 3 74 0 0,-1 1 0 0 0,0 0 0 0 0,0 0 0 0 0,-1 0 0 0 0,1 1 0 0 0,-1-1 0 0 0,0 0 0 0 0,0 1 0 0 0,0 0 0 0 0,-1-1 0 0 0,-3-1 0 0 0,-6-5 151 0 0,-1 1 0 0 0,-1 0 1 0 0,1 1-1 0 0,-1 1 0 0 0,-25-8 1 0 0,-1 2-153 0 0,0 2 1 0 0,-1 2-1 0 0,-46-4 1 0 0,-131-1-849 0 0,135 10 548 0 0,-701-11-1184 0 0,697 18 1604 0 0,1 3-1 0 0,1 4 1 0 0,-151 38 0 0 0,226-45-140 0 0,-41 15 191 0 0,50-17-229 0 0,0 0-1 0 0,0 0 1 0 0,0 0-1 0 0,0 0 0 0 0,0 0 1 0 0,0 1-1 0 0,1-1 1 0 0,-1 1-1 0 0,0-1 1 0 0,1 1-1 0 0,-1-1 0 0 0,1 1 1 0 0,0 0-1 0 0,-1 0 1 0 0,1 0-1 0 0,0 0 0 0 0,0 0 1 0 0,0 0-1 0 0,1 0 1 0 0,-2 3-1 0 0,2-3-9 0 0,1 0-1 0 0,-1 0 1 0 0,0 0-1 0 0,1 0 1 0 0,0 0 0 0 0,-1 0-1 0 0,1-1 1 0 0,0 1-1 0 0,0 0 1 0 0,0 0-1 0 0,0 0 1 0 0,1-1 0 0 0,-1 1-1 0 0,0-1 1 0 0,1 1-1 0 0,-1-1 1 0 0,1 1 0 0 0,-1-1-1 0 0,1 0 1 0 0,0 0-1 0 0,-1 0 1 0 0,1 0-1 0 0,0 0 1 0 0,0 0 0 0 0,0 0-1 0 0,0-1 1 0 0,2 2-1 0 0,9 3 0 0 0,1-1 0 0 0,20 4-1 0 0,10-1 396 0 0,0-1-1 0 0,0-3 1 0 0,85-4-1 0 0,134-28 874 0 0,-166 16-947 0 0,664-88 1171 0 0,-723 96-1577 0 0,101-14-1029 0 0,198-53 1 0 0,-335 72 1075 0 0,13-4-268 0 0,0 0 0 0 0,0-1 0 0 0,0-1 0 0 0,-1 0-1 0 0,0-1 1 0 0,0 0 0 0 0,0-1 0 0 0,13-11 0 0 0,-26 18 247 0 0,0 0 1 0 0,1 0-1 0 0,-1 0 1 0 0,0 0 0 0 0,0-1-1 0 0,0 1 1 0 0,-1 0 0 0 0,1 0-1 0 0,0-1 1 0 0,0 1 0 0 0,-1 0-1 0 0,1-1 1 0 0,0 1-1 0 0,-1 0 1 0 0,0-1 0 0 0,1 1-1 0 0,-1-1 1 0 0,0 1 0 0 0,0-1-1 0 0,0-2 1 0 0,0 3 47 0 0,0 0-1 0 0,-1 0 1 0 0,1-1 0 0 0,-1 1-1 0 0,0 0 1 0 0,1 0 0 0 0,-1-1 0 0 0,0 1-1 0 0,0 0 1 0 0,0 0 0 0 0,0 0-1 0 0,0 0 1 0 0,0 0 0 0 0,0 1-1 0 0,0-1 1 0 0,0 0 0 0 0,-3-1 0 0 0,-3-1 114 0 0,-1-1 0 0 0,0 1 1 0 0,0 1-1 0 0,0 0 1 0 0,-15-3-1 0 0,-28 0 315 0 0,1 2 0 0 0,-73 4 0 0 0,-104 20-700 0 0,159-13 311 0 0,-381 66 518 0 0,352-50-119 0 0,2 4 0 0 0,-145 63 0 0 0,200-72-279 0 0,2 1-1 0 0,0 2 0 0 0,-62 47 1 0 0,88-59-96 0 0,-1 0 0 0 0,1 1 0 0 0,1 1 0 0 0,0-1 0 0 0,1 2 0 0 0,0 0 0 0 0,0 0 0 0 0,2 1 0 0 0,0 0 0 0 0,0 0 0 0 0,1 1 0 0 0,1 0 0 0 0,-6 22 0 0 0,10-28-60 0 0,1-1 0 0 0,0 1 0 0 0,0 0 1 0 0,1 0-1 0 0,0 0 0 0 0,0 0 0 0 0,1 0 0 0 0,1 0 0 0 0,-1-1 0 0 0,1 1 1 0 0,1 0-1 0 0,-1-1 0 0 0,1 1 0 0 0,1-1 0 0 0,0 0 0 0 0,0 0 0 0 0,1-1 0 0 0,-1 1 1 0 0,2-1-1 0 0,6 9 0 0 0,-1-5-40 0 0,1-1 1 0 0,-1 0-1 0 0,2 0 0 0 0,-1-1 1 0 0,1 0-1 0 0,1-2 0 0 0,0 1 1 0 0,0-2-1 0 0,0 1 0 0 0,28 6 1 0 0,44 9 296 0 0,2-4-1 0 0,153 11 1 0 0,182-16 620 0 0,-334-13-744 0 0,52 2 60 0 0,275 0 223 0 0,-3-27-557 0 0,-396 23-43 0 0,-1 0-1 0 0,0-1 1 0 0,0-1 0 0 0,30-10-1 0 0,-43 13 114 0 0,-1 0 0 0 0,1 0 1 0 0,-1 0-1 0 0,1-1 0 0 0,-1 1 0 0 0,0-1 0 0 0,1 1 0 0 0,-1-1 0 0 0,0 0 0 0 0,0 0 0 0 0,0 0 0 0 0,0 0 0 0 0,0 0 0 0 0,-1 0 1 0 0,1 0-1 0 0,-1-1 0 0 0,1 1 0 0 0,-1 0 0 0 0,0-1 0 0 0,0 1 0 0 0,0-1 0 0 0,0 0 0 0 0,0 1 0 0 0,-1-1 0 0 0,1 0 0 0 0,-1 0 1 0 0,0 1-1 0 0,0-1 0 0 0,0 0 0 0 0,0 0 0 0 0,0 1 0 0 0,0-1 0 0 0,-1 0 0 0 0,0 0 0 0 0,1 1 0 0 0,-1-1 0 0 0,-2-3 0 0 0,-1-4 202 0 0,-1 0 0 0 0,-1 1 0 0 0,0 0 0 0 0,0 0 0 0 0,-1 1 0 0 0,0-1 0 0 0,0 2 0 0 0,-1-1 0 0 0,0 1 0 0 0,0 0 0 0 0,0 0 0 0 0,-1 1 0 0 0,0 0 0 0 0,-19-8 0 0 0,3 3 148 0 0,-1 0 0 0 0,-1 2 0 0 0,0 1 0 0 0,-42-8 0 0 0,-94-5-2307 0 0,-266 0 0 0 0,312 18 1000 0 0,-51 2-542 0 0,1 8-1 0 0,-1 7 1 0 0,-270 57 0 0 0,426-67 1652 0 0,11 0 16 0 0,23 1 120 0 0,36 0 93 0 0,96-6 563 0 0,234-32-1 0 0,-224 14-687 0 0,-39 8-183 0 0,412-63 524 0 0,-528 72-418 0 0,37-11 397 0 0,-43 12-436 0 0,-1 0 0 0 0,1 0 1 0 0,-1 0-1 0 0,1 0 0 0 0,-1 0 0 0 0,1-1 1 0 0,-1 1-1 0 0,0-1 0 0 0,0 0 0 0 0,0 0 0 0 0,0 0 1 0 0,0 0-1 0 0,2-4 0 0 0,-3 5-25 0 0,-1 0-1 0 0,0 0 1 0 0,1 0 0 0 0,-1 0-1 0 0,0-1 1 0 0,0 1-1 0 0,0 0 1 0 0,0 0 0 0 0,0 0-1 0 0,0-1 1 0 0,0 1-1 0 0,0 0 1 0 0,-1 0-1 0 0,1 0 1 0 0,0 0 0 0 0,-1-1-1 0 0,1 1 1 0 0,-1 0-1 0 0,1 0 1 0 0,-1 0 0 0 0,0 0-1 0 0,1 0 1 0 0,-1 0-1 0 0,0 0 1 0 0,0 0 0 0 0,0 1-1 0 0,1-1 1 0 0,-1 0-1 0 0,0 0 1 0 0,0 1 0 0 0,0-1-1 0 0,-2 0 1 0 0,-35-20 1719 0 0,11 11-1352 0 0,-1 2 0 0 0,0 0 0 0 0,-1 2 1 0 0,0 1-1 0 0,0 1 0 0 0,0 1 0 0 0,-35 2 1 0 0,-206 24-1140 0 0,260-22 703 0 0,-227 36-931 0 0,111-13 392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2.231"/>
    </inkml:context>
    <inkml:brush xml:id="br0">
      <inkml:brushProperty name="width" value="0.1" units="cm"/>
      <inkml:brushProperty name="height" value="0.1" units="cm"/>
    </inkml:brush>
  </inkml:definitions>
  <inkml:trace contextRef="#ctx0" brushRef="#br0">1 1 14283 0 0,'0'1'1816'0'0,"4"31"-3251"0"0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2.749"/>
    </inkml:context>
    <inkml:brush xml:id="br0">
      <inkml:brushProperty name="width" value="0.1" units="cm"/>
      <inkml:brushProperty name="height" value="0.1" units="cm"/>
    </inkml:brush>
  </inkml:definitions>
  <inkml:trace contextRef="#ctx0" brushRef="#br0">109 67 7370 0 0,'23'-31'2301'0'0,"-22"30"-1944"0"0,0 0 0 0 0,0-1 1 0 0,0 1-1 0 0,0-1 0 0 0,0 1 0 0 0,0-1 0 0 0,-1 1 0 0 0,1-1 1 0 0,-1 0-1 0 0,1 1 0 0 0,-1-1 0 0 0,0 0 0 0 0,1 1 0 0 0,-1-1 0 0 0,0 0 1 0 0,0 1-1 0 0,0-1 0 0 0,0 0 0 0 0,-1-2 0 0 0,0 4-257 0 0,1 0 0 0 0,-1-1 0 0 0,1 1 0 0 0,-1 0 0 0 0,1 0-1 0 0,-1 0 1 0 0,1 0 0 0 0,-1 0 0 0 0,1-1 0 0 0,-1 1 0 0 0,1 0 0 0 0,-1 0 0 0 0,1 0-1 0 0,-1 0 1 0 0,1 0 0 0 0,-1 1 0 0 0,0-1 0 0 0,1 0 0 0 0,-1 0 0 0 0,1 0-1 0 0,-1 0 1 0 0,1 1 0 0 0,-1-1 0 0 0,1 0 0 0 0,-1 0 0 0 0,1 1 0 0 0,0-1 0 0 0,-1 0-1 0 0,1 1 1 0 0,-1-1 0 0 0,1 1 0 0 0,0-1 0 0 0,-1 0 0 0 0,1 1 0 0 0,0-1-1 0 0,-1 1 1 0 0,1 0 0 0 0,-16 18 656 0 0,4 2-489 0 0,1 0 0 0 0,1 1 0 0 0,-14 41 0 0 0,-11 73-331 0 0,30-115 53 0 0,1 0 0 0 0,2 0 0 0 0,0 0 0 0 0,1 0 0 0 0,1 0 0 0 0,5 39 0 0 0,-4-53-18 0 0,0 1 1 0 0,1-1 0 0 0,0 0 0 0 0,0 0-1 0 0,1 0 1 0 0,-1-1 0 0 0,1 1-1 0 0,1-1 1 0 0,-1 1 0 0 0,1-1-1 0 0,1 0 1 0 0,-1 0 0 0 0,1-1 0 0 0,0 1-1 0 0,0-1 1 0 0,0 0 0 0 0,1-1-1 0 0,0 1 1 0 0,0-1 0 0 0,0 0-1 0 0,0-1 1 0 0,1 1 0 0 0,9 3 0 0 0,-13-6 15 0 0,1 0 0 0 0,-1-1 0 0 0,1 1 0 0 0,-1 0 1 0 0,1-1-1 0 0,-1 0 0 0 0,1 0 0 0 0,0 0 0 0 0,-1 0 1 0 0,1-1-1 0 0,-1 1 0 0 0,1-1 0 0 0,-1 0 0 0 0,1 0 1 0 0,5-3-1 0 0,-2 1 14 0 0,-1 0 0 0 0,0-1 0 0 0,0 0 1 0 0,-1 0-1 0 0,1-1 0 0 0,-1 0 0 0 0,8-9 0 0 0,-2 1 33 0 0,-1-1-1 0 0,0 0 1 0 0,-1-1-1 0 0,-1 0 1 0 0,13-31-1 0 0,-20 41-16 0 0,1 0 1 0 0,-1 0-1 0 0,0 0 0 0 0,0 0 0 0 0,0 0 1 0 0,-1 0-1 0 0,0 0 0 0 0,0 0 1 0 0,0 0-1 0 0,0 0 0 0 0,-1 0 1 0 0,0 0-1 0 0,0 0 0 0 0,0 0 1 0 0,-4-8-1 0 0,4 11 2 0 0,0 0 0 0 0,0-1 1 0 0,-1 1-1 0 0,1 0 0 0 0,-1 0 1 0 0,0 0-1 0 0,0 1 0 0 0,1-1 1 0 0,-1 0-1 0 0,0 1 0 0 0,-1-1 1 0 0,1 1-1 0 0,0-1 0 0 0,0 1 1 0 0,0 0-1 0 0,-1 0 0 0 0,1 0 1 0 0,-1 0-1 0 0,1 1 0 0 0,-1-1 1 0 0,1 1-1 0 0,-1-1 0 0 0,1 1 1 0 0,-1 0-1 0 0,1 0 0 0 0,-1 0 1 0 0,1 0-1 0 0,-1 0 0 0 0,0 1 1 0 0,1-1-1 0 0,-1 1 0 0 0,-4 2 1 0 0,1-1-6 0 0,1 1-1 0 0,-1-1 1 0 0,0 1 0 0 0,1 1 0 0 0,-1-1-1 0 0,1 1 1 0 0,0 0 0 0 0,0 1 0 0 0,0-1-1 0 0,1 1 1 0 0,0 0 0 0 0,0 0 0 0 0,0 0-1 0 0,0 0 1 0 0,1 1 0 0 0,0-1 0 0 0,-3 8-1 0 0,2-4-504 0 0,0 1 0 0 0,0 0-1 0 0,1 0 1 0 0,0-1 0 0 0,1 2-1 0 0,0-1 1 0 0,1 0 0 0 0,0 0-1 0 0,1 0 1 0 0,0 12 0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3.188"/>
    </inkml:context>
    <inkml:brush xml:id="br0">
      <inkml:brushProperty name="width" value="0.1" units="cm"/>
      <inkml:brushProperty name="height" value="0.1" units="cm"/>
    </inkml:brush>
  </inkml:definitions>
  <inkml:trace contextRef="#ctx0" brushRef="#br0">142 30 10594 0 0,'-4'-9'734'0'0,"-8"-10"4120"0"0,11 19-4767 0 0,0 0 0 0 0,1-1 0 0 0,-1 1 0 0 0,0 0-1 0 0,0 0 1 0 0,0 0 0 0 0,0 0 0 0 0,0 0 0 0 0,0 0-1 0 0,1 0 1 0 0,-1 0 0 0 0,0 1 0 0 0,0-1 0 0 0,0 0 0 0 0,0 0-1 0 0,1 1 1 0 0,-1-1 0 0 0,0 0 0 0 0,0 1 0 0 0,0-1-1 0 0,1 1 1 0 0,-1-1 0 0 0,0 1 0 0 0,1 0 0 0 0,-1-1 0 0 0,0 1-1 0 0,1 0 1 0 0,-1 0 0 0 0,-8 8 159 0 0,1 1 0 0 0,0 0-1 0 0,1 0 1 0 0,0 0 0 0 0,1 1 0 0 0,0 0-1 0 0,0 0 1 0 0,1 0 0 0 0,1 1 0 0 0,0-1-1 0 0,-3 15 1 0 0,0 10-98 0 0,0 1 0 0 0,-1 52 0 0 0,7-68-120 0 0,-2 23-3 0 0,4 58 0 0 0,0-90-50 0 0,0-1 1 0 0,1 1-1 0 0,0-1 0 0 0,1 1 0 0 0,0-1 1 0 0,1 0-1 0 0,0 0 0 0 0,1 0 1 0 0,0-1-1 0 0,7 12 0 0 0,-10-19-6 0 0,0 0 0 0 0,0 0 0 0 0,1 0-1 0 0,-1 0 1 0 0,0-1 0 0 0,1 1 0 0 0,0-1-1 0 0,0 0 1 0 0,-1 0 0 0 0,1 0 0 0 0,1 0-1 0 0,-1 0 1 0 0,0-1 0 0 0,0 1 0 0 0,0-1 0 0 0,1 0-1 0 0,-1 0 1 0 0,1 0 0 0 0,-1 0 0 0 0,1-1-1 0 0,-1 1 1 0 0,1-1 0 0 0,0 0 0 0 0,-1 0-1 0 0,1 0 1 0 0,-1-1 0 0 0,1 1 0 0 0,-1-1-1 0 0,1 0 1 0 0,-1 0 0 0 0,1 0 0 0 0,-1 0-1 0 0,5-3 1 0 0,-3 1 13 0 0,-1 0 0 0 0,1 0 0 0 0,-1-1 0 0 0,0 1 0 0 0,1-1 0 0 0,-2 0 0 0 0,1 0-1 0 0,0 0 1 0 0,-1 0 0 0 0,0-1 0 0 0,0 0 0 0 0,0 1 0 0 0,-1-1 0 0 0,1 0 0 0 0,-1 0 0 0 0,0-1 0 0 0,-1 1-1 0 0,1 0 1 0 0,-1 0 0 0 0,0-1 0 0 0,0-7 0 0 0,-1 4 16 0 0,-1-1 0 0 0,0 1-1 0 0,-1-1 1 0 0,1 1 0 0 0,-2 0 0 0 0,0 0 0 0 0,0 0 0 0 0,0 0-1 0 0,-1 0 1 0 0,0 1 0 0 0,-7-10 0 0 0,9 14-128 0 0,0 1 0 0 0,0-1-1 0 0,0 1 1 0 0,-1 0 0 0 0,0 0 0 0 0,1 0 0 0 0,-1 0 0 0 0,0 1 0 0 0,0-1-1 0 0,0 1 1 0 0,-1 0 0 0 0,1-1 0 0 0,0 1 0 0 0,-1 1 0 0 0,0-1 0 0 0,1 1 0 0 0,-1-1-1 0 0,0 1 1 0 0,0 0 0 0 0,1 0 0 0 0,-1 1 0 0 0,0-1 0 0 0,0 1 0 0 0,0 0 0 0 0,0 0-1 0 0,0 0 1 0 0,0 0 0 0 0,0 1 0 0 0,-5 1 0 0 0,6-1-253 0 0,0 1 1 0 0,-1-1-1 0 0,1 1 0 0 0,0 0 1 0 0,0 0-1 0 0,0 0 0 0 0,1 1 1 0 0,-1-1-1 0 0,0 0 0 0 0,1 1 1 0 0,0 0-1 0 0,-1 0 0 0 0,1 0 1 0 0,-2 4-1 0 0,-7 12-1680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4.059"/>
    </inkml:context>
    <inkml:brush xml:id="br0">
      <inkml:brushProperty name="width" value="0.1" units="cm"/>
      <inkml:brushProperty name="height" value="0.1" units="cm"/>
    </inkml:brush>
  </inkml:definitions>
  <inkml:trace contextRef="#ctx0" brushRef="#br0">15 0 10594 0 0,'-2'2'371'0'0,"1"0"0"0"0,-1 0 0 0 0,1 0 0 0 0,0 1 0 0 0,-1-1 0 0 0,1 0 0 0 0,0 1 0 0 0,0-1 0 0 0,1 0 0 0 0,-1 1 0 0 0,0-1 0 0 0,1 1 0 0 0,0 0 0 0 0,-1-1 0 0 0,1 1 0 0 0,0-1 0 0 0,1 1 0 0 0,-1-1 0 0 0,1 5 0 0 0,1 5 349 0 0,1 1 0 0 0,8 20 0 0 0,-4-14-31 0 0,6 28-174 0 0,-2 1-1 0 0,-2 0 1 0 0,4 84-1 0 0,-13 147-2116 0 0,-1-249 1178 0 0,4 38-3435 0 0,-1-53-2423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4.424"/>
    </inkml:context>
    <inkml:brush xml:id="br0">
      <inkml:brushProperty name="width" value="0.1" units="cm"/>
      <inkml:brushProperty name="height" value="0.1" units="cm"/>
    </inkml:brush>
  </inkml:definitions>
  <inkml:trace contextRef="#ctx0" brushRef="#br0">0 33 4145 0 0,'21'-13'4480'0'0,"-15"10"-3683"0"0,1 0 0 0 0,0 0 0 0 0,0 1 0 0 0,0-1 0 0 0,0 2 0 0 0,0-1 0 0 0,1 1 1 0 0,-1 0-1 0 0,0 0 0 0 0,9 1 0 0 0,-4 1-258 0 0,-1 0 0 0 0,0 1 1 0 0,0 0-1 0 0,0 1 0 0 0,0 0 0 0 0,12 5 0 0 0,-6 0-381 0 0,1 1 0 0 0,-1 0-1 0 0,-1 1 1 0 0,0 1 0 0 0,0 1-1 0 0,-1 0 1 0 0,20 21 0 0 0,-31-28-151 0 0,1 0 0 0 0,-1 0 0 0 0,0 0 0 0 0,0 0 0 0 0,0 1 0 0 0,-1 0 0 0 0,0 0 0 0 0,0 0 0 0 0,0 0 0 0 0,-1 1 0 0 0,3 9 0 0 0,-5-12-4 0 0,1 1 0 0 0,-1-1 0 0 0,0 0 0 0 0,-1 1 0 0 0,1-1 0 0 0,-1 0 0 0 0,1 0 0 0 0,-1 0 0 0 0,-1 1 0 0 0,1-1 0 0 0,-1 0 0 0 0,1 0 0 0 0,-1-1 0 0 0,0 1 0 0 0,0 0 0 0 0,-1-1 0 0 0,1 1 0 0 0,-1-1 0 0 0,-3 4 0 0 0,0 0-95 0 0,0-1-1 0 0,-1-1 1 0 0,1 1 0 0 0,-1-1 0 0 0,0 0-1 0 0,-1 0 1 0 0,1-1 0 0 0,-16 7 0 0 0,2-4-433 0 0,0-1 1 0 0,-24 4-1 0 0,-20 5-291 0 0,42-7-1536 0 0,9-2-3429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4.755"/>
    </inkml:context>
    <inkml:brush xml:id="br0">
      <inkml:brushProperty name="width" value="0.1" units="cm"/>
      <inkml:brushProperty name="height" value="0.1" units="cm"/>
    </inkml:brush>
  </inkml:definitions>
  <inkml:trace contextRef="#ctx0" brushRef="#br0">0 0 8290 0 0,'1'5'7222'0'0,"1"6"-3360"0"0,6 66-1427 0 0,-10 130-897 0 0,-2-74-4219 0 0,4-126 1147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5.025"/>
    </inkml:context>
    <inkml:brush xml:id="br0">
      <inkml:brushProperty name="width" value="0.1" units="cm"/>
      <inkml:brushProperty name="height" value="0.1" units="cm"/>
    </inkml:brush>
  </inkml:definitions>
  <inkml:trace contextRef="#ctx0" brushRef="#br0">1 133 3225 0 0,'2'-7'484'0'0,"0"1"1"0"0,0 0-1 0 0,1 0 0 0 0,0 0 1 0 0,0 0-1 0 0,1 1 1 0 0,0-1-1 0 0,0 1 0 0 0,0 0 1 0 0,0 0-1 0 0,1 0 1 0 0,0 1-1 0 0,10-8 1 0 0,-7 6 132 0 0,1 0 0 0 0,0 0 1 0 0,0 1-1 0 0,0 0 1 0 0,1 1-1 0 0,0 0 0 0 0,0 0 1 0 0,10-2-1 0 0,-13 5-349 0 0,0 0-1 0 0,0 1 1 0 0,0 0 0 0 0,0 0-1 0 0,0 0 1 0 0,0 1-1 0 0,0 0 1 0 0,0 0 0 0 0,0 1-1 0 0,0-1 1 0 0,-1 2-1 0 0,1-1 1 0 0,-1 1-1 0 0,12 6 1 0 0,-15-7-269 0 0,-1 0-1 0 0,1 0 1 0 0,0 0-1 0 0,-1 0 1 0 0,1 0 0 0 0,-1 1-1 0 0,0-1 1 0 0,0 1-1 0 0,0 0 1 0 0,0-1 0 0 0,0 1-1 0 0,0 0 1 0 0,-1 0-1 0 0,0 0 1 0 0,1 0 0 0 0,-1 1-1 0 0,0-1 1 0 0,0 0-1 0 0,-1 0 1 0 0,1 1 0 0 0,-1-1-1 0 0,0 0 1 0 0,0 1-1 0 0,0-1 1 0 0,0 1 0 0 0,0-1-1 0 0,-1 0 1 0 0,1 1-1 0 0,-1-1 1 0 0,0 0 0 0 0,0 0-1 0 0,-2 4 1 0 0,-2 4-113 0 0,0-1 1 0 0,0 0-1 0 0,-1 0 0 0 0,0-1 1 0 0,-1 1-1 0 0,0-1 1 0 0,-11 10-1 0 0,12-13-119 0 0,0-1 1 0 0,0 1-1 0 0,-1-1 1 0 0,1-1-1 0 0,-1 1 1 0 0,0-1-1 0 0,-1 0 1 0 0,1-1-1 0 0,-1 0 0 0 0,1 0 1 0 0,-9 2-1 0 0,5-3-603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5.548"/>
    </inkml:context>
    <inkml:brush xml:id="br0">
      <inkml:brushProperty name="width" value="0.1" units="cm"/>
      <inkml:brushProperty name="height" value="0.1" units="cm"/>
    </inkml:brush>
  </inkml:definitions>
  <inkml:trace contextRef="#ctx0" brushRef="#br0">335 14 4609 0 0,'0'-1'127'0'0,"0"1"1"0"0,0-1-1 0 0,0 1 1 0 0,0-1-1 0 0,0 1 0 0 0,0-1 1 0 0,-1 1-1 0 0,1-1 1 0 0,0 1-1 0 0,0-1 1 0 0,0 1-1 0 0,0-1 0 0 0,0 1 1 0 0,-1 0-1 0 0,1-1 1 0 0,0 1-1 0 0,0-1 0 0 0,-1 1 1 0 0,1 0-1 0 0,0-1 1 0 0,-1 1-1 0 0,1 0 0 0 0,0-1 1 0 0,-1 1-1 0 0,1 0 1 0 0,-1-1-1 0 0,1 1 1 0 0,-1 0-1 0 0,1 0 0 0 0,0 0 1 0 0,-1-1-1 0 0,1 1 1 0 0,-2 0-1 0 0,-19 3 2746 0 0,-17 17 20 0 0,24-10-2290 0 0,1 0-1 0 0,1 1 0 0 0,-21 23 1 0 0,28-29-537 0 0,0 1 0 0 0,1 0 0 0 0,0-1 0 0 0,0 2 0 0 0,1-1 0 0 0,0 0 0 0 0,0 1 0 0 0,0-1 0 0 0,1 1 0 0 0,-1 0 0 0 0,-1 11 0 0 0,5-15-129 0 0,-1-1 0 0 0,0 1 0 0 0,0-1 0 0 0,1 1-1 0 0,0-1 1 0 0,-1 1 0 0 0,1-1 0 0 0,0 0 0 0 0,0 1 0 0 0,0-1 0 0 0,1 0-1 0 0,-1 0 1 0 0,0 0 0 0 0,1 0 0 0 0,0 0 0 0 0,-1 0 0 0 0,1 0 0 0 0,0 0-1 0 0,0-1 1 0 0,0 1 0 0 0,0-1 0 0 0,4 3 0 0 0,7 3-607 0 0,-1 0 1 0 0,26 9-1 0 0,-25-11 520 0 0,22 7 79 0 0,-27-10 156 0 0,0 0 0 0 0,-1 1 1 0 0,1 0-1 0 0,-1 0 1 0 0,1 0-1 0 0,-1 1 0 0 0,0 0 1 0 0,-1 1-1 0 0,10 7 1 0 0,-15-11-47 0 0,0 0 0 0 0,-1 0 0 0 0,1-1 0 0 0,-1 1 0 0 0,0 0-1 0 0,1 0 1 0 0,-1 1 0 0 0,0-1 0 0 0,1 0 0 0 0,-1 0 0 0 0,0 0 0 0 0,0 0 0 0 0,0 0 0 0 0,0 0 0 0 0,0 0 0 0 0,0 0 0 0 0,0 0 0 0 0,0 0 0 0 0,-1 0 0 0 0,1 0 0 0 0,0 0 0 0 0,-1 0 0 0 0,1 0 0 0 0,-1 0 0 0 0,1 0 0 0 0,-1 0 0 0 0,1 0 0 0 0,-1 0 0 0 0,1 0 0 0 0,-1 0 0 0 0,0 0 0 0 0,0-1 0 0 0,1 1 0 0 0,-1 0 0 0 0,0-1 0 0 0,0 1 0 0 0,-2 1 0 0 0,-39 25 1127 0 0,35-23-947 0 0,-19 11 36 0 0,-1-1 0 0 0,-1-1 1 0 0,0-1-1 0 0,0-2 1 0 0,-1-1-1 0 0,-1-1 1 0 0,0-2-1 0 0,-36 4 1 0 0,40-11-2525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6.918"/>
    </inkml:context>
    <inkml:brush xml:id="br0">
      <inkml:brushProperty name="width" value="0.1" units="cm"/>
      <inkml:brushProperty name="height" value="0.1" units="cm"/>
    </inkml:brush>
  </inkml:definitions>
  <inkml:trace contextRef="#ctx0" brushRef="#br0">0 59 11522 0 0,'4'8'4123'0'0,"7"26"-2476"0"0,3 35-10 0 0,-9-37-989 0 0,2 0 0 0 0,12 34 0 0 0,-16-58-584 0 0,1 0-1 0 0,-1 0 1 0 0,1 0 0 0 0,0-1-1 0 0,1 0 1 0 0,0 1 0 0 0,0-2-1 0 0,0 1 1 0 0,1-1 0 0 0,0 1-1 0 0,0-1 1 0 0,13 9 0 0 0,-17-14-88 0 0,0 0 0 0 0,-1 0 0 0 0,1 0 1 0 0,0 0-1 0 0,0-1 0 0 0,0 1 0 0 0,0 0 0 0 0,-1-1 1 0 0,1 1-1 0 0,0-1 0 0 0,0 0 0 0 0,0 0 1 0 0,0 0-1 0 0,0 0 0 0 0,0 0 0 0 0,0 0 0 0 0,0 0 1 0 0,0 0-1 0 0,0-1 0 0 0,0 1 0 0 0,3-2 1 0 0,-1 0-81 0 0,-1 0 1 0 0,0 0-1 0 0,0 0 1 0 0,0-1 0 0 0,0 1-1 0 0,0-1 1 0 0,0 0 0 0 0,-1 0-1 0 0,1 0 1 0 0,2-5 0 0 0,3-5-291 0 0,0 0 1 0 0,-2-1 0 0 0,0 0 0 0 0,7-24 0 0 0,-5 5 23 0 0,-1-1 0 0 0,2-39 1 0 0,6-34 1463 0 0,-15 105-956 0 0,1-1 1 0 0,-1 1-1 0 0,1-1 0 0 0,0 1 1 0 0,0-1-1 0 0,0 1 1 0 0,1-1-1 0 0,-1 1 0 0 0,0 0 1 0 0,1 0-1 0 0,2-4 0 0 0,-3 6-96 0 0,-1 0 1 0 0,0 0-1 0 0,0-1 0 0 0,1 1 0 0 0,-1 0 0 0 0,0 0 0 0 0,1 0 0 0 0,-1 0 0 0 0,0 0 0 0 0,1-1 0 0 0,-1 1 0 0 0,0 0 0 0 0,1 0 0 0 0,-1 0 0 0 0,0 0 0 0 0,1 0 0 0 0,-1 0 0 0 0,0 0 0 0 0,1 0 0 0 0,-1 0 0 0 0,0 0 0 0 0,1 0 0 0 0,-1 0 0 0 0,0 0 0 0 0,1 0 0 0 0,-1 1 0 0 0,0-1 0 0 0,1 0 0 0 0,-1 0 0 0 0,1 1 0 0 0,9 17 652 0 0,6 43 95 0 0,-9-31-580 0 0,1-1-1 0 0,1 0 1 0 0,25 50 0 0 0,-25-62-241 0 0,1 0 0 0 0,1-1 0 0 0,0 0 0 0 0,22 22 0 0 0,9-1-6912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7.284"/>
    </inkml:context>
    <inkml:brush xml:id="br0">
      <inkml:brushProperty name="width" value="0.1" units="cm"/>
      <inkml:brushProperty name="height" value="0.1" units="cm"/>
    </inkml:brush>
  </inkml:definitions>
  <inkml:trace contextRef="#ctx0" brushRef="#br0">25 32 7834 0 0,'26'-32'4322'0'0,"-35"48"1528"0"0,-1 20-3966 0 0,6-22-1270 0 0,-1 2-296 0 0,-1 0-165 0 0,2-1 0 0 0,0 1 0 0 0,1 0 0 0 0,-2 27 0 0 0,5-38-142 0 0,0 0-1 0 0,0 0 1 0 0,1 0-1 0 0,0 0 1 0 0,0-1 0 0 0,0 1-1 0 0,1 0 1 0 0,-1 0-1 0 0,1-1 1 0 0,0 1 0 0 0,0-1-1 0 0,1 0 1 0 0,-1 0 0 0 0,1 0-1 0 0,0 0 1 0 0,0 0-1 0 0,1 0 1 0 0,-1-1 0 0 0,1 1-1 0 0,4 2 1 0 0,-3-2 34 0 0,1 0 0 0 0,-1 1-1 0 0,0-1 1 0 0,0 1 0 0 0,0 0 0 0 0,-1 1 0 0 0,7 10 0 0 0,-9-13-39 0 0,-2 0 1 0 0,1-1-1 0 0,0 1 1 0 0,0 0 0 0 0,-1 0-1 0 0,1 0 1 0 0,-1 0 0 0 0,0-1-1 0 0,0 1 1 0 0,0 0-1 0 0,0 0 1 0 0,-1 0 0 0 0,1 0-1 0 0,-1 0 1 0 0,0-1-1 0 0,1 1 1 0 0,-1 0 0 0 0,-1 0-1 0 0,1-1 1 0 0,0 1-1 0 0,-3 3 1 0 0,-17 19 497 0 0,7-18-1671 0 0,13-7 984 0 0,1 0 0 0 0,-1-1-1 0 0,1 1 1 0 0,0 0 0 0 0,-1 0-1 0 0,1 0 1 0 0,1-18-6473 0 0,0 16 6563 0 0,6-2 93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7.505"/>
    </inkml:context>
    <inkml:brush xml:id="br0">
      <inkml:brushProperty name="width" value="0.1" units="cm"/>
      <inkml:brushProperty name="height" value="0.1" units="cm"/>
    </inkml:brush>
  </inkml:definitions>
  <inkml:trace contextRef="#ctx0" brushRef="#br0">0 4 7834 0 0,'4'-1'431'0'0,"-1"0"0"0"0,0 0 1 0 0,1 1-1 0 0,-1-1 1 0 0,1 1-1 0 0,-1 0 0 0 0,0 0 1 0 0,1 0-1 0 0,-1 1 1 0 0,1-1-1 0 0,-1 1 0 0 0,0 0 1 0 0,1 0-1 0 0,-1 0 1 0 0,0 0-1 0 0,0 1 0 0 0,0-1 1 0 0,0 1-1 0 0,0 0 1 0 0,0 0-1 0 0,0 0 0 0 0,-1 0 1 0 0,4 3-1 0 0,-2 1-43 0 0,0-1 0 0 0,-1 1 0 0 0,0 0 0 0 0,0 0 0 0 0,0 0 0 0 0,-1 0 0 0 0,0 1 0 0 0,0-1-1 0 0,0 0 1 0 0,-1 1 0 0 0,1 7 0 0 0,2 26 71 0 0,-3-25-720 0 0,0 0 0 0 0,1 0-1 0 0,1-1 1 0 0,8 24 0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7.684"/>
    </inkml:context>
    <inkml:brush xml:id="br0">
      <inkml:brushProperty name="width" value="0.1" units="cm"/>
      <inkml:brushProperty name="height" value="0.1" units="cm"/>
    </inkml:brush>
  </inkml:definitions>
  <inkml:trace contextRef="#ctx0" brushRef="#br0">43 1 10594 0 0,'-1'1'453'0'0,"-1"0"-1"0"0,1 0 0 0 0,-1 0 1 0 0,1 1-1 0 0,0-1 0 0 0,-1 1 1 0 0,1-1-1 0 0,0 1 0 0 0,0-1 1 0 0,0 1-1 0 0,-1 2 0 0 0,-14 39 1579 0 0,15-38-2033 0 0,-1 1-293 0 0,0 0 0 0 0,0 0 1 0 0,1 0-1 0 0,0 0 0 0 0,0 0 1 0 0,1 0-1 0 0,-1 1 0 0 0,1-1 1 0 0,1 0-1 0 0,-1 0 0 0 0,1 1 1 0 0,0-1-1 0 0,1 0 0 0 0,-1 0 1 0 0,1 0-1 0 0,5 9 0 0 0,2 3-975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8.097"/>
    </inkml:context>
    <inkml:brush xml:id="br0">
      <inkml:brushProperty name="width" value="0.1" units="cm"/>
      <inkml:brushProperty name="height" value="0.1" units="cm"/>
    </inkml:brush>
  </inkml:definitions>
  <inkml:trace contextRef="#ctx0" brushRef="#br0">0 0 9674 0 0,'32'102'11627'0'0,"-32"-101"-11656"0"0,0 0 1 0 0,0-1-1 0 0,0 1 1 0 0,0 0 0 0 0,0-1-1 0 0,1 1 1 0 0,-1 0 0 0 0,0 0-1 0 0,0-1 1 0 0,0 1 0 0 0,1-1-1 0 0,-1 1 1 0 0,0 0-1 0 0,1-1 1 0 0,-1 1 0 0 0,0-1-1 0 0,1 1 1 0 0,-1 0 0 0 0,1-1-1 0 0,-1 1 1 0 0,1-1-1 0 0,-1 0 1 0 0,1 1 0 0 0,0-1-1 0 0,-1 1 1 0 0,1-1 0 0 0,-1 0-1 0 0,1 1 1 0 0,0-1 0 0 0,-1 0-1 0 0,1 0 1 0 0,0 0-1 0 0,-1 1 1 0 0,1-1 0 0 0,0 0-1 0 0,-1 0 1 0 0,1 0 0 0 0,0 0-1 0 0,1 0 1 0 0,0-2-176 0 0,1 0 0 0 0,0 1 0 0 0,-1-1-1 0 0,1 0 1 0 0,-1 0 0 0 0,0-1 0 0 0,4-3 0 0 0,1-2 11 0 0,16-18-2 0 0,-19 20 443 0 0,0 1-1 0 0,1-1 0 0 0,-1 1 1 0 0,2 0-1 0 0,-1 0 0 0 0,11-7 0 0 0,-15 11-163 0 0,1 0 0 0 0,0 1-1 0 0,0-1 1 0 0,0 1-1 0 0,0-1 1 0 0,0 1 0 0 0,0-1-1 0 0,0 1 1 0 0,0 0-1 0 0,0 0 1 0 0,-1 0 0 0 0,1 0-1 0 0,0 0 1 0 0,0 1 0 0 0,0-1-1 0 0,0 1 1 0 0,0-1-1 0 0,0 1 1 0 0,0 0 0 0 0,0-1-1 0 0,-1 1 1 0 0,1 0-1 0 0,0 0 1 0 0,0 0 0 0 0,-1 1-1 0 0,1-1 1 0 0,-1 0 0 0 0,1 0-1 0 0,1 3 1 0 0,3 3 0 0 0,-1 0 1 0 0,0 0-1 0 0,0 0 1 0 0,0 1-1 0 0,-1-1 0 0 0,0 1 1 0 0,0 0-1 0 0,-1 0 1 0 0,0 1-1 0 0,-1-1 1 0 0,0 1-1 0 0,0-1 0 0 0,1 18 1 0 0,-2-15-446 0 0,1-1 0 0 0,0 1 0 0 0,1 0 0 0 0,0 0 1 0 0,0-1-1 0 0,2 0 0 0 0,-1 0 0 0 0,6 10 0 0 0,-6-15 218 0 0,0-1-1 0 0,1 0 1 0 0,-1 0-1 0 0,1 0 1 0 0,0-1-1 0 0,-1 1 1 0 0,1-1 0 0 0,1 0-1 0 0,-1-1 1 0 0,0 1-1 0 0,1-1 1 0 0,0 0-1 0 0,-1 0 1 0 0,1-1-1 0 0,0 0 1 0 0,0 0 0 0 0,7 0-1 0 0,8 0 155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8.473"/>
    </inkml:context>
    <inkml:brush xml:id="br0">
      <inkml:brushProperty name="width" value="0.1" units="cm"/>
      <inkml:brushProperty name="height" value="0.1" units="cm"/>
    </inkml:brush>
  </inkml:definitions>
  <inkml:trace contextRef="#ctx0" brushRef="#br0">206 32 5985 0 0,'0'-1'155'0'0,"0"0"0"0"0,0 0 0 0 0,0-1-1 0 0,0 1 1 0 0,0 0 0 0 0,0 0 0 0 0,-1-1-1 0 0,1 1 1 0 0,0 0 0 0 0,0 0 0 0 0,-1 0 0 0 0,1 0-1 0 0,-1-1 1 0 0,1 1 0 0 0,-1 0 0 0 0,0 0-1 0 0,1 0 1 0 0,-1 0 0 0 0,0 0 0 0 0,0 0-1 0 0,0 1 1 0 0,0-1 0 0 0,0 0 0 0 0,0 0 0 0 0,-1 0-1 0 0,0 0-8 0 0,0 0 0 0 0,0 1 0 0 0,0 0 0 0 0,0-1-1 0 0,0 1 1 0 0,-1 0 0 0 0,1 0 0 0 0,0 0 0 0 0,0 0-1 0 0,0 0 1 0 0,0 1 0 0 0,0-1 0 0 0,-3 2 0 0 0,-4 1 108 0 0,0 0 1 0 0,1 1-1 0 0,-1 0 1 0 0,1 1-1 0 0,-14 9 1 0 0,12-6-3 0 0,0 0 0 0 0,1 1 0 0 0,0 0 0 0 0,0 0 1 0 0,1 1-1 0 0,0 0 0 0 0,0 1 0 0 0,2-1 0 0 0,-10 19 0 0 0,16-29-247 0 0,0 0-1 0 0,0 1 0 0 0,-1-1 0 0 0,1 0 0 0 0,0 1 1 0 0,0-1-1 0 0,0 0 0 0 0,0 0 0 0 0,0 1 0 0 0,0-1 1 0 0,0 0-1 0 0,0 1 0 0 0,0-1 0 0 0,0 0 0 0 0,0 1 1 0 0,0-1-1 0 0,0 0 0 0 0,0 1 0 0 0,0-1 0 0 0,0 0 1 0 0,0 0-1 0 0,0 1 0 0 0,0-1 0 0 0,0 0 0 0 0,0 1 1 0 0,0-1-1 0 0,1 0 0 0 0,-1 0 0 0 0,0 1 0 0 0,0-1 1 0 0,0 0-1 0 0,1 0 0 0 0,-1 1 0 0 0,0-1 0 0 0,13-2-610 0 0,17-17-503 0 0,-26 16 1313 0 0,2-1-10 0 0,-1 1 1 0 0,0 0-1 0 0,1 0 0 0 0,-1 1 1 0 0,1-1-1 0 0,0 1 0 0 0,-1 0 1 0 0,1 1-1 0 0,0-1 0 0 0,0 1 0 0 0,1 1 1 0 0,8-1-1 0 0,-11 1-27 0 0,0 1 0 0 0,0 0 0 0 0,0 0 0 0 0,0 0 0 0 0,0 0 1 0 0,-1 1-1 0 0,1 0 0 0 0,0 0 0 0 0,-1 0 0 0 0,0 0 0 0 0,1 0 0 0 0,-1 0 0 0 0,0 1 0 0 0,0 0 0 0 0,0 0 0 0 0,0 0 0 0 0,-1 0 1 0 0,1 0-1 0 0,-1 0 0 0 0,3 5 0 0 0,2 5-39 0 0,0 1 0 0 0,-1 0 0 0 0,0 0 0 0 0,-1 1 0 0 0,-1 0 0 0 0,-1 0 0 0 0,0 0 0 0 0,0 0 0 0 0,-2 0 1 0 0,0 0-1 0 0,0 1 0 0 0,-2-1 0 0 0,0 0 0 0 0,0 1 0 0 0,-8 26 0 0 0,5-24-90 0 0,-1 1-1 0 0,-1-1 1 0 0,0 0 0 0 0,-1-1-1 0 0,-2 0 1 0 0,1 0 0 0 0,-2-1 0 0 0,0 0-1 0 0,-1 0 1 0 0,-1-2 0 0 0,0 1-1 0 0,-22 19 1 0 0,32-32-141 0 0,1 0 1 0 0,-1-1-1 0 0,0 1 1 0 0,0 0-1 0 0,0-1 1 0 0,0 0-1 0 0,0 1 1 0 0,0-1-1 0 0,0 0 1 0 0,0 0-1 0 0,-1 0 1 0 0,1-1-1 0 0,0 1 1 0 0,0 0-1 0 0,-1-1 1 0 0,1 1-1 0 0,-1-1 1 0 0,1 0-1 0 0,0 0 1 0 0,-1 0-1 0 0,1 0 1 0 0,-3-1-1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9.013"/>
    </inkml:context>
    <inkml:brush xml:id="br0">
      <inkml:brushProperty name="width" value="0.1" units="cm"/>
      <inkml:brushProperty name="height" value="0.1" units="cm"/>
    </inkml:brush>
  </inkml:definitions>
  <inkml:trace contextRef="#ctx0" brushRef="#br0">216 0 6913 0 0,'-7'2'383'0'0,"-1"0"-1"0"0,1 0 0 0 0,-1 0 0 0 0,1 1 0 0 0,0 0 0 0 0,0 1 1 0 0,-11 6-1 0 0,3-1-39 0 0,2-3 129 0 0,0 0 0 0 0,0 1 1 0 0,1 1-1 0 0,0 0 0 0 0,1 0 0 0 0,0 2 0 0 0,0-1 0 0 0,-18 22 0 0 0,29-30-398 0 0,-1 0-1 0 0,0 0 1 0 0,1 0-1 0 0,-1 0 0 0 0,1 0 1 0 0,-1 0-1 0 0,1 0 1 0 0,-1 0-1 0 0,1 0 1 0 0,0 0-1 0 0,-1 0 1 0 0,1 0-1 0 0,0 1 1 0 0,0-1-1 0 0,0 0 1 0 0,0 0-1 0 0,0 0 1 0 0,0 0-1 0 0,0 0 1 0 0,0 1-1 0 0,1-1 1 0 0,-1 0-1 0 0,0 0 0 0 0,1 0 1 0 0,0 1-1 0 0,0 0-39 0 0,0-1 1 0 0,1 1-1 0 0,-1-1 0 0 0,1 1 0 0 0,-1-1 0 0 0,1 0 0 0 0,0 0 0 0 0,-1 0 0 0 0,1 0 0 0 0,0 0 0 0 0,0 0 0 0 0,0 0 0 0 0,2 0 0 0 0,8 3-205 0 0,1-2 0 0 0,0 1 0 0 0,20 0-1 0 0,-27-3 134 0 0,14 2-79 0 0,0 0 0 0 0,26 7 0 0 0,-42-8 187 0 0,1 1 0 0 0,-1-1-1 0 0,1 1 1 0 0,-1-1 0 0 0,0 1 0 0 0,1 1 0 0 0,-1-1-1 0 0,0 1 1 0 0,0-1 0 0 0,-1 1 0 0 0,1 0-1 0 0,-1 0 1 0 0,1 1 0 0 0,-1-1 0 0 0,0 1 0 0 0,3 4-1 0 0,-5-5 44 0 0,0-1-1 0 0,-1 1 1 0 0,1 0 0 0 0,-1-1-1 0 0,1 1 1 0 0,-1 0-1 0 0,0-1 1 0 0,0 1-1 0 0,0 0 1 0 0,0-1 0 0 0,-1 1-1 0 0,1 0 1 0 0,-1-1-1 0 0,0 1 1 0 0,1-1-1 0 0,-1 1 1 0 0,0-1-1 0 0,-1 1 1 0 0,1-1 0 0 0,0 1-1 0 0,-1-1 1 0 0,1 0-1 0 0,-1 0 1 0 0,-3 4-1 0 0,-6 6 478 0 0,-1 0-1 0 0,-22 19 1 0 0,27-25-321 0 0,2-3-290 0 0,-42 34 972 0 0,43-34-1171 0 0,0-1-1 0 0,0 0 1 0 0,0 0 0 0 0,-1 0 0 0 0,1-1 0 0 0,0 1-1 0 0,-1-1 1 0 0,1 0 0 0 0,-1 0 0 0 0,-7 0 0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6:59.487"/>
    </inkml:context>
    <inkml:brush xml:id="br0">
      <inkml:brushProperty name="width" value="0.1" units="cm"/>
      <inkml:brushProperty name="height" value="0.1" units="cm"/>
    </inkml:brush>
  </inkml:definitions>
  <inkml:trace contextRef="#ctx0" brushRef="#br0">0 15 3681 0 0,'2'-1'472'0'0,"0"0"0"0"0,-1 1 0 0 0,1-1 0 0 0,0 0 0 0 0,0 1 0 0 0,0-1 0 0 0,0 1 0 0 0,0-1 0 0 0,0 1 1 0 0,0 0-1 0 0,0 0 0 0 0,0 0 0 0 0,0 0 0 0 0,0 0 0 0 0,0 1 0 0 0,0-1 0 0 0,0 0 0 0 0,0 1 0 0 0,0 0 0 0 0,2 0 0 0 0,-1 1 18 0 0,-1 0-1 0 0,1 0 0 0 0,0 0 1 0 0,-1 0-1 0 0,1 0 0 0 0,-1 1 1 0 0,0-1-1 0 0,0 1 0 0 0,0 0 1 0 0,0 0-1 0 0,2 3 0 0 0,3 9 433 0 0,0 1 0 0 0,-1-1 1 0 0,7 33-1 0 0,-10-35-916 0 0,29 121 814 0 0,-32-134-821 0 0,0 0-1 0 0,0 1 1 0 0,0-1-1 0 0,0 0 1 0 0,0 0-1 0 0,0 1 1 0 0,1-1-1 0 0,-1 0 1 0 0,0 1-1 0 0,0-1 1 0 0,0 0-1 0 0,0 0 1 0 0,0 1-1 0 0,0-1 1 0 0,1 0-1 0 0,-1 0 1 0 0,0 1-1 0 0,0-1 1 0 0,0 0-1 0 0,1 0 1 0 0,-1 0-1 0 0,0 1 1 0 0,0-1-1 0 0,1 0 1 0 0,-1 0-1 0 0,0 0 1 0 0,0 0-1 0 0,1 0 1 0 0,-1 0-1 0 0,0 1 1 0 0,1-1-1 0 0,-1 0 1 0 0,0 0-1 0 0,0 0 1 0 0,1 0-1 0 0,-1 0 1 0 0,1 0-1 0 0,9-9 249 0 0,9-21-93 0 0,-17 27-323 0 0,46-95-1460 0 0,22-36 1588 0 0,-69 133 61 0 0,0-1-1 0 0,-1 1 0 0 0,1 0 1 0 0,0 0-1 0 0,0-1 1 0 0,0 1-1 0 0,0 0 0 0 0,0 0 1 0 0,1 0-1 0 0,-1 0 1 0 0,0 0-1 0 0,0 0 0 0 0,1 1 1 0 0,-1-1-1 0 0,0 0 1 0 0,3 0-1 0 0,-3 1 1 0 0,0 0 0 0 0,0 0 0 0 0,-1 0 1 0 0,1 0-1 0 0,0 0 0 0 0,0 0 0 0 0,0 0 0 0 0,-1 1 0 0 0,1-1 1 0 0,0 0-1 0 0,0 1 0 0 0,-1-1 0 0 0,1 0 0 0 0,0 1 0 0 0,-1-1 0 0 0,1 1 1 0 0,0-1-1 0 0,-1 1 0 0 0,1-1 0 0 0,-1 1 0 0 0,1 0 0 0 0,0 0 1 0 0,3 6 102 0 0,0-1 0 0 0,0 1 1 0 0,-1 0-1 0 0,0 0 0 0 0,3 9 1 0 0,-4-7-87 0 0,4 8 118 0 0,-2 1-1 0 0,4 28 1 0 0,-5-29-116 0 0,0 1 0 0 0,8 26 1 0 0,2-23-1098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00.120"/>
    </inkml:context>
    <inkml:brush xml:id="br0">
      <inkml:brushProperty name="width" value="0.1" units="cm"/>
      <inkml:brushProperty name="height" value="0.1" units="cm"/>
    </inkml:brush>
  </inkml:definitions>
  <inkml:trace contextRef="#ctx0" brushRef="#br0">35 194 6913 0 0,'-12'7'2888'0'0,"-7"2"2975"0"0,16-14-4043 0 0,8-11-1527 0 0,11-14 142 0 0,1 1 0 0 0,30-37 1 0 0,-33 45-328 0 0,-12 18-42 0 0,1 0 0 0 0,-1 0 0 0 0,0 0 0 0 0,1 0 0 0 0,0 0-1 0 0,-1 1 1 0 0,1-1 0 0 0,0 1 0 0 0,0-1 0 0 0,1 1 0 0 0,-1 0 0 0 0,0 1 0 0 0,1-1 0 0 0,-1 1 0 0 0,1-1 0 0 0,0 1 0 0 0,-1 0 0 0 0,1 0 0 0 0,0 0 0 0 0,0 1 0 0 0,0 0 0 0 0,-1-1 0 0 0,1 1 0 0 0,0 1 0 0 0,0-1 0 0 0,0 0 0 0 0,-1 1 0 0 0,1 0-1 0 0,4 1 1 0 0,-3 0 3 0 0,0 0-1 0 0,0 1 0 0 0,0 0 0 0 0,-1-1 0 0 0,1 2 0 0 0,-1-1 1 0 0,0 0-1 0 0,0 1 0 0 0,0 0 0 0 0,0 0 0 0 0,-1 0 0 0 0,1 0 1 0 0,-1 1-1 0 0,0-1 0 0 0,0 1 0 0 0,-1 0 0 0 0,0 0 0 0 0,1 0 1 0 0,2 10-1 0 0,-2 1 37 0 0,-1 1 1 0 0,0-1 0 0 0,-2 1-1 0 0,0 19 1 0 0,-1-24-139 0 0,1 1 0 0 0,0-1 0 0 0,0 1 0 0 0,2-1 0 0 0,-1 1 0 0 0,2-1 0 0 0,0 0 0 0 0,7 21 0 0 0,10-7-3156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00.457"/>
    </inkml:context>
    <inkml:brush xml:id="br0">
      <inkml:brushProperty name="width" value="0.1" units="cm"/>
      <inkml:brushProperty name="height" value="0.1" units="cm"/>
    </inkml:brush>
  </inkml:definitions>
  <inkml:trace contextRef="#ctx0" brushRef="#br0">0 75 6913 0 0,'1'8'8583'0'0,"4"22"-5485"0"0,1-2-2161 0 0,-4-9-543 0 0,1 0 1 0 0,1 0-1 0 0,1 0 0 0 0,0-1 1 0 0,2 1-1 0 0,9 18 0 0 0,-14-33-399 0 0,-1-1 0 0 0,1 0-1 0 0,0 1 1 0 0,0-1-1 0 0,1 0 1 0 0,-1 0 0 0 0,0-1-1 0 0,1 1 1 0 0,0 0-1 0 0,0-1 1 0 0,0 0 0 0 0,0 1-1 0 0,0-1 1 0 0,0 0-1 0 0,0-1 1 0 0,1 1 0 0 0,-1-1-1 0 0,1 1 1 0 0,-1-1-1 0 0,1 0 1 0 0,0 0 0 0 0,-1 0-1 0 0,1-1 1 0 0,0 0-1 0 0,0 1 1 0 0,-1-1 0 0 0,1 0-1 0 0,0-1 1 0 0,0 1-1 0 0,-1-1 1 0 0,1 0 0 0 0,0 0-1 0 0,-1 0 1 0 0,1 0-1 0 0,-1 0 1 0 0,1-1 0 0 0,-1 0-1 0 0,6-3 1 0 0,0 0-19 0 0,0-1 0 0 0,-1 0 0 0 0,0 0 1 0 0,0 0-1 0 0,-1-1 0 0 0,0 0 0 0 0,0-1 0 0 0,-1 1 1 0 0,0-1-1 0 0,0 0 0 0 0,0-1 0 0 0,-1 0 1 0 0,-1 0-1 0 0,0 0 0 0 0,0 0 0 0 0,0 0 0 0 0,-1-1 1 0 0,2-11-1 0 0,-4 14-71 0 0,0 1 1 0 0,0 0-1 0 0,-1-1 0 0 0,0 1 0 0 0,0-1 1 0 0,0 1-1 0 0,-1 0 0 0 0,0-1 1 0 0,0 1-1 0 0,0 0 0 0 0,-1 0 1 0 0,0-1-1 0 0,-1 1 0 0 0,1 1 0 0 0,-1-1 1 0 0,0 0-1 0 0,0 1 0 0 0,-1-1 1 0 0,0 1-1 0 0,0 0 0 0 0,0 0 1 0 0,0 1-1 0 0,-1-1 0 0 0,0 1 0 0 0,0 0 1 0 0,0 0-1 0 0,0 1 0 0 0,0-1 1 0 0,-8-2-1 0 0,11 5-96 0 0,0 1 0 0 0,1-1 0 0 0,-1 1 0 0 0,0 0 0 0 0,0-1 0 0 0,0 1 1 0 0,0 0-1 0 0,0 0 0 0 0,0 1 0 0 0,0-1 0 0 0,0 0 0 0 0,0 1 0 0 0,1-1 0 0 0,-1 1 0 0 0,0-1 0 0 0,0 1 0 0 0,0 0 0 0 0,1 0 0 0 0,-1 0 0 0 0,0 0 0 0 0,1 0 1 0 0,-1 0-1 0 0,-1 1 0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00.746"/>
    </inkml:context>
    <inkml:brush xml:id="br0">
      <inkml:brushProperty name="width" value="0.1" units="cm"/>
      <inkml:brushProperty name="height" value="0.1" units="cm"/>
    </inkml:brush>
  </inkml:definitions>
  <inkml:trace contextRef="#ctx0" brushRef="#br0">0 21 10138 0 0,'3'-4'-385'0'0,"17"-13"7272"0"0,-18 34-4035 0 0,-1 65-440 0 0,12 87 0 0 0,-1-23-1092 0 0,1 9-988 0 0,-12-148-418 0 0,0-1 0 0 0,1 1 0 0 0,-1-1 0 0 0,1 0 0 0 0,1 1 0 0 0,-1-1 0 0 0,6 9 0 0 0,10 5-7442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01.032"/>
    </inkml:context>
    <inkml:brush xml:id="br0">
      <inkml:brushProperty name="width" value="0.1" units="cm"/>
      <inkml:brushProperty name="height" value="0.1" units="cm"/>
    </inkml:brush>
  </inkml:definitions>
  <inkml:trace contextRef="#ctx0" brushRef="#br0">219 0 10138 0 0,'0'11'1727'0'0,"1"-6"-1406"0"0,-1-1 0 0 0,1 0-1 0 0,-1 1 1 0 0,0-1 0 0 0,-1 1-1 0 0,1-1 1 0 0,-1 0 0 0 0,0 1-1 0 0,0-1 1 0 0,0 0 0 0 0,-1 0-1 0 0,0 0 1 0 0,1 0 0 0 0,-1 0-1 0 0,-1 0 1 0 0,1 0 0 0 0,0 0-1 0 0,-1-1 1 0 0,-5 6 0 0 0,-10 6 678 0 0,0-1 0 0 0,-36 21 1 0 0,33-23-606 0 0,1 1 1 0 0,-24 21 0 0 0,43-33-376 0 0,-1 0 0 0 0,1 0 1 0 0,-1 1-1 0 0,1-1 0 0 0,0 0 0 0 0,0 1 1 0 0,0-1-1 0 0,0 1 0 0 0,0 0 1 0 0,0-1-1 0 0,0 1 0 0 0,0 2 0 0 0,1-4-11 0 0,0 1-1 0 0,0-1 0 0 0,0 1 1 0 0,0-1-1 0 0,0 1 0 0 0,0 0 0 0 0,0-1 1 0 0,0 1-1 0 0,0-1 0 0 0,0 1 0 0 0,1-1 1 0 0,-1 1-1 0 0,0-1 0 0 0,0 1 1 0 0,0-1-1 0 0,1 1 0 0 0,-1-1 0 0 0,0 1 1 0 0,1-1-1 0 0,-1 1 0 0 0,1-1 0 0 0,-1 0 1 0 0,0 1-1 0 0,1-1 0 0 0,0 1 1 0 0,2 1-7 0 0,1-1 1 0 0,0 1-1 0 0,0-1 1 0 0,-1 0-1 0 0,1 0 1 0 0,0 0-1 0 0,0 0 1 0 0,0-1-1 0 0,6 1 1 0 0,25-1-1257 0 0,71-9 1 0 0,-76 4-6126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01.463"/>
    </inkml:context>
    <inkml:brush xml:id="br0">
      <inkml:brushProperty name="width" value="0.1" units="cm"/>
      <inkml:brushProperty name="height" value="0.1" units="cm"/>
    </inkml:brush>
  </inkml:definitions>
  <inkml:trace contextRef="#ctx0" brushRef="#br0">60 331 6913 0 0,'-5'2'386'0'0,"-1"1"-1"0"0,1 0 1 0 0,-1 0-1 0 0,1 0 1 0 0,0 1-1 0 0,0 0 1 0 0,-7 7-1 0 0,11-10-198 0 0,0 0-1 0 0,1-1 0 0 0,-1 1 1 0 0,0 0-1 0 0,0 1 0 0 0,0-1 1 0 0,1 0-1 0 0,-1 0 0 0 0,0 0 1 0 0,1 0-1 0 0,-1 0 0 0 0,1 1 1 0 0,0-1-1 0 0,-1 0 0 0 0,1 0 1 0 0,0 1-1 0 0,0-1 0 0 0,0 0 1 0 0,0 0-1 0 0,0 1 0 0 0,0-1 1 0 0,0 0-1 0 0,0 1 0 0 0,0-1 1 0 0,1 0-1 0 0,-1 0 0 0 0,0 1 1 0 0,1-1-1 0 0,-1 0 0 0 0,1 0 1 0 0,-1 0-1 0 0,1 0 0 0 0,0 1 1 0 0,0-1-1 0 0,-1 0 0 0 0,1 0 1 0 0,0 0-1 0 0,0-1 0 0 0,0 1 1 0 0,0 0-1 0 0,0 0 0 0 0,0 0 1 0 0,2 0-1 0 0,0 1 22 0 0,0-1 0 0 0,0 0 1 0 0,0 0-1 0 0,0 0 0 0 0,1 0 1 0 0,-1 0-1 0 0,0-1 0 0 0,0 1 0 0 0,1-1 1 0 0,-1 0-1 0 0,0 0 0 0 0,0 0 1 0 0,1-1-1 0 0,-1 1 0 0 0,0-1 0 0 0,0 0 1 0 0,0 0-1 0 0,6-2 0 0 0,3-1-107 0 0,-1-1 1 0 0,1-1-1 0 0,15-9 0 0 0,-15 5-146 0 0,0 0 1 0 0,0 0-1 0 0,-1-1 0 0 0,-1 0 1 0 0,0-1-1 0 0,0 0 0 0 0,-1 0 1 0 0,-1-1-1 0 0,0-1 0 0 0,0 1 0 0 0,-2-1 1 0 0,0 0-1 0 0,0-1 0 0 0,-1 0 1 0 0,-1 1-1 0 0,-1-2 0 0 0,0 1 0 0 0,-1 0 1 0 0,0 0-1 0 0,-1-21 0 0 0,-1 32 24 0 0,0 0 1 0 0,-1 1-1 0 0,1-1 0 0 0,-1 0 0 0 0,0 0 0 0 0,0 1 0 0 0,0-1 1 0 0,-1 1-1 0 0,1-1 0 0 0,-1 1 0 0 0,0-1 0 0 0,0 1 0 0 0,0 0 1 0 0,0 0-1 0 0,0 0 0 0 0,-1 0 0 0 0,0 0 0 0 0,1 1 0 0 0,-1-1 1 0 0,0 1-1 0 0,0-1 0 0 0,0 1 0 0 0,-1 0 0 0 0,1 0 0 0 0,0 1 0 0 0,-1-1 1 0 0,1 1-1 0 0,-1 0 0 0 0,0 0 0 0 0,1 0 0 0 0,-1 0 0 0 0,0 0 1 0 0,-6 1-1 0 0,3-1 74 0 0,1 1 0 0 0,-1 1 0 0 0,0 0 0 0 0,0 0-1 0 0,1 0 1 0 0,-1 0 0 0 0,1 1 0 0 0,-1 0 0 0 0,1 1 0 0 0,0-1 0 0 0,0 1 0 0 0,0 1 0 0 0,0-1 0 0 0,0 1 0 0 0,1 0 0 0 0,-1 0 0 0 0,1 0 0 0 0,-6 7 0 0 0,7-6-13 0 0,0 0 1 0 0,1-1-1 0 0,-1 1 1 0 0,1 1-1 0 0,0-1 1 0 0,0 0 0 0 0,0 1-1 0 0,1-1 1 0 0,0 1-1 0 0,0 0 1 0 0,1 0-1 0 0,-1 0 1 0 0,1 0-1 0 0,0 0 1 0 0,1 0 0 0 0,0 0-1 0 0,0 0 1 0 0,0 0-1 0 0,0 0 1 0 0,1 0-1 0 0,0 0 1 0 0,1 0-1 0 0,-1 0 1 0 0,1 0 0 0 0,0-1-1 0 0,0 1 1 0 0,1-1-1 0 0,0 1 1 0 0,6 8-1 0 0,0-1 65 0 0,1 0 0 0 0,1-1-1 0 0,0 0 1 0 0,1-1 0 0 0,0 0 0 0 0,0-1-1 0 0,1-1 1 0 0,1 0 0 0 0,-1 0-1 0 0,19 7 1 0 0,-17-9-64 0 0,0-1 0 0 0,1 0 1 0 0,0-2-1 0 0,1 1 0 0 0,-1-2 0 0 0,1 0 0 0 0,-1-1 0 0 0,27 0 0 0 0,-17-3-275 0 0,1-2 0 0 0,-2 0 0 0 0,1-2 0 0 0,46-14 0 0 0,-33 6-215 0 0,3 1-6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03.143"/>
    </inkml:context>
    <inkml:brush xml:id="br0">
      <inkml:brushProperty name="width" value="0.1" units="cm"/>
      <inkml:brushProperty name="height" value="0.1" units="cm"/>
    </inkml:brush>
  </inkml:definitions>
  <inkml:trace contextRef="#ctx0" brushRef="#br0">231 117 5065 0 0,'2'-7'963'0'0,"0"-1"0"0"0,-1 1-1 0 0,0-1 1 0 0,-1 0 0 0 0,1 1 0 0 0,-2-1 0 0 0,1 0-1 0 0,-3-12 1 0 0,3 19-811 0 0,-1-1-1 0 0,1 0 1 0 0,-1 0-1 0 0,1 0 1 0 0,-1 1-1 0 0,0-1 1 0 0,0 0-1 0 0,0 0 0 0 0,0 1 1 0 0,0-1-1 0 0,0 1 1 0 0,-1-1-1 0 0,1 1 1 0 0,0 0-1 0 0,-1-1 1 0 0,1 1-1 0 0,-1 0 1 0 0,0 0-1 0 0,1 0 1 0 0,-1 0-1 0 0,0 0 1 0 0,1 1-1 0 0,-1-1 1 0 0,0 0-1 0 0,0 1 1 0 0,0-1-1 0 0,0 1 1 0 0,0 0-1 0 0,1-1 1 0 0,-1 1-1 0 0,0 0 1 0 0,0 0-1 0 0,0 0 1 0 0,0 1-1 0 0,0-1 1 0 0,0 0-1 0 0,0 1 1 0 0,0-1-1 0 0,-2 2 1 0 0,-4 1-45 0 0,0 0-1 0 0,1 0 1 0 0,-1 1 0 0 0,1 0 0 0 0,0 0 0 0 0,0 1 0 0 0,0-1 0 0 0,1 2 0 0 0,0-1 0 0 0,0 1 0 0 0,0 0 0 0 0,0 0 0 0 0,1 0 0 0 0,0 1 0 0 0,1 0 0 0 0,-1 0 0 0 0,1 0 0 0 0,-5 14 0 0 0,-1 4-42 0 0,0 1 0 0 0,2 1 1 0 0,1-1-1 0 0,-4 37 1 0 0,9-50-79 0 0,0 0 0 0 0,1 1 0 0 0,1-1 0 0 0,0 1 0 0 0,1 0 0 0 0,0-1 0 0 0,2 0 0 0 0,-1 1 0 0 0,1-1 0 0 0,6 13 0 0 0,-3-11-161 0 0,1-1 0 0 0,0 0 0 0 0,1 0 1 0 0,1-1-1 0 0,0 0 0 0 0,1-1 0 0 0,0 0 0 0 0,16 14 1 0 0,-13-12 92 0 0,1-2 0 0 0,0 0 0 0 0,0 0 0 0 0,2-1 0 0 0,25 14 1 0 0,-36-23 112 0 0,0 0 0 0 0,0 0 0 0 0,0 0 0 0 0,1-1 0 0 0,-1 0 0 0 0,0 0-1 0 0,1 0 1 0 0,-1 0 0 0 0,1-1 0 0 0,-1 0 0 0 0,1 0 0 0 0,-1-1 0 0 0,0 0 0 0 0,1 0 0 0 0,-1 0 0 0 0,0 0 0 0 0,1-1 0 0 0,-1 0 0 0 0,0 0 0 0 0,0 0 0 0 0,0 0 0 0 0,-1-1 0 0 0,8-5 0 0 0,-4 2 48 0 0,-1 1-1 0 0,0-1 1 0 0,-1 0-1 0 0,1-1 1 0 0,-1 0-1 0 0,-1 0 1 0 0,1 0-1 0 0,-1 0 0 0 0,0-1 1 0 0,-1 0-1 0 0,0 0 1 0 0,0 0-1 0 0,5-17 1 0 0,-6 11 7 0 0,0 1 1 0 0,-2 0 0 0 0,1-1-1 0 0,-2 0 1 0 0,1 1 0 0 0,-2-1-1 0 0,0 1 1 0 0,-4-21 0 0 0,-4-3-27 0 0,-2 1 0 0 0,-2 0 0 0 0,-1 1 0 0 0,-1 1 0 0 0,-36-59 0 0 0,50 91-131 0 0,-11-18-905 0 0,-24-30 0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05"/>
    </inkml:context>
    <inkml:brush xml:id="br0">
      <inkml:brushProperty name="width" value="0.1" units="cm"/>
      <inkml:brushProperty name="height" value="0.1" units="cm"/>
    </inkml:brush>
  </inkml:definitions>
  <inkml:trace contextRef="#ctx0" brushRef="#br0">789 1 1840 0 0,'-376'91'7720'0'0,"300"-74"-6039"0"0,69-16-1504 0 0,-155 39 3196 0 0,133-31-2690 0 0,0 1-1 0 0,1 1 1 0 0,-39 22-1 0 0,66-33-676 0 0,0 1 1 0 0,1-1-1 0 0,-1 0 0 0 0,0 1 1 0 0,0-1-1 0 0,1 0 0 0 0,-1 1 1 0 0,0-1-1 0 0,1 1 0 0 0,-1-1 1 0 0,0 1-1 0 0,1-1 0 0 0,-1 1 1 0 0,1 0-1 0 0,-1-1 0 0 0,1 1 1 0 0,-1-1-1 0 0,1 1 0 0 0,0 0 1 0 0,-1 0-1 0 0,1-1 0 0 0,0 1 0 0 0,-1 0 1 0 0,1 0-1 0 0,0-1 0 0 0,0 2 1 0 0,0-1 6 0 0,1-1 0 0 0,0 1 0 0 0,-1 0 1 0 0,1-1-1 0 0,0 1 0 0 0,-1-1 0 0 0,1 1 0 0 0,0-1 1 0 0,0 1-1 0 0,0-1 0 0 0,-1 0 0 0 0,1 1 0 0 0,0-1 1 0 0,0 0-1 0 0,0 0 0 0 0,0 1 0 0 0,0-1 0 0 0,1 0 1 0 0,47 1 311 0 0,331-41-325 0 0,-329 35 0 0 0,129-19 35 0 0,33-3 31 0 0,54 1 422 0 0,-85 7 103 0 0,35 8-52 0 0,16-1 94 0 0,327-4-110 0 0,-412 17-469 0 0,7 0-54 0 0,201-3 0 0 0,193 5-54 0 0,-500-2 48 0 0,416 3-7 0 0,-382-5 14 0 0,474 19-370 0 0,-254 19-57 0 0,-42-2 500 0 0,353-9 1037 0 0,-179-7-884 0 0,-245-8-154 0 0,-86-6-27 0 0,291 12-38 0 0,-221-13-10 0 0,208 0-50 0 0,-105 8 41 0 0,-28-1 12 0 0,155 1 100 0 0,-69-1-77 0 0,-235-9-12 0 0,517 26-24 0 0,-98 5 303 0 0,48-43-539 0 0,-375 5 377 0 0,385-32 486 0 0,-188 3-1208 0 0,-218 24 783 0 0,13-11 44 0 0,74-3-85 0 0,-83 30 21 0 0,24 0-1790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37.759"/>
    </inkml:context>
    <inkml:brush xml:id="br0">
      <inkml:brushProperty name="width" value="0.1" units="cm"/>
      <inkml:brushProperty name="height" value="0.1" units="cm"/>
    </inkml:brush>
  </inkml:definitions>
  <inkml:trace contextRef="#ctx0" brushRef="#br0">22 0 456 0 0,'-15'1'18482'0'0,"8"25"-17024"0"0,10 13-913 0 0,1 0 0 0 0,16 68 0 0 0,-4-30-314 0 0,7 82 40 0 0,7 35-395 0 0,-18-158-1750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38.568"/>
    </inkml:context>
    <inkml:brush xml:id="br0">
      <inkml:brushProperty name="width" value="0.1" units="cm"/>
      <inkml:brushProperty name="height" value="0.1" units="cm"/>
    </inkml:brush>
  </inkml:definitions>
  <inkml:trace contextRef="#ctx0" brushRef="#br0">61 111 5337 0 0,'9'-36'684'0'0,"1"-10"869"0"0,-9 17 9378 0 0,-13 46-9593 0 0,3 3-944 0 0,0-1 0 0 0,2 1-1 0 0,0 1 1 0 0,-5 32 0 0 0,-8 87-676 0 0,18-117 182 0 0,0 0-1 0 0,2 0 1 0 0,0 0 0 0 0,2 1-1 0 0,0-1 1 0 0,7 26-1 0 0,-6-41 49 0 0,-1-1-1 0 0,1 1 0 0 0,0-1 0 0 0,0 1 0 0 0,1-1 0 0 0,0 0 0 0 0,0-1 0 0 0,1 1 0 0 0,7 8 0 0 0,-8-11-15 0 0,1-1 0 0 0,-1 1-1 0 0,1 0 1 0 0,-1-1 0 0 0,1 0 0 0 0,0 0 0 0 0,1-1-1 0 0,-1 1 1 0 0,0-1 0 0 0,1 0 0 0 0,-1-1-1 0 0,1 1 1 0 0,-1-1 0 0 0,9 1 0 0 0,-8-2-40 0 0,1-1 0 0 0,-1 1 0 0 0,0-1 0 0 0,0 0 0 0 0,0 0 0 0 0,0-1 0 0 0,0 0 0 0 0,0 0 0 0 0,-1 0 0 0 0,1-1 0 0 0,-1 0 0 0 0,1 0 0 0 0,-1 0-1 0 0,0-1 1 0 0,0 0 0 0 0,-1 0 0 0 0,1 0 0 0 0,-1 0 0 0 0,0-1 0 0 0,0 0 0 0 0,4-6 0 0 0,-2 4 89 0 0,-1 0-1 0 0,0-1 0 0 0,0 0 1 0 0,-1 0-1 0 0,0 0 1 0 0,0-1-1 0 0,-1 0 0 0 0,-1 1 1 0 0,1-1-1 0 0,-1 0 0 0 0,0 0 1 0 0,-1 0-1 0 0,0-15 1 0 0,-1 22-26 0 0,0-1 1 0 0,-1 1 0 0 0,1 0 0 0 0,0 0-1 0 0,-1 0 1 0 0,0 0 0 0 0,0 0 0 0 0,1 0-1 0 0,-1 0 1 0 0,0 0 0 0 0,0 1 0 0 0,-1-1-1 0 0,1 0 1 0 0,0 0 0 0 0,-1 1 0 0 0,1-1-1 0 0,-1 1 1 0 0,1-1 0 0 0,-1 1 0 0 0,0 0-1 0 0,1 0 1 0 0,-1-1 0 0 0,0 1 0 0 0,0 0-1 0 0,0 1 1 0 0,0-1 0 0 0,0 0 0 0 0,0 0-1 0 0,0 1 1 0 0,0 0 0 0 0,-3-1 0 0 0,-24-11-637 0 0,29 12 680 0 0,-1 0-1 0 0,1 0 1 0 0,0 0 0 0 0,0 0 0 0 0,0 0-1 0 0,-1 0 1 0 0,1-1 0 0 0,0 1-1 0 0,0 0 1 0 0,0 0 0 0 0,0 0-1 0 0,-1 0 1 0 0,1-1 0 0 0,0 1-1 0 0,0 0 1 0 0,0 0 0 0 0,0 0-1 0 0,0-1 1 0 0,0 1 0 0 0,-1 0 0 0 0,1 0-1 0 0,0 0 1 0 0,0-1 0 0 0,0 1-1 0 0,0 0 1 0 0,0 0 0 0 0,0-1-1 0 0,0 1 1 0 0,0 0 0 0 0,0 0-1 0 0,0 0 1 0 0,0-1 0 0 0,0 1 0 0 0,0 0-1 0 0,0 0 1 0 0,0-1 0 0 0,1 1-1 0 0,8-8-36 0 0,20-4 1 0 0,-23 10 38 0 0,19-8 325 0 0,0 1 1 0 0,1 1-1 0 0,0 2 0 0 0,0 0 1 0 0,1 2-1 0 0,0 1 0 0 0,0 1 1 0 0,-1 1-1 0 0,51 5 0 0 0,-73-3-222 0 0,0-1-1 0 0,0 1 0 0 0,0 0 1 0 0,-1 0-1 0 0,1 1 0 0 0,0-1 0 0 0,-1 1 1 0 0,1-1-1 0 0,-1 1 0 0 0,1 1 0 0 0,-1-1 1 0 0,0 0-1 0 0,0 1 0 0 0,0-1 1 0 0,0 1-1 0 0,-1 0 0 0 0,1 0 0 0 0,-1 0 1 0 0,1 0-1 0 0,-1 1 0 0 0,0-1 1 0 0,0 1-1 0 0,-1-1 0 0 0,1 1 0 0 0,-1-1 1 0 0,1 1-1 0 0,-1 0 0 0 0,-1 0 0 0 0,1 0 1 0 0,0 0-1 0 0,-1 4 0 0 0,1 14 3 0 0,-1 1-1 0 0,-1-1 1 0 0,-1 0-1 0 0,-7 33 1 0 0,2-11-60 0 0,2 8-475 0 0,-3 23-4844 0 0,6-66 3713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0.088"/>
    </inkml:context>
    <inkml:brush xml:id="br0">
      <inkml:brushProperty name="width" value="0.1" units="cm"/>
      <inkml:brushProperty name="height" value="0.1" units="cm"/>
    </inkml:brush>
  </inkml:definitions>
  <inkml:trace contextRef="#ctx0" brushRef="#br0">4 16 5985 0 0,'-4'-15'9818'0'0,"16"41"-8969"0"0,-2 2 0 0 0,0-1-1 0 0,-2 1 1 0 0,-2 1 0 0 0,0 0-1 0 0,1 33 1 0 0,2 184-282 0 0,-9-237-523 0 0,-7 111 45 0 0,3-61-1798 0 0,2 0-4471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0.374"/>
    </inkml:context>
    <inkml:brush xml:id="br0">
      <inkml:brushProperty name="width" value="0.1" units="cm"/>
      <inkml:brushProperty name="height" value="0.1" units="cm"/>
    </inkml:brush>
  </inkml:definitions>
  <inkml:trace contextRef="#ctx0" brushRef="#br0">2 64 3889 0 0,'-1'-1'49'0'0,"1"0"1"0"0,0 1 0 0 0,0-1-1 0 0,0 0 1 0 0,0 0 0 0 0,-1 0-1 0 0,1 0 1 0 0,0 1 0 0 0,0-1-1 0 0,1 0 1 0 0,-1 0-1 0 0,0 0 1 0 0,0 1 0 0 0,0-1-1 0 0,0 0 1 0 0,1 0 0 0 0,-1 0-1 0 0,0 1 1 0 0,1-1 0 0 0,-1 0-1 0 0,0 1 1 0 0,1-1 0 0 0,-1 0-1 0 0,1 1 1 0 0,0-1-1 0 0,-1 0 1 0 0,1 1 0 0 0,0-2-1 0 0,18-16 2466 0 0,-16 15-2077 0 0,1 1 0 0 0,0-1 0 0 0,0 1 0 0 0,1 0 1 0 0,-1 0-1 0 0,1 0 0 0 0,-1 1 0 0 0,1-1 0 0 0,-1 1 0 0 0,1 0 0 0 0,0 0 0 0 0,-1 1 0 0 0,1-1 0 0 0,6 1 1 0 0,-3 1-155 0 0,-1 0 1 0 0,0 0-1 0 0,0 0 1 0 0,0 1-1 0 0,0 0 1 0 0,0 1 0 0 0,-1-1-1 0 0,1 1 1 0 0,7 5-1 0 0,-8-4-246 0 0,0-1 0 0 0,0 2 0 0 0,0-1-1 0 0,0 1 1 0 0,0 0 0 0 0,-1 0-1 0 0,0 0 1 0 0,0 1 0 0 0,-1 0-1 0 0,1 0 1 0 0,-1 0 0 0 0,-1 0 0 0 0,1 1-1 0 0,-1 0 1 0 0,0-1 0 0 0,0 1-1 0 0,-1 0 1 0 0,0 0 0 0 0,2 12 0 0 0,-5-13-1 0 0,1 0 0 0 0,-1-1 1 0 0,0 1-1 0 0,0 0 1 0 0,-1-1-1 0 0,0 1 1 0 0,0-1-1 0 0,0 1 1 0 0,0-1-1 0 0,-1 0 0 0 0,0 0 1 0 0,0 0-1 0 0,0 0 1 0 0,-1-1-1 0 0,0 1 1 0 0,0-1-1 0 0,-5 5 1 0 0,3-3-319 0 0,-1 0 1 0 0,0-1 0 0 0,0 1 0 0 0,0-2-1 0 0,0 1 1 0 0,-1-1 0 0 0,0 0 0 0 0,0 0-1 0 0,0-1 1 0 0,-16 4 0 0 0,9-7-1984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0.705"/>
    </inkml:context>
    <inkml:brush xml:id="br0">
      <inkml:brushProperty name="width" value="0.1" units="cm"/>
      <inkml:brushProperty name="height" value="0.1" units="cm"/>
    </inkml:brush>
  </inkml:definitions>
  <inkml:trace contextRef="#ctx0" brushRef="#br0">43 0 4145 0 0,'-3'2'470'0'0,"0"0"0"0"0,0-1 0 0 0,0 1 0 0 0,1 0 0 0 0,-1 1 0 0 0,1-1 0 0 0,0 0 0 0 0,-1 1 0 0 0,1-1 0 0 0,0 1 1 0 0,0 0-1 0 0,1-1 0 0 0,-1 1 0 0 0,0 0 0 0 0,1 0 0 0 0,0 0 0 0 0,0 0 0 0 0,0 1 0 0 0,0-1 0 0 0,0 0 0 0 0,1 0 0 0 0,-1 1 0 0 0,1-1 0 0 0,0 0 0 0 0,0 1 0 0 0,0-1 0 0 0,1 4 1 0 0,2 10 334 0 0,0 0 1 0 0,1 0 0 0 0,1 0 0 0 0,7 17 0 0 0,-1-2-665 0 0,0 7-301 0 0,-1 0 0 0 0,-3 1-1 0 0,-1 0 1 0 0,2 72 0 0 0,-8-111-5 0 0,0 1-1 0 0,0 0 0 0 0,0-1 0 0 0,0 1 0 0 0,0 0 0 0 0,0-1 0 0 0,-1 1 0 0 0,1-1 0 0 0,0 1 0 0 0,-1 0 1 0 0,1-1-1 0 0,-1 1 0 0 0,0-1 0 0 0,0 1 0 0 0,1-1 0 0 0,-1 0 0 0 0,0 1 0 0 0,0-1 0 0 0,-1 2 0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0.985"/>
    </inkml:context>
    <inkml:brush xml:id="br0">
      <inkml:brushProperty name="width" value="0.1" units="cm"/>
      <inkml:brushProperty name="height" value="0.1" units="cm"/>
    </inkml:brush>
  </inkml:definitions>
  <inkml:trace contextRef="#ctx0" brushRef="#br0">0 167 1152 0 0,'3'-11'567'0'0,"1"0"0"0"0,-1 0 0 0 0,2 0 0 0 0,0 0 0 0 0,0 1 0 0 0,1 0 0 0 0,0 0 0 0 0,1 0 0 0 0,0 1 0 0 0,0 0 0 0 0,1 1 0 0 0,1-1 0 0 0,12-9 0 0 0,-17 15 65 0 0,-1 1 0 0 0,1 0 1 0 0,0 0-1 0 0,0 0 0 0 0,0 1 0 0 0,0-1 0 0 0,0 1 1 0 0,0 0-1 0 0,0 0 0 0 0,8 0 0 0 0,-8 1-358 0 0,-1 0 0 0 0,1 0-1 0 0,-1 0 1 0 0,1 1 0 0 0,-1-1-1 0 0,0 1 1 0 0,1 0 0 0 0,-1 0-1 0 0,0 0 1 0 0,1 1 0 0 0,4 2-1 0 0,-5-2-288 0 0,-1 0 1 0 0,0-1-1 0 0,1 1 0 0 0,-1 1 0 0 0,0-1 0 0 0,0 0 0 0 0,0 0 0 0 0,0 1 0 0 0,-1-1 0 0 0,1 1 1 0 0,-1 0-1 0 0,1-1 0 0 0,-1 1 0 0 0,0 0 0 0 0,0 0 0 0 0,0 0 0 0 0,0 0 0 0 0,-1 0 1 0 0,1 0-1 0 0,-1 0 0 0 0,0 0 0 0 0,0 0 0 0 0,0 0 0 0 0,0 0 0 0 0,0 0 0 0 0,-1 0 0 0 0,0 0 1 0 0,1 0-1 0 0,-1 0 0 0 0,0 0 0 0 0,-2 3 0 0 0,0 2-207 0 0,0-2 0 0 0,0 1-1 0 0,-1 0 1 0 0,0-1 0 0 0,0 1 0 0 0,0-1 0 0 0,-10 9-1 0 0,-11 3-5367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1.406"/>
    </inkml:context>
    <inkml:brush xml:id="br0">
      <inkml:brushProperty name="width" value="0.1" units="cm"/>
      <inkml:brushProperty name="height" value="0.1" units="cm"/>
    </inkml:brush>
  </inkml:definitions>
  <inkml:trace contextRef="#ctx0" brushRef="#br0">239 11 2761 0 0,'15'-10'5042'0'0,"-15"10"-4986"0"0,-4 0 396 0 0,1 0 1 0 0,0 0 0 0 0,-1 0 0 0 0,1 1-1 0 0,-1-1 1 0 0,1 1 0 0 0,0 0-1 0 0,-4 1 1 0 0,-14 8 145 0 0,2 0-1 0 0,-1 1 1 0 0,2 1-1 0 0,-28 22 1 0 0,34-24-268 0 0,1 0 0 0 0,1 0 1 0 0,0 1-1 0 0,0 0 1 0 0,1 1-1 0 0,1 0 0 0 0,-13 24 1 0 0,20-34-347 0 0,0-1 1 0 0,1 0-1 0 0,-1 1 1 0 0,1-1-1 0 0,0 0 1 0 0,-1 1-1 0 0,1-1 1 0 0,0 1-1 0 0,0-1 1 0 0,0 1-1 0 0,0-1 1 0 0,0 1-1 0 0,0-1 1 0 0,0 0-1 0 0,0 1 1 0 0,1-1-1 0 0,-1 1 1 0 0,0-1-1 0 0,1 0 0 0 0,-1 1 1 0 0,1-1-1 0 0,0 0 1 0 0,-1 1-1 0 0,1-1 1 0 0,0 0-1 0 0,0 0 1 0 0,0 0-1 0 0,0 0 1 0 0,0 0-1 0 0,0 0 1 0 0,0 0-1 0 0,0 0 1 0 0,0 0-1 0 0,1 0 1 0 0,-1 0-1 0 0,0-1 1 0 0,0 1-1 0 0,1 0 1 0 0,-1-1-1 0 0,1 0 1 0 0,-1 1-1 0 0,0-1 1 0 0,3 1-1 0 0,9 2-221 0 0,-1 0-1 0 0,1-1 1 0 0,25 1-1 0 0,-24-2 152 0 0,-1-1-3 0 0,27 4-90 0 0,-38-4 182 0 0,0 1-1 0 0,0-1 1 0 0,0 0-1 0 0,-1 1 1 0 0,1 0 0 0 0,0-1-1 0 0,0 1 1 0 0,0 0-1 0 0,-1 0 1 0 0,1 0-1 0 0,0 0 1 0 0,-1 0-1 0 0,1 0 1 0 0,-1 1-1 0 0,2 1 1 0 0,-3-3 20 0 0,1 1 0 0 0,-1 0 0 0 0,0 0 0 0 0,0 0 0 0 0,0 0 0 0 0,0-1 0 0 0,0 1 0 0 0,0 0 0 0 0,0 0 0 0 0,0 0 0 0 0,0 0 0 0 0,0-1 0 0 0,-1 1 0 0 0,1 0 0 0 0,0 0 0 0 0,0 0 0 0 0,-1-1 0 0 0,1 1 0 0 0,-1 0 0 0 0,1 0 0 0 0,-1-1 0 0 0,1 1 0 0 0,-1 0 0 0 0,1-1 0 0 0,-1 1 0 0 0,1-1 0 0 0,-1 1 0 0 0,0-1 0 0 0,0 1 0 0 0,-22 17 534 0 0,21-16-485 0 0,-27 15-89 0 0,-52 24 1 0 0,69-35-717 0 0,-10 4-5108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3.549"/>
    </inkml:context>
    <inkml:brush xml:id="br0">
      <inkml:brushProperty name="width" value="0.1" units="cm"/>
      <inkml:brushProperty name="height" value="0.1" units="cm"/>
    </inkml:brush>
  </inkml:definitions>
  <inkml:trace contextRef="#ctx0" brushRef="#br0">49 213 4961 0 0,'-2'-1'0'0'0,"0"1"0"0"0,0 0 0 0 0,0 0 0 0 0,0-1 0 0 0,0 1 0 0 0,0-1 0 0 0,0 0 0 0 0,0 0 0 0 0,0 0 0 0 0,0 0 0 0 0,0 0 0 0 0,0 0 0 0 0,1 0 0 0 0,-1 0 0 0 0,1-1 0 0 0,-1 1 0 0 0,1 0 0 0 0,-1-1 0 0 0,1 0 0 0 0,0 1 0 0 0,-1-1 0 0 0,1 0 0 0 0,0 0 0 0 0,0 1 0 0 0,0-1 0 0 0,1 0 0 0 0,-1 0 0 0 0,0 0 0 0 0,1 0 0 0 0,-1 0 0 0 0,1 0 0 0 0,0-4 0 0 0,-2-2 0 0 0,2 1 0 0 0,-1-1 0 0 0,1 0 0 0 0,1 0 0 0 0,-1 0 0 0 0,1 0 0 0 0,2-8 0 0 0,8-18-13 0 0,12-27 13958 0 0,-22 67-13458 0 0,15 56 804 0 0,-11-35-1164 0 0,2-1 0 0 0,1 1 0 0 0,0-1 0 0 0,2 0 0 0 0,1-1-1 0 0,16 26 1 0 0,-26-49-135 0 0,1 0 1 0 0,-1 0-1 0 0,1 1 0 0 0,0-1 0 0 0,-1-1 0 0 0,1 1 0 0 0,0 0 0 0 0,0 0 1 0 0,0-1-1 0 0,0 1 0 0 0,0-1 0 0 0,1 1 0 0 0,-1-1 0 0 0,0 0 1 0 0,1 0-1 0 0,-1 0 0 0 0,1 0 0 0 0,-1-1 0 0 0,1 1 0 0 0,-1-1 0 0 0,4 1 1 0 0,-3-1-51 0 0,-1-1 0 0 0,0 1 0 0 0,1-1 0 0 0,-1 0 0 0 0,0 0 0 0 0,1 0 0 0 0,-1 0 0 0 0,0 0 0 0 0,0 0 1 0 0,0-1-1 0 0,0 1 0 0 0,0-1 0 0 0,0 1 0 0 0,0-1 0 0 0,0 0 0 0 0,-1 0 0 0 0,1 0 0 0 0,-1 0 1 0 0,1 0-1 0 0,-1 0 0 0 0,0 0 0 0 0,2-3 0 0 0,13-27-533 0 0,-2 0 1 0 0,12-35-1 0 0,-21 52 559 0 0,-1 1 0 0 0,-1-1 1 0 0,0 0-1 0 0,-1 0 0 0 0,-1 0 0 0 0,0 0 0 0 0,-2-22 0 0 0,7 51 720 0 0,1-1 1 0 0,0 0-1 0 0,1 0 1 0 0,0-1-1 0 0,13 15 1 0 0,25 40-322 0 0,-12 0-26 0 0,-23-43-1749 0 0,21 34 0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3.869"/>
    </inkml:context>
    <inkml:brush xml:id="br0">
      <inkml:brushProperty name="width" value="0.1" units="cm"/>
      <inkml:brushProperty name="height" value="0.1" units="cm"/>
    </inkml:brush>
  </inkml:definitions>
  <inkml:trace contextRef="#ctx0" brushRef="#br0">14 7 1840 0 0,'8'-7'13256'0'0,"-8"26"-10649"0"0,-9 34-2681 0 0,6-44 366 0 0,0 0 1 0 0,1 0-1 0 0,0 1 1 0 0,1-1-1 0 0,0 1 0 0 0,0 17 1 0 0,2-24-289 0 0,0 0 0 0 0,-1 0 0 0 0,1 0 1 0 0,0 0-1 0 0,1 0 0 0 0,-1 0 0 0 0,0 0 0 0 0,1 0 0 0 0,0-1 1 0 0,0 1-1 0 0,-1 0 0 0 0,1-1 0 0 0,1 0 0 0 0,-1 1 0 0 0,0-1 1 0 0,1 0-1 0 0,-1 0 0 0 0,1-1 0 0 0,-1 1 0 0 0,1 0 1 0 0,0-1-1 0 0,0 1 0 0 0,0-1 0 0 0,5 1 0 0 0,-5 0-276 0 0,1-1 0 0 0,-1 0-1 0 0,1 1 1 0 0,-1 0 0 0 0,1-1-1 0 0,-1 1 1 0 0,0 1 0 0 0,0-1-1 0 0,5 5 1 0 0,-7-6 110 0 0,-1 1-1 0 0,1-1 1 0 0,-1 0 0 0 0,1 0-1 0 0,-1 1 1 0 0,1-1-1 0 0,-1 0 1 0 0,0 1 0 0 0,0-1-1 0 0,0 0 1 0 0,0 1 0 0 0,0-1-1 0 0,0 1 1 0 0,0-1 0 0 0,0 0-1 0 0,-1 1 1 0 0,1-1 0 0 0,0 0-1 0 0,-1 0 1 0 0,1 1-1 0 0,-1-1 1 0 0,0 0 0 0 0,1 0-1 0 0,-1 1 1 0 0,0-1 0 0 0,0 0-1 0 0,0 0 1 0 0,1 0 0 0 0,-1 0-1 0 0,-2 1 1 0 0,-37 37-3670 0 0,23-26 681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4.106"/>
    </inkml:context>
    <inkml:brush xml:id="br0">
      <inkml:brushProperty name="width" value="0.1" units="cm"/>
      <inkml:brushProperty name="height" value="0.1" units="cm"/>
    </inkml:brush>
  </inkml:definitions>
  <inkml:trace contextRef="#ctx0" brushRef="#br0">32 1 3225 0 0,'-15'77'12292'0'0,"10"-57"-11550"0"0,1-1-1 0 0,1 1 0 0 0,1-1 0 0 0,0 1 0 0 0,1 0 1 0 0,3 20-1 0 0,5-17-871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4.295"/>
    </inkml:context>
    <inkml:brush xml:id="br0">
      <inkml:brushProperty name="width" value="0.1" units="cm"/>
      <inkml:brushProperty name="height" value="0.1" units="cm"/>
    </inkml:brush>
  </inkml:definitions>
  <inkml:trace contextRef="#ctx0" brushRef="#br0">1 50 5985 0 0,'0'-2'257'0'0,"0"0"1"0"0,1-1-1 0 0,-1 1 0 0 0,1 0 0 0 0,0 0 0 0 0,0 0 1 0 0,-1-1-1 0 0,1 1 0 0 0,1 0 0 0 0,-1 0 0 0 0,0 0 1 0 0,0 0-1 0 0,1 1 0 0 0,-1-1 0 0 0,1 0 0 0 0,-1 0 1 0 0,1 1-1 0 0,0-1 0 0 0,0 1 0 0 0,0 0 0 0 0,0-1 1 0 0,0 1-1 0 0,0 0 0 0 0,0 0 0 0 0,0 0 0 0 0,0 1 0 0 0,1-1 1 0 0,-1 0-1 0 0,0 1 0 0 0,0-1 0 0 0,1 1 0 0 0,-1 0 1 0 0,3 0-1 0 0,-2 0-496 0 0,0 1 0 0 0,0-1 1 0 0,0 1-1 0 0,0 0 0 0 0,0 0 1 0 0,0 0-1 0 0,0 0 0 0 0,-1 1 0 0 0,1-1 1 0 0,0 1-1 0 0,-1-1 0 0 0,1 1 0 0 0,-1 0 1 0 0,0 0-1 0 0,0 0 0 0 0,1 0 1 0 0,1 4-1 0 0,7 7-1224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4.723"/>
    </inkml:context>
    <inkml:brush xml:id="br0">
      <inkml:brushProperty name="width" value="0.1" units="cm"/>
      <inkml:brushProperty name="height" value="0.1" units="cm"/>
    </inkml:brush>
  </inkml:definitions>
  <inkml:trace contextRef="#ctx0" brushRef="#br0">1 44 4145 0 0,'2'0'746'0'0,"1"0"-1"0"0,-1 1 1 0 0,1-1 0 0 0,-1 1-1 0 0,1 0 1 0 0,-1-1 0 0 0,1 1 0 0 0,-1 0-1 0 0,0 1 1 0 0,4 1 0 0 0,25 23 3530 0 0,-24-19-3722 0 0,-1 1 0 0 0,1 0 0 0 0,-1 1 0 0 0,-1-1 0 0 0,7 15 0 0 0,6 43-106 0 0,-15-70-906 0 0,0 0 0 0 0,0 0-1 0 0,-1-1 1 0 0,1 1-1 0 0,-1-1 1 0 0,3-8 0 0 0,2-7 266 0 0,2 1 0 0 0,0 0 1 0 0,23-33-1 0 0,-30 48 361 0 0,1-1 1 0 0,1 1-1 0 0,-1 0 1 0 0,0 0-1 0 0,1 0 0 0 0,0 1 1 0 0,0-1-1 0 0,0 1 1 0 0,0 0-1 0 0,1 0 1 0 0,-1 0-1 0 0,1 1 0 0 0,0-1 1 0 0,-1 1-1 0 0,1 0 1 0 0,0 1-1 0 0,0-1 1 0 0,1 1-1 0 0,-1 0 1 0 0,11-1-1 0 0,-13 3-109 0 0,0-1-1 0 0,0 1 1 0 0,0 0-1 0 0,0 0 1 0 0,0 1 0 0 0,0-1-1 0 0,0 1 1 0 0,0-1-1 0 0,-1 1 1 0 0,1 0 0 0 0,0 0-1 0 0,-1 0 1 0 0,0 0-1 0 0,1 0 1 0 0,-1 1 0 0 0,0-1-1 0 0,0 1 1 0 0,0-1-1 0 0,0 1 1 0 0,-1 0-1 0 0,1 0 1 0 0,-1 0 0 0 0,0 0-1 0 0,0 0 1 0 0,1 5-1 0 0,3 7-238 0 0,-1 1-1 0 0,-1 0 0 0 0,3 26 1 0 0,-3 64-4098 0 0,-3-88 2739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5.105"/>
    </inkml:context>
    <inkml:brush xml:id="br0">
      <inkml:brushProperty name="width" value="0.1" units="cm"/>
      <inkml:brushProperty name="height" value="0.1" units="cm"/>
    </inkml:brush>
  </inkml:definitions>
  <inkml:trace contextRef="#ctx0" brushRef="#br0">93 108 2849 0 0,'7'0'213'0'0,"-1"0"1"0"0,1-1-1 0 0,-1 0 1 0 0,13-3-1 0 0,-15 3 340 0 0,1-1 0 0 0,-1 0-1 0 0,0 0 1 0 0,0 0 0 0 0,1-1-1 0 0,-2 1 1 0 0,1-1 0 0 0,0 0-1 0 0,0 0 1 0 0,-1 0 0 0 0,0-1-1 0 0,0 1 1 0 0,0-1 0 0 0,0 0 0 0 0,0 0-1 0 0,-1 0 1 0 0,1 0 0 0 0,-1 0-1 0 0,2-5 1 0 0,-3 6-145 0 0,7-16 510 0 0,-8 19-866 0 0,0-1 1 0 0,1 1-1 0 0,-1 0 0 0 0,0 0 1 0 0,0-1-1 0 0,0 1 0 0 0,1 0 1 0 0,-1-1-1 0 0,0 1 1 0 0,0 0-1 0 0,0-1 0 0 0,0 1 1 0 0,0-1-1 0 0,0 1 0 0 0,0 0 1 0 0,0-1-1 0 0,0 1 0 0 0,0 0 1 0 0,0-1-1 0 0,0 1 0 0 0,0 0 1 0 0,0-1-1 0 0,0 1 1 0 0,0-1-1 0 0,0 1 0 0 0,0 0 1 0 0,-1-1-1 0 0,1 1 0 0 0,0 0 1 0 0,0-1-1 0 0,0 1 0 0 0,0 0 1 0 0,-1 0-1 0 0,1-1 0 0 0,0 1 1 0 0,-1 0-1 0 0,1-1 1 0 0,0 1-1 0 0,0 0 0 0 0,-1 0 1 0 0,-1 1 182 0 0,1 1 0 0 0,0 0 1 0 0,-1-1-1 0 0,1 1 0 0 0,0 0 1 0 0,0 0-1 0 0,0 0 0 0 0,0 0 1 0 0,0 0-1 0 0,1 0 0 0 0,-1 0 1 0 0,1 0-1 0 0,-1 1 0 0 0,1 2 1 0 0,-1-4-236 0 0,-4 27 208 0 0,1-1 0 0 0,2 1 0 0 0,0 46 0 0 0,3-45-199 0 0,-2 0 0 0 0,-8 45 0 0 0,7-64-37 0 0,0 0 0 0 0,-1-1 0 0 0,-1 1-1 0 0,1 0 1 0 0,-2-1 0 0 0,1 0-1 0 0,-1 0 1 0 0,-1 0 0 0 0,1-1-1 0 0,-2 0 1 0 0,-7 9 0 0 0,7-10-126 0 0,-41 38-305 0 0,46-43 317 0 0,-1 0-1 0 0,1 0 0 0 0,-1-1 1 0 0,0 1-1 0 0,0-1 0 0 0,0 1 1 0 0,0-1-1 0 0,0 0 0 0 0,0 0 0 0 0,0 0 1 0 0,0-1-1 0 0,0 1 0 0 0,0-1 1 0 0,0 1-1 0 0,-1-1 0 0 0,1 0 1 0 0,-4-1-1 0 0,1-1-1817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5.645"/>
    </inkml:context>
    <inkml:brush xml:id="br0">
      <inkml:brushProperty name="width" value="0.1" units="cm"/>
      <inkml:brushProperty name="height" value="0.1" units="cm"/>
    </inkml:brush>
  </inkml:definitions>
  <inkml:trace contextRef="#ctx0" brushRef="#br0">12 1 11058 0 0,'-1'0'231'0'0,"1"0"0"0"0,-1 1-1 0 0,0-1 1 0 0,1 0 0 0 0,-1 1 0 0 0,-2 2 1153 0 0,2-3-1154 0 0,1 1 1 0 0,0-1 0 0 0,-1 1 0 0 0,1-1-1 0 0,0 1 1 0 0,-1 0 0 0 0,1-1-1 0 0,0 1 1 0 0,0 0 0 0 0,-1-1-1 0 0,1 1 1 0 0,0 0 0 0 0,0-1 0 0 0,0 1-1 0 0,0 0 1 0 0,0 0 0 0 0,0-1-1 0 0,0 2 1 0 0,0 25 1148 0 0,0-24-764 0 0,4 43 919 0 0,13 58-1 0 0,3 30-736 0 0,-19 24-454 0 0,-3-105-930 0 0,8 90 0 0 0,1-118-887 0 0,-4-17 235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5.883"/>
    </inkml:context>
    <inkml:brush xml:id="br0">
      <inkml:brushProperty name="width" value="0.1" units="cm"/>
      <inkml:brushProperty name="height" value="0.1" units="cm"/>
    </inkml:brush>
  </inkml:definitions>
  <inkml:trace contextRef="#ctx0" brushRef="#br0">7 266 4145 0 0,'-1'-3'183'0'0,"0"0"-1"0"0,0 1 1 0 0,0-1 0 0 0,0 0 0 0 0,1 1 0 0 0,-1-1-1 0 0,1 0 1 0 0,0 0 0 0 0,0 0 0 0 0,0 0-1 0 0,0 1 1 0 0,0-1 0 0 0,1-4 0 0 0,1 1 685 0 0,0 1-1 0 0,1-1 1 0 0,-1 0 0 0 0,1 1 0 0 0,5-8 0 0 0,4-4 530 0 0,0 1 0 0 0,1 0 0 0 0,1 1 0 0 0,23-19 0 0 0,-17 17-1870 0 0,0 2-1 0 0,2 0 1 0 0,25-14 0 0 0,-32 22-1137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6.105"/>
    </inkml:context>
    <inkml:brush xml:id="br0">
      <inkml:brushProperty name="width" value="0.1" units="cm"/>
      <inkml:brushProperty name="height" value="0.1" units="cm"/>
    </inkml:brush>
  </inkml:definitions>
  <inkml:trace contextRef="#ctx0" brushRef="#br0">6 11 14283 0 0,'-6'9'1635'0'0,"14"-8"119"0"0,19-7 197 0 0,-20 4-2449 0 0,9-2-393 0 0,1 1-1 0 0,-1 0 0 0 0,22 0 0 0 0,-23 3 945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6.312"/>
    </inkml:context>
    <inkml:brush xml:id="br0">
      <inkml:brushProperty name="width" value="0.1" units="cm"/>
      <inkml:brushProperty name="height" value="0.1" units="cm"/>
    </inkml:brush>
  </inkml:definitions>
  <inkml:trace contextRef="#ctx0" brushRef="#br0">1 0 4609 0 0,'-1'8'5311'0'0,"5"13"-2286"0"0,-3-12-1695 0 0,2 42 2181 0 0,-4 53 0 0 0,-1-26-5383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6.503"/>
    </inkml:context>
    <inkml:brush xml:id="br0">
      <inkml:brushProperty name="width" value="0.1" units="cm"/>
      <inkml:brushProperty name="height" value="0.1" units="cm"/>
    </inkml:brush>
  </inkml:definitions>
  <inkml:trace contextRef="#ctx0" brushRef="#br0">6 0 5617 0 0,'-6'2'4729'0'0,"6"3"-5018"0"0,1 13-28 0 0,-2-5 269 0 0,2-1 0 0 0,-1 1 0 0 0,2 0-1 0 0,4 20 1 0 0,0-20 63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6.955"/>
    </inkml:context>
    <inkml:brush xml:id="br0">
      <inkml:brushProperty name="width" value="0.1" units="cm"/>
      <inkml:brushProperty name="height" value="0.1" units="cm"/>
    </inkml:brush>
  </inkml:definitions>
  <inkml:trace contextRef="#ctx0" brushRef="#br0">22 70 5985 0 0,'-7'-69'10507'0'0,"3"105"-6992"0"0,-1-7-3054 0 0,5-23-384 0 0,-5 211 1371 0 0,6-192-1364 0 0,1 1 0 0 0,1-1 1 0 0,2 0-1 0 0,0 0 0 0 0,2-1 0 0 0,13 36 0 0 0,-17-54-34 0 0,0 0-1 0 0,0 0 0 0 0,1 0 1 0 0,-1-1-1 0 0,1 1 0 0 0,1-1 1 0 0,-1 0-1 0 0,1 0 1 0 0,5 5-1 0 0,-8-9-26 0 0,0 1-1 0 0,0-1 1 0 0,0 0-1 0 0,0 0 1 0 0,0 0-1 0 0,1 0 1 0 0,-1 0-1 0 0,0 0 1 0 0,1 0 0 0 0,-1-1-1 0 0,0 1 1 0 0,1-1-1 0 0,-1 0 1 0 0,1 0-1 0 0,-1 0 1 0 0,1 0 0 0 0,-1 0-1 0 0,1 0 1 0 0,-1 0-1 0 0,0-1 1 0 0,1 0-1 0 0,-1 1 1 0 0,0-1 0 0 0,1 0-1 0 0,-1 0 1 0 0,0 0-1 0 0,4-3 1 0 0,7-5 21 0 0,-1 0-1 0 0,0-1 1 0 0,0 0 0 0 0,-1-1 0 0 0,-1-1 0 0 0,0 0 0 0 0,0 0 0 0 0,7-14-1 0 0,-6 8-148 0 0,-1 0 0 0 0,-1 0-1 0 0,0-1 1 0 0,-2 0 0 0 0,9-33-1 0 0,-15 38-2796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7.297"/>
    </inkml:context>
    <inkml:brush xml:id="br0">
      <inkml:brushProperty name="width" value="0.1" units="cm"/>
      <inkml:brushProperty name="height" value="0.1" units="cm"/>
    </inkml:brush>
  </inkml:definitions>
  <inkml:trace contextRef="#ctx0" brushRef="#br0">1 339 5009 0 0,'0'0'24'0'0,"0"1"0"0"0,0-1 0 0 0,0 1 0 0 0,1-1 0 0 0,-1 1 0 0 0,0-1 0 0 0,0 1 0 0 0,1-1-1 0 0,-1 1 1 0 0,1-1 0 0 0,-1 0 0 0 0,0 1 0 0 0,1-1 0 0 0,-1 0 0 0 0,1 1 0 0 0,-1-1 0 0 0,1 0 0 0 0,-1 0 0 0 0,0 1 0 0 0,1-1 0 0 0,-1 0 0 0 0,1 0-1 0 0,0 0 1 0 0,-1 0 0 0 0,1 1 0 0 0,-1-1 0 0 0,1 0 0 0 0,-1 0 0 0 0,1 0 0 0 0,-1 0 0 0 0,1 0 0 0 0,-1 0 0 0 0,1-1 0 0 0,0 1 0 0 0,23-14 2311 0 0,19-28 1045 0 0,-41 40-3432 0 0,15-18 1163 0 0,0 0-1 0 0,-1-1 0 0 0,20-38 0 0 0,-31 49-1043 0 0,0 0-1 0 0,-1 1 1 0 0,0-1 0 0 0,0 0 0 0 0,-1-1 0 0 0,-1 1 0 0 0,0-1-1 0 0,0 1 1 0 0,-1-1 0 0 0,-1 0 0 0 0,0-19 0 0 0,0 29-88 0 0,0 0 0 0 0,0 0 1 0 0,0 0-1 0 0,0 0 0 0 0,-1 0 0 0 0,1 0 1 0 0,0 0-1 0 0,0 0 0 0 0,-1 0 0 0 0,1 0 1 0 0,-1 0-1 0 0,1 0 0 0 0,-1 0 0 0 0,1 0 1 0 0,-1 0-1 0 0,0 0 0 0 0,1 0 0 0 0,-1 0 1 0 0,0 1-1 0 0,0-1 0 0 0,0 0 0 0 0,1 1 1 0 0,-1-1-1 0 0,0 0 0 0 0,0 1 0 0 0,0-1 1 0 0,0 1-1 0 0,-2-1 0 0 0,1 1 23 0 0,0 0 0 0 0,0 0-1 0 0,0 0 1 0 0,0 0 0 0 0,-1 1-1 0 0,1-1 1 0 0,0 0 0 0 0,0 1-1 0 0,0 0 1 0 0,0 0 0 0 0,0-1-1 0 0,0 1 1 0 0,-2 2 0 0 0,-6 3 166 0 0,0 1 0 0 0,1 0 0 0 0,0 0 0 0 0,-10 11 1 0 0,13-12-42 0 0,1 0 1 0 0,0 1 0 0 0,0 0 0 0 0,0 0 0 0 0,1 0-1 0 0,0 0 1 0 0,0 1 0 0 0,1 0 0 0 0,0 0-1 0 0,1 0 1 0 0,0 0 0 0 0,0 0 0 0 0,0 0 0 0 0,1 0-1 0 0,0 1 1 0 0,1-1 0 0 0,0 10 0 0 0,1-12-43 0 0,0-1 0 0 0,0 1 0 0 0,0 0 0 0 0,0 0 0 0 0,1-1 0 0 0,0 1 0 0 0,1-1 1 0 0,-1 0-1 0 0,1 0 0 0 0,0 1 0 0 0,0-2 0 0 0,0 1 0 0 0,1 0 0 0 0,0-1 0 0 0,0 1 0 0 0,0-1 1 0 0,0 0-1 0 0,1-1 0 0 0,-1 1 0 0 0,1-1 0 0 0,0 0 0 0 0,0 0 0 0 0,1 0 0 0 0,-1-1 1 0 0,7 3-1 0 0,-5-3-75 0 0,0-1 0 0 0,0 1 0 0 0,1-1 0 0 0,-1 0 0 0 0,0-1 0 0 0,0 0 0 0 0,0 0 0 0 0,1-1 1 0 0,-1 0-1 0 0,0 0 0 0 0,0 0 0 0 0,9-4 0 0 0,12-5-940 0 0,47-22 0 0 0,-28 11-1665 0 0,-15 8-3760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7:47.566"/>
    </inkml:context>
    <inkml:brush xml:id="br0">
      <inkml:brushProperty name="width" value="0.1" units="cm"/>
      <inkml:brushProperty name="height" value="0.1" units="cm"/>
    </inkml:brush>
  </inkml:definitions>
  <inkml:trace contextRef="#ctx0" brushRef="#br0">1 165 6017 0 0,'38'26'6178'0'0,"14"11"-1574"0"0,-34-25-3717 0 0,-1 0 1 0 0,-1 0-1 0 0,0 2 0 0 0,16 17 0 0 0,-31-30-864 0 0,0 0-1 0 0,0 0 1 0 0,0 0-1 0 0,0 0 1 0 0,0 0-1 0 0,-1 0 1 0 0,1 0-1 0 0,0 1 1 0 0,-1-1-1 0 0,1 0 1 0 0,-1 1-1 0 0,1-1 1 0 0,-1 0-1 0 0,1 1 1 0 0,-1-1 0 0 0,0 1-1 0 0,0-1 1 0 0,0 0-1 0 0,0 1 1 0 0,0-1-1 0 0,0 1 1 0 0,0-1-1 0 0,0 1 1 0 0,0-1-1 0 0,-1 0 1 0 0,1 1-1 0 0,-1-1 1 0 0,1 0-1 0 0,-1 1 1 0 0,1-1-1 0 0,-1 0 1 0 0,0 0-1 0 0,0 1 1 0 0,1-1-1 0 0,-1 0 1 0 0,0 0-1 0 0,0 0 1 0 0,0 0 0 0 0,0 0-1 0 0,0 0 1 0 0,-1 0-1 0 0,1-1 1 0 0,0 1-1 0 0,0 0 1 0 0,-1 0-1 0 0,1-1 1 0 0,0 1-1 0 0,-1-1 1 0 0,-1 1-1 0 0,1 0 45 0 0,0 0-1 0 0,0-1 1 0 0,0 1 0 0 0,0-1-1 0 0,0 1 1 0 0,0-1 0 0 0,0 0-1 0 0,0 1 1 0 0,0-1 0 0 0,0 0-1 0 0,0 0 1 0 0,0-1-1 0 0,0 1 1 0 0,0 0 0 0 0,0-1-1 0 0,0 1 1 0 0,1-1 0 0 0,-1 1-1 0 0,0-1 1 0 0,0 0-1 0 0,0 0 1 0 0,0 0 0 0 0,1 0-1 0 0,-1 0 1 0 0,0 0 0 0 0,1-1-1 0 0,-1 1 1 0 0,1-1 0 0 0,0 1-1 0 0,-1-1 1 0 0,1 1-1 0 0,0-1 1 0 0,0 0 0 0 0,-1-1-1 0 0,0-4 27 0 0,1 0-1 0 0,0 0 1 0 0,0 1-1 0 0,1-1 0 0 0,0 0 1 0 0,0 0-1 0 0,1 0 1 0 0,-1 0-1 0 0,1 0 0 0 0,1 0 1 0 0,0 1-1 0 0,4-13 1 0 0,3-4-149 0 0,1 1 0 0 0,17-28 0 0 0,-10 22-341 0 0,31-38 0 0 0,-2 11-19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1.233"/>
    </inkml:context>
    <inkml:brush xml:id="br0">
      <inkml:brushProperty name="width" value="0.1" units="cm"/>
      <inkml:brushProperty name="height" value="0.1" units="cm"/>
    </inkml:brush>
  </inkml:definitions>
  <inkml:trace contextRef="#ctx0" brushRef="#br0">5 1 10138 0 0,'-1'2'543'0'0,"0"1"-1"0"0,0-1 1 0 0,1 1 0 0 0,-1 0-1 0 0,1-1 1 0 0,-1 1 0 0 0,1-1-1 0 0,0 6 1 0 0,7 42 2096 0 0,-3-30-1432 0 0,20 203 2763 0 0,-19 112-2960 0 0,-19-153-1203 0 0,2-105-7240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1.553"/>
    </inkml:context>
    <inkml:brush xml:id="br0">
      <inkml:brushProperty name="width" value="0.1" units="cm"/>
      <inkml:brushProperty name="height" value="0.1" units="cm"/>
    </inkml:brush>
  </inkml:definitions>
  <inkml:trace contextRef="#ctx0" brushRef="#br0">1 102 8754 0 0,'13'-16'2340'0'0,"-3"6"-1642"0"0,0 0-1 0 0,1 1 0 0 0,-1 0 0 0 0,2 1 0 0 0,-1 0 1 0 0,22-10-1 0 0,-25 15-464 0 0,-1 1 0 0 0,0 0 0 0 0,1 0 0 0 0,-1 0 0 0 0,1 1 0 0 0,-1 0-1 0 0,1 1 1 0 0,-1-1 0 0 0,1 1 0 0 0,0 1 0 0 0,-1 0 0 0 0,1 0 0 0 0,14 4 0 0 0,-14-3-101 0 0,0 0-1 0 0,-1 1 1 0 0,1 0-1 0 0,-1 1 1 0 0,0 0-1 0 0,0 0 0 0 0,0 0 1 0 0,0 1-1 0 0,-1 0 1 0 0,1 0-1 0 0,-1 0 1 0 0,-1 1-1 0 0,1 0 1 0 0,-1 0-1 0 0,0 1 1 0 0,0 0-1 0 0,5 9 1 0 0,-5-5-85 0 0,0 1 1 0 0,-1-1-1 0 0,-1 1 1 0 0,0 0 0 0 0,0 0-1 0 0,-1 0 1 0 0,0 1-1 0 0,-1-1 1 0 0,-1 0-1 0 0,-2 24 1 0 0,-2 1 53 0 0,-1 0-1 0 0,-3-1 1 0 0,-1 0-1 0 0,-1-1 1 0 0,-2 1 0 0 0,-2-2-1 0 0,-1 0 1 0 0,-1-1-1 0 0,-2 0 1 0 0,-2-2-1 0 0,-40 52 1 0 0,55-78-140 0 0,-1 0 0 0 0,1 0 1 0 0,-1 0-1 0 0,0 0 0 0 0,0-1 0 0 0,-1 0 1 0 0,1 0-1 0 0,-1-1 0 0 0,0 0 0 0 0,-14 4 1 0 0,14-5-544 0 0,0 0 0 0 0,1-1 0 0 0,-1 0 0 0 0,0-1 0 0 0,0 1 0 0 0,0-1 0 0 0,-10-2 0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2.008"/>
    </inkml:context>
    <inkml:brush xml:id="br0">
      <inkml:brushProperty name="width" value="0.1" units="cm"/>
      <inkml:brushProperty name="height" value="0.1" units="cm"/>
    </inkml:brush>
  </inkml:definitions>
  <inkml:trace contextRef="#ctx0" brushRef="#br0">330 95 2793 0 0,'0'-2'195'0'0,"1"0"1"0"0,0-1-1 0 0,-1 1 1 0 0,0-1 0 0 0,1 0-1 0 0,-1 1 1 0 0,0-1 0 0 0,0 1-1 0 0,-1-1 1 0 0,1 1 0 0 0,0-1-1 0 0,-1 1 1 0 0,1-1-1 0 0,-1 1 1 0 0,0-1 0 0 0,0 1-1 0 0,0 0 1 0 0,0 0 0 0 0,-1-1-1 0 0,1 1 1 0 0,0 0-1 0 0,-1 0 1 0 0,0 0 0 0 0,1 0-1 0 0,-1 0 1 0 0,0 1 0 0 0,0-1-1 0 0,-4-2 1 0 0,3 1 157 0 0,0 0 1 0 0,0 1-1 0 0,-1-1 0 0 0,1 1 1 0 0,-1 0-1 0 0,0 0 1 0 0,0 1-1 0 0,1-1 0 0 0,-1 1 1 0 0,0-1-1 0 0,0 1 1 0 0,-1 1-1 0 0,1-1 1 0 0,0 0-1 0 0,0 1 0 0 0,0 0 1 0 0,-6 0-1 0 0,2 3 125 0 0,0 0-1 0 0,0 0 1 0 0,1 1-1 0 0,0 0 1 0 0,-1 0-1 0 0,1 0 1 0 0,1 1-1 0 0,-1 0 1 0 0,1 1-1 0 0,0 0 1 0 0,0-1-1 0 0,-7 11 1 0 0,-8 11-128 0 0,-29 50 0 0 0,39-58-216 0 0,3-7-161 0 0,1 1 1 0 0,0 0 0 0 0,1 0-1 0 0,1 1 1 0 0,0 0 0 0 0,0 0-1 0 0,-3 25 1 0 0,8-39-7 0 0,-1 1 0 0 0,1 0 0 0 0,0-1 0 0 0,0 1-1 0 0,0-1 1 0 0,0 1 0 0 0,0-1 0 0 0,0 1 0 0 0,0-1 0 0 0,0 1 0 0 0,0 0 0 0 0,0-1 0 0 0,0 1-1 0 0,1-1 1 0 0,-1 1 0 0 0,0-1 0 0 0,0 1 0 0 0,0-1 0 0 0,1 1 0 0 0,-1-1 0 0 0,0 1 0 0 0,1-1 0 0 0,-1 1-1 0 0,0-1 1 0 0,1 0 0 0 0,-1 1 0 0 0,1-1 0 0 0,-1 0 0 0 0,0 1 0 0 0,2 0 0 0 0,15-5-1532 0 0,-12 1 1177 0 0,-1 1 1 0 0,0-1-1 0 0,1 0 0 0 0,-1-1 1 0 0,6-5-1 0 0,0-5 124 0 0,-1 0 0 0 0,15-29 1 0 0,6-10 2589 0 0,-30 52-2250 0 0,0 1 0 0 0,0-1-1 0 0,1 1 1 0 0,-1 0 0 0 0,0-1 0 0 0,0 1 0 0 0,1 0 0 0 0,-1-1 0 0 0,0 1-1 0 0,1 0 1 0 0,-1 0 0 0 0,1-1 0 0 0,-1 1 0 0 0,0 0 0 0 0,1 0-1 0 0,-1 0 1 0 0,1-1 0 0 0,-1 1 0 0 0,0 0 0 0 0,1 0 0 0 0,-1 0 0 0 0,1 0-1 0 0,-1 0 1 0 0,1 0 0 0 0,-1 0 0 0 0,0 0 0 0 0,1 0 0 0 0,-1 0 0 0 0,1 0-1 0 0,-1 0 1 0 0,1 0 0 0 0,0 1 0 0 0,13 11 1041 0 0,9 23-512 0 0,-22-33-483 0 0,27 57 215 0 0,-21-43-474 0 0,0 0 0 0 0,1-1-1 0 0,0 0 1 0 0,1 0 0 0 0,1-1 0 0 0,19 22-1 0 0,-16-26-679 0 0,2-5-201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2.247"/>
    </inkml:context>
    <inkml:brush xml:id="br0">
      <inkml:brushProperty name="width" value="0.1" units="cm"/>
      <inkml:brushProperty name="height" value="0.1" units="cm"/>
    </inkml:brush>
  </inkml:definitions>
  <inkml:trace contextRef="#ctx0" brushRef="#br0">1 1 12899 0 0,'11'29'5727'0'0,"-2"-9"-4677"0"0,47 234 2908 0 0,-22-81-3415 0 0,-2-32-2290 0 0,-30-131 730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2.428"/>
    </inkml:context>
    <inkml:brush xml:id="br0">
      <inkml:brushProperty name="width" value="0.1" units="cm"/>
      <inkml:brushProperty name="height" value="0.1" units="cm"/>
    </inkml:brush>
  </inkml:definitions>
  <inkml:trace contextRef="#ctx0" brushRef="#br0">9 117 12899 0 0,'-9'-2'2738'0'0,"23"-9"-1054"0"0,23-11-113 0 0,-4 8-980 0 0,0 1 0 0 0,0 2-1 0 0,43-9 1 0 0,47 1-7379 0 0,-82 15 555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2.782"/>
    </inkml:context>
    <inkml:brush xml:id="br0">
      <inkml:brushProperty name="width" value="0.1" units="cm"/>
      <inkml:brushProperty name="height" value="0.1" units="cm"/>
    </inkml:brush>
  </inkml:definitions>
  <inkml:trace contextRef="#ctx0" brushRef="#br0">360 11 6649 0 0,'-15'-4'973'0'0,"1"2"-1"0"0,-1 0 0 0 0,0 0 1 0 0,0 1-1 0 0,0 1 0 0 0,0 1 0 0 0,0 0 1 0 0,1 1-1 0 0,-25 6 0 0 0,30-6-592 0 0,0 1 0 0 0,0 1 1 0 0,0-1-1 0 0,0 1 0 0 0,0 1 0 0 0,1 0 0 0 0,0 0 0 0 0,0 1 0 0 0,0 0 0 0 0,1 0 1 0 0,-1 1-1 0 0,2-1 0 0 0,-1 2 0 0 0,1-1 0 0 0,-9 14 0 0 0,8-9-304 0 0,0 1-1 0 0,0 0 1 0 0,1 0 0 0 0,1 0-1 0 0,0 1 1 0 0,1 0 0 0 0,1 0-1 0 0,0 0 1 0 0,1 0 0 0 0,0 1-1 0 0,1-1 1 0 0,1 1 0 0 0,0-1-1 0 0,4 24 1 0 0,-4-35-105 0 0,0-1 1 0 0,1 0-1 0 0,-1 0 1 0 0,1 0-1 0 0,0 0 0 0 0,0 0 1 0 0,0 0-1 0 0,0 0 1 0 0,0 0-1 0 0,0 0 0 0 0,0 0 1 0 0,1-1-1 0 0,-1 1 1 0 0,0-1-1 0 0,3 3 0 0 0,-3-4-20 0 0,0 1 0 0 0,0-1 0 0 0,0 1 0 0 0,0-1 0 0 0,0 1 0 0 0,0-1 0 0 0,0 0 0 0 0,0 0 0 0 0,1 1 0 0 0,-1-1 0 0 0,0 0-1 0 0,0 0 1 0 0,0 0 0 0 0,0 0 0 0 0,1 0 0 0 0,-1 0 0 0 0,0-1 0 0 0,0 1 0 0 0,0 0 0 0 0,2-1 0 0 0,1-1-84 0 0,0 0 0 0 0,0-1 0 0 0,0 1 0 0 0,0-1 0 0 0,-1 0 0 0 0,1 0 0 0 0,-1 0 0 0 0,1 0 0 0 0,-1 0 0 0 0,0-1 0 0 0,0 0 0 0 0,2-4 0 0 0,2-4-57 0 0,-1-1 0 0 0,-1 0 0 0 0,0 0 0 0 0,6-23 0 0 0,10-28 1474 0 0,-21 64-1236 0 0,0-1 1 0 0,0 0 0 0 0,1 1-1 0 0,-1-1 1 0 0,0 1 0 0 0,0-1-1 0 0,1 0 1 0 0,-1 1 0 0 0,0-1-1 0 0,1 1 1 0 0,-1-1 0 0 0,0 1-1 0 0,1-1 1 0 0,-1 1 0 0 0,1-1-1 0 0,-1 1 1 0 0,1 0 0 0 0,-1-1-1 0 0,1 1 1 0 0,-1 0-1 0 0,1-1 1 0 0,0 1 0 0 0,-1 0-1 0 0,1-1 1 0 0,-1 1 0 0 0,1 0-1 0 0,0 0 1 0 0,-1 0 0 0 0,1 0-1 0 0,-1 0 1 0 0,1 0 0 0 0,0 0-1 0 0,-1 0 1 0 0,1 0 0 0 0,0 0-1 0 0,0 0 1 0 0,1 1 0 0 0,0 0 1 0 0,-1 0-1 0 0,1 1 1 0 0,0-1-1 0 0,-1 1 1 0 0,1-1-1 0 0,-1 1 0 0 0,1-1 1 0 0,-1 1-1 0 0,0 0 1 0 0,2 2-1 0 0,24 51 198 0 0,-14-20-382 0 0,-4-10 230 0 0,2 0 0 0 0,18 32 0 0 0,-25-50-431 0 0,1 0-1 0 0,0 0 1 0 0,0 0 0 0 0,1-1 0 0 0,0 0 0 0 0,0 0-1 0 0,0 0 1 0 0,1-1 0 0 0,0 0 0 0 0,0 0 0 0 0,13 6 0 0 0,1-3-6779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3.479"/>
    </inkml:context>
    <inkml:brush xml:id="br0">
      <inkml:brushProperty name="width" value="0.1" units="cm"/>
      <inkml:brushProperty name="height" value="0.1" units="cm"/>
    </inkml:brush>
  </inkml:definitions>
  <inkml:trace contextRef="#ctx0" brushRef="#br0">19 142 6913 0 0,'-19'-13'8688'0'0,"34"21"-3090"0"0,2 5-5375 0 0,-1 2 0 0 0,-1 0 1 0 0,-1 0-1 0 0,0 1 0 0 0,-1 1 0 0 0,0 1 0 0 0,-2 0 0 0 0,0 0 0 0 0,-1 1 1 0 0,-1 0-1 0 0,-1 1 0 0 0,0-1 0 0 0,-2 2 0 0 0,0-1 0 0 0,6 42 0 0 0,-12-26-314 0 0,0-34 88 0 0,0 0-1 0 0,0-1 0 0 0,0 1 1 0 0,0-1-1 0 0,-1 1 0 0 0,1 0 1 0 0,0-1-1 0 0,-1 1 0 0 0,1-1 1 0 0,-1 1-1 0 0,0-1 0 0 0,1 0 1 0 0,-1 1-1 0 0,0-1 0 0 0,0 1 1 0 0,0-1-1 0 0,0 0 1 0 0,0 0-1 0 0,-2 2 0 0 0,2-3 4 0 0,1 0 0 0 0,-1 0 0 0 0,0 0 0 0 0,0 0 0 0 0,1 0 0 0 0,-1 0 0 0 0,0-1 0 0 0,1 1 0 0 0,-1 0 0 0 0,0 0 0 0 0,1-1 0 0 0,-1 1 0 0 0,1 0 0 0 0,-1-1 0 0 0,0 1 0 0 0,1 0 0 0 0,-1-1 0 0 0,1 1 0 0 0,-1-1 0 0 0,1 1 0 0 0,-1-1 0 0 0,1 1 0 0 0,0-1 0 0 0,-1 1 0 0 0,1-1 0 0 0,0 0 0 0 0,-1 1 0 0 0,1-1 0 0 0,0 1 0 0 0,-1-1 0 0 0,1-1 0 0 0,-9-20 0 0 0,4 0-8 0 0,1 0-1 0 0,1 0 1 0 0,1-1 0 0 0,1 1-1 0 0,0-1 1 0 0,2 1-1 0 0,5-29 1 0 0,-1 16-26 0 0,2 0 0 0 0,2 0 0 0 0,24-61 1 0 0,-29 87-37 0 0,1-1 1 0 0,0 1-1 0 0,0 0 1 0 0,9-11-1 0 0,-13 17-100 0 0,1 1 0 0 0,0 0 0 0 0,0 0-1 0 0,0 0 1 0 0,0 0 0 0 0,0 0 0 0 0,0 1-1 0 0,0-1 1 0 0,1 0 0 0 0,-1 1 0 0 0,0 0-1 0 0,1 0 1 0 0,-1 0 0 0 0,1 0 0 0 0,0 0-1 0 0,-1 0 1 0 0,1 0 0 0 0,0 1-1 0 0,-1-1 1 0 0,1 1 0 0 0,3 0 0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3.891"/>
    </inkml:context>
    <inkml:brush xml:id="br0">
      <inkml:brushProperty name="width" value="0.1" units="cm"/>
      <inkml:brushProperty name="height" value="0.1" units="cm"/>
    </inkml:brush>
  </inkml:definitions>
  <inkml:trace contextRef="#ctx0" brushRef="#br0">151 1 8290 0 0,'-3'0'443'0'0,"0"0"1"0"0,0 1-1 0 0,0-1 0 0 0,0 1 1 0 0,0 0-1 0 0,0 0 1 0 0,0 0-1 0 0,1 0 0 0 0,-1 0 1 0 0,0 0-1 0 0,1 1 0 0 0,-1 0 1 0 0,1-1-1 0 0,-4 4 1 0 0,0 1 49 0 0,1-1 0 0 0,0 1-1 0 0,0 0 1 0 0,1 0 0 0 0,-6 10 0 0 0,-2 6 219 0 0,2 0 0 0 0,-12 37 0 0 0,21-55-662 0 0,-21 73 803 0 0,21-71-816 0 0,0 1 0 0 0,0-1 0 0 0,1 1 0 0 0,0-1 0 0 0,0 1 0 0 0,0-1 0 0 0,1 0 1 0 0,0 1-1 0 0,0-1 0 0 0,3 9 0 0 0,-4-15-62 0 0,1 1-1 0 0,-1 0 1 0 0,0 0 0 0 0,0 0 0 0 0,1 0 0 0 0,-1 0 0 0 0,1 0 0 0 0,-1 0 0 0 0,1-1 0 0 0,-1 1 0 0 0,1 0 0 0 0,-1 0 0 0 0,1-1 0 0 0,0 1 0 0 0,-1 0 0 0 0,1-1 0 0 0,0 1 0 0 0,0-1 0 0 0,-1 1 0 0 0,1-1 0 0 0,0 1 0 0 0,0-1 0 0 0,0 0 0 0 0,0 1 0 0 0,0-1 0 0 0,-1 0 0 0 0,1 1 0 0 0,0-1 0 0 0,0 0 0 0 0,2 0 0 0 0,-1-1-92 0 0,0 1 0 0 0,0-1 0 0 0,0 0 0 0 0,0 0 0 0 0,0 0 0 0 0,0 0 0 0 0,0 0 0 0 0,0-1 0 0 0,0 1 0 0 0,-1 0 0 0 0,1-1 0 0 0,2-2 0 0 0,4-5-494 0 0,-1-1 0 0 0,1 0 0 0 0,9-18 0 0 0,46-98 569 0 0,-62 126 182 0 0,-1-1-1 0 0,0 0 1 0 0,1 0-1 0 0,-1 1 1 0 0,0-1-1 0 0,1 0 1 0 0,-1 0-1 0 0,1 1 1 0 0,-1-1-1 0 0,1 1 1 0 0,0-1-1 0 0,-1 0 1 0 0,1 1 0 0 0,-1-1-1 0 0,1 1 1 0 0,0-1-1 0 0,0 1 1 0 0,-1 0-1 0 0,1-1 1 0 0,0 1-1 0 0,0 0 1 0 0,-1-1-1 0 0,1 1 1 0 0,0 0-1 0 0,1 0 1 0 0,-1 0-49 0 0,0 1 0 0 0,0-1 1 0 0,0 1-1 0 0,0-1 0 0 0,-1 1 1 0 0,1-1-1 0 0,0 1 0 0 0,0 0 0 0 0,-1 0 1 0 0,1-1-1 0 0,-1 1 0 0 0,1 0 1 0 0,0 0-1 0 0,-1 0 0 0 0,1 0 0 0 0,-1-1 1 0 0,1 3-1 0 0,13 52 699 0 0,-12-48-537 0 0,5 28 163 0 0,-1-1-466 0 0,19 57 1 0 0,-22-82-44 0 0,1 0-1 0 0,-1-1 0 0 0,1 1 0 0 0,1-1 1 0 0,0 0-1 0 0,0 0 0 0 0,1-1 1 0 0,-1 0-1 0 0,2 0 0 0 0,-1 0 0 0 0,11 8 1 0 0,-13-12-200 0 0,-1-1 0 0 0,1 0 1 0 0,0 0-1 0 0,-1 0 0 0 0,1-1 1 0 0,0 1-1 0 0,0-1 0 0 0,1 0 0 0 0,-1 0 1 0 0,0 0-1 0 0,0-1 0 0 0,0 1 1 0 0,0-1-1 0 0,1 0 0 0 0,-1-1 1 0 0,0 1-1 0 0,0-1 0 0 0,8-1 1 0 0,8-5-1597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4.130"/>
    </inkml:context>
    <inkml:brush xml:id="br0">
      <inkml:brushProperty name="width" value="0.1" units="cm"/>
      <inkml:brushProperty name="height" value="0.1" units="cm"/>
    </inkml:brush>
  </inkml:definitions>
  <inkml:trace contextRef="#ctx0" brushRef="#br0">7 0 12443 0 0,'0'1'163'0'0,"-1"-1"-1"0"0,1 1 1 0 0,-1-1 0 0 0,1 1 0 0 0,-1-1 0 0 0,1 1 0 0 0,-1 0 0 0 0,1-1 0 0 0,-1 1 0 0 0,1-1 0 0 0,0 1 0 0 0,0 0 0 0 0,-1-1-1 0 0,1 1 1 0 0,0 0 0 0 0,0 0 0 0 0,0-1 0 0 0,0 1 0 0 0,0 0 0 0 0,0 0 0 0 0,0-1 0 0 0,0 1 0 0 0,0 0 0 0 0,0-1-1 0 0,0 1 1 0 0,0 0 0 0 0,0 0 0 0 0,1 0 0 0 0,3 31 1524 0 0,-3-27-1364 0 0,54 238 3671 0 0,-14-73-3043 0 0,-37-149-871 0 0,8 36-537 0 0,33 101 1 0 0,-40-146-236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4.287"/>
    </inkml:context>
    <inkml:brush xml:id="br0">
      <inkml:brushProperty name="width" value="0.1" units="cm"/>
      <inkml:brushProperty name="height" value="0.1" units="cm"/>
    </inkml:brush>
  </inkml:definitions>
  <inkml:trace contextRef="#ctx0" brushRef="#br0">3 156 11058 0 0,'-1'-2'404'0'0,"1"0"0"0"0,-1-1 0 0 0,1 1 0 0 0,0 0-1 0 0,0-1 1 0 0,0 1 0 0 0,0-1 0 0 0,0 1 0 0 0,1 0 0 0 0,-1-1-1 0 0,1 1 1 0 0,-1 0 0 0 0,1-1 0 0 0,0 1 0 0 0,0 0-1 0 0,1-3 1 0 0,1-1-92 0 0,0 1 0 0 0,0-1 0 0 0,0 1 0 0 0,9-11 0 0 0,-6 10-381 0 0,1 1 0 0 0,0-1 0 0 0,0 1-1 0 0,0 0 1 0 0,1 1 0 0 0,-1 0 0 0 0,1 0 0 0 0,9-3 0 0 0,7-1-2601 0 0,38-8-1 0 0,-34 11 737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4.613"/>
    </inkml:context>
    <inkml:brush xml:id="br0">
      <inkml:brushProperty name="width" value="0.1" units="cm"/>
      <inkml:brushProperty name="height" value="0.1" units="cm"/>
    </inkml:brush>
  </inkml:definitions>
  <inkml:trace contextRef="#ctx0" brushRef="#br0">1 415 5529 0 0,'0'0'423'0'0,"16"-11"3708"0"0,8-11-2054 0 0,-1-1 0 0 0,-2-2-1 0 0,20-27 1 0 0,-29 34-1689 0 0,-1 1 0 0 0,0-1 0 0 0,-2-1 0 0 0,0 0 0 0 0,11-36 0 0 0,-9-7-238 0 0,-10 58-191 0 0,-1-1-1 0 0,0 1 1 0 0,0-1-1 0 0,0 0 1 0 0,-1 1-1 0 0,0-1 0 0 0,0 1 1 0 0,0 0-1 0 0,0-1 1 0 0,-1 1-1 0 0,-3-7 1 0 0,5 10 20 0 0,-1 0 0 0 0,1 0 0 0 0,-1 0 0 0 0,0 1 0 0 0,1-1 0 0 0,-1 0 0 0 0,0 0-1 0 0,0 0 1 0 0,0 1 0 0 0,1-1 0 0 0,-1 1 0 0 0,0-1 0 0 0,0 0 0 0 0,0 1 0 0 0,0-1 0 0 0,0 1 0 0 0,0 0 0 0 0,0-1 0 0 0,0 1 0 0 0,0 0 0 0 0,-1 0 0 0 0,1 0 0 0 0,-2 0 0 0 0,1 0-63 0 0,-1 0-1 0 0,1 1 1 0 0,-1 0-1 0 0,1-1 1 0 0,0 1 0 0 0,-1 0-1 0 0,1 0 1 0 0,0 0-1 0 0,0 0 1 0 0,-3 3 0 0 0,-2 1-132 0 0,0 0 1 0 0,1 1-1 0 0,0 0 1 0 0,0 1-1 0 0,-6 7 1 0 0,6-6 356 0 0,0 1 1 0 0,0 0 0 0 0,1 1-1 0 0,1-1 1 0 0,-1 1-1 0 0,2 0 1 0 0,-1 0 0 0 0,1 1-1 0 0,1-1 1 0 0,0 1-1 0 0,0-1 1 0 0,1 1 0 0 0,1-1-1 0 0,-1 1 1 0 0,2 0-1 0 0,1 13 1 0 0,0-16-32 0 0,0 0 0 0 0,0 0 0 0 0,0 0 1 0 0,1-1-1 0 0,1 1 0 0 0,-1-1 0 0 0,1 1 0 0 0,0-1 0 0 0,1 0 0 0 0,0-1 1 0 0,0 1-1 0 0,0-1 0 0 0,1 0 0 0 0,0 0 0 0 0,0-1 0 0 0,1 0 0 0 0,-1 0 1 0 0,1 0-1 0 0,0-1 0 0 0,0 0 0 0 0,12 5 0 0 0,-4-3-430 0 0,1-1-1 0 0,-1-1 1 0 0,1 0 0 0 0,0-1-1 0 0,0-1 1 0 0,0 0-1 0 0,33-2 1 0 0,-20-1-6876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5.038"/>
    </inkml:context>
    <inkml:brush xml:id="br0">
      <inkml:brushProperty name="width" value="0.1" units="cm"/>
      <inkml:brushProperty name="height" value="0.1" units="cm"/>
    </inkml:brush>
  </inkml:definitions>
  <inkml:trace contextRef="#ctx0" brushRef="#br0">1 1 17972 0 0,'3'36'3898'0'0,"9"19"-3073"0"0,-2-16-540 0 0,18 157 274 0 0,-20-111-7468 0 0,-5-61-239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5.253"/>
    </inkml:context>
    <inkml:brush xml:id="br0">
      <inkml:brushProperty name="width" value="0.1" units="cm"/>
      <inkml:brushProperty name="height" value="0.1" units="cm"/>
    </inkml:brush>
  </inkml:definitions>
  <inkml:trace contextRef="#ctx0" brushRef="#br0">1 1 17508 0 0,'23'3'3115'0'0,"-18"3"-3618"0"0,-1 0 1 0 0,1-1-1 0 0,-1 1 1 0 0,-1 1-1 0 0,4 6 0 0 0,-3-6-475 0 0,-1 0-1 0 0,1 0 1 0 0,1-1-1 0 0,7 10 1 0 0,4 0 412 0 0,0-2 452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5.637"/>
    </inkml:context>
    <inkml:brush xml:id="br0">
      <inkml:brushProperty name="width" value="0.1" units="cm"/>
      <inkml:brushProperty name="height" value="0.1" units="cm"/>
    </inkml:brush>
  </inkml:definitions>
  <inkml:trace contextRef="#ctx0" brushRef="#br0">13 51 8290 0 0,'-10'-25'1674'0'0,"10"24"-1274"0"0,-1-1-1 0 0,1 1 1 0 0,-1 0 0 0 0,1 0 0 0 0,0-1 0 0 0,0 1 0 0 0,0 0 0 0 0,-1 0 0 0 0,1-1 0 0 0,0 1 0 0 0,1 0 0 0 0,-1-1 0 0 0,0 1 0 0 0,0 0 0 0 0,0 0 0 0 0,1-1 0 0 0,-1 1-1 0 0,1-2 1 0 0,3 21 3121 0 0,-1 4-3193 0 0,-1 9-335 0 0,2 0 0 0 0,0 0 0 0 0,2 0-1 0 0,2 0 1 0 0,0-1 0 0 0,18 40 0 0 0,-25-70 0 0 0,-1 1 1 0 0,0-1-1 0 0,0 0 1 0 0,0 0-1 0 0,0 1 1 0 0,0-1-1 0 0,0 0 1 0 0,0 0-1 0 0,0 1 1 0 0,1-1-1 0 0,-1 0 1 0 0,0 0-1 0 0,0 1 1 0 0,0-1 0 0 0,1 0-1 0 0,-1 0 1 0 0,0 0-1 0 0,0 1 1 0 0,1-1-1 0 0,-1 0 1 0 0,0 0-1 0 0,0 0 1 0 0,1 0-1 0 0,-1 0 1 0 0,0 0-1 0 0,0 1 1 0 0,1-1-1 0 0,-1 0 1 0 0,0 0-1 0 0,1 0 1 0 0,-1 0 0 0 0,0 0-1 0 0,0 0 1 0 0,1 0-1 0 0,-1 0 1 0 0,0 0-1 0 0,1 0 1 0 0,-1 0-1 0 0,0-1 1 0 0,10-11-209 0 0,5-31-95 0 0,-10 31 225 0 0,3-12 210 0 0,-4 9 91 0 0,2 1 1 0 0,0-1-1 0 0,0 1 0 0 0,1 0 0 0 0,1 0 0 0 0,14-18 0 0 0,-22 31-190 0 0,1 1 1 0 0,-1-1-1 0 0,0 1 0 0 0,1-1 1 0 0,-1 1-1 0 0,1-1 0 0 0,0 1 0 0 0,-1-1 1 0 0,1 1-1 0 0,-1 0 0 0 0,1-1 1 0 0,0 1-1 0 0,-1 0 0 0 0,1-1 1 0 0,0 1-1 0 0,-1 0 0 0 0,1 0 0 0 0,0 0 1 0 0,-1 0-1 0 0,1 0 0 0 0,0-1 1 0 0,-1 1-1 0 0,1 0 0 0 0,0 1 0 0 0,0-1 1 0 0,-1 0-1 0 0,2 0 0 0 0,-1 1 13 0 0,1 0-1 0 0,-1 0 0 0 0,0-1 1 0 0,0 1-1 0 0,1 0 0 0 0,-1 0 0 0 0,0 1 1 0 0,0-1-1 0 0,0 0 0 0 0,0 0 1 0 0,0 1-1 0 0,1 1 0 0 0,20 50 534 0 0,-17-40-407 0 0,27 82-41 0 0,-10-29-2390 0 0,-5-24-3775 0 0,-8-25-819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6.033"/>
    </inkml:context>
    <inkml:brush xml:id="br0">
      <inkml:brushProperty name="width" value="0.1" units="cm"/>
      <inkml:brushProperty name="height" value="0.1" units="cm"/>
    </inkml:brush>
  </inkml:definitions>
  <inkml:trace contextRef="#ctx0" brushRef="#br0">206 53 9674 0 0,'-2'-3'360'0'0,"-1"-1"1"0"0,1 0-1 0 0,-1 1 0 0 0,0-1 0 0 0,0 1 1 0 0,0 0-1 0 0,0-1 0 0 0,-1 2 0 0 0,1-1 1 0 0,-1 0-1 0 0,1 1 0 0 0,-1-1 0 0 0,0 1 1 0 0,0 0-1 0 0,0 1 0 0 0,0-1 0 0 0,-1 1 1 0 0,-6-2-1 0 0,8 3-128 0 0,-1 0 0 0 0,0 0 1 0 0,0 0-1 0 0,0 0 0 0 0,1 1 0 0 0,-1-1 1 0 0,0 1-1 0 0,1 0 0 0 0,-1 1 0 0 0,0-1 1 0 0,1 0-1 0 0,0 1 0 0 0,-1 0 0 0 0,1 0 1 0 0,0 0-1 0 0,0 0 0 0 0,0 0 0 0 0,0 1 1 0 0,0-1-1 0 0,0 1 0 0 0,1 0 0 0 0,-3 4 1 0 0,-2 3-140 0 0,0 0 1 0 0,1 0-1 0 0,1 1 1 0 0,0 0-1 0 0,0 0 1 0 0,1 1-1 0 0,1-1 1 0 0,-1 1-1 0 0,2 0 1 0 0,0-1-1 0 0,-1 14 1 0 0,2-7 15 0 0,0 0 1 0 0,1 1-1 0 0,1-1 1 0 0,1 1-1 0 0,1-1 1 0 0,7 28-1 0 0,-7-36-328 0 0,0 0-1 0 0,1-1 1 0 0,0 0 0 0 0,1 1-1 0 0,0-1 1 0 0,0-1-1 0 0,1 1 1 0 0,7 8 0 0 0,-8-12-136 0 0,-1-1 0 0 0,1 1 0 0 0,0-1 0 0 0,0 0 0 0 0,0-1 0 0 0,1 1 1 0 0,-1-1-1 0 0,1 0 0 0 0,0 0 0 0 0,0-1 0 0 0,0 0 0 0 0,0 0 0 0 0,0 0 0 0 0,8 0 1 0 0,6 0-6728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6.315"/>
    </inkml:context>
    <inkml:brush xml:id="br0">
      <inkml:brushProperty name="width" value="0.1" units="cm"/>
      <inkml:brushProperty name="height" value="0.1" units="cm"/>
    </inkml:brush>
  </inkml:definitions>
  <inkml:trace contextRef="#ctx0" brushRef="#br0">1 90 11058 0 0,'0'6'4315'0'0,"0"-6"-4250"0"0,15 12 2170 0 0,18 13-16 0 0,6-3-857 0 0,-17-9-848 0 0,39 28-1 0 0,-56-37-477 0 0,0 1 0 0 0,0-1 0 0 0,-1 1 0 0 0,1-1 0 0 0,-1 1 0 0 0,0 0 0 0 0,-1 1 0 0 0,1-1 0 0 0,-1 1 0 0 0,0 0 0 0 0,0-1 0 0 0,2 12 0 0 0,-4-15 2 0 0,-1 1 1 0 0,1 0 0 0 0,-1 0-1 0 0,0 0 1 0 0,0 0 0 0 0,0 0-1 0 0,-1 0 1 0 0,1 0 0 0 0,-1 0-1 0 0,1 0 1 0 0,-1-1-1 0 0,0 1 1 0 0,-2 3 0 0 0,3-6-19 0 0,0 1 0 0 0,0-1 1 0 0,-1 1-1 0 0,1-1 1 0 0,0 1-1 0 0,0-1 0 0 0,-1 1 1 0 0,1-1-1 0 0,0 0 1 0 0,-1 1-1 0 0,1-1 0 0 0,-1 0 1 0 0,1 1-1 0 0,-1-1 1 0 0,1 0-1 0 0,-1 0 0 0 0,1 1 1 0 0,0-1-1 0 0,-1 0 0 0 0,1 0 1 0 0,-1 0-1 0 0,1 0 1 0 0,-1 1-1 0 0,0-1 0 0 0,1 0 1 0 0,-1 0-1 0 0,0 0 1 0 0,0-1-1 0 0,0 1 0 0 0,-1-1 0 0 0,1 0 1 0 0,0 0-1 0 0,0 1 0 0 0,0-1 1 0 0,0 0-1 0 0,0 0 0 0 0,0 0 0 0 0,0 0 1 0 0,0 0-1 0 0,0 0 0 0 0,0 0 0 0 0,1 0 1 0 0,-1-1-1 0 0,0 0 0 0 0,-4-7-23 0 0,1-1 0 0 0,0 1 0 0 0,1-1 1 0 0,0 1-1 0 0,0-1 0 0 0,1 0 0 0 0,1 0 0 0 0,0 0 0 0 0,0-1 0 0 0,1 1 0 0 0,0 0 0 0 0,0 0 0 0 0,3-13 0 0 0,0 6-577 0 0,0 0 1 0 0,2 1-1 0 0,0-1 0 0 0,0 1 0 0 0,2 0 0 0 0,0 1 0 0 0,10-18 1 0 0,-3 11-6568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6.634"/>
    </inkml:context>
    <inkml:brush xml:id="br0">
      <inkml:brushProperty name="width" value="0.1" units="cm"/>
      <inkml:brushProperty name="height" value="0.1" units="cm"/>
    </inkml:brush>
  </inkml:definitions>
  <inkml:trace contextRef="#ctx0" brushRef="#br0">0 258 2761 0 0,'1'1'181'0'0,"2"3"1816"0"0,-2-3-1815 0 0,-1-1-1 0 0,0 0 1 0 0,1 0-1 0 0,-1 1 1 0 0,1-1-1 0 0,-1 0 1 0 0,1 0-1 0 0,-1 0 1 0 0,1 1-1 0 0,-1-1 1 0 0,1 0 0 0 0,-1 0-1 0 0,1 0 1 0 0,0 0-1 0 0,-1 0 1 0 0,1 0-1 0 0,0 0 1 0 0,17-9 2773 0 0,8-19 335 0 0,-19 16-2743 0 0,-1 0-1 0 0,0 0 0 0 0,-1-1 1 0 0,-1 1-1 0 0,0-1 0 0 0,-1 0 1 0 0,0 0-1 0 0,-1 0 0 0 0,0-1 0 0 0,-1 1 1 0 0,-1-1-1 0 0,0 1 0 0 0,-2-15 1 0 0,2 27-567 0 0,0-1 0 0 0,0 1 0 0 0,0-1 0 0 0,-1 1 0 0 0,1-1 0 0 0,-1 1 0 0 0,1-1 0 0 0,-1 1 0 0 0,1 0 0 0 0,-1-1 0 0 0,0 1 0 0 0,0 0 0 0 0,1-1 0 0 0,-1 1 0 0 0,0 0 0 0 0,0 0 0 0 0,0 0 0 0 0,0 0 0 0 0,-1 0 0 0 0,1 0 0 0 0,0 0 0 0 0,0 0 0 0 0,-1 0 0 0 0,1 0-1 0 0,0 1 1 0 0,-1-1 0 0 0,1 1 0 0 0,-2-1 0 0 0,1 1-19 0 0,1 0-1 0 0,0 0 0 0 0,0 1 0 0 0,-1-1 0 0 0,1 1 0 0 0,0-1 0 0 0,0 1 0 0 0,0-1 0 0 0,0 1 0 0 0,0 0 0 0 0,0-1 0 0 0,0 1 0 0 0,0 0 0 0 0,0 0 1 0 0,0 0-1 0 0,0 0 0 0 0,0 0 0 0 0,1 0 0 0 0,-1 0 0 0 0,0 0 0 0 0,1 0 0 0 0,-1 0 0 0 0,0 0 0 0 0,1 0 0 0 0,0 1 0 0 0,-1-1 0 0 0,1 0 1 0 0,0 0-1 0 0,-1 1 0 0 0,1-1 0 0 0,0 0 0 0 0,0 0 0 0 0,0 3 0 0 0,-1 13 151 0 0,0 0 0 0 0,1 0 0 0 0,0 0 0 0 0,2 0 0 0 0,0 0 0 0 0,1 0 0 0 0,7 26 0 0 0,-7-35-375 0 0,0 0 0 0 0,0 0-1 0 0,1 0 1 0 0,0 0-1 0 0,0 0 1 0 0,1-1-1 0 0,0 1 1 0 0,0-1-1 0 0,1 0 1 0 0,-1-1-1 0 0,2 0 1 0 0,-1 0-1 0 0,1 0 1 0 0,0-1-1 0 0,0 1 1 0 0,11 4 0 0 0,-1-2-1049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7.075"/>
    </inkml:context>
    <inkml:brush xml:id="br0">
      <inkml:brushProperty name="width" value="0.1" units="cm"/>
      <inkml:brushProperty name="height" value="0.1" units="cm"/>
    </inkml:brush>
  </inkml:definitions>
  <inkml:trace contextRef="#ctx0" brushRef="#br0">221 28 4145 0 0,'-18'-10'2032'0'0,"14"7"-953"0"0,-1 1-1 0 0,0-1 0 0 0,0 1 1 0 0,0 0-1 0 0,-9-2 0 0 0,12 3-816 0 0,-1 1 1 0 0,1 0-1 0 0,-1 0 0 0 0,1 0 0 0 0,0 0 0 0 0,-1 1 0 0 0,1-1 0 0 0,-1 0 1 0 0,1 1-1 0 0,0 0 0 0 0,-1 0 0 0 0,1 0 0 0 0,0 0 0 0 0,0 0 0 0 0,-1 0 1 0 0,-2 2-1 0 0,-4 4 211 0 0,1 1-1 0 0,0 0 1 0 0,0 0 0 0 0,0 0 0 0 0,1 1 0 0 0,0 0 0 0 0,1 0 0 0 0,0 1 0 0 0,-8 16 0 0 0,6-8-310 0 0,1-1 0 0 0,1 1-1 0 0,0 0 1 0 0,1 0 0 0 0,-2 19 0 0 0,6-33-211 0 0,1 0-1 0 0,0 0 0 0 0,0 0 1 0 0,0 0-1 0 0,0 0 0 0 0,1 0 1 0 0,-1 0-1 0 0,1 0 1 0 0,0-1-1 0 0,0 1 0 0 0,1 0 1 0 0,2 5-1 0 0,-4-8-1 0 0,1 0 1 0 0,0-1-1 0 0,-1 1 0 0 0,1 0 1 0 0,0 0-1 0 0,-1-1 0 0 0,1 1 1 0 0,0 0-1 0 0,0-1 0 0 0,0 1 1 0 0,-1 0-1 0 0,1-1 0 0 0,0 1 1 0 0,0-1-1 0 0,0 0 0 0 0,0 1 1 0 0,0-1-1 0 0,0 0 0 0 0,0 1 1 0 0,1-1-1 0 0,0 0-20 0 0,0 0 0 0 0,0-1 1 0 0,0 1-1 0 0,0 0 0 0 0,-1-1 0 0 0,1 1 1 0 0,0-1-1 0 0,0 0 0 0 0,-1 0 0 0 0,1 0 1 0 0,0 0-1 0 0,-1 0 0 0 0,1 0 0 0 0,-1 0 1 0 0,2-2-1 0 0,4-3-152 0 0,0-1 0 0 0,-1-1 0 0 0,0 1 0 0 0,0-1 0 0 0,5-10 0 0 0,-5 8 441 0 0,0 1-1 0 0,1-1 1 0 0,8-8 0 0 0,-14 18-167 0 0,-1-1 1 0 0,1 1-1 0 0,-1-1 1 0 0,1 1 0 0 0,0 0-1 0 0,-1-1 1 0 0,1 1 0 0 0,-1-1-1 0 0,1 1 1 0 0,0 0 0 0 0,-1 0-1 0 0,1-1 1 0 0,0 1 0 0 0,-1 0-1 0 0,1 0 1 0 0,0 0 0 0 0,-1 0-1 0 0,1 0 1 0 0,0 0 0 0 0,0 0-1 0 0,-1 0 1 0 0,1 0-1 0 0,0 0 1 0 0,-1 0 0 0 0,1 0-1 0 0,0 0 1 0 0,-1 1 0 0 0,1-1-1 0 0,0 0 1 0 0,-1 1 0 0 0,1-1-1 0 0,-1 0 1 0 0,1 1 0 0 0,0-1-1 0 0,-1 1 1 0 0,1-1 0 0 0,-1 1-1 0 0,1-1 1 0 0,-1 1 0 0 0,1-1-1 0 0,-1 1 1 0 0,0-1-1 0 0,1 1 1 0 0,-1-1 0 0 0,0 1-1 0 0,1 0 1 0 0,-1-1 0 0 0,0 1-1 0 0,0 0 1 0 0,0-1 0 0 0,1 2-1 0 0,13 41 381 0 0,-13-37-308 0 0,0 1-294 0 0,1 0 1 0 0,0 0-1 0 0,0 0 1 0 0,0-1-1 0 0,1 1 1 0 0,0-1-1 0 0,1 0 0 0 0,-1 0 1 0 0,1 0-1 0 0,0 0 1 0 0,0-1-1 0 0,11 11 1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7.376"/>
    </inkml:context>
    <inkml:brush xml:id="br0">
      <inkml:brushProperty name="width" value="0.1" units="cm"/>
      <inkml:brushProperty name="height" value="0.1" units="cm"/>
    </inkml:brush>
  </inkml:definitions>
  <inkml:trace contextRef="#ctx0" brushRef="#br0">137 10 5065 0 0,'-1'-1'59'0'0,"1"1"0"0"0,-1-1 0 0 0,0 0 1 0 0,1 1-1 0 0,-1-1 0 0 0,0 0 0 0 0,1 1 0 0 0,-1-1 0 0 0,0 1 0 0 0,0-1 0 0 0,1 1 0 0 0,-1-1 0 0 0,0 1 1 0 0,0 0-1 0 0,0-1 0 0 0,0 1 0 0 0,0 0 0 0 0,1 0 0 0 0,-1 0 0 0 0,0-1 0 0 0,0 1 0 0 0,0 0 1 0 0,0 0-1 0 0,0 0 0 0 0,0 0 0 0 0,0 1 0 0 0,0-1 0 0 0,0 0 0 0 0,0 0 0 0 0,1 1 0 0 0,-1-1 0 0 0,0 0 1 0 0,0 1-1 0 0,0-1 0 0 0,0 1 0 0 0,1-1 0 0 0,-2 1 0 0 0,0 2 236 0 0,0-1 0 0 0,0 1 0 0 0,0 0 0 0 0,0 0 0 0 0,0 0 0 0 0,1 0 0 0 0,-1 0 0 0 0,1 0 0 0 0,-2 6 0 0 0,0 0 331 0 0,1 1 0 0 0,0 0 0 0 0,1 0 0 0 0,0 0 0 0 0,1 0 0 0 0,-1 0 0 0 0,3 14 1 0 0,15 69 3283 0 0,-11-71-3046 0 0,-1 0 0 0 0,-2 1 1 0 0,2 33-1 0 0,-5-48-770 0 0,-1-1 0 0 0,1 1 0 0 0,-2 0 0 0 0,1 0 0 0 0,-1-1 0 0 0,0 1 0 0 0,-1-1 0 0 0,1 1 0 0 0,-2-1 1 0 0,1 0-1 0 0,-1 0 0 0 0,0 0 0 0 0,0-1 0 0 0,-6 8 0 0 0,7-10-254 0 0,-1 0 1 0 0,1 0 0 0 0,-1-1-1 0 0,1 1 1 0 0,-1-1 0 0 0,0 1-1 0 0,0-1 1 0 0,-1 0 0 0 0,1-1-1 0 0,-1 1 1 0 0,1-1-1 0 0,-1 0 1 0 0,0 0 0 0 0,0 0-1 0 0,-5 0 1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7.695"/>
    </inkml:context>
    <inkml:brush xml:id="br0">
      <inkml:brushProperty name="width" value="0.1" units="cm"/>
      <inkml:brushProperty name="height" value="0.1" units="cm"/>
    </inkml:brush>
  </inkml:definitions>
  <inkml:trace contextRef="#ctx0" brushRef="#br0">0 262 6449 0 0,'11'2'579'0'0,"0"-1"0"0"0,-1 0 0 0 0,1-1 0 0 0,-1 0 0 0 0,1-1 0 0 0,0 0 0 0 0,-1-1 0 0 0,1 0 0 0 0,-1 0 0 0 0,0-1 0 0 0,0 0 0 0 0,16-8 0 0 0,-21 8-381 0 0,0-1 0 0 0,-1 1-1 0 0,1-1 1 0 0,-1-1-1 0 0,1 1 1 0 0,-1 0 0 0 0,0-1-1 0 0,-1 0 1 0 0,1 0-1 0 0,-1 0 1 0 0,0 0 0 0 0,-1-1-1 0 0,1 1 1 0 0,-1-1-1 0 0,0 1 1 0 0,0-1 0 0 0,0 0-1 0 0,-1 0 1 0 0,1-7-1 0 0,-1 7-134 0 0,-1 0-1 0 0,1 0 1 0 0,-1 0-1 0 0,0-1 1 0 0,0 1-1 0 0,-1 0 0 0 0,0 0 1 0 0,0 0-1 0 0,0 0 1 0 0,-1 0-1 0 0,0 0 1 0 0,0 0-1 0 0,-1 0 1 0 0,1 1-1 0 0,-1-1 0 0 0,0 1 1 0 0,-1 0-1 0 0,-6-9 1 0 0,9 13-79 0 0,0 0 0 0 0,0-1 0 0 0,0 1 0 0 0,-1 0 0 0 0,1 0 0 0 0,0 0 1 0 0,-1 0-1 0 0,1 0 0 0 0,-1 0 0 0 0,1 0 0 0 0,-1 1 0 0 0,1-1 0 0 0,-1 1 0 0 0,1-1 0 0 0,-1 1 0 0 0,0-1 1 0 0,1 1-1 0 0,-1 0 0 0 0,1 0 0 0 0,-1-1 0 0 0,0 1 0 0 0,0 0 0 0 0,1 1 0 0 0,-1-1 0 0 0,0 0 1 0 0,1 0-1 0 0,-1 1 0 0 0,1-1 0 0 0,-1 1 0 0 0,0 0 0 0 0,1-1 0 0 0,-1 1 0 0 0,1 0 0 0 0,0 0 1 0 0,-1 0-1 0 0,1 0 0 0 0,0 0 0 0 0,-1 0 0 0 0,1 0 0 0 0,0 0 0 0 0,0 1 0 0 0,0-1 0 0 0,0 0 0 0 0,0 1 1 0 0,0-1-1 0 0,-1 3 0 0 0,-2 2 308 0 0,0 1 0 0 0,1 0 0 0 0,0 1 0 0 0,0-1 0 0 0,0 1 0 0 0,1-1 0 0 0,0 1 0 0 0,-1 12 0 0 0,2-9-71 0 0,2 0 0 0 0,-1 0-1 0 0,1-1 1 0 0,1 1-1 0 0,0 0 1 0 0,1-1 0 0 0,0 1-1 0 0,0-1 1 0 0,1 0-1 0 0,0 0 1 0 0,10 15 0 0 0,-11-19-373 0 0,0 0 1 0 0,1-1-1 0 0,0 0 1 0 0,0 0-1 0 0,0 0 1 0 0,0 0-1 0 0,1-1 1 0 0,0 1-1 0 0,0-1 1 0 0,0 0 0 0 0,1-1-1 0 0,-1 1 1 0 0,1-1-1 0 0,0 0 1 0 0,0-1-1 0 0,0 1 1 0 0,0-1-1 0 0,0-1 1 0 0,0 1 0 0 0,11 1-1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9.105"/>
    </inkml:context>
    <inkml:brush xml:id="br0">
      <inkml:brushProperty name="width" value="0.1" units="cm"/>
      <inkml:brushProperty name="height" value="0.1" units="cm"/>
    </inkml:brush>
  </inkml:definitions>
  <inkml:trace contextRef="#ctx0" brushRef="#br0">156 445 10594 0 0,'-1'-1'237'0'0,"0"-1"1"0"0,0 1-1 0 0,0 0 0 0 0,0-1 0 0 0,0 1 0 0 0,-1 0 1 0 0,1 0-1 0 0,0 0 0 0 0,-1 0 0 0 0,1 0 0 0 0,-1 0 0 0 0,1 0 1 0 0,-1 0-1 0 0,1 0 0 0 0,-1 1 0 0 0,0-1 0 0 0,1 1 1 0 0,-1-1-1 0 0,0 1 0 0 0,1 0 0 0 0,-1-1 0 0 0,0 1 0 0 0,0 0 1 0 0,1 0-1 0 0,-1 0 0 0 0,0 1 0 0 0,0-1 0 0 0,1 0 0 0 0,-1 1 1 0 0,0-1-1 0 0,1 1 0 0 0,-1-1 0 0 0,-2 2 0 0 0,-1 0 68 0 0,0 0-1 0 0,-1 0 0 0 0,1 1 0 0 0,0 0 0 0 0,0 0 0 0 0,1 0 0 0 0,-1 1 0 0 0,-7 7 0 0 0,6-3-251 0 0,1 0 0 0 0,0 0-1 0 0,0 0 1 0 0,1 0-1 0 0,0 1 1 0 0,0 0 0 0 0,1 0-1 0 0,0 0 1 0 0,1 0 0 0 0,0 1-1 0 0,-1 9 1 0 0,1-2 19 0 0,1 0 1 0 0,0 1-1 0 0,1-1 0 0 0,1 0 1 0 0,4 21-1 0 0,-4-33-277 0 0,0 0-1 0 0,1 0 1 0 0,0 0 0 0 0,-1 0 0 0 0,2 0 0 0 0,-1 0 0 0 0,0 0-1 0 0,1-1 1 0 0,5 7 0 0 0,-8-10 131 0 0,1 0-1 0 0,0-1 1 0 0,-1 1 0 0 0,1 0 0 0 0,0 0-1 0 0,0-1 1 0 0,0 1 0 0 0,0-1-1 0 0,0 1 1 0 0,0-1 0 0 0,0 1-1 0 0,0-1 1 0 0,0 0 0 0 0,0 1 0 0 0,0-1-1 0 0,0 0 1 0 0,0 0 0 0 0,0 0-1 0 0,0 1 1 0 0,1-1 0 0 0,0-1 17 0 0,0 1 0 0 0,-1-1 0 0 0,1 0 0 0 0,-1 1 0 0 0,1-1 1 0 0,-1 0-1 0 0,1 0 0 0 0,-1 0 0 0 0,0 0 0 0 0,1 0 0 0 0,-1 0 0 0 0,0-1 0 0 0,0 1 1 0 0,0 0-1 0 0,0-1 0 0 0,0 1 0 0 0,1-2 0 0 0,10-17-1141 0 0,-1 0 0 0 0,0 0 0 0 0,-2-2 0 0 0,0 1 0 0 0,9-39 0 0 0,-9 23-89 0 0,-2 0 1 0 0,4-65-1 0 0,-11 55 366 0 0,-1-1 0 0 0,-9-53 0 0 0,-10-29 3688 0 0,4 50 9478 0 0,12 99-9214 0 0,0 34-2107 0 0,8 12-429 0 0,1-1 0 0 0,4 0 0 0 0,34 123 0 0 0,-29-141-423 0 0,2-1-1 0 0,2-1 1 0 0,2 0 0 0 0,2-1-1 0 0,2-1 1 0 0,30 38 0 0 0,24 12-2661 0 0,-54-68-5666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9.550"/>
    </inkml:context>
    <inkml:brush xml:id="br0">
      <inkml:brushProperty name="width" value="0.1" units="cm"/>
      <inkml:brushProperty name="height" value="0.1" units="cm"/>
    </inkml:brush>
  </inkml:definitions>
  <inkml:trace contextRef="#ctx0" brushRef="#br0">33 30 6913 0 0,'-30'-29'11253'0'0,"30"29"-11160"0"0,-2 21 1870 0 0,5 83-201 0 0,30 178 0 0 0,-30-262-1670 0 0,1 0-1 0 0,12 33 1 0 0,-14-48-62 0 0,0 0 0 0 0,0 0 0 0 0,0 0 0 0 0,1 0 0 0 0,0-1 0 0 0,-1 0-1 0 0,2 1 1 0 0,-1-1 0 0 0,0 0 0 0 0,1 0 0 0 0,0-1 0 0 0,0 1 0 0 0,0-1 0 0 0,0 0 0 0 0,10 5 0 0 0,-13-7-35 0 0,1 0 1 0 0,-1-1-1 0 0,1 1 0 0 0,-1-1 1 0 0,0 0-1 0 0,1 1 1 0 0,-1-1-1 0 0,1 0 0 0 0,0 0 1 0 0,-1 0-1 0 0,1 0 1 0 0,-1 0-1 0 0,1 0 0 0 0,-1 0 1 0 0,1-1-1 0 0,-1 1 1 0 0,1-1-1 0 0,-1 1 0 0 0,0-1 1 0 0,1 1-1 0 0,-1-1 1 0 0,2-1-1 0 0,0 0-30 0 0,-1 0 0 0 0,1 0 0 0 0,-1-1 0 0 0,0 1 0 0 0,0-1 0 0 0,0 1 0 0 0,0-1 0 0 0,0 0 0 0 0,2-5 0 0 0,1-5-179 0 0,0-1 0 0 0,-1 1 0 0 0,4-25 0 0 0,9-76-4057 0 0,-13 96-2659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19.994"/>
    </inkml:context>
    <inkml:brush xml:id="br0">
      <inkml:brushProperty name="width" value="0.1" units="cm"/>
      <inkml:brushProperty name="height" value="0.1" units="cm"/>
    </inkml:brush>
  </inkml:definitions>
  <inkml:trace contextRef="#ctx0" brushRef="#br0">1 29 15579 0 0,'8'27'2373'0'0,"-7"-23"-2109"0"0,9 23 1152 0 0,15 33-1 0 0,-21-53-1279 0 0,0 0-1 0 0,1 1 0 0 0,-1-1 0 0 0,2-1 0 0 0,-1 1 0 0 0,0-1 0 0 0,1 0 0 0 0,0 0 0 0 0,8 5 0 0 0,-13-10-134 0 0,1 0 1 0 0,-1 0-1 0 0,1-1 0 0 0,-1 1 0 0 0,1 0 1 0 0,-1-1-1 0 0,1 1 0 0 0,-1-1 0 0 0,1 0 0 0 0,-1 1 1 0 0,1-1-1 0 0,0 0 0 0 0,-1 0 0 0 0,1 0 1 0 0,0 0-1 0 0,-1 0 0 0 0,1 0 0 0 0,-1 0 1 0 0,1-1-1 0 0,0 1 0 0 0,-1-1 0 0 0,1 1 0 0 0,-1-1 1 0 0,1 0-1 0 0,-1 1 0 0 0,1-1 0 0 0,-1 0 1 0 0,0 0-1 0 0,1 0 0 0 0,-1 0 0 0 0,0 0 0 0 0,0 0 1 0 0,0 0-1 0 0,0-1 0 0 0,0 1 0 0 0,0 0 1 0 0,0-1-1 0 0,1-1 0 0 0,5-8-3 0 0,-1 0 0 0 0,0 0 0 0 0,8-24 0 0 0,-10 22 1 0 0,12-31 11 0 0,-12 29 7 0 0,1 0 0 0 0,1 0 0 0 0,10-17 0 0 0,-16 31-12 0 0,0 1-1 0 0,0 0 1 0 0,0 0-1 0 0,0 0 1 0 0,0 0-1 0 0,0 0 1 0 0,0 0-1 0 0,0 0 0 0 0,0 0 1 0 0,1 0-1 0 0,-1 0 1 0 0,0 0-1 0 0,0 0 1 0 0,0 0-1 0 0,0 0 1 0 0,0-1-1 0 0,0 1 0 0 0,0 0 1 0 0,1 0-1 0 0,-1 0 1 0 0,0 0-1 0 0,0 0 1 0 0,0 0-1 0 0,0 0 0 0 0,0 0 1 0 0,0 0-1 0 0,0 0 1 0 0,1 1-1 0 0,-1-1 1 0 0,0 0-1 0 0,0 0 1 0 0,0 0-1 0 0,0 0 0 0 0,0 0 1 0 0,0 0-1 0 0,0 0 1 0 0,0 0-1 0 0,0 0 1 0 0,1 0-1 0 0,-1 0 0 0 0,0 0 1 0 0,0 0-1 0 0,0 0 1 0 0,0 1-1 0 0,0-1 1 0 0,0 0-1 0 0,0 0 1 0 0,0 0-1 0 0,0 0 0 0 0,0 0 1 0 0,0 0-1 0 0,0 0 1 0 0,0 0-1 0 0,0 1 1 0 0,0-1-1 0 0,0 0 1 0 0,0 0-1 0 0,5 13 143 0 0,2 12 25 0 0,-7-25-169 0 0,9 44 404 0 0,-3 1 1 0 0,3 85 0 0 0,-10-117-409 0 0,1 0-1 0 0,-2 0 1 0 0,0 0 0 0 0,0 0-1 0 0,-1 0 1 0 0,-1-1 0 0 0,0 1 0 0 0,-1-1-1 0 0,0 0 1 0 0,-1-1 0 0 0,0 1-1 0 0,0-1 1 0 0,-2 0 0 0 0,-15 18 0 0 0,-81 67-2417 0 0,98-92 1938 0 0,-12 11-7238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20.419"/>
    </inkml:context>
    <inkml:brush xml:id="br0">
      <inkml:brushProperty name="width" value="0.1" units="cm"/>
      <inkml:brushProperty name="height" value="0.1" units="cm"/>
    </inkml:brush>
  </inkml:definitions>
  <inkml:trace contextRef="#ctx0" brushRef="#br0">15 0 3681 0 0,'-12'43'9120'0'0,"9"3"-4022"0"0,13 49-1903 0 0,-3-40-2322 0 0,2 135 180 0 0,-8-121-979 0 0,2-1 0 0 0,4 0 1 0 0,15 69-1 0 0,-7-92-802 0 0,-8-30 56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20.767"/>
    </inkml:context>
    <inkml:brush xml:id="br0">
      <inkml:brushProperty name="width" value="0.1" units="cm"/>
      <inkml:brushProperty name="height" value="0.1" units="cm"/>
    </inkml:brush>
  </inkml:definitions>
  <inkml:trace contextRef="#ctx0" brushRef="#br0">129 79 10594 0 0,'1'-1'212'0'0,"-1"-1"1"0"0,1 0-1 0 0,-1 0 0 0 0,0 0 0 0 0,1 1 1 0 0,-1-1-1 0 0,0 0 0 0 0,0 0 0 0 0,0 0 0 0 0,0 0 1 0 0,-1 0-1 0 0,1 1 0 0 0,0-1 0 0 0,-1 0 0 0 0,1 0 1 0 0,-1 1-1 0 0,0-1 0 0 0,0 0 0 0 0,-1-2 0 0 0,1 3-65 0 0,0 0 0 0 0,0 1-1 0 0,0-1 1 0 0,0 1-1 0 0,0-1 1 0 0,0 1 0 0 0,1 0-1 0 0,-1-1 1 0 0,-1 1 0 0 0,1 0-1 0 0,0 0 1 0 0,0 0-1 0 0,0 0 1 0 0,0-1 0 0 0,0 1-1 0 0,0 1 1 0 0,0-1-1 0 0,0 0 1 0 0,0 0 0 0 0,0 0-1 0 0,0 0 1 0 0,0 1-1 0 0,0-1 1 0 0,0 1 0 0 0,0-1-1 0 0,0 1 1 0 0,0-1 0 0 0,0 1-1 0 0,1-1 1 0 0,-1 1-1 0 0,0 0 1 0 0,0-1 0 0 0,0 1-1 0 0,1 0 1 0 0,-1 0-1 0 0,0 0 1 0 0,-7 7 119 0 0,1-1 0 0 0,0 1 0 0 0,1 1 0 0 0,0-1 0 0 0,0 1 0 0 0,1 0 0 0 0,0 0 0 0 0,-6 17 0 0 0,4-9-174 0 0,2 1 0 0 0,0-1 0 0 0,1 1 0 0 0,-2 21 0 0 0,5-26-82 0 0,0 0-1 0 0,1 0 1 0 0,1 0 0 0 0,0 0-1 0 0,1 0 1 0 0,1-1 0 0 0,0 1 0 0 0,0-1-1 0 0,1 1 1 0 0,1-1 0 0 0,6 13-1 0 0,-8-20 2 0 0,0 1 0 0 0,0-1-1 0 0,0 0 1 0 0,1 0 0 0 0,0-1 0 0 0,0 1-1 0 0,0-1 1 0 0,0 0 0 0 0,1 0-1 0 0,-1 0 1 0 0,1 0 0 0 0,0-1-1 0 0,0 0 1 0 0,1 0 0 0 0,-1 0 0 0 0,1-1-1 0 0,-1 0 1 0 0,1 0 0 0 0,0 0-1 0 0,0 0 1 0 0,0-1 0 0 0,0 0 0 0 0,0-1-1 0 0,0 1 1 0 0,0-1 0 0 0,6-1-1 0 0,-7 0-8 0 0,-1 0 0 0 0,1 0 0 0 0,-1 0 0 0 0,0-1 0 0 0,0 0 0 0 0,1 0-1 0 0,-1 0 1 0 0,0 0 0 0 0,-1-1 0 0 0,1 1 0 0 0,0-1 0 0 0,-1 0 0 0 0,1 0-1 0 0,-1-1 1 0 0,0 1 0 0 0,0-1 0 0 0,0 1 0 0 0,-1-1 0 0 0,1 0 0 0 0,-1 0 0 0 0,0 0-1 0 0,0 0 1 0 0,0-1 0 0 0,-1 1 0 0 0,2-5 0 0 0,1-4-16 0 0,0-1 1 0 0,-1 0 0 0 0,-1 0-1 0 0,0 0 1 0 0,-1 0-1 0 0,-1-28 1 0 0,-2 22 11 0 0,-1-1 0 0 0,0 1 1 0 0,-2-1-1 0 0,0 1 0 0 0,-17-38 0 0 0,19 49-78 0 0,-2 0-1 0 0,1 0 1 0 0,-1 1 0 0 0,0 0-1 0 0,-1 0 1 0 0,0 0 0 0 0,0 1-1 0 0,-1 0 1 0 0,0 0-1 0 0,0 0 1 0 0,-1 1 0 0 0,0 0-1 0 0,0 1 1 0 0,-17-9 0 0 0,20 12-236 0 0,0 0 1 0 0,-1 1-1 0 0,1 0 1 0 0,0 0-1 0 0,-1 0 0 0 0,1 1 1 0 0,-1-1-1 0 0,0 1 1 0 0,1 1-1 0 0,-1-1 1 0 0,1 1-1 0 0,-6 1 1 0 0,-6 3-6362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21.284"/>
    </inkml:context>
    <inkml:brush xml:id="br0">
      <inkml:brushProperty name="width" value="0.1" units="cm"/>
      <inkml:brushProperty name="height" value="0.1" units="cm"/>
    </inkml:brush>
  </inkml:definitions>
  <inkml:trace contextRef="#ctx0" brushRef="#br0">351 0 5985 0 0,'0'13'1699'0'0,"4"8"6033"0"0,0-4-2942 0 0,-3-5-5577 0 0,-3-1 991 0 0,0 1 0 0 0,0-1 0 0 0,-1 1 0 0 0,0-1 1 0 0,-1 0-1 0 0,0 0 0 0 0,-1-1 0 0 0,0 1 0 0 0,-1-1 0 0 0,0 0 1 0 0,-11 14-1 0 0,5-9-156 0 0,0-1 1 0 0,-1 0 0 0 0,-1-1 0 0 0,0 0 0 0 0,-1-1-1 0 0,-20 13 1 0 0,30-22-100 0 0,0-1 1 0 0,0 1-1 0 0,0-1 0 0 0,0 0 1 0 0,0 0-1 0 0,-1 0 0 0 0,1-1 1 0 0,-1 0-1 0 0,1 0 0 0 0,-1 0 0 0 0,1-1 1 0 0,-1 1-1 0 0,1-1 0 0 0,-1-1 1 0 0,0 1-1 0 0,1-1 0 0 0,-1 0 1 0 0,1 0-1 0 0,0-1 0 0 0,-1 0 0 0 0,-5-2 1 0 0,7 2-14 0 0,0-1 1 0 0,0 1-1 0 0,0-1 1 0 0,0 0-1 0 0,0 0 1 0 0,1-1 0 0 0,-1 1-1 0 0,1-1 1 0 0,0 0-1 0 0,0 1 1 0 0,0-1-1 0 0,0-1 1 0 0,1 1-1 0 0,0 0 1 0 0,0-1-1 0 0,0 1 1 0 0,0-1-1 0 0,1 1 1 0 0,0-1-1 0 0,0 0 1 0 0,0 0 0 0 0,0 1-1 0 0,1-1 1 0 0,0-7-1 0 0,0 5 158 0 0,1-1 0 0 0,0 1 0 0 0,0-1 0 0 0,1 1 0 0 0,0 0 0 0 0,1-1 0 0 0,-1 1 0 0 0,1 0 0 0 0,0 1 0 0 0,1-1 0 0 0,0 0 0 0 0,0 1 0 0 0,0 0 0 0 0,1 0 0 0 0,0 0 0 0 0,0 1 1 0 0,1 0-1 0 0,-1 0 0 0 0,11-8 0 0 0,-12 11-45 0 0,0-1 1 0 0,0 1-1 0 0,0-1 0 0 0,1 1 1 0 0,-1 0-1 0 0,1 1 1 0 0,-1-1-1 0 0,1 1 1 0 0,0 0-1 0 0,-1 0 1 0 0,1 0-1 0 0,0 1 1 0 0,0 0-1 0 0,0 0 1 0 0,-1 0-1 0 0,1 0 1 0 0,0 1-1 0 0,0 0 0 0 0,-1 0 1 0 0,1 0-1 0 0,0 0 1 0 0,-1 1-1 0 0,1 0 1 0 0,-1 0-1 0 0,0 0 1 0 0,1 0-1 0 0,-1 1 1 0 0,0 0-1 0 0,-1 0 1 0 0,1 0-1 0 0,6 6 1 0 0,-1 2 21 0 0,0 0 1 0 0,0 1 0 0 0,-1 0-1 0 0,-1 1 1 0 0,0 0 0 0 0,-1 0 0 0 0,0 0-1 0 0,-1 1 1 0 0,0-1 0 0 0,-1 1 0 0 0,-1 1-1 0 0,0-1 1 0 0,1 21 0 0 0,-1 21 73 0 0,-2 1-1 0 0,-6 59 1 0 0,3-93-206 0 0,0 27-344 0 0,-3 31 979 0 0,-4-29-7735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21.840"/>
    </inkml:context>
    <inkml:brush xml:id="br0">
      <inkml:brushProperty name="width" value="0.1" units="cm"/>
      <inkml:brushProperty name="height" value="0.1" units="cm"/>
    </inkml:brush>
  </inkml:definitions>
  <inkml:trace contextRef="#ctx0" brushRef="#br0">218 1 11058 0 0,'-27'6'1745'0'0,"22"-6"-958"0"0,1 1-1 0 0,0 0 0 0 0,-1 0 1 0 0,1 1-1 0 0,0-1 1 0 0,0 1-1 0 0,-5 3 1 0 0,6-4-677 0 0,0 1 1 0 0,1 1 0 0 0,0-1-1 0 0,-1 0 1 0 0,1 1 0 0 0,0-1 0 0 0,0 1-1 0 0,-2 3 1 0 0,-14 27 334 0 0,1 1 0 0 0,2 1 0 0 0,1 0 0 0 0,2 1 0 0 0,-14 67 1 0 0,15-44-308 0 0,4-1 1 0 0,1 1 0 0 0,4 61 0 0 0,4-79 12 0 0,2-1 0 0 0,1-1 1 0 0,2 1-1 0 0,2-1 0 0 0,2 0 0 0 0,2-1 1 0 0,1 0-1 0 0,21 39 0 0 0,-10-29 194 0 0,3-2 1 0 0,1-1-1 0 0,2-1 0 0 0,2-2 0 0 0,62 60 1 0 0,-81-88-239 0 0,0-1 0 0 0,1 0 0 0 0,1-2 0 0 0,0 1 0 0 0,1-2 0 0 0,0 0 0 0 0,28 11 0 0 0,-32-17-266 0 0,0 0 0 0 0,0 0 1 0 0,0-2-1 0 0,1 1 0 0 0,-1-2 0 0 0,1 1 0 0 0,-1-2 0 0 0,1 0 1 0 0,-1-1-1 0 0,1 0 0 0 0,23-6 0 0 0,8-6-6112 0 0,4-3-2084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18:22.694"/>
    </inkml:context>
    <inkml:brush xml:id="br0">
      <inkml:brushProperty name="width" value="0.1" units="cm"/>
      <inkml:brushProperty name="height" value="0.1" units="cm"/>
    </inkml:brush>
  </inkml:definitions>
  <inkml:trace contextRef="#ctx0" brushRef="#br0">1 1 920 0 0,'97'82'11144'0'0,"-5"9"-4367"0"0,-44-39-4546 0 0,68 98 1 0 0,-88-109-2161 0 0,-2 1 0 0 0,-2 2 0 0 0,-2 1-1 0 0,-2 0 1 0 0,-2 1 0 0 0,-1 2 0 0 0,-3-1-1 0 0,10 66 1 0 0,-20-82 101 0 0,-2 1 1 0 0,-1-1-1 0 0,-1 1 0 0 0,-2-1 1 0 0,-1 0-1 0 0,-2 0 0 0 0,-1 0 0 0 0,-1 0 1 0 0,-2-1-1 0 0,-1 0 0 0 0,-16 35 1 0 0,6-25-408 0 0,-2 0 1 0 0,-1-2 0 0 0,-2-1 0 0 0,-2 0-1 0 0,-1-2 1 0 0,-2-1 0 0 0,-43 38-1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45.030"/>
    </inkml:context>
    <inkml:brush xml:id="br0">
      <inkml:brushProperty name="width" value="0.1" units="cm"/>
      <inkml:brushProperty name="height" value="0.1" units="cm"/>
      <inkml:brushProperty name="color" value="#008C3A"/>
    </inkml:brush>
  </inkml:definitions>
  <inkml:trace contextRef="#ctx0" brushRef="#br0">9 56 3681 0 0,'-3'-10'345'0'0,"2"8"195"0"0,0 0-1 0 0,0-1 1 0 0,1 1-1 0 0,-1-1 1 0 0,1 1-1 0 0,-1-1 1 0 0,1 1-1 0 0,0-1 1 0 0,0 1-1 0 0,0-1 1 0 0,0 0 0 0 0,0 1-1 0 0,0-1 1 0 0,1 1-1 0 0,1-5 1 0 0,-2 7-461 0 0,0 0 0 0 0,0 0 0 0 0,1-1 0 0 0,-1 1 1 0 0,0 0-1 0 0,1 0 0 0 0,-1 0 0 0 0,0 0 0 0 0,1 0 0 0 0,-1 0 1 0 0,0 0-1 0 0,1 0 0 0 0,-1 0 0 0 0,0 0 0 0 0,1 0 0 0 0,-1 0 1 0 0,0 0-1 0 0,1 0 0 0 0,-1 0 0 0 0,0 0 0 0 0,1 0 0 0 0,-1 0 0 0 0,0 1 1 0 0,1-1-1 0 0,-1 0 0 0 0,0 0 0 0 0,0 0 0 0 0,1 0 0 0 0,-1 1 1 0 0,0-1-1 0 0,1 0 0 0 0,-1 0 0 0 0,0 1 0 0 0,0-1 0 0 0,0 0 1 0 0,1 0-1 0 0,-1 1 0 0 0,0-1 0 0 0,0 0 0 0 0,0 1 0 0 0,0-1 1 0 0,0 0-1 0 0,1 1 0 0 0,-1-1 0 0 0,0 0 0 0 0,0 1 0 0 0,0-1 1 0 0,0 0-1 0 0,0 1 0 0 0,0-1 0 0 0,0 0 0 0 0,0 1 0 0 0,0-1 1 0 0,0 0-82 0 0,0 1 299 0 0,0 5-28 0 0,1 159 115 0 0,1 44 356 0 0,1-168-640 0 0,2 0-1 0 0,1-1 1 0 0,13 44-1 0 0,-13-65-33 0 0,-2 1 0 0 0,0-1 0 0 0,-1 1 0 0 0,0 31-1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45.629"/>
    </inkml:context>
    <inkml:brush xml:id="br0">
      <inkml:brushProperty name="width" value="0.1" units="cm"/>
      <inkml:brushProperty name="height" value="0.1" units="cm"/>
      <inkml:brushProperty name="color" value="#008C3A"/>
    </inkml:brush>
  </inkml:definitions>
  <inkml:trace contextRef="#ctx0" brushRef="#br0">54 203 4145 0 0,'-38'37'1967'0'0,"22"-20"1633"0"0,22-21-1839 0 0,57-51 1057 0 0,58-67 0 0 0,-47 46-1451 0 0,-76 79-1477 0 0,0 0-1 0 0,0 0 1 0 0,1 0-1 0 0,-1 1 1 0 0,1-1 0 0 0,0 1-1 0 0,0-1 1 0 0,0 1-1 0 0,0-1 1 0 0,0 1-1 0 0,1-1 1 0 0,-1 1 0 0 0,1 0-1 0 0,0-1 1 0 0,0 1-1 0 0,1 0 1 0 0,-1-1 0 0 0,1 1-1 0 0,1 5 1 0 0,2 5-446 0 0,0 1 1 0 0,0-1-1 0 0,2 0 0 0 0,7 15 1 0 0,-7-16-620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45.979"/>
    </inkml:context>
    <inkml:brush xml:id="br0">
      <inkml:brushProperty name="width" value="0.1" units="cm"/>
      <inkml:brushProperty name="height" value="0.1" units="cm"/>
      <inkml:brushProperty name="color" value="#008C3A"/>
    </inkml:brush>
  </inkml:definitions>
  <inkml:trace contextRef="#ctx0" brushRef="#br0">1 37 8290 0 0,'0'-1'86'0'0,"1"1"1"0"0,-1-1 0 0 0,1 0-1 0 0,-1 0 1 0 0,1 1-1 0 0,0-1 1 0 0,-1 0 0 0 0,1 1-1 0 0,0-1 1 0 0,-1 0-1 0 0,1 1 1 0 0,0-1 0 0 0,0 1-1 0 0,0-1 1 0 0,-1 1 0 0 0,1 0-1 0 0,0-1 1 0 0,0 1-1 0 0,0 0 1 0 0,0 0 0 0 0,0-1-1 0 0,0 1 1 0 0,0 0-1 0 0,-1 0 1 0 0,1 0 0 0 0,2 0-1 0 0,33-1 1769 0 0,-28 1-1519 0 0,18-1 708 0 0,64-5 680 0 0,-30-5-4446 0 0,-44 5 1668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46.542"/>
    </inkml:context>
    <inkml:brush xml:id="br0">
      <inkml:brushProperty name="width" value="0.1" units="cm"/>
      <inkml:brushProperty name="height" value="0.1" units="cm"/>
      <inkml:brushProperty name="color" value="#008C3A"/>
    </inkml:brush>
  </inkml:definitions>
  <inkml:trace contextRef="#ctx0" brushRef="#br0">207 1 6913 0 0,'-4'0'321'0'0,"-1"-1"-1"0"0,1 1 0 0 0,-1 1 0 0 0,1-1 0 0 0,0 1 0 0 0,-1-1 0 0 0,1 1 0 0 0,0 0 0 0 0,0 1 0 0 0,0-1 0 0 0,0 1 0 0 0,0 0 0 0 0,0 0 0 0 0,0 0 1 0 0,0 0-1 0 0,1 1 0 0 0,-1-1 0 0 0,1 1 0 0 0,-5 5 0 0 0,-5 4-45 0 0,1 1-1 0 0,0 1 1 0 0,0 0 0 0 0,2 1-1 0 0,-15 26 1 0 0,25-41-274 0 0,0 0 0 0 0,0 0 0 0 0,-1 0 0 0 0,1 1 1 0 0,0-1-1 0 0,0 0 0 0 0,0 0 0 0 0,0 1 0 0 0,0-1 0 0 0,0 0 0 0 0,0 0 0 0 0,0 1 0 0 0,0-1 0 0 0,0 0 0 0 0,1 0 0 0 0,-1 1 0 0 0,0-1 0 0 0,0 0 0 0 0,0 0 1 0 0,0 1-1 0 0,0-1 0 0 0,0 0 0 0 0,0 0 0 0 0,1 0 0 0 0,-1 1 0 0 0,0-1 0 0 0,0 0 0 0 0,0 0 0 0 0,0 0 0 0 0,1 0 0 0 0,-1 1 0 0 0,0-1 0 0 0,0 0 0 0 0,1 0 0 0 0,-1 0 1 0 0,0 0-1 0 0,15 4-122 0 0,21-3-235 0 0,-31-1 312 0 0,11 0-97 0 0,47 1-474 0 0,-61 0 582 0 0,1-1 0 0 0,0 0 1 0 0,0 1-1 0 0,0-1 1 0 0,-1 1-1 0 0,1 0 0 0 0,0 0 1 0 0,0 0-1 0 0,-1 0 1 0 0,1 1-1 0 0,-1-1 0 0 0,1 1 1 0 0,-1-1-1 0 0,0 1 1 0 0,0 0-1 0 0,1 0 0 0 0,1 3 1 0 0,-3-4 60 0 0,-1 0 0 0 0,0 1 1 0 0,1-1-1 0 0,-1 1 0 0 0,0-1 0 0 0,0 1 1 0 0,0-1-1 0 0,0 1 0 0 0,0-1 0 0 0,0 0 1 0 0,0 1-1 0 0,-1-1 0 0 0,1 1 1 0 0,0-1-1 0 0,-1 1 0 0 0,1-1 0 0 0,-1 0 1 0 0,0 1-1 0 0,1-1 0 0 0,-1 0 0 0 0,0 0 1 0 0,0 0-1 0 0,0 1 0 0 0,0-1 0 0 0,-1 1 1 0 0,-31 31 1029 0 0,29-29-856 0 0,-84 67 1607 0 0,26-27-6651 0 0,35-25-354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47.169"/>
    </inkml:context>
    <inkml:brush xml:id="br0">
      <inkml:brushProperty name="width" value="0.1" units="cm"/>
      <inkml:brushProperty name="height" value="0.1" units="cm"/>
      <inkml:brushProperty name="color" value="#008C3A"/>
    </inkml:brush>
  </inkml:definitions>
  <inkml:trace contextRef="#ctx0" brushRef="#br0">149 131 5529 0 0,'-8'-11'1052'0'0,"5"6"-489"0"0,0 1 1 0 0,0 0-1 0 0,-1 0 0 0 0,1 0 1 0 0,-1 0-1 0 0,-8-6 0 0 0,11 9-439 0 0,0 1 0 0 0,-1-1 0 0 0,1 0 0 0 0,0 1 0 0 0,-1 0 0 0 0,1-1 0 0 0,-1 1 0 0 0,1 0 0 0 0,0 0 0 0 0,-1 0 0 0 0,1-1 0 0 0,-1 2 0 0 0,1-1 0 0 0,0 0 0 0 0,-1 0 0 0 0,1 0 0 0 0,-1 1 0 0 0,1-1 0 0 0,0 0-1 0 0,-1 1 1 0 0,1 0 0 0 0,0-1 0 0 0,-1 1 0 0 0,1 0 0 0 0,0-1 0 0 0,0 1 0 0 0,0 0 0 0 0,0 0 0 0 0,0 0 0 0 0,0 0 0 0 0,-1 1 0 0 0,-5 6-17 0 0,1 0-1 0 0,-1 0 1 0 0,2 0-1 0 0,-1 0 1 0 0,1 1 0 0 0,1 0-1 0 0,0 0 1 0 0,0 1-1 0 0,0-1 1 0 0,1 1 0 0 0,1-1-1 0 0,0 1 1 0 0,-2 19-1 0 0,2 0 161 0 0,1 0 1 0 0,1 0-1 0 0,6 45 0 0 0,2-17-428 0 0,17 70 0 0 0,-20-110 106 0 0,0-1 0 0 0,1 1-1 0 0,0-1 1 0 0,1 0 0 0 0,1-1 0 0 0,1 0-1 0 0,0 0 1 0 0,19 23 0 0 0,-23-33-84 0 0,0 0 1 0 0,1 0 0 0 0,-1 0-1 0 0,1-1 1 0 0,0 0 0 0 0,0 0-1 0 0,0-1 1 0 0,0 1-1 0 0,1-1 1 0 0,-1-1 0 0 0,1 1-1 0 0,0-1 1 0 0,0 0 0 0 0,0-1-1 0 0,0 1 1 0 0,0-1-1 0 0,0-1 1 0 0,0 1 0 0 0,0-1-1 0 0,0-1 1 0 0,0 1 0 0 0,0-1-1 0 0,0-1 1 0 0,0 1 0 0 0,0-1-1 0 0,11-4 1 0 0,-7 1-30 0 0,0 0 0 0 0,-1 0 0 0 0,1-1 0 0 0,-1-1 0 0 0,0 0 0 0 0,-1 0 0 0 0,1-1 0 0 0,-2 0 0 0 0,1-1 0 0 0,-1 0 0 0 0,0 0 0 0 0,-1 0 0 0 0,0-1 0 0 0,0-1 0 0 0,4-10 0 0 0,-2 0 334 0 0,-1-1 1 0 0,-1 0 0 0 0,-1 0-1 0 0,-1-1 1 0 0,-1 0 0 0 0,-1 0-1 0 0,-1 0 1 0 0,-1 0-1 0 0,-3-40 1 0 0,-1 29 815 0 0,-2-1 0 0 0,-2 1 0 0 0,0 0 0 0 0,-3 1 1 0 0,-24-59-1 0 0,31 83-728 0 0,-2 0 1 0 0,1 1 0 0 0,-1 0-1 0 0,0 0 1 0 0,-1 0 0 0 0,0 1 0 0 0,0-1-1 0 0,-1 1 1 0 0,0 1 0 0 0,0-1-1 0 0,-13-8 1 0 0,12 11-240 0 0,1 0 0 0 0,0 1 0 0 0,-1 0 0 0 0,0 0 0 0 0,0 0 0 0 0,1 1 1 0 0,-1 1-1 0 0,-1-1 0 0 0,1 1 0 0 0,0 0 0 0 0,0 1 0 0 0,0 0 0 0 0,-16 2 0 0 0,12 0-436 0 0,0 0 1 0 0,0 1-1 0 0,1 0 1 0 0,-1 0-1 0 0,1 2 1 0 0,0-1-1 0 0,0 1 0 0 0,0 1 1 0 0,1 0-1 0 0,-19 14 1 0 0,7 1-1098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47.758"/>
    </inkml:context>
    <inkml:brush xml:id="br0">
      <inkml:brushProperty name="width" value="0.1" units="cm"/>
      <inkml:brushProperty name="height" value="0.1" units="cm"/>
      <inkml:brushProperty name="color" value="#008C3A"/>
    </inkml:brush>
  </inkml:definitions>
  <inkml:trace contextRef="#ctx0" brushRef="#br0">10 57 5065 0 0,'-1'-1'180'0'0,"0"0"1"0"0,0 0-1 0 0,1 0 0 0 0,-1 0 1 0 0,0 0-1 0 0,0 0 0 0 0,1 0 1 0 0,-1 0-1 0 0,1-1 0 0 0,-1 1 1 0 0,1 0-1 0 0,-1 0 0 0 0,1-1 1 0 0,0 1-1 0 0,-1 0 0 0 0,1-1 1 0 0,0 1-1 0 0,0 0 0 0 0,0-1 1 0 0,0 1-1 0 0,0 0 0 0 0,1 0 1 0 0,-1-1-1 0 0,0 1 0 0 0,0 0 1 0 0,1-1-1 0 0,-1 1 0 0 0,1 0 0 0 0,-1 0 1 0 0,1 0-1 0 0,0 0 0 0 0,-1-1 1 0 0,3 0-1 0 0,-3 1-38 0 0,1 0 0 0 0,0 0-1 0 0,-1 0 1 0 0,1 0 0 0 0,0 0 0 0 0,0 0-1 0 0,-1 0 1 0 0,1 0 0 0 0,0 1 0 0 0,0-1-1 0 0,0 0 1 0 0,0 1 0 0 0,0-1 0 0 0,0 1-1 0 0,1-1 1 0 0,-1 1 0 0 0,0-1 0 0 0,0 1-1 0 0,0 0 1 0 0,0-1 0 0 0,0 1-1 0 0,1 0 1 0 0,-1 0 0 0 0,0 0 0 0 0,0 0-1 0 0,0 0 1 0 0,1 0 0 0 0,-1 1 0 0 0,0-1-1 0 0,0 0 1 0 0,0 0 0 0 0,0 1 0 0 0,1-1-1 0 0,-1 1 1 0 0,0-1 0 0 0,0 1 0 0 0,0 0-1 0 0,0-1 1 0 0,0 1 0 0 0,1 1 0 0 0,0 0-97 0 0,1 1 0 0 0,-1-1 0 0 0,-1 1 0 0 0,1 0 1 0 0,0-1-1 0 0,0 1 0 0 0,-1 0 0 0 0,0 0 1 0 0,1 0-1 0 0,-1 0 0 0 0,0 0 0 0 0,-1 0 0 0 0,1 0 1 0 0,0 0-1 0 0,-1 1 0 0 0,0-1 0 0 0,0 0 0 0 0,0 0 1 0 0,0 0-1 0 0,-1 7 0 0 0,-2 6-13 0 0,-1 0-1 0 0,0 0 0 0 0,-7 15 1 0 0,0 3 1459 0 0,9-28-1156 0 0,1-1 0 0 0,0 0 0 0 0,1 0 0 0 0,0 1 1 0 0,-1-1-1 0 0,2 10 0 0 0,0-12-330 0 0,-1-1 0 0 0,0 0 1 0 0,1 0-1 0 0,-1 0 0 0 0,1 0 0 0 0,-1 0 1 0 0,1 0-1 0 0,0 0 0 0 0,0 0 0 0 0,0-1 1 0 0,0 1-1 0 0,1 0 0 0 0,-1 0 0 0 0,0-1 1 0 0,1 1-1 0 0,-1-1 0 0 0,1 1 0 0 0,-1-1 1 0 0,1 1-1 0 0,2 0 0 0 0,-4-2-9 0 0,0 0 0 0 0,0 0 0 0 0,0 0 0 0 0,0 0 0 0 0,0 0 0 0 0,0 0 1 0 0,0-1-1 0 0,0 1 0 0 0,0 0 0 0 0,0 0 0 0 0,0 0 0 0 0,0 0 0 0 0,0 0 0 0 0,0-1 0 0 0,0 1 0 0 0,0 0 0 0 0,0 0 0 0 0,0 0 0 0 0,0 0 0 0 0,0-1 1 0 0,0 1-1 0 0,0 0 0 0 0,0 0 0 0 0,0 0 0 0 0,0 0 0 0 0,0 0 0 0 0,0-1 0 0 0,0 1 0 0 0,0 0 0 0 0,0 0 0 0 0,0 0 0 0 0,0 0 0 0 0,1 0 1 0 0,-1 0-1 0 0,0 0 0 0 0,0-1 0 0 0,0 1 0 0 0,0 0 0 0 0,0 0 0 0 0,0 0 0 0 0,1 0 0 0 0,-1 0 0 0 0,0 0 0 0 0,0 0 0 0 0,0 0 0 0 0,0 0 0 0 0,0 0 1 0 0,1 0-1 0 0,-1 0 0 0 0,0 0 0 0 0,0 0 0 0 0,0 0 0 0 0,0 0 0 0 0,0 0 0 0 0,1 0 0 0 0,-1 0 0 0 0,0 0 0 0 0,0 0 0 0 0,0 0 0 0 0,0 0 0 0 0,0 0 1 0 0,1 0-1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48.299"/>
    </inkml:context>
    <inkml:brush xml:id="br0">
      <inkml:brushProperty name="width" value="0.1" units="cm"/>
      <inkml:brushProperty name="height" value="0.1" units="cm"/>
      <inkml:brushProperty name="color" value="#008C3A"/>
    </inkml:brush>
  </inkml:definitions>
  <inkml:trace contextRef="#ctx0" brushRef="#br0">129 137 2304 0 0,'13'-23'868'0'0,"32"-49"2617"0"0,-10 30 1909 0 0,-42 52-4587 0 0,1-1 1 0 0,1 1-1 0 0,0 1 1 0 0,0-1-1 0 0,-3 12 1 0 0,-7 15-456 0 0,-27 42 41 0 0,23-46-418 0 0,-15 38-1 0 0,34-70 57 0 0,-1-1-1 0 0,1 1 0 0 0,-1 0 0 0 0,1-1 0 0 0,0 1 0 0 0,-1-1 0 0 0,1 1 0 0 0,0 0 0 0 0,0-1 0 0 0,0 1 0 0 0,-1 0 1 0 0,1-1-1 0 0,0 1 0 0 0,0 0 0 0 0,0-1 0 0 0,0 1 0 0 0,0 0 0 0 0,0 0 0 0 0,0-1 0 0 0,0 1 0 0 0,0 0 1 0 0,1-1-1 0 0,-1 1 0 0 0,0 0 0 0 0,0-1 0 0 0,1 1 0 0 0,-1-1 0 0 0,0 1 0 0 0,1 0 0 0 0,-1-1 0 0 0,0 1 0 0 0,1-1 1 0 0,-1 1-1 0 0,1-1 0 0 0,-1 1 0 0 0,1-1 0 0 0,-1 1 0 0 0,1-1 0 0 0,-1 0 0 0 0,1 1 0 0 0,0-1 0 0 0,-1 0 0 0 0,1 1 1 0 0,0-1-1 0 0,-1 0 0 0 0,1 0 0 0 0,0 1 0 0 0,-1-1 0 0 0,1 0 0 0 0,0 0 0 0 0,-1 0 0 0 0,1 0 0 0 0,0 0 1 0 0,-1 0-1 0 0,1 0 0 0 0,0 0 0 0 0,0-1 0 0 0,9 0-51 0 0,-1 0 0 0 0,0-1 0 0 0,15-5 0 0 0,-9 2-4 0 0,0 1 6 0 0,48-8-122 0 0,-59 11 134 0 0,1 1-1 0 0,-1 0 1 0 0,0 0 0 0 0,0 0-1 0 0,0 1 1 0 0,0-1 0 0 0,0 1 0 0 0,0 0-1 0 0,0 0 1 0 0,0 0 0 0 0,-1 1-1 0 0,8 3 1 0 0,-10-4 20 0 0,0 0 0 0 0,1 0 1 0 0,-1 0-1 0 0,0 0 0 0 0,0 1 0 0 0,-1-1 0 0 0,1 0 0 0 0,0 0 1 0 0,0 1-1 0 0,-1-1 0 0 0,1 1 0 0 0,0-1 0 0 0,-1 1 0 0 0,0-1 1 0 0,1 1-1 0 0,-1-1 0 0 0,0 1 0 0 0,0-1 0 0 0,0 1 0 0 0,0-1 1 0 0,0 1-1 0 0,0-1 0 0 0,0 1 0 0 0,0-1 0 0 0,-1 1 0 0 0,1-1 0 0 0,0 1 1 0 0,-1-1-1 0 0,1 1 0 0 0,-1-1 0 0 0,0 1 0 0 0,-1 1 0 0 0,-3 7 157 0 0,-1 0-1 0 0,0-1 1 0 0,-8 12-1 0 0,10-17-106 0 0,-11 16 298 0 0,-1-2 0 0 0,0 0 1 0 0,-2-1-1 0 0,0-1 0 0 0,-32 22 0 0 0,30-25-696 0 0,0-1-1 0 0,0-1 0 0 0,-28 10 0 0 0,22-11-7152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51.979"/>
    </inkml:context>
    <inkml:brush xml:id="br0">
      <inkml:brushProperty name="width" value="0.1" units="cm"/>
      <inkml:brushProperty name="height" value="0.1" units="cm"/>
      <inkml:brushProperty name="color" value="#008C3A"/>
    </inkml:brush>
  </inkml:definitions>
  <inkml:trace contextRef="#ctx0" brushRef="#br0">1 186 1840 0 0,'14'-177'7642'0'0,"-14"176"-7587"0"0,0 1 1 0 0,0 0-1 0 0,0-1 0 0 0,0 1 1 0 0,-1 0-1 0 0,1 0 0 0 0,0-1 1 0 0,0 1-1 0 0,1 0 0 0 0,-1 0 1 0 0,0-1-1 0 0,0 1 1 0 0,0 0-1 0 0,0-1 0 0 0,0 1 1 0 0,0 0-1 0 0,0 0 0 0 0,0-1 1 0 0,0 1-1 0 0,1 0 0 0 0,-1 0 1 0 0,0-1-1 0 0,0 1 0 0 0,0 0 1 0 0,0 0-1 0 0,1 0 0 0 0,-1-1 1 0 0,0 1-1 0 0,0 0 0 0 0,1 0 1 0 0,-1 0-1 0 0,0 0 0 0 0,0 0 1 0 0,1-1-1 0 0,-1 1 1 0 0,0 0-1 0 0,0 0 0 0 0,1 0 1 0 0,8 9 1192 0 0,5 15-38 0 0,-3 3-551 0 0,-2-1-1 0 0,0 1 1 0 0,8 53-1 0 0,3 88-507 0 0,-15-110-266 0 0,1 22-494 0 0,1-1-3961 0 0,-2-31-419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52.320"/>
    </inkml:context>
    <inkml:brush xml:id="br0">
      <inkml:brushProperty name="width" value="0.1" units="cm"/>
      <inkml:brushProperty name="height" value="0.1" units="cm"/>
      <inkml:brushProperty name="color" value="#008C3A"/>
    </inkml:brush>
  </inkml:definitions>
  <inkml:trace contextRef="#ctx0" brushRef="#br0">1 0 10594 0 0,'0'2'42'0'0,"0"-1"0"0"0,1 0 0 0 0,0 1-1 0 0,-1-1 1 0 0,1 0 0 0 0,0 1 0 0 0,-1-1 0 0 0,1 0-1 0 0,0 0 1 0 0,0 0 0 0 0,0 0 0 0 0,0 1 0 0 0,0-2-1 0 0,0 1 1 0 0,1 0 0 0 0,-1 0 0 0 0,2 1 0 0 0,7 7 836 0 0,-4 0-364 0 0,-1 0 0 0 0,0 0-1 0 0,0 1 1 0 0,-1 0 0 0 0,0 0-1 0 0,-1 0 1 0 0,0 0 0 0 0,-1 0-1 0 0,3 18 1 0 0,-2 12-137 0 0,-1 47-1 0 0,-2-71-204 0 0,-5 130-168 0 0,0-84-1507 0 0,4 0-1 0 0,7 76 0 0 0,-5-133 1234 0 0,-1 0-1 0 0,1 0 0 0 0,0 0 0 0 0,0-1 1 0 0,0 1-1 0 0,1 0 0 0 0,0 0 0 0 0,0 0 1 0 0,0-1-1 0 0,1 0 0 0 0,-1 1 1 0 0,6 6-1 0 0,5-2 156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53.195"/>
    </inkml:context>
    <inkml:brush xml:id="br0">
      <inkml:brushProperty name="width" value="0.1" units="cm"/>
      <inkml:brushProperty name="height" value="0.1" units="cm"/>
      <inkml:brushProperty name="color" value="#008C3A"/>
    </inkml:brush>
  </inkml:definitions>
  <inkml:trace contextRef="#ctx0" brushRef="#br0">56 67 3225 0 0,'-4'-19'1467'0'0,"4"16"-1089"0"0,-1 0 0 0 0,1 0 0 0 0,0 1 0 0 0,-1-1 0 0 0,0 1 0 0 0,1-1 0 0 0,-1 0 0 0 0,0 1 0 0 0,0-1 0 0 0,-1 1 0 0 0,1 0 0 0 0,0-1 0 0 0,-1 1 0 0 0,1 0-1 0 0,-1 0 1 0 0,0 0 0 0 0,0 0 0 0 0,-2-2 0 0 0,3 4-320 0 0,1 0-1 0 0,-1 0 1 0 0,0 0 0 0 0,1 1-1 0 0,-1-1 1 0 0,0 0-1 0 0,1 0 1 0 0,-1 0 0 0 0,1 1-1 0 0,-1-1 1 0 0,1 0-1 0 0,-1 1 1 0 0,1-1 0 0 0,-1 0-1 0 0,1 1 1 0 0,-1-1-1 0 0,1 1 1 0 0,-1-1 0 0 0,1 1-1 0 0,-1-1 1 0 0,1 1-1 0 0,0-1 1 0 0,-1 1 0 0 0,1-1-1 0 0,0 1 1 0 0,0 0 0 0 0,-1-1-1 0 0,1 1 1 0 0,0-1-1 0 0,0 1 1 0 0,0 0 0 0 0,0-1-1 0 0,0 1 1 0 0,0 0-1 0 0,-7 26 146 0 0,7-26-159 0 0,-4 28-89 0 0,2 0 0 0 0,0 1 0 0 0,2-1 0 0 0,1 0-1 0 0,2 1 1 0 0,1-1 0 0 0,1 0 0 0 0,15 50 0 0 0,-16-69 5 0 0,0 0 0 0 0,0 0 0 0 0,1 0 1 0 0,0 0-1 0 0,1-1 0 0 0,0 0 0 0 0,1 0 1 0 0,10 11-1 0 0,-14-17-18 0 0,0 0 1 0 0,0-1 0 0 0,1 1-1 0 0,-1 0 1 0 0,0-1 0 0 0,1 0-1 0 0,0 0 1 0 0,0 0 0 0 0,-1 0-1 0 0,1-1 1 0 0,0 1 0 0 0,0-1-1 0 0,1 0 1 0 0,-1 0 0 0 0,0-1 0 0 0,0 1-1 0 0,0-1 1 0 0,1 0 0 0 0,-1 0-1 0 0,0 0 1 0 0,0-1 0 0 0,0 0-1 0 0,0 1 1 0 0,6-3 0 0 0,-1 0 43 0 0,0-1 0 0 0,-1 0 1 0 0,1 0-1 0 0,-1-1 1 0 0,0 0-1 0 0,0 0 0 0 0,-1-1 1 0 0,1 0-1 0 0,-1 0 1 0 0,-1-1-1 0 0,1 0 1 0 0,-1 0-1 0 0,0-1 0 0 0,-1 1 1 0 0,0-1-1 0 0,0 0 1 0 0,7-18-1 0 0,-8 14 206 0 0,0 0-1 0 0,0 0 1 0 0,-1-1 0 0 0,-1 0-1 0 0,0 1 1 0 0,-1-1 0 0 0,0 0-1 0 0,-1 0 1 0 0,0 0 0 0 0,-1 1-1 0 0,-1-1 1 0 0,-5-21 0 0 0,4 22 136 0 0,0 1 0 0 0,-1 0 0 0 0,0 0 0 0 0,0 1 0 0 0,-2-1 1 0 0,1 1-1 0 0,-1 0 0 0 0,-1 0 0 0 0,-13-16 0 0 0,16 22-264 0 0,0 1 1 0 0,0-1-1 0 0,-1 1 1 0 0,1 0-1 0 0,-1 0 1 0 0,1 1-1 0 0,-1-1 1 0 0,0 1-1 0 0,0 0 0 0 0,0 0 1 0 0,0 1-1 0 0,-1-1 1 0 0,1 1-1 0 0,0 0 1 0 0,-1 1-1 0 0,1-1 0 0 0,0 1 1 0 0,-1 0-1 0 0,1 0 1 0 0,0 1-1 0 0,-1 0 1 0 0,1 0-1 0 0,-8 2 0 0 0,8-1-396 0 0,0 0-1 0 0,0-1 0 0 0,0 2 0 0 0,1-1 0 0 0,-1 1 0 0 0,0-1 0 0 0,1 1 0 0 0,0 1 1 0 0,-5 3-1 0 0,-5 6-5446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53.437"/>
    </inkml:context>
    <inkml:brush xml:id="br0">
      <inkml:brushProperty name="width" value="0.1" units="cm"/>
      <inkml:brushProperty name="height" value="0.1" units="cm"/>
      <inkml:brushProperty name="color" value="#008C3A"/>
    </inkml:brush>
  </inkml:definitions>
  <inkml:trace contextRef="#ctx0" brushRef="#br0">21 1 9674 0 0,'-2'3'525'0'0,"1"0"-1"0"0,0 0 1 0 0,-1 1 0 0 0,1-1-1 0 0,0 0 1 0 0,1 1-1 0 0,-2 6 1 0 0,-3 36 549 0 0,1 1 1 0 0,3 0-1 0 0,6 67 1 0 0,28 140-564 0 0,7-29-1267 0 0,-32-175 756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54.253"/>
    </inkml:context>
    <inkml:brush xml:id="br0">
      <inkml:brushProperty name="width" value="0.1" units="cm"/>
      <inkml:brushProperty name="height" value="0.1" units="cm"/>
      <inkml:brushProperty name="color" value="#008C3A"/>
    </inkml:brush>
  </inkml:definitions>
  <inkml:trace contextRef="#ctx0" brushRef="#br0">0 1 6913 0 0,'0'0'529'0'0,"6"18"1435"0"0,4 128 3569 0 0,-18 75-5475 0 0,4-183-788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54.746"/>
    </inkml:context>
    <inkml:brush xml:id="br0">
      <inkml:brushProperty name="width" value="0.1" units="cm"/>
      <inkml:brushProperty name="height" value="0.1" units="cm"/>
      <inkml:brushProperty name="color" value="#008C3A"/>
    </inkml:brush>
  </inkml:definitions>
  <inkml:trace contextRef="#ctx0" brushRef="#br0">68 130 10594 0 0,'0'0'33'0'0,"0"-1"0"0"0,-1 1 0 0 0,1-1 0 0 0,0 1-1 0 0,0 0 1 0 0,-1-1 0 0 0,1 1 0 0 0,0 0 0 0 0,-1-1 0 0 0,1 1-1 0 0,0 0 1 0 0,-1-1 0 0 0,1 1 0 0 0,-1 0 0 0 0,1 0 0 0 0,0-1-1 0 0,-1 1 1 0 0,1 0 0 0 0,-1 0 0 0 0,1 0 0 0 0,-1-1 0 0 0,1 1-1 0 0,-1 0 1 0 0,1 0 0 0 0,-1 0 0 0 0,1 0 0 0 0,-1 0 0 0 0,1 0-1 0 0,-1 0 1 0 0,1 0 0 0 0,-1 1 0 0 0,-11 10 766 0 0,-4 24 665 0 0,16-35-1392 0 0,-7 22 159 0 0,2 0-1 0 0,0 0 0 0 0,1 1 0 0 0,1 0 0 0 0,1-1 0 0 0,1 1 1 0 0,2 0-1 0 0,0 0 0 0 0,1-1 0 0 0,7 35 0 0 0,-5-41-201 0 0,1 0 0 0 0,0-1 0 0 0,1 1 0 0 0,1-1 0 0 0,0 0 0 0 0,15 22 0 0 0,-15-28-24 0 0,0 0 0 0 0,0 0 0 0 0,1-1 0 0 0,0 0 1 0 0,1 0-1 0 0,-1-1 0 0 0,1 0 0 0 0,1-1 0 0 0,-1 1 0 0 0,14 5 1 0 0,-17-10-20 0 0,-1 0 1 0 0,0 0 0 0 0,1 0 0 0 0,-1-1 0 0 0,1 0 0 0 0,-1 0-1 0 0,1 0 1 0 0,0-1 0 0 0,-1 1 0 0 0,1-1 0 0 0,0-1-1 0 0,-1 1 1 0 0,1-1 0 0 0,7-2 0 0 0,-5 1-38 0 0,0-1-1 0 0,0-1 1 0 0,0 1 0 0 0,-1-1-1 0 0,1-1 1 0 0,-1 1 0 0 0,0-1 0 0 0,11-10-1 0 0,-4 1 5 0 0,-1 0-1 0 0,-1-1 0 0 0,0 0 1 0 0,0-1-1 0 0,-2 0 1 0 0,0-1-1 0 0,13-30 0 0 0,-17 30 162 0 0,0-1 0 0 0,-1 1-1 0 0,-1-1 1 0 0,0 0 0 0 0,-2 0-1 0 0,0 0 1 0 0,-1 0 0 0 0,0-1-1 0 0,-2 1 1 0 0,0 0-1 0 0,-5-23 1 0 0,3 25 35 0 0,-1 0 0 0 0,-1 0 1 0 0,0 1-1 0 0,-1-1 0 0 0,-1 1 0 0 0,0 0 1 0 0,-1 1-1 0 0,-1 0 0 0 0,0 0 0 0 0,-1 1 0 0 0,0 0 1 0 0,-21-19-1 0 0,28 29-151 0 0,-1-1 0 0 0,0 1 0 0 0,0 0 0 0 0,0 0 0 0 0,0 1 0 0 0,-1-1 0 0 0,1 1 0 0 0,-1 0 0 0 0,1 0 0 0 0,-1 1 0 0 0,0-1 0 0 0,0 1 0 0 0,1 0 0 0 0,-1 0 0 0 0,0 1 0 0 0,0 0 0 0 0,0-1 0 0 0,0 2 0 0 0,0-1 0 0 0,-8 2 0 0 0,5 0-363 0 0,0 1-1 0 0,0 0 0 0 0,0 0 0 0 0,1 1 1 0 0,0 0-1 0 0,-1 0 0 0 0,2 0 0 0 0,-1 1 1 0 0,0 0-1 0 0,1 1 0 0 0,-10 10 0 0 0,-4 7-5076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54.993"/>
    </inkml:context>
    <inkml:brush xml:id="br0">
      <inkml:brushProperty name="width" value="0.1" units="cm"/>
      <inkml:brushProperty name="height" value="0.1" units="cm"/>
      <inkml:brushProperty name="color" value="#008C3A"/>
    </inkml:brush>
  </inkml:definitions>
  <inkml:trace contextRef="#ctx0" brushRef="#br0">1 1 8290 0 0,'7'28'4578'0'0,"-4"-20"-3743"0"0,10 46 1231 0 0,6 66 1 0 0,-2 56-1704 0 0,-5-32-3289 0 0,-7-107-2681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55.207"/>
    </inkml:context>
    <inkml:brush xml:id="br0">
      <inkml:brushProperty name="width" value="0.1" units="cm"/>
      <inkml:brushProperty name="height" value="0.1" units="cm"/>
      <inkml:brushProperty name="color" value="#008C3A"/>
    </inkml:brush>
  </inkml:definitions>
  <inkml:trace contextRef="#ctx0" brushRef="#br0">15 1 2288 0 0,'-1'0'185'0'0,"0"1"-1"0"0,0 0 0 0 0,0-1 1 0 0,0 1-1 0 0,0 0 0 0 0,0 0 0 0 0,0 0 1 0 0,0 0-1 0 0,1 0 0 0 0,-1 0 0 0 0,0 0 1 0 0,1 0-1 0 0,-1 0 0 0 0,1 1 0 0 0,-1-1 1 0 0,1 0-1 0 0,0 0 0 0 0,-1 0 0 0 0,1 1 1 0 0,0-1-1 0 0,0 0 0 0 0,0 0 0 0 0,0 1 1 0 0,0-1-1 0 0,0 0 0 0 0,0 0 0 0 0,1 2 1 0 0,5 49 4777 0 0,-3-32-3477 0 0,4 191 4373 0 0,0-1-7411 0 0,-1-162-5013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1:56.953"/>
    </inkml:context>
    <inkml:brush xml:id="br0">
      <inkml:brushProperty name="width" value="0.1" units="cm"/>
      <inkml:brushProperty name="height" value="0.1" units="cm"/>
      <inkml:brushProperty name="color" value="#008C3A"/>
    </inkml:brush>
  </inkml:definitions>
  <inkml:trace contextRef="#ctx0" brushRef="#br0">1 58 3681 0 0,'0'2'62'0'0,"0"-1"1"0"0,0 1 0 0 0,1 0-1 0 0,-1 0 1 0 0,1-1 0 0 0,-1 1-1 0 0,1 0 1 0 0,0-1-1 0 0,0 1 1 0 0,-1-1 0 0 0,1 1-1 0 0,0-1 1 0 0,0 1-1 0 0,1-1 1 0 0,-1 0 0 0 0,0 0-1 0 0,0 1 1 0 0,1-1 0 0 0,-1 0-1 0 0,0 0 1 0 0,1 0-1 0 0,-1 0 1 0 0,1-1 0 0 0,0 1-1 0 0,-1 0 1 0 0,1-1 0 0 0,0 1-1 0 0,-1-1 1 0 0,1 1-1 0 0,0-1 1 0 0,-1 0 0 0 0,3 1-1 0 0,8 0 40 0 0,0 0 0 0 0,1 0-1 0 0,17-2 1 0 0,-19 0 193 0 0,110-3 1711 0 0,48-2-229 0 0,187 17-1 0 0,310 3-1585 0 0,-490-17 13 0 0,510 54 370 0 0,-487-28 177 0 0,-18-2-578 0 0,166 15-93 0 0,-268-32-73 0 0,-1-4 1 0 0,115-14-1 0 0,-39-8 186 0 0,233-25 494 0 0,449-63-333 0 0,-527 64 991 0 0,-258 42-1144 0 0,0 3 1 0 0,1 2-1 0 0,-1 2 0 0 0,56 11 0 0 0,-25-2-454 0 0,-5 0-745 0 0,-27-1-3456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06.484"/>
    </inkml:context>
    <inkml:brush xml:id="br0">
      <inkml:brushProperty name="width" value="0.1" units="cm"/>
      <inkml:brushProperty name="height" value="0.1" units="cm"/>
      <inkml:brushProperty name="color" value="#008C3A"/>
    </inkml:brush>
  </inkml:definitions>
  <inkml:trace contextRef="#ctx0" brushRef="#br0">49 1 4777 0 0,'-23'49'645'0'0,"19"-42"-660"0"0,-1 1 0 0 0,1 0-1 0 0,1 0 1 0 0,0 0 0 0 0,-4 15-1 0 0,11-14-632 0 0,0-2 124 0 0,-4-4 447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06.911"/>
    </inkml:context>
    <inkml:brush xml:id="br0">
      <inkml:brushProperty name="width" value="0.1" units="cm"/>
      <inkml:brushProperty name="height" value="0.1" units="cm"/>
      <inkml:brushProperty name="color" value="#008C3A"/>
    </inkml:brush>
  </inkml:definitions>
  <inkml:trace contextRef="#ctx0" brushRef="#br0">3 10 8290 0 0,'0'0'35'0'0,"0"0"0"0"0,-1 0 0 0 0,1 0-1 0 0,0 0 1 0 0,0 0 0 0 0,0 0 0 0 0,0 0 0 0 0,0-1 0 0 0,0 1 0 0 0,-1 0 0 0 0,1 0 0 0 0,0 0 0 0 0,0 0 0 0 0,0 0 0 0 0,0-1 0 0 0,0 1-1 0 0,0 0 1 0 0,0 0 0 0 0,0 0 0 0 0,0 0 0 0 0,0-1 0 0 0,0 1 0 0 0,0 0 0 0 0,0 0 0 0 0,0 0 0 0 0,0-1 0 0 0,0 1 0 0 0,0 0-1 0 0,0 0 1 0 0,0 0 0 0 0,0 0 0 0 0,0-1 0 0 0,0 1 0 0 0,0 0 0 0 0,0 0 0 0 0,0 0 0 0 0,0 0 0 0 0,0-1 0 0 0,1 1 0 0 0,-1 0 0 0 0,0 0-1 0 0,0 0 1 0 0,0 0 0 0 0,0-1 0 0 0,12-2 1826 0 0,-10 3-1575 0 0,-1 0-1 0 0,1 0 1 0 0,0 0 0 0 0,0 0 0 0 0,0 0 0 0 0,0 1 0 0 0,0-1-1 0 0,0 1 1 0 0,-1-1 0 0 0,1 1 0 0 0,0 0 0 0 0,0-1 0 0 0,1 2-1 0 0,0 1-40 0 0,-1 0 0 0 0,1 1 0 0 0,-1-1 0 0 0,0 0 0 0 0,0 1 0 0 0,0 0 0 0 0,-1-1 0 0 0,1 1 0 0 0,-1 0 0 0 0,0 0-1 0 0,1 4 1 0 0,7 49 479 0 0,-8-44-540 0 0,11 92 334 0 0,21 148 6 0 0,-32-245-594 0 0,3 11 162 0 0,-2-1 0 0 0,1 28 0 0 0,-2-43-206 0 0,-1 1 0 0 0,0-1 1 0 0,-1 1-1 0 0,1 0 0 0 0,-1-1 1 0 0,1 1-1 0 0,-1-1 1 0 0,0 0-1 0 0,0 1 0 0 0,0-1 1 0 0,-1 0-1 0 0,1 1 1 0 0,-1-1-1 0 0,0 0 0 0 0,0 0 1 0 0,0 0-1 0 0,0-1 1 0 0,0 1-1 0 0,-6 4 0 0 0,-5-2-3266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07.328"/>
    </inkml:context>
    <inkml:brush xml:id="br0">
      <inkml:brushProperty name="width" value="0.1" units="cm"/>
      <inkml:brushProperty name="height" value="0.1" units="cm"/>
      <inkml:brushProperty name="color" value="#008C3A"/>
    </inkml:brush>
  </inkml:definitions>
  <inkml:trace contextRef="#ctx0" brushRef="#br0">10 103 3681 0 0,'-2'-3'300'0'0,"1"-1"0"0"0,-1 1 0 0 0,1 0 0 0 0,0-1 0 0 0,0 1 0 0 0,0 0 0 0 0,1-1 0 0 0,-1 1 0 0 0,1-1 0 0 0,0 1 0 0 0,0-1 0 0 0,0 1 0 0 0,1-1 0 0 0,-1 1 0 0 0,1-1 0 0 0,0 1 0 0 0,0-1 0 0 0,2-5 0 0 0,-1 6-27 0 0,0 1 0 0 0,0 0 0 0 0,0-1 0 0 0,0 1 0 0 0,0 0 0 0 0,1 0 0 0 0,-1 0 0 0 0,0 0 0 0 0,1 1 0 0 0,0-1 1 0 0,-1 1-1 0 0,1-1 0 0 0,0 1 0 0 0,0 0 0 0 0,0 0 0 0 0,0 0 0 0 0,0 1 0 0 0,0-1 0 0 0,0 1 0 0 0,0 0 1 0 0,6-1-1 0 0,-3 1-112 0 0,-1 0 0 0 0,1 1 0 0 0,0-1 0 0 0,-1 1 1 0 0,1 0-1 0 0,-1 0 0 0 0,1 1 0 0 0,-1 0 0 0 0,0 0 0 0 0,1 0 1 0 0,-1 0-1 0 0,0 1 0 0 0,0 0 0 0 0,-1 0 0 0 0,8 6 0 0 0,-9-6-145 0 0,0-1-1 0 0,-1 1 0 0 0,1 0 0 0 0,-1 0 0 0 0,0 0 0 0 0,0 0 0 0 0,0 0 0 0 0,-1 0 0 0 0,1 1 1 0 0,-1-1-1 0 0,1 1 0 0 0,-1-1 0 0 0,0 1 0 0 0,0-1 0 0 0,-1 1 0 0 0,1 0 0 0 0,-1-1 0 0 0,0 1 1 0 0,0 0-1 0 0,0-1 0 0 0,0 1 0 0 0,-1 0 0 0 0,1-1 0 0 0,-3 7 0 0 0,-1 0-155 0 0,0 0 1 0 0,0 0-1 0 0,-12 17 0 0 0,11-20 76 0 0,1 0 0 0 0,0 0 0 0 0,0 0 0 0 0,0 0 0 0 0,1 1 0 0 0,1 0 0 0 0,-4 12 0 0 0,6-20 58 0 0,0 0-1 0 0,0 0 1 0 0,0 1-1 0 0,0-1 1 0 0,0 0-1 0 0,0 0 1 0 0,0 0-1 0 0,0 0 1 0 0,0 1-1 0 0,0-1 1 0 0,0 0-1 0 0,0 0 1 0 0,1 0-1 0 0,-1 0 1 0 0,0 0-1 0 0,0 1 1 0 0,0-1-1 0 0,0 0 1 0 0,0 0-1 0 0,0 0 1 0 0,0 0-1 0 0,0 0 1 0 0,0 1-1 0 0,1-1 1 0 0,-1 0-1 0 0,0 0 1 0 0,0 0-1 0 0,0 0 0 0 0,0 0 1 0 0,0 0-1 0 0,1 0 1 0 0,-1 0-1 0 0,0 0 1 0 0,0 0-1 0 0,0 0 1 0 0,0 1-1 0 0,1-1 1 0 0,-1 0-1 0 0,0 0 1 0 0,0 0-1 0 0,0 0 1 0 0,0 0-1 0 0,1 0 1 0 0,-1 0-1 0 0,0-1 1 0 0,0 1-1 0 0,0 0 1 0 0,0 0-1 0 0,1 0 1 0 0,-1 0-1 0 0,14-5-188 0 0,11-10-301 0 0,3-6-9 0 0,52-28 0 0 0,-72 44 444 0 0,0 1 1 0 0,0 1-1 0 0,0 0 0 0 0,0 0 0 0 0,0 0 1 0 0,0 1-1 0 0,1 0 0 0 0,-1 1 0 0 0,1 0 0 0 0,0 0 1 0 0,-1 1-1 0 0,16 1 0 0 0,-23-1 82 0 0,1 1 1 0 0,-1-1-1 0 0,0 0 1 0 0,1 1-1 0 0,-1-1 0 0 0,1 1 1 0 0,-1-1-1 0 0,0 1 0 0 0,0 0 1 0 0,1 0-1 0 0,-1 0 0 0 0,0-1 1 0 0,0 1-1 0 0,0 0 1 0 0,0 0-1 0 0,0 0 0 0 0,0 1 1 0 0,0-1-1 0 0,0 0 0 0 0,0 0 1 0 0,-1 0-1 0 0,2 2 1 0 0,-1 0 79 0 0,-1 0 1 0 0,1-1-1 0 0,-1 1 1 0 0,1 0-1 0 0,-1 0 1 0 0,0 0-1 0 0,0 0 1 0 0,0-1-1 0 0,0 1 1 0 0,-2 5-1 0 0,0 2 226 0 0,-1 0 0 0 0,0 0 0 0 0,-1-1 0 0 0,0 1 0 0 0,-7 11 0 0 0,-5 1 137 0 0,0 0 1 0 0,-2-1-1 0 0,0-1 0 0 0,-1-1 0 0 0,-22 17 1 0 0,14-11-2175 0 0,-44 49-1 0 0,59-56-1533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07.732"/>
    </inkml:context>
    <inkml:brush xml:id="br0">
      <inkml:brushProperty name="width" value="0.1" units="cm"/>
      <inkml:brushProperty name="height" value="0.1" units="cm"/>
      <inkml:brushProperty name="color" value="#008C3A"/>
    </inkml:brush>
  </inkml:definitions>
  <inkml:trace contextRef="#ctx0" brushRef="#br0">0 64 2761 0 0,'2'5'806'0'0,"0"0"1"0"0,0 0 0 0 0,1-1-1 0 0,-1 1 1 0 0,1-1 0 0 0,0 1 0 0 0,0-1-1 0 0,0 0 1 0 0,1 0 0 0 0,7 6-1 0 0,7 10 2027 0 0,-16-17-2726 0 0,0-1 0 0 0,-1 0 0 0 0,1 0 0 0 0,0 0 0 0 0,0 0-1 0 0,0 0 1 0 0,1 0 0 0 0,-1-1 0 0 0,0 1 0 0 0,1-1 0 0 0,-1 1 0 0 0,1-1 0 0 0,-1 0 0 0 0,1 0-1 0 0,-1 0 1 0 0,1 0 0 0 0,0-1 0 0 0,-1 1 0 0 0,4-1 0 0 0,-2 0-23 0 0,1 0 0 0 0,-1 0 0 0 0,0-1 0 0 0,0 0 0 0 0,0 0 0 0 0,0 0 0 0 0,0-1 0 0 0,0 1 0 0 0,0-1 0 0 0,-1 0 0 0 0,7-4 0 0 0,7-6 106 0 0,-1-1-1 0 0,0-1 1 0 0,-1-1-1 0 0,16-19 1 0 0,-18 19 137 0 0,-11 13-271 0 0,26-26 914 0 0,-26 26-873 0 0,0 0-1 0 0,0 0 0 0 0,0 1 0 0 0,0-1 0 0 0,0 1 0 0 0,1 0 1 0 0,-1 0-1 0 0,0 0 0 0 0,1 0 0 0 0,-1 0 0 0 0,1 0 0 0 0,3 0 1 0 0,-5 1-61 0 0,0 0 1 0 0,0 1-1 0 0,0-1 1 0 0,-1 1-1 0 0,1-1 1 0 0,0 1-1 0 0,0-1 1 0 0,-1 1-1 0 0,1-1 1 0 0,0 1-1 0 0,-1 0 1 0 0,1-1-1 0 0,-1 1 1 0 0,1 0-1 0 0,-1 0 1 0 0,1-1-1 0 0,-1 1 1 0 0,0 0-1 0 0,1 0 1 0 0,-1 0-1 0 0,0 0 1 0 0,0-1-1 0 0,1 1 1 0 0,-1 0-1 0 0,0 0 1 0 0,0 0-1 0 0,0 0 1 0 0,0 0-1 0 0,0 1 1 0 0,0 29 170 0 0,0-30-189 0 0,-4 58 4 0 0,-3-1 1 0 0,-2 0-1 0 0,-25 83 0 0 0,-10-11-7697 0 0,37-110 1250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08.062"/>
    </inkml:context>
    <inkml:brush xml:id="br0">
      <inkml:brushProperty name="width" value="0.1" units="cm"/>
      <inkml:brushProperty name="height" value="0.1" units="cm"/>
      <inkml:brushProperty name="color" value="#008C3A"/>
    </inkml:brush>
  </inkml:definitions>
  <inkml:trace contextRef="#ctx0" brushRef="#br0">1 1 6449 0 0,'9'28'7622'0'0,"46"58"-852"0"0,-39-64-6304 0 0,-1 1 0 0 0,-1 1 0 0 0,15 33 0 0 0,-20-30-330 0 0,-2 0 0 0 0,0 1 1 0 0,4 42-1 0 0,-5-28-170 0 0,-5-37-36 0 0,0 0 0 0 0,0 1 0 0 0,1-1 0 0 0,-1 0 0 0 0,1 0 0 0 0,4 7-1 0 0,-5-10-175 0 0,1 0-1 0 0,-1 0 0 0 0,0-1 0 0 0,0 1 1 0 0,1 0-1 0 0,-1-1 0 0 0,1 1 0 0 0,0-1 1 0 0,-1 0-1 0 0,1 0 0 0 0,0 1 0 0 0,0-1 1 0 0,-1 0-1 0 0,1 0 0 0 0,0-1 0 0 0,0 1 1 0 0,0 0-1 0 0,0-1 0 0 0,3 1 0 0 0,-1 0-1364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08.267"/>
    </inkml:context>
    <inkml:brush xml:id="br0">
      <inkml:brushProperty name="width" value="0.1" units="cm"/>
      <inkml:brushProperty name="height" value="0.1" units="cm"/>
      <inkml:brushProperty name="color" value="#008C3A"/>
    </inkml:brush>
  </inkml:definitions>
  <inkml:trace contextRef="#ctx0" brushRef="#br0">1 137 6913 0 0,'25'-8'9436'0'0,"17"-15"-4925"0"0,-2-7-3435 0 0,18-11-1715 0 0,-11 15-3201 0 0,-30 18-2599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08.660"/>
    </inkml:context>
    <inkml:brush xml:id="br0">
      <inkml:brushProperty name="width" value="0.1" units="cm"/>
      <inkml:brushProperty name="height" value="0.1" units="cm"/>
      <inkml:brushProperty name="color" value="#008C3A"/>
    </inkml:brush>
  </inkml:definitions>
  <inkml:trace contextRef="#ctx0" brushRef="#br0">0 263 3225 0 0,'26'-8'1989'0'0,"0"-1"0"0"0,0-2 1 0 0,-2-1-1 0 0,1 0 1 0 0,-2-2-1 0 0,31-22 0 0 0,-45 28-1540 0 0,0 0-1 0 0,0 0 0 0 0,0 0 1 0 0,14-20-1 0 0,-20 24-376 0 0,0-1-1 0 0,0 1 0 0 0,0-1 1 0 0,-1 0-1 0 0,1 1 0 0 0,-1-1 1 0 0,-1 0-1 0 0,1 0 0 0 0,-1 0 1 0 0,0-1-1 0 0,0 1 0 0 0,0 0 1 0 0,0-10-1 0 0,-2 14-69 0 0,1 0 0 0 0,0 0 0 0 0,-1-1 0 0 0,1 1 0 0 0,-1 0 0 0 0,1 0 0 0 0,-1 0 0 0 0,1 0 0 0 0,-1 0 0 0 0,0 0 0 0 0,0 0 0 0 0,1 0 0 0 0,-1 0 0 0 0,0 0 0 0 0,0 1-1 0 0,0-1 1 0 0,0 0 0 0 0,0 1 0 0 0,0-1 0 0 0,0 0 0 0 0,0 1 0 0 0,0-1 0 0 0,-1 1 0 0 0,1-1 0 0 0,0 1 0 0 0,0 0 0 0 0,0 0 0 0 0,0-1 0 0 0,-1 1 0 0 0,1 0 0 0 0,0 0 0 0 0,0 0 0 0 0,-1 0 0 0 0,1 1 0 0 0,0-1 0 0 0,0 0 0 0 0,0 0 0 0 0,-1 1 0 0 0,0 0 0 0 0,-6 0-22 0 0,0 1 0 0 0,-1 0 0 0 0,1 1 0 0 0,-9 4 0 0 0,7-2-77 0 0,0 0 1 0 0,0 1 0 0 0,1 1 0 0 0,-1 0 0 0 0,2 0-1 0 0,-1 1 1 0 0,1 0 0 0 0,0 0 0 0 0,1 1 0 0 0,-1 0-1 0 0,2 0 1 0 0,-1 0 0 0 0,-6 17 0 0 0,10-22 157 0 0,1 1-1 0 0,0-1 1 0 0,1 1 0 0 0,-1 0-1 0 0,1 0 1 0 0,0 0 0 0 0,0 0 0 0 0,1 0-1 0 0,-1 0 1 0 0,1 0 0 0 0,0 0 0 0 0,1 0-1 0 0,-1 0 1 0 0,1 0 0 0 0,0 0 0 0 0,0 0-1 0 0,1 0 1 0 0,-1-1 0 0 0,1 1 0 0 0,0 0-1 0 0,0-1 1 0 0,1 1 0 0 0,-1-1-1 0 0,1 0 1 0 0,0 0 0 0 0,0 0 0 0 0,0 0-1 0 0,1 0 1 0 0,0-1 0 0 0,-1 0 0 0 0,1 1-1 0 0,8 3 1 0 0,-7-3 42 0 0,1-1 1 0 0,0 0-1 0 0,1 0 0 0 0,-1 0 0 0 0,0-1 0 0 0,1 0 0 0 0,-1 0 1 0 0,1-1-1 0 0,0 0 0 0 0,-1 0 0 0 0,1-1 0 0 0,0 1 0 0 0,0-2 1 0 0,0 1-1 0 0,-1-1 0 0 0,1 0 0 0 0,10-2 0 0 0,10-5-670 0 0,-2-1 0 0 0,1-1-1 0 0,26-14 1 0 0,-11 5-3731 0 0,-12 6-2713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38.048"/>
    </inkml:context>
    <inkml:brush xml:id="br0">
      <inkml:brushProperty name="width" value="0.1" units="cm"/>
      <inkml:brushProperty name="height" value="0.1" units="cm"/>
      <inkml:brushProperty name="color" value="#008C3A"/>
    </inkml:brush>
  </inkml:definitions>
  <inkml:trace contextRef="#ctx0" brushRef="#br0">0 0 6449 0 0,'23'3'2037'0'0,"225"43"3949"0"0,-57-7-2094 0 0,-106-20-5477 0 0,-64-13 710 0 0,-1-1 1 0 0,1 0-1 0 0,0-2 0 0 0,0 0 0 0 0,0-2 0 0 0,33-1 1 0 0,-38-7-3719 0 0,-12 2 3755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38.464"/>
    </inkml:context>
    <inkml:brush xml:id="br0">
      <inkml:brushProperty name="width" value="0.1" units="cm"/>
      <inkml:brushProperty name="height" value="0.1" units="cm"/>
      <inkml:brushProperty name="color" value="#008C3A"/>
    </inkml:brush>
  </inkml:definitions>
  <inkml:trace contextRef="#ctx0" brushRef="#br0">6 0 3681 0 0,'-5'1'3406'0'0,"6"6"-706"0"0,6 7-1103 0 0,17 43 1236 0 0,-16-35-2341 0 0,19 33 0 0 0,-25-50-430 0 0,0 0 0 0 0,0-1 0 0 0,-1 1 0 0 0,1 0 0 0 0,-1 0 1 0 0,-1 0-1 0 0,1 0 0 0 0,-1 0 0 0 0,1 0 0 0 0,-1 0 0 0 0,-1 0 1 0 0,1 0-1 0 0,-1 0 0 0 0,0 0 0 0 0,-3 9 0 0 0,1-2 48 0 0,-1 0-1 0 0,-1 0 0 0 0,0-1 1 0 0,-1 0-1 0 0,-8 14 1 0 0,13-24-334 0 0,0 0 0 0 0,0 0-1 0 0,0 1 1 0 0,0-1 0 0 0,0 0 0 0 0,0 0 0 0 0,0 0 0 0 0,0 0 0 0 0,0 0 0 0 0,-1 0 0 0 0,1-1 0 0 0,0 1 0 0 0,-1 0 0 0 0,0 0 0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38.920"/>
    </inkml:context>
    <inkml:brush xml:id="br0">
      <inkml:brushProperty name="width" value="0.1" units="cm"/>
      <inkml:brushProperty name="height" value="0.1" units="cm"/>
      <inkml:brushProperty name="color" value="#008C3A"/>
    </inkml:brush>
  </inkml:definitions>
  <inkml:trace contextRef="#ctx0" brushRef="#br0">3 51 5065 0 0,'-1'-18'614'0'0,"0"14"219"0"0,1 0-1 0 0,-1 0 1 0 0,1 0-1 0 0,5-13 6057 0 0,5 41-4927 0 0,0 42-1074 0 0,0 73 1 0 0,-7-81-281 0 0,1-1 0 0 0,16 68 0 0 0,-12-93-780 0 0,1 3-1181 0 0,7 56 0 0 0,-15-81 1014 0 0,-1 1 1 0 0,0-1-1 0 0,0 1 0 0 0,-1-1 0 0 0,0 0 0 0 0,-1 1 0 0 0,0-1 0 0 0,0 0 0 0 0,-1 0 0 0 0,-5 10 0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39.173"/>
    </inkml:context>
    <inkml:brush xml:id="br0">
      <inkml:brushProperty name="width" value="0.1" units="cm"/>
      <inkml:brushProperty name="height" value="0.1" units="cm"/>
      <inkml:brushProperty name="color" value="#008C3A"/>
    </inkml:brush>
  </inkml:definitions>
  <inkml:trace contextRef="#ctx0" brushRef="#br0">91 0 10138 0 0,'-12'17'128'0'0,"-1"-1"0"0"0,0-1 0 0 0,-1 0 0 0 0,-24 20 0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39.645"/>
    </inkml:context>
    <inkml:brush xml:id="br0">
      <inkml:brushProperty name="width" value="0.1" units="cm"/>
      <inkml:brushProperty name="height" value="0.1" units="cm"/>
      <inkml:brushProperty name="color" value="#008C3A"/>
    </inkml:brush>
  </inkml:definitions>
  <inkml:trace contextRef="#ctx0" brushRef="#br0">0 19 3681 0 0,'3'6'7515'0'0,"31"1"-4775"0"0,47 5-1109 0 0,-67-11-1626 0 0,0 0 0 0 0,1 0 0 0 0,-1-2 0 0 0,1 0 0 0 0,-1 0 0 0 0,21-6 0 0 0,-19 3-1336 0 0,-1-1 0 0 0,0 0 0 0 0,16-9 0 0 0,-19 8 1055 0 0,-9 3 276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39.980"/>
    </inkml:context>
    <inkml:brush xml:id="br0">
      <inkml:brushProperty name="width" value="0.1" units="cm"/>
      <inkml:brushProperty name="height" value="0.1" units="cm"/>
      <inkml:brushProperty name="color" value="#008C3A"/>
    </inkml:brush>
  </inkml:definitions>
  <inkml:trace contextRef="#ctx0" brushRef="#br0">111 0 920 0 0,'-8'4'483'0'0,"0"-1"-1"0"0,0 2 1 0 0,0-1-1 0 0,1 1 1 0 0,0 0-1 0 0,0 1 0 0 0,0-1 1 0 0,0 1-1 0 0,1 1 1 0 0,-10 12-1 0 0,13-16-242 0 0,1 1-1 0 0,-1 0 0 0 0,1 0 0 0 0,0 0 1 0 0,0 0-1 0 0,1 0 0 0 0,-1 1 0 0 0,1-1 1 0 0,0 0-1 0 0,0 1 0 0 0,0-1 1 0 0,1 1-1 0 0,-1-1 0 0 0,1 1 0 0 0,0-1 1 0 0,0 1-1 0 0,1-1 0 0 0,0 1 0 0 0,-1-1 1 0 0,1 0-1 0 0,1 1 0 0 0,2 7 1 0 0,1-3-85 0 0,-1 0 0 0 0,1-1-1 0 0,1 0 1 0 0,-1 0 0 0 0,1 0 0 0 0,1 0 0 0 0,0-1 0 0 0,0 0 0 0 0,0-1 0 0 0,1 0 0 0 0,-1 0 0 0 0,2 0 0 0 0,12 6 0 0 0,6 1 116 0 0,1-2 0 0 0,0-1 0 0 0,32 6 0 0 0,-1 1 558 0 0,-55-16-705 0 0,1 1 0 0 0,-1-1 1 0 0,0 1-1 0 0,0 0 1 0 0,0 0-1 0 0,0 0 0 0 0,0 0 1 0 0,0 1-1 0 0,0-1 1 0 0,-1 1-1 0 0,0 0 0 0 0,7 7 1 0 0,-9-8-55 0 0,0 0 1 0 0,0 0-1 0 0,0 0 1 0 0,-1 1-1 0 0,1-1 1 0 0,-1 0-1 0 0,1 0 1 0 0,-1 1-1 0 0,0-1 0 0 0,0 0 1 0 0,0 0-1 0 0,0 1 1 0 0,0-1-1 0 0,0 0 1 0 0,-1 1-1 0 0,1-1 1 0 0,-1 0-1 0 0,1 0 1 0 0,-1 0-1 0 0,0 0 1 0 0,0 1-1 0 0,0-1 0 0 0,0 0 1 0 0,0 0-1 0 0,-1-1 1 0 0,1 1-1 0 0,-2 2 1 0 0,-5 6-138 0 0,0 0 0 0 0,-1 0 0 0 0,0-1 1 0 0,0 0-1 0 0,-1 0 0 0 0,0-1 0 0 0,-1-1 0 0 0,-19 11 0 0 0,13-8-1122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41.318"/>
    </inkml:context>
    <inkml:brush xml:id="br0">
      <inkml:brushProperty name="width" value="0.1" units="cm"/>
      <inkml:brushProperty name="height" value="0.1" units="cm"/>
      <inkml:brushProperty name="color" value="#008C3A"/>
    </inkml:brush>
  </inkml:definitions>
  <inkml:trace contextRef="#ctx0" brushRef="#br0">176 10 920 0 0,'-6'-9'11613'0'0,"6"8"-11261"0"0,-14 5 1926 0 0,-13 14-2231 0 0,16-5 138 0 0,0 0-1 0 0,2 1 1 0 0,-1 1-1 0 0,1-1 1 0 0,1 1 0 0 0,1 0-1 0 0,0 1 1 0 0,1 0 0 0 0,1 0-1 0 0,-6 28 1 0 0,11-43-182 0 0,0 1 0 0 0,0-1 0 0 0,0 0 1 0 0,0 1-1 0 0,0-1 0 0 0,0 1 0 0 0,0-1 0 0 0,1 0 0 0 0,-1 1 0 0 0,0-1 1 0 0,1 0-1 0 0,-1 1 0 0 0,1-1 0 0 0,0 0 0 0 0,-1 1 0 0 0,1-1 0 0 0,0 0 1 0 0,0 0-1 0 0,-1 0 0 0 0,1 0 0 0 0,0 0 0 0 0,0 0 0 0 0,0 0 0 0 0,1 0 0 0 0,-1 0 1 0 0,0 0-1 0 0,0-1 0 0 0,0 1 0 0 0,1 0 0 0 0,-1-1 0 0 0,0 1 0 0 0,0-1 1 0 0,1 0-1 0 0,-1 1 0 0 0,1-1 0 0 0,-1 0 0 0 0,0 0 0 0 0,1 1 0 0 0,-1-1 1 0 0,3-1-1 0 0,8 1-40 0 0,1 0 0 0 0,-1-1 0 0 0,23-5 1 0 0,-14 2-167 0 0,-21 4 191 0 0,22-3-236 0 0,38 0 0 0 0,-55 3 229 0 0,0 1-1 0 0,0-1 0 0 0,0 0 0 0 0,-1 1 0 0 0,1 0 0 0 0,0 0 0 0 0,-1 1 0 0 0,1-1 0 0 0,0 1 1 0 0,-1 0-1 0 0,0 0 0 0 0,0 0 0 0 0,1 1 0 0 0,5 4 0 0 0,-9-5 26 0 0,0-1 1 0 0,0 0-1 0 0,-1 1 0 0 0,1-1 0 0 0,0 0 0 0 0,-1 1 1 0 0,1-1-1 0 0,0 1 0 0 0,-1-1 0 0 0,0 1 0 0 0,1-1 1 0 0,-1 1-1 0 0,0 0 0 0 0,0-1 0 0 0,0 1 0 0 0,0-1 1 0 0,0 1-1 0 0,0 0 0 0 0,-1-1 0 0 0,1 1 0 0 0,0-1 1 0 0,-1 1-1 0 0,1-1 0 0 0,-1 1 0 0 0,0-1 0 0 0,1 0 1 0 0,-1 1-1 0 0,0-1 0 0 0,-2 3 0 0 0,-2 4 102 0 0,-2 1 0 0 0,1-1-1 0 0,-10 9 1 0 0,13-14-63 0 0,-33 30 64 0 0,-1-2 1 0 0,-2-1-1 0 0,-56 33 1 0 0,35-25-1490 0 0,45-27 361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43.675"/>
    </inkml:context>
    <inkml:brush xml:id="br0">
      <inkml:brushProperty name="width" value="0.1" units="cm"/>
      <inkml:brushProperty name="height" value="0.1" units="cm"/>
      <inkml:brushProperty name="color" value="#008C3A"/>
    </inkml:brush>
  </inkml:definitions>
  <inkml:trace contextRef="#ctx0" brushRef="#br0">107 87 3225 0 0,'-2'-1'222'0'0,"-1"1"1"0"0,1-1 0 0 0,-1 1-1 0 0,1 0 1 0 0,-1 0 0 0 0,1 0-1 0 0,-1 0 1 0 0,1 0 0 0 0,-1 1-1 0 0,1-1 1 0 0,-1 1 0 0 0,1 0-1 0 0,-5 1 1 0 0,-31 15 2281 0 0,38-17-2504 0 0,-27 18 2778 0 0,27-17-2715 0 0,-1-1 0 0 0,1 0-1 0 0,0 0 1 0 0,0 0 0 0 0,0 1 0 0 0,0-1-1 0 0,-1 0 1 0 0,1 1 0 0 0,0-1-1 0 0,0 0 1 0 0,0 0 0 0 0,0 1-1 0 0,0-1 1 0 0,0 0 0 0 0,0 1-1 0 0,0-1 1 0 0,0 0 0 0 0,0 1-1 0 0,0-1 1 0 0,0 0 0 0 0,0 0-1 0 0,0 1 1 0 0,0-1 0 0 0,0 0-1 0 0,0 1 1 0 0,0-1 0 0 0,0 0-1 0 0,0 1 1 0 0,1-1 0 0 0,-1 0 0 0 0,15 9 965 0 0,1-5-543 0 0,0-1-1 0 0,-1-1 0 0 0,1 0 1 0 0,0-1-1 0 0,0-1 0 0 0,30-2 0 0 0,97-23 1387 0 0,-115 19-1676 0 0,-22 5-224 0 0,178-42 902 0 0,-96 12-1883 0 0,-62 20-1158 0 0,33-20 0 0 0,-54 27 708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44.112"/>
    </inkml:context>
    <inkml:brush xml:id="br0">
      <inkml:brushProperty name="width" value="0.1" units="cm"/>
      <inkml:brushProperty name="height" value="0.1" units="cm"/>
      <inkml:brushProperty name="color" value="#008C3A"/>
    </inkml:brush>
  </inkml:definitions>
  <inkml:trace contextRef="#ctx0" brushRef="#br0">24 43 2761 0 0,'-6'-8'166'0'0,"-12"-25"7960"0"0,19 33-8006 0 0,-1-1-1 0 0,1 1 1 0 0,-1 0 0 0 0,1 0-1 0 0,0 0 1 0 0,-1 0 0 0 0,1-1-1 0 0,0 1 1 0 0,-1 0 0 0 0,1 0-1 0 0,-1 0 1 0 0,1 1 0 0 0,0-1-1 0 0,-1 0 1 0 0,1 0 0 0 0,-1 0-1 0 0,1 0 1 0 0,0 0 0 0 0,-1 1-1 0 0,1-1 1 0 0,-1 0-1 0 0,1 1 1 0 0,-1-1 0 0 0,1 0-1 0 0,-1 1 1 0 0,1-1 0 0 0,-1 1-1 0 0,1-1 1 0 0,-1 0 0 0 0,1 1-1 0 0,-1 0 1 0 0,21 21 246 0 0,-13-14 45 0 0,155 135 1546 0 0,-161-141-1908 0 0,-1 0 0 0 0,1 0 0 0 0,0 0 0 0 0,-1 0 0 0 0,0 0 0 0 0,1 0 0 0 0,-1 0 0 0 0,0 0 0 0 0,0 0 0 0 0,0 1 0 0 0,0-1 0 0 0,0 0 0 0 0,-1 1 0 0 0,1-1 0 0 0,-1 1 0 0 0,0-1 0 0 0,0 1-1 0 0,1-1 1 0 0,-1 1 0 0 0,-1-1 0 0 0,1 1 0 0 0,0-1 0 0 0,-1 0 0 0 0,1 1 0 0 0,-1-1 0 0 0,0 1 0 0 0,0-1 0 0 0,0 0 0 0 0,0 0 0 0 0,0 1 0 0 0,0-1 0 0 0,-3 3 0 0 0,-4 7 202 0 0,-2 1-1 0 0,0-1 1 0 0,0 0-1 0 0,-14 11 1 0 0,7-6-204 0 0,-6 4-23 0 0,16-15-321 0 0,0 1 0 0 0,1-1 0 0 0,-1 1 0 0 0,1 0 1 0 0,-9 15-1 0 0,15-21 179 0 0,-1-1 1 0 0,1 1 0 0 0,0-1-1 0 0,0 0 1 0 0,-1 1 0 0 0,1-1-1 0 0,0 1 1 0 0,0-1-1 0 0,0 1 1 0 0,0-1 0 0 0,0 1-1 0 0,0-1 1 0 0,0 1 0 0 0,0-1-1 0 0,0 1 1 0 0,0-1 0 0 0,0 0-1 0 0,0 1 1 0 0,0-1 0 0 0,0 1-1 0 0,0-1 1 0 0,0 1-1 0 0,1-1 1 0 0,-1 1 0 0 0,0 0-1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46.700"/>
    </inkml:context>
    <inkml:brush xml:id="br0">
      <inkml:brushProperty name="width" value="0.1" units="cm"/>
      <inkml:brushProperty name="height" value="0.1" units="cm"/>
      <inkml:brushProperty name="color" value="#008C3A"/>
    </inkml:brush>
  </inkml:definitions>
  <inkml:trace contextRef="#ctx0" brushRef="#br0">0 0 9674 0 0,'11'6'5605'0'0,"-11"-5"-5426"0"0,3 14 1013 0 0,-8 18-4497 0 0,5-29 2284 0 0,-1 17 620 0 0,2-17 401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47.014"/>
    </inkml:context>
    <inkml:brush xml:id="br0">
      <inkml:brushProperty name="width" value="0.1" units="cm"/>
      <inkml:brushProperty name="height" value="0.1" units="cm"/>
      <inkml:brushProperty name="color" value="#008C3A"/>
    </inkml:brush>
  </inkml:definitions>
  <inkml:trace contextRef="#ctx0" brushRef="#br0">1 0 4145 0 0,'0'0'191'0'0,"27"13"3589"0"0,-8-9-1979 0 0,0-1-1 0 0,30 0 1 0 0,9-3-2757 0 0,-29 0-2447 0 0,-16 0-547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47.462"/>
    </inkml:context>
    <inkml:brush xml:id="br0">
      <inkml:brushProperty name="width" value="0.1" units="cm"/>
      <inkml:brushProperty name="height" value="0.1" units="cm"/>
      <inkml:brushProperty name="color" value="#008C3A"/>
    </inkml:brush>
  </inkml:definitions>
  <inkml:trace contextRef="#ctx0" brushRef="#br0">38 6 3225 0 0,'-1'-1'195'0'0,"1"1"0"0"0,-1-1 0 0 0,0 1 1 0 0,0-1-1 0 0,0 1 0 0 0,0-1 0 0 0,0 1 0 0 0,0 0 1 0 0,0-1-1 0 0,0 1 0 0 0,0 0 0 0 0,0 0 0 0 0,0 0 1 0 0,0 0-1 0 0,0 0 0 0 0,0 0 0 0 0,0 0 1 0 0,0 0-1 0 0,0 1 0 0 0,0-1 0 0 0,0 0 0 0 0,0 0 1 0 0,0 1-1 0 0,0-1 0 0 0,0 1 0 0 0,0-1 0 0 0,0 1 1 0 0,0 1 13 0 0,-1-1 1 0 0,1 1 0 0 0,0-1 0 0 0,1 1-1 0 0,-1 0 1 0 0,0-1 0 0 0,0 1 0 0 0,1 0-1 0 0,-1-1 1 0 0,1 1 0 0 0,-1 0 0 0 0,1 0-1 0 0,0 3 1 0 0,-1 9 134 0 0,2 0 0 0 0,0 0 0 0 0,3 16 0 0 0,-3-22-368 0 0,1 9 88 0 0,1 0 0 0 0,0 0 1 0 0,1 0-1 0 0,8 17 0 0 0,-10-27-71 0 0,2 0-1 0 0,-1-1 0 0 0,1 0 0 0 0,0 0 1 0 0,0 0-1 0 0,0 0 0 0 0,1-1 1 0 0,0 0-1 0 0,0 0 0 0 0,1 0 1 0 0,-1 0-1 0 0,10 5 0 0 0,-9-6-8 0 0,9 5 6 0 0,0 0 1 0 0,-1 1-1 0 0,0 1 1 0 0,0 0-1 0 0,14 17 1 0 0,-26-25 30 0 0,1 0 1 0 0,-1 0-1 0 0,0 0 1 0 0,0 0-1 0 0,0 1 1 0 0,-1-1-1 0 0,1 0 1 0 0,-1 1-1 0 0,1 0 1 0 0,-1-1-1 0 0,0 1 0 0 0,-1 0 1 0 0,1-1-1 0 0,0 1 1 0 0,-1 0-1 0 0,0 0 1 0 0,0 0-1 0 0,0-1 1 0 0,-1 1-1 0 0,1 0 1 0 0,-1 0-1 0 0,0-1 1 0 0,0 1-1 0 0,0 0 1 0 0,-1-1-1 0 0,1 1 0 0 0,-1-1 1 0 0,0 1-1 0 0,0-1 1 0 0,-2 4-1 0 0,-3 3 58 0 0,0-1 0 0 0,-1 1 0 0 0,0-1 0 0 0,0-1 0 0 0,-1 1 0 0 0,0-1 0 0 0,0-1 0 0 0,-1 0 0 0 0,0 0 0 0 0,0-1 0 0 0,-1 0 0 0 0,0-1 1 0 0,0 0-1 0 0,0-1 0 0 0,-17 4 0 0 0,20-7-1085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2:48.150"/>
    </inkml:context>
    <inkml:brush xml:id="br0">
      <inkml:brushProperty name="width" value="0.1" units="cm"/>
      <inkml:brushProperty name="height" value="0.1" units="cm"/>
      <inkml:brushProperty name="color" value="#008C3A"/>
    </inkml:brush>
  </inkml:definitions>
  <inkml:trace contextRef="#ctx0" brushRef="#br0">110 73 920 0 0,'33'-35'2118'0'0,"-24"28"-267"0"0,-1-1 0 0 0,9-15 6290 0 0,-32 35-6128 0 0,-5 4-1149 0 0,3 0-713 0 0,0 1 0 0 0,2 0 0 0 0,0 1 0 0 0,1 1 0 0 0,1 0 0 0 0,0 1-1 0 0,2 0 1 0 0,-13 30 0 0 0,24-49-173 0 0,-1 1 0 0 0,1-1 0 0 0,0 0-1 0 0,-1 1 1 0 0,1-1 0 0 0,0 1 0 0 0,0-1 0 0 0,0 0 0 0 0,0 1-1 0 0,0-1 1 0 0,0 1 0 0 0,0-1 0 0 0,1 0 0 0 0,-1 1 0 0 0,0-1-1 0 0,1 0 1 0 0,-1 1 0 0 0,1-1 0 0 0,0 0 0 0 0,-1 0 0 0 0,1 1-1 0 0,0-1 1 0 0,0 0 0 0 0,0 0 0 0 0,-1 0 0 0 0,1 0 0 0 0,0 0-1 0 0,1 0 1 0 0,-1 0 0 0 0,0 0 0 0 0,0-1 0 0 0,0 1 0 0 0,0 0-1 0 0,1-1 1 0 0,-1 1 0 0 0,0 0 0 0 0,1-1 0 0 0,-1 0 0 0 0,0 1-1 0 0,1-1 1 0 0,1 0 0 0 0,9 3-450 0 0,1-1 0 0 0,0-1 1 0 0,24-1-1 0 0,-5 1 139 0 0,-23 1 340 0 0,0-1-1 0 0,0 1 1 0 0,0 1 0 0 0,0-1 0 0 0,-1 2 0 0 0,1-1 0 0 0,-1 1 0 0 0,0 0 0 0 0,11 8-1 0 0,-17-10 74 0 0,1 0 1 0 0,-1 0-1 0 0,0 0 0 0 0,0 0 0 0 0,1 0 0 0 0,-2 0 0 0 0,1 0 0 0 0,0 1 0 0 0,0-1 0 0 0,-1 1 0 0 0,1-1 0 0 0,-1 1 0 0 0,0 0 0 0 0,0 0 1 0 0,0-1-1 0 0,0 1 0 0 0,0 0 0 0 0,-1 0 0 0 0,1 0 0 0 0,-1 0 0 0 0,0 0 0 0 0,0 0 0 0 0,0 0 0 0 0,0 0 0 0 0,0 0 0 0 0,-1 0 1 0 0,1 0-1 0 0,-1 0 0 0 0,0 0 0 0 0,0-1 0 0 0,0 1 0 0 0,-2 3 0 0 0,-2 5 272 0 0,-1-1-1 0 0,-1 0 1 0 0,0 0-1 0 0,0-1 1 0 0,-17 17 0 0 0,18-21-299 0 0,0 1 1 0 0,0-1 0 0 0,0 0-1 0 0,-1-1 1 0 0,1 1-1 0 0,-1-1 1 0 0,-1-1 0 0 0,1 1-1 0 0,-14 3 1 0 0,7-6-993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0.341"/>
    </inkml:context>
    <inkml:brush xml:id="br0">
      <inkml:brushProperty name="width" value="0.35" units="cm"/>
      <inkml:brushProperty name="height" value="0.35" units="cm"/>
      <inkml:brushProperty name="color" value="#CC0066"/>
    </inkml:brush>
  </inkml:definitions>
  <inkml:trace contextRef="#ctx0" brushRef="#br0">196 141 2304 0 0,'-195'-141'9680'0'0,"195"143"-9594"0"0,11 42 1140 0 0,-9-37-1203 0 0,14 43 123 0 0,3 0 0 0 0,32 63 1 0 0,60 89 562 0 0,-65-128-643 0 0,3-1-1 0 0,4-2 1 0 0,2-3 0 0 0,69 65-1 0 0,-64-72-68 0 0,1-3 1 0 0,4-3-1 0 0,116 78 0 0 0,160 61-43 0 0,-225-129 92 0 0,344 162-107 0 0,14-29-19 0 0,-317-140 46 0 0,2-7 1 0 0,241 46-1 0 0,-228-69 656 0 0,2-8 0 0 0,1-7 0 0 0,0-8 0 0 0,234-23 0 0 0,-293 10-1682 0 0,-66 5-4858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1.265"/>
    </inkml:context>
    <inkml:brush xml:id="br0">
      <inkml:brushProperty name="width" value="0.35" units="cm"/>
      <inkml:brushProperty name="height" value="0.35" units="cm"/>
      <inkml:brushProperty name="color" value="#CC0066"/>
    </inkml:brush>
  </inkml:definitions>
  <inkml:trace contextRef="#ctx0" brushRef="#br0">3 104 4609 0 0,'0'-2'122'0'0,"-1"0"1"0"0,0 0-1 0 0,1 0 0 0 0,-1 1 1 0 0,13-31 3698 0 0,-11 32-3749 0 0,0 2 58 0 0,1 0 0 0 0,-1 0 1 0 0,0 0-1 0 0,0 0 0 0 0,0 1 0 0 0,0-1 0 0 0,0 0 0 0 0,0 0 1 0 0,-1 1-1 0 0,1-1 0 0 0,-1 0 0 0 0,1 1 0 0 0,-1-1 1 0 0,0 0-1 0 0,0 5 0 0 0,0-3 19 0 0,2 149 1316 0 0,3 27-1649 0 0,-4-172 182 0 0,0 1 1 0 0,0 0-1 0 0,-1 0 0 0 0,0 0 1 0 0,0 0-1 0 0,-1 0 1 0 0,-1-1-1 0 0,1 1 1 0 0,-1 0-1 0 0,-6 13 0 0 0,11-29-294 0 0,-1 0 0 0 0,0-1-1 0 0,-1 1 1 0 0,1-1 0 0 0,-1-10-1 0 0,2-7 7 0 0,12-131 937 0 0,0-2 1432 0 0,-12 149-1890 0 0,-1 0 1 0 0,2 0-1 0 0,-1 0 1 0 0,1 1-1 0 0,1-1 1 0 0,-1 1-1 0 0,1 0 1 0 0,1 1-1 0 0,0-1 1 0 0,0 1-1 0 0,0 0 1 0 0,1 0-1 0 0,0 1 1 0 0,0 0-1 0 0,1 0 1 0 0,-1 0-1 0 0,1 1 1 0 0,0 1-1 0 0,1-1 1 0 0,11-4-1 0 0,-16 8-137 0 0,0 0-1 0 0,0 1 0 0 0,0-1 1 0 0,0 1-1 0 0,0 0 0 0 0,0-1 1 0 0,0 2-1 0 0,0-1 1 0 0,-1 0-1 0 0,1 1 0 0 0,0 0 1 0 0,0 0-1 0 0,0 0 0 0 0,0 0 1 0 0,-1 1-1 0 0,6 2 0 0 0,6 4 357 0 0,1 2 0 0 0,20 15 0 0 0,9 6-3 0 0,-14-15-859 0 0,1-1-1 0 0,0-2 1 0 0,1-2 0 0 0,38 10-1 0 0,140 16-3619 0 0,-149-30-990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2.114"/>
    </inkml:context>
    <inkml:brush xml:id="br0">
      <inkml:brushProperty name="width" value="0.35" units="cm"/>
      <inkml:brushProperty name="height" value="0.35" units="cm"/>
      <inkml:brushProperty name="color" value="#CC0066"/>
    </inkml:brush>
  </inkml:definitions>
  <inkml:trace contextRef="#ctx0" brushRef="#br0">1 50 6913 0 0,'20'-50'7954'0'0,"-18"50"-7858"0"0,-1 1 31 0 0,1-1-1 0 0,0 1 1 0 0,-1-1 0 0 0,1 1-1 0 0,0 0 1 0 0,-1 0-1 0 0,1 0 1 0 0,-1 0 0 0 0,0 0-1 0 0,1 0 1 0 0,-1 0-1 0 0,3 3 1 0 0,3 4 110 0 0,-1 0 1 0 0,0 0-1 0 0,0 1 0 0 0,-1 0 1 0 0,0 0-1 0 0,0 0 1 0 0,-1 1-1 0 0,0-1 0 0 0,-1 1 1 0 0,3 12-1 0 0,2 16 311 0 0,4 52-1 0 0,-11-81-460 0 0,7 387 1222 0 0,-10-249-3087 0 0,5 0-4359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2.369"/>
    </inkml:context>
    <inkml:brush xml:id="br0">
      <inkml:brushProperty name="width" value="0.35" units="cm"/>
      <inkml:brushProperty name="height" value="0.35" units="cm"/>
      <inkml:brushProperty name="color" value="#CC0066"/>
    </inkml:brush>
  </inkml:definitions>
  <inkml:trace contextRef="#ctx0" brushRef="#br0">1 6 13363 0 0,'0'-3'1304'0'0,"1"2"-1160"0"0,1-1-144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2.750"/>
    </inkml:context>
    <inkml:brush xml:id="br0">
      <inkml:brushProperty name="width" value="0.35" units="cm"/>
      <inkml:brushProperty name="height" value="0.35" units="cm"/>
      <inkml:brushProperty name="color" value="#CC0066"/>
    </inkml:brush>
  </inkml:definitions>
  <inkml:trace contextRef="#ctx0" brushRef="#br0">0 1 10594 0 0,'41'6'1224'0'0,"0"-3"-1"0"0,54 0 0 0 0,-52-3-498 0 0,2 1 40 0 0,-18 1-699 0 0,0-1 1 0 0,0-2 0 0 0,-1 0 0 0 0,1-2-1 0 0,28-7 1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3.093"/>
    </inkml:context>
    <inkml:brush xml:id="br0">
      <inkml:brushProperty name="width" value="0.35" units="cm"/>
      <inkml:brushProperty name="height" value="0.35" units="cm"/>
      <inkml:brushProperty name="color" value="#CC0066"/>
    </inkml:brush>
  </inkml:definitions>
  <inkml:trace contextRef="#ctx0" brushRef="#br0">124 0 3913 0 0,'-7'5'208'0'0,"-1"-1"0"0"0,1 1 0 0 0,1 0 0 0 0,-1 1 1 0 0,1-1-1 0 0,0 1 0 0 0,0 1 0 0 0,1-1 0 0 0,0 1 0 0 0,0 0 0 0 0,0 0 1 0 0,-5 13-1 0 0,4-10 177 0 0,0 1 0 0 0,1 0 0 0 0,0 0 0 0 0,1 0 0 0 0,0 0 0 0 0,1 1 0 0 0,1 0 0 0 0,-3 22 0 0 0,5-28-241 0 0,0 0 0 0 0,1 0 0 0 0,-1-1 0 0 0,1 1-1 0 0,0 0 1 0 0,1 0 0 0 0,0-1 0 0 0,0 1 0 0 0,0-1 0 0 0,0 1 0 0 0,1-1 0 0 0,0 0-1 0 0,0 0 1 0 0,0 0 0 0 0,1-1 0 0 0,0 1 0 0 0,-1-1 0 0 0,2 1 0 0 0,-1-1 0 0 0,6 4-1 0 0,17 11 568 0 0,1-1-1 0 0,60 29 0 0 0,-64-37-521 0 0,-1 1-1 0 0,-1 2 1 0 0,0 0-1 0 0,-1 1 1 0 0,0 2-1 0 0,26 24 1 0 0,-43-36-184 0 0,-1 0 0 0 0,1 0 0 0 0,-1 0 0 0 0,0 1 0 0 0,0 0 0 0 0,0-1 0 0 0,-1 1 0 0 0,0 0 0 0 0,0 0 0 0 0,0 0 0 0 0,0 1 1 0 0,-1-1-1 0 0,0 0 0 0 0,0 1 0 0 0,0-1 0 0 0,-1 8 0 0 0,-1-6 8 0 0,1 0 0 0 0,-2 0 1 0 0,1 0-1 0 0,-1 0 0 0 0,0 0 0 0 0,-1 0 1 0 0,0-1-1 0 0,0 1 0 0 0,0-1 0 0 0,0 1 1 0 0,-6 5-1 0 0,-2 2 37 0 0,-1 0 0 0 0,0-1 0 0 0,0-1-1 0 0,-1 0 1 0 0,-1-1 0 0 0,0 0 0 0 0,-1-1 0 0 0,0 0 0 0 0,-20 8 0 0 0,-2-1-677 0 0,20-11-187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3.572"/>
    </inkml:context>
    <inkml:brush xml:id="br0">
      <inkml:brushProperty name="width" value="0.35" units="cm"/>
      <inkml:brushProperty name="height" value="0.35" units="cm"/>
      <inkml:brushProperty name="color" value="#CC0066"/>
    </inkml:brush>
  </inkml:definitions>
  <inkml:trace contextRef="#ctx0" brushRef="#br0">186 1 5985 0 0,'-20'0'4165'0'0,"17"2"-3934"0"0,-26 10 1190 0 0,22-8-951 0 0,-4 1-291 0 0,1 1 0 0 0,-1 1 1 0 0,1 0-1 0 0,0 0 0 0 0,0 1 0 0 0,1 1 0 0 0,-14 15 1 0 0,19-19-76 0 0,0 0 1 0 0,0 0 0 0 0,1 1 0 0 0,0 0 0 0 0,0-1 0 0 0,0 1-1 0 0,-2 8 1 0 0,4-10-82 0 0,0-1 1 0 0,0 0-1 0 0,1 0 0 0 0,-1 0 0 0 0,1 0 0 0 0,0 1 1 0 0,0-1-1 0 0,0 0 0 0 0,1 0 0 0 0,-1 0 0 0 0,1 0 0 0 0,0 1 1 0 0,-1-1-1 0 0,1 0 0 0 0,3 4 0 0 0,-2-3-70 0 0,1 0 0 0 0,0 0 0 0 0,0 0-1 0 0,0 0 1 0 0,1-1 0 0 0,-1 1 0 0 0,1-1 0 0 0,0 0-1 0 0,0 0 1 0 0,0 0 0 0 0,0-1 0 0 0,0 1 0 0 0,1-1-1 0 0,8 3 1 0 0,9 2-358 0 0,0-1-1 0 0,23 4 0 0 0,1 0 3 0 0,-37-8 324 0 0,-1 1 1 0 0,1 0-1 0 0,-1 1 1 0 0,0-1-1 0 0,0 2 1 0 0,-1-1-1 0 0,1 1 1 0 0,-1 0-1 0 0,0 1 1 0 0,-1-1-1 0 0,1 1 1 0 0,-1 1-1 0 0,0-1 1 0 0,7 12-1 0 0,-10-13 215 0 0,0 0 0 0 0,0 0-1 0 0,-1 0 1 0 0,1 1 0 0 0,-1-1-1 0 0,-1 1 1 0 0,1 0 0 0 0,-1-1-1 0 0,0 1 1 0 0,0 0 0 0 0,-1 0-1 0 0,0 0 1 0 0,0-1 0 0 0,0 1-1 0 0,-1 0 1 0 0,1 0 0 0 0,-1 0-1 0 0,-1-1 1 0 0,1 1 0 0 0,-1 0-1 0 0,0-1 1 0 0,-5 9 0 0 0,0 0 254 0 0,-2 0 1 0 0,1-1-1 0 0,-2 0 1 0 0,0-1-1 0 0,0 0 1 0 0,-1-1 0 0 0,-1 0-1 0 0,-16 12 1 0 0,-30 14-5009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5.376"/>
    </inkml:context>
    <inkml:brush xml:id="br0">
      <inkml:brushProperty name="width" value="0.35" units="cm"/>
      <inkml:brushProperty name="height" value="0.35" units="cm"/>
      <inkml:brushProperty name="color" value="#CC0066"/>
    </inkml:brush>
  </inkml:definitions>
  <inkml:trace contextRef="#ctx0" brushRef="#br0">23 1 4145 0 0,'-3'0'7239'0'0,"-4"15"-5444"0"0,-5 25-820 0 0,12-19-830 0 0,1 0-1 0 0,0-1 1 0 0,2 1 0 0 0,0 0 0 0 0,12 37 0 0 0,-4-14-53 0 0,19 86-78 0 0,75 287 164 0 0,-83-350-129 0 0,3-1-1 0 0,2-1 1 0 0,4-2-1 0 0,43 69 1 0 0,-48-93 477 0 0,-2 0 0 0 0,-1 2 0 0 0,-2 1 0 0 0,-3 1 1 0 0,27 88-1 0 0,-2 69-39 0 0,30 115 1330 0 0,-58-267-1619 0 0,2-1 0 0 0,1 0 0 0 0,3-1 0 0 0,2-2 0 0 0,2 0 0 0 0,57 77 0 0 0,-29-58-186 0 0,2-3 0 0 0,2-2 0 0 0,129 98 0 0 0,-109-98-6 0 0,237 173 100 0 0,-209-161-76 0 0,123 62 1 0 0,-187-113-67 0 0,1-1-1 0 0,1-3 1 0 0,0-1-1 0 0,48 8 1 0 0,183 19-1057 0 0,-181-31 111 0 0,-1 5 0 0 0,123 34 0 0 0,-128-20 374 0 0,167 46-1426 0 0,255 18 1855 0 0,-397-74 358 0 0,-78-13-134 0 0,-15-2 127 0 0,-1-1 1 0 0,1 0 0 0 0,0-1-1 0 0,0-2 1 0 0,25-1 0 0 0,-37-2-533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5.938"/>
    </inkml:context>
    <inkml:brush xml:id="br0">
      <inkml:brushProperty name="width" value="0.35" units="cm"/>
      <inkml:brushProperty name="height" value="0.35" units="cm"/>
      <inkml:brushProperty name="color" value="#CC0066"/>
    </inkml:brush>
  </inkml:definitions>
  <inkml:trace contextRef="#ctx0" brushRef="#br0">215 14 2304 0 0,'-55'-13'9752'0'0,"56"15"-9575"0"0,16 26 1087 0 0,-10-19-1009 0 0,72 137 492 0 0,-43-78-775 0 0,60 88 0 0 0,-78-133 24 0 0,-12-16 25 0 0,1 1 0 0 0,-1 0-1 0 0,0 0 1 0 0,-1 1-1 0 0,0 0 1 0 0,-1 0-1 0 0,1 0 1 0 0,4 17-1 0 0,-9-23 52 0 0,0-1 0 0 0,0 1 0 0 0,0-1 0 0 0,-1 1 0 0 0,1-1-1 0 0,-1 1 1 0 0,0-1 0 0 0,1 1 0 0 0,-1-1 0 0 0,0 1 0 0 0,0-1-1 0 0,-1 0 1 0 0,1 0 0 0 0,0 1 0 0 0,-4 2 0 0 0,-30 32 1074 0 0,22-24-766 0 0,-344 328 1793 0 0,311-304-4821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6.546"/>
    </inkml:context>
    <inkml:brush xml:id="br0">
      <inkml:brushProperty name="width" value="0.35" units="cm"/>
      <inkml:brushProperty name="height" value="0.35" units="cm"/>
      <inkml:brushProperty name="color" value="#CC0066"/>
    </inkml:brush>
  </inkml:definitions>
  <inkml:trace contextRef="#ctx0" brushRef="#br0">37 1 4145 0 0,'-37'25'9230'0'0,"38"-24"-9146"0"0,36 39 1058 0 0,21 23 141 0 0,53 76-1 0 0,-82-102-1266 0 0,2-2 0 0 0,62 57 0 0 0,-62-62-16 0 0,-27-27-1 0 0,-1 0-1 0 0,0 0 1 0 0,0 1 0 0 0,0 0-1 0 0,-1-1 1 0 0,1 1-1 0 0,-1 0 1 0 0,0 0-1 0 0,0 0 1 0 0,0 0 0 0 0,-1 1-1 0 0,1-1 1 0 0,-1 0-1 0 0,0 1 1 0 0,0-1-1 0 0,0 9 1 0 0,-1-7 6 0 0,-1 1 1 0 0,0 0-1 0 0,0-1 0 0 0,0 1 1 0 0,-1-1-1 0 0,0 1 0 0 0,0-1 1 0 0,-1 0-1 0 0,0 0 1 0 0,-4 8-1 0 0,-8 7 117 0 0,0-1 1 0 0,-1 0-1 0 0,-1-1 1 0 0,-34 30-1 0 0,-19 14 459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7.601"/>
    </inkml:context>
    <inkml:brush xml:id="br0">
      <inkml:brushProperty name="width" value="0.35" units="cm"/>
      <inkml:brushProperty name="height" value="0.35" units="cm"/>
      <inkml:brushProperty name="color" value="#CC0066"/>
    </inkml:brush>
  </inkml:definitions>
  <inkml:trace contextRef="#ctx0" brushRef="#br0">231 164 4609 0 0,'-1'3'94'0'0,"-1"-1"-1"0"0,1 1 1 0 0,-1-1 0 0 0,0 1 0 0 0,0-1 0 0 0,0 0-1 0 0,0 0 1 0 0,0 0 0 0 0,-3 1 0 0 0,-5 7 160 0 0,-46 49 423 0 0,31-35-629 0 0,2 1-1 0 0,1 1 1 0 0,1 1 0 0 0,-23 39-1 0 0,36-49-141 0 0,15-27-317 0 0,15-28 459 0 0,3-22 635 0 0,-5 11 429 0 0,29-51 0 0 0,-42 87-939 0 0,94-152 3523 0 0,-100 164-3575 0 0,0 0 1 0 0,0 1-1 0 0,0-1 1 0 0,1 1 0 0 0,-1-1-1 0 0,0 1 1 0 0,0-1-1 0 0,0 1 1 0 0,0 0 0 0 0,1-1-1 0 0,-1 1 1 0 0,0 0 0 0 0,0 0-1 0 0,3 0 1 0 0,-2 1 34 0 0,1-1-1 0 0,-1 1 1 0 0,0 0 0 0 0,1 0 0 0 0,-1 0 0 0 0,0 0-1 0 0,0 0 1 0 0,0 1 0 0 0,0-1 0 0 0,0 1-1 0 0,3 2 1 0 0,3 5 120 0 0,0-1 0 0 0,0 2-1 0 0,-1-1 1 0 0,7 13 0 0 0,152 218-1805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8.281"/>
    </inkml:context>
    <inkml:brush xml:id="br0">
      <inkml:brushProperty name="width" value="0.35" units="cm"/>
      <inkml:brushProperty name="height" value="0.35" units="cm"/>
      <inkml:brushProperty name="color" value="#CC0066"/>
    </inkml:brush>
  </inkml:definitions>
  <inkml:trace contextRef="#ctx0" brushRef="#br0">3 44 10594 0 0,'4'-25'5424'0'0,"-5"20"-4881"0"0,-5-8-123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8.702"/>
    </inkml:context>
    <inkml:brush xml:id="br0">
      <inkml:brushProperty name="width" value="0.35" units="cm"/>
      <inkml:brushProperty name="height" value="0.35" units="cm"/>
      <inkml:brushProperty name="color" value="#CC0066"/>
    </inkml:brush>
  </inkml:definitions>
  <inkml:trace contextRef="#ctx0" brushRef="#br0">1 60 5065 0 0,'49'-9'5212'0'0,"71"-16"-4135"0"0,31-1-1957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9.098"/>
    </inkml:context>
    <inkml:brush xml:id="br0">
      <inkml:brushProperty name="width" value="0.35" units="cm"/>
      <inkml:brushProperty name="height" value="0.35" units="cm"/>
      <inkml:brushProperty name="color" value="#CC0066"/>
    </inkml:brush>
  </inkml:definitions>
  <inkml:trace contextRef="#ctx0" brushRef="#br0">4 0 4609 0 0,'-3'24'3352'0'0,"4"-19"-3128"0"0,6 27 1497 0 0,-6-30-1457 0 0,3 11 2 0 0,0 0-1 0 0,1 0 0 0 0,1-1 1 0 0,0 0-1 0 0,0 0 1 0 0,1 0-1 0 0,1-1 1 0 0,0 0-1 0 0,0-1 1 0 0,1 1-1 0 0,11 9 0 0 0,-5-8-147 0 0,0 0 0 0 0,1-1 0 0 0,0-1 0 0 0,1 0 0 0 0,0-1 0 0 0,1-1 0 0 0,21 8 0 0 0,-19-10-87 0 0,-2 1 1 0 0,1 1-1 0 0,-1 1 0 0 0,0 0 1 0 0,29 21-1 0 0,-42-26-26 0 0,0 1-1 0 0,0-1 1 0 0,-1 1 0 0 0,0-1 0 0 0,0 1-1 0 0,0 1 1 0 0,-1-1 0 0 0,1 0-1 0 0,-1 1 1 0 0,0 0 0 0 0,-1 0-1 0 0,0 0 1 0 0,0 0 0 0 0,0 0 0 0 0,0 0-1 0 0,-1 0 1 0 0,0 1 0 0 0,0-1-1 0 0,-1 0 1 0 0,0 1 0 0 0,0-1-1 0 0,-1 8 1 0 0,-1-2 83 0 0,-1-1-1 0 0,0 1 0 0 0,0-1 1 0 0,-1 0-1 0 0,0 0 1 0 0,-1 0-1 0 0,0 0 0 0 0,-1-1 1 0 0,0 0-1 0 0,-1 0 1 0 0,-15 17-1 0 0,1-6 140 0 0,0 0 0 0 0,-1-1 1 0 0,-40 26-1 0 0,38-32-1863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39.644"/>
    </inkml:context>
    <inkml:brush xml:id="br0">
      <inkml:brushProperty name="width" value="0.35" units="cm"/>
      <inkml:brushProperty name="height" value="0.35" units="cm"/>
      <inkml:brushProperty name="color" value="#CC0066"/>
    </inkml:brush>
  </inkml:definitions>
  <inkml:trace contextRef="#ctx0" brushRef="#br0">310 110 920 0 0,'3'-28'1389'0'0,"2"-16"693"0"0,-5 42-1894 0 0,0 0 1 0 0,-1 0 0 0 0,1 0-1 0 0,0 0 1 0 0,0 0 0 0 0,-1 1-1 0 0,1-1 1 0 0,-1 0 0 0 0,0 0 0 0 0,1 0-1 0 0,-1 0 1 0 0,0 1 0 0 0,0-1-1 0 0,0 0 1 0 0,0 1 0 0 0,-1-1-1 0 0,0-1 1 0 0,0 2-36 0 0,1 1 1 0 0,0-1-1 0 0,-1 1 1 0 0,1 0-1 0 0,0-1 0 0 0,-1 1 1 0 0,1 0-1 0 0,-1 0 1 0 0,1 0-1 0 0,0 0 0 0 0,-1 0 1 0 0,1 0-1 0 0,-1 0 1 0 0,1 1-1 0 0,0-1 1 0 0,-1 0-1 0 0,1 1 0 0 0,0-1 1 0 0,-1 1-1 0 0,-1 1 307 0 0,0 0-306 0 0,-32 21 1427 0 0,30-19-1343 0 0,-44 35 670 0 0,-44 46 0 0 0,49-43-765 0 0,38-37-167 0 0,0 1 0 0 0,1-1 0 0 0,0 1 0 0 0,0 0 0 0 0,1 0 0 0 0,-5 8 0 0 0,9-12 19 0 0,-1-1 0 0 0,0 0 1 0 0,1 0-1 0 0,-1 1 1 0 0,1-1-1 0 0,0 0 0 0 0,-1 1 1 0 0,1-1-1 0 0,0 1 1 0 0,0-1-1 0 0,0 0 0 0 0,0 1 1 0 0,0-1-1 0 0,0 1 1 0 0,0-1-1 0 0,0 0 0 0 0,1 1 1 0 0,-1-1-1 0 0,0 0 0 0 0,1 1 1 0 0,-1-1-1 0 0,1 0 1 0 0,0 1-1 0 0,-1-1 0 0 0,1 0 1 0 0,0 0-1 0 0,0 0 1 0 0,0 0-1 0 0,0 0 0 0 0,0 0 1 0 0,0 0-1 0 0,0 0 1 0 0,0 0-1 0 0,0 0 0 0 0,0 0 1 0 0,0-1-1 0 0,1 1 1 0 0,-1 0-1 0 0,0-1 0 0 0,2 1 1 0 0,18 7-136 0 0,-1-1 1 0 0,1-1-1 0 0,1-2 1 0 0,36 5-1 0 0,-32-6 109 0 0,-1 2 0 0 0,1 0 0 0 0,26 10 0 0 0,-44-12 41 0 0,-1 0 0 0 0,1 1 0 0 0,-1-1 0 0 0,0 2 0 0 0,0-1 0 0 0,-1 1 1 0 0,1 0-1 0 0,-1 0 0 0 0,0 1 0 0 0,0-1 0 0 0,-1 1 0 0 0,0 1 0 0 0,0-1 0 0 0,5 9 0 0 0,-6-8 7 0 0,0 1-1 0 0,-1-1 1 0 0,0 1-1 0 0,0 0 1 0 0,0 0-1 0 0,-1 0 1 0 0,0 0 0 0 0,-1 0-1 0 0,0 1 1 0 0,0-1-1 0 0,-1 0 1 0 0,-1 17-1 0 0,-1-13 212 0 0,0-1 0 0 0,-1 0 0 0 0,0 0 0 0 0,-1 0 0 0 0,0 0 0 0 0,-1 0 0 0 0,0-1 0 0 0,-10 15 0 0 0,-3-1 311 0 0,0-1 0 0 0,-2 0 0 0 0,-1-2 1 0 0,0 0-1 0 0,-2-1 0 0 0,-35 23 0 0 0,55-41-657 0 0,-19 13 531 0 0,18-13-870 0 0,3-2 343 0 0,0 1 0 0 0,0-1 0 0 0,0 1 0 0 0,0-1-1 0 0,0 0 1 0 0,0 0 0 0 0,0 0 0 0 0,0 1 0 0 0,0-1 0 0 0,0 0 0 0 0,-1 0-1 0 0,1-1 1 0 0,0 1 0 0 0,0 0 0 0 0,-1 0 0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41.074"/>
    </inkml:context>
    <inkml:brush xml:id="br0">
      <inkml:brushProperty name="width" value="0.35" units="cm"/>
      <inkml:brushProperty name="height" value="0.35" units="cm"/>
      <inkml:brushProperty name="color" value="#CC0066"/>
    </inkml:brush>
  </inkml:definitions>
  <inkml:trace contextRef="#ctx0" brushRef="#br0">0 15 5065 0 0,'33'-15'14051'0'0,"-22"27"-14798"0"0,-7-4-106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41.478"/>
    </inkml:context>
    <inkml:brush xml:id="br0">
      <inkml:brushProperty name="width" value="0.35" units="cm"/>
      <inkml:brushProperty name="height" value="0.35" units="cm"/>
      <inkml:brushProperty name="color" value="#CC0066"/>
    </inkml:brush>
  </inkml:definitions>
  <inkml:trace contextRef="#ctx0" brushRef="#br0">1 67 5065 0 0,'10'-21'6894'0'0,"42"0"-3964"0"0,-51 21-2825 0 0,14-6 298 0 0,0 2 0 0 0,1 0 0 0 0,-1 0 0 0 0,1 1 0 0 0,27 0 0 0 0,-33 3-1349 0 0,1 0-1 0 0,-1 2 1 0 0,1-1 0 0 0,-1 1 0 0 0,20 7 0 0 0,29-4-6020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41.826"/>
    </inkml:context>
    <inkml:brush xml:id="br0">
      <inkml:brushProperty name="width" value="0.35" units="cm"/>
      <inkml:brushProperty name="height" value="0.35" units="cm"/>
      <inkml:brushProperty name="color" value="#CC0066"/>
    </inkml:brush>
  </inkml:definitions>
  <inkml:trace contextRef="#ctx0" brushRef="#br0">32 0 3681 0 0,'-1'1'164'0'0,"-1"-1"1"0"0,0 0-1 0 0,1 1 0 0 0,-1-1 1 0 0,0 1-1 0 0,1 0 1 0 0,-1 0-1 0 0,-10 8 1316 0 0,11-7-1316 0 0,0-1 1 0 0,-3 29 3321 0 0,5-19-3011 0 0,-1-8-632 0 0,2 17 554 0 0,0 0 0 0 0,1 0 0 0 0,1-1 0 0 0,7 21 0 0 0,-8-32-293 0 0,1 1 0 0 0,0-1 1 0 0,0 0-1 0 0,1 0 0 0 0,0-1 1 0 0,0 1-1 0 0,1-1 0 0 0,0 0 1 0 0,0 0-1 0 0,1-1 0 0 0,8 7 1 0 0,7 2 368 0 0,0-1 1 0 0,1-1-1 0 0,39 15 0 0 0,-43-20-299 0 0,1 1 0 0 0,-2 0 0 0 0,1 1 0 0 0,-1 1 0 0 0,-1 1 0 0 0,23 19 0 0 0,-38-29-131 0 0,0 1 0 0 0,1-1 0 0 0,-1 1 0 0 0,0-1-1 0 0,0 1 1 0 0,0 0 0 0 0,-1-1 0 0 0,1 1 0 0 0,-1 0 0 0 0,1 0 0 0 0,-1 0 0 0 0,0 0 0 0 0,0 1-1 0 0,0-1 1 0 0,-1 0 0 0 0,1 0 0 0 0,-1 1 0 0 0,0-1 0 0 0,0 4 0 0 0,-1-3 4 0 0,0 0 0 0 0,0 1 0 0 0,0-1 1 0 0,-1 0-1 0 0,1 0 0 0 0,-1-1 0 0 0,0 1 1 0 0,0 0-1 0 0,-1-1 0 0 0,1 1 0 0 0,-1-1 1 0 0,-5 6-1 0 0,-7 4-12 0 0,0 0 0 0 0,-1-2 0 0 0,0 0 0 0 0,-1 0 0 0 0,-20 8 0 0 0,-64 30-993 0 0,56-31-4550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42.496"/>
    </inkml:context>
    <inkml:brush xml:id="br0">
      <inkml:brushProperty name="width" value="0.35" units="cm"/>
      <inkml:brushProperty name="height" value="0.35" units="cm"/>
      <inkml:brushProperty name="color" value="#CC0066"/>
    </inkml:brush>
  </inkml:definitions>
  <inkml:trace contextRef="#ctx0" brushRef="#br0">207 123 1376 0 0,'24'-122'12773'0'0,"-26"122"-12609"0"0,0 0 78 0 0,0 1-1 0 0,0-1 1 0 0,-12 6 1448 0 0,11-3-1448 0 0,-4 2-22 0 0,0 1 1 0 0,0 0-1 0 0,-10 12 1 0 0,-23 38-219 0 0,2 2-1 0 0,-32 66 1 0 0,67-118-34 0 0,0-1 0 0 0,0 1 0 0 0,1 0 0 0 0,0 0 0 0 0,0 0 1 0 0,0 0-1 0 0,1 0 0 0 0,-1 9 0 0 0,2-13-27 0 0,0 0 1 0 0,0 0 0 0 0,1 0-1 0 0,-1 0 1 0 0,0 0-1 0 0,1 0 1 0 0,0 0 0 0 0,-1 0-1 0 0,1 0 1 0 0,0 0 0 0 0,0 0-1 0 0,0 0 1 0 0,0 0-1 0 0,0 0 1 0 0,1-1 0 0 0,-1 1-1 0 0,0-1 1 0 0,1 1 0 0 0,-1-1-1 0 0,1 1 1 0 0,0-1-1 0 0,-1 0 1 0 0,1 0 0 0 0,0 0-1 0 0,0 0 1 0 0,0 0-1 0 0,0 0 1 0 0,2 1 0 0 0,22 6-1064 0 0,0 0 0 0 0,33 4 0 0 0,-29-6 940 0 0,44 14 1 0 0,-65-16 213 0 0,0-1 0 0 0,0 1-1 0 0,-1 1 1 0 0,0-1 0 0 0,1 2-1 0 0,-2-1 1 0 0,1 1 0 0 0,-1 0 0 0 0,8 8-1 0 0,-11-9 6 0 0,0 0 0 0 0,-1 0 1 0 0,1 1-1 0 0,-1 0 0 0 0,0-1 0 0 0,-1 1 0 0 0,0 0 0 0 0,0 0 0 0 0,0 0 0 0 0,0 0 0 0 0,-1 1 0 0 0,0-1 0 0 0,0 0 0 0 0,-1 1 0 0 0,0-1 0 0 0,0 1 0 0 0,0-1 0 0 0,-1 0 1 0 0,0 1-1 0 0,0-1 0 0 0,-4 11 0 0 0,1-4 265 0 0,-1-1 0 0 0,0 1 1 0 0,0-1-1 0 0,-2-1 0 0 0,1 1 0 0 0,-1-1 1 0 0,-1 0-1 0 0,0-1 0 0 0,-15 16 0 0 0,11-14 53 0 0,0-1 0 0 0,-1 0-1 0 0,-1 0 1 0 0,1-2 0 0 0,-2 0-1 0 0,1 0 1 0 0,-1-1-1 0 0,0-1 1 0 0,-32 10 0 0 0,46-17-412 0 0,-1 1 1 0 0,1-1-1 0 0,0 0 1 0 0,-1 0-1 0 0,1 0 1 0 0,-1 1 0 0 0,1-1-1 0 0,-1 0 1 0 0,1-1-1 0 0,0 1 1 0 0,-1 0-1 0 0,1 0 1 0 0,-1-1 0 0 0,1 1-1 0 0,0-1 1 0 0,-1 1-1 0 0,1-1 1 0 0,0 1-1 0 0,0-1 1 0 0,-1 0 0 0 0,1 0-1 0 0,0 0 1 0 0,0 1-1 0 0,0-1 1 0 0,0 0-1 0 0,0 0 1 0 0,0-1-1 0 0,0 1 1 0 0,0 0 0 0 0,1 0-1 0 0,-1 0 1 0 0,0 0-1 0 0,1-1 1 0 0,-1 0-1 0 0,-4-9-701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10.932"/>
    </inkml:context>
    <inkml:brush xml:id="br0">
      <inkml:brushProperty name="width" value="0.1" units="cm"/>
      <inkml:brushProperty name="height" value="0.1" units="cm"/>
      <inkml:brushProperty name="color" value="#008C3A"/>
    </inkml:brush>
  </inkml:definitions>
  <inkml:trace contextRef="#ctx0" brushRef="#br0">11 58 3681 0 0,'-3'-33'71'0'0,"0"9"6535"0"0,-1 55-2529 0 0,8 391-363 0 0,2-302-3400 0 0,20 230-190 0 0,-11-250-83 0 0,39 146-1 0 0,-3-53-1644 0 0,-47-179-4522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11.601"/>
    </inkml:context>
    <inkml:brush xml:id="br0">
      <inkml:brushProperty name="width" value="0.1" units="cm"/>
      <inkml:brushProperty name="height" value="0.1" units="cm"/>
      <inkml:brushProperty name="color" value="#008C3A"/>
    </inkml:brush>
  </inkml:definitions>
  <inkml:trace contextRef="#ctx0" brushRef="#br0">94 241 5065 0 0,'-8'0'224'0'0,"-1"0"0"0"0,1 1 1 0 0,0 1-1 0 0,0-1 0 0 0,0 1 0 0 0,-1 0 0 0 0,2 1 1 0 0,-1 0-1 0 0,-13 7 0 0 0,21-10-206 0 0,1 0 1 0 0,-1 0-1 0 0,0 0 0 0 0,0 0 1 0 0,0 0-1 0 0,0 0 1 0 0,0 0-1 0 0,0 0 0 0 0,0 0 1 0 0,0 0-1 0 0,0 0 1 0 0,0 0-1 0 0,0 0 0 0 0,0 0 1 0 0,0 0-1 0 0,0 0 1 0 0,0 0-1 0 0,1 0 0 0 0,-1 0 1 0 0,0 0-1 0 0,0 0 1 0 0,0 1-1 0 0,0-1 0 0 0,0 0 1 0 0,0 0-1 0 0,0 0 0 0 0,0 0 1 0 0,0 0-1 0 0,0 0 1 0 0,0 0-1 0 0,0 0 0 0 0,0 0 1 0 0,0 0-1 0 0,0 0 1 0 0,0 0-1 0 0,0 0 0 0 0,0 0 1 0 0,0 0-1 0 0,0 0 1 0 0,0 1-1 0 0,0-1 0 0 0,0 0 1 0 0,0 0-1 0 0,0 0 1 0 0,0 0-1 0 0,0 0 0 0 0,0 0 1 0 0,0 0-1 0 0,0 0 0 0 0,0 0 1 0 0,0 0-1 0 0,0 0 1 0 0,0 0-1 0 0,0 0 0 0 0,0 0 1 0 0,0 0-1 0 0,0 1 1 0 0,11-1 415 0 0,15-1-28 0 0,170-21 955 0 0,19-2-1366 0 0,460-86-499 0 0,-301 57 387 0 0,3 17-1 0 0,501 15 1 0 0,-287 44 315 0 0,568 12 495 0 0,501 24 1425 0 0,-855-17-2009 0 0,-488-29-82 0 0,-178-11-27 0 0,42 2 0 0 0,-111 6-1301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12.519"/>
    </inkml:context>
    <inkml:brush xml:id="br0">
      <inkml:brushProperty name="width" value="0.1" units="cm"/>
      <inkml:brushProperty name="height" value="0.1" units="cm"/>
      <inkml:brushProperty name="color" value="#008C3A"/>
    </inkml:brush>
  </inkml:definitions>
  <inkml:trace contextRef="#ctx0" brushRef="#br0">7159 7 1376 0 0,'6'-7'5281'0'0,"-5"11"-4318"0"0,13 22-664 0 0,-1 1 0 0 0,-2 1-1 0 0,0 1 1 0 0,-2-1 0 0 0,9 52 0 0 0,9 157 2776 0 0,-23-170-2404 0 0,2-1 0 0 0,4 1-1 0 0,20 70 1 0 0,0-56-1681 0 0,61 121-1 0 0,2 2-562 0 0,-92-202 1397 0 0,17 36-1826 0 0,-5-26 532 0 0,-12-12 1407 0 0,-1 0 0 0 0,1 0-1 0 0,-1 0 1 0 0,1 0-1 0 0,-1 0 1 0 0,1 0 0 0 0,-1 0-1 0 0,1 0 1 0 0,-1 0-1 0 0,1-1 1 0 0,-1 1 0 0 0,1 0-1 0 0,-1 0 1 0 0,1 0-1 0 0,-1-1 1 0 0,0 1 0 0 0,1 0-1 0 0,-1 0 1 0 0,1-1-1 0 0,-1 1 1 0 0,0 0 0 0 0,1-1-1 0 0,-1 1 1 0 0,0-1-1 0 0,1 1 1 0 0,-1 0 0 0 0,0-1-1 0 0,1 1 1 0 0,-1-1-1 0 0,0 0 1 0 0,1 1 134 0 0,-1-1-1 0 0,0 1 1 0 0,0-1 0 0 0,1 1 0 0 0,-1-1-1 0 0,0 1 1 0 0,0-1 0 0 0,0 1 0 0 0,1-1-1 0 0,-1 1 1 0 0,0-1 0 0 0,0 1 0 0 0,0-1-1 0 0,0 1 1 0 0,0-1 0 0 0,0 1 0 0 0,0-1-1 0 0,0 1 1 0 0,0-1 0 0 0,-1 1 0 0 0,1-1-1 0 0,0 1 1 0 0,0-1 0 0 0,0 1 0 0 0,0 0-1 0 0,-1-1 1 0 0,1 1 0 0 0,0-1-1 0 0,0 1 1 0 0,-1-1 0 0 0,1 1 0 0 0,0 0-1 0 0,-1-1 1 0 0,0 1 0 0 0,-21-10 4494 0 0,-12 6-167 0 0,17 3-4299 0 0,15 1-413 0 0,-837-9 2632 0 0,-2 33-5000 0 0,717-20 2679 0 0,-409 17-829 0 0,-326 9 56 0 0,-1-32 794 0 0,501-9 9 0 0,-937-46 86 0 0,520 20-1753 0 0,279 16-817 0 0,374 17 2528 0 0,-182-1 2710 0 0,299 5-2671 0 0,-43 5 329 0 0,47-5-390 0 0,0 0-1 0 0,1 0 1 0 0,-1 1-1 0 0,1-1 1 0 0,-1 1-1 0 0,1-1 1 0 0,-1 1-1 0 0,1-1 1 0 0,-1 1-1 0 0,1 0 1 0 0,-1 0 0 0 0,1-1-1 0 0,0 1 1 0 0,-1 0-1 0 0,1 0 1 0 0,0 1-1 0 0,0-1 1 0 0,0 0-1 0 0,0 0 1 0 0,0 0 0 0 0,0 1-1 0 0,0-1 1 0 0,0 1-1 0 0,-1 2 1 0 0,5 10-776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13.450"/>
    </inkml:context>
    <inkml:brush xml:id="br0">
      <inkml:brushProperty name="width" value="0.1" units="cm"/>
      <inkml:brushProperty name="height" value="0.1" units="cm"/>
      <inkml:brushProperty name="color" value="#008C3A"/>
    </inkml:brush>
  </inkml:definitions>
  <inkml:trace contextRef="#ctx0" brushRef="#br0">1 52 2761 0 0,'3'-52'10582'0'0,"4"73"-10015"0"0,0 134 548 0 0,-8-109-983 0 0,11 75 0 0 0,77 271 398 0 0,-52-203-175 0 0,-28-135 135 0 0,3 0 0 0 0,25 84 0 0 0,-29-125-324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14.348"/>
    </inkml:context>
    <inkml:brush xml:id="br0">
      <inkml:brushProperty name="width" value="0.1" units="cm"/>
      <inkml:brushProperty name="height" value="0.1" units="cm"/>
      <inkml:brushProperty name="color" value="#008C3A"/>
    </inkml:brush>
  </inkml:definitions>
  <inkml:trace contextRef="#ctx0" brushRef="#br0">0 25 1376 0 0,'7'-24'12027'0'0,"-2"32"-11731"0"0,1 0 0 0 0,-1 0 0 0 0,1-1 0 0 0,1 1 0 0 0,9 7 0 0 0,21 27 1265 0 0,-30-31-1390 0 0,-1 0 0 0 0,0 0 0 0 0,-1 0 1 0 0,-1 1-1 0 0,0 0 0 0 0,0 0 0 0 0,-1 0 1 0 0,2 18-1 0 0,0 13-135 0 0,-2 49 0 0 0,2 10 130 0 0,7-16-76 0 0,42 148 1 0 0,-45-189 250 0 0,-2 0 0 0 0,-1 1 1 0 0,-2 67-1 0 0,-4-69 16 0 0,3 1 0 0 0,1-1 0 0 0,18 79 0 0 0,-12-100-689 0 0,-10-22 315 0 0,0 0 0 0 0,1 0 0 0 0,-1-1 0 0 0,0 1 0 0 0,1 0 0 0 0,-1 0 0 0 0,1-1 0 0 0,-1 1 0 0 0,1-1 0 0 0,-1 1 0 0 0,1 0 0 0 0,-1-1 0 0 0,1 1-1 0 0,0-1 1 0 0,-1 1 0 0 0,1-1 0 0 0,0 0 0 0 0,-1 1 0 0 0,1-1 0 0 0,0 0 0 0 0,0 1 0 0 0,-1-1 0 0 0,1 0 0 0 0,0 0 0 0 0,0 0 0 0 0,0 1 0 0 0,-1-1 0 0 0,2 0 0 0 0,2-3-310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15.523"/>
    </inkml:context>
    <inkml:brush xml:id="br0">
      <inkml:brushProperty name="width" value="0.1" units="cm"/>
      <inkml:brushProperty name="height" value="0.1" units="cm"/>
      <inkml:brushProperty name="color" value="#008C3A"/>
    </inkml:brush>
  </inkml:definitions>
  <inkml:trace contextRef="#ctx0" brushRef="#br0">15 21 368 0 0,'-14'-21'12696'0'0,"18"27"-12141"0"0,-1-1-316 0 0,-1 0-1 0 0,1 0 1 0 0,-1 0 0 0 0,-1 0 0 0 0,1 1 0 0 0,-1-1-1 0 0,0 1 1 0 0,0-1 0 0 0,-1 1 0 0 0,1 8 0 0 0,0 1-43 0 0,17 127 101 0 0,51 192 0 0 0,-43-239-201 0 0,69 318 951 0 0,-81-331-650 0 0,-7-46 11 0 0,-1 1 1 0 0,-1 0-1 0 0,-2 51 1 0 0,-4-81-252 0 0,0 1 1 0 0,-1 0-1 0 0,0-1 0 0 0,-6 13 1 0 0,-5 19-1637 0 0,13-37 1053 0 0,-1 1-1 0 0,1-1 1 0 0,-1 1 0 0 0,1 0-1 0 0,0-1 1 0 0,0 1 0 0 0,0-1-1 0 0,1 1 1 0 0,-1-1-1 0 0,0 1 1 0 0,2 4 0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16.649"/>
    </inkml:context>
    <inkml:brush xml:id="br0">
      <inkml:brushProperty name="width" value="0.1" units="cm"/>
      <inkml:brushProperty name="height" value="0.1" units="cm"/>
      <inkml:brushProperty name="color" value="#008C3A"/>
    </inkml:brush>
  </inkml:definitions>
  <inkml:trace contextRef="#ctx0" brushRef="#br0">0 14 1840 0 0,'8'-13'7843'0'0,"6"47"-2561"0"0,-11-24-5683 0 0,10 24 1080 0 0,-2-1 0 0 0,13 63-1 0 0,2 75-499 0 0,-11-68 40 0 0,137 634 2818 0 0,-142-707-2690 0 0,-5-17-291 0 0,-1 0-1 0 0,-1 1 1 0 0,0-1 0 0 0,3 24-1 0 0,-7-36-211 0 0,1 1-1 0 0,-1-1 1 0 0,1 0-1 0 0,0 1 1 0 0,-1-1-1 0 0,0 0 1 0 0,1 0-1 0 0,-1 1 1 0 0,0-1-1 0 0,0 0 1 0 0,0 0-1 0 0,0 0 1 0 0,-1 2-1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17.612"/>
    </inkml:context>
    <inkml:brush xml:id="br0">
      <inkml:brushProperty name="width" value="0.1" units="cm"/>
      <inkml:brushProperty name="height" value="0.1" units="cm"/>
      <inkml:brushProperty name="color" value="#008C3A"/>
    </inkml:brush>
  </inkml:definitions>
  <inkml:trace contextRef="#ctx0" brushRef="#br0">81 88 456 0 0,'-2'-2'29'0'0,"-1"0"0"0"0,1 0 0 0 0,-1 1-1 0 0,1-1 1 0 0,-1 1 0 0 0,0 0 0 0 0,1 0 0 0 0,-1 0-1 0 0,0 0 1 0 0,0 0 0 0 0,-5-1 0 0 0,-19-7 140 0 0,27 9-165 0 0,0 0 1 0 0,0-1-1 0 0,-1 1 0 0 0,1 0 1 0 0,0 0-1 0 0,0-1 0 0 0,0 1 1 0 0,0 0-1 0 0,0 0 0 0 0,0-1 1 0 0,0 1-1 0 0,-1 0 0 0 0,1 0 1 0 0,0-1-1 0 0,0 1 1 0 0,0 0-1 0 0,0 0 0 0 0,0-1 1 0 0,0 1-1 0 0,0 0 0 0 0,0 0 1 0 0,0-1-1 0 0,1 1 0 0 0,-1 0 1 0 0,0 0-1 0 0,0-1 0 0 0,0 1 1 0 0,0 0-1 0 0,0 0 1 0 0,0-1-1 0 0,0 1 0 0 0,1 0 1 0 0,-1 0-1 0 0,0 0 0 0 0,0-1 1 0 0,0 1-1 0 0,0 0 0 0 0,1 0 1 0 0,-1 0-1 0 0,0 0 0 0 0,0-1 1 0 0,1 1-1 0 0,-1 0 0 0 0,0 0 1 0 0,0 0-1 0 0,1 0 1 0 0,-1 0-1 0 0,0 0 0 0 0,1 0-3 0 0,-1 0-1 0 0,0-1 1 0 0,1 1 0 0 0,-1 0-1 0 0,0 0 1 0 0,0 0-1 0 0,1 0 1 0 0,-1 0-1 0 0,0-1 1 0 0,1 1 0 0 0,-1 0-1 0 0,0 0 1 0 0,0 0-1 0 0,0-1 1 0 0,1 1 0 0 0,-1 0-1 0 0,0 0 1 0 0,0-1-1 0 0,0 1 1 0 0,1 0-1 0 0,-1 0 1 0 0,0-1 0 0 0,0 1-1 0 0,0 0 1 0 0,0-1-1 0 0,0 1 1 0 0,0 0 0 0 0,0-1-1 0 0,0 1 1 0 0,0 0-1 0 0,0-1 1 0 0,0 1-1 0 0,0 0 1 0 0,0 0 0 0 0,0-1-1 0 0,0 1 1 0 0,0 0-1 0 0,0-1 1 0 0,0 1 0 0 0,0 0-1 0 0,0-1 1 0 0,-1 1-1 0 0,1 0 1 0 0,0 0 0 0 0,0-1-1 0 0,0 1 1 0 0,0 0-1 0 0,-1 0 1 0 0,1-1-1 0 0,0 1 1 0 0,0 0 0 0 0,-1 0-1 0 0,1 0 1 0 0,0-1-1 0 0,0 1 1 0 0,-1 0 0 0 0,1 0-1 0 0,0 0 1 0 0,-3-1 1034 0 0,-9-14-140 0 0,11 14-736 0 0,0 1 1 0 0,1-1 0 0 0,-1 1 0 0 0,1-1-1 0 0,-1 0 1 0 0,1 1 0 0 0,0-1 0 0 0,-1 0 0 0 0,1 1-1 0 0,0-1 1 0 0,-1 0 0 0 0,1 0 0 0 0,0 1-1 0 0,0-1 1 0 0,0 0 0 0 0,-1 0 0 0 0,1 1-1 0 0,0-1 1 0 0,0 0 0 0 0,0 0 0 0 0,0 0-1 0 0,1 1 1 0 0,-1-1 0 0 0,0 0 0 0 0,0 0-1 0 0,0 1 1 0 0,1-1 0 0 0,5 0 2761 0 0,1 14-2118 0 0,-6-7-311 0 0,0 1-1 0 0,0-1 0 0 0,-1 0 0 0 0,1 1 1 0 0,-2 9-1 0 0,0-9-160 0 0,1 0 0 0 0,0 1 1 0 0,0-1-1 0 0,3 12 0 0 0,49 307 8 0 0,-30-155-281 0 0,2 4 197 0 0,11 70 527 0 0,-22-174-520 0 0,32 96 0 0 0,-36-144-52 0 0,-6-18-216 0 0,-1-1 0 0 0,-1 0 0 0 0,1 1 0 0 0,0-1 0 0 0,-1 1 0 0 0,0 0 0 0 0,0-1 0 0 0,-1 1 0 0 0,1 0 0 0 0,-1 7 0 0 0,0-9-137 0 0,0 1 0 0 0,0-1 1 0 0,0 0-1 0 0,1 1 0 0 0,-1-1 1 0 0,1 0-1 0 0,0 0 0 0 0,0 0 1 0 0,0 1-1 0 0,2 3 0 0 0,1 0-432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18.316"/>
    </inkml:context>
    <inkml:brush xml:id="br0">
      <inkml:brushProperty name="width" value="0.1" units="cm"/>
      <inkml:brushProperty name="height" value="0.1" units="cm"/>
      <inkml:brushProperty name="color" value="#008C3A"/>
    </inkml:brush>
  </inkml:definitions>
  <inkml:trace contextRef="#ctx0" brushRef="#br0">0 6 1376 0 0,'14'-5'11803'0'0,"-10"9"-11547"0"0,-1 1 0 0 0,0 0 0 0 0,0 0 0 0 0,-1 0 0 0 0,1 0 0 0 0,-1 0 0 0 0,0 1 0 0 0,0-1 1 0 0,-1 1-1 0 0,0-1 0 0 0,1 12 0 0 0,4 74 565 0 0,-6-69-681 0 0,1 0-98 0 0,-1 29 288 0 0,3 0-1 0 0,18 95 1 0 0,-8-75-88 0 0,-2 0-1 0 0,-4 1 1 0 0,-3 0 0 0 0,-7 116-1 0 0,2-145 158 0 0,3 0-1 0 0,1 0 1 0 0,2 0-1 0 0,22 83 1 0 0,-22-103-355 0 0,-3-13-275 0 0,0-1 1 0 0,0 0-1 0 0,8 18 0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19.605"/>
    </inkml:context>
    <inkml:brush xml:id="br0">
      <inkml:brushProperty name="width" value="0.1" units="cm"/>
      <inkml:brushProperty name="height" value="0.1" units="cm"/>
      <inkml:brushProperty name="color" value="#008C3A"/>
    </inkml:brush>
  </inkml:definitions>
  <inkml:trace contextRef="#ctx0" brushRef="#br0">0 10 8290 0 0,'3'-9'10649'0'0,"6"39"-10115"0"0,0 0 0 0 0,-2 1 0 0 0,-1-1 0 0 0,2 39 0 0 0,5 24-322 0 0,1-4-208 0 0,17 79-977 0 0,-23-138 77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20.138"/>
    </inkml:context>
    <inkml:brush xml:id="br0">
      <inkml:brushProperty name="width" value="0.1" units="cm"/>
      <inkml:brushProperty name="height" value="0.1" units="cm"/>
      <inkml:brushProperty name="color" value="#008C3A"/>
    </inkml:brush>
  </inkml:definitions>
  <inkml:trace contextRef="#ctx0" brushRef="#br0">65 127 6913 0 0,'-1'0'117'0'0,"0"-1"0"0"0,0 0-1 0 0,0 0 1 0 0,0 0 0 0 0,0 1-1 0 0,-1-1 1 0 0,1 1 0 0 0,0-1-1 0 0,0 1 1 0 0,0-1 0 0 0,0 1-1 0 0,-1 0 1 0 0,1-1-1 0 0,0 1 1 0 0,0 0 0 0 0,-1 0-1 0 0,1 0 1 0 0,0 0 0 0 0,-1 0-1 0 0,1 0 1 0 0,0 0 0 0 0,0 1-1 0 0,-1-1 1 0 0,-1 1 0 0 0,2 0 69 0 0,-1 0 0 0 0,0 0 0 0 0,1 1 0 0 0,-1-1 0 0 0,1 1 0 0 0,0-1 0 0 0,-1 1 0 0 0,1-1 0 0 0,0 1 1 0 0,0 0-1 0 0,0 0 0 0 0,0-1 0 0 0,-1 5 0 0 0,-1 3 201 0 0,0 0-1 0 0,1 0 1 0 0,0 0 0 0 0,1 0-1 0 0,-1 18 1 0 0,2-17-356 0 0,1 0 0 0 0,0 0 0 0 0,1-1 0 0 0,0 1 0 0 0,1 0 0 0 0,0-1 0 0 0,0 1 0 0 0,1-1 0 0 0,0 0 0 0 0,1 0 0 0 0,0 0-1 0 0,0-1 1 0 0,1 0 0 0 0,0 0 0 0 0,0 0 0 0 0,1-1 0 0 0,0 0 0 0 0,1 0 0 0 0,-1-1 0 0 0,14 9 0 0 0,-12-9 45 0 0,1 0 1 0 0,-1-1-1 0 0,1 0 0 0 0,0-1 0 0 0,0 0 1 0 0,1 0-1 0 0,-1-1 0 0 0,1-1 0 0 0,0 0 1 0 0,-1 0-1 0 0,1-1 0 0 0,0 0 1 0 0,0-1-1 0 0,0 0 0 0 0,0-1 0 0 0,0 0 1 0 0,0-1-1 0 0,18-5 0 0 0,-25 5-49 0 0,0 1 1 0 0,0 0-1 0 0,0-1 0 0 0,0 0 0 0 0,0 0 1 0 0,0 0-1 0 0,-1-1 0 0 0,1 1 0 0 0,-1-1 0 0 0,1 0 1 0 0,-1 0-1 0 0,0 0 0 0 0,0 0 0 0 0,-1 0 0 0 0,1-1 1 0 0,-1 1-1 0 0,5-8 0 0 0,-6 6 65 0 0,1-1 0 0 0,-1 1 1 0 0,0 0-1 0 0,0 0 0 0 0,0-1 0 0 0,-1 1 0 0 0,1 0 1 0 0,-2-1-1 0 0,1 1 0 0 0,0 0 0 0 0,-1-1 0 0 0,-2-7 1 0 0,-3-5 190 0 0,0 0 0 0 0,-1 1 0 0 0,-1 0 0 0 0,-1 1 1 0 0,0-1-1 0 0,-1 2 0 0 0,-14-18 0 0 0,10 15-477 0 0,0 1-1 0 0,-1 0 0 0 0,-1 2 0 0 0,0-1 0 0 0,-1 2 0 0 0,-1 0 0 0 0,0 1 1 0 0,-21-10-1 0 0,12 11-6673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20.670"/>
    </inkml:context>
    <inkml:brush xml:id="br0">
      <inkml:brushProperty name="width" value="0.1" units="cm"/>
      <inkml:brushProperty name="height" value="0.1" units="cm"/>
      <inkml:brushProperty name="color" value="#008C3A"/>
    </inkml:brush>
  </inkml:definitions>
  <inkml:trace contextRef="#ctx0" brushRef="#br0">0 0 10138 0 0,'1'0'116'0'0,"-1"0"-1"0"0,5 3 2311 0 0,-4-2-2311 0 0,-1-1 1 0 0,0 0-1 0 0,0 1 1 0 0,0-1-1 0 0,0 0 1 0 0,0 0-1 0 0,1 1 1 0 0,-1-1-1 0 0,0 0 1 0 0,0 1-1 0 0,0-1 1 0 0,0 1-1 0 0,4 13 1347 0 0,0 16-698 0 0,-2 1 0 0 0,-1 0-1 0 0,-2 0 1 0 0,-4 33 0 0 0,0 60-896 0 0,6-86-1380 0 0,11 57-1 0 0,-3-52-4505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21.311"/>
    </inkml:context>
    <inkml:brush xml:id="br0">
      <inkml:brushProperty name="width" value="0.1" units="cm"/>
      <inkml:brushProperty name="height" value="0.1" units="cm"/>
      <inkml:brushProperty name="color" value="#008C3A"/>
    </inkml:brush>
  </inkml:definitions>
  <inkml:trace contextRef="#ctx0" brushRef="#br0">178 182 7370 0 0,'-6'2'271'0'0,"0"0"0"0"0,0 0 0 0 0,0 1 0 0 0,0 0 0 0 0,0 0 1 0 0,1 1-1 0 0,0 0 0 0 0,-6 4 0 0 0,-38 36 721 0 0,42-36-799 0 0,0 0 1 0 0,0 0-1 0 0,0 0 0 0 0,1 1 0 0 0,0 0 0 0 0,1 0 0 0 0,0 1 0 0 0,1-1 1 0 0,0 1-1 0 0,-6 21 0 0 0,9-25-112 0 0,0 0 1 0 0,0 0-1 0 0,1 0 0 0 0,-1 0 1 0 0,2 0-1 0 0,-1 0 0 0 0,0 0 1 0 0,1 0-1 0 0,0 0 0 0 0,1 0 1 0 0,0 0-1 0 0,-1 0 0 0 0,2 0 1 0 0,-1-1-1 0 0,1 1 0 0 0,0-1 1 0 0,0 1-1 0 0,0-1 0 0 0,1 0 1 0 0,5 5-1 0 0,-1-1 34 0 0,0-1-1 0 0,1-1 1 0 0,1 0 0 0 0,-1 0-1 0 0,1-1 1 0 0,0 0 0 0 0,1-1-1 0 0,0 0 1 0 0,-1 0 0 0 0,1-1-1 0 0,1-1 1 0 0,-1 0 0 0 0,0 0-1 0 0,1-1 1 0 0,15 1 0 0 0,-16-2-2 0 0,0-1 1 0 0,1 0 0 0 0,-1-1-1 0 0,0 0 1 0 0,1 0 0 0 0,-1-1-1 0 0,0-1 1 0 0,0 0-1 0 0,0 0 1 0 0,-1-1 0 0 0,1-1-1 0 0,-1 0 1 0 0,0 0 0 0 0,0-1-1 0 0,17-12 1 0 0,-24 14-76 0 0,1 1-1 0 0,-1-1 1 0 0,0 1 0 0 0,0-1-1 0 0,0 0 1 0 0,0 0 0 0 0,-1 0-1 0 0,1-1 1 0 0,-1 1 0 0 0,0 0-1 0 0,0-1 1 0 0,-1 0 0 0 0,0 1-1 0 0,2-9 1 0 0,-2 5 91 0 0,-1-1 0 0 0,0 1 0 0 0,0 0 0 0 0,-1-1 0 0 0,0 1 0 0 0,0 0 0 0 0,-5-16 0 0 0,-5-5 274 0 0,-1 1 0 0 0,-1 0 0 0 0,-27-43 0 0 0,32 59-383 0 0,-19-33-666 0 0,-2 2 1 0 0,-46-53-1 0 0,52 71-6395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22.217"/>
    </inkml:context>
    <inkml:brush xml:id="br0">
      <inkml:brushProperty name="width" value="0.1" units="cm"/>
      <inkml:brushProperty name="height" value="0.1" units="cm"/>
      <inkml:brushProperty name="color" value="#008C3A"/>
    </inkml:brush>
  </inkml:definitions>
  <inkml:trace contextRef="#ctx0" brushRef="#br0">409 338 2304 0 0,'14'-23'252'0'0,"1"1"-1"0"0,1 0 0 0 0,1 1 0 0 0,35-33 0 0 0,-34 35-138 0 0,45-40 785 0 0,-37 35 966 0 0,-1-1 0 0 0,25-32-1 0 0,-46 46-662 0 0,-13 11-201 0 0,-15 11 87 0 0,11-1-711 0 0,0 1 0 0 0,1 1 0 0 0,0 0 0 0 0,-19 26 0 0 0,-36 62 47 0 0,29-39-509 0 0,-20 26-60 0 0,-251 338-1180 0 0,287-400 1248 0 0,7-10-149 0 0,2 1 0 0 0,0 0 1 0 0,0 1-1 0 0,2 0 0 0 0,0 1 0 0 0,-11 22 0 0 0,20-27-2404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22.552"/>
    </inkml:context>
    <inkml:brush xml:id="br0">
      <inkml:brushProperty name="width" value="0.1" units="cm"/>
      <inkml:brushProperty name="height" value="0.1" units="cm"/>
      <inkml:brushProperty name="color" value="#008C3A"/>
    </inkml:brush>
  </inkml:definitions>
  <inkml:trace contextRef="#ctx0" brushRef="#br0">2 62 4609 0 0,'0'-3'183'0'0,"-1"0"0"0"0,1 1 0 0 0,0-1 0 0 0,-1 1-1 0 0,1-1 1 0 0,0 1 0 0 0,0-1 0 0 0,1 0 0 0 0,-1 1 0 0 0,1-1 0 0 0,-1 1 0 0 0,1-1 0 0 0,1-3-1 0 0,-1 4 256 0 0,-1 0 0 0 0,1 1 0 0 0,0-1 0 0 0,0 0 0 0 0,0 0 0 0 0,0 1 0 0 0,0-1 0 0 0,0 1 0 0 0,0-1 0 0 0,1 1 0 0 0,1-2 0 0 0,-2 3-359 0 0,-1 0 0 0 0,0 0 0 0 0,1 1-1 0 0,-1-1 1 0 0,0 0 0 0 0,1 1 0 0 0,-1-1-1 0 0,0 0 1 0 0,1 1 0 0 0,-1-1 0 0 0,0 0-1 0 0,1 1 1 0 0,-1-1 0 0 0,0 1 0 0 0,0-1-1 0 0,0 1 1 0 0,1-1 0 0 0,-1 0 0 0 0,0 1-1 0 0,0-1 1 0 0,0 1 0 0 0,0-1 0 0 0,0 1-1 0 0,0-1 1 0 0,0 1 0 0 0,0-1 0 0 0,0 1-1 0 0,0-1 1 0 0,0 1 0 0 0,0-1 0 0 0,0 1-1 0 0,-1-1 1 0 0,1 1 0 0 0,0 0 0 0 0,-2 22-43 0 0,-4 26 75 0 0,0 70 0 0 0,6-95-87 0 0,2 0-1 0 0,0 0 1 0 0,2 0 0 0 0,1 0-1 0 0,7 23 1 0 0,-11-44-11 0 0,0 0 1 0 0,0 0-1 0 0,0 0 1 0 0,0-1-1 0 0,1 1 1 0 0,-1 0-1 0 0,1 0 1 0 0,-1-1-1 0 0,1 1 1 0 0,0-1-1 0 0,0 0 1 0 0,0 0-1 0 0,0 1 1 0 0,1-1-1 0 0,-1 0 1 0 0,0-1-1 0 0,1 1 1 0 0,0 0-1 0 0,-1-1 1 0 0,1 0-1 0 0,3 2 1 0 0,-3-3 35 0 0,1 1 0 0 0,-1-1 0 0 0,1 0 0 0 0,-1 0 0 0 0,1 0 0 0 0,-1-1 0 0 0,1 1 1 0 0,-1-1-1 0 0,1 0 0 0 0,-1 0 0 0 0,0 0 0 0 0,1 0 0 0 0,-1-1 0 0 0,0 1 0 0 0,0-1 0 0 0,0 0 0 0 0,0 0 1 0 0,3-2-1 0 0,21-17-14 0 0,24-24 0 0 0,-31 25-738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23.238"/>
    </inkml:context>
    <inkml:brush xml:id="br0">
      <inkml:brushProperty name="width" value="0.1" units="cm"/>
      <inkml:brushProperty name="height" value="0.1" units="cm"/>
      <inkml:brushProperty name="color" value="#008C3A"/>
    </inkml:brush>
  </inkml:definitions>
  <inkml:trace contextRef="#ctx0" brushRef="#br0">230 75 6449 0 0,'-2'-7'377'0'0,"0"1"0"0"0,-1 0-1 0 0,0 0 1 0 0,0 0-1 0 0,0 0 1 0 0,-1 1 0 0 0,1-1-1 0 0,-10-9 1 0 0,12 14-249 0 0,-1-1 0 0 0,1 1 0 0 0,-1 0 1 0 0,0 0-1 0 0,1 0 0 0 0,-1 0 0 0 0,0 1 0 0 0,1-1 0 0 0,-1 0 0 0 0,0 1 1 0 0,0-1-1 0 0,1 1 0 0 0,-1 0 0 0 0,0-1 0 0 0,0 1 0 0 0,0 0 0 0 0,0 0 1 0 0,0 0-1 0 0,0 0 0 0 0,1 1 0 0 0,-1-1 0 0 0,0 0 0 0 0,0 1 1 0 0,0-1-1 0 0,1 1 0 0 0,-1 0 0 0 0,0-1 0 0 0,0 1 0 0 0,1 0 0 0 0,-1 0 1 0 0,1 0-1 0 0,-1 1 0 0 0,1-1 0 0 0,-1 0 0 0 0,1 0 0 0 0,-2 2 0 0 0,-12 14 71 0 0,0 0-1 0 0,1 1 0 0 0,1 0 0 0 0,0 1 0 0 0,2 0 0 0 0,0 1 0 0 0,1 0 0 0 0,-9 28 0 0 0,17-41-192 0 0,0 0 0 0 0,1 1-1 0 0,-1-1 1 0 0,1 1-1 0 0,1 14 1 0 0,-1-21-20 0 0,2 0 0 0 0,-1 0 0 0 0,0 1 0 0 0,0-1 0 0 0,0 0 0 0 0,0 0 0 0 0,1 0 0 0 0,-1 0 0 0 0,1 1 0 0 0,-1-1 0 0 0,1 0 0 0 0,-1 0 0 0 0,1 0 0 0 0,-1 0 0 0 0,1 0 0 0 0,0 0 0 0 0,0 0 0 0 0,1 1 0 0 0,-1-2-30 0 0,0 0 0 0 0,0 1 0 0 0,0-1 0 0 0,0 0 1 0 0,0 0-1 0 0,0 0 0 0 0,1 0 0 0 0,-1 0 0 0 0,0 0 1 0 0,0 0-1 0 0,0 0 0 0 0,0 0 0 0 0,0 0 0 0 0,0-1 0 0 0,0 1 1 0 0,1 0-1 0 0,-1-1 0 0 0,0 1 0 0 0,0-1 0 0 0,0 1 0 0 0,0-1 1 0 0,-1 0-1 0 0,1 1 0 0 0,1-2 0 0 0,9-6-113 0 0,-1-1 0 0 0,-1 0 0 0 0,1-1-1 0 0,-2 0 1 0 0,1 0 0 0 0,-1-1 0 0 0,-1 0-1 0 0,12-22 1 0 0,-14 22 303 0 0,1 0-1 0 0,0 1 0 0 0,0 0 1 0 0,1 0-1 0 0,1 1 0 0 0,0-1 1 0 0,0 2-1 0 0,1-1 1 0 0,0 1-1 0 0,18-12 0 0 0,-26 19-105 0 0,0 1-1 0 0,1-1 0 0 0,-1 0 1 0 0,0 1-1 0 0,0-1 0 0 0,1 1 1 0 0,-1 0-1 0 0,0 0 0 0 0,1-1 1 0 0,-1 1-1 0 0,1 0 0 0 0,-1 0 1 0 0,0 0-1 0 0,1 0 0 0 0,-1 0 1 0 0,0 1-1 0 0,1-1 0 0 0,-1 0 1 0 0,0 0-1 0 0,1 1 0 0 0,-1-1 1 0 0,2 2-1 0 0,0 0 32 0 0,-1-1 0 0 0,0 1-1 0 0,0 0 1 0 0,0 0 0 0 0,0 0 0 0 0,0 0 0 0 0,-1 0 0 0 0,1 1 0 0 0,-1-1 0 0 0,3 5-1 0 0,1 5 253 0 0,0 0 1 0 0,-1 1-1 0 0,5 21 0 0 0,-9-33-299 0 0,13 58 359 0 0,6 24-221 0 0,9 96 0 0 0,-27-166-145 0 0,-1 0 1 0 0,0 0 0 0 0,-1 0 0 0 0,0 0-1 0 0,-1 0 1 0 0,-4 14 0 0 0,5-24-3 0 0,0 0 0 0 0,-1 0 0 0 0,1 0 0 0 0,0 0 1 0 0,-1 0-1 0 0,0 0 0 0 0,1 0 0 0 0,-1 0 0 0 0,-1 0 0 0 0,1-1 0 0 0,0 1 1 0 0,-5 3-1 0 0,5-5 2 0 0,0 0 1 0 0,0 0-1 0 0,0 0 1 0 0,0 0-1 0 0,0-1 1 0 0,0 1 0 0 0,0 0-1 0 0,-1-1 1 0 0,1 0-1 0 0,0 1 1 0 0,0-1-1 0 0,-1 0 1 0 0,1 0-1 0 0,0-1 1 0 0,0 1-1 0 0,-1 0 1 0 0,1-1-1 0 0,0 1 1 0 0,0-1-1 0 0,0 1 1 0 0,-3-2 0 0 0,2 0-281 0 0,-1 0 0 0 0,1 0 0 0 0,-1 0 0 0 0,1 0 1 0 0,0 0-1 0 0,0-1 0 0 0,0 0 0 0 0,1 1 0 0 0,-1-1 0 0 0,0 0 1 0 0,1 0-1 0 0,0 0 0 0 0,0-1 0 0 0,0 1 0 0 0,-2-6 1 0 0,-3-6-5477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23.663"/>
    </inkml:context>
    <inkml:brush xml:id="br0">
      <inkml:brushProperty name="width" value="0.1" units="cm"/>
      <inkml:brushProperty name="height" value="0.1" units="cm"/>
      <inkml:brushProperty name="color" value="#008C3A"/>
    </inkml:brush>
  </inkml:definitions>
  <inkml:trace contextRef="#ctx0" brushRef="#br0">247 48 456 0 0,'0'-1'203'0'0,"0"0"0"0"0,0 0 0 0 0,-1 0 0 0 0,1 0-1 0 0,0 0 1 0 0,0 0 0 0 0,-1 1 0 0 0,1-1 0 0 0,-1 0 0 0 0,1 0 0 0 0,-1 0-1 0 0,1 0 1 0 0,-1 0 0 0 0,1 1 0 0 0,-1-1 0 0 0,0 0 0 0 0,1 1 0 0 0,-1-1 0 0 0,0 0-1 0 0,0 1 1 0 0,1-1 0 0 0,-1 1 0 0 0,-2-2 0 0 0,-20-14 3589 0 0,18 14-3572 0 0,0 0 1 0 0,-1 0 0 0 0,1 0-1 0 0,0 1 1 0 0,-1 0 0 0 0,1 0-1 0 0,0 1 1 0 0,-1 0 0 0 0,1 0-1 0 0,-1 0 1 0 0,1 0 0 0 0,-1 1-1 0 0,1 0 1 0 0,0 0-1 0 0,-1 0 1 0 0,1 1 0 0 0,0 0-1 0 0,0 0 1 0 0,0 0 0 0 0,0 0-1 0 0,0 1 1 0 0,1 0 0 0 0,-9 6-1 0 0,7-4 57 0 0,0 0-1 0 0,-1 0 1 0 0,2 0-1 0 0,-1 1 1 0 0,1 0-1 0 0,0 1 1 0 0,0-1-1 0 0,0 1 1 0 0,1-1-1 0 0,0 2 1 0 0,1-1-1 0 0,-1 0 1 0 0,1 1-1 0 0,1-1 1 0 0,-4 14-1 0 0,6-19-280 0 0,0 0 1 0 0,-1-1-1 0 0,1 1 0 0 0,0 0 1 0 0,0 0-1 0 0,0 0 0 0 0,0-1 1 0 0,0 1-1 0 0,1 0 0 0 0,-1-1 0 0 0,1 1 1 0 0,-1 0-1 0 0,1-1 0 0 0,-1 1 1 0 0,1 0-1 0 0,0-1 0 0 0,1 3 1 0 0,-1-3-4 0 0,0 0 0 0 0,0-1 0 0 0,0 1 0 0 0,0 0 0 0 0,0-1 0 0 0,0 1 1 0 0,0-1-1 0 0,0 1 0 0 0,0-1 0 0 0,0 0 0 0 0,0 1 0 0 0,0-1 0 0 0,0 0 0 0 0,0 0 1 0 0,0 0-1 0 0,0 0 0 0 0,0 0 0 0 0,1 0 0 0 0,-1 0 0 0 0,2 0 0 0 0,1-1-8 0 0,0 0 0 0 0,0 0 0 0 0,0-1 0 0 0,0 0 0 0 0,-1 1 0 0 0,1-1 0 0 0,0 0 0 0 0,-1-1 1 0 0,1 1-1 0 0,-1-1 0 0 0,0 1 0 0 0,6-7 0 0 0,-3 2 33 0 0,-1-1 0 0 0,0 0 0 0 0,0 0 0 0 0,-1 0 0 0 0,0 0 0 0 0,0-1 1 0 0,-1 1-1 0 0,0-1 0 0 0,2-12 0 0 0,0 27 65 0 0,0 0 0 0 0,-1 0 1 0 0,0 0-1 0 0,6 13 0 0 0,-5-8 32 0 0,1 0 0 0 0,0 0 0 0 0,1-1 1 0 0,15 19-1 0 0,-18-25-211 0 0,0 0-1 0 0,0 0 1 0 0,0-1 0 0 0,1 1 0 0 0,-1-1 0 0 0,1 0 0 0 0,0 0 0 0 0,0 0 0 0 0,0-1 0 0 0,0 0 0 0 0,1 0 0 0 0,-1 0 0 0 0,8 1 0 0 0,-1-2-1127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23.924"/>
    </inkml:context>
    <inkml:brush xml:id="br0">
      <inkml:brushProperty name="width" value="0.1" units="cm"/>
      <inkml:brushProperty name="height" value="0.1" units="cm"/>
      <inkml:brushProperty name="color" value="#008C3A"/>
    </inkml:brush>
  </inkml:definitions>
  <inkml:trace contextRef="#ctx0" brushRef="#br0">51 22 1376 0 0,'0'-1'300'0'0,"0"0"0"0"0,0 0 0 0 0,-1 0 0 0 0,1 0 0 0 0,0 0 0 0 0,0 0 0 0 0,-1 0 0 0 0,1 0 0 0 0,-1 0 0 0 0,1 0 0 0 0,-1 0 0 0 0,1 0 0 0 0,-1 1 0 0 0,0-1 0 0 0,1 0 0 0 0,-1 0 0 0 0,0 1 0 0 0,0-1 0 0 0,1 1 0 0 0,-1-1 0 0 0,0 0 0 0 0,0 1 0 0 0,0 0 0 0 0,0-1 0 0 0,0 1 0 0 0,0-1 0 0 0,0 1-1 0 0,0 0 1 0 0,0 0 0 0 0,0-1 0 0 0,0 1 0 0 0,0 0 0 0 0,0 0 0 0 0,0 0 0 0 0,-1 0 0 0 0,1 1 69 0 0,0-1-1 0 0,0 1 1 0 0,0-1-1 0 0,0 1 1 0 0,0 0-1 0 0,0-1 1 0 0,0 1-1 0 0,-1 1 738 0 0,1-1-737 0 0,0 0-1 0 0,0 0 1 0 0,1 0-1 0 0,-2 1 1 0 0,-4 15-78 0 0,5-3-37 0 0,0-1 1 0 0,0 1-1 0 0,1 0 1 0 0,1 0 0 0 0,0 0-1 0 0,1-1 1 0 0,5 20-1 0 0,35 94-74 0 0,-16-54 133 0 0,-20-54-481 0 0,14 40 442 0 0,-18-55-607 0 0,0 1-1 0 0,0-1 1 0 0,1 1 0 0 0,-1-1 0 0 0,1 0 0 0 0,0 0 0 0 0,1 0 0 0 0,-1 0 0 0 0,6 4-1 0 0,-9-8 166 0 0,1 1 0 0 0,-1-1 0 0 0,0 0-1 0 0,1 0 1 0 0,0 1 0 0 0,-1-1 0 0 0,1 0-1 0 0,-1 0 1 0 0,1 0 0 0 0,-1 1 0 0 0,1-1-1 0 0,-1 0 1 0 0,1 0 0 0 0,0 0-1 0 0,-1 0 1 0 0,1 0 0 0 0,-1 0 0 0 0,1 0-1 0 0,-1 0 1 0 0,1-1 0 0 0,-1 1 0 0 0,1 0-1 0 0,0 0 1 0 0,-1 0 0 0 0,1-1 0 0 0,-1 1-1 0 0,1 0 1 0 0,-1 0 0 0 0,1-1 0 0 0,-1 1-1 0 0,0-1 1 0 0,1 1 0 0 0,-1 0-1 0 0,1-2 1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24.192"/>
    </inkml:context>
    <inkml:brush xml:id="br0">
      <inkml:brushProperty name="width" value="0.1" units="cm"/>
      <inkml:brushProperty name="height" value="0.1" units="cm"/>
      <inkml:brushProperty name="color" value="#008C3A"/>
    </inkml:brush>
  </inkml:definitions>
  <inkml:trace contextRef="#ctx0" brushRef="#br0">25 202 1376 0 0,'-2'-12'750'0'0,"0"0"-1"0"0,1 0 1 0 0,1 1-1 0 0,0-1 1 0 0,1 0-1 0 0,0 0 1 0 0,1 1-1 0 0,0-1 1 0 0,1 0-1 0 0,0 1 1 0 0,9-21-1 0 0,-10 29-532 0 0,-1 0 0 0 0,1 0 0 0 0,0 1 0 0 0,0-1-1 0 0,0 1 1 0 0,1-1 0 0 0,-1 1 0 0 0,0 0 0 0 0,1 0 0 0 0,0 0 0 0 0,-1 0-1 0 0,1 1 1 0 0,0-1 0 0 0,0 1 0 0 0,0-1 0 0 0,0 1 0 0 0,0 0-1 0 0,0 0 1 0 0,0 1 0 0 0,1-1 0 0 0,-1 1 0 0 0,0-1 0 0 0,0 1-1 0 0,1 0 1 0 0,-1 0 0 0 0,0 0 0 0 0,0 1 0 0 0,1-1 0 0 0,-1 1 0 0 0,0 0-1 0 0,0 0 1 0 0,0 0 0 0 0,0 0 0 0 0,0 0 0 0 0,0 1 0 0 0,0-1-1 0 0,4 4 1 0 0,-5-3-151 0 0,1 0-1 0 0,-1 0 1 0 0,0 0 0 0 0,0 1-1 0 0,0-1 1 0 0,0 1-1 0 0,0-1 1 0 0,0 1-1 0 0,-1 0 1 0 0,0-1-1 0 0,1 1 1 0 0,-1 0 0 0 0,0 0-1 0 0,0 0 1 0 0,0 0-1 0 0,-1 0 1 0 0,1 0-1 0 0,-1 0 1 0 0,0 1-1 0 0,0-1 1 0 0,0 0 0 0 0,0 0-1 0 0,0 0 1 0 0,-1 0-1 0 0,1 0 1 0 0,-2 4-1 0 0,1-4-28 0 0,0 0-1 0 0,-1 0 1 0 0,1 0-1 0 0,-1 0 1 0 0,1 0-1 0 0,-1 0 0 0 0,0 0 1 0 0,0-1-1 0 0,0 1 1 0 0,0-1-1 0 0,-1 0 1 0 0,1 1-1 0 0,-1-1 0 0 0,1 0 1 0 0,-1 0-1 0 0,0-1 1 0 0,0 1-1 0 0,0-1 1 0 0,-5 3-1 0 0,-6 1-13 0 0,-1-1 1 0 0,0 0-1 0 0,-18 2 0 0 0,-22 7-5060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45.507"/>
    </inkml:context>
    <inkml:brush xml:id="br0">
      <inkml:brushProperty name="width" value="0.1" units="cm"/>
      <inkml:brushProperty name="height" value="0.1" units="cm"/>
      <inkml:brushProperty name="color" value="#008C3A"/>
    </inkml:brush>
  </inkml:definitions>
  <inkml:trace contextRef="#ctx0" brushRef="#br0">413 548 3225 0 0,'6'-2'178'0'0,"0"1"0"0"0,-1-1 1 0 0,1 0-1 0 0,-1-1 0 0 0,0 1 1 0 0,0-1-1 0 0,7-5 0 0 0,-11 8-50 0 0,0-1 0 0 0,0 1 0 0 0,0-1 0 0 0,0 1 0 0 0,0-1 0 0 0,0 0 0 0 0,-1 1 0 0 0,1-1 0 0 0,0 0 0 0 0,-1 0 0 0 0,1 0 0 0 0,0 0 0 0 0,-1 0 0 0 0,1 0 0 0 0,-1 0 0 0 0,1 1 0 0 0,-1-1 0 0 0,0-1 0 0 0,1 1 0 0 0,-1 0 0 0 0,0 0 0 0 0,0 0 0 0 0,0 0 0 0 0,0 0 0 0 0,0 0 0 0 0,0 0 0 0 0,0 0 0 0 0,0 0 1 0 0,0 0-1 0 0,0 0 0 0 0,-1 0 0 0 0,1 0 0 0 0,0 0 0 0 0,-1 0 0 0 0,1 0 0 0 0,-1 0 0 0 0,1 0 0 0 0,-1 0 0 0 0,1 0 0 0 0,-1 0 0 0 0,0 0 0 0 0,1 1 0 0 0,-1-1 0 0 0,0 0 0 0 0,0 0 0 0 0,0 0 0 0 0,-7-6 748 0 0,-6-6 561 0 0,-1 0 1 0 0,0 1-1 0 0,-18-10 1 0 0,26 18-1272 0 0,1 1 0 0 0,-1 0 0 0 0,0 0 0 0 0,0 1 1 0 0,0 0-1 0 0,0 0 0 0 0,-1 1 0 0 0,1 0 0 0 0,-1 0 1 0 0,1 0-1 0 0,-11 2 0 0 0,0 0-28 0 0,1 1 1 0 0,0 1-1 0 0,0 1 0 0 0,0 0 1 0 0,0 1-1 0 0,1 1 0 0 0,0 1 0 0 0,0 0 1 0 0,-16 10-1 0 0,25-12-131 0 0,-1-1 1 0 0,1 1-1 0 0,1 0 1 0 0,-1 0-1 0 0,1 1 1 0 0,0 0-1 0 0,0 0 0 0 0,0 1 1 0 0,1-1-1 0 0,0 1 1 0 0,0 0-1 0 0,1 1 1 0 0,0-1-1 0 0,0 1 0 0 0,1 0 1 0 0,0 0-1 0 0,0 0 1 0 0,1 0-1 0 0,0 0 1 0 0,-1 14-1 0 0,3-15-387 0 0,0 1-1 0 0,1-1 1 0 0,0 1 0 0 0,4 13-1 0 0,-5-19 202 0 0,1 0 0 0 0,-1 0 0 0 0,1-1 0 0 0,-1 1 0 0 0,1 0 0 0 0,0 0 0 0 0,-1 0 0 0 0,1-1 0 0 0,0 1 0 0 0,0 0 0 0 0,0-1 0 0 0,1 1 0 0 0,-1-1 0 0 0,0 1 0 0 0,1-1 0 0 0,-1 0 0 0 0,0 1 0 0 0,1-1 0 0 0,0 0 0 0 0,-1 0 0 0 0,1 0 0 0 0,0 0 0 0 0,2 1-1 0 0,-1-2 13 0 0,-1-1-1 0 0,0 1 0 0 0,1-1 0 0 0,-1 1 0 0 0,0-1 0 0 0,0 0 1 0 0,1 0-1 0 0,-1 0 0 0 0,0 0 0 0 0,0 0 0 0 0,0 0 0 0 0,0-1 1 0 0,0 1-1 0 0,-1-1 0 0 0,4-2 0 0 0,25-29-1010 0 0,-26 29 999 0 0,30-38-594 0 0,-1-1 0 0 0,40-71 0 0 0,-62 94 978 0 0,-1 0-1 0 0,-1-1 1 0 0,-1 1 0 0 0,-1-2 0 0 0,-1 1 0 0 0,0-1 0 0 0,-2 0-1 0 0,3-42 1 0 0,-3-3 1869 0 0,-2 32 1599 0 0,-6-69 1917 0 0,4 104-5555 0 0,-6 13 553 0 0,-2 18-357 0 0,3 5-142 0 0,1 1 1 0 0,2 0-1 0 0,1 0 1 0 0,3 0-1 0 0,0-1 1 0 0,3 1-1 0 0,10 42 1 0 0,-7-48-446 0 0,1 0-1 0 0,2-1 1 0 0,1 0-1 0 0,1-1 1 0 0,2 0 0 0 0,1-1-1 0 0,1-1 1 0 0,31 39 0 0 0,-26-41-6835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45.896"/>
    </inkml:context>
    <inkml:brush xml:id="br0">
      <inkml:brushProperty name="width" value="0.1" units="cm"/>
      <inkml:brushProperty name="height" value="0.1" units="cm"/>
      <inkml:brushProperty name="color" value="#008C3A"/>
    </inkml:brush>
  </inkml:definitions>
  <inkml:trace contextRef="#ctx0" brushRef="#br0">118 456 6449 0 0,'9'-6'1071'0'0,"0"-1"-1"0"0,-1 0 1 0 0,0-1-1 0 0,0 0 1 0 0,0 0-1 0 0,10-16 1 0 0,-10 13-627 0 0,4-3 178 0 0,-2-2-1 0 0,0 0 0 0 0,-1 0 1 0 0,0-1-1 0 0,-2 0 1 0 0,10-30-1 0 0,-13 34-454 0 0,0 0-1 0 0,-1 0 1 0 0,-1-1 0 0 0,-1 0-1 0 0,0 1 1 0 0,0-1-1 0 0,-1 0 1 0 0,-1 1-1 0 0,-4-26 1 0 0,4 35-135 0 0,0 0-1 0 0,-1 1 1 0 0,1-1 0 0 0,-1 0 0 0 0,1 0-1 0 0,-1 1 1 0 0,0-1 0 0 0,-1 1-1 0 0,1 0 1 0 0,0 0 0 0 0,-1 0-1 0 0,0 0 1 0 0,0 0 0 0 0,0 0 0 0 0,0 1-1 0 0,0-1 1 0 0,0 1 0 0 0,-1 0-1 0 0,1 0 1 0 0,-1 0 0 0 0,1 0-1 0 0,-1 1 1 0 0,0-1 0 0 0,0 1 0 0 0,0 0-1 0 0,0 0 1 0 0,1 1 0 0 0,-1-1-1 0 0,0 1 1 0 0,0 0 0 0 0,-1 0-1 0 0,1 0 1 0 0,0 1 0 0 0,-4 0 0 0 0,-1 0-53 0 0,1 1-1 0 0,-1 0 1 0 0,0 0 0 0 0,1 1 0 0 0,-1 0 0 0 0,1 0 0 0 0,0 1 0 0 0,0 0 0 0 0,1 0 0 0 0,-1 1 0 0 0,1 0 0 0 0,0 1 0 0 0,0-1 0 0 0,-9 11 0 0 0,11-10-5 0 0,1 1 0 0 0,-1-1 0 0 0,1 1 1 0 0,1 0-1 0 0,-1 0 0 0 0,1 0 0 0 0,1 1 1 0 0,-1-1-1 0 0,1 1 0 0 0,1 0 1 0 0,-1-1-1 0 0,0 11 0 0 0,2-6 58 0 0,0 0 0 0 0,1 0 0 0 0,0 0 0 0 0,1 0 0 0 0,0 0 0 0 0,1 0 0 0 0,6 17 0 0 0,-3-15-225 0 0,0 1 0 0 0,1-1 0 0 0,0 0 0 0 0,1-1 0 0 0,0 0 0 0 0,2 0 0 0 0,-1-1 0 0 0,1 0 0 0 0,1-1 0 0 0,0 0 0 0 0,1 0 0 0 0,22 14 0 0 0,-12-12-6525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46.301"/>
    </inkml:context>
    <inkml:brush xml:id="br0">
      <inkml:brushProperty name="width" value="0.1" units="cm"/>
      <inkml:brushProperty name="height" value="0.1" units="cm"/>
      <inkml:brushProperty name="color" value="#008C3A"/>
    </inkml:brush>
  </inkml:definitions>
  <inkml:trace contextRef="#ctx0" brushRef="#br0">16 64 10594 0 0,'-2'-53'3480'0'0,"2"42"-668"0"0,-2 68 2022 0 0,-2 2-3513 0 0,-3 86-1585 0 0,9-87 408 0 0,21 116-1 0 0,-18-150-659 0 0,1 1-1 0 0,1-1 1 0 0,1-1-1 0 0,2 0 1 0 0,0 0-1 0 0,1 0 1 0 0,19 26-1 0 0,-15-29-1302 0 0,1-5-19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46.801"/>
    </inkml:context>
    <inkml:brush xml:id="br0">
      <inkml:brushProperty name="width" value="0.1" units="cm"/>
      <inkml:brushProperty name="height" value="0.1" units="cm"/>
      <inkml:brushProperty name="color" value="#008C3A"/>
    </inkml:brush>
  </inkml:definitions>
  <inkml:trace contextRef="#ctx0" brushRef="#br0">170 385 7834 0 0,'8'-31'905'0'0,"7"-39"4931"0"0,-14 65-5557 0 0,-1 0 0 0 0,1-1 0 0 0,-1 1-1 0 0,0 0 1 0 0,0 0 0 0 0,-1-1 0 0 0,0 1 0 0 0,0 0 0 0 0,0 0 0 0 0,-3-7-1 0 0,4 11-267 0 0,0 0-1 0 0,-1 0 0 0 0,1 0 0 0 0,-1 0 0 0 0,0 0 0 0 0,1 0 1 0 0,-1 0-1 0 0,0 0 0 0 0,1 0 0 0 0,-1 0 0 0 0,0 0 0 0 0,0 1 1 0 0,0-1-1 0 0,0 0 0 0 0,0 0 0 0 0,0 1 0 0 0,0-1 0 0 0,0 1 0 0 0,0-1 1 0 0,0 1-1 0 0,0-1 0 0 0,0 1 0 0 0,0 0 0 0 0,-3-1 0 0 0,2 1-4 0 0,0 1 0 0 0,-1-1 0 0 0,1 0 0 0 0,0 1 0 0 0,0-1 0 0 0,0 1 0 0 0,-1 0 0 0 0,1 0 0 0 0,0 0 0 0 0,0 0 0 0 0,0 0 0 0 0,-2 2 0 0 0,-3 3 12 0 0,-1 0 0 0 0,1 0 0 0 0,0 1 0 0 0,-11 14 0 0 0,4-4 5 0 0,2 1 1 0 0,0 1 0 0 0,1 0-1 0 0,-9 23 1 0 0,17-35-26 0 0,0 0 0 0 0,0 0 0 0 0,1 1 0 0 0,0-1 0 0 0,1 1 0 0 0,-1-1-1 0 0,1 1 1 0 0,1-1 0 0 0,0 1 0 0 0,0 0 0 0 0,0-1 0 0 0,1 1 0 0 0,0 0 0 0 0,0-1 0 0 0,4 12 0 0 0,-4-17-35 0 0,0 0 0 0 0,-1 0-1 0 0,1 0 1 0 0,0 0 0 0 0,0 0 0 0 0,0 0-1 0 0,1 0 1 0 0,-1-1 0 0 0,0 1 0 0 0,1 0-1 0 0,-1 0 1 0 0,1-1 0 0 0,0 1 0 0 0,-1-1-1 0 0,1 0 1 0 0,0 1 0 0 0,0-1 0 0 0,0 0-1 0 0,0 0 1 0 0,0 0 0 0 0,0 0 0 0 0,0-1-1 0 0,0 1 1 0 0,0-1 0 0 0,0 1 0 0 0,1-1-1 0 0,-1 1 1 0 0,0-1 0 0 0,0 0 0 0 0,1 0 0 0 0,-1 0-1 0 0,0-1 1 0 0,0 1 0 0 0,0 0 0 0 0,1-1-1 0 0,-1 1 1 0 0,0-1 0 0 0,0 0 0 0 0,3-1-1 0 0,1-1-105 0 0,0 0 0 0 0,-1-1 0 0 0,1 1-1 0 0,-1-1 1 0 0,0 0 0 0 0,0 0 0 0 0,0-1 0 0 0,0 0 0 0 0,-1 0-1 0 0,0 0 1 0 0,0 0 0 0 0,5-9 0 0 0,-3 2 47 0 0,-2-1-1 0 0,1 1 1 0 0,-2-1 0 0 0,0 0 0 0 0,0 0-1 0 0,-1 0 1 0 0,0-14 0 0 0,6-33 1061 0 0,-8 74-590 0 0,0 0-1 0 0,1 0 1 0 0,0 0 0 0 0,2 0 0 0 0,6 25 0 0 0,-8-34-345 0 0,0 0-1 0 0,1 0 0 0 0,0 0 0 0 0,0 0 0 0 0,0-1 0 0 0,0 1 1 0 0,1 0-1 0 0,-1-1 0 0 0,1 0 0 0 0,0 0 0 0 0,1 0 1 0 0,-1 0-1 0 0,1 0 0 0 0,0-1 0 0 0,-1 1 0 0 0,2-1 1 0 0,-1 0-1 0 0,0 0 0 0 0,1-1 0 0 0,-1 1 0 0 0,1-1 1 0 0,0 0-1 0 0,-1 0 0 0 0,1-1 0 0 0,0 1 0 0 0,0-1 0 0 0,0 0 1 0 0,1-1-1 0 0,-1 1 0 0 0,0-1 0 0 0,0 0 0 0 0,0 0 1 0 0,0 0-1 0 0,0-1 0 0 0,1 0 0 0 0,-1 0 0 0 0,0 0 1 0 0,0-1-1 0 0,-1 1 0 0 0,1-1 0 0 0,0-1 0 0 0,-1 1 1 0 0,1 0-1 0 0,4-5 0 0 0,0 1-152 0 0,0 0 0 0 0,-1-1 0 0 0,0 0 0 0 0,0-1 1 0 0,-1 0-1 0 0,0 0 0 0 0,0 0 0 0 0,-1-1 0 0 0,0 0 0 0 0,5-12 0 0 0,7-15-2207 0 0,17-54-1 0 0,-15 36-467 0 0,-4 15 985 0 0,20-52-845 0 0,-16 31 4364 0 0,-19 60-1677 0 0,-1-1 1 0 0,0 1-1 0 0,0 0 0 0 0,0 0 1 0 0,1 0-1 0 0,-1 0 0 0 0,0-1 1 0 0,0 1-1 0 0,0 0 0 0 0,0 0 0 0 0,0 0 1 0 0,0 0-1 0 0,1-1 0 0 0,-1 1 1 0 0,0 0-1 0 0,0 0 0 0 0,0-1 1 0 0,0 1-1 0 0,0 0 0 0 0,0 0 0 0 0,0 0 1 0 0,0-1-1 0 0,0 1 0 0 0,0 0 1 0 0,0 0-1 0 0,0-1 0 0 0,0 1 1 0 0,0 0-1 0 0,0 0 0 0 0,0-1 0 0 0,0 1 1 0 0,0 0-1 0 0,0 0 0 0 0,0 0 1 0 0,-1-1-1 0 0,1 1 0 0 0,0 0 0 0 0,0 0 1 0 0,0 0-1 0 0,0-1 0 0 0,0 1 1 0 0,-1 0-1 0 0,1 0 0 0 0,0 0 1 0 0,0 0-1 0 0,0 0 0 0 0,-1-1 0 0 0,1 1 1 0 0,0 0-1 0 0,0 0 0 0 0,0 0 1 0 0,-1 0-1 0 0,1 0 0 0 0,0 0 1 0 0,0 0-1 0 0,-1 0 0 0 0,1 0 0 0 0,0 0 1 0 0,0 0-1 0 0,0 0 0 0 0,-1 0 1 0 0,1 0-1 0 0,0 0 0 0 0,-1 0 1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47.275"/>
    </inkml:context>
    <inkml:brush xml:id="br0">
      <inkml:brushProperty name="width" value="0.1" units="cm"/>
      <inkml:brushProperty name="height" value="0.1" units="cm"/>
      <inkml:brushProperty name="color" value="#008C3A"/>
    </inkml:brush>
  </inkml:definitions>
  <inkml:trace contextRef="#ctx0" brushRef="#br0">13 3 1376 0 0,'9'-3'16996'0'0,"-17"53"-16237"0"0,1 1 0 0 0,0 69-1 0 0,7-102-607 0 0,1 0-1 0 0,1 0 0 0 0,0 0 0 0 0,1-1 0 0 0,1 1 1 0 0,1-1-1 0 0,0 0 0 0 0,2 0 0 0 0,0 0 1 0 0,13 23-1 0 0,-18-36-152 0 0,0-1 1 0 0,1 1 0 0 0,-1-1-1 0 0,1 1 1 0 0,-1-1-1 0 0,1 0 1 0 0,0 0 0 0 0,1 0-1 0 0,-1-1 1 0 0,0 1-1 0 0,1-1 1 0 0,-1 0 0 0 0,1 0-1 0 0,0 0 1 0 0,0 0-1 0 0,0 0 1 0 0,0-1 0 0 0,0 0-1 0 0,0 0 1 0 0,0 0 0 0 0,0 0-1 0 0,0-1 1 0 0,1 1-1 0 0,-1-1 1 0 0,0 0 0 0 0,0-1-1 0 0,1 1 1 0 0,-1-1-1 0 0,0 0 1 0 0,0 0 0 0 0,0 0-1 0 0,0 0 1 0 0,0-1-1 0 0,0 1 1 0 0,0-1 0 0 0,0 0-1 0 0,-1 0 1 0 0,1-1-1 0 0,-1 1 1 0 0,1-1 0 0 0,-1 0-1 0 0,0 1 1 0 0,0-1-1 0 0,0-1 1 0 0,2-3 0 0 0,6-10-62 0 0,0 0 1 0 0,-1-1-1 0 0,-1 0 1 0 0,-1-1-1 0 0,11-36 1 0 0,-14 38 9 0 0,0 0 0 0 0,2 0-1 0 0,0 0 1 0 0,1 1 0 0 0,0 0 0 0 0,2 0 0 0 0,16-21 0 0 0,-26 37 66 0 0,0-1 1 0 0,0 1 0 0 0,1 0 0 0 0,-1-1 0 0 0,0 1 0 0 0,1-1 0 0 0,-1 1 0 0 0,0 0 0 0 0,1-1 0 0 0,-1 1-1 0 0,1 0 1 0 0,-1 0 0 0 0,0-1 0 0 0,1 1 0 0 0,-1 0 0 0 0,1 0 0 0 0,-1 0 0 0 0,1 0 0 0 0,-1 0 0 0 0,1-1-1 0 0,-1 1 1 0 0,1 0 0 0 0,-1 0 0 0 0,1 0 0 0 0,-1 0 0 0 0,1 0 0 0 0,-1 0 0 0 0,1 1 0 0 0,-1-1 0 0 0,1 0-1 0 0,0 0 1 0 0,9 16 412 0 0,1 38 208 0 0,-8-36-507 0 0,11 38 92 0 0,0-1 14 0 0,7 66 1 0 0,-19-100-197 0 0,-1-1 1 0 0,-1 1-1 0 0,0-1 0 0 0,-2 0 1 0 0,0 1-1 0 0,-11 38 1 0 0,3-25 16 0 0,-1-1-1 0 0,-2 0 1 0 0,-1 0 0 0 0,-1-1 0 0 0,-2-1 0 0 0,-2-1-1 0 0,0 0 1 0 0,-31 34 0 0 0,43-57-184 0 0,0 0 0 0 0,-1-1 0 0 0,1 0 0 0 0,-13 6 0 0 0,-3 1-6210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48.532"/>
    </inkml:context>
    <inkml:brush xml:id="br0">
      <inkml:brushProperty name="width" value="0.1" units="cm"/>
      <inkml:brushProperty name="height" value="0.1" units="cm"/>
      <inkml:brushProperty name="color" value="#008C3A"/>
    </inkml:brush>
  </inkml:definitions>
  <inkml:trace contextRef="#ctx0" brushRef="#br0">208 18 6913 0 0,'-208'18'8557'0'0,"268"-37"-7365"0"0,23 10-810 0 0,0 4-1 0 0,1 3 0 0 0,98 10 1 0 0,225 30-978 0 0,-228-19-39 0 0,893 32-2039 0 0,-484-66 2462 0 0,-84 0 104 0 0,-261 19-1159 0 0,-82 12-6280 0 0,-167-14 8088 0 0,1 0-1 0 0,-1 0 1 0 0,1 0-1 0 0,0 1 1 0 0,0 0-1 0 0,0 0 1 0 0,0 0-1 0 0,0 1 1 0 0,1-1 0 0 0,-1 1-1 0 0,-5 7 1 0 0,-5 4 59 0 0,0 0 1 0 0,-24 31 0 0 0,28-27-241 0 0,1 0 1 0 0,1 1-1 0 0,1 0 1 0 0,1 0-1 0 0,0 1 1 0 0,2 0-1 0 0,0 0 1 0 0,1 0-1 0 0,1 0 1 0 0,0 30-1 0 0,3 25 117 0 0,15 117-1 0 0,68 331-476 0 0,-23-181 0 0 0,-5 45 98 0 0,82 466-397 0 0,-59-522-238 0 0,-33-153 1866 0 0,31 252 0 0 0,-71-310-542 0 0,-4 1-1 0 0,-19 144 1 0 0,11-187-434 0 0,7 31-49 0 0,-1-2-72 0 0,1-105-223 0 0,-1 0 1 0 0,1-1-1 0 0,-1 1 1 0 0,0 0-1 0 0,0 0 0 0 0,0 0 1 0 0,-1-1-1 0 0,1 1 0 0 0,-1-1 1 0 0,1 1-1 0 0,-1-1 1 0 0,0 0-1 0 0,0 1 0 0 0,0-1 1 0 0,0 0-1 0 0,0 0 0 0 0,-1 0 1 0 0,1-1-1 0 0,0 1 1 0 0,-1 0-1 0 0,0-1 0 0 0,1 0 1 0 0,-1 0-1 0 0,0 1 0 0 0,0-2 1 0 0,1 1-1 0 0,-1 0 1 0 0,0 0-1 0 0,0-1 0 0 0,-4 1 1 0 0,-11 1 75 0 0,0-1 1 0 0,0 0 0 0 0,-31-4-1 0 0,38 2-78 0 0,-146-17-200 0 0,-198-49 0 0 0,-37-6-456 0 0,-21 30-86 0 0,-652 13 1 0 0,571 55 55 0 0,351-10 246 0 0,-202 46 0 0 0,112-7-2586 0 0,177-43-3188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49.018"/>
    </inkml:context>
    <inkml:brush xml:id="br0">
      <inkml:brushProperty name="width" value="0.1" units="cm"/>
      <inkml:brushProperty name="height" value="0.1" units="cm"/>
      <inkml:brushProperty name="color" value="#008C3A"/>
    </inkml:brush>
  </inkml:definitions>
  <inkml:trace contextRef="#ctx0" brushRef="#br0">137 1 12443 0 0,'-6'6'139'0'0,"1"0"1"0"0,-1 1-1 0 0,1 0 1 0 0,0 0-1 0 0,1 1 0 0 0,-1-1 1 0 0,2 1-1 0 0,-5 9 1 0 0,-4 9-67 0 0,0-3-89 0 0,0 2 0 0 0,2-1 0 0 0,0 1 0 0 0,2 1 0 0 0,1 0 0 0 0,1 0 0 0 0,1 0 0 0 0,1 1 0 0 0,2-1 0 0 0,1 48 0 0 0,23 564 1408 0 0,-19-527-1214 0 0,4 0-1 0 0,5-1 1 0 0,6-1 0 0 0,57 199-1 0 0,-3-85-117 0 0,79 270 136 0 0,46 335 0 0 0,-168-689 1684 0 0,-6 1-1 0 0,7 186 0 0 0,-30-320-1844 0 0,1 7 64 0 0,-1 0 0 0 0,-1 0 0 0 0,0 0 0 0 0,-3 16 0 0 0,1-18-205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3:51.631"/>
    </inkml:context>
    <inkml:brush xml:id="br0">
      <inkml:brushProperty name="width" value="0.1" units="cm"/>
      <inkml:brushProperty name="height" value="0.1" units="cm"/>
      <inkml:brushProperty name="color" value="#008C3A"/>
    </inkml:brush>
  </inkml:definitions>
  <inkml:trace contextRef="#ctx0" brushRef="#br0">2493 6201 9218 0 0,'1'8'89'0'0,"0"-1"0"0"0,1 1 0 0 0,-1-1 1 0 0,1 0-1 0 0,1 0 0 0 0,-1 0 0 0 0,1 0 0 0 0,1 0 0 0 0,-1-1 1 0 0,1 1-1 0 0,5 6 0 0 0,-7-10 373 0 0,1 1 1 0 0,0-1-1 0 0,0 0 0 0 0,0 0 1 0 0,0-1-1 0 0,0 1 1 0 0,6 3-1 0 0,-8-6-346 0 0,0 1 0 0 0,1 0 0 0 0,-1 0 0 0 0,1-1 0 0 0,0 1-1 0 0,-1-1 1 0 0,1 0 0 0 0,-1 1 0 0 0,1-1 0 0 0,0 0 0 0 0,-1 0 0 0 0,1 0 0 0 0,0 0 0 0 0,-1 0 0 0 0,1 0 0 0 0,-1-1 0 0 0,1 1-1 0 0,0 0 1 0 0,-1-1 0 0 0,1 1 0 0 0,-1-1 0 0 0,1 0 0 0 0,-1 1 0 0 0,1-1 0 0 0,-1 0 0 0 0,0 0 0 0 0,1 0 0 0 0,-1 0 0 0 0,0 0-1 0 0,0 0 1 0 0,0-1 0 0 0,1 1 0 0 0,-1 0 0 0 0,-1-1 0 0 0,1 1 0 0 0,0 0 0 0 0,0-1 0 0 0,0 1 0 0 0,0-3 0 0 0,2-2-115 0 0,-1 0 1 0 0,0 1 0 0 0,0-1-1 0 0,0 0 1 0 0,-1 0-1 0 0,0 0 1 0 0,0 0 0 0 0,0-1-1 0 0,-1-8 1 0 0,-38-213 325 0 0,9 80 616 0 0,-1-49-779 0 0,-141-749 290 0 0,54 543-341 0 0,-24 7 263 0 0,-78-248 644 0 0,8-19-771 0 0,160 532-684 0 0,-6 2 0 0 0,-143-234-1 0 0,-6 58 199 0 0,-119-191 659 0 0,278 419-382 0 0,-166-298 144 0 0,207 363-188 0 0,-29-60-441 0 0,-48-73 0 0 0,68 123 337 0 0,-1 1 0 0 0,-1 0 0 0 0,-1 0 0 0 0,-1 2 0 0 0,0 1 0 0 0,-2 0 0 0 0,-25-17 0 0 0,36 29-15 0 0,0-1 1 0 0,-1 2 0 0 0,-17-8-1 0 0,26 12 68 0 0,1 0-1 0 0,-1 1 1 0 0,0-1-1 0 0,0 0 1 0 0,0 1-1 0 0,0-1 0 0 0,0 1 1 0 0,0-1-1 0 0,0 1 1 0 0,0 0-1 0 0,0 0 1 0 0,0 0-1 0 0,0 0 1 0 0,0 0-1 0 0,0 1 1 0 0,0-1-1 0 0,0 0 1 0 0,0 1-1 0 0,1 0 1 0 0,-1-1-1 0 0,0 1 1 0 0,0 0-1 0 0,0 0 0 0 0,1 0 1 0 0,-1 0-1 0 0,0 0 1 0 0,1 1-1 0 0,-1-1 1 0 0,1 0-1 0 0,-3 3 1 0 0,4-3 47 0 0,-1-1 0 0 0,1 1 0 0 0,0-1 0 0 0,-1 1 0 0 0,1 0 0 0 0,0 0 0 0 0,-1-1 0 0 0,1 1 0 0 0,0 0 0 0 0,0-1 0 0 0,0 1 0 0 0,0 0 0 0 0,-1 0 0 0 0,1-1 0 0 0,0 1 0 0 0,0 0 0 0 0,1 0 0 0 0,-1 0 0 0 0,0-1 0 0 0,0 1 0 0 0,0 0 0 0 0,0 0 0 0 0,1-1 0 0 0,-1 1 0 0 0,0 0 0 0 0,1-1 0 0 0,-1 1 0 0 0,0 0 0 0 0,1-1 0 0 0,-1 1 1 0 0,1-1-1 0 0,-1 1 0 0 0,1 0 0 0 0,-1-1 0 0 0,1 1 0 0 0,0-1 0 0 0,-1 0 0 0 0,1 1 0 0 0,-1-1 0 0 0,1 1 0 0 0,0-1 0 0 0,0 0 0 0 0,-1 1 0 0 0,1-1 0 0 0,0 0 0 0 0,-1 0 0 0 0,1 0 0 0 0,0 0 0 0 0,1 0 0 0 0,39 4 738 0 0,-41-4-685 0 0,-45 20 1184 0 0,-2-4-971 0 0,34-13-220 0 0,0 2 1 0 0,0 0-1 0 0,0 0 1 0 0,1 1-1 0 0,-19 12 1 0 0,20-9 22 0 0,-4-1 20 0 0,18-29-55 0 0,9-22 444 0 0,-1-1 1 0 0,-2 0-1 0 0,-2-1 1 0 0,-3 0-1 0 0,-1-81 1 0 0,-2 112-427 0 0,-1 10-15 0 0,1 0 0 0 0,-1 1-1 0 0,0-1 1 0 0,0 0 0 0 0,-1 0-1 0 0,1 1 1 0 0,-1-1-1 0 0,1 0 1 0 0,-1 1 0 0 0,-1-1-1 0 0,0-3 1 0 0,13 38 115 0 0,7-7-144 0 0,0-1 0 0 0,2 0 0 0 0,0-1 0 0 0,2-1 0 0 0,32 25 0 0 0,29 28 0 0 0,-81-72 8 0 0,1 0 1 0 0,-1 0-1 0 0,1 0 0 0 0,0 0 1 0 0,0-1-1 0 0,0 1 0 0 0,0-1 1 0 0,0 1-1 0 0,4 0 0 0 0,-6-2-5 0 0,0 1-1 0 0,0-1 0 0 0,0 0 0 0 0,0 0 1 0 0,1 1-1 0 0,-1-1 0 0 0,0 0 0 0 0,0 0 1 0 0,0 0-1 0 0,1 0 0 0 0,-1-1 0 0 0,0 1 1 0 0,0 0-1 0 0,0 0 0 0 0,1-1 0 0 0,-1 1 1 0 0,0-1-1 0 0,0 1 0 0 0,0-1 1 0 0,0 1-1 0 0,0-1 0 0 0,0 1 0 0 0,0-1 1 0 0,0 0-1 0 0,0 0 0 0 0,0 0 0 0 0,1-1 1 0 0,-2 1-3 0 0,0 0 0 0 0,1 1 0 0 0,-1-1 1 0 0,0 0-1 0 0,0 1 0 0 0,0-1 0 0 0,0 0 1 0 0,0 0-1 0 0,0 1 0 0 0,0-1 1 0 0,0 0-1 0 0,0 1 0 0 0,0-1 0 0 0,0 0 1 0 0,-1 0-1 0 0,1 1 0 0 0,0-1 0 0 0,-1 0 1 0 0,1 1-1 0 0,0-1 0 0 0,-1 0 1 0 0,1 1-1 0 0,0-1 0 0 0,-1 1 0 0 0,1-1 1 0 0,-1 1-1 0 0,1-1 0 0 0,-1 1 0 0 0,0-1 1 0 0,1 1-1 0 0,-1-1 0 0 0,1 1 1 0 0,-1 0-1 0 0,0-1 0 0 0,1 1 0 0 0,-1 0 1 0 0,0 0-1 0 0,1-1 0 0 0,-1 1 0 0 0,-1 0 1 0 0,-31-11 5 0 0,31 11 25 0 0,-3-2-33 0 0,0 0 0 0 0,0-1 0 0 0,0 1 0 0 0,0-1 0 0 0,1 0 1 0 0,-1 0-1 0 0,1 0 0 0 0,0-1 0 0 0,0 1 0 0 0,0-1 0 0 0,0 0 1 0 0,1 0-1 0 0,0-1 0 0 0,0 1 0 0 0,0-1 0 0 0,-5-9 0 0 0,6 9-1 0 0,-1 0 0 0 0,0 0 0 0 0,0 0 0 0 0,0 0 0 0 0,-1 0 0 0 0,0 1 0 0 0,0 0 0 0 0,0-1 0 0 0,0 2 0 0 0,-1-1 0 0 0,0 0 0 0 0,1 1 0 0 0,-1 0 0 0 0,0 0 0 0 0,-1 0 0 0 0,-5-2 0 0 0,-24 1 35 0 0,33 4-31 0 0,1 0 1 0 0,0 0-1 0 0,-1 0 1 0 0,1 0-1 0 0,-1 0 0 0 0,1 0 1 0 0,-1 0-1 0 0,1 1 0 0 0,0-1 1 0 0,-1 1-1 0 0,1-1 1 0 0,0 1-1 0 0,-1-1 0 0 0,1 1 1 0 0,0 0-1 0 0,0 0 1 0 0,0-1-1 0 0,-1 1 0 0 0,1 0 1 0 0,0 0-1 0 0,0 0 1 0 0,-1 2-1 0 0,2-2-1 0 0,0 0 0 0 0,0 1 0 0 0,-1-1 0 0 0,1 1 0 0 0,0-1 0 0 0,0 1 0 0 0,1-1 0 0 0,-1 1 0 0 0,0-1 0 0 0,0 0 0 0 0,1 1 0 0 0,-1-1 0 0 0,0 1 0 0 0,1-1 0 0 0,0 0 0 0 0,-1 1 0 0 0,1-1 0 0 0,1 2 0 0 0,19 27 0 0 0,-15-21 0 0 0,34 40 0 0 0,-29-38-3 0 0,-1 1 1 0 0,-1 0-1 0 0,0 0 0 0 0,-1 1 1 0 0,10 20-1 0 0,-20-29-211 0 0,-8-6 169 0 0,-14-7 81 0 0,19 8-93 0 0,-22-10-4 0 0,19 7 30 0 0,0 1 0 0 0,-1-1 0 0 0,1 2 0 0 0,0-1 1 0 0,-1 1-1 0 0,0 1 0 0 0,1-1 0 0 0,-1 1 0 0 0,0 1 1 0 0,-11 0-1 0 0,15 3-14 0 0,12 0-54 0 0,14-1-45 0 0,-9-5 144 0 0,0 0 0 0 0,0-1 0 0 0,0-1 0 0 0,-1 0 0 0 0,0 0 0 0 0,0-1 1 0 0,15-10-1 0 0,-8 4-1 0 0,-23 17 2 0 0,1 0 1 0 0,-1 1 0 0 0,1-1-1 0 0,0 1 1 0 0,0 0 0 0 0,-4 8-1 0 0,-24 48-195 0 0,30-59 183 0 0,1 1 0 0 0,-1-1 0 0 0,1 1 0 0 0,0-1 0 0 0,0 1 0 0 0,1-1 1 0 0,-1 6-1 0 0,1-9 10 0 0,0 0 0 0 0,0 1 0 0 0,0-1 0 0 0,0 0 0 0 0,0 1 0 0 0,0-1 0 0 0,0 0 0 0 0,0 1 0 0 0,0-1 0 0 0,0 0 0 0 0,0 1 0 0 0,0-1 0 0 0,1 0 0 0 0,-1 0 0 0 0,0 1 0 0 0,0-1 0 0 0,0 0 0 0 0,1 1 0 0 0,-1-1 0 0 0,0 0 0 0 0,0 0 0 0 0,1 0 0 0 0,-1 1 0 0 0,0-1 0 0 0,0 0 0 0 0,1 0 0 0 0,-1 0 0 0 0,0 0 0 0 0,1 1 0 0 0,-1-1 0 0 0,19-5-72 0 0,-9-1 108 0 0,0-1 0 0 0,-1 0 0 0 0,0 0 0 0 0,0 0 0 0 0,-1-1 0 0 0,0-1 0 0 0,0 0 0 0 0,9-14 0 0 0,4-3-1262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4:13.108"/>
    </inkml:context>
    <inkml:brush xml:id="br0">
      <inkml:brushProperty name="width" value="0.1" units="cm"/>
      <inkml:brushProperty name="height" value="0.1" units="cm"/>
      <inkml:brushProperty name="color" value="#008C3A"/>
    </inkml:brush>
  </inkml:definitions>
  <inkml:trace contextRef="#ctx0" brushRef="#br0">90 46 1840 0 0,'-4'1'122'0'0,"-1"-1"-1"0"0,0 1 0 0 0,0 0 0 0 0,1 0 1 0 0,-1 0-1 0 0,1 1 0 0 0,-1 0 0 0 0,1 0 1 0 0,0 0-1 0 0,-8 5 0 0 0,-21 9-1823 0 0,84-27 9005 0 0,47 0-5124 0 0,56-8-2899 0 0,-74 4 1108 0 0,158-10 1 0 0,83 24 747 0 0,45 25-352 0 0,-97-3-640 0 0,119 21 490 0 0,-173-14-348 0 0,-131-19-205 0 0,497 35 1708 0 0,6-54-1373 0 0,-549 9-377 0 0,280 0-60 0 0,211-1 126 0 0,-211-5 108 0 0,-163 1-299 0 0,-87 2-22 0 0,123 7 0 0 0,177 7 102 0 0,-244-11 4 0 0,79-9-309 0 0,-93 2 960 0 0,124-23 844 0 0,-98 10-614 0 0,-45 5-100 0 0,-59 9-302 0 0,1 1 0 0 0,54-2 0 0 0,-79 10-2659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4:18.780"/>
    </inkml:context>
    <inkml:brush xml:id="br0">
      <inkml:brushProperty name="width" value="0.1" units="cm"/>
      <inkml:brushProperty name="height" value="0.1" units="cm"/>
      <inkml:brushProperty name="color" value="#008C3A"/>
    </inkml:brush>
  </inkml:definitions>
  <inkml:trace contextRef="#ctx0" brushRef="#br0">81 161 1840 0 0,'-24'-4'1608'0'0,"20"3"-1212"0"0,-1 1 0 0 0,0-1-1 0 0,1 0 1 0 0,-1 0-1 0 0,1 0 1 0 0,-1-1-1 0 0,1 1 1 0 0,0-1-1 0 0,-1 0 1 0 0,1 0 0 0 0,-4-3-1 0 0,14 0 1004 0 0,20-4-1297 0 0,0 1 0 0 0,1 1 0 0 0,53-6 0 0 0,90 2 574 0 0,-22 2-376 0 0,348-20-357 0 0,-371 32 1922 0 0,0-6 0 0 0,218-34 0 0 0,-333 35-1577 0 0,-2 0 10 0 0,1 0 1 0 0,0 1-1 0 0,0-1 1 0 0,0 2-1 0 0,-1-1 0 0 0,1 1 1 0 0,0 0-1 0 0,17 4 1 0 0,-18 2-234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04.750"/>
    </inkml:context>
    <inkml:brush xml:id="br0">
      <inkml:brushProperty name="width" value="0.1" units="cm"/>
      <inkml:brushProperty name="height" value="0.1" units="cm"/>
      <inkml:brushProperty name="color" value="#008C3A"/>
    </inkml:brush>
  </inkml:definitions>
  <inkml:trace contextRef="#ctx0" brushRef="#br0">218 172 2761 0 0,'9'-17'1427'0'0,"-1"-1"0"0"0,-1 1 0 0 0,0-1 0 0 0,-1-1 1 0 0,6-36-1 0 0,-12 54-1257 0 0,1 0 1 0 0,-1 0-1 0 0,0 0 1 0 0,0 0-1 0 0,0-1 1 0 0,0 1 0 0 0,0 0-1 0 0,0 0 1 0 0,0 0-1 0 0,0-1 1 0 0,0 1-1 0 0,-1 0 1 0 0,1 0-1 0 0,0 0 1 0 0,-1 0 0 0 0,1 0-1 0 0,-1 0 1 0 0,1 0-1 0 0,-1 0 1 0 0,0 0-1 0 0,1 0 1 0 0,-1 0-1 0 0,-1-1 1 0 0,1 2-74 0 0,0-1-1 0 0,0 1 1 0 0,0 0-1 0 0,0 0 1 0 0,0 0 0 0 0,0 0-1 0 0,0 0 1 0 0,0 0-1 0 0,0 0 1 0 0,0 1 0 0 0,0-1-1 0 0,0 0 1 0 0,0 0-1 0 0,0 1 1 0 0,0-1 0 0 0,0 1-1 0 0,0-1 1 0 0,0 1-1 0 0,1-1 1 0 0,-2 2 0 0 0,-7 4 100 0 0,1 1-1 0 0,0 0 1 0 0,-12 14 0 0 0,-30 32 139 0 0,29-32-211 0 0,0 1-1 0 0,2 1 1 0 0,0 1-1 0 0,2 0 1 0 0,-22 40-1 0 0,38-63-117 0 0,0 1-1 0 0,0-1 1 0 0,1 0-1 0 0,-1 1 1 0 0,0-1 0 0 0,1 1-1 0 0,-1-1 1 0 0,1 1-1 0 0,-1-1 1 0 0,1 1-1 0 0,0 0 1 0 0,0-1-1 0 0,-1 1 1 0 0,1-1 0 0 0,0 1-1 0 0,1 0 1 0 0,-1-1-1 0 0,0 1 1 0 0,0-1-1 0 0,1 1 1 0 0,-1 0 0 0 0,1-1-1 0 0,-1 1 1 0 0,1-1-1 0 0,1 3 1 0 0,0-3-28 0 0,0 0 0 0 0,0 1 0 0 0,1-1 1 0 0,-1 0-1 0 0,1 0 0 0 0,-1-1 0 0 0,1 1 0 0 0,-1 0 0 0 0,1-1 0 0 0,-1 0 1 0 0,1 1-1 0 0,-1-1 0 0 0,1 0 0 0 0,0 0 0 0 0,3-1 0 0 0,97-9-253 0 0,-74 5 166 0 0,-1 2 1 0 0,1 1-1 0 0,-1 1 0 0 0,49 6 0 0 0,-74-5 107 0 0,0 0 1 0 0,0 1-1 0 0,-1-1 0 0 0,1 1 1 0 0,0 0-1 0 0,0 0 1 0 0,-1 0-1 0 0,1 0 0 0 0,-1 0 1 0 0,1 1-1 0 0,-1-1 1 0 0,1 1-1 0 0,-1-1 0 0 0,0 1 1 0 0,0 0-1 0 0,0 0 0 0 0,0 0 1 0 0,0 0-1 0 0,0 0 1 0 0,-1 1-1 0 0,1-1 0 0 0,0 1 1 0 0,-1-1-1 0 0,0 1 1 0 0,1 2-1 0 0,-1-1 6 0 0,0 1 0 0 0,-1-1 0 0 0,0 1 0 0 0,0-1 0 0 0,0 1 0 0 0,0-1 0 0 0,-1 0 0 0 0,1 1 0 0 0,-1-1 0 0 0,0 1 0 0 0,-1-1 0 0 0,1 0 0 0 0,-1 0 0 0 0,0 0 0 0 0,-3 6 0 0 0,-14 20 530 0 0,-1-1-1 0 0,-2-1 1 0 0,-1-1 0 0 0,-1-1 0 0 0,-50 43-1 0 0,-26 27 21 0 0,100-96-601 0 0,-1 1-1 0 0,0 0 0 0 0,0-1 0 0 0,1 1 1 0 0,-1 0-1 0 0,0-1 0 0 0,1 1 0 0 0,-1 0 1 0 0,1 0-1 0 0,-1-1 0 0 0,1 1 0 0 0,0 0 1 0 0,-1 0-1 0 0,1 0 0 0 0,0 0 0 0 0,-1 0 1 0 0,1 0-1 0 0,0 0 0 0 0,0-1 0 0 0,0 1 1 0 0,0 0-1 0 0,0 0 0 0 0,0 0 0 0 0,0 0 1 0 0,0 0-1 0 0,0 0 0 0 0,0 0 0 0 0,1 0 1 0 0,-1 0-1 0 0,0 0 0 0 0,0 0 0 0 0,1-1 1 0 0,-1 1-1 0 0,1 0 0 0 0,-1 0 0 0 0,2 1 0 0 0,-1-1-548 0 0,1 1 0 0 0,0-1 0 0 0,1 0 0 0 0,-1 1 0 0 0,0-1 0 0 0,0 0-1 0 0,1 0 1 0 0,-1-1 0 0 0,0 1 0 0 0,1 0 0 0 0,-1-1 0 0 0,1 1-1 0 0,3-1 1 0 0,9 2-4653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05.456"/>
    </inkml:context>
    <inkml:brush xml:id="br0">
      <inkml:brushProperty name="width" value="0.1" units="cm"/>
      <inkml:brushProperty name="height" value="0.1" units="cm"/>
      <inkml:brushProperty name="color" value="#008C3A"/>
    </inkml:brush>
  </inkml:definitions>
  <inkml:trace contextRef="#ctx0" brushRef="#br0">82 106 920 0 0,'-8'-9'-186'0'0,"3"1"1925"0"0,-1 1 0 0 0,0 0 0 0 0,0 0 0 0 0,-1 1 0 0 0,0-1 0 0 0,0 2 0 0 0,0-1 0 0 0,-11-5 0 0 0,17 11-1625 0 0,1 0 0 0 0,0 1 1 0 0,-1-1-1 0 0,1 1 0 0 0,0-1 1 0 0,-1 0-1 0 0,1 1 0 0 0,0-1 1 0 0,-1 1-1 0 0,1-1 0 0 0,0 1 1 0 0,0-1-1 0 0,0 1 0 0 0,0-1 1 0 0,-1 1-1 0 0,1-1 0 0 0,0 1 1 0 0,0 0-1 0 0,0-1 0 0 0,0 1 1 0 0,0-1-1 0 0,0 1 0 0 0,0-1 0 0 0,1 1 1 0 0,-1-1-1 0 0,0 1 0 0 0,0-1 1 0 0,0 1-1 0 0,0-1 0 0 0,1 1 1 0 0,-1 0-1 0 0,5 23 530 0 0,15 54-156 0 0,29 135-430 0 0,-47-256-4268 0 0,17-40 3335 0 0,-10 50 552 0 0,-5 12 535 0 0,2 1 0 0 0,16-38 0 0 0,-19 53-68 0 0,-1 0 0 0 0,1 0 1 0 0,-1 0-1 0 0,1 0 0 0 0,1 1 0 0 0,-1-1 0 0 0,1 1 0 0 0,-1 0 1 0 0,1 0-1 0 0,1 0 0 0 0,-1 1 0 0 0,0-1 0 0 0,1 1 1 0 0,0 0-1 0 0,-1 1 0 0 0,10-5 0 0 0,-12 7-68 0 0,1 0 0 0 0,-1 0-1 0 0,1 0 1 0 0,-1 0 0 0 0,1 0 0 0 0,-1 0-1 0 0,1 1 1 0 0,-1-1 0 0 0,1 1 0 0 0,-1-1-1 0 0,0 1 1 0 0,1 0 0 0 0,-1 0 0 0 0,0 0 0 0 0,0 1-1 0 0,0-1 1 0 0,1 0 0 0 0,-1 1 0 0 0,-1-1-1 0 0,1 1 1 0 0,0 0 0 0 0,0 0 0 0 0,-1-1-1 0 0,1 1 1 0 0,0 1 0 0 0,-1-1 0 0 0,0 0-1 0 0,1 2 1 0 0,7 10 93 0 0,-1 1-1 0 0,11 29 0 0 0,-17-39-129 0 0,6 19 7 0 0,-7-19-38 0 0,0 1 1 0 0,1-1 0 0 0,0 0 0 0 0,0 0 0 0 0,0 1 0 0 0,1-1-1 0 0,-1 0 1 0 0,1-1 0 0 0,0 1 0 0 0,1 0 0 0 0,3 3 0 0 0,-6-7-6 0 0,0-1 0 0 0,0 0 0 0 0,0 1 0 0 0,0-1 0 0 0,0 0 0 0 0,0 1 1 0 0,0-1-1 0 0,0 0 0 0 0,0 0 0 0 0,0 0 0 0 0,0 0 0 0 0,0 0 0 0 0,0 0 0 0 0,0 0 1 0 0,0 0-1 0 0,0-1 0 0 0,0 1 0 0 0,0 0 0 0 0,0-1 0 0 0,0 1 0 0 0,0 0 0 0 0,0-1 0 0 0,0 1 1 0 0,0-1-1 0 0,0 0 0 0 0,-1 1 0 0 0,1-1 0 0 0,0 0 0 0 0,0 1 0 0 0,-1-1 0 0 0,1 0 1 0 0,0 0-1 0 0,-1 0 0 0 0,1 1 0 0 0,0-3 0 0 0,23-37-147 0 0,-21 32 176 0 0,20-46 34 0 0,6-14 48 0 0,-27 64-109 0 0,1-1 1 0 0,-1 1-1 0 0,2-1 1 0 0,-1 1-1 0 0,0 0 0 0 0,1 0 1 0 0,-1 0-1 0 0,1 1 1 0 0,0-1-1 0 0,9-4 1 0 0,-11 7 6 0 0,0 0-1 0 0,0 1 1 0 0,1 0 0 0 0,-1-1 0 0 0,0 1 0 0 0,1 0-1 0 0,-1 0 1 0 0,0 0 0 0 0,0 0 0 0 0,1 1 0 0 0,-1-1-1 0 0,0 1 1 0 0,0-1 0 0 0,1 1 0 0 0,-1 0 0 0 0,0 0 0 0 0,0 0-1 0 0,0 0 1 0 0,0 0 0 0 0,0 0 0 0 0,0 0 0 0 0,0 1-1 0 0,-1-1 1 0 0,3 3 0 0 0,3 1 41 0 0,-1 1-1 0 0,0 0 1 0 0,0 0-1 0 0,0 1 1 0 0,5 7 0 0 0,-4 1-123 0 0,1-1 0 0 0,-2 1 0 0 0,0 0 1 0 0,-1 1-1 0 0,-1 0 0 0 0,4 23 1 0 0,-5-22-1013 0 0,1 0 1 0 0,0-1 0 0 0,1 0-1 0 0,1 0 1 0 0,12 23-1 0 0,-9-25-810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05.783"/>
    </inkml:context>
    <inkml:brush xml:id="br0">
      <inkml:brushProperty name="width" value="0.1" units="cm"/>
      <inkml:brushProperty name="height" value="0.1" units="cm"/>
      <inkml:brushProperty name="color" value="#008C3A"/>
    </inkml:brush>
  </inkml:definitions>
  <inkml:trace contextRef="#ctx0" brushRef="#br0">24 51 456 0 0,'29'-29'12806'0'0,"-32"54"-10753"0"0,2-19-1706 0 0,-21 111 3605 0 0,20-104-3790 0 0,1-1 0 0 0,1 1-1 0 0,0-1 1 0 0,0 1 0 0 0,2-1 0 0 0,-1 1 0 0 0,6 16-1 0 0,-7-28-158 0 0,0 1 0 0 0,1-1 0 0 0,-1 1 0 0 0,1-1 0 0 0,-1 1 0 0 0,1-1 0 0 0,-1 0 0 0 0,1 1 0 0 0,0-1 0 0 0,0 0 0 0 0,0 1 0 0 0,0-1 0 0 0,0 0 0 0 0,0 0 0 0 0,0 0 0 0 0,0 0 0 0 0,0 0 0 0 0,1 0 0 0 0,-1 0 0 0 0,0 0 0 0 0,1-1 0 0 0,1 2 0 0 0,-2-2 4 0 0,1 0 0 0 0,-1 0 1 0 0,1 0-1 0 0,-1 0 1 0 0,1-1-1 0 0,-1 1 0 0 0,1 0 1 0 0,-1-1-1 0 0,1 1 1 0 0,-1-1-1 0 0,0 1 0 0 0,1-1 1 0 0,-1 0-1 0 0,0 1 1 0 0,1-1-1 0 0,-1 0 0 0 0,0 0 1 0 0,1-1-1 0 0,5-5 62 0 0,0 0 1 0 0,-1 0-1 0 0,0 0 0 0 0,0-1 0 0 0,7-13 1 0 0,-3 2 24 0 0,-1 0 0 0 0,0-1 0 0 0,6-22 0 0 0,-13 35-71 0 0,0 0 0 0 0,-1 0 1 0 0,1 0-1 0 0,-1-1 1 0 0,-1 1-1 0 0,1 0 0 0 0,-1 0 1 0 0,-1 0-1 0 0,1-1 1 0 0,-1 1-1 0 0,0 0 0 0 0,-5-13 1 0 0,5 17-78 0 0,-1 0 1 0 0,0 0 0 0 0,0 0-1 0 0,0 1 1 0 0,0-1 0 0 0,0 1-1 0 0,-1 0 1 0 0,1 0 0 0 0,-1 0-1 0 0,1 0 1 0 0,-1 0 0 0 0,0 0-1 0 0,0 0 1 0 0,0 1 0 0 0,0 0-1 0 0,0-1 1 0 0,0 1 0 0 0,0 0-1 0 0,-1 1 1 0 0,1-1 0 0 0,0 1-1 0 0,-1-1 1 0 0,1 1 0 0 0,0 0-1 0 0,-1 0 1 0 0,1 0 0 0 0,0 1-1 0 0,-7 1 1 0 0,6-2-121 0 0,-1 1 1 0 0,0 0-1 0 0,1 0 1 0 0,-1 0-1 0 0,1 1 1 0 0,0-1-1 0 0,-1 1 0 0 0,1 0 1 0 0,0 1-1 0 0,0-1 1 0 0,0 1-1 0 0,0-1 1 0 0,1 1-1 0 0,-1 1 0 0 0,1-1 1 0 0,0 0-1 0 0,-1 1 1 0 0,2-1-1 0 0,-1 1 1 0 0,-3 5-1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06.036"/>
    </inkml:context>
    <inkml:brush xml:id="br0">
      <inkml:brushProperty name="width" value="0.1" units="cm"/>
      <inkml:brushProperty name="height" value="0.1" units="cm"/>
      <inkml:brushProperty name="color" value="#008C3A"/>
    </inkml:brush>
  </inkml:definitions>
  <inkml:trace contextRef="#ctx0" brushRef="#br0">51 48 12899 0 0,'-10'-15'952'0'0,"8"12"-545"0"0,1 0 0 0 0,-1 0-1 0 0,1 1 1 0 0,-1-1 0 0 0,0 1 0 0 0,0-1-1 0 0,0 1 1 0 0,-1 0 0 0 0,1 0 0 0 0,0 0-1 0 0,-1 0 1 0 0,-2-2 0 0 0,4 4-345 0 0,0 0 0 0 0,1 1-1 0 0,-1-1 1 0 0,1 0 0 0 0,-1 0 0 0 0,1 1 0 0 0,-1-1 0 0 0,1 0 0 0 0,-1 1 0 0 0,1-1 0 0 0,-1 0 0 0 0,1 1 0 0 0,-1-1-1 0 0,1 1 1 0 0,0-1 0 0 0,-1 1 0 0 0,1-1 0 0 0,0 1 0 0 0,-1-1 0 0 0,1 1 0 0 0,0-1 0 0 0,0 1 0 0 0,-1-1-1 0 0,1 1 1 0 0,0-1 0 0 0,0 1 0 0 0,0 0 0 0 0,0-1 0 0 0,0 1 0 0 0,0-1 0 0 0,0 1 0 0 0,0 0 0 0 0,0-1 0 0 0,0 1-1 0 0,0-1 1 0 0,0 1 0 0 0,0-1 0 0 0,0 1 0 0 0,1 0 0 0 0,2 28 412 0 0,56 164 17 0 0,6 34-42 0 0,-20 25-4601 0 0,-35-190 1799 0 0,-5-30-4745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06.305"/>
    </inkml:context>
    <inkml:brush xml:id="br0">
      <inkml:brushProperty name="width" value="0.1" units="cm"/>
      <inkml:brushProperty name="height" value="0.1" units="cm"/>
      <inkml:brushProperty name="color" value="#008C3A"/>
    </inkml:brush>
  </inkml:definitions>
  <inkml:trace contextRef="#ctx0" brushRef="#br0">180 9 6449 0 0,'10'-9'2530'0'0,"-20"24"2320"0"0,1-3-4460 0 0,-82 160 2783 0 0,19-33-461 0 0,65-120-1889 0 0,7-18-808 0 0,0-1 0 0 0,0 1 1 0 0,0-1-1 0 0,0 0 0 0 0,0 1 1 0 0,0-1-1 0 0,0 0 0 0 0,0 1 1 0 0,0-1-1 0 0,1 0 0 0 0,-1 1 1 0 0,0-1-1 0 0,0 0 0 0 0,0 1 1 0 0,1-1-1 0 0,-1 0 0 0 0,0 0 1 0 0,0 1-1 0 0,1-1 0 0 0,-1 0 1 0 0,0 0-1 0 0,0 1 0 0 0,1-1 1 0 0,-1 0-1 0 0,0 0 0 0 0,1 0 0 0 0,-1 0 1 0 0,0 1-1 0 0,1-1 0 0 0,3 0 2 0 0,0 1 0 0 0,0-1 0 0 0,0 0 0 0 0,0-1 0 0 0,0 1 0 0 0,0-1 0 0 0,4 0 0 0 0,-5 0-37 0 0,169-39-111 0 0,-101 16-5918 0 0,-38 10-535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06.751"/>
    </inkml:context>
    <inkml:brush xml:id="br0">
      <inkml:brushProperty name="width" value="0.1" units="cm"/>
      <inkml:brushProperty name="height" value="0.1" units="cm"/>
      <inkml:brushProperty name="color" value="#008C3A"/>
    </inkml:brush>
  </inkml:definitions>
  <inkml:trace contextRef="#ctx0" brushRef="#br0">163 212 5065 0 0,'10'-19'13699'0'0,"-4"-8"-10649"0"0,-6 20-3113 0 0,0-1 0 0 0,0 1 1 0 0,0-1-1 0 0,-1 1 1 0 0,-3-13-1 0 0,1 11 53 0 0,-1 0 1 0 0,0 0 0 0 0,0 0-1 0 0,-1 1 1 0 0,0-1-1 0 0,0 1 1 0 0,-11-12-1 0 0,13 17-40 0 0,1 1 0 0 0,-1-1 1 0 0,0 1-1 0 0,0-1 0 0 0,0 1 0 0 0,0 0 0 0 0,0 0 0 0 0,-1 0 0 0 0,1 1 0 0 0,-5-3 0 0 0,6 4-5 0 0,0 0 0 0 0,0-1 0 0 0,0 1-1 0 0,0 0 1 0 0,0 0 0 0 0,1 0 0 0 0,-1 0-1 0 0,0 0 1 0 0,0 0 0 0 0,0 1-1 0 0,0-1 1 0 0,0 1 0 0 0,0-1 0 0 0,1 1-1 0 0,-1 0 1 0 0,0 0 0 0 0,1-1 0 0 0,-1 1-1 0 0,0 0 1 0 0,1 1 0 0 0,-3 1 0 0 0,0 1 32 0 0,0 1 0 0 0,0-1 0 0 0,0 1 0 0 0,1 0 0 0 0,0 1 0 0 0,0-1 0 0 0,0 1 0 0 0,0-1 0 0 0,1 1 0 0 0,0 0 1 0 0,0 0-1 0 0,-1 7 0 0 0,0 0-19 0 0,1 1 1 0 0,1 0-1 0 0,-1-1 1 0 0,2 20-1 0 0,1-27 124 0 0,-1 0 0 0 0,1-1 0 0 0,0 1 0 0 0,0 0 0 0 0,1-1 0 0 0,-1 1 0 0 0,1-1 0 0 0,1 1-1 0 0,-1-1 1 0 0,1 0 0 0 0,0 0 0 0 0,0 0 0 0 0,0 0 0 0 0,1-1 0 0 0,-1 1 0 0 0,1-1 0 0 0,0 0 0 0 0,1 0 0 0 0,4 4 0 0 0,-2-4 41 0 0,0 0 0 0 0,0-1-1 0 0,0 1 1 0 0,0-1 0 0 0,1-1 0 0 0,-1 1 0 0 0,1-1 0 0 0,0-1 0 0 0,0 1 0 0 0,0-1 0 0 0,-1-1 0 0 0,1 1 0 0 0,12-2-1 0 0,-6 0-157 0 0,-1 0-1 0 0,1-1 0 0 0,-1 0 1 0 0,0-1-1 0 0,0 0 0 0 0,0-1 0 0 0,0-1 1 0 0,14-7-1 0 0,-10 3-681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07.440"/>
    </inkml:context>
    <inkml:brush xml:id="br0">
      <inkml:brushProperty name="width" value="0.1" units="cm"/>
      <inkml:brushProperty name="height" value="0.1" units="cm"/>
      <inkml:brushProperty name="color" value="#008C3A"/>
    </inkml:brush>
  </inkml:definitions>
  <inkml:trace contextRef="#ctx0" brushRef="#br0">0 0 8290 0 0,'21'31'11023'0'0,"-5"10"-7441"0"0,7 48-4246 0 0,-19-67 1646 0 0,17 80-763 0 0,-4 1-1 0 0,4 192 1 0 0,-20-267-765 0 0,3 98 1471 0 0,9-44-8056 0 0,-8-61-224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07.918"/>
    </inkml:context>
    <inkml:brush xml:id="br0">
      <inkml:brushProperty name="width" value="0.1" units="cm"/>
      <inkml:brushProperty name="height" value="0.1" units="cm"/>
      <inkml:brushProperty name="color" value="#008C3A"/>
    </inkml:brush>
  </inkml:definitions>
  <inkml:trace contextRef="#ctx0" brushRef="#br0">10 69 5529 0 0,'-9'-19'1633'0'0,"9"16"-990"0"0,-1 1-1 0 0,1-1 1 0 0,0 1-1 0 0,0-1 1 0 0,0 0-1 0 0,1 1 1 0 0,-1-1 0 0 0,1 1-1 0 0,-1-1 1 0 0,1 1-1 0 0,0-1 1 0 0,0 1-1 0 0,0-1 1 0 0,0 1 0 0 0,0 0-1 0 0,1 0 1 0 0,-1-1-1 0 0,3-2 1 0 0,-2 7-400 0 0,-1 0-1 0 0,1 0 1 0 0,-1 0 0 0 0,0 0 0 0 0,0 0 0 0 0,0 0 0 0 0,0 0-1 0 0,0 0 1 0 0,-1 0 0 0 0,1 1 0 0 0,0 1 0 0 0,52 250 717 0 0,5 22-2434 0 0,-54-262-3820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08.291"/>
    </inkml:context>
    <inkml:brush xml:id="br0">
      <inkml:brushProperty name="width" value="0.1" units="cm"/>
      <inkml:brushProperty name="height" value="0.1" units="cm"/>
      <inkml:brushProperty name="color" value="#008C3A"/>
    </inkml:brush>
  </inkml:definitions>
  <inkml:trace contextRef="#ctx0" brushRef="#br0">10 52 5065 0 0,'-10'-3'6448'0'0,"25"-4"-2381"0"0,-8 4-5251 0 0,23-6 2750 0 0,-1 0 0 0 0,53-8 0 0 0,-68 15-1304 0 0,0 1 0 0 0,0 0 0 0 0,0 1-1 0 0,1 1 1 0 0,-1 0 0 0 0,0 1 0 0 0,25 6 0 0 0,-34-7-247 0 0,0 1 0 0 0,0 0 0 0 0,0 0 0 0 0,-1 0 1 0 0,1 0-1 0 0,-1 1 0 0 0,0 0 0 0 0,1 0 1 0 0,-1 0-1 0 0,0 0 0 0 0,-1 1 0 0 0,1-1 0 0 0,-1 1 1 0 0,0 0-1 0 0,0 0 0 0 0,0 0 0 0 0,5 9 1 0 0,-6-6-24 0 0,0 0 1 0 0,0 0 0 0 0,0 0-1 0 0,0 0 1 0 0,-1 1 0 0 0,-1-1 0 0 0,1 0-1 0 0,-1 1 1 0 0,0-1 0 0 0,-1 0-1 0 0,-1 10 1 0 0,-2 2-9 0 0,-1-1 1 0 0,-1 1-1 0 0,0-1 0 0 0,-1 0 1 0 0,-1-1-1 0 0,-1 1 0 0 0,0-2 1 0 0,-19 26-1 0 0,21-33 87 0 0,-1 0-1 0 0,0-1 1 0 0,0 0 0 0 0,-1 0-1 0 0,-10 7 1 0 0,16-12-202 0 0,0-1 0 0 0,0-1 0 0 0,0 1 1 0 0,0 0-1 0 0,0-1 0 0 0,-1 1 0 0 0,1-1 0 0 0,-1 0 0 0 0,1 0 0 0 0,-1 0 0 0 0,1-1 0 0 0,-1 1 1 0 0,1-1-1 0 0,-1 0 0 0 0,1 0 0 0 0,-1 0 0 0 0,0 0 0 0 0,1-1 0 0 0,-1 1 0 0 0,-4-3 0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08.625"/>
    </inkml:context>
    <inkml:brush xml:id="br0">
      <inkml:brushProperty name="width" value="0.1" units="cm"/>
      <inkml:brushProperty name="height" value="0.1" units="cm"/>
      <inkml:brushProperty name="color" value="#008C3A"/>
    </inkml:brush>
  </inkml:definitions>
  <inkml:trace contextRef="#ctx0" brushRef="#br0">22 2 3225 0 0,'-1'0'116'0'0,"1"0"0"0"0,-1 0 0 0 0,0-1 1 0 0,1 1-1 0 0,-1 0 0 0 0,0 0 0 0 0,0 0 1 0 0,1 0-1 0 0,-1 0 0 0 0,0 0 0 0 0,0 0 1 0 0,1 0-1 0 0,-1 0 0 0 0,0 0 0 0 0,0 0 1 0 0,1 0-1 0 0,-1 0 0 0 0,0 1 0 0 0,0-1 1 0 0,1 0-1 0 0,-1 1 0 0 0,0-1 0 0 0,1 0 1 0 0,-1 1-1 0 0,1-1 0 0 0,-1 1 0 0 0,0-1 1 0 0,1 1-1 0 0,-1 0 0 0 0,5 22 5962 0 0,1-9-6188 0 0,30 95 4478 0 0,24 89-27 0 0,-53-170-4663 0 0,-1 0-1 0 0,-1 0 0 0 0,-2 1 0 0 0,0-1 0 0 0,-4 32 0 0 0,2-57-8 0 0,0-1-1 0 0,0 0 1 0 0,0 1 0 0 0,-1-1-1 0 0,1 0 1 0 0,-1 1 0 0 0,1-1-1 0 0,-1 0 1 0 0,0 0 0 0 0,0 0-1 0 0,0 0 1 0 0,0 0-1 0 0,0 0 1 0 0,-1 0 0 0 0,1 0-1 0 0,-4 3 1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08.814"/>
    </inkml:context>
    <inkml:brush xml:id="br0">
      <inkml:brushProperty name="width" value="0.1" units="cm"/>
      <inkml:brushProperty name="height" value="0.1" units="cm"/>
      <inkml:brushProperty name="color" value="#008C3A"/>
    </inkml:brush>
  </inkml:definitions>
  <inkml:trace contextRef="#ctx0" brushRef="#br0">0 41 7370 0 0,'14'-7'866'0'0,"1"1"1"0"0,-1 0-1 0 0,1 1 1 0 0,0 1 0 0 0,1 0-1 0 0,-1 1 1 0 0,1 1 0 0 0,-1 0-1 0 0,1 1 1 0 0,0 1 0 0 0,16 1-1 0 0,-30-1-753 0 0,-1 0 0 0 0,0 1 1 0 0,1-1-1 0 0,-1 1 0 0 0,0-1 0 0 0,1 1 0 0 0,-1-1 1 0 0,0 1-1 0 0,0-1 0 0 0,1 1 0 0 0,-1 0 0 0 0,0 0 0 0 0,0 0 1 0 0,0 0-1 0 0,0 0 0 0 0,0 0 0 0 0,0 0 0 0 0,0 0 1 0 0,0 0-1 0 0,-1 0 0 0 0,1 0 0 0 0,0 1 0 0 0,-1-1 0 0 0,2 3 1 0 0,-2-1 6 0 0,1 0-1 0 0,-1 0 1 0 0,0 0 0 0 0,0 0 0 0 0,0 1 0 0 0,0-1 0 0 0,0 0 0 0 0,-1 0-1 0 0,0 0 1 0 0,-1 6 0 0 0,-4 5 48 0 0,0 0 0 0 0,-1-1 0 0 0,-12 21 0 0 0,11-23-151 0 0,0 1 0 0 0,-1-1 0 0 0,0-1 0 0 0,0 1 0 0 0,-1-2 1 0 0,-15 12-1 0 0,-17 6-3233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09.242"/>
    </inkml:context>
    <inkml:brush xml:id="br0">
      <inkml:brushProperty name="width" value="0.1" units="cm"/>
      <inkml:brushProperty name="height" value="0.1" units="cm"/>
      <inkml:brushProperty name="color" value="#008C3A"/>
    </inkml:brush>
  </inkml:definitions>
  <inkml:trace contextRef="#ctx0" brushRef="#br0">216 0 2304 0 0,'-44'43'8652'0'0,"-47"50"-4134"0"0,78-79-4175 0 0,1 1-1 0 0,1 0 1 0 0,1 1-1 0 0,-15 29 0 0 0,24-43-335 0 0,-1 0 0 0 0,1 1 0 0 0,0 0 0 0 0,0-1 0 0 0,0 1 0 0 0,0-1 0 0 0,1 1 0 0 0,-1 0 0 0 0,1 0 0 0 0,0-1 0 0 0,-1 1 0 0 0,1 0 0 0 0,0 0-1 0 0,1 0 1 0 0,-1-1 0 0 0,0 1 0 0 0,1 0 0 0 0,0 0 0 0 0,-1-1 0 0 0,1 1 0 0 0,0-1 0 0 0,0 1 0 0 0,1-1 0 0 0,-1 1 0 0 0,0-1 0 0 0,1 1 0 0 0,0-1 0 0 0,-1 0 0 0 0,1 0-1 0 0,0 0 1 0 0,0 0 0 0 0,0 0 0 0 0,1 0 0 0 0,-1-1 0 0 0,0 1 0 0 0,5 1 0 0 0,7 4 21 0 0,1-1 0 0 0,1 0 0 0 0,-1-1 0 0 0,1-1 0 0 0,20 3-1 0 0,0 1-9 0 0,-32-8 50 0 0,-1 1 1 0 0,0 0 0 0 0,0 0-1 0 0,0 0 1 0 0,0 1-1 0 0,0-1 1 0 0,0 1 0 0 0,0-1-1 0 0,-1 1 1 0 0,1 0 0 0 0,0 0-1 0 0,-1 0 1 0 0,0 0-1 0 0,1 1 1 0 0,-1-1 0 0 0,0 1-1 0 0,0-1 1 0 0,0 1 0 0 0,-1 0-1 0 0,3 4 1 0 0,-3-4 15 0 0,-1 1-1 0 0,1-1 1 0 0,-1 0 0 0 0,1 1 0 0 0,-1-1 0 0 0,0 0 0 0 0,-1 0 0 0 0,1 1-1 0 0,0-1 1 0 0,-1 0 0 0 0,0 1 0 0 0,0-1 0 0 0,0 0 0 0 0,0 0 0 0 0,0 0-1 0 0,-1 0 1 0 0,1 0 0 0 0,-1 0 0 0 0,-3 4 0 0 0,-5 7 212 0 0,-1 0 1 0 0,0-2 0 0 0,0 1-1 0 0,-1-1 1 0 0,-20 15 0 0 0,-13 1-6447 0 0,20-16-880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18.711"/>
    </inkml:context>
    <inkml:brush xml:id="br0">
      <inkml:brushProperty name="width" value="0.1" units="cm"/>
      <inkml:brushProperty name="height" value="0.1" units="cm"/>
      <inkml:brushProperty name="color" value="#008C3A"/>
    </inkml:brush>
  </inkml:definitions>
  <inkml:trace contextRef="#ctx0" brushRef="#br0">1 1 12443 0 0,'0'0'957'0'0,"22"8"500"0"0,-18-4-1303 0 0,-1 0 0 0 0,1-1 0 0 0,-1 1 0 0 0,1 1 0 0 0,-1-1 0 0 0,-1 0 0 0 0,1 1 1 0 0,-1-1-1 0 0,1 1 0 0 0,2 9 0 0 0,13 54 1058 0 0,-15-56-1013 0 0,20 115 749 0 0,8 144 0 0 0,-14-101-1631 0 0,-15-154-1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18.915"/>
    </inkml:context>
    <inkml:brush xml:id="br0">
      <inkml:brushProperty name="width" value="0.1" units="cm"/>
      <inkml:brushProperty name="height" value="0.1" units="cm"/>
      <inkml:brushProperty name="color" value="#008C3A"/>
    </inkml:brush>
  </inkml:definitions>
  <inkml:trace contextRef="#ctx0" brushRef="#br0">0 82 8290 0 0,'2'-6'368'0'0,"0"0"80"0"0,2 2-360 0 0,-1 0-88 0 0,1 1 0 0 0,0 2 0 0 0,2-2 64 0 0,3-2-64 0 0,6-4 96 0 0,5 0-32 0 0,3-2-408 0 0,0 1-80 0 0,-3 5-24 0 0,1 1 0 0 0,-1 2 448 0 0,0 5 0 0 0,-1 4 0 0 0,-4 3 0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19.137"/>
    </inkml:context>
    <inkml:brush xml:id="br0">
      <inkml:brushProperty name="width" value="0.1" units="cm"/>
      <inkml:brushProperty name="height" value="0.1" units="cm"/>
      <inkml:brushProperty name="color" value="#008C3A"/>
    </inkml:brush>
  </inkml:definitions>
  <inkml:trace contextRef="#ctx0" brushRef="#br0">0 171 14283 0 0,'9'-7'172'0'0,"-1"0"-1"0"0,-1-1 1 0 0,13-14-1 0 0,10-11-785 0 0,-15 19 153 0 0,-1 1 0 0 0,1 1 0 0 0,1 0 0 0 0,17-10 0 0 0,-27 19 114 0 0,0 0 0 0 0,1 0 0 0 0,-1 1 0 0 0,0 0 0 0 0,1 0 0 0 0,0 0 0 0 0,-1 1 0 0 0,1 0 0 0 0,0 0 0 0 0,0 1 0 0 0,-1 0 0 0 0,1 0 0 0 0,0 1 0 0 0,0-1-1 0 0,8 3 1 0 0,-8-1 317 0 0,-5-1 24 0 0,1 0 0 0 0,-1 0 1 0 0,1-1-1 0 0,-1 1 0 0 0,1-1 0 0 0,-1 0 1 0 0,1 0-1 0 0,0 0 0 0 0,-1 0 1 0 0,1 0-1 0 0,-1 0 0 0 0,1-1 0 0 0,3 0 1 0 0,2-4-69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19.326"/>
    </inkml:context>
    <inkml:brush xml:id="br0">
      <inkml:brushProperty name="width" value="0.1" units="cm"/>
      <inkml:brushProperty name="height" value="0.1" units="cm"/>
      <inkml:brushProperty name="color" value="#008C3A"/>
    </inkml:brush>
  </inkml:definitions>
  <inkml:trace contextRef="#ctx0" brushRef="#br0">4 0 25349 0 0,'-1'1'-227'0'0,"1"1"0"0"0,-1-1 0 0 0,1 0 0 0 0,-1 0 0 0 0,1 1 0 0 0,0-1 0 0 0,0 0 0 0 0,0 0 0 0 0,0 1 0 0 0,0-1 0 0 0,0 0 0 0 0,0 1 0 0 0,0-1 0 0 0,0 0 0 0 0,0 0 0 0 0,1 1 0 0 0,-1-1-1 0 0,1 1 1 0 0,12 31-4137 0 0,-3-9 3883 0 0,-3 7-652 0 0,-2-1 0 0 0,-1 1-1 0 0,-1 39 1 0 0,1 0-3576 0 0,-3-56 2202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19.500"/>
    </inkml:context>
    <inkml:brush xml:id="br0">
      <inkml:brushProperty name="width" value="0.1" units="cm"/>
      <inkml:brushProperty name="height" value="0.1" units="cm"/>
      <inkml:brushProperty name="color" value="#008C3A"/>
    </inkml:brush>
  </inkml:definitions>
  <inkml:trace contextRef="#ctx0" brushRef="#br0">19 4 10594 0 0,'-11'0'472'0'0,"6"0"96"0"0,2-1-455 0 0,6 1-113 0 0,-2-2 0 0 0,2 1 0 0 0,0 1 0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19.849"/>
    </inkml:context>
    <inkml:brush xml:id="br0">
      <inkml:brushProperty name="width" value="0.1" units="cm"/>
      <inkml:brushProperty name="height" value="0.1" units="cm"/>
      <inkml:brushProperty name="color" value="#008C3A"/>
    </inkml:brush>
  </inkml:definitions>
  <inkml:trace contextRef="#ctx0" brushRef="#br0">0 32 3225 0 0,'1'-3'271'0'0,"-1"1"0"0"0,1 0-1 0 0,0 0 1 0 0,0 0 0 0 0,0 0 0 0 0,0 0 0 0 0,0 0 0 0 0,0 0 0 0 0,0 0 0 0 0,1 0 0 0 0,1-2 0 0 0,-3 4-198 0 0,1-1 1 0 0,-1 1-1 0 0,1-1 0 0 0,-1 1 1 0 0,1 0-1 0 0,0-1 0 0 0,-1 1 1 0 0,1 0-1 0 0,-1-1 0 0 0,1 1 1 0 0,0 0-1 0 0,-1 0 0 0 0,1-1 1 0 0,0 1-1 0 0,-1 0 1 0 0,1 0-1 0 0,0 0 0 0 0,-1 0 1 0 0,1 0-1 0 0,0 0 0 0 0,-1 0 1 0 0,1 0-1 0 0,0 0 0 0 0,-1 1 1 0 0,1-1-1 0 0,0 0 0 0 0,-1 0 1 0 0,1 0-1 0 0,0 1 0 0 0,-1-1 1 0 0,1 0-1 0 0,-1 1 1 0 0,1-1-1 0 0,-1 1 0 0 0,1-1 1 0 0,-1 0-1 0 0,1 1 0 0 0,-1-1 1 0 0,1 1-1 0 0,-1 0 0 0 0,1-1 1 0 0,-1 1-1 0 0,1 0 0 0 0,3 8 402 0 0,-1-1-1 0 0,1 1 0 0 0,-1-1 0 0 0,-1 1 1 0 0,0 0-1 0 0,0 0 0 0 0,-1 0 1 0 0,1 17-1 0 0,1 2 125 0 0,-3-27-588 0 0,30 165 2022 0 0,-25-141-1968 0 0,2-1 0 0 0,1 0 0 0 0,1 0 0 0 0,19 36 0 0 0,-23-52-47 0 0,0-1 0 0 0,0 0 0 0 0,1 0 0 0 0,-1 0 0 0 0,1-1 0 0 0,1 0 0 0 0,-1 0 0 0 0,1-1 0 0 0,0 1 0 0 0,11 5 0 0 0,-15-10 58 0 0,-1 1 1 0 0,1-1-1 0 0,0 0 0 0 0,-1 0 0 0 0,1 0 0 0 0,0 0 0 0 0,0-1 0 0 0,0 1 0 0 0,-1-1 1 0 0,1 1-1 0 0,0-1 0 0 0,0 0 0 0 0,0 0 0 0 0,0-1 0 0 0,0 1 0 0 0,0 0 0 0 0,0-1 1 0 0,-1 0-1 0 0,1 0 0 0 0,0 0 0 0 0,0 0 0 0 0,-1 0 0 0 0,1 0 0 0 0,-1-1 1 0 0,1 1-1 0 0,-1-1 0 0 0,1 0 0 0 0,-1 0 0 0 0,0 0 0 0 0,0 0 0 0 0,0 0 0 0 0,0 0 1 0 0,0 0-1 0 0,2-4 0 0 0,1-4 72 0 0,1 1 1 0 0,-2-1-1 0 0,1 0 0 0 0,-2 0 1 0 0,1 0-1 0 0,-1-1 0 0 0,-1 1 1 0 0,0-1-1 0 0,1-18 0 0 0,-2 14-101 0 0,0 1 0 0 0,-1-1 0 0 0,-1 0 0 0 0,-1 0 0 0 0,0 0 0 0 0,-6-21 0 0 0,7 35-82 0 0,1 0-1 0 0,0 1 1 0 0,0-1-1 0 0,0 0 1 0 0,-1 1-1 0 0,1-1 1 0 0,0 0-1 0 0,-1 1 0 0 0,1-1 1 0 0,-1 0-1 0 0,1 1 1 0 0,-1-1-1 0 0,1 1 1 0 0,-1-1-1 0 0,1 1 1 0 0,-1-1-1 0 0,1 1 1 0 0,-1-1-1 0 0,0 1 1 0 0,1 0-1 0 0,-1-1 1 0 0,0 1-1 0 0,1 0 0 0 0,-1-1 1 0 0,0 1-1 0 0,0 0 1 0 0,1 0-1 0 0,-1 0 1 0 0,0 0-1 0 0,0 0 1 0 0,1-1-1 0 0,-1 2 1 0 0,0-1-1 0 0,-1 0 1 0 0,1 0-364 0 0,0 0 0 0 0,0 1 0 0 0,0-1 0 0 0,0 1 0 0 0,0-1 0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20.184"/>
    </inkml:context>
    <inkml:brush xml:id="br0">
      <inkml:brushProperty name="width" value="0.1" units="cm"/>
      <inkml:brushProperty name="height" value="0.1" units="cm"/>
      <inkml:brushProperty name="color" value="#008C3A"/>
    </inkml:brush>
  </inkml:definitions>
  <inkml:trace contextRef="#ctx0" brushRef="#br0">0 437 17972 0 0,'4'-1'194'0'0,"0"-1"1"0"0,0 0 0 0 0,0 0-1 0 0,0 0 1 0 0,0 0 0 0 0,-1-1-1 0 0,1 1 1 0 0,-1-1 0 0 0,0 0-1 0 0,6-6 1 0 0,28-39-552 0 0,-26 33 536 0 0,0-1-183 0 0,58-81-278 0 0,-60 83 43 0 0,-1-1-1 0 0,0 0 0 0 0,-1-1 0 0 0,9-31 1 0 0,-15 42 100 0 0,0-1 0 0 0,-1 1 1 0 0,0 0-1 0 0,0 0 1 0 0,0 0-1 0 0,0 0 0 0 0,-1-1 1 0 0,0 1-1 0 0,0 0 0 0 0,-1 0 1 0 0,1 0-1 0 0,-1 1 1 0 0,-2-7-1 0 0,2 8 111 0 0,1 1 0 0 0,-1-1 0 0 0,1 0 0 0 0,-1 0-1 0 0,0 1 1 0 0,0-1 0 0 0,0 1 0 0 0,0-1 0 0 0,0 1 0 0 0,-1 0 0 0 0,1 0 0 0 0,-1 0 0 0 0,1 0-1 0 0,-1 0 1 0 0,0 1 0 0 0,0-1 0 0 0,0 1 0 0 0,0 0 0 0 0,0 0 0 0 0,0 0 0 0 0,0 0 0 0 0,-4 0-1 0 0,3 1-6 0 0,0 1 0 0 0,0-1 0 0 0,1 1 0 0 0,-1 0 0 0 0,0 0 0 0 0,0 0-1 0 0,1 1 1 0 0,-1-1 0 0 0,1 1 0 0 0,-1 0 0 0 0,1 0 0 0 0,0 0-1 0 0,0 1 1 0 0,0-1 0 0 0,0 1 0 0 0,0-1 0 0 0,0 1 0 0 0,1 0 0 0 0,-4 4-1 0 0,-1 2 177 0 0,1 1-1 0 0,0-1 1 0 0,0 1-1 0 0,1 0 1 0 0,-6 15-1 0 0,9-20-110 0 0,0 0 0 0 0,1 0 0 0 0,0 0 0 0 0,0 1 0 0 0,1-1 0 0 0,-1 0 0 0 0,1 0 0 0 0,0 0 0 0 0,0 0 0 0 0,1 1 0 0 0,0-1 0 0 0,0 0 0 0 0,0 0 0 0 0,0 0 0 0 0,1 0 0 0 0,0 0 0 0 0,0-1 0 0 0,0 1 0 0 0,1 0 0 0 0,-1-1 0 0 0,1 0 0 0 0,0 1 0 0 0,0-1 0 0 0,1 0 0 0 0,-1-1 0 0 0,1 1 0 0 0,5 4 0 0 0,2 0-137 0 0,0 0 1 0 0,1 0 0 0 0,0-1-1 0 0,0-1 1 0 0,0 0 0 0 0,1-1-1 0 0,0 0 1 0 0,0-1 0 0 0,18 4-1 0 0,-7-5-557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20.422"/>
    </inkml:context>
    <inkml:brush xml:id="br0">
      <inkml:brushProperty name="width" value="0.1" units="cm"/>
      <inkml:brushProperty name="height" value="0.1" units="cm"/>
      <inkml:brushProperty name="color" value="#008C3A"/>
    </inkml:brush>
  </inkml:definitions>
  <inkml:trace contextRef="#ctx0" brushRef="#br0">5 48 14283 0 0,'-1'1'66'0'0,"1"-1"0"0"0,-1 1 1 0 0,1 0-1 0 0,0 0 0 0 0,-1-1 0 0 0,1 1 1 0 0,0 0-1 0 0,-1 0 0 0 0,1 0 0 0 0,0-1 0 0 0,0 1 1 0 0,0 0-1 0 0,0 0 0 0 0,0 0 0 0 0,0 0 0 0 0,0-1 1 0 0,0 1-1 0 0,0 0 0 0 0,0 0 0 0 0,0 0 1 0 0,0 0-1 0 0,1-1 0 0 0,-1 3 0 0 0,18 5-271 0 0,-6-3 213 0 0,-3-2-432 0 0,0 1 0 0 0,1 1 1 0 0,-1 0-1 0 0,-1 0 0 0 0,1 1 0 0 0,-1 0 0 0 0,0 1 0 0 0,0-1 0 0 0,-1 2 0 0 0,0-1 0 0 0,0 1 0 0 0,-1 0 0 0 0,0 0 0 0 0,10 18 0 0 0,-11-15 732 0 0,0 0 1 0 0,-1 0-1 0 0,0 1 0 0 0,-3 5 5233 0 0,-16-47-2998 0 0,11 14-1605 0 0,0-1 0 0 0,-3-34 0 0 0,6 31-1296 0 0,1 0 0 0 0,3-26 1 0 0,5-10-6862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21.807"/>
    </inkml:context>
    <inkml:brush xml:id="br0">
      <inkml:brushProperty name="width" value="0.1" units="cm"/>
      <inkml:brushProperty name="height" value="0.1" units="cm"/>
      <inkml:brushProperty name="color" value="#008C3A"/>
    </inkml:brush>
  </inkml:definitions>
  <inkml:trace contextRef="#ctx0" brushRef="#br0">6 77 8754 0 0,'-2'-4'461'0'0,"1"1"-1"0"0,0-1 1 0 0,1 1 0 0 0,-1-1 0 0 0,0 0 0 0 0,1 1 0 0 0,0-1-1 0 0,0-5 1 0 0,0 6-154 0 0,0 1 0 0 0,0-1 0 0 0,0 1 1 0 0,1-1-1 0 0,-1 1 0 0 0,1 0 0 0 0,-1-1 0 0 0,1 1 0 0 0,0 0 0 0 0,0-1 0 0 0,0 1 0 0 0,0 0 1 0 0,0 0-1 0 0,2-3 0 0 0,-2 5-210 0 0,-1 0-1 0 0,1 0 1 0 0,-1 0 0 0 0,1 0 0 0 0,-1 0 0 0 0,1 0 0 0 0,-1 0 0 0 0,1 0 0 0 0,0 0-1 0 0,-1 0 1 0 0,1 1 0 0 0,-1-1 0 0 0,1 0 0 0 0,-1 0 0 0 0,1 0 0 0 0,-1 1-1 0 0,1-1 1 0 0,-1 0 0 0 0,0 1 0 0 0,1-1 0 0 0,-1 0 0 0 0,1 1 0 0 0,-1-1-1 0 0,0 1 1 0 0,1-1 0 0 0,-1 1 0 0 0,0-1 0 0 0,0 1 0 0 0,1-1 0 0 0,-1 1 0 0 0,11 18 824 0 0,-10-18-756 0 0,17 36 47 0 0,-3 1 1 0 0,-1 1-1 0 0,-1 0 1 0 0,9 55-1 0 0,-9-41-114 0 0,21 97 83 0 0,47 165 526 0 0,-74-298 71 0 0,-2-10-2256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23.157"/>
    </inkml:context>
    <inkml:brush xml:id="br0">
      <inkml:brushProperty name="width" value="0.1" units="cm"/>
      <inkml:brushProperty name="height" value="0.1" units="cm"/>
      <inkml:brushProperty name="color" value="#008C3A"/>
    </inkml:brush>
  </inkml:definitions>
  <inkml:trace contextRef="#ctx0" brushRef="#br0">127 89 11058 0 0,'-1'-4'321'0'0,"0"0"-1"0"0,1 0 0 0 0,0-1 0 0 0,0 1 0 0 0,0 0 1 0 0,0 0-1 0 0,1 0 0 0 0,0 0 0 0 0,1-6 1 0 0,2-28 1109 0 0,-4 38-1418 0 0,0 0 1 0 0,0 0-1 0 0,0-1 0 0 0,0 1 0 0 0,0 0 0 0 0,0 0 0 0 0,0 0 0 0 0,0 0 0 0 0,0 0 0 0 0,0 0 1 0 0,0 0-1 0 0,0 0 0 0 0,0 0 0 0 0,0-1 0 0 0,0 1 0 0 0,0 0 0 0 0,0 0 0 0 0,0 0 0 0 0,0 0 1 0 0,0 0-1 0 0,0 0 0 0 0,0 0 0 0 0,0 0 0 0 0,0 0 0 0 0,0 0 0 0 0,0-1 0 0 0,0 1 0 0 0,0 0 1 0 0,-1 0-1 0 0,1 0 0 0 0,0 0 0 0 0,0 0 0 0 0,0 0 0 0 0,0 0 0 0 0,0 0 0 0 0,0 0 0 0 0,0 0 1 0 0,0 0-1 0 0,0 0 0 0 0,-1 0 0 0 0,1 0 0 0 0,0 0 0 0 0,0 0 0 0 0,0 0 0 0 0,0 0 1 0 0,0 0-1 0 0,0 0 0 0 0,0 0 0 0 0,0 0 0 0 0,0 0 0 0 0,-1 0 0 0 0,1 0 0 0 0,0 0 0 0 0,0 0 1 0 0,0 0-1 0 0,0 0 0 0 0,0 0 0 0 0,0 0 0 0 0,0 0 0 0 0,0 0 0 0 0,0 1 0 0 0,0-1 0 0 0,-1 0 1 0 0,-6 9 348 0 0,-6 13 13 0 0,-9 30-180 0 0,3 0-1 0 0,2 1 0 0 0,3 1 1 0 0,2 1-1 0 0,2 0 1 0 0,3 0-1 0 0,-1 94 0 0 0,9-121-97 0 0,2-1-1 0 0,1 1 0 0 0,0 0 0 0 0,11 30 1 0 0,-12-49-68 0 0,0 1 0 0 0,0-1-1 0 0,1 1 1 0 0,0-1 0 0 0,1-1 0 0 0,0 1 0 0 0,0-1 0 0 0,1 1 0 0 0,0-1 0 0 0,1-1 0 0 0,0 1 0 0 0,0-1-1 0 0,0-1 1 0 0,17 12 0 0 0,-22-16-23 0 0,1 0-1 0 0,0-1 0 0 0,0 0 1 0 0,-1 1-1 0 0,1-1 0 0 0,0 0 1 0 0,0 0-1 0 0,0-1 1 0 0,0 1-1 0 0,0-1 0 0 0,0 1 1 0 0,1-1-1 0 0,-1 0 0 0 0,0 0 1 0 0,0 0-1 0 0,0-1 1 0 0,0 1-1 0 0,0-1 0 0 0,6-1 1 0 0,-6 0 8 0 0,0 0-1 0 0,0 0 1 0 0,0 0 0 0 0,0 0 0 0 0,0-1 0 0 0,0 1 0 0 0,-1-1-1 0 0,1 0 1 0 0,-1 0 0 0 0,0 0 0 0 0,1 0 0 0 0,-1 0 0 0 0,-1 0-1 0 0,3-5 1 0 0,0-3 15 0 0,0 0 0 0 0,0 0 0 0 0,-1-1 0 0 0,-1 0 0 0 0,0 1 0 0 0,0-1 0 0 0,-1 0 0 0 0,-1 0 0 0 0,-1-15 0 0 0,1 18-155 0 0,-2-1 0 0 0,1 1 0 0 0,-1 0 0 0 0,-1 0 0 0 0,0 0 0 0 0,0 0-1 0 0,0 0 1 0 0,-1 0 0 0 0,-1 1 0 0 0,-5-9 0 0 0,5 11 3 0 0,0 0-1 0 0,-1 0 1 0 0,1 1-1 0 0,-1-1 1 0 0,0 1-1 0 0,0 1 1 0 0,-1-1-1 0 0,0 1 1 0 0,1 0-1 0 0,-1 1 1 0 0,-1 0-1 0 0,-11-4 1 0 0,17 6 64 0 0,1 1 1 0 0,-1-1-1 0 0,1 1 0 0 0,-1-1 1 0 0,1 0-1 0 0,-1 0 1 0 0,1 0-1 0 0,-1 0 1 0 0,1 0-1 0 0,0 0 0 0 0,-2-2 1 0 0,2 3 58 0 0,1 0 0 0 0,0-1 0 0 0,0 1 1 0 0,-1-1-1 0 0,1 1 0 0 0,0-1 0 0 0,0 1 0 0 0,0 0 0 0 0,0-1 1 0 0,0 1-1 0 0,0-1 0 0 0,0 1 0 0 0,0-1 0 0 0,0 1 0 0 0,0-1 1 0 0,0 1-1 0 0,0-1 0 0 0,0 1 0 0 0,0-1 0 0 0,0 1 1 0 0,0-1-1 0 0,0 1 0 0 0,1 0 0 0 0,-1-1 0 0 0,0 1 0 0 0,1-1 1 0 0,2-3 46 0 0,0 1 0 0 0,0 0 0 0 0,0 0 0 0 0,1 0 0 0 0,-1 0 0 0 0,1 0 0 0 0,5-2 1 0 0,9-6 150 0 0,2 0 1 0 0,-1 1 0 0 0,2 1 0 0 0,-1 1 0 0 0,1 1 0 0 0,0 1 0 0 0,0 0 0 0 0,1 2 0 0 0,0 1-1 0 0,0 0 1 0 0,0 2 0 0 0,37 1 0 0 0,-55 0-126 0 0,-1 1-1 0 0,0-1 1 0 0,1 1 0 0 0,-1 0-1 0 0,0-1 1 0 0,0 1-1 0 0,0 1 1 0 0,0-1 0 0 0,0 0-1 0 0,0 1 1 0 0,0 0-1 0 0,0 0 1 0 0,-1-1 0 0 0,1 2-1 0 0,-1-1 1 0 0,1 0-1 0 0,-1 0 1 0 0,0 1 0 0 0,0-1-1 0 0,0 1 1 0 0,0 0-1 0 0,0 0 1 0 0,0-1 0 0 0,1 5-1 0 0,-1 1 110 0 0,0 1 0 0 0,0-1 0 0 0,-1 1 0 0 0,0-1 0 0 0,0 1 0 0 0,-1-1 0 0 0,0 1 0 0 0,-2 10 1 0 0,-3 40-71 0 0,2 0 1 0 0,9 106-1 0 0,5-125-2981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23.749"/>
    </inkml:context>
    <inkml:brush xml:id="br0">
      <inkml:brushProperty name="width" value="0.1" units="cm"/>
      <inkml:brushProperty name="height" value="0.1" units="cm"/>
      <inkml:brushProperty name="color" value="#008C3A"/>
    </inkml:brush>
  </inkml:definitions>
  <inkml:trace contextRef="#ctx0" brushRef="#br0">0 35 12443 0 0,'41'-34'10190'0'0,"-39"38"-9975"0"0,15 53 25 0 0,-2 1-1 0 0,-3 1 1 0 0,7 84 0 0 0,-10-74-162 0 0,27 188-10 0 0,-33-245-299 0 0,0 1 1 0 0,1-1-1 0 0,7 17 0 0 0,10 12-5069 0 0,-16-33 3733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24.096"/>
    </inkml:context>
    <inkml:brush xml:id="br0">
      <inkml:brushProperty name="width" value="0.1" units="cm"/>
      <inkml:brushProperty name="height" value="0.1" units="cm"/>
      <inkml:brushProperty name="color" value="#008C3A"/>
    </inkml:brush>
  </inkml:definitions>
  <inkml:trace contextRef="#ctx0" brushRef="#br0">4 54 4145 0 0,'-4'-6'4361'0'0,"5"6"-4278"0"0,10-7 2182 0 0,19-2-322 0 0,59-5-526 0 0,-50 7 353 0 0,52-3-1 0 0,-80 10-1569 0 0,0 0 1 0 0,0 0-1 0 0,0 1 0 0 0,0 1 1 0 0,0-1-1 0 0,0 2 0 0 0,-1 0 1 0 0,1 0-1 0 0,14 7 0 0 0,-22-9-221 0 0,1 1-1 0 0,-1 0 0 0 0,1 0 1 0 0,-1 0-1 0 0,0 1 0 0 0,1-1 1 0 0,-1 1-1 0 0,-1 0 0 0 0,1-1 1 0 0,0 1-1 0 0,-1 0 0 0 0,1 1 1 0 0,-1-1-1 0 0,0 0 0 0 0,0 1 1 0 0,0-1-1 0 0,-1 1 0 0 0,1 0 1 0 0,-1 0-1 0 0,0-1 0 0 0,0 1 1 0 0,0 0-1 0 0,0 0 0 0 0,-1 0 1 0 0,1 0-1 0 0,-2 5 0 0 0,0 0-25 0 0,0-1 0 0 0,-1 1 0 0 0,0-1 0 0 0,0 0 0 0 0,-1 1 0 0 0,-1-2 0 0 0,1 1 0 0 0,-1 0 0 0 0,0-1 0 0 0,-1 1 0 0 0,-6 8 0 0 0,-6 5 388 0 0,-28 29 1 0 0,39-43-206 0 0,-1-1 0 0 0,1-1 0 0 0,-1 0 0 0 0,0 1 0 0 0,-1-2 0 0 0,1 1 0 0 0,-1-1 0 0 0,-15 5 0 0 0,15-7-502 0 0,0-2-218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24.508"/>
    </inkml:context>
    <inkml:brush xml:id="br0">
      <inkml:brushProperty name="width" value="0.1" units="cm"/>
      <inkml:brushProperty name="height" value="0.1" units="cm"/>
      <inkml:brushProperty name="color" value="#008C3A"/>
    </inkml:brush>
  </inkml:definitions>
  <inkml:trace contextRef="#ctx0" brushRef="#br0">5 33 10138 0 0,'0'0'98'0'0,"-1"-1"1"0"0,1 0-1 0 0,-1 1 0 0 0,1-1 0 0 0,-1 0 1 0 0,1 1-1 0 0,0-1 0 0 0,0 0 1 0 0,-1 1-1 0 0,1-1 0 0 0,0 0 0 0 0,0 0 1 0 0,0 0-1 0 0,0 1 0 0 0,0-1 0 0 0,0 0 1 0 0,0 0-1 0 0,0 1 0 0 0,0-1 0 0 0,0 0 1 0 0,0 0-1 0 0,0 0 0 0 0,1 1 1 0 0,-1-1-1 0 0,0 0 0 0 0,0 1 0 0 0,1-1 1 0 0,-1 0-1 0 0,1 1 0 0 0,-1-1 0 0 0,0 0 1 0 0,1 1-1 0 0,0-1 0 0 0,-1 0 0 0 0,1 1 1 0 0,0-1-1 0 0,0 0-17 0 0,-1 1 0 0 0,0-1 0 0 0,0 1 0 0 0,1 0-1 0 0,-1-1 1 0 0,0 1 0 0 0,1 0 0 0 0,-1-1 0 0 0,1 1 0 0 0,-1 0 0 0 0,0-1 0 0 0,1 1 0 0 0,-1 0-1 0 0,1 0 1 0 0,-1-1 0 0 0,1 1 0 0 0,-1 0 0 0 0,0 0 0 0 0,1 0 0 0 0,-1 0 0 0 0,1 0-1 0 0,-1 0 1 0 0,1 0 0 0 0,-1 0 0 0 0,1 0 0 0 0,-1 0 0 0 0,1 0 0 0 0,-1 0 0 0 0,1 0 0 0 0,-1 0-1 0 0,1 0 1 0 0,-1 0 0 0 0,1 0 0 0 0,-1 1 0 0 0,1-1 0 0 0,-1 0 0 0 0,0 0 0 0 0,1 1 0 0 0,-1-1-1 0 0,1 0 1 0 0,-1 1 0 0 0,0-1 0 0 0,1 0 0 0 0,-1 1 0 0 0,0-1 0 0 0,1 0 0 0 0,-1 1-1 0 0,0-1 1 0 0,0 1 0 0 0,1-1 0 0 0,-1 1 0 0 0,0-1 0 0 0,0 1 0 0 0,0-1 0 0 0,0 1 0 0 0,1-1-1 0 0,-1 1 1 0 0,0-1 0 0 0,0 0 0 0 0,0 2 0 0 0,24 134 3821 0 0,10 186-2766 0 0,-33-274-1141 0 0,-2-35-223 0 0,0 0 0 0 0,2 0-1 0 0,-1 0 1 0 0,2 0 0 0 0,0 0 0 0 0,0-1 0 0 0,8 23-1 0 0,-6-28-1739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24.796"/>
    </inkml:context>
    <inkml:brush xml:id="br0">
      <inkml:brushProperty name="width" value="0.1" units="cm"/>
      <inkml:brushProperty name="height" value="0.1" units="cm"/>
      <inkml:brushProperty name="color" value="#008C3A"/>
    </inkml:brush>
  </inkml:definitions>
  <inkml:trace contextRef="#ctx0" brushRef="#br0">10 25 10594 0 0,'-1'0'20'0'0,"1"0"0"0"0,0 0 0 0 0,0 0-1 0 0,0 0 1 0 0,-1 1 0 0 0,1-1 0 0 0,0 0-1 0 0,0 0 1 0 0,-1 0 0 0 0,1 0 0 0 0,0 0-1 0 0,0 0 1 0 0,-1 0 0 0 0,1 0 0 0 0,0 0-1 0 0,0 0 1 0 0,-1 0 0 0 0,1 0 0 0 0,0 0-1 0 0,0 0 1 0 0,-1 0 0 0 0,1 0 0 0 0,0 0-1 0 0,0-1 1 0 0,-1 1 0 0 0,1 0-1 0 0,0 0 1 0 0,0 0 0 0 0,-1 0 0 0 0,1 0-1 0 0,0-1 1 0 0,0 1 0 0 0,0 0 0 0 0,0 0-1 0 0,-1 0 1 0 0,1-1 0 0 0,0 1 0 0 0,0 0-1 0 0,0 0 1 0 0,0 0 0 0 0,0-1 0 0 0,0 1-1 0 0,-1 0 1 0 0,1-1 0 0 0,12-7-1052 0 0,26-5-462 0 0,-31 13 1743 0 0,1 0 1 0 0,0 0 0 0 0,0 1-1 0 0,-1 0 1 0 0,1 0 0 0 0,0 1-1 0 0,-1 0 1 0 0,1 0-1 0 0,-1 1 1 0 0,14 7 0 0 0,-10-5 335 0 0,0 2 1 0 0,0-1 0 0 0,0 2-1 0 0,-1-1 1 0 0,18 19 0 0 0,-26-25-608 0 0,-1 0 1 0 0,0 0-1 0 0,0 1 1 0 0,0-1-1 0 0,0 0 0 0 0,0 1 1 0 0,0-1-1 0 0,0 1 1 0 0,0 0-1 0 0,-1-1 1 0 0,1 1-1 0 0,-1 0 1 0 0,1-1-1 0 0,-1 1 1 0 0,0 0-1 0 0,1-1 1 0 0,-1 1-1 0 0,0 0 1 0 0,0 0-1 0 0,0-1 1 0 0,0 1-1 0 0,-1 0 1 0 0,1 0-1 0 0,-1 1 1 0 0,0 1-38 0 0,-1-1 1 0 0,1 0 0 0 0,-1 0 0 0 0,0-1-1 0 0,0 1 1 0 0,0 0 0 0 0,-1 0 0 0 0,1-1-1 0 0,-1 0 1 0 0,1 1 0 0 0,-6 2-1 0 0,-2 2 205 0 0,-1-1-1 0 0,0 0 0 0 0,0-1 0 0 0,0 0 0 0 0,-1 0 0 0 0,-13 2 0 0 0,-31-1 292 0 0,43-6-1250 0 0,-2 1-4388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5:25.348"/>
    </inkml:context>
    <inkml:brush xml:id="br0">
      <inkml:brushProperty name="width" value="0.1" units="cm"/>
      <inkml:brushProperty name="height" value="0.1" units="cm"/>
      <inkml:brushProperty name="color" value="#008C3A"/>
    </inkml:brush>
  </inkml:definitions>
  <inkml:trace contextRef="#ctx0" brushRef="#br0">144 19 7370 0 0,'16'-18'9712'0'0,"-23"26"-8738"0"0,-14 15-553 0 0,0 2 0 0 0,1 0 1 0 0,2 1-1 0 0,0 0 0 0 0,2 2 0 0 0,-18 43 0 0 0,33-69-385 0 0,0 0-1 0 0,0 0 0 0 0,1 1 0 0 0,-1-1 0 0 0,1 0 0 0 0,0 0 0 0 0,-1 1 0 0 0,1-1 0 0 0,0 0 1 0 0,1 1-1 0 0,-1-1 0 0 0,0 0 0 0 0,1 1 0 0 0,-1-1 0 0 0,1 0 0 0 0,0 0 0 0 0,-1 1 0 0 0,1-1 1 0 0,0 0-1 0 0,1 0 0 0 0,-1 0 0 0 0,0 0 0 0 0,0 0 0 0 0,1 0 0 0 0,-1-1 0 0 0,1 1 0 0 0,0 0 0 0 0,0-1 1 0 0,-1 1-1 0 0,1-1 0 0 0,0 0 0 0 0,0 1 0 0 0,0-1 0 0 0,3 1 0 0 0,8 4-100 0 0,1-1-1 0 0,-1 0 0 0 0,1-1 1 0 0,22 4-1 0 0,-5-1-106 0 0,-24-5 98 0 0,0 0 1 0 0,0 1-1 0 0,0 0 1 0 0,0 0 0 0 0,12 7-1 0 0,-18-9 62 0 0,0 0 0 0 0,0 0-1 0 0,0 0 1 0 0,0 0 0 0 0,0 0-1 0 0,0 0 1 0 0,0 0 0 0 0,0 0-1 0 0,0 0 1 0 0,-1 0 0 0 0,1 0 0 0 0,0 1-1 0 0,-1-1 1 0 0,1 0 0 0 0,-1 1-1 0 0,1-1 1 0 0,-1 0 0 0 0,0 1-1 0 0,0-1 1 0 0,1 0 0 0 0,-1 1 0 0 0,0-1-1 0 0,0 1 1 0 0,0-1 0 0 0,-1 0-1 0 0,1 1 1 0 0,0-1 0 0 0,0 0-1 0 0,-1 1 1 0 0,1-1 0 0 0,-1 0 0 0 0,1 1-1 0 0,-1-1 1 0 0,0 0 0 0 0,1 0-1 0 0,-1 1 1 0 0,0-1 0 0 0,-1 1-1 0 0,-4 5 18 0 0,1-1 0 0 0,-1 0 0 0 0,0-1 0 0 0,-1 0 0 0 0,1 0 0 0 0,-1 0 0 0 0,0-1 0 0 0,0 1 0 0 0,-1-2 0 0 0,1 1 0 0 0,-12 3 0 0 0,-6 1-305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6:22.092"/>
    </inkml:context>
    <inkml:brush xml:id="br0">
      <inkml:brushProperty name="width" value="0.1" units="cm"/>
      <inkml:brushProperty name="height" value="0.1" units="cm"/>
      <inkml:brushProperty name="color" value="#008C3A"/>
    </inkml:brush>
  </inkml:definitions>
  <inkml:trace contextRef="#ctx0" brushRef="#br0">1 13 6913 0 0,'6'-13'15227'0'0,"8"19"-12714"0"0,3 12-4958 0 0,-10-7 3938 0 0,0 21-1341 0 0,0 1 0 0 0,2 47-1 0 0,-1-16-38 0 0,13 131-99 0 0,-11-90 16 0 0,34 156 0 0 0,-23-185 36 0 0,-9-39 2 0 0,-2 1 0 0 0,9 76 0 0 0,-19-110 26 0 0,0-3-220 0 0,0 0 0 0 0,0 0 0 0 0,0 0 0 0 0,0 0 0 0 0,0 0-1 0 0,0 0 1 0 0,0 0 0 0 0,0-1 0 0 0,1 1 0 0 0,-1 0 0 0 0,0 0 0 0 0,1 0 0 0 0,-1 0 0 0 0,0 0 0 0 0,1 0 0 0 0,0 1-1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6:22.746"/>
    </inkml:context>
    <inkml:brush xml:id="br0">
      <inkml:brushProperty name="width" value="0.1" units="cm"/>
      <inkml:brushProperty name="height" value="0.1" units="cm"/>
      <inkml:brushProperty name="color" value="#008C3A"/>
    </inkml:brush>
  </inkml:definitions>
  <inkml:trace contextRef="#ctx0" brushRef="#br0">114 150 2304 0 0,'-1'-3'384'0'0,"0"0"0"0"0,0 0 0 0 0,0-1 0 0 0,0 1 0 0 0,1 0-1 0 0,-1 0 1 0 0,1 0 0 0 0,0-1 0 0 0,0 1 0 0 0,0 0 0 0 0,1 0-1 0 0,-1 0 1 0 0,1-1 0 0 0,-1 1 0 0 0,1 0 0 0 0,0 0 0 0 0,0 0-1 0 0,0 0 1 0 0,1 0 0 0 0,-1 0 0 0 0,1 1 0 0 0,2-4 0 0 0,-2 2-217 0 0,0 0 0 0 0,0-1 0 0 0,0 1 0 0 0,0 0 1 0 0,-1-1-1 0 0,0 1 0 0 0,0-1 0 0 0,0 0 1 0 0,0 1-1 0 0,-1-8 0 0 0,0 12-100 0 0,0 0 0 0 0,1-1-1 0 0,-2 1 1 0 0,1 0 0 0 0,0-1 0 0 0,0 1-1 0 0,0 0 1 0 0,0-1 0 0 0,0 1-1 0 0,0 0 1 0 0,0 0 0 0 0,0-1 0 0 0,0 1-1 0 0,-1 0 1 0 0,1-1 0 0 0,0 1 0 0 0,0 0-1 0 0,0 0 1 0 0,-1-1 0 0 0,1 1 0 0 0,0 0-1 0 0,0 0 1 0 0,-1-1 0 0 0,1 1-1 0 0,0 0 1 0 0,0 0 0 0 0,-1 0 0 0 0,1 0-1 0 0,0-1 1 0 0,-1 1 0 0 0,1 0 0 0 0,0 0-1 0 0,-1 0 1 0 0,1 0 0 0 0,0 0 0 0 0,-1 0-1 0 0,1 0 1 0 0,-15 6 2429 0 0,-10 15-4 0 0,14-7-2316 0 0,1 0 0 0 0,1 0 0 0 0,1 1 0 0 0,0 0 0 0 0,0 0 0 0 0,2 1 0 0 0,0 0 0 0 0,1 0-1 0 0,0 1 1 0 0,1-1 0 0 0,1 1 0 0 0,-1 18 0 0 0,1 15-17 0 0,3 1 1 0 0,9 90-1 0 0,-6-118-109 0 0,1 1 1 0 0,1-1-1 0 0,14 39 0 0 0,-16-53-21 0 0,1 0 0 0 0,0-1-1 0 0,0 1 1 0 0,0-1-1 0 0,1 0 1 0 0,1 0 0 0 0,-1 0-1 0 0,1-1 1 0 0,1 0 0 0 0,-1 0-1 0 0,1 0 1 0 0,9 6-1 0 0,-13-12-7 0 0,0 1 0 0 0,0-1-1 0 0,0 0 1 0 0,0 0-1 0 0,0 0 1 0 0,0 0 0 0 0,0-1-1 0 0,0 1 1 0 0,1-1-1 0 0,-1 0 1 0 0,0 0 0 0 0,0 0-1 0 0,0 0 1 0 0,0 0 0 0 0,1-1-1 0 0,-1 0 1 0 0,0 1-1 0 0,0-1 1 0 0,0 0 0 0 0,0-1-1 0 0,0 1 1 0 0,0 0-1 0 0,-1-1 1 0 0,1 0 0 0 0,0 1-1 0 0,-1-1 1 0 0,1 0-1 0 0,2-3 1 0 0,10-8 67 0 0,-2-1-1 0 0,1 0 1 0 0,17-25 0 0 0,-16 20 54 0 0,15-15-69 0 0,-10 12 32 0 0,20-29-1 0 0,-36 45-92 0 0,0 0 0 0 0,0 0 0 0 0,-1-1-1 0 0,0 0 1 0 0,0 0 0 0 0,0 1 0 0 0,-1-1 0 0 0,0-1 0 0 0,2-13-1 0 0,-5 10 38 0 0,0 0 0 0 0,-1 0-1 0 0,0 1 1 0 0,-1-1 0 0 0,0 1-1 0 0,-1 0 1 0 0,-5-12-1 0 0,-5-16 90 0 0,-1-11-8 0 0,9 23-128 0 0,-2 1 0 0 0,-19-42 0 0 0,22 59-66 0 0,1 0 0 0 0,-1 0 0 0 0,0 1 0 0 0,-1 0 1 0 0,0 0-1 0 0,0 0 0 0 0,-1 0 0 0 0,1 1 0 0 0,-1 0 0 0 0,-1 1 0 0 0,-14-9 0 0 0,4 4-240 0 0,-1 2-1 0 0,-1 0 1 0 0,0 2-1 0 0,-40-9 0 0 0,45 13-164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6:23.537"/>
    </inkml:context>
    <inkml:brush xml:id="br0">
      <inkml:brushProperty name="width" value="0.1" units="cm"/>
      <inkml:brushProperty name="height" value="0.1" units="cm"/>
      <inkml:brushProperty name="color" value="#008C3A"/>
    </inkml:brush>
  </inkml:definitions>
  <inkml:trace contextRef="#ctx0" brushRef="#br0">390 0 11058 0 0,'1'2'114'0'0,"0"0"1"0"0,0 0-1 0 0,-1 0 0 0 0,1 0 0 0 0,0 0 0 0 0,-1 0 0 0 0,1 0 0 0 0,-1 0 0 0 0,0 0 0 0 0,0 0 0 0 0,0 0 0 0 0,0 0 0 0 0,0 0 0 0 0,0 0 1 0 0,0 1-1 0 0,-1-1 0 0 0,1 0 0 0 0,-1 0 0 0 0,1 0 0 0 0,-1 0 0 0 0,0 0 0 0 0,0-1 0 0 0,-1 3 0 0 0,-25 46 1327 0 0,12-26-889 0 0,0-1 1 0 0,-2 0 0 0 0,0-1-1 0 0,-2-1 1 0 0,0-1 0 0 0,-1-1-1 0 0,-1-1 1 0 0,-1 0-1 0 0,-30 18 1 0 0,50-35-544 0 0,-1 1 0 0 0,0-1 0 0 0,0 0 0 0 0,1 1 0 0 0,-1-1 0 0 0,0-1 0 0 0,0 1 0 0 0,0 0 0 0 0,0-1 1 0 0,0 1-1 0 0,0-1 0 0 0,0 0 0 0 0,0 0 0 0 0,0 0 0 0 0,0-1 0 0 0,0 1 0 0 0,0 0 0 0 0,0-1 0 0 0,0 0 0 0 0,-3-1 0 0 0,2 0 21 0 0,0-1 0 0 0,0 1-1 0 0,0-1 1 0 0,0 0 0 0 0,1 0 0 0 0,0 0 0 0 0,-1-1 0 0 0,1 1-1 0 0,0-1 1 0 0,0 1 0 0 0,-4-9 0 0 0,2 2 20 0 0,0-1 0 0 0,0 1 0 0 0,1-1 1 0 0,0 0-1 0 0,1 0 0 0 0,0 0 0 0 0,1-1 0 0 0,1 1 0 0 0,-2-23 1 0 0,4 30-26 0 0,-1 0 1 0 0,0 0-1 0 0,1 0 1 0 0,-1 0-1 0 0,1 0 1 0 0,0 0 0 0 0,1 0-1 0 0,-1 0 1 0 0,1 1-1 0 0,-1-1 1 0 0,1 0-1 0 0,0 1 1 0 0,0-1 0 0 0,1 1-1 0 0,-1 0 1 0 0,1 0-1 0 0,3-4 1 0 0,-2 4 9 0 0,1 0 0 0 0,-1 1 0 0 0,1-1 0 0 0,-1 1 1 0 0,1 0-1 0 0,0 0 0 0 0,0 0 0 0 0,0 1 0 0 0,0 0 0 0 0,0 0 0 0 0,0 0 1 0 0,1 0-1 0 0,5 1 0 0 0,-4 0-8 0 0,0 0 1 0 0,1 0-1 0 0,-1 1 1 0 0,0 0-1 0 0,0 0 1 0 0,0 1-1 0 0,0 0 1 0 0,0 0-1 0 0,0 1 1 0 0,0 0-1 0 0,-1 0 1 0 0,12 7-1 0 0,-9-4-20 0 0,-1 1-1 0 0,0 0 0 0 0,0 1 0 0 0,0 0 1 0 0,-1 0-1 0 0,0 0 0 0 0,10 17 1 0 0,-4-2 30 0 0,-2 0 1 0 0,0 0-1 0 0,-2 1 1 0 0,-1 0 0 0 0,0 1-1 0 0,5 38 1 0 0,-11-45 5 0 0,0-1 0 0 0,-2 1 1 0 0,0-1-1 0 0,-1 1 0 0 0,-1-1 1 0 0,0 0-1 0 0,-1 1 0 0 0,-1-1 1 0 0,-1 0-1 0 0,0-1 0 0 0,-2 1 1 0 0,1-1-1 0 0,-2 0 0 0 0,0-1 1 0 0,-1 0-1 0 0,-1 0 0 0 0,0-1 1 0 0,-1 0-1 0 0,0-1 1 0 0,-1 0-1 0 0,-24 19 0 0 0,29-26-307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6:24.732"/>
    </inkml:context>
    <inkml:brush xml:id="br0">
      <inkml:brushProperty name="width" value="0.1" units="cm"/>
      <inkml:brushProperty name="height" value="0.1" units="cm"/>
      <inkml:brushProperty name="color" value="#008C3A"/>
    </inkml:brush>
  </inkml:definitions>
  <inkml:trace contextRef="#ctx0" brushRef="#br0">13 309 10594 0 0,'-13'-4'2075'0'0,"13"3"-2049"0"0,1 1 0 0 0,-1 0 1 0 0,0-1-1 0 0,0 1 0 0 0,0 0 0 0 0,0 0 0 0 0,0-1 1 0 0,0 1-1 0 0,0 0 0 0 0,0-1 0 0 0,1 1 0 0 0,-1 0 1 0 0,0 0-1 0 0,0-1 0 0 0,0 1 0 0 0,1 0 0 0 0,-1 0 1 0 0,0 0-1 0 0,0-1 0 0 0,0 1 0 0 0,1 0 0 0 0,-1 0 1 0 0,0 0-1 0 0,1 0 0 0 0,-1 0 0 0 0,0-1 0 0 0,0 1 1 0 0,1 0-1 0 0,-1 0 0 0 0,0 0 0 0 0,1 0 0 0 0,-1 0 1 0 0,0 0-1 0 0,0 0 0 0 0,1 0 0 0 0,-1 0 1 0 0,0 0-1 0 0,1 0 0 0 0,0 0 113 0 0,5-1 45 0 0,303-68 4363 0 0,-180 41-3826 0 0,196-17 0 0 0,133 18-175 0 0,5 0 387 0 0,41-59-2504 0 0,-497 85 1536 0 0,-4 0 23 0 0,13-3-793 0 0,1 1 1 0 0,-1 1-1 0 0,1 0 1 0 0,32 1-1 0 0,-44 1 716 0 0,-1 1 0 0 0,1 0 1 0 0,0 0-1 0 0,-1 0 0 0 0,0 1 0 0 0,1 0 1 0 0,-1 0-1 0 0,0 0 0 0 0,6 3 0 0 0,-7-2 349 0 0,1 0 1 0 0,-1 0-1 0 0,0 0 0 0 0,0 0 0 0 0,0 0 0 0 0,0 1 0 0 0,0 0 0 0 0,-1-1 0 0 0,0 1 0 0 0,1 0 0 0 0,1 6 1 0 0,8 24 1345 0 0,12 47 1 0 0,-15-47-1005 0 0,20 53 1 0 0,61 130-303 0 0,-70-159-202 0 0,24 110 0 0 0,19 195-72 0 0,19 100 12 0 0,-16-68-15 0 0,-55-283-1 0 0,-6 176 0 0 0,-5-274 16 0 0,-1-1 1 0 0,-1 1 0 0 0,0 0-1 0 0,0-1 1 0 0,-2 0 0 0 0,-7 22 0 0 0,8-29-10 0 0,0 0 0 0 0,-1 0 0 0 0,1 0 0 0 0,-1 0 0 0 0,-1-1 0 0 0,1 0 0 0 0,-1 0 0 0 0,1 0 0 0 0,-2-1 0 0 0,1 1 0 0 0,0-1 0 0 0,-1 0 1 0 0,0-1-1 0 0,1 1 0 0 0,-10 3 0 0 0,-17 6 170 0 0,-1-2 0 0 0,0-1 1 0 0,-36 6-1 0 0,-106 10 285 0 0,97-15-544 0 0,-373 27 247 0 0,-1-29 120 0 0,-27 1-206 0 0,350-3-525 0 0,-189 33 0 0 0,308-38 267 0 0,0 1-113 0 0,0-1 0 0 0,1-1 0 0 0,-1 0 0 0 0,-19 0 0 0 0,17-4-282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6:25.189"/>
    </inkml:context>
    <inkml:brush xml:id="br0">
      <inkml:brushProperty name="width" value="0.1" units="cm"/>
      <inkml:brushProperty name="height" value="0.1" units="cm"/>
      <inkml:brushProperty name="color" value="#008C3A"/>
    </inkml:brush>
  </inkml:definitions>
  <inkml:trace contextRef="#ctx0" brushRef="#br0">163 164 920 0 0,'-10'-22'1075'0'0,"-1"1"-1"0"0,-2 0 1 0 0,0 1-1 0 0,-1 0 1 0 0,-1 1-1 0 0,-18-18 1 0 0,33 36-1012 0 0,0 1 1 0 0,-1 0 0 0 0,1-1-1 0 0,0 1 1 0 0,-1 0 0 0 0,1 0-1 0 0,0 0 1 0 0,-1-1-1 0 0,1 1 1 0 0,-1 0 0 0 0,1 0-1 0 0,0 0 1 0 0,-1 0-1 0 0,1-1 1 0 0,-1 1 0 0 0,1 0-1 0 0,0 0 1 0 0,-1 0 0 0 0,1 0-1 0 0,-1 0 1 0 0,1 0-1 0 0,0 0 1 0 0,-1 0 0 0 0,1 0-1 0 0,-1 1 1 0 0,1-1 0 0 0,0 0-1 0 0,-1 0 1 0 0,1 0-1 0 0,-1 0 1 0 0,1 1 0 0 0,0-1-1 0 0,-1 0 1 0 0,1 0-1 0 0,0 0 1 0 0,-1 1 0 0 0,-9 17 905 0 0,0 25 80 0 0,10-42-980 0 0,-12 93 2168 0 0,4 1 1 0 0,9 185-1 0 0,48 188-2021 0 0,-15-179 441 0 0,-5-9-37 0 0,48 594 2193 0 0,-77-864-2911 0 0,17 180-2055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0:49.234"/>
    </inkml:context>
    <inkml:brush xml:id="br0">
      <inkml:brushProperty name="width" value="0.3" units="cm"/>
      <inkml:brushProperty name="height" value="0.6" units="cm"/>
      <inkml:brushProperty name="color" value="#FF40FF"/>
      <inkml:brushProperty name="tip" value="rectangle"/>
      <inkml:brushProperty name="rasterOp" value="maskPen"/>
    </inkml:brush>
  </inkml:definitions>
  <inkml:trace contextRef="#ctx0" brushRef="#br0">142 45 5985 0 0,'-89'31'6034'0'0,"92"-28"-5722"0"0,15 13-87 0 0,-1-1 1 0 0,2 0 0 0 0,0-2-1 0 0,0 0 1 0 0,2-1 0 0 0,-1-2-1 0 0,1 0 1 0 0,1-1 0 0 0,0 0 0 0 0,0-2-1 0 0,0-1 1 0 0,31 4 0 0 0,212 19-157 0 0,-134-18-64 0 0,-60 0 161 0 0,116 32-1 0 0,33 6 96 0 0,-145-41-331 0 0,-41-5-3 0 0,-1 1 0 0 0,0 2 1 0 0,36 11-1 0 0,-91-18-1430 0 0,3 1 1071 0 0,0-1-1 0 0,-28-5 0 0 0,-35-13-1906 0 0,-115-13 0 0 0,100 17 2818 0 0,-148-45 0 0 0,116 26 410 0 0,68 19-180 0 0,-9-1-441 0 0,2-3 0 0 0,-108-44-1 0 0,154 51 400 0 0,-36-26 0 0 0,42 26-659 0 0,-1 1 0 0 0,-1 1 0 0 0,-32-15 0 0 0,0 10-78 0 0,45 15 331 0 0,6 0-71 0 0,27 8-388 0 0,111 28-510 0 0,156 36 582 0 0,-182-45 104 0 0,-1 5 0 0 0,208 91 0 0 0,-318-122 22 0 0,242 102 1978 0 0,-168-75-938 0 0,101 24 0 0 0,-90-37-655 0 0,-72-12-676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0:53.216"/>
    </inkml:context>
    <inkml:brush xml:id="br0">
      <inkml:brushProperty name="width" value="0.1" units="cm"/>
      <inkml:brushProperty name="height" value="0.1" units="cm"/>
    </inkml:brush>
  </inkml:definitions>
  <inkml:trace contextRef="#ctx0" brushRef="#br0">701 128 5529 0 0,'11'-14'1244'0'0,"0"0"-1"0"0,1 1 1 0 0,26-22-1 0 0,14-17 6332 0 0,-67 64-6580 0 0,-21 22-859 0 0,21-13-196 0 0,1 1-1 0 0,1 0 0 0 0,1 0 0 0 0,-12 33 0 0 0,-30 101-221 0 0,50-144 263 0 0,-130 531-199 0 0,69-250 164 0 0,-47 147 227 0 0,-76 340 383 0 0,142-576 382 0 0,-16 83-371 0 0,62-282-689 0 0,-1-1-20 0 0,1-1 0 0 0,-1 1 1 0 0,1 0-1 0 0,-1-1 0 0 0,0 1 1 0 0,0 0-1 0 0,-1-1 0 0 0,1 1 0 0 0,-1-1 1 0 0,0 0-1 0 0,0 0 0 0 0,-2 4 0 0 0,-4-11-2170 0 0,4 0 1074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0:53.581"/>
    </inkml:context>
    <inkml:brush xml:id="br0">
      <inkml:brushProperty name="width" value="0.1" units="cm"/>
      <inkml:brushProperty name="height" value="0.1" units="cm"/>
    </inkml:brush>
  </inkml:definitions>
  <inkml:trace contextRef="#ctx0" brushRef="#br0">49 0 6449 0 0,'-1'0'69'0'0,"1"0"-1"0"0,-1 0 1 0 0,1 0-1 0 0,0 0 1 0 0,-1 0-1 0 0,1 0 1 0 0,0 0-1 0 0,-1 0 1 0 0,1 0-1 0 0,-1 0 0 0 0,1 0 1 0 0,0 1-1 0 0,-1-1 1 0 0,1 0-1 0 0,0 0 1 0 0,-1 0-1 0 0,1 0 1 0 0,0 1-1 0 0,-1-1 1 0 0,1 0-1 0 0,0 0 0 0 0,0 0 1 0 0,-1 1-1 0 0,1-1 1 0 0,0 0-1 0 0,0 1 1 0 0,-1-1-1 0 0,1 0 1 0 0,0 1-1 0 0,0-1 1 0 0,0 0-1 0 0,-1 1 1 0 0,1-1-1 0 0,0 0 0 0 0,0 1 1 0 0,0-1-1 0 0,0 0 1 0 0,0 1-1 0 0,0 0 1 0 0,-7 16 1364 0 0,-1 12-598 0 0,1 0 0 0 0,1 1 0 0 0,2 0 1 0 0,-1 32-1 0 0,5-26-559 0 0,1 0-1 0 0,1 0 1 0 0,2 0 0 0 0,2-1 0 0 0,17 61 0 0 0,-19-83-102 0 0,0-2 0 0 0,1 1 0 0 0,1 0 0 0 0,0-1 1 0 0,0 0-1 0 0,1 0 0 0 0,0-1 0 0 0,1 0 1 0 0,0 0-1 0 0,10 9 0 0 0,-14-16-65 0 0,0 0-1 0 0,0 0 1 0 0,0 0-1 0 0,0 0 1 0 0,0-1-1 0 0,1 1 1 0 0,-1-1 0 0 0,1 0-1 0 0,0-1 1 0 0,0 1-1 0 0,-1-1 1 0 0,1 0-1 0 0,0 0 1 0 0,0 0 0 0 0,0-1-1 0 0,0 0 1 0 0,0 0-1 0 0,0 0 1 0 0,0 0-1 0 0,0-1 1 0 0,0 0 0 0 0,0 0-1 0 0,0 0 1 0 0,0-1-1 0 0,-1 0 1 0 0,1 0-1 0 0,-1 0 1 0 0,6-3 0 0 0,3-3 28 0 0,-1 0 0 0 0,0-1 1 0 0,0-1-1 0 0,0 0 1 0 0,16-18-1 0 0,46-66-108 0 0,-34 41-253 0 0,-36 48 246 0 0,37-48-1811 0 0,1 3-1 0 0,82-74 1 0 0,-89 97 1344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0:54.516"/>
    </inkml:context>
    <inkml:brush xml:id="br0">
      <inkml:brushProperty name="width" value="0.1" units="cm"/>
      <inkml:brushProperty name="height" value="0.1" units="cm"/>
    </inkml:brush>
  </inkml:definitions>
  <inkml:trace contextRef="#ctx0" brushRef="#br0">146 96 5529 0 0,'2'-7'421'0'0,"7"-38"1596"0"0,-8 42-1743 0 0,0 0 0 0 0,-1 0 0 0 0,0 0 0 0 0,0 0 0 0 0,0 0 0 0 0,0 0 0 0 0,0 0 0 0 0,-1 0 0 0 0,1 0 1 0 0,-1 0-1 0 0,-2-6 0 0 0,3 9-225 0 0,0 0 1 0 0,-1 0 0 0 0,1 0-1 0 0,0-1 1 0 0,-1 1 0 0 0,1 0-1 0 0,0 0 1 0 0,-1 0 0 0 0,1 0 0 0 0,-1 0-1 0 0,1 0 1 0 0,0 0 0 0 0,-1 0-1 0 0,1 0 1 0 0,0 0 0 0 0,-1 0-1 0 0,1 0 1 0 0,-1 0 0 0 0,1 0-1 0 0,0 0 1 0 0,-1 0 0 0 0,1 0-1 0 0,0 1 1 0 0,-1-1 0 0 0,1 0-1 0 0,0 0 1 0 0,-1 0 0 0 0,1 1-1 0 0,0-1 1 0 0,-1 0 0 0 0,1 0-1 0 0,0 1 1 0 0,0-1 0 0 0,-1 0-1 0 0,1 0 1 0 0,0 1 0 0 0,0-1 0 0 0,0 0-1 0 0,-1 1 1 0 0,1 0 0 0 0,-12 14 753 0 0,-8 17-253 0 0,1 0-1 0 0,2 1 1 0 0,1 1-1 0 0,1 0 1 0 0,2 1-1 0 0,-12 53 1 0 0,24-82-518 0 0,-1 1 1 0 0,2 0 0 0 0,-1 0 0 0 0,1-1 0 0 0,0 1 0 0 0,1 0-1 0 0,-1 0 1 0 0,1-1 0 0 0,1 1 0 0 0,-1 0 0 0 0,1-1 0 0 0,0 1-1 0 0,1-1 1 0 0,5 11 0 0 0,-3-10-17 0 0,0-1-1 0 0,0 0 1 0 0,0 0-1 0 0,1 0 0 0 0,0-1 1 0 0,0 1-1 0 0,0-2 1 0 0,0 1-1 0 0,1-1 1 0 0,0 0-1 0 0,0 0 1 0 0,10 3-1 0 0,17 6 150 0 0,1-2 1 0 0,51 10-1 0 0,-48-12 31 0 0,59 19 0 0 0,-95-27-194 0 0,-1-1 0 0 0,1 1 1 0 0,-1 0-1 0 0,1-1 0 0 0,-1 1 0 0 0,0 0 0 0 0,1 0 0 0 0,-1 0 0 0 0,0 0 1 0 0,1 0-1 0 0,-1 0 0 0 0,0 0 0 0 0,0 0 0 0 0,0 1 0 0 0,0-1 0 0 0,0 0 1 0 0,0 1-1 0 0,-1-1 0 0 0,1 0 0 0 0,0 1 0 0 0,-1-1 0 0 0,1 3 0 0 0,0-2 7 0 0,-1 0-1 0 0,0 1 0 0 0,0-1 1 0 0,-1 1-1 0 0,1-1 0 0 0,0 0 1 0 0,-1 1-1 0 0,1-1 0 0 0,-1 0 1 0 0,0 0-1 0 0,0 1 0 0 0,0-1 0 0 0,-2 3 1 0 0,-5 7 39 0 0,0 0 1 0 0,-1-1 0 0 0,-1 0 0 0 0,-11 10-1 0 0,13-12-25 0 0,-8 7-67 0 0,-82 80-467 0 0,82-83-833 0 0,0-1 1 0 0,-25 15-1 0 0,31-22 129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0:54.742"/>
    </inkml:context>
    <inkml:brush xml:id="br0">
      <inkml:brushProperty name="width" value="0.1" units="cm"/>
      <inkml:brushProperty name="height" value="0.1" units="cm"/>
    </inkml:brush>
  </inkml:definitions>
  <inkml:trace contextRef="#ctx0" brushRef="#br0">54 1 10138 0 0,'-8'25'2117'0'0,"0"0"0"0"0,-6 53 0 0 0,9-45-866 0 0,-1-1-223 0 0,2-17-906 0 0,1 1 1 0 0,1-1 0 0 0,0 0 0 0 0,1 0 0 0 0,0 1 0 0 0,4 26 0 0 0,-3-42-271 0 0,0 1 0 0 0,0-1 0 0 0,0 1 0 0 0,0-1 0 0 0,0 1-1 0 0,0-1 1 0 0,0 1 0 0 0,1-1 0 0 0,-1 0 0 0 0,0 1 0 0 0,0-1 0 0 0,0 1 0 0 0,1-1-1 0 0,-1 0 1 0 0,0 1 0 0 0,1-1 0 0 0,0 1-296 0 0,-1-1 295 0 0,0 1 1 0 0,1-1 0 0 0,-1 0 0 0 0,1 0 0 0 0,-1 1 0 0 0,1-1 0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0:54.928"/>
    </inkml:context>
    <inkml:brush xml:id="br0">
      <inkml:brushProperty name="width" value="0.1" units="cm"/>
      <inkml:brushProperty name="height" value="0.1" units="cm"/>
    </inkml:brush>
  </inkml:definitions>
  <inkml:trace contextRef="#ctx0" brushRef="#br0">59 1 9674 0 0,'-1'0'245'0'0,"-1"1"1"0"0,0-1-1 0 0,1 1 0 0 0,-1 0 1 0 0,0 0-1 0 0,1-1 0 0 0,-1 1 1 0 0,1 0-1 0 0,0 0 0 0 0,-1 1 1 0 0,1-1-1 0 0,0 0 0 0 0,0 0 1 0 0,-1 1-1 0 0,1-1 0 0 0,0 0 1 0 0,-1 4-1 0 0,-15 25 81 0 0,13-21-995 0 0,1 0 0 0 0,1 1-1 0 0,0-1 1 0 0,0 1-1 0 0,1-1 1 0 0,0 1 0 0 0,0 0-1 0 0,2 13 1 0 0,-1-16 432 0 0,0 5 196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0:55.181"/>
    </inkml:context>
    <inkml:brush xml:id="br0">
      <inkml:brushProperty name="width" value="0.1" units="cm"/>
      <inkml:brushProperty name="height" value="0.1" units="cm"/>
    </inkml:brush>
  </inkml:definitions>
  <inkml:trace contextRef="#ctx0" brushRef="#br0">1 43 6449 0 0,'8'-42'10252'0'0,"-6"41"-9871"0"0,0 4-63 0 0,0 1 0 0 0,0-1 0 0 0,0 1 0 0 0,-1 0 0 0 0,1-1 0 0 0,-1 1 0 0 0,0 0 0 0 0,0 0 0 0 0,0 0 0 0 0,0 5 0 0 0,1 0-102 0 0,21 93 747 0 0,11 105-1 0 0,-14 2-5462 0 0,-18-178-2207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0:55.435"/>
    </inkml:context>
    <inkml:brush xml:id="br0">
      <inkml:brushProperty name="width" value="0.1" units="cm"/>
      <inkml:brushProperty name="height" value="0.1" units="cm"/>
    </inkml:brush>
  </inkml:definitions>
  <inkml:trace contextRef="#ctx0" brushRef="#br0">1 1 9674 0 0,'0'3'385'0'0,"0"1"-1"0"0,0-1 0 0 0,1 1 1 0 0,-1-1-1 0 0,1 1 1 0 0,0-1-1 0 0,0 0 1 0 0,0 0-1 0 0,1 1 1 0 0,-1-1-1 0 0,1 0 1 0 0,-1 0-1 0 0,1 0 0 0 0,4 5 1 0 0,4 9 1400 0 0,2 13-2350 0 0,8 36-1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0:55.608"/>
    </inkml:context>
    <inkml:brush xml:id="br0">
      <inkml:brushProperty name="width" value="0.1" units="cm"/>
      <inkml:brushProperty name="height" value="0.1" units="cm"/>
    </inkml:brush>
  </inkml:definitions>
  <inkml:trace contextRef="#ctx0" brushRef="#br0">27 1 1840 0 0,'-5'6'80'0'0,"1"-2"16"0"0,1 2-96 0 0,0-3 0 0 0,2 0 0 0 0,-1-1 0 0 0,1 3 0 0 0,-2 1-64 0 0,0 5 64 0 0,2 2-104 0 0,1 2 104 0 0,4 0 0 0 0,5-4 0 0 0,1-2 0 0 0,3 0 0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0:55.892"/>
    </inkml:context>
    <inkml:brush xml:id="br0">
      <inkml:brushProperty name="width" value="0.1" units="cm"/>
      <inkml:brushProperty name="height" value="0.1" units="cm"/>
    </inkml:brush>
  </inkml:definitions>
  <inkml:trace contextRef="#ctx0" brushRef="#br0">194 67 9674 0 0,'0'-3'171'0'0,"0"1"0"0"0,0 0 0 0 0,1-1 0 0 0,-1 1 0 0 0,-1 0 0 0 0,1 0 0 0 0,0-1 0 0 0,0 1 0 0 0,-1 0 0 0 0,1 0 0 0 0,-1-1 0 0 0,0 1 0 0 0,0 0 0 0 0,0 0 0 0 0,0 0 0 0 0,0 0 0 0 0,0 0 0 0 0,-1 0 1 0 0,1 0-1 0 0,0 1 0 0 0,-1-1 0 0 0,0 0 0 0 0,1 1 0 0 0,-1-1 0 0 0,0 1 0 0 0,0 0 0 0 0,0-1 0 0 0,-2 0 0 0 0,1 0 64 0 0,0 1 1 0 0,1 0-1 0 0,-1 0 1 0 0,0 0-1 0 0,0 0 1 0 0,0 1-1 0 0,1-1 1 0 0,-1 1 0 0 0,0 0-1 0 0,0-1 1 0 0,0 1-1 0 0,0 0 1 0 0,0 1-1 0 0,0-1 1 0 0,0 1-1 0 0,0-1 1 0 0,0 1-1 0 0,1 0 1 0 0,-1 0-1 0 0,0 0 1 0 0,0 0-1 0 0,-2 2 1 0 0,-3 4-135 0 0,0 0 0 0 0,0 0 0 0 0,0 1-1 0 0,1 0 1 0 0,1 1 0 0 0,-1-1 0 0 0,1 1 0 0 0,0 0 0 0 0,1 1 0 0 0,0-1 0 0 0,1 1-1 0 0,0 0 1 0 0,1 0 0 0 0,0 1 0 0 0,0-1 0 0 0,1 1 0 0 0,0-1 0 0 0,1 1 0 0 0,0 0-1 0 0,1 0 1 0 0,0-1 0 0 0,1 1 0 0 0,0 0 0 0 0,3 12 0 0 0,-2-19-270 0 0,-1 0-1 0 0,1 0 1 0 0,-1 0 0 0 0,1 0-1 0 0,0 0 1 0 0,1-1 0 0 0,-1 1-1 0 0,1-1 1 0 0,-1 0 0 0 0,1 1-1 0 0,0-1 1 0 0,0 0 0 0 0,1-1-1 0 0,-1 1 1 0 0,1-1 0 0 0,-1 1-1 0 0,1-1 1 0 0,0 0 0 0 0,4 2-1 0 0,1-1-506 0 0,-1-1-1 0 0,0 0 1 0 0,1 0-1 0 0,-1-1 1 0 0,1 0-1 0 0,0 0 1 0 0,-1-1-1 0 0,14-1 0 0 0,8-2-4986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0:56.209"/>
    </inkml:context>
    <inkml:brush xml:id="br0">
      <inkml:brushProperty name="width" value="0.1" units="cm"/>
      <inkml:brushProperty name="height" value="0.1" units="cm"/>
    </inkml:brush>
  </inkml:definitions>
  <inkml:trace contextRef="#ctx0" brushRef="#br0">55 221 2617 0 0,'11'-15'193'0'0,"-1"1"1"0"0,0-1-1 0 0,0-1 1 0 0,7-18-1 0 0,-10 18 1154 0 0,0-1 0 0 0,-2 0 1 0 0,0 0-1 0 0,4-21 0 0 0,-9 37-1195 0 0,0 0 1 0 0,0 0-1 0 0,1 0 1 0 0,-1 0 0 0 0,0 0-1 0 0,0 0 1 0 0,0 0-1 0 0,0 0 1 0 0,0 0 0 0 0,0 0-1 0 0,0 0 1 0 0,0 0-1 0 0,-1 1 1 0 0,1-1 0 0 0,0 0-1 0 0,0 0 1 0 0,-1 0 0 0 0,1 0-1 0 0,-1 0 1 0 0,0-1-1 0 0,0 2-19 0 0,1 0 0 0 0,-1-1-1 0 0,1 1 1 0 0,-1 0-1 0 0,1 0 1 0 0,-1 0-1 0 0,0 0 1 0 0,1 0 0 0 0,-1 0-1 0 0,1 0 1 0 0,-1 0-1 0 0,0 0 1 0 0,1 1 0 0 0,-1-1-1 0 0,1 0 1 0 0,-1 0-1 0 0,1 0 1 0 0,-1 1-1 0 0,1-1 1 0 0,-1 0 0 0 0,1 0-1 0 0,-1 1 1 0 0,0 0-1 0 0,-4 2 308 0 0,0 1 1 0 0,1 0-1 0 0,-1 1 0 0 0,1-1 0 0 0,-4 6 0 0 0,-10 14-140 0 0,2 2 1 0 0,-14 27 0 0 0,24-42-225 0 0,1 0 0 0 0,1 0 0 0 0,0 1 0 0 0,0-1 0 0 0,1 1 0 0 0,1-1 0 0 0,0 1 0 0 0,-1 13-1 0 0,3-23-103 0 0,0-1 0 0 0,-1 0 0 0 0,1 1 0 0 0,0-1 0 0 0,0 0 0 0 0,0 0 0 0 0,0 1 0 0 0,1-1 0 0 0,-1 0 0 0 0,0 1 0 0 0,0-1 0 0 0,1 0 0 0 0,-1 0 0 0 0,1 1 0 0 0,-1-1 0 0 0,1 0 0 0 0,-1 0 0 0 0,1 0 0 0 0,0 0 0 0 0,-1 0 0 0 0,1 0 0 0 0,0 0 0 0 0,0 0 0 0 0,0 0 0 0 0,0 0 0 0 0,0 0 0 0 0,0 0 0 0 0,0-1 0 0 0,0 1 0 0 0,0 0 0 0 0,1-1 1 0 0,-1 1-1 0 0,0-1 0 0 0,0 0 0 0 0,0 1 0 0 0,1-1 0 0 0,-1 0 0 0 0,0 1 0 0 0,1-1 0 0 0,-1 0 0 0 0,0 0 0 0 0,1 0 0 0 0,-1 0 0 0 0,0 0 0 0 0,0-1 0 0 0,1 1 0 0 0,-1 0 0 0 0,2-1 0 0 0,1-1-73 0 0,0 1 0 0 0,0-1 0 0 0,0 0 0 0 0,0 0 0 0 0,0 0 0 0 0,0 0 0 0 0,-1 0 0 0 0,0-1 0 0 0,1 0 0 0 0,-1 0 0 0 0,0 0 0 0 0,0 0 0 0 0,4-6 0 0 0,17-44-72 0 0,2-7 286 0 0,-24 56 16 0 0,1 0 0 0 0,-1 0 0 0 0,1 1 1 0 0,0-1-1 0 0,0 1 0 0 0,0-1 0 0 0,0 1 1 0 0,0 0-1 0 0,1 0 0 0 0,6-4 0 0 0,-8 6-50 0 0,0 0 0 0 0,-1 1 0 0 0,1-1-1 0 0,0 1 1 0 0,-1-1 0 0 0,1 1 0 0 0,0 0 0 0 0,-1-1 0 0 0,1 1-1 0 0,0 0 1 0 0,0 0 0 0 0,-1 1 0 0 0,1-1 0 0 0,0 0 0 0 0,0 0-1 0 0,-1 1 1 0 0,1-1 0 0 0,0 1 0 0 0,-1-1 0 0 0,1 1 0 0 0,-1 0-1 0 0,1 0 1 0 0,-1 0 0 0 0,1 0 0 0 0,-1 0 0 0 0,1 0 0 0 0,-1 0-1 0 0,0 0 1 0 0,0 1 0 0 0,1-1 0 0 0,0 2 0 0 0,5 7 130 0 0,0-1 1 0 0,0 1-1 0 0,8 19 0 0 0,-4-8-75 0 0,-7-13-137 0 0,1-1 1 0 0,-1 0-1 0 0,1 0 0 0 0,0-1 0 0 0,1 1 0 0 0,0-1 1 0 0,0-1-1 0 0,0 1 0 0 0,8 4 0 0 0,8 1-134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1:00.612"/>
    </inkml:context>
    <inkml:brush xml:id="br0">
      <inkml:brushProperty name="width" value="0.1" units="cm"/>
      <inkml:brushProperty name="height" value="0.1" units="cm"/>
    </inkml:brush>
  </inkml:definitions>
  <inkml:trace contextRef="#ctx0" brushRef="#br0">181 56 4145 0 0,'-9'-23'1158'0'0,"8"20"-453"0"0,0 1 0 0 0,-1-1 0 0 0,1 1 1 0 0,-1-1-1 0 0,1 1 0 0 0,-1 0 0 0 0,0 0 0 0 0,0 0 0 0 0,-2-2 0 0 0,3 3-371 0 0,-1 0 1 0 0,1 0-1 0 0,0 0 0 0 0,-1 1 0 0 0,1-1 0 0 0,0 1 0 0 0,-1-1 1 0 0,1 1-1 0 0,-1-1 0 0 0,1 1 0 0 0,-1 0 0 0 0,1 0 0 0 0,-1 0 0 0 0,1 0 1 0 0,-1 0-1 0 0,1 0 0 0 0,-3 0 0 0 0,-21 11-1018 0 0,18-7 781 0 0,1 1 0 0 0,0 1 0 0 0,0-1 0 0 0,1 1 0 0 0,-1 0 0 0 0,1 0 1 0 0,1 0-1 0 0,-1 1 0 0 0,1-1 0 0 0,0 1 0 0 0,1 1 0 0 0,-1-1 0 0 0,2 0 0 0 0,-1 1 0 0 0,1-1 0 0 0,-2 10 0 0 0,-3 18-29 0 0,2-1 0 0 0,0 50 0 0 0,3-58 63 0 0,-3 158 712 0 0,24 265 1 0 0,-14-400-663 0 0,2 0 1 0 0,2-1 0 0 0,2 0-1 0 0,25 68 1 0 0,-28-96-146 0 0,1 0 0 0 0,0-1 0 0 0,1 0 0 0 0,2-1 0 0 0,0 0 0 0 0,0 0 0 0 0,2-2 0 0 0,0 1 0 0 0,1-2 0 0 0,1 0 0 0 0,0-1 0 0 0,31 21 0 0 0,-13-15 10 0 0,0-1 0 0 0,2-2 0 0 0,0-2 0 0 0,49 14 0 0 0,-62-22-240 0 0,0-1-1 0 0,1-2 0 0 0,0 0 0 0 0,-1-2 0 0 0,1 0 0 0 0,0-2 1 0 0,0-1-1 0 0,31-4 0 0 0,-15-3-899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1:01.324"/>
    </inkml:context>
    <inkml:brush xml:id="br0">
      <inkml:brushProperty name="width" value="0.1" units="cm"/>
      <inkml:brushProperty name="height" value="0.1" units="cm"/>
    </inkml:brush>
  </inkml:definitions>
  <inkml:trace contextRef="#ctx0" brushRef="#br0">19 97 920 0 0,'-18'-34'15594'0'0,"34"28"-15502"0"0,-12 6 48 0 0,0 0-1 0 0,1 0 0 0 0,-1 0 1 0 0,0 0-1 0 0,0 0 0 0 0,0 1 1 0 0,0 0-1 0 0,0 0 0 0 0,0 0 1 0 0,-1 0-1 0 0,1 1 1 0 0,0 0-1 0 0,0-1 0 0 0,-1 1 1 0 0,1 0-1 0 0,-1 1 0 0 0,0-1 1 0 0,1 1-1 0 0,-1-1 0 0 0,0 1 1 0 0,-1 0-1 0 0,1 0 0 0 0,0 1 1 0 0,-1-1-1 0 0,3 4 1 0 0,5 11 277 0 0,0 0 1 0 0,0 1 0 0 0,11 33 0 0 0,-13-30-162 0 0,4 12-4 0 0,-3-11-172 0 0,14 32 0 0 0,-20-50-69 0 0,-1 0 1 0 0,1 0-1 0 0,0-1 1 0 0,1 1-1 0 0,-1-1 1 0 0,1 1-1 0 0,-1-1 1 0 0,1-1-1 0 0,1 1 1 0 0,-1 0-1 0 0,0-1 1 0 0,6 3-1 0 0,-10-6-23 0 0,0 0 0 0 0,1 0 0 0 0,-1 0 0 0 0,0 0 0 0 0,0-1 0 0 0,1 1 0 0 0,-1 0-1 0 0,0 0 1 0 0,0 0 0 0 0,1 0 0 0 0,-1-1 0 0 0,0 1 0 0 0,0 0 0 0 0,0 0 0 0 0,1 0 0 0 0,-1-1 0 0 0,0 1-1 0 0,0 0 1 0 0,0 0 0 0 0,0-1 0 0 0,1 1 0 0 0,-1 0 0 0 0,0 0 0 0 0,0-1 0 0 0,0 1 0 0 0,0 0 0 0 0,0-1 0 0 0,0 1-1 0 0,0 0 1 0 0,0 0 0 0 0,0-1 0 0 0,0 1 0 0 0,0 0 0 0 0,0-1 0 0 0,0 1 0 0 0,0 0 0 0 0,0 0 0 0 0,0-1-1 0 0,0 1 1 0 0,0 0 0 0 0,0-1 0 0 0,-1 1 0 0 0,1 0 0 0 0,-2-22-266 0 0,1 16 273 0 0,1-14 104 0 0,0 0-1 0 0,1 0 1 0 0,1 1-1 0 0,1-1 0 0 0,1 1 1 0 0,1-1-1 0 0,0 1 0 0 0,1 0 1 0 0,1 1-1 0 0,1 0 1 0 0,1 0-1 0 0,0 1 0 0 0,1-1 1 0 0,1 2-1 0 0,1 0 1 0 0,0 0-1 0 0,18-17 0 0 0,-28 32-89 0 0,-1-1-1 0 0,0 1 1 0 0,1 0-1 0 0,-1-1 0 0 0,1 1 1 0 0,-1 0-1 0 0,1 0 0 0 0,0 0 1 0 0,0 0-1 0 0,-1 0 1 0 0,1 0-1 0 0,0 0 0 0 0,0 1 1 0 0,0-1-1 0 0,0 1 0 0 0,0-1 1 0 0,0 1-1 0 0,0 0 1 0 0,0 0-1 0 0,0 0 0 0 0,0 0 1 0 0,0 0-1 0 0,0 0 0 0 0,3 1 1 0 0,-2 1 3 0 0,-1 0 0 0 0,1-1 0 0 0,-1 1 0 0 0,1 1 0 0 0,-1-1 0 0 0,0 0 0 0 0,0 0 0 0 0,0 1 1 0 0,0 0-1 0 0,-1-1 0 0 0,1 1 0 0 0,-1 0 0 0 0,1-1 0 0 0,-1 1 0 0 0,1 5 0 0 0,11 33 4 0 0,-1 0-1 0 0,10 84 1 0 0,-3-17 1 0 0,-14-82-248 0 0,-1-7-602 0 0,0 0 0 0 0,14 36 0 0 0,-15-49-622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1:01.594"/>
    </inkml:context>
    <inkml:brush xml:id="br0">
      <inkml:brushProperty name="width" value="0.1" units="cm"/>
      <inkml:brushProperty name="height" value="0.1" units="cm"/>
    </inkml:brush>
  </inkml:definitions>
  <inkml:trace contextRef="#ctx0" brushRef="#br0">1 74 1840 0 0,'8'-13'8667'0'0,"17"-4"-4938"0"0,-20 15-2874 0 0,8-6 165 0 0,1 0 0 0 0,26-10 1 0 0,-35 16-1797 0 0,0 1 0 0 0,0 0 1 0 0,0 0-1 0 0,0 0 0 0 0,0 0 1 0 0,0 1-1 0 0,9 0 1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1:01.785"/>
    </inkml:context>
    <inkml:brush xml:id="br0">
      <inkml:brushProperty name="width" value="0.1" units="cm"/>
      <inkml:brushProperty name="height" value="0.1" units="cm"/>
    </inkml:brush>
  </inkml:definitions>
  <inkml:trace contextRef="#ctx0" brushRef="#br0">0 95 920 0 0,'1'1'73'0'0,"-1"0"0"0"0,0 0 1 0 0,1 0-1 0 0,-1 0 0 0 0,1 0 0 0 0,-1-1 0 0 0,1 1 0 0 0,-1 0 0 0 0,1 0 0 0 0,0 0 1 0 0,-1-1-1 0 0,1 1 0 0 0,0-1 0 0 0,-1 1 0 0 0,1 0 0 0 0,0-1 0 0 0,0 1 1 0 0,0-1-1 0 0,0 1 0 0 0,0-1 0 0 0,-1 0 0 0 0,1 1 0 0 0,0-1 0 0 0,2 0 0 0 0,0 0 329 0 0,0 1-1 0 0,-1-1 0 0 0,1-1 0 0 0,0 1 1 0 0,0 0-1 0 0,-1-1 0 0 0,1 0 1 0 0,0 1-1 0 0,2-2 0 0 0,1-1 317 0 0,0 1 1 0 0,0-1-1 0 0,0 0 1 0 0,-1-1-1 0 0,1 0 0 0 0,-1 1 1 0 0,7-7-1 0 0,-5 1-878 0 0,1 0-1 0 0,-1 0 1 0 0,-1-1 0 0 0,9-15 0 0 0,-10 13 240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1:02.149"/>
    </inkml:context>
    <inkml:brush xml:id="br0">
      <inkml:brushProperty name="width" value="0.1" units="cm"/>
      <inkml:brushProperty name="height" value="0.1" units="cm"/>
    </inkml:brush>
  </inkml:definitions>
  <inkml:trace contextRef="#ctx0" brushRef="#br0">13 0 8290 0 0,'-5'12'4209'0'0,"-2"31"1074"0"0,7 28-2690 0 0,0-29-1799 0 0,-1 56 46 0 0,14 112 1 0 0,-5-149-2117 0 0,22 80 0 0 0,-27-130 6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1:02.927"/>
    </inkml:context>
    <inkml:brush xml:id="br0">
      <inkml:brushProperty name="width" value="0.1" units="cm"/>
      <inkml:brushProperty name="height" value="0.1" units="cm"/>
    </inkml:brush>
  </inkml:definitions>
  <inkml:trace contextRef="#ctx0" brushRef="#br0">13 1 12843 0 0,'-3'6'6881'0'0,"-7"9"-6986"0"0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1:03.576"/>
    </inkml:context>
    <inkml:brush xml:id="br0">
      <inkml:brushProperty name="width" value="0.1" units="cm"/>
      <inkml:brushProperty name="height" value="0.1" units="cm"/>
    </inkml:brush>
  </inkml:definitions>
  <inkml:trace contextRef="#ctx0" brushRef="#br0">78 1 6913 0 0,'-5'5'7428'0'0,"1"7"-4341"0"0,-1 24-3236 0 0,2-13 1201 0 0,-16 63 364 0 0,5-25-854 0 0,3 1 1 0 0,-5 69-1 0 0,16-125-494 0 0,0 0 0 0 0,0 0 1 0 0,0 0-1 0 0,1 0 0 0 0,0 0 0 0 0,0 0 1 0 0,2 7-1 0 0,-2-11-51 0 0,0-1-1 0 0,0 1 1 0 0,0-1 0 0 0,0 1 0 0 0,0-1 0 0 0,0 1-1 0 0,0-1 1 0 0,0 1 0 0 0,0-1 0 0 0,1 0 0 0 0,-1 0-1 0 0,0 1 1 0 0,1-1 0 0 0,-1 0 0 0 0,1 0 0 0 0,-1-1-1 0 0,1 1 1 0 0,0 0 0 0 0,-1 0 0 0 0,1-1 0 0 0,0 1-1 0 0,0-1 1 0 0,-1 0 0 0 0,1 1 0 0 0,0-1 0 0 0,0 0-1 0 0,3 0 1 0 0,23-1-53 0 0,-1-2 1 0 0,0-1-1 0 0,49-12 1 0 0,78-33-740 0 0,-111 31-531 0 0,-16 4-5099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1:03.792"/>
    </inkml:context>
    <inkml:brush xml:id="br0">
      <inkml:brushProperty name="width" value="0.1" units="cm"/>
      <inkml:brushProperty name="height" value="0.1" units="cm"/>
    </inkml:brush>
  </inkml:definitions>
  <inkml:trace contextRef="#ctx0" brushRef="#br0">117 21 920 0 0,'-2'-2'330'0'0,"1"0"-1"0"0,-1 1 1 0 0,1-1 0 0 0,-1 1-1 0 0,0-1 1 0 0,0 1 0 0 0,0-1-1 0 0,0 1 1 0 0,0 0-1 0 0,0 0 1 0 0,0 0 0 0 0,0 0-1 0 0,0 1 1 0 0,0-1 0 0 0,-1 0-1 0 0,1 1 1 0 0,0 0-1 0 0,-1-1 1 0 0,1 1 0 0 0,0 0-1 0 0,-1 0 1 0 0,1 0-1 0 0,-3 1 1 0 0,2-1 54 0 0,1 0 1 0 0,-1 0-1 0 0,0 1 0 0 0,1-1 0 0 0,-1 1 0 0 0,1-1 1 0 0,-1 1-1 0 0,1 0 0 0 0,-1 0 0 0 0,1 0 0 0 0,-1 0 1 0 0,1 1-1 0 0,0-1 0 0 0,0 1 0 0 0,0-1 1 0 0,0 1-1 0 0,0 0 0 0 0,0 0 0 0 0,0-1 0 0 0,-2 5 1 0 0,1 1 224 0 0,1-1 1 0 0,0 1-1 0 0,0 0 1 0 0,0 0-1 0 0,0 13 1 0 0,1 5 74 0 0,4 40 1 0 0,0-19-270 0 0,-3 64-200 0 0,0-41-556 0 0,9 90 0 0 0,-4-137-1462 0 0,-1-8-2825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1:04.202"/>
    </inkml:context>
    <inkml:brush xml:id="br0">
      <inkml:brushProperty name="width" value="0.1" units="cm"/>
      <inkml:brushProperty name="height" value="0.1" units="cm"/>
    </inkml:brush>
  </inkml:definitions>
  <inkml:trace contextRef="#ctx0" brushRef="#br0">20 130 6913 0 0,'-2'-1'36'0'0,"1"0"-1"0"0,0 0 0 0 0,-1 0 0 0 0,1 0 0 0 0,0 0 0 0 0,0 0 0 0 0,0 0 1 0 0,0-1-1 0 0,0 1 0 0 0,0 0 0 0 0,0-1 0 0 0,0 1 0 0 0,0 0 0 0 0,1-1 1 0 0,-1 1-1 0 0,0-1 0 0 0,1 0 0 0 0,-1 1 0 0 0,1-1 0 0 0,0 1 0 0 0,0-1 0 0 0,-1 0 1 0 0,1 1-1 0 0,1-3 0 0 0,-1 2 86 0 0,1-1-1 0 0,0 1 1 0 0,0 0-1 0 0,0 0 1 0 0,0-1 0 0 0,1 1-1 0 0,-1 0 1 0 0,0 0-1 0 0,1 0 1 0 0,0 0 0 0 0,-1 1-1 0 0,1-1 1 0 0,0 0 0 0 0,2-1-1 0 0,5-3 271 0 0,1 0 0 0 0,-1 0-1 0 0,1 1 1 0 0,0 0 0 0 0,0 1-1 0 0,12-3 1 0 0,3 0 929 0 0,0 2 1 0 0,36-4-1 0 0,-53 8-1066 0 0,0 0 1 0 0,0 1-1 0 0,0 1 1 0 0,0-1-1 0 0,0 1 1 0 0,0 0-1 0 0,0 1 1 0 0,0 0-1 0 0,0 0 1 0 0,0 1-1 0 0,12 6 1 0 0,-17-7-290 0 0,0 1 1 0 0,0-1 0 0 0,0 1-1 0 0,0 0 1 0 0,-1 0-1 0 0,0 0 1 0 0,1 0 0 0 0,-1 1-1 0 0,0-1 1 0 0,-1 0-1 0 0,1 1 1 0 0,-1 0-1 0 0,1-1 1 0 0,-1 1 0 0 0,0 0-1 0 0,0 0 1 0 0,-1-1-1 0 0,1 1 1 0 0,-1 0 0 0 0,0 5-1 0 0,0 12-406 0 0,-1 0 0 0 0,-5 32-1 0 0,2-30-85 0 0,0 13 14 0 0,2 0 1 0 0,1 0-1 0 0,1 0 1 0 0,2 1-1 0 0,2-2 1 0 0,1 1-1 0 0,2 0 0 0 0,20 60 1 0 0,-22-84-3946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1:04.428"/>
    </inkml:context>
    <inkml:brush xml:id="br0">
      <inkml:brushProperty name="width" value="0.1" units="cm"/>
      <inkml:brushProperty name="height" value="0.1" units="cm"/>
    </inkml:brush>
  </inkml:definitions>
  <inkml:trace contextRef="#ctx0" brushRef="#br0">1 116 7834 0 0,'0'-1'196'0'0,"0"0"1"0"0,0 1 0 0 0,1-1-1 0 0,-1 0 1 0 0,1 1 0 0 0,-1-1-1 0 0,0 0 1 0 0,1 1 0 0 0,-1-1-1 0 0,1 1 1 0 0,-1-1 0 0 0,1 1-1 0 0,0-1 1 0 0,-1 1 0 0 0,1-1-1 0 0,-1 1 1 0 0,1-1 0 0 0,0 1-1 0 0,-1 0 1 0 0,1-1-1 0 0,0 1 1 0 0,0 0 0 0 0,-1 0-1 0 0,2-1 1 0 0,25-11 2448 0 0,-24 11-2282 0 0,121-64 2890 0 0,-97 50-3980 0 0,-11 6-361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1:04.725"/>
    </inkml:context>
    <inkml:brush xml:id="br0">
      <inkml:brushProperty name="width" value="0.1" units="cm"/>
      <inkml:brushProperty name="height" value="0.1" units="cm"/>
    </inkml:brush>
  </inkml:definitions>
  <inkml:trace contextRef="#ctx0" brushRef="#br0">7 28 11058 0 0,'-1'-1'41'0'0,"1"1"-1"0"0,-1-1 0 0 0,0 0 0 0 0,1 1 0 0 0,-1-1 0 0 0,1 0 1 0 0,-1 0-1 0 0,1 0 0 0 0,0 1 0 0 0,-1-1 0 0 0,1 0 1 0 0,0 0-1 0 0,0 0 0 0 0,-1 0 0 0 0,1 0 0 0 0,0 0 1 0 0,0 0-1 0 0,0 0 0 0 0,0 0 0 0 0,0 1 0 0 0,0-1 1 0 0,0 0-1 0 0,1 0 0 0 0,-1-1 0 0 0,1 1 23 0 0,0 0-1 0 0,-1 1 1 0 0,1-1 0 0 0,0 1-1 0 0,0 0 1 0 0,0-1 0 0 0,-1 1 0 0 0,1 0-1 0 0,0-1 1 0 0,0 1 0 0 0,0 0-1 0 0,0 0 1 0 0,0 0 0 0 0,-1 0-1 0 0,1 0 1 0 0,0 0 0 0 0,0 0-1 0 0,0 0 1 0 0,1 0 0 0 0,5 1 545 0 0,0 0 0 0 0,-1 1 0 0 0,0-1 1 0 0,1 1-1 0 0,9 5 0 0 0,-2 2-184 0 0,0 0-1 0 0,-1 1 1 0 0,0 0-1 0 0,-1 1 0 0 0,0 1 1 0 0,-1 0-1 0 0,0 0 1 0 0,-1 1-1 0 0,-1 0 1 0 0,0 1-1 0 0,10 19 1 0 0,7 20 2 0 0,32 100 1 0 0,-56-149-387 0 0,14 47 40 0 0,-2 0 0 0 0,-2 1-1 0 0,-3 0 1 0 0,-2 1 0 0 0,-2 0 0 0 0,-2 0 0 0 0,-3 0 0 0 0,-2 0-1 0 0,-3 0 1 0 0,-17 84 0 0 0,9-83-1859 0 0,-3 0-1 0 0,-2-1 0 0 0,-29 60 1 0 0,28-73-5408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2.484"/>
    </inkml:context>
    <inkml:brush xml:id="br0">
      <inkml:brushProperty name="width" value="0.1" units="cm"/>
      <inkml:brushProperty name="height" value="0.1" units="cm"/>
      <inkml:brushProperty name="color" value="#008C3A"/>
    </inkml:brush>
  </inkml:definitions>
  <inkml:trace contextRef="#ctx0" brushRef="#br0">89 104 3681 0 0,'-22'-29'1321'0'0,"15"18"429"0"0,-1 0 1 0 0,0 1 0 0 0,-1 0 0 0 0,0 0-1 0 0,-17-13 1 0 0,46 76 827 0 0,0 14-2016 0 0,23 135 1 0 0,-16 74 496 0 0,-25-237-926 0 0,9 86 326 0 0,-9-107-472 0 0,2 0 0 0 0,0 0 1 0 0,1 0-1 0 0,12 28 0 0 0,-7-28-1319 0 0,-5-12-48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3.327"/>
    </inkml:context>
    <inkml:brush xml:id="br0">
      <inkml:brushProperty name="width" value="0.1" units="cm"/>
      <inkml:brushProperty name="height" value="0.1" units="cm"/>
      <inkml:brushProperty name="color" value="#008C3A"/>
    </inkml:brush>
  </inkml:definitions>
  <inkml:trace contextRef="#ctx0" brushRef="#br0">110 24 2761 0 0,'-9'-3'919'0'0,"1"0"0"0"0,-1 0 1 0 0,0 0-1 0 0,0 1 1 0 0,0 1-1 0 0,0-1 0 0 0,0 2 1 0 0,0-1-1 0 0,-13 2 1 0 0,86-8 1512 0 0,38 10-1677 0 0,150 25-1 0 0,-219-22-750 0 0,0 2 0 0 0,0 1 0 0 0,-2 2 0 0 0,1 0 0 0 0,-1 3 0 0 0,-1 0 0 0 0,0 2-1 0 0,41 30 1 0 0,-50-30-11 0 0,0 1 0 0 0,-2 1 0 0 0,0 1 0 0 0,-1 0-1 0 0,-1 2 1 0 0,-1 0 0 0 0,-1 0 0 0 0,-1 2 0 0 0,20 40-1 0 0,-31-56 35 0 0,-1 1 0 0 0,0-1 0 0 0,-1 0-1 0 0,0 1 1 0 0,0-1 0 0 0,0 0 0 0 0,-1 1-1 0 0,0-1 1 0 0,-1 1 0 0 0,0-1 0 0 0,0 1-1 0 0,0-1 1 0 0,-1 0 0 0 0,0 1 0 0 0,0-1-1 0 0,-1 0 1 0 0,0 0 0 0 0,0-1 0 0 0,-1 1-1 0 0,0-1 1 0 0,0 1 0 0 0,-9 9 0 0 0,-6 7 129 0 0,-2-2 0 0 0,0 0 0 0 0,-1-2 0 0 0,-36 25 1 0 0,13-13 350 0 0,-1-2-1 0 0,-53 23 1 0 0,-106 39 755 0 0,183-82-1176 0 0,-51 22-564 0 0,-2-4-1 0 0,-117 27 0 0 0,180-53-245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3.848"/>
    </inkml:context>
    <inkml:brush xml:id="br0">
      <inkml:brushProperty name="width" value="0.1" units="cm"/>
      <inkml:brushProperty name="height" value="0.1" units="cm"/>
      <inkml:brushProperty name="color" value="#008C3A"/>
    </inkml:brush>
  </inkml:definitions>
  <inkml:trace contextRef="#ctx0" brushRef="#br0">5 452 4145 0 0,'-1'-1'115'0'0,"1"1"0"0"0,-1-1 1 0 0,1 1-1 0 0,0 0 0 0 0,-1-1 0 0 0,1 1 0 0 0,0-1 1 0 0,0 1-1 0 0,-1-1 0 0 0,1 1 0 0 0,0-1 1 0 0,0 1-1 0 0,0-1 0 0 0,0 0 0 0 0,0 1 0 0 0,-1-1 1 0 0,1 1-1 0 0,0-1 0 0 0,0 1 0 0 0,0-1 1 0 0,1 1-1 0 0,-1-1 0 0 0,0 0 0 0 0,0 1 0 0 0,0-1 1 0 0,0 1-1 0 0,0-1 0 0 0,1 1 0 0 0,-1-1 1 0 0,0 1-1 0 0,0-1 0 0 0,1 1 0 0 0,-1-1 0 0 0,0 1 1 0 0,1-1-1 0 0,15-21 1104 0 0,-13 18-782 0 0,126-161 4569 0 0,4 1-5684 0 0,-90 111-1232 0 0,-23 29-2663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4.149"/>
    </inkml:context>
    <inkml:brush xml:id="br0">
      <inkml:brushProperty name="width" value="0.1" units="cm"/>
      <inkml:brushProperty name="height" value="0.1" units="cm"/>
      <inkml:brushProperty name="color" value="#008C3A"/>
    </inkml:brush>
  </inkml:definitions>
  <inkml:trace contextRef="#ctx0" brushRef="#br0">1 159 5985 0 0,'12'-8'4666'0'0,"14"-14"-2044"0"0,-24 20-2307 0 0,121-111-55 0 0,-107 99-1297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4.578"/>
    </inkml:context>
    <inkml:brush xml:id="br0">
      <inkml:brushProperty name="width" value="0.1" units="cm"/>
      <inkml:brushProperty name="height" value="0.1" units="cm"/>
      <inkml:brushProperty name="color" value="#008C3A"/>
    </inkml:brush>
  </inkml:definitions>
  <inkml:trace contextRef="#ctx0" brushRef="#br0">1 19 5985 0 0,'121'-9'7585'0'0,"0"-1"-4831"0"0,-107 10-3383 0 0,1 1 1 0 0,-1 0 0 0 0,0 1-1 0 0,0 1 1 0 0,0 0 0 0 0,20 8-1 0 0,-13-3-4495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4.892"/>
    </inkml:context>
    <inkml:brush xml:id="br0">
      <inkml:brushProperty name="width" value="0.1" units="cm"/>
      <inkml:brushProperty name="height" value="0.1" units="cm"/>
      <inkml:brushProperty name="color" value="#008C3A"/>
    </inkml:brush>
  </inkml:definitions>
  <inkml:trace contextRef="#ctx0" brushRef="#br0">0 0 10594 0 0,'35'1'1495'0'0,"0"1"1"0"0,0 1-1 0 0,0 2 0 0 0,43 13 0 0 0,-55-11-1978 0 0,0 1 0 0 0,34 17 0 0 0,-41-16-1061 0 0,0 0 0 0 0,0 1 0 0 0,26 23 0 0 0,-31-22-365 0 0,-2-2-10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5.162"/>
    </inkml:context>
    <inkml:brush xml:id="br0">
      <inkml:brushProperty name="width" value="0.1" units="cm"/>
      <inkml:brushProperty name="height" value="0.1" units="cm"/>
      <inkml:brushProperty name="color" value="#008C3A"/>
    </inkml:brush>
  </inkml:definitions>
  <inkml:trace contextRef="#ctx0" brushRef="#br0">0 1 13363 0 0,'21'0'1150'0'0,"-1"2"0"0"0,1 0 1 0 0,-1 1-1 0 0,0 1 0 0 0,22 7 0 0 0,-23-4-612 0 0,0 0-1 0 0,32 19 0 0 0,-35-16-1168 0 0,0 0 0 0 0,18 17-1 0 0,-21-16-1322 0 0,0 2-1 0 0,17 22 1 0 0,-16-15-4131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5.401"/>
    </inkml:context>
    <inkml:brush xml:id="br0">
      <inkml:brushProperty name="width" value="0.1" units="cm"/>
      <inkml:brushProperty name="height" value="0.1" units="cm"/>
      <inkml:brushProperty name="color" value="#008C3A"/>
    </inkml:brush>
  </inkml:definitions>
  <inkml:trace contextRef="#ctx0" brushRef="#br0">3 0 6449 0 0,'-2'3'577'0'0,"2"-1"-465"0"0,2 0-112 0 0,1 1 0 0 0,0 0 424 0 0,1 1 64 0 0,3 4 16 0 0,1 4 0 0 0,7 9 568 0 0,4 8 112 0 0,3 2 33 0 0,0 5-1 0 0,1 2-680 0 0,-1 4-136 0 0,1 3-24 0 0,6 15-3000 0 0,-2-9-593 0 0,2-9-120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6.403"/>
    </inkml:context>
    <inkml:brush xml:id="br0">
      <inkml:brushProperty name="width" value="0.1" units="cm"/>
      <inkml:brushProperty name="height" value="0.1" units="cm"/>
      <inkml:brushProperty name="color" value="#008C3A"/>
    </inkml:brush>
  </inkml:definitions>
  <inkml:trace contextRef="#ctx0" brushRef="#br0">64 190 1840 0 0,'-2'-12'430'0'0,"-1"-1"0"0"0,-1 1 0 0 0,0-1 0 0 0,0 1 0 0 0,-11-20 0 0 0,9 21 954 0 0,0-1 1 0 0,1 1-1 0 0,1-1 1 0 0,0-1-1 0 0,-3-24 3976 0 0,12 47-4090 0 0,4 18-675 0 0,19 413 659 0 0,-22-256-1111 0 0,3-34-919 0 0,6 0 0 0 0,53 231 0 0 0,-52-318-849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6.799"/>
    </inkml:context>
    <inkml:brush xml:id="br0">
      <inkml:brushProperty name="width" value="0.1" units="cm"/>
      <inkml:brushProperty name="height" value="0.1" units="cm"/>
      <inkml:brushProperty name="color" value="#008C3A"/>
    </inkml:brush>
  </inkml:definitions>
  <inkml:trace contextRef="#ctx0" brushRef="#br0">215 227 4145 0 0,'-43'-7'1741'0'0,"-61"-2"1"0"0,37 1 6583 0 0,67 8-8265 0 0,13-7 1246 0 0,16-4-497 0 0,689-154 2692 0 0,-689 160-3576 0 0,61-8-591 0 0,-81 12 286 0 0,1 1 0 0 0,0-1 0 0 0,-1 2 0 0 0,1 0 0 0 0,0 0 0 0 0,17 5 0 0 0,-12 0-988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7.115"/>
    </inkml:context>
    <inkml:brush xml:id="br0">
      <inkml:brushProperty name="width" value="0.1" units="cm"/>
      <inkml:brushProperty name="height" value="0.1" units="cm"/>
      <inkml:brushProperty name="color" value="#008C3A"/>
    </inkml:brush>
  </inkml:definitions>
  <inkml:trace contextRef="#ctx0" brushRef="#br0">16 1 4145 0 0,'-1'0'69'0'0,"1"0"0"0"0,-1 0 0 0 0,0 0 0 0 0,0 0 0 0 0,1 0 1 0 0,-1 0-1 0 0,0 0 0 0 0,1 0 0 0 0,-1 0 0 0 0,0 0 0 0 0,0 1 0 0 0,1-1 0 0 0,-1 0 1 0 0,0 0-1 0 0,1 1 0 0 0,-1-1 0 0 0,1 0 0 0 0,-1 1 0 0 0,0-1 0 0 0,1 1 0 0 0,-2 0 1 0 0,5 11 2186 0 0,0-9-1807 0 0,0 0 1 0 0,-1 0-1 0 0,1 0 1 0 0,0-1 0 0 0,1 1-1 0 0,5 3 1 0 0,158 72 6298 0 0,-109-53-5902 0 0,-1 2 0 0 0,62 40 0 0 0,79 76-701 0 0,-74-38-7900 0 0,-97-79 2252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7.369"/>
    </inkml:context>
    <inkml:brush xml:id="br0">
      <inkml:brushProperty name="width" value="0.1" units="cm"/>
      <inkml:brushProperty name="height" value="0.1" units="cm"/>
      <inkml:brushProperty name="color" value="#008C3A"/>
    </inkml:brush>
  </inkml:definitions>
  <inkml:trace contextRef="#ctx0" brushRef="#br0">197 1 10594 0 0,'-3'4'225'0'0,"1"1"0"0"0,-1-1 0 0 0,1 1 0 0 0,0 0 0 0 0,0 0 0 0 0,1 0 0 0 0,-1 0-1 0 0,0 10 1 0 0,-4 8 90 0 0,-37 109 1122 0 0,-71 224-2517 0 0,99-308-3728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7.687"/>
    </inkml:context>
    <inkml:brush xml:id="br0">
      <inkml:brushProperty name="width" value="0.1" units="cm"/>
      <inkml:brushProperty name="height" value="0.1" units="cm"/>
      <inkml:brushProperty name="color" value="#008C3A"/>
    </inkml:brush>
  </inkml:definitions>
  <inkml:trace contextRef="#ctx0" brushRef="#br0">1 5 7370 0 0,'-1'-1'47'0'0,"1"1"0"0"0,0 0 0 0 0,0 0 0 0 0,0 0 0 0 0,0 0 0 0 0,0 0 0 0 0,0 0 1 0 0,0-1-1 0 0,0 1 0 0 0,0 0 0 0 0,0 0 0 0 0,0 0 0 0 0,0 0 0 0 0,0 0 0 0 0,0-1 0 0 0,0 1 1 0 0,0 0-1 0 0,0 0 0 0 0,0 0 0 0 0,1-1 471 0 0,-1 1-471 0 0,1 0 0 0 0,-1-1 1 0 0,0 1-1 0 0,0 0 0 0 0,0 0 0 0 0,0 0 0 0 0,0 0 0 0 0,0 0 0 0 0,1 0 0 0 0,-1 0 1 0 0,0 0-1 0 0,0 0 0 0 0,0 0 0 0 0,0 0 0 0 0,0 0 0 0 0,1 0 0 0 0,-1 0 0 0 0,0 0 1 0 0,0 0-1 0 0,8 6 2297 0 0,7 13 950 0 0,-7-5-2475 0 0,-1 1 0 0 0,-1 0 0 0 0,0 1 0 0 0,-1 0-1 0 0,4 19 1 0 0,11 87 392 0 0,-15-83-977 0 0,15 165 467 0 0,-7 208 0 0 0,-2 1-475 0 0,-4-301-228 0 0,16 185-39 0 0,-21-280-725 0 0,-1-1 0 0 0,-1 23 1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9.162"/>
    </inkml:context>
    <inkml:brush xml:id="br0">
      <inkml:brushProperty name="width" value="0.1" units="cm"/>
      <inkml:brushProperty name="height" value="0.1" units="cm"/>
      <inkml:brushProperty name="color" value="#008C3A"/>
    </inkml:brush>
  </inkml:definitions>
  <inkml:trace contextRef="#ctx0" brushRef="#br0">23 3 7370 0 0,'-18'-2'663'0'0,"18"2"-622"0"0,0 0 0 0 0,-1 0 0 0 0,1 0 0 0 0,0 1 0 0 0,-1-1 0 0 0,1 0 0 0 0,0 0 0 0 0,0 0-1 0 0,-1 1 1 0 0,1-1 0 0 0,0 0 0 0 0,0 0 0 0 0,0 1 0 0 0,0-1 0 0 0,-1 0 0 0 0,1 0 0 0 0,0 1 0 0 0,0-1 0 0 0,0 0 0 0 0,0 1 0 0 0,0-1-1 0 0,0 0 1 0 0,0 0 0 0 0,-1 1 0 0 0,1-1 0 0 0,0 0 0 0 0,0 1 0 0 0,0-1 0 0 0,0 0 0 0 0,1 1 0 0 0,-1 2 174 0 0,1-1 1 0 0,0 1 0 0 0,0-1-1 0 0,0 1 1 0 0,0-1-1 0 0,1 0 1 0 0,-1 1-1 0 0,0-1 1 0 0,1 0 0 0 0,3 3-1 0 0,4 5 364 0 0,2 0 0 0 0,0-1 0 0 0,21 13 0 0 0,16 14 723 0 0,62 77 620 0 0,-59-57-2600 0 0,3-4-3784 0 0,-32-33-730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09.493"/>
    </inkml:context>
    <inkml:brush xml:id="br0">
      <inkml:brushProperty name="width" value="0.1" units="cm"/>
      <inkml:brushProperty name="height" value="0.1" units="cm"/>
      <inkml:brushProperty name="color" value="#008C3A"/>
    </inkml:brush>
  </inkml:definitions>
  <inkml:trace contextRef="#ctx0" brushRef="#br0">94 9 1840 0 0,'-20'-4'556'0'0,"17"3"-34"0"0,0 0 0 0 0,1 0 0 0 0,-1 1 0 0 0,0-1 0 0 0,1 1 0 0 0,-1 0-1 0 0,0 0 1 0 0,1 0 0 0 0,-6 0 0 0 0,33 30 3778 0 0,74 77-267 0 0,-85-89-3807 0 0,-1 1-1 0 0,0 0 0 0 0,-2 0 0 0 0,14 29 0 0 0,-25-46-203 0 0,1-1 0 0 0,-1 0 0 0 0,1 1 0 0 0,-1-1 0 0 0,1 1 0 0 0,-1-1 0 0 0,0 1-1 0 0,1-1 1 0 0,-1 1 0 0 0,0-1 0 0 0,0 1 0 0 0,0-1 0 0 0,0 1 0 0 0,-1 0 0 0 0,1-1 0 0 0,0 1 0 0 0,-1-1-1 0 0,1 0 1 0 0,-1 1 0 0 0,1-1 0 0 0,-1 1 0 0 0,0-1 0 0 0,1 0 0 0 0,-1 1 0 0 0,0-1 0 0 0,0 0-1 0 0,0 0 1 0 0,0 0 0 0 0,0 1 0 0 0,0-1 0 0 0,0 0 0 0 0,-1-1 0 0 0,1 1 0 0 0,0 0 0 0 0,-1 0-1 0 0,1 0 1 0 0,0-1 0 0 0,-1 1 0 0 0,1-1 0 0 0,-1 1 0 0 0,1-1 0 0 0,-2 1 0 0 0,-9 2 169 0 0,-1 0 0 0 0,1-1 1 0 0,-1-1-1 0 0,-14 1 1 0 0,12-1-125 0 0,-75 4-2723 0 0,56-2-3326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10.053"/>
    </inkml:context>
    <inkml:brush xml:id="br0">
      <inkml:brushProperty name="width" value="0.1" units="cm"/>
      <inkml:brushProperty name="height" value="0.1" units="cm"/>
      <inkml:brushProperty name="color" value="#008C3A"/>
    </inkml:brush>
  </inkml:definitions>
  <inkml:trace contextRef="#ctx0" brushRef="#br0">0 4 8754 0 0,'3'0'215'0'0,"0"-1"1"0"0,0 0 0 0 0,0 1-1 0 0,0-1 1 0 0,0 1 0 0 0,0 0-1 0 0,0 0 1 0 0,0 0-1 0 0,0 0 1 0 0,0 1 0 0 0,0-1-1 0 0,4 2 1 0 0,38 12 749 0 0,-41-12-812 0 0,18 7 57 0 0,-1 0 1 0 0,0 2-1 0 0,0 1 1 0 0,-1 0 0 0 0,0 2-1 0 0,-1 0 1 0 0,21 21-1 0 0,7 13 21 0 0,50 65 0 0 0,28 31-3412 0 0,-115-135-1137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10.337"/>
    </inkml:context>
    <inkml:brush xml:id="br0">
      <inkml:brushProperty name="width" value="0.1" units="cm"/>
      <inkml:brushProperty name="height" value="0.1" units="cm"/>
      <inkml:brushProperty name="color" value="#008C3A"/>
    </inkml:brush>
  </inkml:definitions>
  <inkml:trace contextRef="#ctx0" brushRef="#br0">190 42 2761 0 0,'0'-1'454'0'0,"-1"0"1"0"0,0-1-1 0 0,0 1 1 0 0,0-1-1 0 0,1 1 1 0 0,-1 0-1 0 0,1-1 1 0 0,-1 0 0 0 0,1 1-1 0 0,-1-1 1 0 0,1 1-1 0 0,0-1 1 0 0,0 1-1 0 0,0-1 1 0 0,0 0-1 0 0,0 1 1 0 0,0-1-1 0 0,1-2 1 0 0,-1 4-329 0 0,0-1 0 0 0,0 1 0 0 0,0-1 1 0 0,1 1-1 0 0,-1-1 0 0 0,0 1 0 0 0,0-1 0 0 0,0 1 0 0 0,1-1 1 0 0,-1 1-1 0 0,0-1 0 0 0,1 1 0 0 0,-1-1 0 0 0,0 1 0 0 0,1 0 1 0 0,-1-1-1 0 0,0 1 0 0 0,1 0 0 0 0,-1-1 0 0 0,1 1 0 0 0,-1 0 1 0 0,1 0-1 0 0,-1-1 0 0 0,1 1 0 0 0,-1 0 0 0 0,1 0 0 0 0,-1 0 1 0 0,1-1-1 0 0,-1 1 0 0 0,1 0 0 0 0,-1 0 0 0 0,1 0 0 0 0,-1 0 1 0 0,1 0-1 0 0,-1 0 0 0 0,1 0 0 0 0,-1 0 0 0 0,1 1 0 0 0,-1-1 1 0 0,1 0-1 0 0,-1 0 0 0 0,1 0 0 0 0,-1 0 0 0 0,1 1 0 0 0,-1-1 1 0 0,1 0-1 0 0,-1 1 0 0 0,1-1 0 0 0,-1 0 0 0 0,0 1 0 0 0,1-1 1 0 0,-1 0-1 0 0,1 1 0 0 0,-1-1 0 0 0,0 1 0 0 0,0-1 0 0 0,1 1 1 0 0,5 5 36 0 0,-1 0 0 0 0,0 1 0 0 0,0-1 1 0 0,-1 1-1 0 0,0 0 0 0 0,0 0 0 0 0,-1 0 0 0 0,0 1 1 0 0,0-1-1 0 0,0 1 0 0 0,-1 0 0 0 0,0 0 1 0 0,-1 0-1 0 0,0 0 0 0 0,0 0 0 0 0,0 8 1 0 0,-1 1-106 0 0,0 0 1 0 0,-2-1-1 0 0,1 1 1 0 0,-2-1-1 0 0,0 1 1 0 0,-10 28-1 0 0,6-28-18 0 0,0-1 0 0 0,-2-1 0 0 0,1 1 0 0 0,-2-1 0 0 0,0-1 0 0 0,-1 0-1 0 0,0 0 1 0 0,-1-1 0 0 0,0 0 0 0 0,-28 20 0 0 0,24-21-2170 0 0,0-1 0 0 0,-36 17-1 0 0,36-21-4718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11.246"/>
    </inkml:context>
    <inkml:brush xml:id="br0">
      <inkml:brushProperty name="width" value="0.1" units="cm"/>
      <inkml:brushProperty name="height" value="0.1" units="cm"/>
      <inkml:brushProperty name="color" value="#008C3A"/>
    </inkml:brush>
  </inkml:definitions>
  <inkml:trace contextRef="#ctx0" brushRef="#br0">8 42 8754 0 0,'-1'-1'157'0'0,"0"0"-1"0"0,1-1 1 0 0,-1 1 0 0 0,0 0 0 0 0,0-1 0 0 0,1 1-1 0 0,-1-1 1 0 0,1 1 0 0 0,-1-1 0 0 0,1 1-1 0 0,0-1 1 0 0,0 1 0 0 0,0-1 0 0 0,-1 0 0 0 0,2-1-1 0 0,-1 2-46 0 0,0 0 0 0 0,0 0 0 0 0,0 1 0 0 0,1-1 0 0 0,-1 0-1 0 0,0 0 1 0 0,1 1 0 0 0,-1-1 0 0 0,1 0 0 0 0,-1 1 0 0 0,1-1 0 0 0,-1 0 0 0 0,1 1-1 0 0,0-1 1 0 0,-1 1 0 0 0,1-1 0 0 0,-1 1 0 0 0,1-1 0 0 0,0 1 0 0 0,0-1-1 0 0,0 1 1 0 0,1-1 12 0 0,0 1 0 0 0,0-1 0 0 0,0 1 0 0 0,0 0 0 0 0,0-1 0 0 0,1 1 0 0 0,-1 0 0 0 0,0 0 0 0 0,0 1 0 0 0,0-1-1 0 0,0 0 1 0 0,0 1 0 0 0,0-1 0 0 0,0 1 0 0 0,0 0 0 0 0,-1-1 0 0 0,1 1 0 0 0,0 0 0 0 0,0 0 0 0 0,0 0 0 0 0,-1 1 0 0 0,3 0 0 0 0,0 3 48 0 0,1 0 1 0 0,-1 1 0 0 0,1-1 0 0 0,-1 1 0 0 0,-1 0-1 0 0,1 0 1 0 0,-1 0 0 0 0,-1 0 0 0 0,1 1 0 0 0,-1-1-1 0 0,3 11 1 0 0,1 12 211 0 0,5 38 0 0 0,-9-48-248 0 0,8 110-26 0 0,-7-74-79 0 0,11 60-1 0 0,-12-107 10 0 0,-1 0 0 0 0,1 0 0 0 0,1 0 0 0 0,0-1 0 0 0,0 1 0 0 0,0-1 0 0 0,5 8 0 0 0,-6-12-23 0 0,-1-1 0 0 0,1 0-1 0 0,0 0 1 0 0,0 0 0 0 0,0 0 0 0 0,0 0-1 0 0,0 0 1 0 0,0-1 0 0 0,1 1 0 0 0,-1-1 0 0 0,1 1-1 0 0,-1-1 1 0 0,1 0 0 0 0,-1 0 0 0 0,1 0 0 0 0,0 0-1 0 0,-1-1 1 0 0,1 1 0 0 0,0-1 0 0 0,0 1 0 0 0,-1-1-1 0 0,1 0 1 0 0,0 0 0 0 0,3-1 0 0 0,19-3 218 0 0,0-2 1 0 0,0-1 0 0 0,-1 0 0 0 0,44-21-1 0 0,15-5-233 0 0,11 6-927 0 0,-31 12-2594 0 0,-40 10-2763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11.618"/>
    </inkml:context>
    <inkml:brush xml:id="br0">
      <inkml:brushProperty name="width" value="0.1" units="cm"/>
      <inkml:brushProperty name="height" value="0.1" units="cm"/>
      <inkml:brushProperty name="color" value="#008C3A"/>
    </inkml:brush>
  </inkml:definitions>
  <inkml:trace contextRef="#ctx0" brushRef="#br0">1 20 5065 0 0,'0'-1'74'0'0,"0"0"-1"0"0,0 0 1 0 0,0 0 0 0 0,0 0 0 0 0,0 0-1 0 0,0 0 1 0 0,0 0 0 0 0,0 0-1 0 0,1 0 1 0 0,-1 0 0 0 0,0 0 0 0 0,1 0-1 0 0,-1 0 1 0 0,0 0 0 0 0,1 1-1 0 0,0-1 1 0 0,0-1 0 0 0,0 1 63 0 0,-1 1 0 0 0,0 0 0 0 0,1 0 1 0 0,-1 0-1 0 0,1-1 0 0 0,-1 1 0 0 0,1 0 0 0 0,-1 0 0 0 0,1 0 1 0 0,-1 0-1 0 0,1 0 0 0 0,-1 0 0 0 0,1 0 0 0 0,-1 0 0 0 0,0 0 1 0 0,1 0-1 0 0,-1 0 0 0 0,1 0 0 0 0,-1 1 0 0 0,1-1 1 0 0,-1 0-1 0 0,1 0 0 0 0,-1 0 0 0 0,1 1 0 0 0,-1-1 0 0 0,3 2 265 0 0,-1-1 0 0 0,0 1-1 0 0,0 0 1 0 0,0 0-1 0 0,0 0 1 0 0,0 0 0 0 0,-1 0-1 0 0,1 0 1 0 0,-1 0 0 0 0,1 0-1 0 0,1 5 1 0 0,5 17 51 0 0,-1 1 0 0 0,-1-1 0 0 0,-1 1 0 0 0,-1 0 0 0 0,1 46 0 0 0,-14 126-3014 0 0,7-173 1205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11.808"/>
    </inkml:context>
    <inkml:brush xml:id="br0">
      <inkml:brushProperty name="width" value="0.1" units="cm"/>
      <inkml:brushProperty name="height" value="0.1" units="cm"/>
      <inkml:brushProperty name="color" value="#008C3A"/>
    </inkml:brush>
  </inkml:definitions>
  <inkml:trace contextRef="#ctx0" brushRef="#br0">4 224 5065 0 0,'-1'-4'72'0'0,"0"1"0"0"0,0-1 0 0 0,1 0-1 0 0,0 0 1 0 0,-1 0 0 0 0,1 0 0 0 0,1 0 0 0 0,-1 0-1 0 0,1 0 1 0 0,-1 0 0 0 0,1 0 0 0 0,0 1 0 0 0,0-1 0 0 0,2-3-1 0 0,2 0 419 0 0,-1 0 0 0 0,1 0 0 0 0,0 1-1 0 0,0 0 1 0 0,12-11 0 0 0,-4 5-143 0 0,1 0 0 0 0,0 0 0 0 0,1 2 1 0 0,0 0-1 0 0,1 0 0 0 0,0 2 1 0 0,0 0-1 0 0,1 0 0 0 0,0 2 1 0 0,0 0-1 0 0,24-4 0 0 0,-19 11-4174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12.003"/>
    </inkml:context>
    <inkml:brush xml:id="br0">
      <inkml:brushProperty name="width" value="0.1" units="cm"/>
      <inkml:brushProperty name="height" value="0.1" units="cm"/>
      <inkml:brushProperty name="color" value="#008C3A"/>
    </inkml:brush>
  </inkml:definitions>
  <inkml:trace contextRef="#ctx0" brushRef="#br0">0 147 5529 0 0,'90'-49'1169'0'0,"-28"16"-521"0"0,-38 19-553 0 0,-15 7-366 0 0,1 1 0 0 0,0 0 0 0 0,0 0 0 0 0,1 1 0 0 0,-1 1 0 0 0,1-1 0 0 0,0 2 1 0 0,0 0-1 0 0,16-3 0 0 0,-26 6 230 0 0,-1 0 1 0 0,0 0 0 0 0,1 0 0 0 0,-1 0 0 0 0,1 0-1 0 0,-1 0 1 0 0,0 0 0 0 0,1 0 0 0 0,-1 0-1 0 0,1 0 1 0 0,-1 1 0 0 0,0-1 0 0 0,1 0-1 0 0,-1 0 1 0 0,0 0 0 0 0,1 0 0 0 0,-1 1 0 0 0,0-1-1 0 0,1 0 1 0 0,-1 0 0 0 0,0 1 0 0 0,1-1-1 0 0,-1 0 1 0 0,0 0 0 0 0,0 1 0 0 0,1-1-1 0 0,-1 0 1 0 0,0 1 0 0 0,0-1 0 0 0,0 0 0 0 0,0 1-1 0 0,1-1 1 0 0,-1 0 0 0 0,0 1 0 0 0,0-1-1 0 0,0 1 1 0 0,0-1 0 0 0,0 0 0 0 0,0 1-1 0 0,0-1 1 0 0,0 1 0 0 0,0-1 0 0 0,0 0 0 0 0,0 1-1 0 0,0-1 1 0 0,0 1 0 0 0,0-1 0 0 0,-1 0-1 0 0,1 1 1 0 0,0-1 0 0 0,0 0 0 0 0,0 1-1 0 0,0-1 1 0 0,-1 0 0 0 0,1 1 0 0 0,0-1 0 0 0,0 0-1 0 0,-1 0 1 0 0,1 1 0 0 0,0-1 0 0 0,-1 0-1 0 0,1 0 1 0 0,0 1 0 0 0,-1-1 0 0 0,1 0-1 0 0,-8 6-19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12.140"/>
    </inkml:context>
    <inkml:brush xml:id="br0">
      <inkml:brushProperty name="width" value="0.1" units="cm"/>
      <inkml:brushProperty name="height" value="0.1" units="cm"/>
      <inkml:brushProperty name="color" value="#008C3A"/>
    </inkml:brush>
  </inkml:definitions>
  <inkml:trace contextRef="#ctx0" brushRef="#br0">0 127 2761 0 0,'5'1'312'0'0,"-1"-1"1"0"0,0 0 0 0 0,1 1 0 0 0,-1-2 0 0 0,1 1-1 0 0,-1-1 1 0 0,1 1 0 0 0,-1-1 0 0 0,0 0 0 0 0,0-1-1 0 0,6-1 1 0 0,3-1 130 0 0,133-41 2742 0 0,-4-12-7376 0 0,-113 43 2705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12.342"/>
    </inkml:context>
    <inkml:brush xml:id="br0">
      <inkml:brushProperty name="width" value="0.1" units="cm"/>
      <inkml:brushProperty name="height" value="0.1" units="cm"/>
      <inkml:brushProperty name="color" value="#008C3A"/>
    </inkml:brush>
  </inkml:definitions>
  <inkml:trace contextRef="#ctx0" brushRef="#br0">1 1 7834 0 0,'0'0'602'0'0,"0"22"1196"0"0,5 115 3832 0 0,19 67-4577 0 0,-12-134-2273 0 0,2-25-3699 0 0,-5-23 262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12.617"/>
    </inkml:context>
    <inkml:brush xml:id="br0">
      <inkml:brushProperty name="width" value="0.1" units="cm"/>
      <inkml:brushProperty name="height" value="0.1" units="cm"/>
      <inkml:brushProperty name="color" value="#008C3A"/>
    </inkml:brush>
  </inkml:definitions>
  <inkml:trace contextRef="#ctx0" brushRef="#br0">0 48 5065 0 0,'0'-1'126'0'0,"1"0"-1"0"0,-1 0 1 0 0,1 0 0 0 0,-1 0 0 0 0,1 0-1 0 0,-1 0 1 0 0,1 0 0 0 0,0 0-1 0 0,-1 0 1 0 0,1 0 0 0 0,0 0-1 0 0,0 0 1 0 0,-1 1 0 0 0,1-1-1 0 0,0 0 1 0 0,0 1 0 0 0,0-1-1 0 0,0 0 1 0 0,0 1 0 0 0,0-1 0 0 0,0 1-1 0 0,0 0 1 0 0,2-1 0 0 0,28-13 1042 0 0,-21 11-877 0 0,0 0 0 0 0,0 0 0 0 0,1 1-1 0 0,-1 1 1 0 0,0-1 0 0 0,1 2 0 0 0,-1-1 0 0 0,1 2 0 0 0,-1-1 0 0 0,1 1 0 0 0,-1 1-1 0 0,0 0 1 0 0,0 0 0 0 0,1 1 0 0 0,-2 0 0 0 0,1 1 0 0 0,0 0 0 0 0,-1 1 0 0 0,0 0-1 0 0,0 0 1 0 0,0 1 0 0 0,12 11 0 0 0,-12-10-181 0 0,-2 1 1 0 0,1 0-1 0 0,-1 0 0 0 0,-1 1 0 0 0,1 0 1 0 0,-1 0-1 0 0,-1 1 0 0 0,0 0 0 0 0,0 0 1 0 0,-1 0-1 0 0,0 0 0 0 0,-1 1 0 0 0,4 20 1 0 0,-5-9-99 0 0,-1 1 1 0 0,0-1-1 0 0,-2 1 1 0 0,0-1 0 0 0,-2 1-1 0 0,0-1 1 0 0,-2 0-1 0 0,0 0 1 0 0,-1-1-1 0 0,-2 1 1 0 0,0-1 0 0 0,-1-1-1 0 0,-1 0 1 0 0,-1 0-1 0 0,0-1 1 0 0,-2 0-1 0 0,0-1 1 0 0,-1 0 0 0 0,-1-1-1 0 0,-23 20 1 0 0,20-23-436 0 0,2-4-170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13.317"/>
    </inkml:context>
    <inkml:brush xml:id="br0">
      <inkml:brushProperty name="width" value="0.1" units="cm"/>
      <inkml:brushProperty name="height" value="0.1" units="cm"/>
      <inkml:brushProperty name="color" value="#008C3A"/>
    </inkml:brush>
  </inkml:definitions>
  <inkml:trace contextRef="#ctx0" brushRef="#br0">34 35 9674 0 0,'-22'-21'654'0'0,"11"8"4460"0"0,27 35-1816 0 0,-1 6-2921 0 0,-2 1-1 0 0,-1 0 1 0 0,-1 1 0 0 0,-1 0-1 0 0,6 37 1 0 0,-3-18-180 0 0,55 174-7107 0 0,-80-226 3273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13.584"/>
    </inkml:context>
    <inkml:brush xml:id="br0">
      <inkml:brushProperty name="width" value="0.1" units="cm"/>
      <inkml:brushProperty name="height" value="0.1" units="cm"/>
      <inkml:brushProperty name="color" value="#008C3A"/>
    </inkml:brush>
  </inkml:definitions>
  <inkml:trace contextRef="#ctx0" brushRef="#br0">9 126 4145 0 0,'-2'-2'3'0'0,"1"0"-1"0"0,0 0 1 0 0,1 0 0 0 0,-1 0 0 0 0,0-1-1 0 0,0 1 1 0 0,1 0 0 0 0,-1 0-1 0 0,1 0 1 0 0,0-1 0 0 0,0 1 0 0 0,0 0-1 0 0,0 0 1 0 0,0-1 0 0 0,0 1 0 0 0,1 0-1 0 0,-1 0 1 0 0,2-3 0 0 0,-1 1 176 0 0,1 0 0 0 0,0 1 0 0 0,0 0 0 0 0,0-1 0 0 0,0 1 0 0 0,1 0 0 0 0,-1 0-1 0 0,1 0 1 0 0,0 1 0 0 0,3-4 0 0 0,2 0 484 0 0,0 1 0 0 0,1 0 0 0 0,0 1 0 0 0,-1 0 0 0 0,1 0 0 0 0,1 1 0 0 0,-1 0-1 0 0,0 0 1 0 0,1 1 0 0 0,-1 0 0 0 0,1 1 0 0 0,17 0 0 0 0,-12 0-285 0 0,0 2 1 0 0,1 0 0 0 0,-1 1-1 0 0,0 0 1 0 0,0 1 0 0 0,-1 1-1 0 0,23 8 1 0 0,-34-11-371 0 0,0 0 0 0 0,1 1-1 0 0,-1-1 1 0 0,0 1 0 0 0,1 0 0 0 0,-1 0 0 0 0,0 0 0 0 0,0 0 0 0 0,0 0-1 0 0,-1 1 1 0 0,1-1 0 0 0,-1 1 0 0 0,1 0 0 0 0,-1 0 0 0 0,0 0 0 0 0,0 0 0 0 0,0 0-1 0 0,0 0 1 0 0,-1 0 0 0 0,1 1 0 0 0,-1-1 0 0 0,0 1 0 0 0,0-1 0 0 0,0 1 0 0 0,-1-1-1 0 0,1 1 1 0 0,-1 0 0 0 0,1-1 0 0 0,-1 1 0 0 0,-1 0 0 0 0,1-1 0 0 0,0 1-1 0 0,-1 0 1 0 0,0-1 0 0 0,0 1 0 0 0,-2 6 0 0 0,-2 0-25 0 0,0 1 1 0 0,0-1-1 0 0,-1 0 0 0 0,0 0 1 0 0,-1 0-1 0 0,0-1 0 0 0,0 0 1 0 0,-1-1-1 0 0,0 0 0 0 0,-15 11 1 0 0,7-6 12 0 0,-1-2 0 0 0,-25 13 0 0 0,34-20-73 0 0,0 0 1 0 0,0-1-1 0 0,0 0 0 0 0,0-1 1 0 0,0 1-1 0 0,-1-2 1 0 0,1 1-1 0 0,-11 0 0 0 0,8-3-739 0 0,2-2-231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13.918"/>
    </inkml:context>
    <inkml:brush xml:id="br0">
      <inkml:brushProperty name="width" value="0.1" units="cm"/>
      <inkml:brushProperty name="height" value="0.1" units="cm"/>
      <inkml:brushProperty name="color" value="#008C3A"/>
    </inkml:brush>
  </inkml:definitions>
  <inkml:trace contextRef="#ctx0" brushRef="#br0">32 5 3225 0 0,'4'-2'-270'0'0,"-3"2"560"0"0,0-1-1 0 0,0 1 1 0 0,0 0-1 0 0,0-1 1 0 0,0 1 0 0 0,0 0-1 0 0,0 0 1 0 0,0-1 0 0 0,0 1-1 0 0,0 0 1 0 0,0 0 0 0 0,0 0-1 0 0,0 0 1 0 0,0 0 0 0 0,0 1-1 0 0,0-1 1 0 0,0 0-1 0 0,0 0 1 0 0,0 1 0 0 0,0-1-1 0 0,-1 0 1 0 0,1 1 0 0 0,0-1-1 0 0,0 1 1 0 0,0-1 0 0 0,0 1-1 0 0,0 0 1 0 0,-1-1 0 0 0,1 1-1 0 0,0 0 1 0 0,-1-1-1 0 0,1 1 1 0 0,0 1 0 0 0,3 2 126 0 0,-1 0 0 0 0,0 1 0 0 0,-1 0 1 0 0,1-1-1 0 0,-1 1 0 0 0,0 0 0 0 0,0 0 1 0 0,0 0-1 0 0,-1 1 0 0 0,1-1 1 0 0,-1 0-1 0 0,-1 0 0 0 0,1 1 0 0 0,-1-1 1 0 0,0 1-1 0 0,0-1 0 0 0,-1 7 0 0 0,-2 11-119 0 0,0 0-1 0 0,-11 34 1 0 0,-5 10-596 0 0,1-3-3386 0 0,-17 104 0 0 0,33-147 2180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14.884"/>
    </inkml:context>
    <inkml:brush xml:id="br0">
      <inkml:brushProperty name="width" value="0.1" units="cm"/>
      <inkml:brushProperty name="height" value="0.1" units="cm"/>
      <inkml:brushProperty name="color" value="#008C3A"/>
    </inkml:brush>
  </inkml:definitions>
  <inkml:trace contextRef="#ctx0" brushRef="#br0">18 1 920 0 0,'-18'0'3159'0'0,"26"-1"-30"0"0,31 2-618 0 0,8 8-1229 0 0,0 1 0 0 0,64 24-1 0 0,-82-23-1104 0 0,0 1 0 0 0,-1 2-1 0 0,-1 0 1 0 0,46 34-1 0 0,-68-45-179 0 0,0 1 0 0 0,0 1 0 0 0,0-1 0 0 0,-1 1 0 0 0,1 0 0 0 0,-1 0-1 0 0,0 0 1 0 0,-1 0 0 0 0,1 1 0 0 0,-1 0 0 0 0,0 0 0 0 0,4 11 0 0 0,-6-13 42 0 0,-1 0 0 0 0,1 1 0 0 0,-1-1 0 0 0,1 1 0 0 0,-1-1 0 0 0,-1 0 1 0 0,1 1-1 0 0,0-1 0 0 0,-1 0 0 0 0,0 1 0 0 0,0-1 0 0 0,-1 0 0 0 0,1 0 0 0 0,-1 0 0 0 0,0 0 0 0 0,0 0 0 0 0,0 0 0 0 0,0 0 0 0 0,-5 5 1 0 0,-6 8 336 0 0,-1-2 1 0 0,-1 1-1 0 0,-1-2 1 0 0,0 0 0 0 0,0 0-1 0 0,-1-2 1 0 0,-21 12 0 0 0,26-17-160 0 0,1-1 0 0 0,-1 0 1 0 0,0-1-1 0 0,-1-1 1 0 0,1 0-1 0 0,-1 0 1 0 0,0-1-1 0 0,0 0 1 0 0,0-2-1 0 0,0 1 1 0 0,-1-2-1 0 0,-19 0 0 0 0,27-1-583 0 0,0-1 0 0 0,0 1-1 0 0,0-1 1 0 0,1 0 0 0 0,-1 0-1 0 0,0-1 1 0 0,1 0 0 0 0,-1 0-1 0 0,-9-7 1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21.834"/>
    </inkml:context>
    <inkml:brush xml:id="br0">
      <inkml:brushProperty name="width" value="0.1" units="cm"/>
      <inkml:brushProperty name="height" value="0.1" units="cm"/>
      <inkml:brushProperty name="color" value="#008C3A"/>
    </inkml:brush>
  </inkml:definitions>
  <inkml:trace contextRef="#ctx0" brushRef="#br0">8 3 6913 0 0,'-8'-2'2840'0'0,"14"3"-423"0"0,21 12-1088 0 0,-22-8-1158 0 0,0 1 0 0 0,0-1 1 0 0,0 1-1 0 0,0 0 0 0 0,-1 1 0 0 0,0-1 1 0 0,-1 1-1 0 0,1-1 0 0 0,-1 1 0 0 0,2 9 1 0 0,4 12 298 0 0,5 35 1 0 0,-12-55-441 0 0,14 94 338 0 0,4 203-1 0 0,6 51 124 0 0,7-158-5726 0 0,-27-164-68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22.232"/>
    </inkml:context>
    <inkml:brush xml:id="br0">
      <inkml:brushProperty name="width" value="0.1" units="cm"/>
      <inkml:brushProperty name="height" value="0.1" units="cm"/>
      <inkml:brushProperty name="color" value="#008C3A"/>
    </inkml:brush>
  </inkml:definitions>
  <inkml:trace contextRef="#ctx0" brushRef="#br0">66 180 5065 0 0,'-65'2'4434'0'0,"109"-19"-579"0"0,38 1-2719 0 0,0 4 1 0 0,159-2-1 0 0,-31 4 25 0 0,-48-5-1168 0 0,246-56 0 0 0,-296 46-1135 0 0,-101 24 49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22.517"/>
    </inkml:context>
    <inkml:brush xml:id="br0">
      <inkml:brushProperty name="width" value="0.1" units="cm"/>
      <inkml:brushProperty name="height" value="0.1" units="cm"/>
      <inkml:brushProperty name="color" value="#008C3A"/>
    </inkml:brush>
  </inkml:definitions>
  <inkml:trace contextRef="#ctx0" brushRef="#br0">27 23 4609 0 0,'-24'-14'1290'0'0,"23"14"-1234"0"0,1-1 0 0 0,0 1 1 0 0,0 0-1 0 0,0 0 0 0 0,0 0 0 0 0,-1 0 1 0 0,1 0-1 0 0,0 0 0 0 0,0-1 1 0 0,0 1-1 0 0,0 0 0 0 0,0 0 1 0 0,0 0-1 0 0,0 0 0 0 0,0-1 1 0 0,0 1-1 0 0,-1 0 0 0 0,1 0 0 0 0,0 0 1 0 0,0-1-1 0 0,0 1 0 0 0,0 0 1 0 0,0 0-1 0 0,0 0 0 0 0,0 0 1 0 0,0-1-1 0 0,0 1 0 0 0,0 0 0 0 0,0 0 1 0 0,0 0-1 0 0,1-1 0 0 0,-1 1 1 0 0,0 0-1 0 0,0 0 0 0 0,0 0 1 0 0,0 0-1 0 0,0-1 0 0 0,0 1 1 0 0,0 0-1 0 0,1 0 0 0 0,15-2 2451 0 0,2 5-1956 0 0,-1 1-1 0 0,0 1 0 0 0,1 1 1 0 0,-2 0-1 0 0,1 1 0 0 0,-1 1 1 0 0,20 13-1 0 0,7 1 144 0 0,385 161-292 0 0,-388-169-1388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22.745"/>
    </inkml:context>
    <inkml:brush xml:id="br0">
      <inkml:brushProperty name="width" value="0.1" units="cm"/>
      <inkml:brushProperty name="height" value="0.1" units="cm"/>
      <inkml:brushProperty name="color" value="#008C3A"/>
    </inkml:brush>
  </inkml:definitions>
  <inkml:trace contextRef="#ctx0" brushRef="#br0">415 0 7370 0 0,'-4'2'279'0'0,"0"0"0"0"0,0 1-1 0 0,1-1 1 0 0,-1 1 0 0 0,1 0 0 0 0,0 0 0 0 0,0 0 0 0 0,0 0 0 0 0,0 0 0 0 0,-4 7 0 0 0,-24 44 1724 0 0,17-29-1473 0 0,-242 357 1801 0 0,236-354-2502 0 0,-18 31-2097 0 0,24-34-2473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23.154"/>
    </inkml:context>
    <inkml:brush xml:id="br0">
      <inkml:brushProperty name="width" value="0.1" units="cm"/>
      <inkml:brushProperty name="height" value="0.1" units="cm"/>
      <inkml:brushProperty name="color" value="#008C3A"/>
    </inkml:brush>
  </inkml:definitions>
  <inkml:trace contextRef="#ctx0" brushRef="#br0">2 62 1840 0 0,'-1'-34'2774'0'0,"1"33"-2386"0"0,0 0 0 0 0,0-1 0 0 0,0 1 0 0 0,0 0 0 0 0,0 0 0 0 0,0-1 0 0 0,0 1 0 0 0,1 0 1 0 0,-1-1-1 0 0,1 1 0 0 0,-1 0 0 0 0,1 0 0 0 0,-1-1 0 0 0,1 1 0 0 0,0 0 0 0 0,-1 0 0 0 0,1 0 0 0 0,0 0 0 0 0,0 0 0 0 0,0 0 0 0 0,0 0 0 0 0,1-1 0 0 0,-2 3-241 0 0,1-1-1 0 0,0 0 1 0 0,-1 0-1 0 0,1 1 1 0 0,-1-1 0 0 0,1 0-1 0 0,-1 1 1 0 0,1-1 0 0 0,-1 1-1 0 0,1-1 1 0 0,-1 0 0 0 0,1 1-1 0 0,-1-1 1 0 0,1 1 0 0 0,-1-1-1 0 0,0 1 1 0 0,1 0 0 0 0,-1-1-1 0 0,0 1 1 0 0,0-1 0 0 0,1 1-1 0 0,-1-1 1 0 0,0 1-1 0 0,0 0 1 0 0,0-1 0 0 0,0 2-1 0 0,6 20 601 0 0,-6-20-605 0 0,51 347 2267 0 0,-28-166-2128 0 0,27 112 177 0 0,13 109-7 0 0,-50-306-974 0 0,37 132 0 0 0,-44-207-2765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23.897"/>
    </inkml:context>
    <inkml:brush xml:id="br0">
      <inkml:brushProperty name="width" value="0.1" units="cm"/>
      <inkml:brushProperty name="height" value="0.1" units="cm"/>
      <inkml:brushProperty name="color" value="#008C3A"/>
    </inkml:brush>
  </inkml:definitions>
  <inkml:trace contextRef="#ctx0" brushRef="#br0">1 97 1376 0 0,'0'-3'-246'0'0,"14"-21"5605"0"0,1 21-670 0 0,2 4-4746 0 0,-17-1 56 0 0,35-1 757 0 0,1-2 1 0 0,-1-1 0 0 0,50-12-1 0 0,-12 3 163 0 0,24-1 22 0 0,112-2 1 0 0,-4 21-4434 0 0,-162-2-1498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24.514"/>
    </inkml:context>
    <inkml:brush xml:id="br0">
      <inkml:brushProperty name="width" value="0.1" units="cm"/>
      <inkml:brushProperty name="height" value="0.1" units="cm"/>
      <inkml:brushProperty name="color" value="#008C3A"/>
    </inkml:brush>
  </inkml:definitions>
  <inkml:trace contextRef="#ctx0" brushRef="#br0">354 21 8290 0 0,'7'-19'3713'0'0,"-7"18"-3673"0"0,-1 1 1 0 0,1 0-1 0 0,0 0 1 0 0,0 0-1 0 0,-1 0 1 0 0,1 0-1 0 0,0 0 1 0 0,0 0 0 0 0,-1 0-1 0 0,1 0 1 0 0,0 0-1 0 0,0 0 1 0 0,-1 0-1 0 0,1 0 1 0 0,0 0-1 0 0,0 0 1 0 0,-1 0 0 0 0,1 0-1 0 0,0 0 1 0 0,0 0-1 0 0,-1 0 1 0 0,1 0-1 0 0,0 0 1 0 0,0 0-1 0 0,0 1 1 0 0,-1-1-1 0 0,1 0 1 0 0,0 0 0 0 0,0 0-1 0 0,0 0 1 0 0,-1 1-1 0 0,1-1 1 0 0,0 0-1 0 0,0 0 1 0 0,0 0-1 0 0,0 1 1 0 0,-1-1-1 0 0,-31 31 149 0 0,23-21 162 0 0,-130 127 495 0 0,-16 14-1213 0 0,138-138-1906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24.890"/>
    </inkml:context>
    <inkml:brush xml:id="br0">
      <inkml:brushProperty name="width" value="0.1" units="cm"/>
      <inkml:brushProperty name="height" value="0.1" units="cm"/>
      <inkml:brushProperty name="color" value="#008C3A"/>
    </inkml:brush>
  </inkml:definitions>
  <inkml:trace contextRef="#ctx0" brushRef="#br0">172 56 976 0 0,'1'-1'29'0'0,"1"-1"0"0"0,-1 1 0 0 0,0-1 0 0 0,0 1-1 0 0,0-1 1 0 0,0 0 0 0 0,0 1 0 0 0,0-1 0 0 0,-1 0 0 0 0,1 0 0 0 0,0 0-1 0 0,-1 1 1 0 0,1-5 0 0 0,-1 5 3 0 0,0 1-1 0 0,0-1 1 0 0,0 1-1 0 0,-1-1 1 0 0,1 0-1 0 0,0 1 1 0 0,0-1-1 0 0,-1 1 1 0 0,1-1-1 0 0,0 1 1 0 0,-1-1-1 0 0,1 1 1 0 0,0-1-1 0 0,-1 1 1 0 0,1 0-1 0 0,-1-1 1 0 0,1 1-1 0 0,-1-1 1 0 0,1 1-1 0 0,-1 0 1 0 0,1-1 0 0 0,-1 1-1 0 0,1 0 1 0 0,-1 0-1 0 0,1 0 1 0 0,-1-1-1 0 0,0 1 1 0 0,0 0-1 0 0,-3-1 126 0 0,-1 1 1 0 0,0 0-1 0 0,1 0 0 0 0,-1 0 0 0 0,1 1 0 0 0,-1-1 1 0 0,0 1-1 0 0,1 0 0 0 0,-7 2 0 0 0,-110 46 5227 0 0,247-95-2542 0 0,-96 38-2397 0 0,1 2-1 0 0,34-3 1 0 0,-57 8-289 0 0,-1 1 1 0 0,1-1-1 0 0,0 2 0 0 0,0-1 0 0 0,0 1 1 0 0,-1 0-1 0 0,1 1 0 0 0,0-1 0 0 0,-1 2 1 0 0,1-1-1 0 0,-1 1 0 0 0,0 0 1 0 0,0 0-1 0 0,8 6 0 0 0,-13-7-109 0 0,0 0-1 0 0,0 1 1 0 0,1-1 0 0 0,-2 0-1 0 0,1 1 1 0 0,0 0-1 0 0,0-1 1 0 0,-1 1 0 0 0,0 0-1 0 0,1 0 1 0 0,-1 0-1 0 0,0 0 1 0 0,0 0 0 0 0,-1 0-1 0 0,1 0 1 0 0,-1 0 0 0 0,1 1-1 0 0,-1-1 1 0 0,-1 5-1 0 0,1 7-401 0 0,-2-1 0 0 0,-6 29 0 0 0,4-23-826 0 0,-1 2-4073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25.303"/>
    </inkml:context>
    <inkml:brush xml:id="br0">
      <inkml:brushProperty name="width" value="0.1" units="cm"/>
      <inkml:brushProperty name="height" value="0.1" units="cm"/>
      <inkml:brushProperty name="color" value="#008C3A"/>
    </inkml:brush>
  </inkml:definitions>
  <inkml:trace contextRef="#ctx0" brushRef="#br0">370 26 6449 0 0,'2'-3'125'0'0,"18"-14"662"0"0,-20 16-701 0 0,1 1 1 0 0,-1 0-1 0 0,1-1 1 0 0,-1 1 0 0 0,1-1-1 0 0,-1 1 1 0 0,1 0-1 0 0,-1 0 1 0 0,1-1 0 0 0,-1 1-1 0 0,1 0 1 0 0,-1 0-1 0 0,1-1 1 0 0,0 1 0 0 0,-1 0-1 0 0,1 0 1 0 0,-1 0-1 0 0,1 0 1 0 0,0 0 0 0 0,-1 0-1 0 0,1 0 1 0 0,-1 0-1 0 0,1 0 1 0 0,0 0 0 0 0,-1 0-1 0 0,1 1 1 0 0,-1-1-1 0 0,1 0 1 0 0,-1 0 0 0 0,1 0-1 0 0,0 1 1 0 0,-1-1-1 0 0,1 0 1 0 0,0 1 0 0 0,-1 1 16 0 0,0 0 1 0 0,-1 0-1 0 0,1 0 1 0 0,-1 0-1 0 0,1 0 1 0 0,-1-1 0 0 0,0 1-1 0 0,1 0 1 0 0,-1 0-1 0 0,0-1 1 0 0,0 1 0 0 0,0 0-1 0 0,0-1 1 0 0,-1 1-1 0 0,1-1 1 0 0,0 0-1 0 0,-1 1 1 0 0,-1 0 0 0 0,1 1 5 0 0,-99 117 833 0 0,-130 203-1 0 0,209-292-918 0 0,15-23-85 0 0,1-1 0 0 0,1 1-1 0 0,0 1 1 0 0,0-1 0 0 0,-5 11 0 0 0,10-18 32 0 0,0-1 1 0 0,0 0 0 0 0,0 0-1 0 0,0 0 1 0 0,0 0 0 0 0,1 1 0 0 0,-1-1-1 0 0,0 0 1 0 0,0 0 0 0 0,0 0-1 0 0,0 1 1 0 0,0-1 0 0 0,0 0 0 0 0,0 0-1 0 0,0 0 1 0 0,0 0 0 0 0,1 1-1 0 0,-1-1 1 0 0,0 0 0 0 0,0 0 0 0 0,0 0-1 0 0,0 0 1 0 0,1 0 0 0 0,-1 0-1 0 0,0 0 1 0 0,0 1 0 0 0,0-1-1 0 0,0 0 1 0 0,1 0 0 0 0,-1 0 0 0 0,0 0-1 0 0,0 0 1 0 0,0 0 0 0 0,1 0-1 0 0,-1 0 1 0 0,0 0 0 0 0,0 0 0 0 0,0 0-1 0 0,1 0 1 0 0,-1 0 0 0 0,0 0-1 0 0,0 0 1 0 0,0 0 0 0 0,0 0-1 0 0,1 0 1 0 0,-1-1 0 0 0,0 1 0 0 0,0 0-1 0 0,0 0 1 0 0,1 0 0 0 0,-1 0-1 0 0,0 0 1 0 0,0 0 0 0 0,0 0 0 0 0,0-1-1 0 0,1 1 1 0 0,6-4-1293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25.683"/>
    </inkml:context>
    <inkml:brush xml:id="br0">
      <inkml:brushProperty name="width" value="0.1" units="cm"/>
      <inkml:brushProperty name="height" value="0.1" units="cm"/>
      <inkml:brushProperty name="color" value="#008C3A"/>
    </inkml:brush>
  </inkml:definitions>
  <inkml:trace contextRef="#ctx0" brushRef="#br0">156 89 920 0 0,'-16'1'952'0'0,"-1"1"0"0"0,1 1-1 0 0,-1 0 1 0 0,1 1 0 0 0,0 1-1 0 0,1 0 1 0 0,-27 13 0 0 0,152-70 3236 0 0,76-20-3571 0 0,-183 71-567 0 0,1 0 0 0 0,-1 0 0 0 0,0 0-1 0 0,1 0 1 0 0,-1 1 0 0 0,1 0 0 0 0,-1-1 0 0 0,1 1 0 0 0,-1 0 0 0 0,1 0 0 0 0,-1 1 0 0 0,1-1-1 0 0,-1 1 1 0 0,0 0 0 0 0,1 0 0 0 0,-1 0 0 0 0,0 0 0 0 0,1 1 0 0 0,-1-1 0 0 0,0 1 0 0 0,5 3-1 0 0,-4-1 56 0 0,-1 0 0 0 0,1 0 0 0 0,-1 1 0 0 0,0-1 0 0 0,-1 1 0 0 0,1 0 0 0 0,-1-1-1 0 0,0 1 1 0 0,0 0 0 0 0,0 0 0 0 0,-1 0 0 0 0,0 1 0 0 0,2 8 0 0 0,-1 12-31 0 0,-1-1 0 0 0,-1 1-1 0 0,-1 0 1 0 0,-2-1 0 0 0,0 0 0 0 0,-12 42 0 0 0,4-21-349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46.521"/>
    </inkml:context>
    <inkml:brush xml:id="br0">
      <inkml:brushProperty name="width" value="0.1" units="cm"/>
      <inkml:brushProperty name="height" value="0.1" units="cm"/>
      <inkml:brushProperty name="color" value="#008C3A"/>
    </inkml:brush>
  </inkml:definitions>
  <inkml:trace contextRef="#ctx0" brushRef="#br0">1 1448 4609 0 0,'20'-28'168'0'0,"-2"-1"1"0"0,0 0-1 0 0,-2-2 1 0 0,-2 0-1 0 0,15-44 1 0 0,116-355 5695 0 0,-42-10-5001 0 0,-96 397-771 0 0,3-86 1 0 0,-11 105-666 0 0,0-1-1 0 0,-2 0 0 0 0,-1 1 0 0 0,-1 0 1 0 0,-7-24-1 0 0,8 36-2851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46.946"/>
    </inkml:context>
    <inkml:brush xml:id="br0">
      <inkml:brushProperty name="width" value="0.1" units="cm"/>
      <inkml:brushProperty name="height" value="0.1" units="cm"/>
      <inkml:brushProperty name="color" value="#008C3A"/>
    </inkml:brush>
  </inkml:definitions>
  <inkml:trace contextRef="#ctx0" brushRef="#br0">439 233 920 0 0,'-18'-4'138'0'0,"1"1"1"0"0,-1 0-1 0 0,0 1 0 0 0,1 1 0 0 0,-1 1 1 0 0,-18 2-1 0 0,-105 20 1758 0 0,-4 1-567 0 0,134-21 782 0 0,14-5-1197 0 0,9-6-402 0 0,62-59-75 0 0,-17 16 322 0 0,67-48 1 0 0,-117 95-716 0 0,0 1 0 0 0,0-1 0 0 0,0 2 0 0 0,0-1 0 0 0,0 1 1 0 0,1 0-1 0 0,0 1 0 0 0,-1 0 0 0 0,1 0 0 0 0,12-1 0 0 0,-15 3 20 0 0,0 0 1 0 0,-1 0-1 0 0,1 0 0 0 0,0 1 1 0 0,-1 0-1 0 0,1 0 1 0 0,0 0-1 0 0,-1 1 0 0 0,1-1 1 0 0,-1 1-1 0 0,0 0 0 0 0,1 0 1 0 0,-1 1-1 0 0,0-1 1 0 0,0 1-1 0 0,-1 0 0 0 0,1 0 1 0 0,-1 0-1 0 0,4 4 1 0 0,25 32 263 0 0,-2 1 1 0 0,27 47-1 0 0,-6-8-1661 0 0,-24-39-3016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47.549"/>
    </inkml:context>
    <inkml:brush xml:id="br0">
      <inkml:brushProperty name="width" value="0.1" units="cm"/>
      <inkml:brushProperty name="height" value="0.1" units="cm"/>
      <inkml:brushProperty name="color" value="#008C3A"/>
    </inkml:brush>
  </inkml:definitions>
  <inkml:trace contextRef="#ctx0" brushRef="#br0">42 2 6449 0 0,'-41'0'889'0'0,"54"-1"1028"0"0,1 1-1645 0 0,0 1 0 0 0,-1 1-1 0 0,1 0 1 0 0,0 1-1 0 0,-1 0 1 0 0,1 1 0 0 0,-1 1-1 0 0,0 0 1 0 0,14 8-1 0 0,-9-3-88 0 0,-1 1-1 0 0,0 0 0 0 0,-1 1 0 0 0,-1 1 0 0 0,26 27 0 0 0,-20-15-100 0 0,0 1-1 0 0,-2 0 0 0 0,-2 2 1 0 0,0 0-1 0 0,-2 1 0 0 0,0 0 1 0 0,17 56-1 0 0,-12-8 309 0 0,-3 0 1 0 0,-4 2 0 0 0,-3-1-1 0 0,-4 1 1 0 0,-6 142-1 0 0,-1-204-399 0 0,-7 102 356 0 0,6-101-533 0 0,-1-1-1 0 0,-1 1 1 0 0,0-1 0 0 0,-10 25 0 0 0,9-32-1181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47.913"/>
    </inkml:context>
    <inkml:brush xml:id="br0">
      <inkml:brushProperty name="width" value="0.1" units="cm"/>
      <inkml:brushProperty name="height" value="0.1" units="cm"/>
      <inkml:brushProperty name="color" value="#008C3A"/>
    </inkml:brush>
  </inkml:definitions>
  <inkml:trace contextRef="#ctx0" brushRef="#br0">0 46 5529 0 0,'35'27'2601'0'0,"44"11"-540"0"0,-57-29-1415 0 0,-1 1 0 0 0,0 1 1 0 0,31 21-1 0 0,-37-19-415 0 0,0 1-1 0 0,19 23 1 0 0,-23-24-51 0 0,0-1 0 0 0,1 0 0 0 0,0-1 0 0 0,18 13 0 0 0,-28-23-125 0 0,0 0 0 0 0,0 0 0 0 0,0 0 0 0 0,1 0 0 0 0,-1 0 0 0 0,0-1 0 0 0,0 1 0 0 0,0-1-1 0 0,1 1 1 0 0,-1-1 0 0 0,0 0 0 0 0,0 0 0 0 0,1 0 0 0 0,-1 0 0 0 0,0 0 0 0 0,0 0 0 0 0,1-1 0 0 0,-1 1-1 0 0,0-1 1 0 0,0 0 0 0 0,0 0 0 0 0,0 0 0 0 0,1 0 0 0 0,-1 0 0 0 0,-1 0 0 0 0,1 0 0 0 0,0 0 0 0 0,0-1-1 0 0,0 1 1 0 0,-1-1 0 0 0,1 0 0 0 0,-1 1 0 0 0,1-1 0 0 0,-1 0 0 0 0,0 0 0 0 0,2-2 0 0 0,5-9 228 0 0,0 0 0 0 0,0-1 1 0 0,-1 0-1 0 0,5-16 0 0 0,-9 23-207 0 0,14-43-693 0 0,16-70 0 0 0,-27 93-5399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54.735"/>
    </inkml:context>
    <inkml:brush xml:id="br0">
      <inkml:brushProperty name="width" value="0.1" units="cm"/>
      <inkml:brushProperty name="height" value="0.1" units="cm"/>
      <inkml:brushProperty name="color" value="#FF0066"/>
    </inkml:brush>
  </inkml:definitions>
  <inkml:trace contextRef="#ctx0" brushRef="#br0">82 64 4609 0 0,'-14'-9'16'0'0,"-1"-1"-1"0"0,-15-14 1 0 0,8 3 2744 0 0,23 24-2210 0 0,1 0 0 0 0,-1 1 1 0 0,1-1-1 0 0,-1 0 0 0 0,0 1 0 0 0,0-1 0 0 0,0 0 0 0 0,-1 1 0 0 0,1-1 0 0 0,-1 7 1 0 0,3 54-724 0 0,-2-30 778 0 0,2 1-322 0 0,2 0-1 0 0,18 67 1 0 0,33 63-135 0 0,-18-59 273 0 0,-32-86 30 0 0,-5-16-255 0 0,0 0 0 0 0,0 1 0 0 0,0-1 0 0 0,1 0 0 0 0,0 0 0 0 0,0 0 0 0 0,5 7 0 0 0,-6-10-164 0 0,0 0 1 0 0,0 0-1 0 0,0 0 1 0 0,1 0-1 0 0,-1 0 1 0 0,0-1-1 0 0,1 1 1 0 0,-1 0-1 0 0,1-1 1 0 0,-1 0-1 0 0,1 1 1 0 0,-1-1-1 0 0,1 0 1 0 0,-1 1-1 0 0,1-1 0 0 0,-1 0 1 0 0,1 0-1 0 0,-1 0 1 0 0,1 0-1 0 0,0-1 1 0 0,-1 1-1 0 0,1 0 1 0 0,-1-1-1 0 0,1 1 1 0 0,-1-1-1 0 0,0 1 1 0 0,3-2-1 0 0,117-56 703 0 0,-28 13-6844 0 0,-67 35 568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55.120"/>
    </inkml:context>
    <inkml:brush xml:id="br0">
      <inkml:brushProperty name="width" value="0.1" units="cm"/>
      <inkml:brushProperty name="height" value="0.1" units="cm"/>
      <inkml:brushProperty name="color" value="#FF0066"/>
    </inkml:brush>
  </inkml:definitions>
  <inkml:trace contextRef="#ctx0" brushRef="#br0">61 25 6449 0 0,'-1'0'93'0'0,"0"0"0"0"0,0 0 0 0 0,-1 0-1 0 0,1 0 1 0 0,0 0 0 0 0,0 0 0 0 0,-1 0-1 0 0,1 1 1 0 0,0-1 0 0 0,0 0 0 0 0,0 1-1 0 0,-1-1 1 0 0,1 1 0 0 0,0-1 0 0 0,0 1-1 0 0,0 0 1 0 0,0-1 0 0 0,0 1 0 0 0,0 0-1 0 0,0 0 1 0 0,0 0 0 0 0,-1 1 0 0 0,0 1 98 0 0,-1 0 1 0 0,1 1 0 0 0,0-1-1 0 0,0 1 1 0 0,1 0-1 0 0,-1 0 1 0 0,-1 4 0 0 0,-1 9 398 0 0,0 0 1 0 0,-2 25 0 0 0,6-41-566 0 0,-2 10 97 0 0,2 0 0 0 0,-1 1 1 0 0,1-1-1 0 0,1 0 0 0 0,0 0 0 0 0,1 1 0 0 0,0-1 0 0 0,1 0 0 0 0,0 0 0 0 0,7 16 1 0 0,-8-22-102 0 0,1 0 1 0 0,0 0 0 0 0,0-1 0 0 0,0 1-1 0 0,0-1 1 0 0,1 0 0 0 0,-1 0 0 0 0,1 0-1 0 0,0-1 1 0 0,1 1 0 0 0,-1-1 0 0 0,0 0-1 0 0,1 0 1 0 0,0-1 0 0 0,-1 1 0 0 0,1-1-1 0 0,0 0 1 0 0,1 0 0 0 0,-1 0 0 0 0,0-1-1 0 0,0 0 1 0 0,1 0 0 0 0,-1-1 0 0 0,7 1-1 0 0,-5-1 38 0 0,1 0 0 0 0,-1-1 0 0 0,0 1 0 0 0,0-1 0 0 0,0-1 0 0 0,0 0 0 0 0,-1 0 0 0 0,1 0 0 0 0,0-1 0 0 0,-1 0 0 0 0,1 0 0 0 0,-1 0 0 0 0,0-1 0 0 0,0 0 0 0 0,0 0 0 0 0,-1-1 1 0 0,0 1-1 0 0,1-1 0 0 0,-2 0 0 0 0,1-1 0 0 0,0 1 0 0 0,-1-1 0 0 0,0 0 0 0 0,-1 0 0 0 0,1-1 0 0 0,-1 1 0 0 0,0 0 0 0 0,-1-1 0 0 0,0 0 0 0 0,0 0 0 0 0,0 0 0 0 0,-1 0 0 0 0,0 0 0 0 0,0 0 0 0 0,0 0 0 0 0,-1 0 0 0 0,0 0 0 0 0,-1 0 0 0 0,0 0 0 0 0,0 0 0 0 0,0 0 0 0 0,-1 0 0 0 0,-3-9 0 0 0,1 8-61 0 0,1 0 1 0 0,-1 0-1 0 0,-1 0 1 0 0,0 1 0 0 0,0-1-1 0 0,0 1 1 0 0,-1 1-1 0 0,0-1 1 0 0,0 1-1 0 0,-1 0 1 0 0,1 0-1 0 0,-1 1 1 0 0,-1-1-1 0 0,1 2 1 0 0,-15-8 0 0 0,11 8-832 0 0,1 0 0 0 0,-1 0 0 0 0,-1 1 0 0 0,1 0 0 0 0,0 1 0 0 0,-1 1 0 0 0,-13-1 0 0 0,4 2-3364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55.451"/>
    </inkml:context>
    <inkml:brush xml:id="br0">
      <inkml:brushProperty name="width" value="0.1" units="cm"/>
      <inkml:brushProperty name="height" value="0.1" units="cm"/>
      <inkml:brushProperty name="color" value="#FF0066"/>
    </inkml:brush>
  </inkml:definitions>
  <inkml:trace contextRef="#ctx0" brushRef="#br0">99 5 4145 0 0,'14'-3'93'0'0,"0"1"1783"0"0,-14 3-1827 0 0,0-1-1 0 0,0 1 1 0 0,0-1-1 0 0,0 0 1 0 0,0 1-1 0 0,0-1 1 0 0,0 1-1 0 0,0-1 0 0 0,-1 1 1 0 0,1-1-1 0 0,0 0 1 0 0,0 1-1 0 0,0-1 1 0 0,0 1-1 0 0,-1-1 1 0 0,1 0-1 0 0,0 1 1 0 0,0-1-1 0 0,-1 0 0 0 0,1 1 1 0 0,0-1-1 0 0,0 0 1 0 0,-1 0-1 0 0,1 1 1 0 0,0-1-1 0 0,-1 0 1 0 0,1 0-1 0 0,-1 1 0 0 0,1-1 1 0 0,-1 0-1 0 0,0 1 258 0 0,-3 3-2 0 0,-15 15 507 0 0,-30 37 1 0 0,43-48-693 0 0,0 1 0 0 0,0 0 0 0 0,1 0 0 0 0,0 0 0 0 0,0 1 0 0 0,1 0 0 0 0,1 0 0 0 0,-3 10 0 0 0,5-17-118 0 0,1 0 1 0 0,0 0 0 0 0,0 0 0 0 0,0 0-1 0 0,1 0 1 0 0,-1-1 0 0 0,1 1 0 0 0,0 0-1 0 0,-1 0 1 0 0,1-1 0 0 0,0 1 0 0 0,1 0-1 0 0,-1-1 1 0 0,0 1 0 0 0,1-1 0 0 0,-1 1-1 0 0,1-1 1 0 0,0 0 0 0 0,0 0 0 0 0,0 0-1 0 0,0 0 1 0 0,0 0 0 0 0,0 0 0 0 0,1 0-1 0 0,-1-1 1 0 0,0 1 0 0 0,5 1 0 0 0,8 5-110 0 0,1-1 0 0 0,0 0 0 0 0,24 6 1 0 0,-21-7-62 0 0,-13-4 145 0 0,6 2-106 0 0,1 0 0 0 0,-1 1 0 0 0,0 1 0 0 0,0 0 0 0 0,17 11 0 0 0,-27-15 142 0 0,0-1 1 0 0,0 1-1 0 0,0 0 1 0 0,-1-1 0 0 0,1 1-1 0 0,0 0 1 0 0,-1 0-1 0 0,0 0 1 0 0,1 0 0 0 0,-1 0-1 0 0,0 0 1 0 0,0 0-1 0 0,0 1 1 0 0,0-1 0 0 0,0 0-1 0 0,-1 1 1 0 0,1-1-1 0 0,-1 0 1 0 0,0 1 0 0 0,1-1-1 0 0,-1 1 1 0 0,0-1-1 0 0,0 1 1 0 0,-1-1 0 0 0,1 0-1 0 0,0 1 1 0 0,-1-1-1 0 0,0 1 1 0 0,1-1 0 0 0,-1 0-1 0 0,0 0 1 0 0,0 1-1 0 0,0-1 1 0 0,-1 0 0 0 0,1 0-1 0 0,0 0 1 0 0,-4 3-1 0 0,0 2 177 0 0,0 0 0 0 0,-1-1 0 0 0,0 1-1 0 0,-11 8 1 0 0,-3 0-3049 0 0,9-8-618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55.719"/>
    </inkml:context>
    <inkml:brush xml:id="br0">
      <inkml:brushProperty name="width" value="0.1" units="cm"/>
      <inkml:brushProperty name="height" value="0.1" units="cm"/>
      <inkml:brushProperty name="color" value="#FF0066"/>
    </inkml:brush>
  </inkml:definitions>
  <inkml:trace contextRef="#ctx0" brushRef="#br0">1 0 3225 0 0,'0'66'8726'0'0,"2"9"-4184"0"0,30 305-4289 0 0,-17-291-2277 0 0,-11-65 529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55.912"/>
    </inkml:context>
    <inkml:brush xml:id="br0">
      <inkml:brushProperty name="width" value="0.1" units="cm"/>
      <inkml:brushProperty name="height" value="0.1" units="cm"/>
      <inkml:brushProperty name="color" value="#FF0066"/>
    </inkml:brush>
  </inkml:definitions>
  <inkml:trace contextRef="#ctx0" brushRef="#br0">1 184 8754 0 0,'7'-7'430'0'0,"0"1"-1"0"0,1-1 1 0 0,0 1-1 0 0,0 0 1 0 0,0 1 0 0 0,1 0-1 0 0,0 0 1 0 0,12-4 0 0 0,1-2-151 0 0,53-27-460 0 0,88-32 1 0 0,-139 61 164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14.910"/>
    </inkml:context>
    <inkml:brush xml:id="br0">
      <inkml:brushProperty name="width" value="0.35" units="cm"/>
      <inkml:brushProperty name="height" value="0.35" units="cm"/>
      <inkml:brushProperty name="color" value="#004F8B"/>
    </inkml:brush>
  </inkml:definitions>
  <inkml:trace contextRef="#ctx0" brushRef="#br0">152 108 6321 0 0,'-3'1'196'0'0,"0"-2"0"0"0,0 1-1 0 0,0 0 1 0 0,0-1-1 0 0,0 1 1 0 0,0-1 0 0 0,0 0-1 0 0,0 0 1 0 0,0 0-1 0 0,0 0 1 0 0,0-1 0 0 0,0 1-1 0 0,1-1 1 0 0,-1 0-1 0 0,0 1 1 0 0,1-1 0 0 0,0 0-1 0 0,-1-1 1 0 0,1 1-1 0 0,-9-10 842 0 0,9 11-936 0 0,0 0-1 0 0,0 0 0 0 0,0 0 1 0 0,-1 0-1 0 0,1 1 0 0 0,0-1 1 0 0,-1 1-1 0 0,1-1 0 0 0,0 1 1 0 0,-1 0-1 0 0,1 0 0 0 0,-1 0 0 0 0,1 0 1 0 0,0 0-1 0 0,-1 1 0 0 0,1-1 1 0 0,-3 2-1 0 0,2-2 176 0 0,0 1 0 0 0,1-1 0 0 0,-1 1 0 0 0,0 0 0 0 0,1 0 0 0 0,-1 0 0 0 0,1 0 0 0 0,-1 0 0 0 0,-8 7 1104 0 0,6-3-1104 0 0,5-4-262 0 0,0-1 1 0 0,0 0-1 0 0,1 1 0 0 0,-1-1 1 0 0,0 0-1 0 0,0 0 1 0 0,1 1-1 0 0,-1-1 1 0 0,0 0-1 0 0,1 0 1 0 0,-1 0-1 0 0,0 1 1 0 0,1-1-1 0 0,-1 0 0 0 0,0 0 1 0 0,1 0-1 0 0,-1 0 1 0 0,0 0-1 0 0,1 0 1 0 0,-1 0-1 0 0,0 1 1 0 0,1-1-1 0 0,-1 0 1 0 0,0 0-1 0 0,1 0 0 0 0,-1 0 1 0 0,0-1-1 0 0,1 1 1 0 0,-1 0-1 0 0,1 0 1 0 0,-1 0-1 0 0,0 0 1 0 0,1 0-1 0 0,-1 0 0 0 0,0 0 1 0 0,1-1-1 0 0,12-1 344 0 0,-1 0-23 0 0,0 1 0 0 0,0 1 0 0 0,-1 0 0 0 0,1 0 0 0 0,19 4 0 0 0,-17-2-301 0 0,-1-1 1 0 0,1 0-1 0 0,16-1 0 0 0,422-12 938 0 0,-324 13-970 0 0,-99 0 59 0 0,0 2 1 0 0,46 11-1 0 0,-47-8-54 0 0,1-1 0 0 0,48 1 0 0 0,275-17 692 0 0,-38-9-348 0 0,-212 10-262 0 0,-57 6 6 0 0,14-2-99 0 0,0 2 0 0 0,0 3 1 0 0,60 7-1 0 0,-81-4 4 0 0,0-1 0 0 0,72-8 0 0 0,10 0 0 0 0,-29 5-8 0 0,158-26 0 0 0,-143 19 29 0 0,-75 8-12 0 0,1-2 0 0 0,30-6 0 0 0,-47 7-7 0 0,-1 0 0 0 0,0 1-1 0 0,20 1 1 0 0,-18 0-1 0 0,-14 5-655 0 0,-1 1-1 0 0,0-1 1 0 0,0 1 0 0 0,-1 0 0 0 0,1-1 0 0 0,-2 8-1 0 0,2-5-192 0 0,-1 4-552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22.234"/>
    </inkml:context>
    <inkml:brush xml:id="br0">
      <inkml:brushProperty name="width" value="0.1" units="cm"/>
      <inkml:brushProperty name="height" value="0.1" units="cm"/>
      <inkml:brushProperty name="color" value="#FF0066"/>
    </inkml:brush>
  </inkml:definitions>
  <inkml:trace contextRef="#ctx0" brushRef="#br0">4391 1 920 0 0,'6'2'358'0'0,"6"2"730"0"0,0 0 0 0 0,0 0 0 0 0,0-1 1 0 0,0-1-1 0 0,0 0 0 0 0,1 0 0 0 0,24-1 0 0 0,-36-1-923 0 0,-1 0-1 0 0,1 0 1 0 0,-1-1-1 0 0,1 1 0 0 0,-1 0 1 0 0,1 0-1 0 0,-1 0 0 0 0,1-1 1 0 0,-1 1-1 0 0,1 0 0 0 0,-1-1 1 0 0,1 1-1 0 0,-1 0 0 0 0,1-1 1 0 0,-1 1-1 0 0,1-1 0 0 0,-1 1 1 0 0,0-1-1 0 0,1 1 1 0 0,-1-1-1 0 0,1 0 0 0 0,-1 1-47 0 0,0-1 0 0 0,0 1 0 0 0,-1 0-1 0 0,1-1 1 0 0,0 1 0 0 0,0 0 0 0 0,0-1 0 0 0,0 1-1 0 0,0 0 1 0 0,-1-1 0 0 0,1 1 0 0 0,0 0 0 0 0,0-1 0 0 0,-1 1-1 0 0,1 0 1 0 0,0-1 0 0 0,0 1 0 0 0,-1 0 0 0 0,1 0-1 0 0,0 0 1 0 0,-1-1 0 0 0,1 1 0 0 0,0 0 0 0 0,-1 0-1 0 0,1 0 1 0 0,0 0 0 0 0,-1-1 0 0 0,1 1 0 0 0,0 0-1 0 0,-1 0 1 0 0,1 0 0 0 0,-1 0 0 0 0,1 0 0 0 0,0 0-1 0 0,-1 0 1 0 0,1 0 0 0 0,0 0 0 0 0,-1 0 0 0 0,1 0-1 0 0,-1 1 1 0 0,1-1 0 0 0,0 0 0 0 0,-1 0 0 0 0,-7 1 57 0 0,1 0 1 0 0,-1 0-1 0 0,1 1 0 0 0,-1 0 1 0 0,1 0-1 0 0,0 1 1 0 0,0 0-1 0 0,-14 7 1 0 0,-57 41 363 0 0,44-28-373 0 0,-536 405 639 0 0,538-403-753 0 0,-206 176 164 0 0,-55 42-112 0 0,-88 76-88 0 0,180-144-72 0 0,-180 178-19 0 0,197-177 78 0 0,-97 108-2 0 0,42-40 0 0 0,-43 46 98 0 0,27-26 132 0 0,-62 83-38 0 0,147-162-31 0 0,-69 84 78 0 0,176-183-347 0 0,-120 146-872 0 0,174-222-175 0 0,3-1-315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22.851"/>
    </inkml:context>
    <inkml:brush xml:id="br0">
      <inkml:brushProperty name="width" value="0.1" units="cm"/>
      <inkml:brushProperty name="height" value="0.1" units="cm"/>
      <inkml:brushProperty name="color" value="#FF0066"/>
    </inkml:brush>
  </inkml:definitions>
  <inkml:trace contextRef="#ctx0" brushRef="#br0">1 171 4609 0 0,'0'-8'428'0'0,"2"0"-1"0"0,-1 0 1 0 0,1 0 0 0 0,0 0 0 0 0,1 0-1 0 0,-1 0 1 0 0,2 1 0 0 0,-1-1 0 0 0,7-9-1 0 0,45-63 4527 0 0,-46 77-1474 0 0,-9 3-3411 0 0,0 0 1 0 0,0 1 0 0 0,0-1-1 0 0,0 0 1 0 0,0 0 0 0 0,0 0-1 0 0,0 0 1 0 0,0 1 0 0 0,7 18 594 0 0,2 23-894 0 0,10 107 173 0 0,4 27-651 0 0,-22-172 728 0 0,0-1 0 0 0,0 0 0 0 0,0 0 0 0 0,0 0 0 0 0,0 0-1 0 0,0 0 1 0 0,1 0 0 0 0,0 0 0 0 0,-1-1 0 0 0,1 1 0 0 0,0 0 0 0 0,0-1 0 0 0,1 0 0 0 0,-1 1 0 0 0,0-1 0 0 0,1 0 0 0 0,-1 0 0 0 0,1 0 0 0 0,0-1 0 0 0,0 1 0 0 0,0 0 0 0 0,0-1 0 0 0,0 0 0 0 0,0 0-1 0 0,0 0 1 0 0,0 0 0 0 0,0 0 0 0 0,0-1 0 0 0,1 1 0 0 0,-1-1 0 0 0,0 0 0 0 0,5 0 0 0 0,11-1 318 0 0,0-1-1 0 0,0-1 1 0 0,-1 0-1 0 0,27-9 1 0 0,-33 9-242 0 0,15-5-34 0 0,9-2 89 0 0,62-9-1 0 0,-85 18-1001 0 0,0 0 0 0 0,0 1 1 0 0,16 2-1 0 0,-21-1-369 0 0,-1 1 1 0 0,1-1 0 0 0,-1 1-1 0 0,1 1 1 0 0,-1-1-1 0 0,10 6 1 0 0,-7-2-1470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23.517"/>
    </inkml:context>
    <inkml:brush xml:id="br0">
      <inkml:brushProperty name="width" value="0.1" units="cm"/>
      <inkml:brushProperty name="height" value="0.1" units="cm"/>
      <inkml:brushProperty name="color" value="#FF0066"/>
    </inkml:brush>
  </inkml:definitions>
  <inkml:trace contextRef="#ctx0" brushRef="#br0">18 8 7834 0 0,'0'-1'172'0'0,"-1"1"0"0"0,0-1-1 0 0,1 1 1 0 0,-1-1 0 0 0,0 0 0 0 0,0 1 0 0 0,0-1 0 0 0,1 1 0 0 0,-1 0 0 0 0,0-1 0 0 0,0 1 0 0 0,0 0 0 0 0,0-1 0 0 0,0 1 0 0 0,0 0 0 0 0,0 0 0 0 0,0 0 0 0 0,-1 0 0 0 0,2 14 5029 0 0,1 6-5037 0 0,-1 48 995 0 0,17 366 556 0 0,-14-415-1794 0 0,0 0 1 0 0,2-1-1 0 0,10 27 0 0 0,1-4-4540 0 0,-9-25 1002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23.708"/>
    </inkml:context>
    <inkml:brush xml:id="br0">
      <inkml:brushProperty name="width" value="0.1" units="cm"/>
      <inkml:brushProperty name="height" value="0.1" units="cm"/>
      <inkml:brushProperty name="color" value="#FF0066"/>
    </inkml:brush>
  </inkml:definitions>
  <inkml:trace contextRef="#ctx0" brushRef="#br0">37 294 3745 0 0,'-4'-3'72'0'0,"1"0"1"0"0,-1-1-1 0 0,1 0 1 0 0,0 0-1 0 0,1 0 1 0 0,-1 0-1 0 0,1 0 0 0 0,0 0 1 0 0,-4-9-1 0 0,5 9 270 0 0,0-1 0 0 0,0 1-1 0 0,0-1 1 0 0,1 1-1 0 0,-1-1 1 0 0,1 1 0 0 0,0-1-1 0 0,0 1 1 0 0,1-1-1 0 0,0 1 1 0 0,-1-1 0 0 0,1 1-1 0 0,1-1 1 0 0,-1 1-1 0 0,1 0 1 0 0,0-1 0 0 0,2-3-1 0 0,0 2-23 0 0,0 0-1 0 0,0 1 0 0 0,1-1 1 0 0,0 1-1 0 0,0 0 1 0 0,1 0-1 0 0,-1 1 0 0 0,1-1 1 0 0,0 1-1 0 0,8-4 0 0 0,12-6 142 0 0,32-11-1 0 0,-34 15-339 0 0,17-7-1236 0 0,50-15 0 0 0,-66 26-3608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23.898"/>
    </inkml:context>
    <inkml:brush xml:id="br0">
      <inkml:brushProperty name="width" value="0.1" units="cm"/>
      <inkml:brushProperty name="height" value="0.1" units="cm"/>
      <inkml:brushProperty name="color" value="#FF0066"/>
    </inkml:brush>
  </inkml:definitions>
  <inkml:trace contextRef="#ctx0" brushRef="#br0">0 116 10138 0 0,'48'-8'1809'0'0,"-30"1"-2793"0"0,-1-1 1 0 0,0 0 0 0 0,0-1 0 0 0,-1-1 0 0 0,0-1-1 0 0,-1 0 1 0 0,15-14 0 0 0,-13 6 967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24.278"/>
    </inkml:context>
    <inkml:brush xml:id="br0">
      <inkml:brushProperty name="width" value="0.1" units="cm"/>
      <inkml:brushProperty name="height" value="0.1" units="cm"/>
      <inkml:brushProperty name="color" value="#FF0066"/>
    </inkml:brush>
  </inkml:definitions>
  <inkml:trace contextRef="#ctx0" brushRef="#br0">20 1 10138 0 0,'-2'2'281'0'0,"0"1"1"0"0,1-1-1 0 0,-1 1 0 0 0,1-1 0 0 0,0 1 1 0 0,0 0-1 0 0,0-1 0 0 0,0 1 1 0 0,1 0-1 0 0,-1 0 0 0 0,1 0 0 0 0,-1 3 1 0 0,0 44 2967 0 0,1-30-2332 0 0,-2 17-217 0 0,0 63 1990 0 0,4-68-5093 0 0,4-2-3380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24.493"/>
    </inkml:context>
    <inkml:brush xml:id="br0">
      <inkml:brushProperty name="width" value="0.1" units="cm"/>
      <inkml:brushProperty name="height" value="0.1" units="cm"/>
      <inkml:brushProperty name="color" value="#FF0066"/>
    </inkml:brush>
  </inkml:definitions>
  <inkml:trace contextRef="#ctx0" brushRef="#br0">4 0 11979 0 0,'-3'5'6301'0'0,"3"-5"-6366"0"0,0 1-1 0 0,0-1 0 0 0,0 0 1 0 0,0 1-1 0 0,0-1 0 0 0,0 1 1 0 0,0-1-1 0 0,0 1 0 0 0,0-1 1 0 0,0 1-1 0 0,0-1 1 0 0,1 0-1 0 0,-1 1 0 0 0,0-1 1 0 0,0 1-1 0 0,0-1 0 0 0,1 0 1 0 0,-1 1-1 0 0,0-1 1 0 0,1 0-1 0 0,-1 1 0 0 0,0-1 1 0 0,1 0-1 0 0,-1 1 0 0 0,0-1 1 0 0,1 0-1 0 0,-1 0 0 0 0,1 1 1 0 0,7 2-865 0 0,5 2 453 0 0,0 1-1 0 0,-1 1 1 0 0,0 0 0 0 0,19 13-1 0 0,-14-4 357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24.805"/>
    </inkml:context>
    <inkml:brush xml:id="br0">
      <inkml:brushProperty name="width" value="0.1" units="cm"/>
      <inkml:brushProperty name="height" value="0.1" units="cm"/>
      <inkml:brushProperty name="color" value="#FF0066"/>
    </inkml:brush>
  </inkml:definitions>
  <inkml:trace contextRef="#ctx0" brushRef="#br0">38 14 11058 0 0,'-7'-12'2243'0'0,"2"11"-600"0"0,-6 21 246 0 0,0 37-854 0 0,9-32-1033 0 0,1 1 0 0 0,1-1 0 0 0,1 0 1 0 0,2 0-1 0 0,0 0 0 0 0,10 36 0 0 0,-9-47 0 0 0,1-1 0 0 0,-1 0 0 0 0,2 0-1 0 0,0 0 1 0 0,1-1 0 0 0,0 1 0 0 0,0-2 0 0 0,1 1 0 0 0,1-1 0 0 0,0 0 0 0 0,1-1-1 0 0,0 0 1 0 0,13 10 0 0 0,-21-18 22 0 0,1 0-1 0 0,0 0 1 0 0,0-1-1 0 0,0 1 1 0 0,0-1-1 0 0,0 1 1 0 0,0-1-1 0 0,0 0 1 0 0,0 0-1 0 0,0 0 1 0 0,0 0-1 0 0,1-1 1 0 0,-1 0-1 0 0,0 1 1 0 0,1-1-1 0 0,-1 0 1 0 0,0 0-1 0 0,1-1 1 0 0,-1 1-1 0 0,0-1 1 0 0,5-1-1 0 0,-4 0 0 0 0,0 0-1 0 0,0 0 1 0 0,0 0-1 0 0,-1-1 1 0 0,1 1-1 0 0,-1-1 1 0 0,0 0-1 0 0,0 0 1 0 0,0 0-1 0 0,0-1 1 0 0,0 1-1 0 0,0-1 1 0 0,-1 1-1 0 0,3-7 1 0 0,-2 3 2 0 0,0 1-1 0 0,0 0 1 0 0,-1-1 0 0 0,0 0 0 0 0,0 1 0 0 0,-1-1-1 0 0,0 0 1 0 0,0 0 0 0 0,-1-11 0 0 0,0 14-10 0 0,0 0 1 0 0,0-1-1 0 0,-1 1 1 0 0,0 0-1 0 0,0 0 1 0 0,0-1-1 0 0,0 1 1 0 0,-1 0-1 0 0,1 0 1 0 0,-1 0 0 0 0,0 1-1 0 0,-1-1 1 0 0,1 0-1 0 0,0 1 1 0 0,-5-5-1 0 0,6 7-154 0 0,0-1-1 0 0,0 1 1 0 0,-1 0-1 0 0,1 0 1 0 0,0 0-1 0 0,-1 1 1 0 0,1-1 0 0 0,-1 0-1 0 0,1 0 1 0 0,-1 1-1 0 0,1-1 1 0 0,-1 1-1 0 0,1 0 1 0 0,-1-1 0 0 0,0 1-1 0 0,1 0 1 0 0,-3 0-1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25.185"/>
    </inkml:context>
    <inkml:brush xml:id="br0">
      <inkml:brushProperty name="width" value="0.1" units="cm"/>
      <inkml:brushProperty name="height" value="0.1" units="cm"/>
      <inkml:brushProperty name="color" value="#FF0066"/>
    </inkml:brush>
  </inkml:definitions>
  <inkml:trace contextRef="#ctx0" brushRef="#br0">0 350 3225 0 0,'31'-32'9162'0'0,"-1"-4"-4125"0"0,-11 13-4652 0 0,-2-1 1 0 0,0 0-1 0 0,-2-2 0 0 0,-1 0 1 0 0,18-45-1 0 0,-30 65-370 0 0,-1 0 1 0 0,1 0-1 0 0,-1 0 0 0 0,-1 0 0 0 0,1 0 0 0 0,-1-13 1 0 0,0 18-42 0 0,0 0 0 0 0,0 0 0 0 0,0-1 0 0 0,0 1 0 0 0,0 0 0 0 0,-1-1 1 0 0,1 1-1 0 0,0 0 0 0 0,-1 0 0 0 0,1-1 0 0 0,-1 1 0 0 0,1 0 0 0 0,-1 0 1 0 0,1 0-1 0 0,-1 0 0 0 0,0-1 0 0 0,0 1 0 0 0,0 0 0 0 0,1 1 0 0 0,-1-1 0 0 0,0 0 1 0 0,0 0-1 0 0,0 0 0 0 0,0 0 0 0 0,-1 1 0 0 0,1-1 0 0 0,0 0 0 0 0,0 1 1 0 0,0-1-1 0 0,-1 1 0 0 0,1 0 0 0 0,0-1 0 0 0,0 1 0 0 0,-1 0 0 0 0,1 0 1 0 0,0 0-1 0 0,-1-1 0 0 0,1 1 0 0 0,-2 1 0 0 0,1-1-101 0 0,1 1 0 0 0,-1-1 0 0 0,0 1 0 0 0,1 0 0 0 0,-1 0 0 0 0,0 0 0 0 0,1 0 0 0 0,0 0 0 0 0,-1 0 0 0 0,1 0 1 0 0,-1 1-1 0 0,1-1 0 0 0,0 0 0 0 0,0 1 0 0 0,0-1 0 0 0,0 1 0 0 0,0-1 0 0 0,0 1 0 0 0,0-1 0 0 0,0 1 0 0 0,1 0 0 0 0,-2 3 0 0 0,-9 43-1077 0 0,10-43 1116 0 0,-2 10 60 0 0,1 0-1 0 0,1-1 0 0 0,0 1 0 0 0,1 0 0 0 0,1 0 1 0 0,0 0-1 0 0,1-1 0 0 0,0 1 0 0 0,6 16 0 0 0,-6-24-24 0 0,0-1 0 0 0,1 0-1 0 0,0 1 1 0 0,0-1 0 0 0,0 0-1 0 0,1-1 1 0 0,0 1 0 0 0,0 0-1 0 0,1-1 1 0 0,-1 0 0 0 0,1 0-1 0 0,0-1 1 0 0,0 1 0 0 0,1-1-1 0 0,0 0 1 0 0,-1 0 0 0 0,1-1-1 0 0,0 0 1 0 0,1 0 0 0 0,-1 0-1 0 0,13 3 1 0 0,3-1-4680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25.471"/>
    </inkml:context>
    <inkml:brush xml:id="br0">
      <inkml:brushProperty name="width" value="0.1" units="cm"/>
      <inkml:brushProperty name="height" value="0.1" units="cm"/>
      <inkml:brushProperty name="color" value="#FF0066"/>
    </inkml:brush>
  </inkml:definitions>
  <inkml:trace contextRef="#ctx0" brushRef="#br0">31 128 3225 0 0,'-17'-11'-403'0'0,"15"10"775"0"0,1 0 1 0 0,0 0-1 0 0,0-1 1 0 0,0 1-1 0 0,0 0 1 0 0,0-1-1 0 0,0 1 0 0 0,0-1 1 0 0,0 1-1 0 0,1-1 1 0 0,-1 0-1 0 0,1 1 1 0 0,-1-3-1 0 0,1 4-134 0 0,-1-1-1 0 0,1 0 1 0 0,0 0 0 0 0,0 1-1 0 0,0-1 1 0 0,0 0-1 0 0,1 1 1 0 0,-1-1 0 0 0,0 0-1 0 0,0 1 1 0 0,0-1 0 0 0,0 0-1 0 0,1 1 1 0 0,-1-1-1 0 0,0 1 1 0 0,3-4 1425 0 0,-2 3-1425 0 0,1 0-45 0 0,-1 0-1 0 0,0 1 1 0 0,1-1 0 0 0,-1 1-1 0 0,1-1 1 0 0,-1 1-1 0 0,1-1 1 0 0,-1 1 0 0 0,0 0-1 0 0,1 0 1 0 0,-1 0-1 0 0,1 0 1 0 0,-1 0 0 0 0,1 0-1 0 0,2 1 1 0 0,4 0 16 0 0,1 1-1 0 0,0 0 1 0 0,-1 1-1 0 0,0 0 1 0 0,1 0 0 0 0,-1 1-1 0 0,0 0 1 0 0,-1 0-1 0 0,1 1 1 0 0,-1 0 0 0 0,0 1-1 0 0,9 7 1 0 0,-12-9-227 0 0,1 1 1 0 0,-1-1-1 0 0,0 1 1 0 0,-1 0 0 0 0,1 0-1 0 0,-1 0 1 0 0,0 0-1 0 0,0 1 1 0 0,-1-1-1 0 0,1 1 1 0 0,-1 0-1 0 0,0-1 1 0 0,-1 1 0 0 0,0 0-1 0 0,0 0 1 0 0,0 0-1 0 0,0 1 1 0 0,-1 10-1 0 0,-4-3 1276 0 0,-3-14 252 0 0,6-1-1444 0 0,0-1 0 0 0,1 1-1 0 0,-1 0 1 0 0,0 0 0 0 0,0-1 0 0 0,1 1-1 0 0,-1-1 1 0 0,1 1 0 0 0,-1-1 0 0 0,1 1-1 0 0,0-1 1 0 0,-1 1 0 0 0,1-1-1 0 0,0 1 1 0 0,0-2 0 0 0,2-19-249 0 0,0 1 0 0 0,1 0 0 0 0,2 0 0 0 0,0 1 0 0 0,1-1 0 0 0,1 1 0 0 0,18-37 0 0 0,-9 25-7555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56.731"/>
    </inkml:context>
    <inkml:brush xml:id="br0">
      <inkml:brushProperty name="width" value="0.1" units="cm"/>
      <inkml:brushProperty name="height" value="0.1" units="cm"/>
      <inkml:brushProperty name="color" value="#FF0066"/>
    </inkml:brush>
  </inkml:definitions>
  <inkml:trace contextRef="#ctx0" brushRef="#br0">85 40 4145 0 0,'-7'-6'935'0'0,"-1"1"0"0"0,1 0 0 0 0,-1 1 1 0 0,0 0-1 0 0,-1 0 0 0 0,1 0 0 0 0,-1 1 0 0 0,-9-2 0 0 0,16 19 2369 0 0,2 15-2535 0 0,2 33-625 0 0,-1-10 20 0 0,2 0-1 0 0,2-1 1 0 0,2 1-1 0 0,17 58 1 0 0,-19-95-93 0 0,1-1 0 0 0,11 22 0 0 0,-14-31-46 0 0,0-1-1 0 0,-1 1 0 0 0,1-1 1 0 0,0 0-1 0 0,1 0 0 0 0,-1 0 1 0 0,1 0-1 0 0,0-1 0 0 0,0 1 1 0 0,0-1-1 0 0,6 4 0 0 0,-6-6 47 0 0,1 0 0 0 0,-1 0 1 0 0,0 0-1 0 0,0 0 0 0 0,0-1 0 0 0,0 0 0 0 0,1 0 0 0 0,-1 0 0 0 0,0 0 0 0 0,0-1 0 0 0,1 1 1 0 0,-1-1-1 0 0,0 0 0 0 0,0 0 0 0 0,6-3 0 0 0,8-4-85 0 0,-1 0-1 0 0,17-11 1 0 0,-27 15-90 0 0,-3 2-49 0 0,31-18-1001 0 0,-11 7-3544 0 0,-5 3-939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57.206"/>
    </inkml:context>
    <inkml:brush xml:id="br0">
      <inkml:brushProperty name="width" value="0.1" units="cm"/>
      <inkml:brushProperty name="height" value="0.1" units="cm"/>
      <inkml:brushProperty name="color" value="#FF0066"/>
    </inkml:brush>
  </inkml:definitions>
  <inkml:trace contextRef="#ctx0" brushRef="#br0">122 36 7370 0 0,'-14'-18'945'0'0,"13"18"-862"0"0,1-1 0 0 0,-1 1-1 0 0,1 0 1 0 0,-1-1 0 0 0,1 1-1 0 0,-1 0 1 0 0,1 0 0 0 0,-1-1-1 0 0,1 1 1 0 0,-1 0 0 0 0,0 0-1 0 0,1 0 1 0 0,-1 0 0 0 0,1 0 0 0 0,-1 0-1 0 0,0 0 1 0 0,1 0 0 0 0,-1 0-1 0 0,1 0 1 0 0,-1 0 0 0 0,0 1-1 0 0,-2 1 127 0 0,0 0 0 0 0,1 0 0 0 0,-1 0 0 0 0,1 0 0 0 0,-1 1 0 0 0,1-1 0 0 0,0 1 0 0 0,0-1 0 0 0,0 1 0 0 0,-2 4 0 0 0,-5 9-120 0 0,0-1-1 0 0,1 1 1 0 0,1 0 0 0 0,0 1-1 0 0,1 0 1 0 0,1 0-1 0 0,0 0 1 0 0,2 1 0 0 0,-3 29-1 0 0,5-37-54 0 0,1 1 0 0 0,0-1 0 0 0,1 1 0 0 0,0-1 0 0 0,0 1 0 0 0,1-1 0 0 0,1 1 0 0 0,-1-1 0 0 0,2 0 0 0 0,0 0 0 0 0,0-1 0 0 0,0 1 0 0 0,1-1 0 0 0,1 0 0 0 0,0 0 0 0 0,0 0 0 0 0,12 12 0 0 0,-15-18-36 0 0,1 1 0 0 0,0-1-1 0 0,1 1 1 0 0,-1-1 0 0 0,0-1 0 0 0,1 1-1 0 0,0 0 1 0 0,0-1 0 0 0,-1 0 0 0 0,1 0 0 0 0,1-1-1 0 0,-1 1 1 0 0,0-1 0 0 0,0 0 0 0 0,9 0-1 0 0,-6-1-4 0 0,1-1-1 0 0,-1 0 1 0 0,1 0-1 0 0,-1 0 0 0 0,1-1 1 0 0,-1-1-1 0 0,0 1 1 0 0,0-1-1 0 0,8-5 0 0 0,-1 0-1 0 0,0-1 0 0 0,0 0 0 0 0,-1-1 0 0 0,0-1 0 0 0,-1 0 0 0 0,-1-1 1 0 0,1-1-1 0 0,-2 1 0 0 0,12-17 0 0 0,-18 20 67 0 0,0 0 0 0 0,0-1 1 0 0,-1 0-1 0 0,0 0 0 0 0,-1 0 1 0 0,0 0-1 0 0,0-1 0 0 0,-1 1 1 0 0,-1-1-1 0 0,0 1 0 0 0,0-1 1 0 0,-1 0-1 0 0,0 1 0 0 0,-1-1 1 0 0,0 1-1 0 0,-1-1 0 0 0,-3-12 1 0 0,3 16-122 0 0,0 1 1 0 0,0-1-1 0 0,0 1 1 0 0,-1-1 0 0 0,0 1-1 0 0,0 0 1 0 0,-1 0-1 0 0,0 0 1 0 0,0 1 0 0 0,0-1-1 0 0,-1 1 1 0 0,1 0-1 0 0,-1 0 1 0 0,-1 0-1 0 0,1 1 1 0 0,0 0 0 0 0,-1 0-1 0 0,0 1 1 0 0,0-1-1 0 0,0 1 1 0 0,-1 0 0 0 0,1 1-1 0 0,-1-1 1 0 0,1 1-1 0 0,-1 1 1 0 0,0-1 0 0 0,-9 0-1 0 0,-14 2-4663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57.601"/>
    </inkml:context>
    <inkml:brush xml:id="br0">
      <inkml:brushProperty name="width" value="0.1" units="cm"/>
      <inkml:brushProperty name="height" value="0.1" units="cm"/>
      <inkml:brushProperty name="color" value="#FF0066"/>
    </inkml:brush>
  </inkml:definitions>
  <inkml:trace contextRef="#ctx0" brushRef="#br0">138 1 2761 0 0,'-15'24'8612'0'0,"-7"8"-4193"0"0,-37 57-3552 0 0,52-78-884 0 0,1 1 0 0 0,0 0 0 0 0,1 0 0 0 0,1 1 1 0 0,0-1-1 0 0,-3 15 0 0 0,6-24 5 0 0,1 0 1 0 0,-1 1-1 0 0,1-1 0 0 0,0 0 0 0 0,0 1 1 0 0,0-1-1 0 0,0 0 0 0 0,1 1 1 0 0,0-1-1 0 0,-1 0 0 0 0,1 0 1 0 0,0 0-1 0 0,0 0 0 0 0,1 1 1 0 0,-1-1-1 0 0,1-1 0 0 0,-1 1 1 0 0,1 0-1 0 0,0 0 0 0 0,0-1 1 0 0,0 1-1 0 0,1-1 0 0 0,-1 1 1 0 0,0-1-1 0 0,1 0 0 0 0,0 0 1 0 0,-1 0-1 0 0,1 0 0 0 0,0-1 0 0 0,5 3 1 0 0,8 2-141 0 0,0-1 1 0 0,0 0-1 0 0,1-2 1 0 0,-1 0 0 0 0,18 1-1 0 0,20 5-676 0 0,-52-9 815 0 0,0 1 1 0 0,-1-1-1 0 0,1 0 0 0 0,0 1 1 0 0,0-1-1 0 0,-1 1 0 0 0,1 0 1 0 0,0 0-1 0 0,-1-1 1 0 0,1 1-1 0 0,-1 0 0 0 0,1 1 1 0 0,-1-1-1 0 0,1 0 0 0 0,-1 0 1 0 0,0 0-1 0 0,0 1 1 0 0,1-1-1 0 0,0 3 0 0 0,-2-2 15 0 0,0-1 0 0 0,0 1 0 0 0,0-1 0 0 0,0 1-1 0 0,0-1 1 0 0,0 1 0 0 0,-1-1 0 0 0,1 1 0 0 0,-1-1 0 0 0,1 1-1 0 0,-1-1 1 0 0,0 0 0 0 0,1 1 0 0 0,-1-1 0 0 0,0 0 0 0 0,0 1-1 0 0,0-1 1 0 0,0 0 0 0 0,0 0 0 0 0,0 0 0 0 0,0 0 0 0 0,0 0-1 0 0,-1 0 1 0 0,0 1 0 0 0,-27 21-957 0 0,9-10-3819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57.918"/>
    </inkml:context>
    <inkml:brush xml:id="br0">
      <inkml:brushProperty name="width" value="0.1" units="cm"/>
      <inkml:brushProperty name="height" value="0.1" units="cm"/>
      <inkml:brushProperty name="color" value="#FF0066"/>
    </inkml:brush>
  </inkml:definitions>
  <inkml:trace contextRef="#ctx0" brushRef="#br0">0 0 3225 0 0,'10'10'6421'0'0,"8"19"-3621"0"0,-16-25-2194 0 0,8 14 150 0 0,0 1 0 0 0,-2 0-1 0 0,0 0 1 0 0,-1 1 0 0 0,-1 0 0 0 0,-1 0 0 0 0,-1 0-1 0 0,3 39 1 0 0,-6 0-369 0 0,-12 108 0 0 0,11-166-395 0 0,-3 20-14 0 0,2 1 0 0 0,0-1 0 0 0,3 25 0 0 0,-1-40-130 0 0,0 1 0 0 0,0-1-1 0 0,1 0 1 0 0,0 0 0 0 0,0 0 0 0 0,0 0 0 0 0,1 0 0 0 0,-1 0 0 0 0,2-1 0 0 0,-1 1 0 0 0,0-1 0 0 0,1 0 0 0 0,0 0 0 0 0,0 0 0 0 0,6 4 0 0 0,-5-4-1023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8:58.063"/>
    </inkml:context>
    <inkml:brush xml:id="br0">
      <inkml:brushProperty name="width" value="0.1" units="cm"/>
      <inkml:brushProperty name="height" value="0.1" units="cm"/>
      <inkml:brushProperty name="color" value="#FF0066"/>
    </inkml:brush>
  </inkml:definitions>
  <inkml:trace contextRef="#ctx0" brushRef="#br0">6 202 3681 0 0,'-1'-2'142'0'0,"0"0"0"0"0,1 0 0 0 0,-1 0 0 0 0,0 0 1 0 0,1-1-1 0 0,-1 1 0 0 0,1 0 0 0 0,0 0 0 0 0,0-1 0 0 0,0 1 0 0 0,0 0 1 0 0,0 0-1 0 0,0-1 0 0 0,1 1 0 0 0,-1 0 0 0 0,2-4 0 0 0,0 2 339 0 0,1 0-1 0 0,0 0 0 0 0,0 1 0 0 0,0-1 1 0 0,0 1-1 0 0,0 0 0 0 0,6-5 0 0 0,10-7 590 0 0,0 0-1 0 0,1 2 0 0 0,0 0 0 0 0,30-13 0 0 0,45-12-1340 0 0,-67 30-5069 0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28.991"/>
    </inkml:context>
    <inkml:brush xml:id="br0">
      <inkml:brushProperty name="width" value="0.1" units="cm"/>
      <inkml:brushProperty name="height" value="0.1" units="cm"/>
      <inkml:brushProperty name="color" value="#FF0066"/>
    </inkml:brush>
  </inkml:definitions>
  <inkml:trace contextRef="#ctx0" brushRef="#br0">59 62 456 0 0,'3'-5'460'0'0,"1"1"1"0"0,-1-1-1 0 0,0 1 0 0 0,1 0 0 0 0,0 0 1 0 0,0 0-1 0 0,1 1 0 0 0,-1-1 1 0 0,0 1-1 0 0,1 0 0 0 0,0 0 0 0 0,0 1 1 0 0,0-1-1 0 0,0 1 0 0 0,0 0 0 0 0,1 1 1 0 0,-1-1-1 0 0,0 1 0 0 0,1 0 1 0 0,-1 0-1 0 0,1 1 0 0 0,8-1 0 0 0,21 2 12 0 0,0 0 0 0 0,-1 3 0 0 0,1 0-1 0 0,-1 3 1 0 0,-1 0 0 0 0,35 14 0 0 0,-44-12-359 0 0,-1 1 1 0 0,-1 1 0 0 0,0 1 0 0 0,0 1 0 0 0,-1 1 0 0 0,0 1 0 0 0,-2 0 0 0 0,0 2-1 0 0,18 19 1 0 0,-8-1 60 0 0,0 1-1 0 0,-3 1 1 0 0,-1 2 0 0 0,-2 0-1 0 0,-2 1 1 0 0,20 52-1 0 0,-15-20 107 0 0,-2 1 0 0 0,26 142 0 0 0,-27-28 422 0 0,0 219-1 0 0,-6-50-305 0 0,-6-152-199 0 0,-9 1 0 0 0,-9-1 0 0 0,-36 227-1 0 0,-81 342-36 0 0,79-510-157 0 0,20-133 30 0 0,-67 200 1 0 0,-76 114 16 0 0,-145 499 513 0 0,196-559-389 0 0,10-47-2506 0 0,101-318 1015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29.492"/>
    </inkml:context>
    <inkml:brush xml:id="br0">
      <inkml:brushProperty name="width" value="0.1" units="cm"/>
      <inkml:brushProperty name="height" value="0.1" units="cm"/>
      <inkml:brushProperty name="color" value="#FF0066"/>
    </inkml:brush>
  </inkml:definitions>
  <inkml:trace contextRef="#ctx0" brushRef="#br0">1 30 4145 0 0,'53'-14'1769'0'0,"-42"11"-1123"0"0,-1 0-1 0 0,0 0 1 0 0,1 1 0 0 0,-1 0-1 0 0,1 0 1 0 0,0 2 0 0 0,-1-1-1 0 0,1 1 1 0 0,15 2 0 0 0,-23-1-487 0 0,0 0 0 0 0,-1 1 0 0 0,1-1-1 0 0,-1 0 1 0 0,1 1 0 0 0,-1 0 0 0 0,0-1 0 0 0,0 1 0 0 0,1 0 0 0 0,-1 0 0 0 0,0 0 0 0 0,-1 0 0 0 0,1 0 0 0 0,0 1 0 0 0,-1-1 0 0 0,3 5 0 0 0,19 49 1148 0 0,-11-24-739 0 0,-9-25-269 0 0,0-1-1 0 0,0 0 1 0 0,1 0 0 0 0,0 0 0 0 0,0 0 0 0 0,1 0 0 0 0,-1-1 0 0 0,1 1 0 0 0,0-1-1 0 0,1-1 1 0 0,6 6 0 0 0,-8-8-199 0 0,0 0 0 0 0,0 0-1 0 0,0-1 1 0 0,0 0 0 0 0,0 0 0 0 0,0 0-1 0 0,0 0 1 0 0,0 0 0 0 0,0-1 0 0 0,1 0-1 0 0,-1 0 1 0 0,0 0 0 0 0,0 0 0 0 0,0 0-1 0 0,0-1 1 0 0,1 0 0 0 0,-1 0 0 0 0,0 0-1 0 0,0-1 1 0 0,6-2 0 0 0,3-2-94 0 0,0-1 1 0 0,0-1-1 0 0,0 0 0 0 0,-1-1 1 0 0,0 0-1 0 0,-1 0 1 0 0,0-1-1 0 0,15-18 1 0 0,16-25-6493 0 0,-24 28-481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0.608"/>
    </inkml:context>
    <inkml:brush xml:id="br0">
      <inkml:brushProperty name="width" value="0.1" units="cm"/>
      <inkml:brushProperty name="height" value="0.1" units="cm"/>
      <inkml:brushProperty name="color" value="#FF0066"/>
    </inkml:brush>
  </inkml:definitions>
  <inkml:trace contextRef="#ctx0" brushRef="#br0">302 1 9218 0 0,'-3'0'269'0'0,"1"1"0"0"0,-1-1 1 0 0,1 1-1 0 0,-1 0 0 0 0,1 0 0 0 0,0 0 0 0 0,-1 0 1 0 0,1 0-1 0 0,0 1 0 0 0,0-1 0 0 0,0 1 0 0 0,0-1 1 0 0,-3 4-1 0 0,-3 1 96 0 0,-30 22 1384 0 0,-66 61 0 0 0,89-73-1587 0 0,0-1 1 0 0,1 2-1 0 0,1 0 0 0 0,1 0 0 0 0,0 2 0 0 0,-14 29 0 0 0,24-43-194 0 0,0 0-1 0 0,1-1 0 0 0,-1 1 1 0 0,1 0-1 0 0,1 0 0 0 0,-1 0 1 0 0,1 0-1 0 0,0 0 0 0 0,0 0 1 0 0,1 6-1 0 0,-1-10-21 0 0,0 0 0 0 0,0 0-1 0 0,1 0 1 0 0,-1 0 0 0 0,0 0 0 0 0,1 0 0 0 0,-1 0-1 0 0,0 0 1 0 0,1 0 0 0 0,0-1 0 0 0,-1 1 0 0 0,1 0-1 0 0,-1 0 1 0 0,1 0 0 0 0,0-1 0 0 0,0 1-1 0 0,-1 0 1 0 0,1-1 0 0 0,0 1 0 0 0,0-1 0 0 0,1 2-1 0 0,0-2-62 0 0,-1 0-1 0 0,1 0 0 0 0,0 0 0 0 0,-1 0 0 0 0,1 0 0 0 0,0 0 1 0 0,-1 0-1 0 0,1 0 0 0 0,-1-1 0 0 0,1 1 0 0 0,0 0 0 0 0,-1-1 1 0 0,1 0-1 0 0,-1 1 0 0 0,1-1 0 0 0,-1 0 0 0 0,3-2 0 0 0,13-8-618 0 0,0-1 0 0 0,-1-1 0 0 0,0 0-1 0 0,21-24 1 0 0,48-69 877 0 0,-52 51 888 0 0,-26 42-197 0 0,-1 1 1 0 0,2 0-1 0 0,0 0 1 0 0,15-17-1 0 0,-22 28-732 0 0,-1 1 0 0 0,1-1-1 0 0,-1 1 1 0 0,0-1 0 0 0,1 1 0 0 0,-1-1-1 0 0,1 1 1 0 0,0 0 0 0 0,-1-1-1 0 0,1 1 1 0 0,-1 0 0 0 0,1-1-1 0 0,0 1 1 0 0,-1 0 0 0 0,1 0-1 0 0,-1 0 1 0 0,1 0 0 0 0,0 0-1 0 0,-1-1 1 0 0,1 1 0 0 0,0 0-1 0 0,-1 0 1 0 0,1 0 0 0 0,0 1-1 0 0,-1-1 1 0 0,1 0 0 0 0,0 0-1 0 0,-1 0 1 0 0,2 1 0 0 0,-1 0 15 0 0,0 0-1 0 0,1 0 1 0 0,-1 0 0 0 0,0 0-1 0 0,0 0 1 0 0,0 1 0 0 0,1-1-1 0 0,-1 0 1 0 0,-1 1 0 0 0,1-1-1 0 0,1 3 1 0 0,14 42 697 0 0,-15-44-741 0 0,21 105 869 0 0,-15-67-1168 0 0,2-1 0 0 0,1 0 0 0 0,19 46 0 0 0,-20-68-809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0.834"/>
    </inkml:context>
    <inkml:brush xml:id="br0">
      <inkml:brushProperty name="width" value="0.1" units="cm"/>
      <inkml:brushProperty name="height" value="0.1" units="cm"/>
      <inkml:brushProperty name="color" value="#FF0066"/>
    </inkml:brush>
  </inkml:definitions>
  <inkml:trace contextRef="#ctx0" brushRef="#br0">2 10 12899 0 0,'-1'-9'1591'0'0,"7"13"364"0"0,9 16 220 0 0,-6 6-1577 0 0,-1 0-1 0 0,-1 0 1 0 0,-1 0-1 0 0,-1 1 1 0 0,2 50-1 0 0,-2-23-252 0 0,45 310-1621 0 0,-43-326-6339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1.382"/>
    </inkml:context>
    <inkml:brush xml:id="br0">
      <inkml:brushProperty name="width" value="0.1" units="cm"/>
      <inkml:brushProperty name="height" value="0.1" units="cm"/>
      <inkml:brushProperty name="color" value="#FF0066"/>
    </inkml:brush>
  </inkml:definitions>
  <inkml:trace contextRef="#ctx0" brushRef="#br0">0 76 11522 0 0,'1'0'74'0'0,"-1"-1"0"0"0,0 0-1 0 0,0 0 1 0 0,1 0-1 0 0,-1 0 1 0 0,1 0 0 0 0,-1 1-1 0 0,0-1 1 0 0,1 0-1 0 0,0 0 1 0 0,-1 1-1 0 0,1-1 1 0 0,-1 0 0 0 0,1 1-1 0 0,0-1 1 0 0,-1 1-1 0 0,1-1 1 0 0,0 1-1 0 0,0-1 1 0 0,-1 1 0 0 0,1-1-1 0 0,0 1 1 0 0,0 0-1 0 0,0-1 1 0 0,0 1-1 0 0,0 0 1 0 0,0 0 0 0 0,-1 0-1 0 0,3-1 1 0 0,0 2 132 0 0,-1-1 0 0 0,1 1 1 0 0,-1-1-1 0 0,1 1 0 0 0,-1 0 1 0 0,1 0-1 0 0,-1 0 0 0 0,0 0 0 0 0,0 1 1 0 0,4 2-1 0 0,1 1 264 0 0,0 1 0 0 0,0 0 1 0 0,0 0-1 0 0,-1 1 0 0 0,9 12 0 0 0,-8-6-170 0 0,-1 1 0 0 0,0 0-1 0 0,-1 0 1 0 0,0 1 0 0 0,-1-1 0 0 0,2 22 0 0 0,-2-17-494 0 0,1 1 1 0 0,12 33 0 0 0,-17-53 172 0 0,0 0 1 0 0,0 1-1 0 0,0-1 1 0 0,0 0-1 0 0,0 0 1 0 0,0 0-1 0 0,0 0 0 0 0,0 0 1 0 0,0 0-1 0 0,1 1 1 0 0,-1-1-1 0 0,0 0 0 0 0,0 0 1 0 0,0 0-1 0 0,0 0 1 0 0,0 0-1 0 0,0 0 0 0 0,1 0 1 0 0,-1 0-1 0 0,0 0 1 0 0,0 1-1 0 0,0-1 1 0 0,0 0-1 0 0,0 0 0 0 0,1 0 1 0 0,-1 0-1 0 0,0 0 1 0 0,0 0-1 0 0,0 0 0 0 0,0 0 1 0 0,1 0-1 0 0,-1 0 1 0 0,0 0-1 0 0,0 0 1 0 0,0 0-1 0 0,0 0 0 0 0,0-1 1 0 0,1 1-1 0 0,-1 0 1 0 0,0 0-1 0 0,0 0 0 0 0,0 0 1 0 0,0 0-1 0 0,0 0 1 0 0,1 0-1 0 0,-1 0 1 0 0,0-1-1 0 0,9-8-572 0 0,4-13 14 0 0,29-63 378 0 0,-30 57 131 0 0,2 0-1 0 0,1 0 1 0 0,1 1-1 0 0,1 1 1 0 0,35-41 0 0 0,-51 66 83 0 0,-1 0 1 0 0,1 0 0 0 0,0 0-1 0 0,-1 0 1 0 0,1 1 0 0 0,0-1-1 0 0,0 0 1 0 0,0 0 0 0 0,0 1-1 0 0,0-1 1 0 0,0 0 0 0 0,0 1-1 0 0,0-1 1 0 0,0 1 0 0 0,0-1-1 0 0,0 1 1 0 0,0 0 0 0 0,0-1-1 0 0,0 1 1 0 0,1 0 0 0 0,-1 0-1 0 0,0 0 1 0 0,0 0 0 0 0,0 0-1 0 0,0 0 1 0 0,1 0 0 0 0,-1 0 0 0 0,0 0-1 0 0,0 0 1 0 0,0 1 0 0 0,0-1-1 0 0,0 1 1 0 0,0-1 0 0 0,1 0-1 0 0,0 2 1 0 0,1 1 49 0 0,-1 0 1 0 0,1 0 0 0 0,-1 0-1 0 0,0 0 1 0 0,0 1 0 0 0,0-1-1 0 0,-1 1 1 0 0,1-1-1 0 0,1 8 1 0 0,4 13 329 0 0,-2 1-1 0 0,-1-1 1 0 0,0 1-1 0 0,-2 0 1 0 0,-1 33-1 0 0,-1-58-401 0 0,-1 1 0 0 0,1-1 0 0 0,0 0 0 0 0,0 0 0 0 0,0 0 1 0 0,0 0-1 0 0,0 1 0 0 0,0-1 0 0 0,0 0 0 0 0,0 0 0 0 0,0 0 0 0 0,0 0 0 0 0,0 1 0 0 0,0-1 0 0 0,0 0 0 0 0,0 0 0 0 0,0 0 0 0 0,0 0 0 0 0,0 1 0 0 0,0-1 0 0 0,0 0 0 0 0,1 0 1 0 0,-1 0-1 0 0,0 0 0 0 0,0 0 0 0 0,0 1 0 0 0,0-1 0 0 0,0 0 0 0 0,0 0 0 0 0,0 0 0 0 0,1 0 0 0 0,-1 0 0 0 0,0 0 0 0 0,0 0 0 0 0,0 1 0 0 0,0-1 0 0 0,0 0 0 0 0,1 0 0 0 0,-1 0 1 0 0,0 0-1 0 0,0 0 0 0 0,0 0 0 0 0,0 0 0 0 0,0 0 0 0 0,1 0 0 0 0,-1 0 0 0 0,0 0 0 0 0,0 0 0 0 0,0 0 0 0 0,1 0 0 0 0,-1 0 0 0 0,0 0 0 0 0,0 0 0 0 0,0 0 0 0 0,0 0 0 0 0,0 0 1 0 0,1 0-1 0 0,-1 0 0 0 0,0 0 0 0 0,0-1 0 0 0,0 1 0 0 0,0 0 0 0 0,1 0 0 0 0,13-14-52 0 0,10-20 257 0 0,-9 9 17 0 0,-10 14-287 0 0,1 1-1 0 0,1 0 1 0 0,0 0 0 0 0,0 0-1 0 0,17-16 1 0 0,-21 24 103 0 0,-1 0-1 0 0,0 1 1 0 0,1-1 0 0 0,-1 0-1 0 0,1 1 1 0 0,0 0 0 0 0,-1 0-1 0 0,1 0 1 0 0,0 0-1 0 0,0 0 1 0 0,-1 1 0 0 0,1-1-1 0 0,0 1 1 0 0,0-1 0 0 0,0 1-1 0 0,0 0 1 0 0,0 0-1 0 0,0 1 1 0 0,0-1 0 0 0,0 1-1 0 0,0-1 1 0 0,-1 1 0 0 0,1 0-1 0 0,0 0 1 0 0,0 0-1 0 0,-1 0 1 0 0,1 1 0 0 0,-1-1-1 0 0,1 1 1 0 0,2 1 0 0 0,1 2 67 0 0,1 0 0 0 0,-1 0 0 0 0,0 1 0 0 0,0-1 0 0 0,-1 1 0 0 0,0 1 0 0 0,0-1 1 0 0,0 1-1 0 0,-1 0 0 0 0,6 12 0 0 0,14 47-3127 0 0,-19-50-3977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1.698"/>
    </inkml:context>
    <inkml:brush xml:id="br0">
      <inkml:brushProperty name="width" value="0.1" units="cm"/>
      <inkml:brushProperty name="height" value="0.1" units="cm"/>
      <inkml:brushProperty name="color" value="#FF0066"/>
    </inkml:brush>
  </inkml:definitions>
  <inkml:trace contextRef="#ctx0" brushRef="#br0">15 6 8290 0 0,'-2'-6'10415'0'0,"-3"23"-8463"0"0,-2 28-2485 0 0,7-32 582 0 0,0-1 1 0 0,1 1-1 0 0,0-1 0 0 0,1 0 0 0 0,1 1 0 0 0,0-1 0 0 0,0 0 0 0 0,1-1 0 0 0,7 16 1 0 0,-9-24-14 0 0,-1 0 0 0 0,1 0 0 0 0,0 0 0 0 0,0 0 0 0 0,0 0 0 0 0,0 0 0 0 0,1 0 0 0 0,-1-1 0 0 0,1 1 0 0 0,0-1 0 0 0,-1 0 0 0 0,1 0 0 0 0,0 0 0 0 0,0 0 0 0 0,1 0 0 0 0,-1 0 0 0 0,0-1 0 0 0,1 0 0 0 0,-1 0 0 0 0,0 0 0 0 0,1 0 0 0 0,-1 0 0 0 0,1-1 0 0 0,0 1 0 0 0,-1-1 0 0 0,1 0 0 0 0,-1 0 0 0 0,1 0 0 0 0,0-1 0 0 0,-1 1 0 0 0,1-1 1 0 0,-1 0-1 0 0,1 0 0 0 0,-1 0 0 0 0,0-1 0 0 0,4-1 0 0 0,0 0-37 0 0,-1 0 0 0 0,0 0 1 0 0,0-1-1 0 0,0 0 0 0 0,0 0 0 0 0,-1-1 1 0 0,1 0-1 0 0,-1 0 0 0 0,0 0 0 0 0,-1 0 1 0 0,1-1-1 0 0,-1 1 0 0 0,0-1 1 0 0,-1-1-1 0 0,1 1 0 0 0,-1 0 0 0 0,-1-1 1 0 0,3-6-1 0 0,-4 9 15 0 0,0 0 0 0 0,0 0 1 0 0,0 0-1 0 0,-1-1 0 0 0,0 1 0 0 0,0 0 1 0 0,0 0-1 0 0,0 0 0 0 0,-1 0 0 0 0,1 0 1 0 0,-1 0-1 0 0,0 0 0 0 0,0 0 0 0 0,-1 0 1 0 0,1 0-1 0 0,-1 0 0 0 0,0 1 0 0 0,0-1 0 0 0,0 1 1 0 0,0-1-1 0 0,-1 1 0 0 0,1 0 0 0 0,-1 0 1 0 0,0 0-1 0 0,0 0 0 0 0,0 0 0 0 0,0 1 1 0 0,-1-1-1 0 0,1 1 0 0 0,-1 0 0 0 0,1 0 1 0 0,-5-2-1 0 0,1 1-26 0 0,0 1 0 0 0,0-1 1 0 0,0 1-1 0 0,0 0 0 0 0,0 0 0 0 0,-1 1 1 0 0,1 0-1 0 0,0 1 0 0 0,-1 0 0 0 0,1 0 1 0 0,-1 0-1 0 0,-13 3 0 0 0,16-2-336 0 0,-1 1-1 0 0,1-1 0 0 0,0 1 0 0 0,0 0 0 0 0,0 1 1 0 0,-7 3-1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1.999"/>
    </inkml:context>
    <inkml:brush xml:id="br0">
      <inkml:brushProperty name="width" value="0.1" units="cm"/>
      <inkml:brushProperty name="height" value="0.1" units="cm"/>
      <inkml:brushProperty name="color" value="#FF0066"/>
    </inkml:brush>
  </inkml:definitions>
  <inkml:trace contextRef="#ctx0" brushRef="#br0">7 52 9674 0 0,'20'-12'334'0'0,"-12"7"86"0"0,0-1 0 0 0,0 2-1 0 0,0-1 1 0 0,0 1 0 0 0,1 1-1 0 0,0 0 1 0 0,-1 0 0 0 0,17-3 0 0 0,-26 10-266 0 0,-1 0 0 0 0,0 0 0 0 0,0-1 0 0 0,0 1 1 0 0,0 0-1 0 0,0-1 0 0 0,-5 6 0 0 0,-23 26 658 0 0,-13 18 434 0 0,39-48-1063 0 0,1 0 0 0 0,0 0 1 0 0,1 0-1 0 0,-1 0 0 0 0,1 0 0 0 0,0 1 0 0 0,0-1 0 0 0,1 1 0 0 0,-2 5 0 0 0,3-8-151 0 0,0-1-1 0 0,0 1 1 0 0,1-1-1 0 0,-1 0 1 0 0,0 1-1 0 0,1-1 1 0 0,-1 1-1 0 0,1-1 1 0 0,0 0-1 0 0,0 0 1 0 0,0 1 0 0 0,0-1-1 0 0,0 0 1 0 0,1 0-1 0 0,-1 0 1 0 0,1 0-1 0 0,-1 0 1 0 0,1 0-1 0 0,0-1 1 0 0,-1 1-1 0 0,1-1 1 0 0,0 1-1 0 0,3 1 1 0 0,7 5 222 0 0,0-1 0 0 0,1-1 1 0 0,15 6-1 0 0,15 8 100 0 0,-39-18-352 0 0,-1 1-1 0 0,1-1 0 0 0,-1 0 0 0 0,0 1 0 0 0,0 0 0 0 0,0 0 0 0 0,-1 0 0 0 0,1 0 0 0 0,0 0 0 0 0,-1 0 0 0 0,0 1 0 0 0,0-1 0 0 0,3 7 0 0 0,-5-8-4 0 0,0 0 0 0 0,0 1 0 0 0,1-1 0 0 0,-1 0 1 0 0,-1 1-1 0 0,1-1 0 0 0,0 1 0 0 0,0-1 0 0 0,-1 0 0 0 0,0 0 0 0 0,1 1 0 0 0,-1-1 0 0 0,0 0 0 0 0,0 0 0 0 0,0 0 0 0 0,0 0 0 0 0,-1 0 0 0 0,1 0 0 0 0,0 0 1 0 0,-1 0-1 0 0,0 0 0 0 0,1-1 0 0 0,-1 1 0 0 0,-3 2 0 0 0,-27 17-1371 0 0,17-15-3848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2.221"/>
    </inkml:context>
    <inkml:brush xml:id="br0">
      <inkml:brushProperty name="width" value="0.1" units="cm"/>
      <inkml:brushProperty name="height" value="0.1" units="cm"/>
      <inkml:brushProperty name="color" value="#FF0066"/>
    </inkml:brush>
  </inkml:definitions>
  <inkml:trace contextRef="#ctx0" brushRef="#br0">0 66 5985 0 0,'4'-6'812'0'0,"0"0"0"0"0,0 0 0 0 0,1 0 0 0 0,0 1 0 0 0,0 0 0 0 0,0 0 0 0 0,0 0-1 0 0,1 0 1 0 0,9-5 0 0 0,-14 9-573 0 0,1 0-1 0 0,-1 1 0 0 0,1-1 1 0 0,0 0-1 0 0,-1 1 1 0 0,1-1-1 0 0,0 1 0 0 0,0-1 1 0 0,-1 1-1 0 0,1 0 1 0 0,0 0-1 0 0,0 0 0 0 0,0 0 1 0 0,-1 0-1 0 0,1 0 1 0 0,0 0-1 0 0,2 1 0 0 0,-2 0-101 0 0,-1 0 0 0 0,1 0 0 0 0,-1 0-1 0 0,1 0 1 0 0,-1 0 0 0 0,1 0 0 0 0,-1 1-1 0 0,0-1 1 0 0,1 1 0 0 0,-1-1 0 0 0,0 1-1 0 0,0-1 1 0 0,0 1 0 0 0,0 0 0 0 0,0-1-1 0 0,-1 1 1 0 0,1 0 0 0 0,0 0 0 0 0,-1 0-1 0 0,1 2 1 0 0,5 24 324 0 0,-2 1 0 0 0,-1 0-1 0 0,-1 52 1 0 0,1-6-182 0 0,-2-47-210 0 0,3 31 105 0 0,11 61 0 0 0,-12-104-249 0 0,0 0 0 0 0,2-1-1 0 0,-1 1 1 0 0,2-1 0 0 0,0-1 0 0 0,1 1 0 0 0,0-1 0 0 0,19 26 0 0 0,1-12-2267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2.395"/>
    </inkml:context>
    <inkml:brush xml:id="br0">
      <inkml:brushProperty name="width" value="0.1" units="cm"/>
      <inkml:brushProperty name="height" value="0.1" units="cm"/>
      <inkml:brushProperty name="color" value="#FF0066"/>
    </inkml:brush>
  </inkml:definitions>
  <inkml:trace contextRef="#ctx0" brushRef="#br0">16 167 4609 0 0,'0'0'62'0'0,"-1"0"-1"0"0,0-1 1 0 0,0 1 0 0 0,0 0-1 0 0,0-1 1 0 0,1 1 0 0 0,-1-1-1 0 0,0 1 1 0 0,0-1 0 0 0,1 1-1 0 0,-1-1 1 0 0,0 0 0 0 0,1 1-1 0 0,-1-1 1 0 0,1 0 0 0 0,-1 1-1 0 0,1-1 1 0 0,-1 0-1 0 0,1 0 1 0 0,-1 1 0 0 0,1-1-1 0 0,0 0 1 0 0,0 0 0 0 0,-1 0-1 0 0,1 0 1 0 0,0 0 0 0 0,0 1-1 0 0,0-1 1 0 0,0 0 0 0 0,0 0-1 0 0,0 0 1 0 0,0 0 0 0 0,0 0-1 0 0,0 0 1 0 0,0 0 0 0 0,1 1-1 0 0,-1-1 1 0 0,0 0 0 0 0,0 0-1 0 0,1 0 1 0 0,-1 0 0 0 0,1 1-1 0 0,-1-1 1 0 0,1 0 0 0 0,-1 0-1 0 0,1 1 1 0 0,-1-1 0 0 0,2-1-1 0 0,4-2 841 0 0,0-1 1 0 0,0 1-1 0 0,1 0 0 0 0,13-6 0 0 0,-8 3-970 0 0,15-7 850 0 0,1 1-1 0 0,1 2 0 0 0,0 1 0 0 0,46-11 1 0 0,-17 10-887 0 0,82-4 0 0 0,-122 13 170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2.942"/>
    </inkml:context>
    <inkml:brush xml:id="br0">
      <inkml:brushProperty name="width" value="0.1" units="cm"/>
      <inkml:brushProperty name="height" value="0.1" units="cm"/>
      <inkml:brushProperty name="color" value="#FF0066"/>
    </inkml:brush>
  </inkml:definitions>
  <inkml:trace contextRef="#ctx0" brushRef="#br0">0 60 8290 0 0,'1'-2'260'0'0,"0"1"0"0"0,0-1-1 0 0,0 1 1 0 0,0-1 0 0 0,0 1 0 0 0,0 0 0 0 0,0 0 0 0 0,1-1 0 0 0,-1 1 0 0 0,0 0 0 0 0,1 0-1 0 0,-1 0 1 0 0,1 0 0 0 0,-1 1 0 0 0,1-1 0 0 0,0 0 0 0 0,-1 1 0 0 0,1-1 0 0 0,0 1 0 0 0,-1-1-1 0 0,1 1 1 0 0,0 0 0 0 0,-1 0 0 0 0,1 0 0 0 0,0 0 0 0 0,0 0 0 0 0,-1 0 0 0 0,1 0 0 0 0,0 0-1 0 0,0 1 1 0 0,-1-1 0 0 0,1 1 0 0 0,0-1 0 0 0,-1 1 0 0 0,1 0 0 0 0,-1 0 0 0 0,1-1 0 0 0,-1 1-1 0 0,3 2 1 0 0,1 1 17 0 0,0 0 0 0 0,-1 0 0 0 0,0 1-1 0 0,1-1 1 0 0,-2 1 0 0 0,1 0 0 0 0,0 0 0 0 0,-1 0-1 0 0,0 0 1 0 0,3 9 0 0 0,1 8-85 0 0,-1 0 0 0 0,0 0-1 0 0,-2 1 1 0 0,2 45 0 0 0,4 17-348 0 0,-10-85 150 0 0,0 0 1 0 0,0 0 0 0 0,0 1-1 0 0,0-1 1 0 0,0 0 0 0 0,0 0-1 0 0,0 0 1 0 0,0 0 0 0 0,0 0-1 0 0,0 0 1 0 0,0 0 0 0 0,0 1-1 0 0,0-1 1 0 0,0 0 0 0 0,1 0-1 0 0,-1 0 1 0 0,0 0 0 0 0,0 0-1 0 0,0 0 1 0 0,0 0 0 0 0,0 0-1 0 0,0 0 1 0 0,0 0 0 0 0,0 0-1 0 0,1 0 1 0 0,-1 0 0 0 0,0 1-1 0 0,0-1 1 0 0,0 0 0 0 0,0 0-1 0 0,0 0 1 0 0,0 0 0 0 0,1 0-1 0 0,-1 0 1 0 0,0 0 0 0 0,0 0-1 0 0,0 0 1 0 0,0 0 0 0 0,0-1-1 0 0,0 1 1 0 0,1 0 0 0 0,-1 0-1 0 0,0 0 1 0 0,0 0 0 0 0,0 0-1 0 0,0 0 1 0 0,0 0 0 0 0,0 0-1 0 0,0 0 1 0 0,1 0 0 0 0,-1 0-1 0 0,0 0 1 0 0,0-1 0 0 0,0 1-1 0 0,0 0 1 0 0,0 0 0 0 0,0 0-1 0 0,0 0 1 0 0,0 0 0 0 0,0 0-1 0 0,11-13-139 0 0,7-13-59 0 0,11-33-598 0 0,22-61 0 0 0,-10 21-349 0 0,-40 96 1161 0 0,0 1 1 0 0,0 0 0 0 0,1-1-1 0 0,-1 1 1 0 0,1 0 0 0 0,-1 0-1 0 0,1 0 1 0 0,0 0 0 0 0,0 0-1 0 0,0 0 1 0 0,3-2-1 0 0,-4 3 42 0 0,0 1-1 0 0,0-1 0 0 0,0 1 0 0 0,0-1 1 0 0,0 1-1 0 0,1-1 0 0 0,-1 1 0 0 0,0 0 0 0 0,0-1 1 0 0,1 1-1 0 0,-1 0 0 0 0,0 0 0 0 0,1 0 1 0 0,-1 0-1 0 0,0 0 0 0 0,0 1 0 0 0,3-1 0 0 0,-1 2 43 0 0,0-1 0 0 0,0 1 0 0 0,0 0 0 0 0,0 0 0 0 0,0 0 0 0 0,-1 0 0 0 0,1 0 0 0 0,-1 1 0 0 0,1-1-1 0 0,-1 1 1 0 0,0 0 0 0 0,0-1 0 0 0,0 1 0 0 0,0 0 0 0 0,0 0 0 0 0,1 4 0 0 0,4 12 70 0 0,-1-1 0 0 0,0 1 0 0 0,-2 0 0 0 0,0 0 0 0 0,1 22 1 0 0,-1-13-362 0 0,11 41 1 0 0,-9-48-236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3.250"/>
    </inkml:context>
    <inkml:brush xml:id="br0">
      <inkml:brushProperty name="width" value="0.1" units="cm"/>
      <inkml:brushProperty name="height" value="0.1" units="cm"/>
      <inkml:brushProperty name="color" value="#FF0066"/>
    </inkml:brush>
  </inkml:definitions>
  <inkml:trace contextRef="#ctx0" brushRef="#br0">7 48 11979 0 0,'-7'0'7570'0'0,"7"0"-7442"0"0,1 26 1374 0 0,11 36-1591 0 0,-8-50 185 0 0,1-1 1 0 0,0 0-1 0 0,0 0 1 0 0,1-1-1 0 0,1 0 1 0 0,-1 0-1 0 0,14 15 1 0 0,-17-22-53 0 0,0 0 0 0 0,0 0 1 0 0,0-1-1 0 0,1 1 0 0 0,-1-1 0 0 0,1 1 0 0 0,0-1 1 0 0,0 0-1 0 0,0 0 0 0 0,8 2 0 0 0,-10-4-17 0 0,1 1 0 0 0,0-1 0 0 0,0 0 0 0 0,-1 0 0 0 0,1 0 0 0 0,0 0 0 0 0,0 0 0 0 0,-1-1 0 0 0,1 1 0 0 0,0-1 0 0 0,-1 0 0 0 0,1 0 0 0 0,0 0 0 0 0,-1 0 0 0 0,1 0 0 0 0,-1 0 0 0 0,0-1 0 0 0,4-2 0 0 0,-2 0-9 0 0,0 0 0 0 0,0 0 0 0 0,0-1 0 0 0,-1 1 0 0 0,0-1 0 0 0,0 0 0 0 0,0 0 0 0 0,-1 0 0 0 0,1 0 0 0 0,-1 0 0 0 0,-1-1 0 0 0,1 1 0 0 0,-1-1 0 0 0,1 1 0 0 0,-2-1 0 0 0,1 1 0 0 0,-1-1 0 0 0,1 0 0 0 0,-2 1 0 0 0,1-1 0 0 0,-1 0 0 0 0,1 1 0 0 0,-3-7 0 0 0,2 5-18 0 0,0 1-1 0 0,-1-1 1 0 0,0 1-1 0 0,0-1 1 0 0,0 1-1 0 0,-1 0 1 0 0,0 0-1 0 0,0 0 1 0 0,0 1-1 0 0,-1-1 1 0 0,0 1-1 0 0,0-1 1 0 0,0 1 0 0 0,-1 1-1 0 0,1-1 1 0 0,-1 1-1 0 0,-1-1 1 0 0,1 1-1 0 0,-10-5 1 0 0,11 8-138 0 0,0-1 0 0 0,0 1 1 0 0,0 0-1 0 0,0 0 0 0 0,0 1 0 0 0,-6-1 1 0 0,-14 3-5533 0 0,2 4-1490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3.608"/>
    </inkml:context>
    <inkml:brush xml:id="br0">
      <inkml:brushProperty name="width" value="0.1" units="cm"/>
      <inkml:brushProperty name="height" value="0.1" units="cm"/>
      <inkml:brushProperty name="color" value="#FF0066"/>
    </inkml:brush>
  </inkml:definitions>
  <inkml:trace contextRef="#ctx0" brushRef="#br0">17 27 17052 0 0,'-16'-20'2146'0'0,"17"13"-426"0"0,14 10-445 0 0,-10-1-1193 0 0,-1 1 0 0 0,1-1 1 0 0,-1 1-1 0 0,0 0 0 0 0,0 1 0 0 0,0-1 1 0 0,-1 1-1 0 0,1-1 0 0 0,-1 1 0 0 0,0 0 1 0 0,0 1-1 0 0,0-1 0 0 0,0 0 1 0 0,-1 1-1 0 0,0-1 0 0 0,2 7 0 0 0,4 7 18 0 0,-2 1 0 0 0,8 34-1 0 0,-9-20-48 0 0,-1 0 0 0 0,-1 33-1 0 0,-4-45-350 0 0,2 0-1 0 0,0 1 0 0 0,2-1 1 0 0,0 0-1 0 0,1 0 0 0 0,1-1 0 0 0,13 34 1 0 0,-5-29-7478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3.909"/>
    </inkml:context>
    <inkml:brush xml:id="br0">
      <inkml:brushProperty name="width" value="0.1" units="cm"/>
      <inkml:brushProperty name="height" value="0.1" units="cm"/>
      <inkml:brushProperty name="color" value="#FF0066"/>
    </inkml:brush>
  </inkml:definitions>
  <inkml:trace contextRef="#ctx0" brushRef="#br0">95 9 12443 0 0,'0'0'91'0'0,"-1"-1"1"0"0,1 0 0 0 0,-1 1-1 0 0,1-1 1 0 0,-1 1 0 0 0,1-1-1 0 0,-1 0 1 0 0,0 1-1 0 0,1-1 1 0 0,-1 1 0 0 0,0 0-1 0 0,0-1 1 0 0,1 1 0 0 0,-1 0-1 0 0,0-1 1 0 0,0 1 0 0 0,1 0-1 0 0,-1 0 1 0 0,0-1-1 0 0,0 1 1 0 0,0 0 0 0 0,1 0-1 0 0,-1 0 1 0 0,0 0 0 0 0,0 0-1 0 0,0 0 1 0 0,1 0 0 0 0,-1 1-1 0 0,0-1 1 0 0,-1 0 0 0 0,-16 23 1980 0 0,16-21-2066 0 0,-5 12 317 0 0,-1 0 0 0 0,2 0 0 0 0,0 1-1 0 0,1 0 1 0 0,0 0 0 0 0,1 0 0 0 0,-4 30-1 0 0,7-37-236 0 0,0 0 0 0 0,1 0 0 0 0,-1 0 0 0 0,1 0 0 0 0,1 0 0 0 0,0 0 0 0 0,0 0 0 0 0,0 0 0 0 0,1-1 0 0 0,0 1 0 0 0,1 0 0 0 0,0-1 1 0 0,0 0-1 0 0,0 0 0 0 0,1 0 0 0 0,0 0 0 0 0,7 9 0 0 0,-9-14-61 0 0,0 1 1 0 0,1-1-1 0 0,-1 0 1 0 0,0-1 0 0 0,1 1-1 0 0,-1 0 1 0 0,1-1-1 0 0,0 1 1 0 0,-1-1 0 0 0,1 0-1 0 0,0 0 1 0 0,0 0-1 0 0,0 0 1 0 0,0 0-1 0 0,0-1 1 0 0,0 1 0 0 0,0-1-1 0 0,5 0 1 0 0,-3-1-12 0 0,0 0-1 0 0,0 0 1 0 0,0 0-1 0 0,-1 0 1 0 0,1-1 0 0 0,-1 0-1 0 0,1 0 1 0 0,-1 0 0 0 0,0-1-1 0 0,8-5 1 0 0,-4 2-13 0 0,-1 0-1 0 0,0 0 1 0 0,-1-1-1 0 0,1 1 1 0 0,-1-2-1 0 0,-1 1 1 0 0,0-1-1 0 0,0 0 1 0 0,0 0-1 0 0,-1 0 1 0 0,7-18-1 0 0,-8 15 55 0 0,-1 0 0 0 0,0 0-1 0 0,-1 0 1 0 0,0 0 0 0 0,-1-1-1 0 0,-1-11 1 0 0,0 17-240 0 0,1 0 1 0 0,-1 0-1 0 0,-1 0 0 0 0,1 1 0 0 0,-1-1 0 0 0,0 0 1 0 0,0 1-1 0 0,-1-1 0 0 0,0 1 0 0 0,0 0 0 0 0,0 0 1 0 0,0 0-1 0 0,-6-5 0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4.335"/>
    </inkml:context>
    <inkml:brush xml:id="br0">
      <inkml:brushProperty name="width" value="0.1" units="cm"/>
      <inkml:brushProperty name="height" value="0.1" units="cm"/>
      <inkml:brushProperty name="color" value="#FF0066"/>
    </inkml:brush>
  </inkml:definitions>
  <inkml:trace contextRef="#ctx0" brushRef="#br0">261 1 15667 0 0,'-6'-1'293'0'0,"1"1"0"0"0,0 1 0 0 0,0-1 0 0 0,0 1 0 0 0,0 0 0 0 0,0 0 0 0 0,0 0 0 0 0,1 1 0 0 0,-1-1 0 0 0,0 1 0 0 0,1 1 0 0 0,-1-1 0 0 0,1 1 0 0 0,-1-1 0 0 0,-5 6 0 0 0,-10 8-425 0 0,1 0 0 0 0,1 2 0 0 0,0 0 0 0 0,2 1 0 0 0,0 0 0 0 0,1 2 0 0 0,0 0 0 0 0,-19 40 0 0 0,33-60 145 0 0,0 1 1 0 0,0 0-1 0 0,1-1 0 0 0,-1 1 1 0 0,0 0-1 0 0,1 0 1 0 0,0 0-1 0 0,-1 0 1 0 0,1-1-1 0 0,0 1 1 0 0,0 0-1 0 0,0 0 0 0 0,0 0 1 0 0,0 0-1 0 0,0 0 1 0 0,0 0-1 0 0,1-1 1 0 0,-1 1-1 0 0,1 0 0 0 0,0 0 1 0 0,-1 0-1 0 0,1-1 1 0 0,2 4-1 0 0,-1-3-2 0 0,0 0 0 0 0,0-1 0 0 0,0 1 0 0 0,0 0-1 0 0,1-1 1 0 0,-1 0 0 0 0,1 1 0 0 0,-1-1 0 0 0,1 0 0 0 0,-1 0 0 0 0,1 0-1 0 0,0-1 1 0 0,-1 1 0 0 0,5 0 0 0 0,10 0-126 0 0,0-1-1 0 0,-1 0 1 0 0,1-1-1 0 0,18-3 1 0 0,-2-1-168 0 0,41-6-287 0 0,-69 11 563 0 0,0 0-1 0 0,0 0 1 0 0,-1 0 0 0 0,1 0-1 0 0,0 1 1 0 0,-1 0 0 0 0,1 0-1 0 0,-1 0 1 0 0,1 0 0 0 0,-1 1-1 0 0,1 0 1 0 0,5 3 0 0 0,-9-4 56 0 0,1 0 1 0 0,-1 0-1 0 0,0 0 1 0 0,1 1 0 0 0,-1-1-1 0 0,0 0 1 0 0,0 1 0 0 0,0-1-1 0 0,0 1 1 0 0,0-1 0 0 0,0 1-1 0 0,0-1 1 0 0,-1 1-1 0 0,1-1 1 0 0,-1 1 0 0 0,1 0-1 0 0,-1 0 1 0 0,1-1 0 0 0,-1 1-1 0 0,0 2 1 0 0,0 0 59 0 0,0 0 0 0 0,-1 0 1 0 0,1-1-1 0 0,-1 1 0 0 0,0 0 1 0 0,0 0-1 0 0,0-1 0 0 0,-4 8 1 0 0,0-1 26 0 0,-1 0 1 0 0,0-1 0 0 0,-1 0-1 0 0,0 0 1 0 0,-12 12-1 0 0,-11 2-694 0 0,16-15-156 0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4.620"/>
    </inkml:context>
    <inkml:brush xml:id="br0">
      <inkml:brushProperty name="width" value="0.1" units="cm"/>
      <inkml:brushProperty name="height" value="0.1" units="cm"/>
      <inkml:brushProperty name="color" value="#FF0066"/>
    </inkml:brush>
  </inkml:definitions>
  <inkml:trace contextRef="#ctx0" brushRef="#br0">65 59 456 0 0,'13'-15'38'0'0,"-8"8"251"0"0,1 1-1 0 0,-1 0 1 0 0,32-18 10772 0 0,-34 24-10388 0 0,-3 0-457 0 0,1 1 0 0 0,-1-1 0 0 0,0 1 0 0 0,0 0 0 0 0,1-1 0 0 0,-1 1 0 0 0,0-1 0 0 0,0 1 0 0 0,0 0 0 0 0,0-1 0 0 0,0 1 0 0 0,0 0 0 0 0,0-1 0 0 0,0 1 0 0 0,0 0 0 0 0,0-1 0 0 0,0 1 1 0 0,0-1-1 0 0,0 1 0 0 0,-1 0 0 0 0,1-1 0 0 0,0 1 0 0 0,0-1 0 0 0,-1 1 0 0 0,1 0 0 0 0,-2 1 864 0 0,1-1-864 0 0,-13 23 407 0 0,1 0 0 0 0,2 0-1 0 0,-17 50 1 0 0,26-65-628 0 0,-1 1 0 0 0,2-1 0 0 0,-1 0 0 0 0,1 1 0 0 0,1-1 0 0 0,0 1 0 0 0,0-1 0 0 0,1 1 0 0 0,0-1 0 0 0,1 1 0 0 0,0-1 0 0 0,0 0 0 0 0,1 0 0 0 0,6 15 0 0 0,14 15-26 0 0,-17-32 84 0 0,-1 0 0 0 0,-1 1 1 0 0,1 0-1 0 0,-1 0 0 0 0,-1 0 1 0 0,5 13-1 0 0,-8-17-39 0 0,0 0 0 0 0,0-1 1 0 0,0 1-1 0 0,-1-1 0 0 0,1 0 0 0 0,-1 1 1 0 0,0-1-1 0 0,0 1 0 0 0,0-1 1 0 0,0 0-1 0 0,-1 0 0 0 0,0 1 0 0 0,1-1 1 0 0,-1 0-1 0 0,0-1 0 0 0,0 1 0 0 0,0 0 1 0 0,-1 0-1 0 0,1-1 0 0 0,-1 0 0 0 0,-3 4 1 0 0,-8 5-537 0 0,-1 0 1 0 0,-26 15 0 0 0,38-24 288 0 0,-24 13-7382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5.698"/>
    </inkml:context>
    <inkml:brush xml:id="br0">
      <inkml:brushProperty name="width" value="0.1" units="cm"/>
      <inkml:brushProperty name="height" value="0.1" units="cm"/>
      <inkml:brushProperty name="color" value="#FF0066"/>
    </inkml:brush>
  </inkml:definitions>
  <inkml:trace contextRef="#ctx0" brushRef="#br0">35 639 5985 0 0,'-3'-1'70'0'0,"1"1"-1"0"0,-1-1 0 0 0,1 1 1 0 0,-1-1-1 0 0,1 0 1 0 0,-1 0-1 0 0,1 0 0 0 0,-1-1 1 0 0,1 1-1 0 0,-4-3 1 0 0,6 4-59 0 0,0-1 0 0 0,-1 1 0 0 0,1 0 0 0 0,0-1 0 0 0,-1 1 0 0 0,1-1 1 0 0,0 1-1 0 0,0-1 0 0 0,-1 1 0 0 0,1-1 0 0 0,0 1 0 0 0,0-1 0 0 0,0 1 1 0 0,0-1-1 0 0,0 1 0 0 0,0-1 0 0 0,0 0 0 0 0,0 1 0 0 0,0-1 0 0 0,0 1 1 0 0,0-1-1 0 0,0 0 0 0 0,13-16 484 0 0,-1 8-223 0 0,1 0-1 0 0,0 1 0 0 0,0 0 0 0 0,1 1 1 0 0,22-8-1 0 0,78-20 1354 0 0,-110 34-1566 0 0,301-60 2857 0 0,7 25-1198 0 0,-198 25-1405 0 0,1361-149 2084 0 0,-468 47-3445 0 0,-74 3-1817 0 0,-893 105 2916 0 0,-21 1 371 0 0,0 2 0 0 0,1 0 0 0 0,-1 1 1 0 0,24 2-1 0 0,-42-1-334 0 0,0 0 0 0 0,0 0 1 0 0,0 0-1 0 0,0 0 0 0 0,0 0 0 0 0,0 1 1 0 0,0-1-1 0 0,0 0 0 0 0,0 0 1 0 0,0 1-1 0 0,-1-1 0 0 0,1 1 0 0 0,0-1 1 0 0,0 1-1 0 0,0-1 0 0 0,0 1 0 0 0,-1-1 1 0 0,1 1-1 0 0,0 0 0 0 0,0-1 1 0 0,-1 1-1 0 0,1 0 0 0 0,-1 0 0 0 0,1-1 1 0 0,-1 1-1 0 0,1 0 0 0 0,-1 0 0 0 0,1 0 1 0 0,-1 0-1 0 0,0 0 0 0 0,1 0 1 0 0,-1 0-1 0 0,0 0 0 0 0,0 0 0 0 0,0 0 1 0 0,0 0-1 0 0,1 0 0 0 0,-2 0 0 0 0,1 0 1 0 0,0-1-1 0 0,0 1 0 0 0,0 0 0 0 0,0 0 1 0 0,-1 0-1 0 0,1 0 0 0 0,0 0 1 0 0,-1 0-1 0 0,1 0 0 0 0,0 0 0 0 0,-2 1 1 0 0,-2 6 138 0 0,0 0 0 0 0,-1 0 0 0 0,-1 0 0 0 0,-6 8 0 0 0,7-11-159 0 0,-56 71 247 0 0,28-37-286 0 0,1 1 0 0 0,3 1 0 0 0,-33 59 0 0 0,33-37-187 0 0,2 1 1 0 0,3 2 0 0 0,3 0-1 0 0,3 1 1 0 0,-17 126 0 0 0,26-98-542 0 0,4 1-1 0 0,4 0 1 0 0,20 154 0 0 0,6-86-518 0 0,58 207 0 0 0,77 146 1360 0 0,143 500 6800 0 0,-282-935-6666 0 0,-3 2 0 0 0,6 86 1 0 0,-21-120-272 0 0,-1-1 1 0 0,-3 1 0 0 0,-2-1-1 0 0,-17 93 1 0 0,6-79 7 0 0,-2-1-1 0 0,-2-1 1 0 0,-4-1-1 0 0,-2 0 1 0 0,-43 77 0 0 0,60-126 58 0 0,-1-1 0 0 0,-1 1 0 0 0,0-2 0 0 0,0 1 0 0 0,-1-1 1 0 0,0 0-1 0 0,0-1 0 0 0,-1 0 0 0 0,0-1 0 0 0,0 0 0 0 0,-1-1 0 0 0,0 0 1 0 0,0-1-1 0 0,-25 7 0 0 0,-11 0 36 0 0,0-2 0 0 0,-84 6 0 0 0,88-11-147 0 0,-1021 45-493 0 0,529-37-87 0 0,188 3 258 0 0,-286 9-256 0 0,615-25 567 0 0,-250-2-331 0 0,218-1-44 0 0,0-2-1 0 0,1-3 1 0 0,-61-16 0 0 0,94 19 213 0 0,1-1 0 0 0,-1 0-1 0 0,1-1 1 0 0,0-1 0 0 0,1 0 0 0 0,-21-15 0 0 0,-19-25-28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19:36.034"/>
    </inkml:context>
    <inkml:brush xml:id="br0">
      <inkml:brushProperty name="width" value="0.1" units="cm"/>
      <inkml:brushProperty name="height" value="0.1" units="cm"/>
      <inkml:brushProperty name="color" value="#FF0066"/>
    </inkml:brush>
  </inkml:definitions>
  <inkml:trace contextRef="#ctx0" brushRef="#br0">0 226 16588 0 0,'1'-25'230'0'0,"1"1"1"0"0,1 0 0 0 0,1 0 0 0 0,1 1 0 0 0,1-1 0 0 0,10-24-1 0 0,-5 14-130 0 0,-16 171 881 0 0,50 532 987 0 0,-30-521-1863 0 0,-6-64-39 0 0,143 1081 1 0 0,62-125-878 0 0,-68-406-971 0 0,-134-582 1273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0:50.808"/>
    </inkml:context>
    <inkml:brush xml:id="br0">
      <inkml:brushProperty name="width" value="0.1" units="cm"/>
      <inkml:brushProperty name="height" value="0.1" units="cm"/>
      <inkml:brushProperty name="color" value="#FF0066"/>
    </inkml:brush>
  </inkml:definitions>
  <inkml:trace contextRef="#ctx0" brushRef="#br0">26 274 3225 0 0,'-4'-9'504'0'0,"0"0"0"0"0,0-1 0 0 0,1 1 0 0 0,0-1 0 0 0,1 0 0 0 0,0 0 0 0 0,0-1 1 0 0,1 1-1 0 0,1 0 0 0 0,0 0 0 0 0,0 0 0 0 0,1-1 0 0 0,0 1 0 0 0,1 0 0 0 0,3-12 0 0 0,-4 20-289 0 0,-1-1 0 0 0,1 1 0 0 0,-1 1 0 0 0,1-1 0 0 0,0 0 0 0 0,0 0 0 0 0,0 0-1 0 0,0 0 1 0 0,0 1 0 0 0,1-1 0 0 0,-1 0 0 0 0,0 1 0 0 0,1-1 0 0 0,2-1-1 0 0,-3 2-97 0 0,0 1-1 0 0,0-1 0 0 0,0 1 0 0 0,0 0 0 0 0,0-1 0 0 0,0 1 0 0 0,0 0 1 0 0,0 0-1 0 0,0 0 0 0 0,0 0 0 0 0,0 0 0 0 0,0 0 0 0 0,0 0 0 0 0,0 0 1 0 0,0 0-1 0 0,0 0 0 0 0,0 0 0 0 0,0 1 0 0 0,0-1 0 0 0,0 0 0 0 0,1 1 1 0 0,2 2 21 0 0,-1-1 0 0 0,1 1 1 0 0,-1 0-1 0 0,1-1 1 0 0,-1 2-1 0 0,0-1 0 0 0,0 0 1 0 0,0 1-1 0 0,-1-1 1 0 0,1 1-1 0 0,3 7 0 0 0,112 265 504 0 0,-46-97-353 0 0,-53-138-182 0 0,-7-17 146 0 0,12 34 0 0 0,-21-51-221 0 0,-2 0 1 0 0,1-1 0 0 0,0 1-1 0 0,-1 0 1 0 0,-1 0-1 0 0,1 0 1 0 0,-1 0-1 0 0,0 0 1 0 0,0 0 0 0 0,-2 8-1 0 0,-3-7 66 0 0,-1-16-54 0 0,-1-14-1 0 0,-1-30 73 0 0,2 0 1 0 0,3-1-1 0 0,1 1 0 0 0,4-1 0 0 0,1 1 0 0 0,18-90 0 0 0,-12 98-93 0 0,20-62-1 0 0,-23 89-19 0 0,1-1 0 0 0,0 1-1 0 0,2 1 1 0 0,0-1-1 0 0,0 2 1 0 0,16-20 0 0 0,-24 34-3 0 0,0-1 0 0 0,0 1 0 0 0,0 0 0 0 0,0 0 0 0 0,0 0 0 0 0,0 0 0 0 0,0 0 0 0 0,0 0 0 0 0,1 0 0 0 0,-1 0 0 0 0,0 0 0 0 0,1 1 0 0 0,-1-1 0 0 0,1 0 0 0 0,-1 1 0 0 0,0-1 0 0 0,1 1 0 0 0,-1 0 0 0 0,1 0 0 0 0,-1-1 0 0 0,1 1 0 0 0,-1 0 0 0 0,1 0 0 0 0,0 0 0 0 0,-1 0 0 0 0,1 1 0 0 0,-1-1 0 0 0,1 0 0 0 0,-1 1 0 0 0,1-1 0 0 0,-1 1 0 0 0,0-1 0 0 0,1 1 0 0 0,-1 0 0 0 0,0-1 0 0 0,1 1 0 0 0,-1 0 0 0 0,0 0 0 0 0,0 0 0 0 0,3 2 0 0 0,3 5 0 0 0,0 0 0 0 0,0 1 0 0 0,-1 0 0 0 0,10 17 0 0 0,-6-10 0 0 0,25 40 29 0 0,-2 1-1 0 0,37 90 1 0 0,-58-115 31 0 0,-1 0-1 0 0,-1 1 1 0 0,-2 0-1 0 0,-1 1 1 0 0,-2-1-1 0 0,1 57 0 0 0,-6-75-288 0 0,-2 0-1 0 0,0 0 0 0 0,0 0 1 0 0,-1-1-1 0 0,-1 1 0 0 0,-1-1 0 0 0,-9 21 1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0:51.184"/>
    </inkml:context>
    <inkml:brush xml:id="br0">
      <inkml:brushProperty name="width" value="0.1" units="cm"/>
      <inkml:brushProperty name="height" value="0.1" units="cm"/>
      <inkml:brushProperty name="color" value="#FF0066"/>
    </inkml:brush>
  </inkml:definitions>
  <inkml:trace contextRef="#ctx0" brushRef="#br0">5 85 12443 0 0,'0'-1'72'0'0,"-1"1"1"0"0,1-1-1 0 0,-1 0 1 0 0,1 0-1 0 0,-1 0 1 0 0,1 0-1 0 0,0 1 1 0 0,-1-1-1 0 0,1 0 1 0 0,0 0-1 0 0,0 0 1 0 0,0 0-1 0 0,0 0 1 0 0,0 0-1 0 0,0 0 1 0 0,0 0-1 0 0,0 0 1 0 0,0 0-1 0 0,0 0 1 0 0,0 0-1 0 0,1 0 1 0 0,-1 0-1 0 0,0 1 1 0 0,1-1-1 0 0,-1 0 1 0 0,1-1-1 0 0,21-17 1055 0 0,-17 15-881 0 0,3-1-81 0 0,0 1 1 0 0,1-1 0 0 0,-1 1-1 0 0,1 1 1 0 0,0 0 0 0 0,0 0-1 0 0,17-3 1 0 0,-17 4-1097 0 0,1 1 0 0 0,0 0 1 0 0,0 1-1 0 0,11 1 0 0 0,-7 1-3767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0:51.327"/>
    </inkml:context>
    <inkml:brush xml:id="br0">
      <inkml:brushProperty name="width" value="0.1" units="cm"/>
      <inkml:brushProperty name="height" value="0.1" units="cm"/>
      <inkml:brushProperty name="color" value="#FF0066"/>
    </inkml:brush>
  </inkml:definitions>
  <inkml:trace contextRef="#ctx0" brushRef="#br0">0 137 6913 0 0,'4'-4'609'0'0,"0"0"-481"0"0,0 3-128 0 0,1-1 0 0 0,-1 1 504 0 0,2-3 72 0 0,5-1 24 0 0,7-6 0 0 0,5-3 336 0 0,3-1 73 0 0,2 1 15 0 0,-5 1 0 0 0,-4 2-840 0 0,-1-2-184 0 0,-2 5 0 0 0,1 0-3769 0 0,-5 0-744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0:53.002"/>
    </inkml:context>
    <inkml:brush xml:id="br0">
      <inkml:brushProperty name="width" value="0.1" units="cm"/>
      <inkml:brushProperty name="height" value="0.1" units="cm"/>
      <inkml:brushProperty name="color" value="#FF0066"/>
    </inkml:brush>
  </inkml:definitions>
  <inkml:trace contextRef="#ctx0" brushRef="#br0">58 247 3225 0 0,'-18'-22'1087'0'0,"12"16"-582"0"0,0-1-1 0 0,1 0 1 0 0,0 0 0 0 0,-8-15 0 0 0,12 19-363 0 0,1 0 0 0 0,-1 1 0 0 0,0-1 1 0 0,0 0-1 0 0,1 1 0 0 0,0-1 0 0 0,-1 0 0 0 0,1 0 0 0 0,0 1 0 0 0,1-1 0 0 0,-1 0 0 0 0,0 0 0 0 0,1 0 1 0 0,-1 1-1 0 0,1-1 0 0 0,0 0 0 0 0,0 1 0 0 0,0-1 0 0 0,3-4 0 0 0,2-2 342 0 0,0 0 0 0 0,1 0 0 0 0,0 0-1 0 0,1 1 1 0 0,0 0 0 0 0,0 1 0 0 0,0 0 0 0 0,1 0 0 0 0,13-8-1 0 0,-16 12-316 0 0,0-1-1 0 0,1 1 1 0 0,-1-1-1 0 0,1 2 1 0 0,-1-1-1 0 0,1 1 1 0 0,0 0-1 0 0,0 0 0 0 0,0 1 1 0 0,0 0-1 0 0,0 0 1 0 0,1 1-1 0 0,-1 0 1 0 0,0 0-1 0 0,11 2 1 0 0,-11 1-162 0 0,-1-1 1 0 0,0 1 0 0 0,0 0-1 0 0,0 1 1 0 0,0 0 0 0 0,0 0-1 0 0,-1 0 1 0 0,1 0 0 0 0,-1 1-1 0 0,0 0 1 0 0,-1 0 0 0 0,1 1-1 0 0,-1-1 1 0 0,7 12 0 0 0,-2-2-121 0 0,-1 1 0 0 0,0 0 0 0 0,-1 0 0 0 0,8 29 0 0 0,-12-31 42 0 0,-1 0-1 0 0,0 0 1 0 0,-1 0-1 0 0,-1 0 1 0 0,-1 1-1 0 0,0-1 1 0 0,0 0-1 0 0,-1 0 0 0 0,-5 16 1 0 0,-7 21-20 0 0,-21 49 0 0 0,6-36 5 0 0,-10 26-124 0 0,36-82 226 0 0,1 0 0 0 0,0 0 1 0 0,0 0-1 0 0,1 0 0 0 0,0 1 0 0 0,0-1 0 0 0,1 0 0 0 0,1 16 1 0 0,-1-21 34 0 0,1 0 0 0 0,-1-1 1 0 0,1 1-1 0 0,-1-1 0 0 0,1 0 1 0 0,0 1-1 0 0,0-1 0 0 0,0 0 1 0 0,1 1-1 0 0,-1-1 0 0 0,0 0 1 0 0,1 0-1 0 0,0 0 1 0 0,-1 0-1 0 0,1 0 0 0 0,0 0 1 0 0,0-1-1 0 0,0 1 0 0 0,0-1 1 0 0,0 1-1 0 0,3 1 0 0 0,0-1 62 0 0,-1-1-1 0 0,1 0 1 0 0,-1 0 0 0 0,1 0-1 0 0,0 0 1 0 0,-1-1-1 0 0,1 1 1 0 0,0-1-1 0 0,-1 0 1 0 0,10-2-1 0 0,2-1 129 0 0,1-1-1 0 0,-1 0 1 0 0,0-2-1 0 0,0 0 1 0 0,21-11-1 0 0,156-104 1017 0 0,-144 86-1182 0 0,2 2 0 0 0,2 2-1 0 0,65-28 1 0 0,-100 53-1613 0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0:53.953"/>
    </inkml:context>
    <inkml:brush xml:id="br0">
      <inkml:brushProperty name="width" value="0.1" units="cm"/>
      <inkml:brushProperty name="height" value="0.1" units="cm"/>
      <inkml:brushProperty name="color" value="#FF0066"/>
    </inkml:brush>
  </inkml:definitions>
  <inkml:trace contextRef="#ctx0" brushRef="#br0">11 202 6913 0 0,'-11'-70'7243'0'0,"32"104"-4654"0"0,101 370-1742 0 0,-120-396-905 0 0,10 32-83 0 0,-12-39 115 0 0,1 1 0 0 0,-1 0 0 0 0,1-1 0 0 0,0 1 0 0 0,-1-1 0 0 0,1 1 1 0 0,0-1-1 0 0,0 0 0 0 0,0 1 0 0 0,0-1 0 0 0,0 0 0 0 0,0 0 1 0 0,1 0-1 0 0,-1 0 0 0 0,0 0 0 0 0,0 0 0 0 0,1 0 0 0 0,-1 0 0 0 0,3 1 1 0 0,-3-2-19 0 0,0-1 0 0 0,0 1 0 0 0,0 0 1 0 0,0-1-1 0 0,0 1 0 0 0,0-1 0 0 0,0 1 1 0 0,0-1-1 0 0,0 0 0 0 0,0 1 1 0 0,0-1-1 0 0,0 0 0 0 0,-1 0 0 0 0,1 1 1 0 0,0-1-1 0 0,0 0 0 0 0,-1 0 0 0 0,1 0 1 0 0,-1 0-1 0 0,1 0 0 0 0,-1 0 1 0 0,1 0-1 0 0,-1 0 0 0 0,0 0 0 0 0,1-2 1 0 0,10-31-376 0 0,-11 32 376 0 0,35-189 428 0 0,-6 21 1065 0 0,-22 142-973 0 0,0 1 0 0 0,2 0 0 0 0,25-51 0 0 0,-31 71-382 0 0,1 0 0 0 0,0 1 0 0 0,1-1 1 0 0,-1 1-1 0 0,1 0 0 0 0,10-10 0 0 0,-13 15-81 0 0,-1 0 0 0 0,0 0 0 0 0,1 0 0 0 0,-1 0 0 0 0,1 0 0 0 0,-1 0 0 0 0,1 0 0 0 0,0 1 0 0 0,-1-1 0 0 0,1 1 0 0 0,0-1 0 0 0,-1 1 0 0 0,1 0 0 0 0,0 0 0 0 0,-1-1 0 0 0,1 1 0 0 0,0 1 0 0 0,0-1 0 0 0,-1 0 0 0 0,1 0 0 0 0,0 0 0 0 0,-1 1 0 0 0,1-1 0 0 0,0 1 0 0 0,-1 0 0 0 0,1-1 0 0 0,0 1 0 0 0,-1 0 0 0 0,1 0 0 0 0,-1 0 0 0 0,0 0 0 0 0,1 0 0 0 0,-1 0 0 0 0,0 0 0 0 0,2 2 0 0 0,6 6 125 0 0,-1 1 0 0 0,0-1 0 0 0,-1 1 0 0 0,0 1 0 0 0,0 0 0 0 0,7 16 1 0 0,27 76 137 0 0,-18-42-97 0 0,20 51-329 0 0,55 121 383 0 0,-84-205-739 0 0,1-1 1 0 0,2-1-1 0 0,0 0 0 0 0,2-1 1 0 0,1-1-1 0 0,24 23 0 0 0,-8-20-5593 0 0,-21-20 864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0:54.224"/>
    </inkml:context>
    <inkml:brush xml:id="br0">
      <inkml:brushProperty name="width" value="0.1" units="cm"/>
      <inkml:brushProperty name="height" value="0.1" units="cm"/>
      <inkml:brushProperty name="color" value="#FF0066"/>
    </inkml:brush>
  </inkml:definitions>
  <inkml:trace contextRef="#ctx0" brushRef="#br0">13 186 8290 0 0,'0'1'73'0'0,"0"-1"-1"0"0,-1 0 1 0 0,1 0 0 0 0,0 0 0 0 0,-1 0-1 0 0,1 1 1 0 0,0-1 0 0 0,-1 0 0 0 0,1 0-1 0 0,0 0 1 0 0,0 0 0 0 0,-1 0 0 0 0,1 0-1 0 0,0 0 1 0 0,-1 0 0 0 0,1 0 0 0 0,-1 0-1 0 0,1 0 1 0 0,0 0 0 0 0,-1 0 0 0 0,1 0-1 0 0,0 0 1 0 0,0 0 0 0 0,-1-1 0 0 0,1 1-1 0 0,0 0 1 0 0,-1 0 0 0 0,1 0 0 0 0,0 0-1 0 0,0-1 1 0 0,-1 1 0 0 0,1 0 0 0 0,0 0-1 0 0,0 0 1 0 0,-1-1 0 0 0,1 1 0 0 0,0 0-1 0 0,0-1 1 0 0,0 1 0 0 0,-1 0 0 0 0,1 0 0 0 0,0-1-1 0 0,0 1 1 0 0,0 0 0 0 0,0-1 0 0 0,0 0-1 0 0,7-20 2146 0 0,22-20 436 0 0,-17 28-2255 0 0,0 0 1 0 0,1 0-1 0 0,23-17 1 0 0,-27 23-837 0 0,1 1 0 0 0,0 0 0 0 0,0 0 0 0 0,0 1 0 0 0,1 0 0 0 0,17-5 1 0 0,-8 6-1042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0:54.390"/>
    </inkml:context>
    <inkml:brush xml:id="br0">
      <inkml:brushProperty name="width" value="0.1" units="cm"/>
      <inkml:brushProperty name="height" value="0.1" units="cm"/>
      <inkml:brushProperty name="color" value="#FF0066"/>
    </inkml:brush>
  </inkml:definitions>
  <inkml:trace contextRef="#ctx0" brushRef="#br0">0 163 4609 0 0,'0'1'27'0'0,"1"-1"0"0"0,-1 1 0 0 0,0-1 1 0 0,0 1-1 0 0,0-1 0 0 0,1 1 0 0 0,-1-1 0 0 0,0 1 0 0 0,1-1 1 0 0,-1 1-1 0 0,0-1 0 0 0,1 0 0 0 0,-1 1 0 0 0,0-1 0 0 0,1 0 0 0 0,-1 1 1 0 0,1-1-1 0 0,-1 0 0 0 0,1 0 0 0 0,-1 1 0 0 0,1-1 0 0 0,-1 0 1 0 0,1 0-1 0 0,-1 0 0 0 0,1 1 0 0 0,-1-1 0 0 0,1 0 0 0 0,0 0 1 0 0,22-4 1462 0 0,21-16 876 0 0,-41 18-2337 0 0,25-15 673 0 0,-1-1-1 0 0,-1-2 1 0 0,26-23 0 0 0,-10 7-2854 0 0,-27 24 1265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0:54.842"/>
    </inkml:context>
    <inkml:brush xml:id="br0">
      <inkml:brushProperty name="width" value="0.1" units="cm"/>
      <inkml:brushProperty name="height" value="0.1" units="cm"/>
      <inkml:brushProperty name="color" value="#FF0066"/>
    </inkml:brush>
  </inkml:definitions>
  <inkml:trace contextRef="#ctx0" brushRef="#br0">39 176 9674 0 0,'-5'-7'276'0'0,"0"-1"-1"0"0,1 1 1 0 0,-1-1-1 0 0,1 0 1 0 0,1 0-1 0 0,-1 0 1 0 0,-2-13-1 0 0,5 18-50 0 0,1 0-1 0 0,-1 0 0 0 0,1-1 0 0 0,0 1 0 0 0,0 0 0 0 0,0 0 0 0 0,0 0 0 0 0,0 0 0 0 0,1 0 0 0 0,0 0 1 0 0,-1 0-1 0 0,1-1 0 0 0,0 2 0 0 0,0-1 0 0 0,1 0 0 0 0,-1 0 0 0 0,1 0 0 0 0,-1 0 0 0 0,1 1 1 0 0,0-1-1 0 0,0 1 0 0 0,0 0 0 0 0,0-1 0 0 0,5-3 0 0 0,-4 4-92 0 0,0-1-1 0 0,1 1 1 0 0,-1-1 0 0 0,1 1-1 0 0,-1 0 1 0 0,1 0-1 0 0,0 1 1 0 0,0-1 0 0 0,0 1-1 0 0,0 0 1 0 0,0 0 0 0 0,0 0-1 0 0,1 0 1 0 0,-1 1-1 0 0,0-1 1 0 0,0 1 0 0 0,0 1-1 0 0,1-1 1 0 0,-1 0-1 0 0,0 1 1 0 0,5 1 0 0 0,-5 0-140 0 0,1 0 0 0 0,-1 0 0 0 0,0 0 0 0 0,0 0 0 0 0,-1 1 0 0 0,1 0 0 0 0,0 0 0 0 0,-1 0 0 0 0,0 0 0 0 0,1 0 0 0 0,-1 1 0 0 0,-1 0 0 0 0,1-1 0 0 0,0 1 0 0 0,-1 0 0 0 0,0 0 1 0 0,0 0-1 0 0,0 1 0 0 0,1 5 0 0 0,3 10-263 0 0,-2 0 1 0 0,-1 1 0 0 0,0-1-1 0 0,-2 1 1 0 0,0 0 0 0 0,-2 0-1 0 0,-4 37 1 0 0,2-29 35 0 0,1-1 0 0 0,2 0 1 0 0,3 36-1 0 0,-3-61 248 0 0,0-1 1 0 0,1 0 0 0 0,-1 1 0 0 0,0-1 0 0 0,1 1 0 0 0,0-1-1 0 0,0 0 1 0 0,0 1 0 0 0,0-1 0 0 0,0 0 0 0 0,0 0-1 0 0,0 0 1 0 0,1 0 0 0 0,-1 0 0 0 0,1 0 0 0 0,-1 0-1 0 0,1 0 1 0 0,0-1 0 0 0,0 1 0 0 0,-1-1 0 0 0,5 3-1 0 0,-4-3 81 0 0,1-1 0 0 0,0 1 0 0 0,0 0 0 0 0,0-1 0 0 0,0 0 0 0 0,-1 1 0 0 0,1-1-1 0 0,0 0 1 0 0,0-1 0 0 0,0 1 0 0 0,0 0 0 0 0,0-1 0 0 0,0 0 0 0 0,-1 0-1 0 0,5-1 1 0 0,8-5 270 0 0,1-1-1 0 0,-1 0 1 0 0,0-1 0 0 0,21-17-1 0 0,-12 8-450 0 0,18-14-1551 0 0,49-28 0 0 0,-60 43 105 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00.150"/>
    </inkml:context>
    <inkml:brush xml:id="br0">
      <inkml:brushProperty name="width" value="0.1" units="cm"/>
      <inkml:brushProperty name="height" value="0.1" units="cm"/>
      <inkml:brushProperty name="color" value="#FF0066"/>
    </inkml:brush>
  </inkml:definitions>
  <inkml:trace contextRef="#ctx0" brushRef="#br0">1 205 2761 0 0,'1'-4'352'0'0,"0"-1"1"0"0,0 0-1 0 0,0 1 1 0 0,1-1-1 0 0,0 1 1 0 0,-1-1-1 0 0,2 1 1 0 0,-1 0 0 0 0,1 0-1 0 0,-1 0 1 0 0,1 0-1 0 0,0 0 1 0 0,5-4-1 0 0,-3 2 276 0 0,0 1-1 0 0,1-1 0 0 0,0 1 0 0 0,0 1 1 0 0,0-1-1 0 0,1 1 0 0 0,12-7 1 0 0,-17 11-516 0 0,0-1 1 0 0,0 0-1 0 0,0 1 1 0 0,0-1 0 0 0,0 1-1 0 0,0 0 1 0 0,1 0-1 0 0,-1 0 1 0 0,0 0-1 0 0,0 0 1 0 0,0 0-1 0 0,0 0 1 0 0,0 1 0 0 0,1-1-1 0 0,-1 1 1 0 0,0 0-1 0 0,0-1 1 0 0,0 1-1 0 0,2 1 1 0 0,0 1-14 0 0,-1-1 1 0 0,1 1-1 0 0,-1 0 0 0 0,0 0 0 0 0,0 0 1 0 0,0 1-1 0 0,0-1 0 0 0,4 8 1 0 0,1 2 35 0 0,-1 2 0 0 0,-1-1 1 0 0,0 1-1 0 0,5 18 1 0 0,41 192 328 0 0,-23-87-489 0 0,-22-119-93 0 0,-2-27-426 0 0,-2-37-432 0 0,-3 36 1068 0 0,34-253 1843 0 0,-26 205-1527 0 0,-2 22 127 0 0,12-43 1 0 0,-14 65-344 0 0,0 0 0 0 0,1 0 0 0 0,1 1 0 0 0,0-1 0 0 0,1 1 0 0 0,12-17 0 0 0,-19 29-186 0 0,0 0 0 0 0,0-1 0 0 0,1 1 0 0 0,-1 0 0 0 0,0-1-1 0 0,0 1 1 0 0,1 0 0 0 0,-1-1 0 0 0,0 1 0 0 0,1 0 0 0 0,-1-1 0 0 0,1 1-1 0 0,-1 0 1 0 0,0 0 0 0 0,1 0 0 0 0,-1-1 0 0 0,1 1 0 0 0,-1 0 0 0 0,0 0-1 0 0,1 0 1 0 0,-1 0 0 0 0,1 0 0 0 0,-1 0 0 0 0,1 0 0 0 0,-1 0 0 0 0,1 0-1 0 0,-1 0 1 0 0,1 0 0 0 0,-1 0 0 0 0,1 0 0 0 0,10 13 177 0 0,4 28 94 0 0,-13-32-239 0 0,9 20 13 0 0,1 0-1 0 0,1-1 1 0 0,2 0-1 0 0,0-1 0 0 0,23 29 1 0 0,107 113-159 0 0,-123-144 85 0 0,-9-10-1089 0 0,0 0-1 0 0,22 17 0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00.246"/>
    </inkml:context>
    <inkml:brush xml:id="br0">
      <inkml:brushProperty name="width" value="0.1" units="cm"/>
      <inkml:brushProperty name="height" value="0.1" units="cm"/>
      <inkml:brushProperty name="color" value="#FF0066"/>
    </inkml:brush>
  </inkml:definitions>
  <inkml:trace contextRef="#ctx0" brushRef="#br0">0 0 10370 0 0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00.406"/>
    </inkml:context>
    <inkml:brush xml:id="br0">
      <inkml:brushProperty name="width" value="0.1" units="cm"/>
      <inkml:brushProperty name="height" value="0.1" units="cm"/>
      <inkml:brushProperty name="color" value="#FF0066"/>
    </inkml:brush>
  </inkml:definitions>
  <inkml:trace contextRef="#ctx0" brushRef="#br0">8 156 9218 0 0,'0'0'59'0'0,"-1"-1"0"0"0,1 1-1 0 0,0 0 1 0 0,-1 0 0 0 0,1 0 0 0 0,-1 0 0 0 0,1 0-1 0 0,0-1 1 0 0,0 1 0 0 0,-1 0 0 0 0,1 0 0 0 0,0-1-1 0 0,-1 1 1 0 0,1 0 0 0 0,0 0 0 0 0,0-1 0 0 0,-1 1 0 0 0,1 0-1 0 0,0-1 1 0 0,0 1 0 0 0,0 0 0 0 0,-1-1 0 0 0,1 1-1 0 0,0 0 1 0 0,0-1 0 0 0,0 1 0 0 0,0 0 0 0 0,0-1-1 0 0,0 1 1 0 0,0-1 0 0 0,0 1 0 0 0,0 0 0 0 0,0-1 0 0 0,0 0-1 0 0,7-17 1201 0 0,18-17 35 0 0,-22 32-1105 0 0,-2 0-123 0 0,11-11 430 0 0,0 0-1 0 0,14-13 1 0 0,-23 24-623 0 0,1 0-1 0 0,0 0 1 0 0,0 0 0 0 0,0 0 0 0 0,0 1-1 0 0,0-1 1 0 0,1 1 0 0 0,-1 0-1 0 0,1 1 1 0 0,-1-1 0 0 0,1 1 0 0 0,9-2-1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00.596"/>
    </inkml:context>
    <inkml:brush xml:id="br0">
      <inkml:brushProperty name="width" value="0.1" units="cm"/>
      <inkml:brushProperty name="height" value="0.1" units="cm"/>
      <inkml:brushProperty name="color" value="#FF0066"/>
    </inkml:brush>
  </inkml:definitions>
  <inkml:trace contextRef="#ctx0" brushRef="#br0">0 181 5065 0 0,'70'-46'2677'0'0,"-52"37"-2209"0"0,-1-2-1 0 0,-1 0 1 0 0,0 0-1 0 0,24-24 0 0 0,-1-14-977 0 0,-33 40 279 0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02.062"/>
    </inkml:context>
    <inkml:brush xml:id="br0">
      <inkml:brushProperty name="width" value="0.1" units="cm"/>
      <inkml:brushProperty name="height" value="0.1" units="cm"/>
      <inkml:brushProperty name="color" value="#FF0066"/>
    </inkml:brush>
  </inkml:definitions>
  <inkml:trace contextRef="#ctx0" brushRef="#br0">32 79 6913 0 0,'-31'-14'8352'0'0,"31"13"-8218"0"0,15-9 1901 0 0,11 0-1679 0 0,1 0 0 0 0,0 2-1 0 0,1 1 1 0 0,0 1 0 0 0,0 1 0 0 0,39-2-1 0 0,-64 7-352 0 0,1 0-1 0 0,-1 0 0 0 0,1 0 1 0 0,-1 0-1 0 0,1 1 0 0 0,-1-1 1 0 0,1 1-1 0 0,-1 0 1 0 0,1 0-1 0 0,-1 0 0 0 0,0 0 1 0 0,0 1-1 0 0,0-1 0 0 0,1 1 1 0 0,-1 0-1 0 0,-1 0 1 0 0,1 0-1 0 0,0 0 0 0 0,0 0 1 0 0,-1 1-1 0 0,1-1 0 0 0,-1 1 1 0 0,0 0-1 0 0,0 0 1 0 0,0-1-1 0 0,0 2 0 0 0,0-1 1 0 0,-1 0-1 0 0,1 0 0 0 0,-1 0 1 0 0,0 1-1 0 0,0-1 1 0 0,0 0-1 0 0,-1 1 0 0 0,1-1 1 0 0,-1 7-1 0 0,2 11-136 0 0,-2 1 0 0 0,-1-1 1 0 0,-1 1-1 0 0,-8 37 0 0 0,7-39 3 0 0,-3 5 131 0 0,4-20-11 0 0,0-1 0 0 0,1 1 0 0 0,-1 0 0 0 0,1 0 0 0 0,1 0 1 0 0,-1 0-1 0 0,1-1 0 0 0,-1 1 0 0 0,1 0 0 0 0,1 0 0 0 0,-1 0 1 0 0,2 7-1 0 0,-1-11 16 0 0,0 0 1 0 0,0 1-1 0 0,0-1 1 0 0,1 0-1 0 0,-1 0 1 0 0,0 0-1 0 0,0 0 1 0 0,1 0-1 0 0,-1-1 1 0 0,1 1-1 0 0,-1 0 1 0 0,0 0-1 0 0,1-1 1 0 0,0 1-1 0 0,-1-1 1 0 0,1 0-1 0 0,-1 1 1 0 0,1-1-1 0 0,-1 0 1 0 0,4 0-1 0 0,39-1 205 0 0,-26 0-55 0 0,-4 1-93 0 0,-1 0 1 0 0,0 1-1 0 0,1 0 1 0 0,-1 1-1 0 0,0 1 0 0 0,0 0 1 0 0,0 1-1 0 0,13 6 1 0 0,-20-7-59 0 0,1 1 0 0 0,-1-1 1 0 0,0 2-1 0 0,0-1 0 0 0,0 1 0 0 0,0 0 1 0 0,-1 0-1 0 0,0 0 0 0 0,0 1 1 0 0,0 0-1 0 0,-1 0 0 0 0,0 0 0 0 0,0 0 1 0 0,-1 1-1 0 0,1 0 0 0 0,1 7 1 0 0,-2-7 74 0 0,0 1 1 0 0,-1 0 0 0 0,0-1 0 0 0,-1 1-1 0 0,0 0 1 0 0,0-1 0 0 0,0 1 0 0 0,-1 0 0 0 0,-1 0-1 0 0,1 0 1 0 0,-1 0 0 0 0,-3 12 0 0 0,1-9 49 0 0,-1 0 1 0 0,-1-1 0 0 0,1 0-1 0 0,-1 0 1 0 0,-1 0 0 0 0,0-1-1 0 0,0 0 1 0 0,-8 9 0 0 0,-13 10 116 0 0,-1-1 0 0 0,-1-2 0 0 0,-2-1 0 0 0,-34 21 1 0 0,55-37-271 0 0,8-7 21 0 0,-16 12-244 0 0,1-1 0 0 0,-1-1 0 0 0,-1 0 0 0 0,0-1 0 0 0,0-2 0 0 0,-25 9 0 0 0,31-15-934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18.791"/>
    </inkml:context>
    <inkml:brush xml:id="br0">
      <inkml:brushProperty name="width" value="0.1" units="cm"/>
      <inkml:brushProperty name="height" value="0.1" units="cm"/>
      <inkml:brushProperty name="color" value="#FF0066"/>
    </inkml:brush>
  </inkml:definitions>
  <inkml:trace contextRef="#ctx0" brushRef="#br0">52 73 10594 0 0,'-3'-8'456'0'0,"0"0"0"0"0,-1 0 0 0 0,0 1 0 0 0,0-1 0 0 0,-1 1 0 0 0,0 0 0 0 0,-10-12 446 0 0,14 19-846 0 0,1 0 0 0 0,0-1 0 0 0,0 1-1 0 0,0 0 1 0 0,0 0 0 0 0,0 0 0 0 0,-1 0 0 0 0,1 0-1 0 0,0 0 1 0 0,0 0 0 0 0,0 0 0 0 0,0 0 0 0 0,-1 0-1 0 0,1 0 1 0 0,0 0 0 0 0,0 0 0 0 0,0 0 0 0 0,0 0-1 0 0,0 0 1 0 0,-1 0 0 0 0,1 0 0 0 0,-2 1 725 0 0,2 0-725 0 0,0-1 0 0 0,0 0 0 0 0,0 0-1 0 0,0 0 1 0 0,0 0 0 0 0,0 0 0 0 0,0 1 0 0 0,0-1-1 0 0,0 0 1 0 0,-3 15 993 0 0,4 17-326 0 0,47 223 790 0 0,-3-29-1234 0 0,-21-7-108 0 0,11 73-3615 0 0,-27-247-2988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19.074"/>
    </inkml:context>
    <inkml:brush xml:id="br0">
      <inkml:brushProperty name="width" value="0.1" units="cm"/>
      <inkml:brushProperty name="height" value="0.1" units="cm"/>
      <inkml:brushProperty name="color" value="#FF0066"/>
    </inkml:brush>
  </inkml:definitions>
  <inkml:trace contextRef="#ctx0" brushRef="#br0">147 0 11979 0 0,'-24'56'2521'0'0,"-12"31"-1318"0"0,14-39-497 0 0,3 1-1 0 0,-23 89 1 0 0,41-135-610 0 0,0-1 0 0 0,1 1 0 0 0,-1 0 0 0 0,1 0 0 0 0,-1 0 0 0 0,1-1 0 0 0,0 1 0 0 0,0 0 0 0 0,1 0 0 0 0,-1 0 0 0 0,1 0 0 0 0,-1-1 0 0 0,1 1 0 0 0,0 0 0 0 0,0-1 0 0 0,0 1 0 0 0,0 0 0 0 0,0-1 0 0 0,3 5 0 0 0,-1-5-7 0 0,-1-1 1 0 0,1 1-1 0 0,-1-1 0 0 0,1 1 0 0 0,-1-1 0 0 0,1 0 0 0 0,0 0 0 0 0,0 0 1 0 0,0 0-1 0 0,0 0 0 0 0,0-1 0 0 0,0 1 0 0 0,0-1 0 0 0,-1 0 0 0 0,1 0 1 0 0,0 0-1 0 0,0 0 0 0 0,6-1 0 0 0,88-11 514 0 0,65-3-4369 0 0,-132 15-2943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19.407"/>
    </inkml:context>
    <inkml:brush xml:id="br0">
      <inkml:brushProperty name="width" value="0.1" units="cm"/>
      <inkml:brushProperty name="height" value="0.1" units="cm"/>
      <inkml:brushProperty name="color" value="#FF0066"/>
    </inkml:brush>
  </inkml:definitions>
  <inkml:trace contextRef="#ctx0" brushRef="#br0">0 255 3225 0 0,'18'-10'4659'0'0,"30"-20"0"0"0,-39 23-3691 0 0,0-1-1 0 0,0 0 0 0 0,0 0 0 0 0,12-17 1 0 0,-18 22-984 0 0,-1 0-1 0 0,1 0 1 0 0,-1 0 0 0 0,0 0 0 0 0,0-1-1 0 0,-1 1 1 0 0,1-1 0 0 0,-1 1 0 0 0,1-1 0 0 0,-1 0-1 0 0,-1 0 1 0 0,1 1 0 0 0,0-1 0 0 0,-1 0 0 0 0,0 0-1 0 0,0 0 1 0 0,0 0 0 0 0,0 0 0 0 0,0 1-1 0 0,-1-1 1 0 0,0 0 0 0 0,0 0 0 0 0,0 0 0 0 0,0 1-1 0 0,0-1 1 0 0,-1 1 0 0 0,0-1 0 0 0,0 1 0 0 0,0-1-1 0 0,0 1 1 0 0,0 0 0 0 0,-1 0 0 0 0,1 0-1 0 0,-1 0 1 0 0,0 1 0 0 0,0-1 0 0 0,-3-2 0 0 0,3 2-228 0 0,-1 0 1 0 0,1 1 0 0 0,-1-1 0 0 0,0 0 0 0 0,0 1 0 0 0,0 0 0 0 0,0 0 0 0 0,0 0-1 0 0,-6-1 1 0 0,9 3 213 0 0,0-1-1 0 0,0 1 1 0 0,0 0-1 0 0,0 0 1 0 0,0 0-1 0 0,1 0 1 0 0,-1 0-1 0 0,0 0 1 0 0,0 1-1 0 0,0-1 1 0 0,0 0-1 0 0,0 0 1 0 0,0 1-1 0 0,0-1 1 0 0,0 1-1 0 0,1-1 1 0 0,-1 0-1 0 0,0 1 1 0 0,-1 0-1 0 0,1 1 131 0 0,0-1 0 0 0,0 0 1 0 0,0 1-1 0 0,0-1 0 0 0,0 1 0 0 0,0 0 0 0 0,0-1 1 0 0,1 1-1 0 0,-1 0 0 0 0,1-1 0 0 0,-1 1 0 0 0,1 0 0 0 0,-1 3 1 0 0,0-3 14 0 0,1 1 0 0 0,-1-1 0 0 0,1 1 0 0 0,0 0 0 0 0,0-1 1 0 0,0 1-1 0 0,0 0 0 0 0,0-1 0 0 0,0 1 0 0 0,1 0 1 0 0,-1-1-1 0 0,1 1 0 0 0,-1-1 0 0 0,1 1 0 0 0,0-1 1 0 0,0 1-1 0 0,1-1 0 0 0,-1 0 0 0 0,0 1 0 0 0,1-1 0 0 0,-1 0 1 0 0,1 0-1 0 0,0 0 0 0 0,0 0 0 0 0,0 0 0 0 0,0-1 1 0 0,0 1-1 0 0,0 0 0 0 0,0-1 0 0 0,0 0 0 0 0,1 1 1 0 0,-1-1-1 0 0,1 0 0 0 0,-1 0 0 0 0,1 0 0 0 0,-1-1 0 0 0,1 1 1 0 0,-1 0-1 0 0,1-1 0 0 0,0 0 0 0 0,4 0 0 0 0,1 1-380 0 0,1-1 0 0 0,0 0 0 0 0,-1-1 0 0 0,1 0-1 0 0,10-3 1 0 0,-9 2-994 0 0,0-1 1 0 0,0-1-1 0 0,14-6 0 0 0,-4-1-3803 0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19.740"/>
    </inkml:context>
    <inkml:brush xml:id="br0">
      <inkml:brushProperty name="width" value="0.1" units="cm"/>
      <inkml:brushProperty name="height" value="0.1" units="cm"/>
      <inkml:brushProperty name="color" value="#FF0066"/>
    </inkml:brush>
  </inkml:definitions>
  <inkml:trace contextRef="#ctx0" brushRef="#br0">0 389 6913 0 0,'21'-11'4300'0'0,"-11"3"-3112"0"0,0 0-1 0 0,-1 0 1 0 0,0-1 0 0 0,-1 0-1 0 0,10-15 1 0 0,-8 11-673 0 0,-2-1 0 0 0,0 0 0 0 0,-1 0 0 0 0,6-17 0 0 0,-8 19-484 0 0,-1 0 0 0 0,-1 0 0 0 0,0 0 0 0 0,0-1 0 0 0,-1 1 0 0 0,-1-1 0 0 0,0 1-1 0 0,-1-1 1 0 0,-1 1 0 0 0,1-1 0 0 0,-2 1 0 0 0,0-1 0 0 0,-4-14 0 0 0,5 25-37 0 0,1 0 0 0 0,-1 0-1 0 0,0 0 1 0 0,0-1 0 0 0,0 1-1 0 0,0 0 1 0 0,0 1 0 0 0,0-1-1 0 0,0 0 1 0 0,-1 0 0 0 0,1 0 0 0 0,-1 1-1 0 0,0-1 1 0 0,1 1 0 0 0,-1-1-1 0 0,0 1 1 0 0,0 0 0 0 0,0-1-1 0 0,-3 0 1 0 0,3 1-14 0 0,0 1 0 0 0,0 0-1 0 0,0-1 1 0 0,0 1 0 0 0,0 0-1 0 0,0 0 1 0 0,0 0 0 0 0,0 1 0 0 0,0-1-1 0 0,0 0 1 0 0,0 1 0 0 0,0-1-1 0 0,0 1 1 0 0,0 0 0 0 0,1 0 0 0 0,-1-1-1 0 0,-3 3 1 0 0,1 0-1 0 0,0 0-1 0 0,1 0 1 0 0,-1 0-1 0 0,1 0 1 0 0,-1 0-1 0 0,1 1 1 0 0,0-1-1 0 0,1 1 1 0 0,-1 0-1 0 0,1 0 1 0 0,-1 0 0 0 0,1 0-1 0 0,0 0 1 0 0,1 1-1 0 0,-1-1 1 0 0,1 1-1 0 0,0-1 1 0 0,-1 7-1 0 0,2-6 2 0 0,1 0-1 0 0,0 1 1 0 0,0-1-1 0 0,0 0 0 0 0,1 0 1 0 0,0 0-1 0 0,0 0 1 0 0,0 0-1 0 0,1 0 1 0 0,-1-1-1 0 0,1 1 0 0 0,0-1 1 0 0,1 1-1 0 0,-1-1 1 0 0,1 0-1 0 0,-1-1 1 0 0,1 1-1 0 0,0 0 0 0 0,1-1 1 0 0,7 5-1 0 0,4 2-521 0 0,0 0 0 0 0,0-1 0 0 0,1-1 0 0 0,31 10 0 0 0,-9-10-2386 0 0,-20-6-2416 0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19.963"/>
    </inkml:context>
    <inkml:brush xml:id="br0">
      <inkml:brushProperty name="width" value="0.1" units="cm"/>
      <inkml:brushProperty name="height" value="0.1" units="cm"/>
      <inkml:brushProperty name="color" value="#FF0066"/>
    </inkml:brush>
  </inkml:definitions>
  <inkml:trace contextRef="#ctx0" brushRef="#br0">0 1 10138 0 0,'1'10'915'0'0,"0"0"0"0"0,1 0 0 0 0,0 0 0 0 0,0 0 0 0 0,1 0 0 0 0,0 0 0 0 0,1 0 0 0 0,0-1 0 0 0,8 13 0 0 0,10 14 198 0 0,27 34 0 0 0,0 0-312 0 0,-1 16-357 0 0,-31-52-966 0 0,40 57 0 0 0,-54-87 425 0 0,-2-3-168 0 0,0 1 1 0 0,-1-1-1 0 0,1 0 1 0 0,0 1-1 0 0,0-1 1 0 0,0 0-1 0 0,1 0 1 0 0,-1 1-1 0 0,0-1 1 0 0,0 0 0 0 0,1 0-1 0 0,-1-1 1 0 0,1 1-1 0 0,-1 0 1 0 0,0 0-1 0 0,1-1 1 0 0,0 1-1 0 0,2 0 1 0 0,2-3-1414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0.139"/>
    </inkml:context>
    <inkml:brush xml:id="br0">
      <inkml:brushProperty name="width" value="0.1" units="cm"/>
      <inkml:brushProperty name="height" value="0.1" units="cm"/>
      <inkml:brushProperty name="color" value="#FF0066"/>
    </inkml:brush>
  </inkml:definitions>
  <inkml:trace contextRef="#ctx0" brushRef="#br0">1 25 6913 0 0,'3'-3'89'0'0,"-1"0"-1"0"0,1 1 0 0 0,0-1 0 0 0,1 1 0 0 0,-1 0 0 0 0,0 0 0 0 0,1 0 0 0 0,-1 0 1 0 0,5-1-1 0 0,-5 3 86 0 0,-1 0 1 0 0,1 0-1 0 0,0 0 1 0 0,-1 0-1 0 0,1 0 0 0 0,0 0 1 0 0,-1 1-1 0 0,1-1 1 0 0,0 1-1 0 0,-1 0 1 0 0,1 0-1 0 0,-1 0 1 0 0,1 0-1 0 0,2 2 1 0 0,0 0 182 0 0,0-1 0 0 0,0 1 0 0 0,0 0 0 0 0,-1 0 0 0 0,1 1 0 0 0,-1-1 0 0 0,0 1 1 0 0,0 0-1 0 0,0 0 0 0 0,-1 0 0 0 0,1 1 0 0 0,-1-1 0 0 0,0 1 0 0 0,0 0 1 0 0,-1 0-1 0 0,1 0 0 0 0,-1 0 0 0 0,0 0 0 0 0,-1 1 0 0 0,1-1 0 0 0,-1 0 0 0 0,1 7 1 0 0,-2-2-135 0 0,0 0-1 0 0,-1 0 1 0 0,1 0 0 0 0,-2 0 0 0 0,0 0 0 0 0,0 0 0 0 0,-1 0 0 0 0,0-1 0 0 0,0 1 0 0 0,-1-1 0 0 0,-8 14 0 0 0,-43 69-2943 0 0,44-71-4042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0.439"/>
    </inkml:context>
    <inkml:brush xml:id="br0">
      <inkml:brushProperty name="width" value="0.1" units="cm"/>
      <inkml:brushProperty name="height" value="0.1" units="cm"/>
      <inkml:brushProperty name="color" value="#FF0066"/>
    </inkml:brush>
  </inkml:definitions>
  <inkml:trace contextRef="#ctx0" brushRef="#br0">130 16 5985 0 0,'0'-1'154'0'0,"0"1"0"0"0,1-1 0 0 0,-1 1 0 0 0,1-1 0 0 0,-1 1 0 0 0,0-1 0 0 0,0 1 0 0 0,1-1 0 0 0,-1 1 0 0 0,0-1 0 0 0,0 0 0 0 0,0 1 0 0 0,0-1 0 0 0,0 1 0 0 0,0-1 0 0 0,1 0 0 0 0,-1 1 0 0 0,-1-1 0 0 0,1 0 0 0 0,0 1 0 0 0,0-1 0 0 0,0 1 0 0 0,0-2 0 0 0,-12 4 3898 0 0,-16 18-257 0 0,17-7-3296 0 0,0 0 0 0 0,1 1 1 0 0,0 0-1 0 0,-11 25 0 0 0,16-29-433 0 0,0 0 1 0 0,1 0-1 0 0,0 1 0 0 0,1-1 0 0 0,0 1 1 0 0,1 0-1 0 0,0 0 0 0 0,0 12 0 0 0,2-20-45 0 0,0-1-1 0 0,1 1 1 0 0,-1-1-1 0 0,0 1 1 0 0,1 0-1 0 0,0-1 1 0 0,-1 1-1 0 0,1-1 1 0 0,0 0-1 0 0,0 1 1 0 0,0-1-1 0 0,1 0 1 0 0,-1 1-1 0 0,1-1 1 0 0,-1 0-1 0 0,1 0 1 0 0,0 0-1 0 0,-1 0 1 0 0,4 2-1 0 0,2 1 78 0 0,1 0-1 0 0,-1-1 0 0 0,1 0 1 0 0,12 5-1 0 0,-15-8-72 0 0,-1 1-1 0 0,1-1 0 0 0,0 1 1 0 0,-1 1-1 0 0,0-1 1 0 0,1 0-1 0 0,-1 1 1 0 0,0 0-1 0 0,0 0 1 0 0,-1 0-1 0 0,1 1 0 0 0,-1-1 1 0 0,1 1-1 0 0,-1 0 1 0 0,0 0-1 0 0,3 6 1 0 0,-5-7-31 0 0,-1 1 0 0 0,1 0 1 0 0,-1 0-1 0 0,1 0 1 0 0,-1 0-1 0 0,0 0 0 0 0,-1 0 1 0 0,1 0-1 0 0,-1 0 1 0 0,0 0-1 0 0,0-1 0 0 0,0 1 1 0 0,0 0-1 0 0,0 0 0 0 0,-1-1 1 0 0,0 1-1 0 0,0-1 1 0 0,-2 4-1 0 0,-7 9-262 0 0,1-1 1 0 0,-19 19-1 0 0,28-33 240 0 0,-24 27-675 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1.375"/>
    </inkml:context>
    <inkml:brush xml:id="br0">
      <inkml:brushProperty name="width" value="0.1" units="cm"/>
      <inkml:brushProperty name="height" value="0.1" units="cm"/>
      <inkml:brushProperty name="color" value="#FF0066"/>
    </inkml:brush>
  </inkml:definitions>
  <inkml:trace contextRef="#ctx0" brushRef="#br0">0 78 9218 0 0,'17'-45'4670'0'0,"-16"42"-4393"0"0,0 1 0 0 0,0 0 1 0 0,0 0-1 0 0,0 0 0 0 0,1-1 1 0 0,-1 1-1 0 0,1 0 0 0 0,-1 1 1 0 0,1-1-1 0 0,0 0 0 0 0,0 0 1 0 0,0 1-1 0 0,0-1 1 0 0,0 1-1 0 0,4-3 0 0 0,-5 4-215 0 0,0 0 0 0 0,0 0 1 0 0,0 0-1 0 0,0 1 0 0 0,0-1 0 0 0,0 0 0 0 0,0 0 0 0 0,0 1 0 0 0,-1-1 0 0 0,1 1 0 0 0,0-1 1 0 0,0 1-1 0 0,0-1 0 0 0,-1 1 0 0 0,1-1 0 0 0,0 1 0 0 0,0-1 0 0 0,-1 1 0 0 0,1 0 0 0 0,-1 0 1 0 0,1-1-1 0 0,-1 1 0 0 0,1 0 0 0 0,-1 0 0 0 0,1 0 0 0 0,-1-1 0 0 0,1 1 0 0 0,-1 1 0 0 0,11 29 403 0 0,-9-26-414 0 0,4 21-49 0 0,-4-19-20 0 0,-1 0-1 0 0,1 0 1 0 0,-1 0-1 0 0,2 0 1 0 0,-1-1 0 0 0,1 1-1 0 0,0-1 1 0 0,1 1-1 0 0,-1-1 1 0 0,1 0-1 0 0,0 0 1 0 0,7 6-1 0 0,-11-12 18 0 0,1 1-1 0 0,-1-1 1 0 0,1 0-1 0 0,-1 0 0 0 0,1 0 1 0 0,-1 1-1 0 0,1-1 1 0 0,-1 0-1 0 0,1 0 1 0 0,0 0-1 0 0,-1 0 0 0 0,1 0 1 0 0,-1 0-1 0 0,1 0 1 0 0,-1 0-1 0 0,1 0 1 0 0,0 0-1 0 0,-1 0 0 0 0,1-1 1 0 0,-1 1-1 0 0,1 0 1 0 0,-1 0-1 0 0,1-1 0 0 0,-1 1 1 0 0,1 0-1 0 0,-1 0 1 0 0,1-1-1 0 0,-1 1 1 0 0,1-1-1 0 0,-1 1 0 0 0,1 0 1 0 0,-1-1-1 0 0,0 1 1 0 0,1-1-1 0 0,-1 1 1 0 0,0-1-1 0 0,1 1 0 0 0,-1-1 1 0 0,0 1-1 0 0,0-1 1 0 0,0 1-1 0 0,1-1 1 0 0,-1 1-1 0 0,0-1 0 0 0,0 0 1 0 0,0 1-1 0 0,0-2 1 0 0,9-36-98 0 0,-7 28 96 0 0,1-4 346 0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1.661"/>
    </inkml:context>
    <inkml:brush xml:id="br0">
      <inkml:brushProperty name="width" value="0.1" units="cm"/>
      <inkml:brushProperty name="height" value="0.1" units="cm"/>
      <inkml:brushProperty name="color" value="#FF0066"/>
    </inkml:brush>
  </inkml:definitions>
  <inkml:trace contextRef="#ctx0" brushRef="#br0">2 89 6913 0 0,'0'-3'285'0'0,"-1"0"0"0"0,1 0-1 0 0,-1 1 1 0 0,1-1-1 0 0,0 0 1 0 0,0 0 0 0 0,1 0-1 0 0,-1 1 1 0 0,0-1-1 0 0,1 0 1 0 0,0 0-1 0 0,0 1 1 0 0,0-1 0 0 0,1-3-1 0 0,1 0 1090 0 0,0-1 1 0 0,0 1-1 0 0,0 0 0 0 0,7-10 0 0 0,-9 16-1282 0 0,-1-1-1 0 0,1 1 1 0 0,-1 0 0 0 0,1 0-1 0 0,-1-1 1 0 0,1 1 0 0 0,-1 0-1 0 0,1 0 1 0 0,-1 0 0 0 0,1 0-1 0 0,-1 0 1 0 0,1 0 0 0 0,-1 0-1 0 0,1 0 1 0 0,-1 0-1 0 0,1 0 1 0 0,-1 0 0 0 0,1 0-1 0 0,-1 0 1 0 0,1 0 0 0 0,-1 0-1 0 0,1 0 1 0 0,-1 1 0 0 0,1-1-1 0 0,-1 0 1 0 0,1 0 0 0 0,-1 1-1 0 0,1-1 1 0 0,-1 0-1 0 0,0 1 1 0 0,1-1 0 0 0,-1 0-1 0 0,1 1 1 0 0,-1-1 0 0 0,0 1-1 0 0,1-1 1 0 0,-1 1 0 0 0,0-1-1 0 0,0 0 1 0 0,1 1 0 0 0,-1 0-1 0 0,16 23 176 0 0,-15-21-39 0 0,36 66 200 0 0,38 104 1 0 0,19 36-321 0 0,-88-198-42 0 0,0 0 1 0 0,1-1-1 0 0,0 0 0 0 0,13 13 0 0 0,-17-20-266 0 0,0 0 0 0 0,1 0 0 0 0,-1 0 0 0 0,1-1 1 0 0,0 1-1 0 0,7 3 0 0 0,-9-5-295 0 0,1 0 0 0 0,-1-1 0 0 0,1 1 1 0 0,-1 0-1 0 0,1-1 0 0 0,0 0 0 0 0,-1 1 0 0 0,1-1 0 0 0,0 0 0 0 0,0 0 0 0 0,-1-1 1 0 0,4 1-1 0 0,11-5-6332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1.821"/>
    </inkml:context>
    <inkml:brush xml:id="br0">
      <inkml:brushProperty name="width" value="0.1" units="cm"/>
      <inkml:brushProperty name="height" value="0.1" units="cm"/>
      <inkml:brushProperty name="color" value="#FF0066"/>
    </inkml:brush>
  </inkml:definitions>
  <inkml:trace contextRef="#ctx0" brushRef="#br0">0 0 5065 0 0,'1'8'7665'0'0,"6"24"-4056"0"0,22 49 1620 0 0,-15-46-6241 0 0,-4-8-3757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2.008"/>
    </inkml:context>
    <inkml:brush xml:id="br0">
      <inkml:brushProperty name="width" value="0.1" units="cm"/>
      <inkml:brushProperty name="height" value="0.1" units="cm"/>
      <inkml:brushProperty name="color" value="#FF0066"/>
    </inkml:brush>
  </inkml:definitions>
  <inkml:trace contextRef="#ctx0" brushRef="#br0">14 11 14283 0 0,'-5'-6'632'0'0,"2"4"136"0"0,2 0-616 0 0,0 1-152 0 0,-1 1 0 0 0,2 3 0 0 0,-1-1-72 0 0,1 5 8 0 0,0 4 0 0 0,0 3-264 0 0,3 2-56 0 0,1 1 0 0 0,1 0-8 0 0,2 1-1472 0 0,4-1-297 0 0,4-2-55 0 0,1-4-17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2.355"/>
    </inkml:context>
    <inkml:brush xml:id="br0">
      <inkml:brushProperty name="width" value="0.1" units="cm"/>
      <inkml:brushProperty name="height" value="0.1" units="cm"/>
      <inkml:brushProperty name="color" value="#FF0066"/>
    </inkml:brush>
  </inkml:definitions>
  <inkml:trace contextRef="#ctx0" brushRef="#br0">134 26 3225 0 0,'0'-2'123'0'0,"-1"0"0"0"0,0 1 0 0 0,0-1 0 0 0,0 1 0 0 0,0-1 0 0 0,0 1 0 0 0,0-1 0 0 0,-1 1 0 0 0,1 0 0 0 0,0 0 0 0 0,-1 0 0 0 0,1 0 0 0 0,-1-1 0 0 0,1 2 1 0 0,-1-1-1 0 0,0 0 0 0 0,1 0 0 0 0,-1 1 0 0 0,0-1 0 0 0,0 0 0 0 0,-2 1 0 0 0,1-1 136 0 0,0 1 0 0 0,0 0-1 0 0,0 1 1 0 0,0-1 0 0 0,-1 1 0 0 0,1-1 0 0 0,0 1-1 0 0,0 0 1 0 0,1 0 0 0 0,-1 0 0 0 0,0 0 0 0 0,-3 2 0 0 0,2 0 69 0 0,-1 0 1 0 0,0 0 0 0 0,1 0 0 0 0,0 0 0 0 0,0 1 0 0 0,0 0 0 0 0,0-1 0 0 0,0 2-1 0 0,1-1 1 0 0,0 0 0 0 0,0 1 0 0 0,0-1 0 0 0,0 1 0 0 0,-3 10 0 0 0,6-15-339 0 0,0 0 0 0 0,0 0 1 0 0,0 0-1 0 0,0 0 0 0 0,0 0 1 0 0,0 1-1 0 0,0-1 0 0 0,0 0 1 0 0,0 0-1 0 0,0 0 0 0 0,0 0 1 0 0,0 1-1 0 0,0-1 0 0 0,0 0 1 0 0,0 0-1 0 0,0 0 1 0 0,0 0-1 0 0,0 0 0 0 0,0 1 1 0 0,0-1-1 0 0,0 0 0 0 0,0 0 1 0 0,0 0-1 0 0,0 0 0 0 0,0 0 1 0 0,1 1-1 0 0,-1-1 0 0 0,0 0 1 0 0,0 0-1 0 0,0 0 0 0 0,0 0 1 0 0,0 0-1 0 0,0 0 0 0 0,1 0 1 0 0,-1 0-1 0 0,0 0 0 0 0,0 0 1 0 0,0 0-1 0 0,0 0 0 0 0,0 1 1 0 0,1-1-1 0 0,-1 0 0 0 0,0 0 1 0 0,0 0-1 0 0,0 0 0 0 0,1 0 1 0 0,11-3-789 0 0,9-5-361 0 0,-7 1 1099 0 0,1 0 1 0 0,0 1-1 0 0,1 1 1 0 0,-1 1 0 0 0,1 0-1 0 0,21-2 1 0 0,-31 5 135 0 0,-1 1 1 0 0,1 0-1 0 0,0 0 0 0 0,-1 1 0 0 0,1-1 1 0 0,-1 1-1 0 0,1 1 0 0 0,-1-1 1 0 0,1 1-1 0 0,-1 0 0 0 0,0 0 1 0 0,0 0-1 0 0,0 1 0 0 0,0 0 0 0 0,0 0 1 0 0,-1 0-1 0 0,1 0 0 0 0,-1 1 1 0 0,0 0-1 0 0,0 0 0 0 0,6 8 0 0 0,-3-2 142 0 0,-1 0 0 0 0,0 1-1 0 0,0 0 1 0 0,-1 0 0 0 0,-1 1-1 0 0,0-1 1 0 0,-1 1-1 0 0,0 0 1 0 0,0 0 0 0 0,-2 0-1 0 0,1 0 1 0 0,-1 23-1 0 0,-1-23-151 0 0,-1 0 0 0 0,0 0 0 0 0,-1 0 0 0 0,0-1 0 0 0,0 1 0 0 0,-1-1 0 0 0,-1 1 0 0 0,0-1 0 0 0,-1 0 0 0 0,0 0 0 0 0,0-1 0 0 0,-1 0 0 0 0,-10 13 0 0 0,15-21-49 0 0,0-1-1 0 0,-1 1 1 0 0,1-1 0 0 0,0 0-1 0 0,-1 0 1 0 0,1 0 0 0 0,-1 0-1 0 0,0 0 1 0 0,1 0-1 0 0,-1 0 1 0 0,-1 0 0 0 0,2-1-63 0 0,1 0 1 0 0,-1 0 0 0 0,1 0 0 0 0,-1 0 0 0 0,1 0 0 0 0,-1 0 0 0 0,1 0 0 0 0,-1 0 0 0 0,1 0-1 0 0,0 0 1 0 0,-1 0 0 0 0,1 0 0 0 0,-1-1 0 0 0,1 1 0 0 0,0 0 0 0 0,-1 0 0 0 0,1-1 0 0 0,0 1-1 0 0,-1 0 1 0 0,1 0 0 0 0,0-1 0 0 0,-1 1 0 0 0,1 0 0 0 0,0-1 0 0 0,-1 1 0 0 0,1-1-1 0 0,0 1 1 0 0,0 0 0 0 0,0-1 0 0 0,-1 1 0 0 0,1-1 0 0 0,0 1 0 0 0,0 0 0 0 0,0-1 0 0 0,0 1-1 0 0,0-1 1 0 0,0 1 0 0 0,0-1 0 0 0,0 1 0 0 0,0-1 0 0 0,0 1 0 0 0,0-1 0 0 0,0 1 0 0 0,0 0-1 0 0,0-1 1 0 0,0 1 0 0 0,0-1 0 0 0,1 1 0 0 0,-1-1 0 0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2.768"/>
    </inkml:context>
    <inkml:brush xml:id="br0">
      <inkml:brushProperty name="width" value="0.1" units="cm"/>
      <inkml:brushProperty name="height" value="0.1" units="cm"/>
      <inkml:brushProperty name="color" value="#FF0066"/>
    </inkml:brush>
  </inkml:definitions>
  <inkml:trace contextRef="#ctx0" brushRef="#br0">3 1 920 0 0,'-3'0'8464'0'0,"6"13"-3657"0"0,31 72-712 0 0,-17-39-3192 0 0,2 1 1 0 0,2-2 0 0 0,37 59 0 0 0,-55-100-902 0 0,0 0 1 0 0,0 0 0 0 0,1 0-1 0 0,0 0 1 0 0,0 0 0 0 0,9 6-1 0 0,-12-10-6 0 0,-1 1-1 0 0,1-1 0 0 0,0 1 0 0 0,0-1 0 0 0,0 1 1 0 0,-1-1-1 0 0,1 0 0 0 0,0 1 0 0 0,0-1 0 0 0,0 0 1 0 0,0 0-1 0 0,0 0 0 0 0,-1 0 0 0 0,1 0 1 0 0,0 0-1 0 0,0 0 0 0 0,0 0 0 0 0,0 0 0 0 0,0 0 1 0 0,0 0-1 0 0,0 0 0 0 0,-1-1 0 0 0,1 1 0 0 0,0 0 1 0 0,0-1-1 0 0,0 1 0 0 0,0 0 0 0 0,-1-1 0 0 0,1 1 1 0 0,0-1-1 0 0,0 1 0 0 0,-1-1 0 0 0,1 0 1 0 0,-1 1-1 0 0,1-1 0 0 0,0 0 0 0 0,-1 1 0 0 0,1-1 1 0 0,-1 0-1 0 0,1 0 0 0 0,-1 0 0 0 0,0 1 0 0 0,1-1 1 0 0,-1 0-1 0 0,0 0 0 0 0,0 0 0 0 0,1 0 0 0 0,-1-1 1 0 0,3-10 0 0 0,-1-1 1 0 0,0 1 0 0 0,0-16 0 0 0,-1 16 16 0 0,0 1 0 0 0,0-1-1 0 0,6-20 1 0 0,-6 28-7 0 0,1 1-1 0 0,-1-1 0 0 0,1 0 1 0 0,0 1-1 0 0,0-1 0 0 0,1 1 1 0 0,-1-1-1 0 0,0 1 0 0 0,1 0 1 0 0,0 0-1 0 0,0 0 0 0 0,0 1 1 0 0,0-1-1 0 0,0 1 0 0 0,4-3 1 0 0,-4 4 24 0 0,-1 0 1 0 0,0 0-1 0 0,1 1 1 0 0,-1-1-1 0 0,1 1 1 0 0,-1-1-1 0 0,1 1 1 0 0,-1 0-1 0 0,1 0 1 0 0,-1 0-1 0 0,1 0 1 0 0,-1 0-1 0 0,1 1 1 0 0,-1-1-1 0 0,1 1 1 0 0,-1-1-1 0 0,1 1 1 0 0,2 2-1 0 0,49 24 35 0 0,-27-12-161 0 0,46 14-3064 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2.963"/>
    </inkml:context>
    <inkml:brush xml:id="br0">
      <inkml:brushProperty name="width" value="0.1" units="cm"/>
      <inkml:brushProperty name="height" value="0.1" units="cm"/>
      <inkml:brushProperty name="color" value="#FF0066"/>
    </inkml:brush>
  </inkml:definitions>
  <inkml:trace contextRef="#ctx0" brushRef="#br0">7 1 12899 0 0,'-1'0'91'0'0,"1"1"1"0"0,-1 0 0 0 0,1-1-1 0 0,-1 1 1 0 0,1 0 0 0 0,-1-1-1 0 0,1 1 1 0 0,-1 0-1 0 0,1 0 1 0 0,0-1 0 0 0,-1 1-1 0 0,1 0 1 0 0,0 0 0 0 0,0 0-1 0 0,0-1 1 0 0,-1 1 0 0 0,1 0-1 0 0,0 0 1 0 0,0 0-1 0 0,0 0 1 0 0,0-1 0 0 0,0 1-1 0 0,1 0 1 0 0,-1 1 0 0 0,2 28 1499 0 0,-2-27-1351 0 0,3 18 293 0 0,2 0-1 0 0,0-1 1 0 0,0 1 0 0 0,2-1 0 0 0,1-1-1 0 0,0 1 1 0 0,2-1 0 0 0,0-1 0 0 0,17 24-1 0 0,6 3-1193 0 0,2-1-1 0 0,54 52 0 0 0,-72-80-113 0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3.147"/>
    </inkml:context>
    <inkml:brush xml:id="br0">
      <inkml:brushProperty name="width" value="0.1" units="cm"/>
      <inkml:brushProperty name="height" value="0.1" units="cm"/>
      <inkml:brushProperty name="color" value="#FF0066"/>
    </inkml:brush>
  </inkml:definitions>
  <inkml:trace contextRef="#ctx0" brushRef="#br0">16 304 12899 0 0,'-1'0'63'0'0,"1"0"-1"0"0,-1-1 1 0 0,0 1 0 0 0,0 0 0 0 0,1 0 0 0 0,-1-1-1 0 0,0 1 1 0 0,1 0 0 0 0,-1-1 0 0 0,0 1 0 0 0,1 0 0 0 0,-1-1-1 0 0,1 1 1 0 0,-1-1 0 0 0,1 1 0 0 0,-1-1 0 0 0,1 1-1 0 0,-1-1 1 0 0,1 0 0 0 0,-1 1 0 0 0,1-1 0 0 0,0 1-1 0 0,-1-1 1 0 0,1 0 0 0 0,0 0 0 0 0,0 1 0 0 0,-1-1 0 0 0,1 0-1 0 0,0 1 1 0 0,0-1 0 0 0,0 0 0 0 0,0 0 0 0 0,18-16 3120 0 0,-8 11-2411 0 0,69-52 2473 0 0,10-6-3282 0 0,49-27-4297 0 0,-101 67 3913 0 0,-1-3 293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4.715"/>
    </inkml:context>
    <inkml:brush xml:id="br0">
      <inkml:brushProperty name="width" value="0.1" units="cm"/>
      <inkml:brushProperty name="height" value="0.1" units="cm"/>
      <inkml:brushProperty name="color" value="#FF0066"/>
    </inkml:brush>
  </inkml:definitions>
  <inkml:trace contextRef="#ctx0" brushRef="#br0">68 89 5529 0 0,'-4'-2'434'0'0,"0"0"-1"0"0,0 0 1 0 0,0 0-1 0 0,0 0 1 0 0,0 0-1 0 0,0 1 1 0 0,-9-2-1 0 0,12 3-298 0 0,0 0 0 0 0,0 0 0 0 0,0 1-1 0 0,0-1 1 0 0,0 0 0 0 0,0 1 0 0 0,-1-1 0 0 0,1 0 0 0 0,0 1-1 0 0,0-1 1 0 0,0 1 0 0 0,1 0 0 0 0,-1-1 0 0 0,0 1 0 0 0,0 0-1 0 0,0-1 1 0 0,0 1 0 0 0,1 0 0 0 0,-1 0 0 0 0,0 0-1 0 0,1 0 1 0 0,-1 0 0 0 0,0 0 0 0 0,1 0 0 0 0,-1 0 0 0 0,1 0-1 0 0,0 0 1 0 0,-1 0 0 0 0,1 0 0 0 0,0 0 0 0 0,0 0 0 0 0,-1 0-1 0 0,1 0 1 0 0,0 0 0 0 0,0 0 0 0 0,1 2 0 0 0,-3 10 171 0 0,2 0 0 0 0,0 0 0 0 0,0 0 0 0 0,1 0 0 0 0,1 0 1 0 0,0 0-1 0 0,1 0 0 0 0,0 0 0 0 0,8 18 0 0 0,-8-24-262 0 0,0 1 0 0 0,1-1 0 0 0,0 0 0 0 0,0 0 0 0 0,1 0 0 0 0,-1 0 0 0 0,1-1 1 0 0,1 0-1 0 0,-1 0 0 0 0,1 0 0 0 0,0-1 0 0 0,1 0 0 0 0,-1 0 0 0 0,1 0 0 0 0,0-1 0 0 0,9 5 0 0 0,-11-7-69 0 0,0 0 0 0 0,0 0 0 0 0,1-1 0 0 0,-1 1 1 0 0,0-1-1 0 0,0 0 0 0 0,1-1 0 0 0,-1 1 0 0 0,1-1 0 0 0,-1 0 0 0 0,0 0 1 0 0,1-1-1 0 0,-1 0 0 0 0,0 0 0 0 0,1 0 0 0 0,-1 0 0 0 0,0-1 1 0 0,0 0-1 0 0,0 0 0 0 0,0 0 0 0 0,0-1 0 0 0,-1 0 0 0 0,1 0 0 0 0,-1 0 1 0 0,0 0-1 0 0,1-1 0 0 0,-1 1 0 0 0,-1-1 0 0 0,1 0 0 0 0,-1 0 0 0 0,1-1 1 0 0,3-6-1 0 0,0-2-135 0 0,0 0 0 0 0,0-1 1 0 0,-2 0-1 0 0,1 0 0 0 0,-2 0 1 0 0,0 0-1 0 0,-1-1 0 0 0,0 0 1 0 0,-1 0-1 0 0,0-24 0 0 0,-1-57 216 0 0,1 104 47 0 0,1 1 0 0 0,-1-1-1 0 0,1 0 1 0 0,1 0-1 0 0,-1 0 1 0 0,6 7 0 0 0,-7-12 12 0 0,0 1 31 0 0,0-1 1 0 0,1 1 0 0 0,0-1 0 0 0,0 0-1 0 0,0 0 1 0 0,0 0 0 0 0,0-1-1 0 0,1 1 1 0 0,5 3 0 0 0,-8-5-78 0 0,1 0 0 0 0,-1-1 0 0 0,0 1 1 0 0,0 0-1 0 0,0-1 0 0 0,0 1 0 0 0,1-1 0 0 0,-1 1 0 0 0,0-1 0 0 0,0 0 1 0 0,1 1-1 0 0,-1-1 0 0 0,0 0 0 0 0,1 0 0 0 0,-1 0 0 0 0,0 0 1 0 0,0 0-1 0 0,1 0 0 0 0,-1 0 0 0 0,0-1 0 0 0,1 1 0 0 0,-1 0 0 0 0,0-1 1 0 0,0 1-1 0 0,1-1 0 0 0,-1 0 0 0 0,0 1 0 0 0,0-1 0 0 0,0 0 0 0 0,0 1 1 0 0,0-1-1 0 0,0 0 0 0 0,0 0 0 0 0,1-2 0 0 0,-1 1-1 0 0,0 1 1 0 0,0-1-1 0 0,0 0 0 0 0,-1 0 0 0 0,1 0 0 0 0,-1 0 0 0 0,1 0 1 0 0,-1 0-1 0 0,0 0 0 0 0,0 0 0 0 0,0 0 0 0 0,0-1 1 0 0,0 1-1 0 0,0 0 0 0 0,0 0 0 0 0,-1 0 0 0 0,1 0 0 0 0,-2-3 1 0 0,-18-39-148 0 0,7 17-1198 0 0,8 13-694 0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4.920"/>
    </inkml:context>
    <inkml:brush xml:id="br0">
      <inkml:brushProperty name="width" value="0.1" units="cm"/>
      <inkml:brushProperty name="height" value="0.1" units="cm"/>
      <inkml:brushProperty name="color" value="#FF0066"/>
    </inkml:brush>
  </inkml:definitions>
  <inkml:trace contextRef="#ctx0" brushRef="#br0">1 1 10138 0 0,'36'50'4479'0'0,"17"28"-1836"0"0,-35-42-1810 0 0,-11-22-1542 0 0,1-1 0 0 0,-1 1 1 0 0,14 16-1 0 0,-20-30 501 0 0,-1 1 0 0 0,1-1 1 0 0,-1 1-1 0 0,1-1 0 0 0,0 1 0 0 0,-1-1 0 0 0,1 0 1 0 0,0 1-1 0 0,-1-1 0 0 0,1 0 0 0 0,0 1 0 0 0,0-1 1 0 0,-1 0-1 0 0,1 0 0 0 0,0 0 0 0 0,0 0 0 0 0,-1 0 1 0 0,1 0-1 0 0,0 0 0 0 0,0 0 0 0 0,-1 0 0 0 0,1 0 1 0 0,0 0-1 0 0,0 0 0 0 0,-1 0 0 0 0,1-1 0 0 0,0 1 1 0 0,0 0-1 0 0,-1-1 0 0 0,1 1 0 0 0,0-1 1 0 0,5-4-1769 0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5.099"/>
    </inkml:context>
    <inkml:brush xml:id="br0">
      <inkml:brushProperty name="width" value="0.1" units="cm"/>
      <inkml:brushProperty name="height" value="0.1" units="cm"/>
      <inkml:brushProperty name="color" value="#FF0066"/>
    </inkml:brush>
  </inkml:definitions>
  <inkml:trace contextRef="#ctx0" brushRef="#br0">10 0 10594 0 0,'-6'9'944'0'0,"4"-5"-751"0"0,0-2-193 0 0,2 1 0 0 0,2 0 432 0 0,-1-2 48 0 0,0 3 16 0 0,3 2 0 0 0,5 2-400 0 0,0 2-96 0 0,2 2 0 0 0,3 0 0 0 0,1 1-688 0 0,3 2-160 0 0,5 2-33 0 0,-5 5-7 0 0,-5 4 696 0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5.362"/>
    </inkml:context>
    <inkml:brush xml:id="br0">
      <inkml:brushProperty name="width" value="0.1" units="cm"/>
      <inkml:brushProperty name="height" value="0.1" units="cm"/>
      <inkml:brushProperty name="color" value="#FF0066"/>
    </inkml:brush>
  </inkml:definitions>
  <inkml:trace contextRef="#ctx0" brushRef="#br0">12 1 14747 0 0,'-1'1'146'0'0,"0"1"0"0"0,-1-1-1 0 0,1 1 1 0 0,0-1 0 0 0,1 1 0 0 0,-1 0-1 0 0,0 0 1 0 0,0-1 0 0 0,1 1-1 0 0,-1 0 1 0 0,1 0 0 0 0,0 0 0 0 0,-1 0-1 0 0,1 0 1 0 0,0-1 0 0 0,0 1 0 0 0,0 0-1 0 0,0 0 1 0 0,0 0 0 0 0,1 0 0 0 0,0 2-1 0 0,10 44 906 0 0,-10-43-883 0 0,4 9 170 0 0,0 1 1 0 0,2-1-1 0 0,-1 0 0 0 0,2 0 1 0 0,0-1-1 0 0,17 22 0 0 0,68 68 440 0 0,-56-64-726 0 0,-20-21-338 0 0,1-1 0 0 0,19 15 0 0 0,-28-26-799 0 0,-1 0 0 0 0,1-1 0 0 0,0 0 0 0 0,13 5 0 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5.759"/>
    </inkml:context>
    <inkml:brush xml:id="br0">
      <inkml:brushProperty name="width" value="0.1" units="cm"/>
      <inkml:brushProperty name="height" value="0.1" units="cm"/>
      <inkml:brushProperty name="color" value="#FF0066"/>
    </inkml:brush>
  </inkml:definitions>
  <inkml:trace contextRef="#ctx0" brushRef="#br0">0 352 1840 0 0,'0'-3'208'0'0,"0"1"-1"0"0,0-1 1 0 0,0 1-1 0 0,1-1 1 0 0,-1 1-1 0 0,1-1 0 0 0,-1 1 1 0 0,1-1-1 0 0,0 1 1 0 0,0-1-1 0 0,0 1 1 0 0,0-1-1 0 0,2-2 1 0 0,25-37 2656 0 0,-15 23-2546 0 0,100-192 6075 0 0,-111 208-6221 0 0,-1 0-1 0 0,1 0 1 0 0,0 0-1 0 0,0 1 0 0 0,0-1 1 0 0,0 1-1 0 0,1-1 1 0 0,-1 1-1 0 0,1 0 1 0 0,-1 0-1 0 0,1 0 0 0 0,0 0 1 0 0,-1 0-1 0 0,1 1 1 0 0,0-1-1 0 0,0 1 1 0 0,0 0-1 0 0,4-1 0 0 0,-4 2-107 0 0,0-1-1 0 0,0 1 1 0 0,0 1-1 0 0,-1-1 0 0 0,1 0 1 0 0,0 1-1 0 0,0-1 1 0 0,0 1-1 0 0,-1 0 0 0 0,1 0 1 0 0,0 0-1 0 0,-1 0 1 0 0,1 1-1 0 0,-1-1 0 0 0,1 1 1 0 0,-1-1-1 0 0,1 1 0 0 0,-1 0 1 0 0,0 0-1 0 0,0 0 1 0 0,2 3-1 0 0,10 11 210 0 0,-2 1-1 0 0,0 1 1 0 0,-1 0-1 0 0,-1 0 1 0 0,-1 1-1 0 0,9 24 1 0 0,-6-14-213 0 0,26 43-1 0 0,-38-71-76 0 0,0-1 0 0 0,0 0 0 0 0,0 0 0 0 0,0 1 0 0 0,0-1 1 0 0,0 0-1 0 0,0 0 0 0 0,1 1 0 0 0,-1-1 0 0 0,0 0 0 0 0,0 0 0 0 0,0 0 0 0 0,0 1 0 0 0,1-1 0 0 0,-1 0 0 0 0,0 0 0 0 0,0 0 0 0 0,0 0 0 0 0,1 1 0 0 0,-1-1 0 0 0,0 0 0 0 0,0 0 1 0 0,1 0-1 0 0,-1 0 0 0 0,0 0 0 0 0,0 0 0 0 0,1 0 0 0 0,-1 0 0 0 0,0 0 0 0 0,1 0 0 0 0,-1 0 0 0 0,0 0 0 0 0,0 0 0 0 0,1 0 0 0 0,-1 0 0 0 0,0 0 0 0 0,0 0 0 0 0,1 0 0 0 0,-1 0 1 0 0,0 0-1 0 0,7-12-20 0 0,1-23 529 0 0,-8 31-494 0 0,3-11 152 0 0,-1-2 53 0 0,1 0 0 0 0,1 0 0 0 0,0 1 0 0 0,14-33 0 0 0,-17 46-176 0 0,1 1 0 0 0,-1-1 0 0 0,1 0 0 0 0,0 1 0 0 0,-1-1 0 0 0,1 1 0 0 0,0-1 0 0 0,0 1 0 0 0,1 0 0 0 0,-1 0 0 0 0,0 0 0 0 0,1 0 0 0 0,-1 0 0 0 0,1 0 0 0 0,0 1 0 0 0,0-1 0 0 0,-1 1 0 0 0,1 0 0 0 0,0 0 0 0 0,0 0 0 0 0,0 0 0 0 0,0 0 0 0 0,0 1 0 0 0,0 0 1 0 0,0-1-1 0 0,1 1 0 0 0,-1 0 0 0 0,0 0 0 0 0,0 1 0 0 0,0-1 0 0 0,0 1 0 0 0,0-1 0 0 0,0 1 0 0 0,5 2 0 0 0,-2 0-72 0 0,1 0-1 0 0,-1 0 1 0 0,0 1-1 0 0,1 0 1 0 0,9 9 0 0 0,11 7-2629 0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5.948"/>
    </inkml:context>
    <inkml:brush xml:id="br0">
      <inkml:brushProperty name="width" value="0.1" units="cm"/>
      <inkml:brushProperty name="height" value="0.1" units="cm"/>
      <inkml:brushProperty name="color" value="#FF0066"/>
    </inkml:brush>
  </inkml:definitions>
  <inkml:trace contextRef="#ctx0" brushRef="#br0">3 0 6913 0 0,'-3'4'8646'0'0,"6"5"-5591"0"0,7 10-1495 0 0,21 44 807 0 0,-17-34-3298 0 0,21 32 0 0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6.106"/>
    </inkml:context>
    <inkml:brush xml:id="br0">
      <inkml:brushProperty name="width" value="0.1" units="cm"/>
      <inkml:brushProperty name="height" value="0.1" units="cm"/>
      <inkml:brushProperty name="color" value="#FF0066"/>
    </inkml:brush>
  </inkml:definitions>
  <inkml:trace contextRef="#ctx0" brushRef="#br0">42 5 10138 0 0,'-4'-3'896'0'0,"0"2"-712"0"0,1 1-184 0 0,3 1 256 0 0,-1-1 25 0 0,-5 0-1 0 0,-1 0 0 0 0,0 3 648 0 0,2 1 136 0 0,1 0 24 0 0,4 2 9 0 0,3 2-1193 0 0,5-1-249 0 0,4 2-39 0 0,3-2-16 0 0,4-3 288 0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6.428"/>
    </inkml:context>
    <inkml:brush xml:id="br0">
      <inkml:brushProperty name="width" value="0.1" units="cm"/>
      <inkml:brushProperty name="height" value="0.1" units="cm"/>
      <inkml:brushProperty name="color" value="#FF0066"/>
    </inkml:brush>
  </inkml:definitions>
  <inkml:trace contextRef="#ctx0" brushRef="#br0">1 74 9674 0 0,'7'10'307'0'0,"-1"-1"-1"0"0,1 1 1 0 0,-2 0 0 0 0,1 0-1 0 0,-2 1 1 0 0,1-1-1 0 0,-1 1 1 0 0,-1 0 0 0 0,0 0-1 0 0,2 15 1 0 0,8 24 209 0 0,-8-33-286 0 0,-3-10-390 0 0,0 0 1 0 0,0 0-1 0 0,0 0 0 0 0,1 0 1 0 0,0 0-1 0 0,0-1 1 0 0,9 12-1 0 0,-23-49-319 0 0,8 19 694 0 0,-1 0 155 0 0,2 0-1 0 0,0 0 1 0 0,0-1-1 0 0,1 1 1 0 0,1 0 0 0 0,0-1-1 0 0,0 1 1 0 0,1-1 0 0 0,1 1-1 0 0,0 0 1 0 0,1 0-1 0 0,0 0 1 0 0,1 0 0 0 0,0 1-1 0 0,1-1 1 0 0,0 1 0 0 0,1 0-1 0 0,12-17 1 0 0,-14 24-198 0 0,0 0 0 0 0,0 0 0 0 0,1 0 0 0 0,0 0 1 0 0,-1 1-1 0 0,1 0 0 0 0,1 0 0 0 0,-1 0 0 0 0,0 0 0 0 0,1 1 1 0 0,-1 0-1 0 0,1 0 0 0 0,0 1 0 0 0,7-2 0 0 0,0 1-342 0 0,-1 1 0 0 0,0 0 1 0 0,1 1-1 0 0,-1 1 0 0 0,23 3 0 0 0,-14 0-7265 0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7.344"/>
    </inkml:context>
    <inkml:brush xml:id="br0">
      <inkml:brushProperty name="width" value="0.1" units="cm"/>
      <inkml:brushProperty name="height" value="0.1" units="cm"/>
      <inkml:brushProperty name="color" value="#FF0066"/>
    </inkml:brush>
  </inkml:definitions>
  <inkml:trace contextRef="#ctx0" brushRef="#br0">13 19 8754 0 0,'-12'-18'8332'0'0,"22"23"-6901"0"0,15 15-764 0 0,-1 1 0 0 0,0 1 0 0 0,-2 2-1 0 0,-1 0 1 0 0,33 50 0 0 0,15 15-524 0 0,6-3-1015 0 0,-21-32-5524 0 0,-47-48 4422 0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7.780"/>
    </inkml:context>
    <inkml:brush xml:id="br0">
      <inkml:brushProperty name="width" value="0.1" units="cm"/>
      <inkml:brushProperty name="height" value="0.1" units="cm"/>
      <inkml:brushProperty name="color" value="#FF0066"/>
    </inkml:brush>
  </inkml:definitions>
  <inkml:trace contextRef="#ctx0" brushRef="#br0">27 489 7834 0 0,'-21'0'818'0'0,"21"0"-786"0"0,-1 0 1 0 0,1 0 0 0 0,0-1-1 0 0,-1 1 1 0 0,1 0 0 0 0,-1-1-1 0 0,1 1 1 0 0,0 0 0 0 0,0-1-1 0 0,-1 1 1 0 0,1 0 0 0 0,0-1-1 0 0,0 1 1 0 0,-1-1-1 0 0,1 1 1 0 0,0 0 0 0 0,0-1-1 0 0,0 1 1 0 0,0-1 0 0 0,0 1-1 0 0,0-1 1 0 0,-1 1 0 0 0,1 0-1 0 0,0-1 1 0 0,0 1 0 0 0,1-1-1 0 0,-1-4 215 0 0,2 0 0 0 0,-1 1 0 0 0,0-1 1 0 0,1 0-1 0 0,0 1 0 0 0,3-5 0 0 0,-4 6-154 0 0,95-174 4440 0 0,-90 165-4461 0 0,0 1-1 0 0,1 0 1 0 0,0 0 0 0 0,1 1 0 0 0,0 0-1 0 0,14-13 1 0 0,-20 21 26 0 0,0 0 0 0 0,0 0-1 0 0,1 1 1 0 0,-1-1-1 0 0,0 1 1 0 0,1 0 0 0 0,-1-1-1 0 0,1 1 1 0 0,0 0 0 0 0,-1 1-1 0 0,1-1 1 0 0,0 0 0 0 0,0 1-1 0 0,-1 0 1 0 0,1-1 0 0 0,0 1-1 0 0,0 0 1 0 0,-1 0 0 0 0,1 1-1 0 0,0-1 1 0 0,0 0 0 0 0,0 1-1 0 0,-1 0 1 0 0,1 0 0 0 0,-1 0-1 0 0,1 0 1 0 0,0 0 0 0 0,-1 0-1 0 0,0 1 1 0 0,1-1 0 0 0,-1 1-1 0 0,0 0 1 0 0,0-1 0 0 0,1 1-1 0 0,2 4 1 0 0,40 45 944 0 0,-31-34-775 0 0,27 27-1 0 0,-37-40-264 0 0,1 0 1 0 0,0 0-1 0 0,0 0 1 0 0,1-1-1 0 0,-1 0 0 0 0,0 0 1 0 0,1-1-1 0 0,0 1 1 0 0,0-1-1 0 0,10 2 1 0 0,-15-4-6 0 0,-1 0 0 0 0,1 0 1 0 0,0 1-1 0 0,-1-1 0 0 0,1 0 1 0 0,0-1-1 0 0,-1 1 0 0 0,1 0 1 0 0,0 0-1 0 0,-1 0 0 0 0,1 0 1 0 0,0 0-1 0 0,-1-1 0 0 0,1 1 1 0 0,0 0-1 0 0,-1 0 0 0 0,1-1 1 0 0,-1 1-1 0 0,1-1 0 0 0,0 1 1 0 0,-1 0-1 0 0,1-1 0 0 0,-1 1 1 0 0,1-1-1 0 0,0-1 0 0 0,6-20-159 0 0,-7-34-159 0 0,-1 44 289 0 0,-1-28 122 0 0,1 19 55 0 0,0 0-1 0 0,1 0 0 0 0,1 0 0 0 0,0 0 0 0 0,9-33 0 0 0,-10 52-108 0 0,0 1-1 0 0,1-1 1 0 0,-1 0-1 0 0,1 1 1 0 0,0-1 0 0 0,-1 1-1 0 0,1-1 1 0 0,0 1-1 0 0,0-1 1 0 0,0 1-1 0 0,0-1 1 0 0,0 1-1 0 0,0 0 1 0 0,1 0-1 0 0,-1 0 1 0 0,0-1-1 0 0,1 1 1 0 0,-1 0 0 0 0,1 1-1 0 0,-1-1 1 0 0,1 0-1 0 0,1 0 1 0 0,-1 0-4 0 0,1 1 1 0 0,-1 0 0 0 0,0 0 0 0 0,1 0-1 0 0,-1 0 1 0 0,0 0 0 0 0,1 0 0 0 0,-1 1-1 0 0,0-1 1 0 0,0 1 0 0 0,1 0 0 0 0,-1 0-1 0 0,0 0 1 0 0,3 1 0 0 0,7 6 42 0 0,0 0 1 0 0,0 0-1 0 0,-1 1 1 0 0,12 12-1 0 0,-17-15-54 0 0,14 13-458 0 0,39 32 1095 0 0,-14-25-7679 0 0,-25-18-203 0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8.075"/>
    </inkml:context>
    <inkml:brush xml:id="br0">
      <inkml:brushProperty name="width" value="0.1" units="cm"/>
      <inkml:brushProperty name="height" value="0.1" units="cm"/>
      <inkml:brushProperty name="color" value="#FF0066"/>
    </inkml:brush>
  </inkml:definitions>
  <inkml:trace contextRef="#ctx0" brushRef="#br0">141 265 10138 0 0,'2'-1'220'0'0,"0"-1"1"0"0,0 1-1 0 0,0-1 0 0 0,0 0 0 0 0,0 0 0 0 0,0 0 1 0 0,0 0-1 0 0,-1 0 0 0 0,1 0 0 0 0,-1-1 0 0 0,1 1 1 0 0,-1 0-1 0 0,0-1 0 0 0,0 1 0 0 0,0-1 1 0 0,0 1-1 0 0,0-1 0 0 0,-1 0 0 0 0,1 1 0 0 0,-1-1 1 0 0,0 0-1 0 0,0 0 0 0 0,0 1 0 0 0,0-1 0 0 0,0 0 1 0 0,-1-2-1 0 0,0-5 59 0 0,-1 0 0 0 0,0 0 0 0 0,-1 0 0 0 0,0 1 0 0 0,-7-17 0 0 0,8 22-260 0 0,-33-63 78 0 0,32 62-62 0 0,0 1 1 0 0,0-1-1 0 0,-1 1 1 0 0,1 0-1 0 0,-1 0 1 0 0,0 0-1 0 0,0 1 1 0 0,0-1-1 0 0,0 1 1 0 0,-1 0-1 0 0,-7-4 1 0 0,10 6 11 0 0,1 1 1 0 0,0-1 0 0 0,-1 1-1 0 0,1-1 1 0 0,0 1-1 0 0,-1 0 1 0 0,1 0 0 0 0,0 0-1 0 0,-1 0 1 0 0,1 0-1 0 0,0 0 1 0 0,-1 0-1 0 0,1 0 1 0 0,0 0 0 0 0,-1 0-1 0 0,1 1 1 0 0,0-1-1 0 0,-1 1 1 0 0,1-1 0 0 0,0 1-1 0 0,0-1 1 0 0,-1 1-1 0 0,1 0 1 0 0,-1 1-1 0 0,0 0 35 0 0,0 0 0 0 0,0 0 0 0 0,1 0-1 0 0,-1 0 1 0 0,1 1 0 0 0,-1-1 0 0 0,1 1-1 0 0,0-1 1 0 0,0 1 0 0 0,0-1 0 0 0,-1 5-1 0 0,1 1 48 0 0,-1 0 0 0 0,1 0 0 0 0,0 0 0 0 0,1 0 0 0 0,0 1 0 0 0,0-1 0 0 0,2 10 0 0 0,0-12-92 0 0,0 0 0 0 0,0 1 0 0 0,1-1 0 0 0,-1 0 1 0 0,1 0-1 0 0,1-1 0 0 0,-1 1 0 0 0,1-1 0 0 0,0 0 0 0 0,0 1 0 0 0,1-2 1 0 0,-1 1-1 0 0,1 0 0 0 0,0-1 0 0 0,0 0 0 0 0,1 0 0 0 0,-1-1 0 0 0,1 0 0 0 0,0 1 1 0 0,0-2-1 0 0,9 4 0 0 0,0-1-246 0 0,-1-1 0 0 0,1 0-1 0 0,0-1 1 0 0,0-1 0 0 0,0-1 0 0 0,0 0 0 0 0,0 0 0 0 0,21-3-1 0 0,-8-2-7135 0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8.471"/>
    </inkml:context>
    <inkml:brush xml:id="br0">
      <inkml:brushProperty name="width" value="0.1" units="cm"/>
      <inkml:brushProperty name="height" value="0.1" units="cm"/>
      <inkml:brushProperty name="color" value="#FF0066"/>
    </inkml:brush>
  </inkml:definitions>
  <inkml:trace contextRef="#ctx0" brushRef="#br0">40 3 9218 0 0,'0'0'155'0'0,"-1"-1"0"0"0,0 1 1 0 0,1 0-1 0 0,-1-1 0 0 0,1 1 0 0 0,-1 0 0 0 0,0 0 1 0 0,1 0-1 0 0,-1 0 0 0 0,0-1 0 0 0,1 1 1 0 0,-1 0-1 0 0,0 0 0 0 0,1 0 0 0 0,-1 1 0 0 0,0-1 1 0 0,1 0-1 0 0,-1 0 0 0 0,0 0 0 0 0,1 0 1 0 0,-1 1-1 0 0,0-1 0 0 0,1 0 0 0 0,-1 0 0 0 0,1 1 1 0 0,-1-1-1 0 0,0 0 0 0 0,1 1 0 0 0,-1-1 1 0 0,1 1-1 0 0,-1-1 0 0 0,1 1 0 0 0,0-1 0 0 0,-1 1 1 0 0,1-1-1 0 0,-1 1 0 0 0,1 0 0 0 0,0-1 0 0 0,-1 1 1 0 0,1-1-1 0 0,0 1 0 0 0,0 1 0 0 0,-14 27 2209 0 0,13-18-2099 0 0,0 1 0 0 0,0 0 0 0 0,1-1 1 0 0,1 1-1 0 0,0 0 0 0 0,0-1 0 0 0,1 1 0 0 0,1-1 1 0 0,0 1-1 0 0,0-1 0 0 0,1 0 0 0 0,9 16 0 0 0,7 14 280 0 0,48 68-1 0 0,-64-104-491 0 0,30 44 199 0 0,2-1 0 0 0,60 61 0 0 0,-75-88-273 0 0,1-1 1 0 0,1-1-1 0 0,1 0 1 0 0,1-2-1 0 0,0-1 1 0 0,51 23-1 0 0,-75-39-51 0 0,4 3-213 0 0,-1-1 0 0 0,1-1 0 0 0,0 1 0 0 0,-1-1 0 0 0,1 0 0 0 0,0 0 0 0 0,0 0 0 0 0,6 0 0 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8.771"/>
    </inkml:context>
    <inkml:brush xml:id="br0">
      <inkml:brushProperty name="width" value="0.1" units="cm"/>
      <inkml:brushProperty name="height" value="0.1" units="cm"/>
      <inkml:brushProperty name="color" value="#FF0066"/>
    </inkml:brush>
  </inkml:definitions>
  <inkml:trace contextRef="#ctx0" brushRef="#br0">23 396 5985 0 0,'-21'4'1084'0'0,"20"-4"-1003"0"0,1-1-1 0 0,0 1 0 0 0,0 0 0 0 0,0 0 0 0 0,0 0 0 0 0,0-1 1 0 0,0 1-1 0 0,0 0 0 0 0,0 0 0 0 0,-1-1 0 0 0,1 1 0 0 0,0 0 1 0 0,0 0-1 0 0,0-1 0 0 0,0 1 0 0 0,0 0 0 0 0,0 0 0 0 0,0-1 1 0 0,0 1-1 0 0,1 0 0 0 0,-1 0 0 0 0,0-1 0 0 0,0 1 0 0 0,0 0 1 0 0,0 0-1 0 0,0-1 0 0 0,0 1 0 0 0,0 0 0 0 0,0 0 1 0 0,1 0-1 0 0,-1-1 0 0 0,0 1 80 0 0,0 0-80 0 0,1 0 1 0 0,-1-1-1 0 0,0 1 0 0 0,0 0 0 0 0,1 0 0 0 0,32-31 4916 0 0,-25 24-5665 0 0,55-50 1742 0 0,-15 9-6291 0 0,62-78 1 0 0,-51 44 4038 0 0,-58 80 1113 0 0,2-2 202 0 0,0-1 0 0 0,0 1 1 0 0,0 0-1 0 0,0 0 0 0 0,1 0 0 0 0,6-5 0 0 0,-9 9-3 0 0,0-1-1 0 0,-1 1 0 0 0,1-1 0 0 0,0 1 0 0 0,-1 0 0 0 0,1 0 0 0 0,0-1 0 0 0,-1 1 1 0 0,1 0-1 0 0,0 0 0 0 0,0 0 0 0 0,-1 0 0 0 0,1 0 0 0 0,0 0 0 0 0,0 0 1 0 0,-1 0-1 0 0,1 0 0 0 0,0 0 0 0 0,0 0 0 0 0,0 1 0 0 0,1 0 206 0 0,-1-1 0 0 0,0 1 0 0 0,1 0 0 0 0,-1 0 0 0 0,0 0 0 0 0,0 1 0 0 0,1-1 0 0 0,-1 0 0 0 0,0 0 0 0 0,0 1 0 0 0,0-1 0 0 0,-1 0 0 0 0,2 2 0 0 0,7 12 1779 0 0,45 72 6231 0 0,-21-49-9086 0 0,9-6-4945 0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8.930"/>
    </inkml:context>
    <inkml:brush xml:id="br0">
      <inkml:brushProperty name="width" value="0.1" units="cm"/>
      <inkml:brushProperty name="height" value="0.1" units="cm"/>
      <inkml:brushProperty name="color" value="#FF0066"/>
    </inkml:brush>
  </inkml:definitions>
  <inkml:trace contextRef="#ctx0" brushRef="#br0">4 6 6913 0 0,'-2'-3'609'0'0,"0"1"-481"0"0,4 2-128 0 0,-1 0-120 0 0,2 1 24 0 0,-1 2 8 0 0,5 4-72 0 0,2 5-9 0 0,0 3-7 0 0,5 1 0 0 0,1 3 176 0 0,0-4-72 0 0,-3-1 72 0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29.301"/>
    </inkml:context>
    <inkml:brush xml:id="br0">
      <inkml:brushProperty name="width" value="0.1" units="cm"/>
      <inkml:brushProperty name="height" value="0.1" units="cm"/>
      <inkml:brushProperty name="color" value="#FF0066"/>
    </inkml:brush>
  </inkml:definitions>
  <inkml:trace contextRef="#ctx0" brushRef="#br0">2 1 10594 0 0,'-2'1'5476'0'0,"5"18"-2541"0"0,7 27-1054 0 0,-1-25-1783 0 0,0 0 0 0 0,1-1 1 0 0,2 0-1 0 0,0 0 0 0 0,1-2 1 0 0,0 1-1 0 0,26 25 0 0 0,-26-31-121 0 0,-1-1 0 0 0,2-1 0 0 0,0 0 0 0 0,0-1 0 0 0,1 0 0 0 0,0-1-1 0 0,0-1 1 0 0,1 0 0 0 0,0-2 0 0 0,25 8 0 0 0,-39-13 27 0 0,1 0 1 0 0,-1-1-1 0 0,0 1 1 0 0,1-1-1 0 0,-1 0 0 0 0,1 0 1 0 0,-1 0-1 0 0,0 0 1 0 0,1 0-1 0 0,-1 0 1 0 0,1-1-1 0 0,-1 1 0 0 0,0-1 1 0 0,1 1-1 0 0,-1-1 1 0 0,0 0-1 0 0,0 0 1 0 0,0 0-1 0 0,1 0 0 0 0,2-3 1 0 0,-3 2 38 0 0,1-1 0 0 0,-1 1 1 0 0,0-1-1 0 0,-1 0 0 0 0,1 0 0 0 0,0 1 1 0 0,-1-1-1 0 0,1 0 0 0 0,-1 0 0 0 0,0-1 1 0 0,0 1-1 0 0,0 0 0 0 0,0-5 0 0 0,1-3 76 0 0,-1-1-1 0 0,-1 0 0 0 0,0 0 0 0 0,-1 0 1 0 0,0 1-1 0 0,-1-1 0 0 0,-3-15 0 0 0,2 19-163 0 0,-15-49 536 0 0,17 54-581 0 0,0 0 0 0 0,0 0-1 0 0,-1 0 1 0 0,1 1 0 0 0,-1-1 0 0 0,0 0-1 0 0,0 1 1 0 0,0-1 0 0 0,0 1-1 0 0,-1-1 1 0 0,1 1 0 0 0,-1 0 0 0 0,1 0-1 0 0,-6-3 1 0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30.118"/>
    </inkml:context>
    <inkml:brush xml:id="br0">
      <inkml:brushProperty name="width" value="0.1" units="cm"/>
      <inkml:brushProperty name="height" value="0.1" units="cm"/>
      <inkml:brushProperty name="color" value="#FF0066"/>
    </inkml:brush>
  </inkml:definitions>
  <inkml:trace contextRef="#ctx0" brushRef="#br0">2 717 6913 0 0,'23'-2'11570'0'0,"3"-7"-7897"0"0,-24 8-3648 0 0,0-1-1 0 0,0 1 1 0 0,0-1 0 0 0,0 1 0 0 0,0-1-1 0 0,0 1 1 0 0,0-1 0 0 0,0 0 0 0 0,-1 0-1 0 0,1 0 1 0 0,-1 0 0 0 0,0 0 0 0 0,1 0-1 0 0,-1 0 1 0 0,0-1 0 0 0,0 1-1 0 0,0 0 1 0 0,-1-1 0 0 0,1 1 0 0 0,0-1-1 0 0,-1 1 1 0 0,1-4 0 0 0,-1-10-84 0 0,1 0-1 0 0,-2 0 1 0 0,-2-15 0 0 0,2 26-11 0 0,1 1 1 0 0,-1-1-1 0 0,0 1 1 0 0,0 0-1 0 0,-1-1 1 0 0,1 1-1 0 0,-1 0 1 0 0,0 0-1 0 0,0 0 0 0 0,0 0 1 0 0,-1 0-1 0 0,1 1 1 0 0,-1-1-1 0 0,0 1 1 0 0,-5-5-1 0 0,5 7-8 0 0,1 0 0 0 0,0 0-1 0 0,-1 0 1 0 0,0 1 0 0 0,1 0-1 0 0,-1-1 1 0 0,1 1 0 0 0,-6 0-1 0 0,8 0 46 0 0,-1 0 0 0 0,1 0 0 0 0,-1 0 0 0 0,1-1 0 0 0,-1 1 0 0 0,0 0 0 0 0,1 0-1 0 0,-1 0 1 0 0,1 0 0 0 0,-1 0 0 0 0,1 1 0 0 0,-1-1 0 0 0,1 0 0 0 0,-1 0 0 0 0,0 0 0 0 0,1 0-1 0 0,-1 1 1 0 0,1-1 0 0 0,-1 0 0 0 0,1 0 0 0 0,-1 1 0 0 0,1-1 0 0 0,0 0 0 0 0,-1 1-1 0 0,1-1 1 0 0,-1 1 0 0 0,1-1 0 0 0,0 0 0 0 0,-1 1 0 0 0,1-1 0 0 0,0 1 0 0 0,-1-1 0 0 0,1 1-1 0 0,0-1 1 0 0,0 1 0 0 0,0-1 0 0 0,-1 1 0 0 0,1 0 0 0 0,0-1 0 0 0,0 1 0 0 0,0-1-1 0 0,0 1 1 0 0,0-1 0 0 0,0 2 0 0 0,3 0-27 0 0,-1 0 1 0 0,1 0-1 0 0,0 0 0 0 0,0 0 0 0 0,0 0 1 0 0,0-1-1 0 0,0 1 0 0 0,0-1 0 0 0,0 0 0 0 0,0 1 1 0 0,1-2-1 0 0,3 2 0 0 0,4 1 34 0 0,19 7 745 0 0,0-1-1 0 0,54 8 0 0 0,-83-17-723 0 0,0 0 1 0 0,1 0-1 0 0,-1 0 0 0 0,0 0 0 0 0,0-1 0 0 0,0 1 0 0 0,1 0 0 0 0,-1-1 0 0 0,0 1 0 0 0,0-1 0 0 0,0 1 1 0 0,0-1-1 0 0,0 1 0 0 0,0-1 0 0 0,0 0 0 0 0,0 1 0 0 0,0-1 0 0 0,0 0 0 0 0,0 0 0 0 0,0 0 0 0 0,-1 0 0 0 0,1 0 1 0 0,0 0-1 0 0,-1 0 0 0 0,1 0 0 0 0,0 0 0 0 0,-1 0 0 0 0,1 0 0 0 0,-1 0 0 0 0,0 0 0 0 0,1 0 0 0 0,-1-1 0 0 0,0 1 1 0 0,0 0-1 0 0,0 0 0 0 0,0 0 0 0 0,0-1 0 0 0,0 0 0 0 0,1-2 78 0 0,-1 0 0 0 0,0 0 1 0 0,0 0-1 0 0,0 0 0 0 0,0 0 0 0 0,-1 0 0 0 0,0 0 0 0 0,0 0 1 0 0,0 0-1 0 0,-2-6 0 0 0,-19-20 602 0 0,13 17-489 0 0,0 1 0 0 0,1-1 0 0 0,-8-17 0 0 0,14 27-175 0 0,1 1-1 0 0,0-1 1 0 0,0 0 0 0 0,0 0 0 0 0,0 1 0 0 0,1-1 0 0 0,-1 0 0 0 0,1 0 0 0 0,-1 0 0 0 0,1 0 0 0 0,0 0 0 0 0,0 0-1 0 0,1 0 1 0 0,-1 0 0 0 0,1 0 0 0 0,-1 0 0 0 0,1 1 0 0 0,0-1 0 0 0,0 0 0 0 0,0 0 0 0 0,0 1 0 0 0,3-4 0 0 0,-1 2 12 0 0,0 0 0 0 0,0 1 0 0 0,0-1 1 0 0,1 1-1 0 0,0 0 0 0 0,0 0 1 0 0,0 0-1 0 0,0 1 0 0 0,0-1 0 0 0,0 1 1 0 0,1 0-1 0 0,-1 0 0 0 0,1 1 1 0 0,-1-1-1 0 0,1 1 0 0 0,0 0 0 0 0,-1 0 1 0 0,10 0-1 0 0,-5 1 47 0 0,0 0-1 0 0,-1 0 1 0 0,1 1-1 0 0,0 1 1 0 0,0-1-1 0 0,-1 1 1 0 0,1 1-1 0 0,-1-1 1 0 0,12 6-1 0 0,-12-3-84 0 0,1 0 0 0 0,-1 1 0 0 0,0-1 1 0 0,-1 2-1 0 0,8 6 0 0 0,23 18 133 0 0,-38-31-111 0 0,-1 0 0 0 0,1 0 0 0 0,0-1 0 0 0,0 1 0 0 0,0 0 0 0 0,0 0 0 0 0,0 0 0 0 0,-1-1 0 0 0,1 1 0 0 0,0 0-1 0 0,0 0 1 0 0,0-1 0 0 0,0 1 0 0 0,0 0 0 0 0,0 0 0 0 0,0-1 0 0 0,0 1 0 0 0,0 0 0 0 0,0 0 0 0 0,0-1 0 0 0,0 1-1 0 0,0 0 1 0 0,0 0 0 0 0,0-1 0 0 0,0 1 0 0 0,0 0 0 0 0,1 0 0 0 0,-1-1 0 0 0,0 1 0 0 0,0 0 0 0 0,0 0 0 0 0,0-1-1 0 0,0 1 1 0 0,0 0 0 0 0,1 0 0 0 0,-1 0 0 0 0,0 0 0 0 0,0-1 0 0 0,0 1 0 0 0,1 0 0 0 0,-1 0 0 0 0,0 0 0 0 0,0 0-1 0 0,1 0 1 0 0,-1-1 0 0 0,0 1 0 0 0,0 0 0 0 0,1 0 0 0 0,-1 0 0 0 0,0 0 0 0 0,0 0 0 0 0,1 0 0 0 0,-1 0 0 0 0,0 0-1 0 0,0 0 1 0 0,1 0 0 0 0,-1 0 0 0 0,0 0 0 0 0,0 0 0 0 0,1 0 0 0 0,-1 0 0 0 0,0 1 0 0 0,0-1 0 0 0,1 0 0 0 0,-1 0 0 0 0,0 0-1 0 0,0 0 1 0 0,0 0 0 0 0,1 1 0 0 0,-8-28 306 0 0,6 21-267 0 0,-12-52 162 0 0,-7-87-1 0 0,18 58-7263 0 0,4 41-758 0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42.674"/>
    </inkml:context>
    <inkml:brush xml:id="br0">
      <inkml:brushProperty name="width" value="0.1" units="cm"/>
      <inkml:brushProperty name="height" value="0.1" units="cm"/>
      <inkml:brushProperty name="color" value="#FF0066"/>
    </inkml:brush>
  </inkml:definitions>
  <inkml:trace contextRef="#ctx0" brushRef="#br0">6 89 5065 0 0,'-2'-19'3562'0'0,"0"-1"-1"0"0,1-27 0 0 0,1 45-3047 0 0,4 36 2915 0 0,0-2-3181 0 0,0 211 264 0 0,-6-152-178 0 0,4 0-1 0 0,24 159 1 0 0,-23-240-333 0 0,-2 3 11 0 0,2-1 0 0 0,0 0 1 0 0,0 0-1 0 0,1 0 0 0 0,0 0 1 0 0,1 0-1 0 0,9 13 1 0 0,-14-24-1 0 0,0-1 1 0 0,0 0-1 0 0,0 1 0 0 0,1-1 1 0 0,-1 0-1 0 0,0 0 1 0 0,0 0-1 0 0,0 1 1 0 0,1-1-1 0 0,-1 0 1 0 0,0 0-1 0 0,0 0 0 0 0,1 1 1 0 0,-1-1-1 0 0,0 0 1 0 0,1 0-1 0 0,-1 0 1 0 0,0 0-1 0 0,0 0 1 0 0,1 0-1 0 0,-1 0 0 0 0,0 0 1 0 0,1 0-1 0 0,-1 0 1 0 0,0 0-1 0 0,0 0 1 0 0,1 0-1 0 0,-1 0 1 0 0,0 0-1 0 0,1 0 0 0 0,-1 0 1 0 0,0 0-1 0 0,1 0 1 0 0,-1 0-1 0 0,0-1 1 0 0,9-10 147 0 0,2-22-89 0 0,-10 29-18 0 0,30-131 182 0 0,-20 83-180 0 0,1 1 0 0 0,29-74 0 0 0,-39 120-33 0 0,0 0 0 0 0,0 0 1 0 0,1 0-1 0 0,0 1 0 0 0,0-1 0 0 0,0 1 0 0 0,0 0 1 0 0,7-7-1 0 0,-9 10-17 0 0,1 0 1 0 0,-1 1-1 0 0,0-1 1 0 0,0 0-1 0 0,1 1 0 0 0,-1-1 1 0 0,0 1-1 0 0,1 0 1 0 0,-1-1-1 0 0,1 1 0 0 0,-1 0 1 0 0,0 0-1 0 0,1 0 1 0 0,-1 0-1 0 0,1 0 0 0 0,-1 0 1 0 0,0 0-1 0 0,1 0 1 0 0,-1 1-1 0 0,1-1 0 0 0,-1 0 1 0 0,0 1-1 0 0,1 0 1 0 0,-1-1-1 0 0,0 1 0 0 0,0 0 1 0 0,0-1-1 0 0,1 1 1 0 0,-1 0-1 0 0,0 0 0 0 0,0 0 1 0 0,0 0-1 0 0,0 0 1 0 0,0 0-1 0 0,0 0 1 0 0,1 2-1 0 0,11 15 2 0 0,0 0-1 0 0,-1 1 1 0 0,-1 0 0 0 0,0 0-1 0 0,10 29 1 0 0,-9-19 5 0 0,28 45 0 0 0,-4-25 93 0 0,-25-36-52 0 0,-1 0-1 0 0,-1 0 1 0 0,0 1 0 0 0,-1 0 0 0 0,-1 1 0 0 0,0 0 0 0 0,5 15 0 0 0,-8 1-191 0 0,-3-19-1917 0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42.880"/>
    </inkml:context>
    <inkml:brush xml:id="br0">
      <inkml:brushProperty name="width" value="0.1" units="cm"/>
      <inkml:brushProperty name="height" value="0.1" units="cm"/>
      <inkml:brushProperty name="color" value="#FF0066"/>
    </inkml:brush>
  </inkml:definitions>
  <inkml:trace contextRef="#ctx0" brushRef="#br0">0 0 7370 0 0,'4'5'806'0'0,"0"-1"0"0"0,0 1 1 0 0,-1 0-1 0 0,0 0 1 0 0,0 0-1 0 0,0 0 1 0 0,-1 0-1 0 0,3 9 1 0 0,2 2 715 0 0,7 12 818 0 0,18 50-1 0 0,-27-61-2804 0 0,0 0 0 0 0,-1 1 0 0 0,-1 0 0 0 0,1 24 0 0 0,-4-27-1059 0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43.053"/>
    </inkml:context>
    <inkml:brush xml:id="br0">
      <inkml:brushProperty name="width" value="0.1" units="cm"/>
      <inkml:brushProperty name="height" value="0.1" units="cm"/>
      <inkml:brushProperty name="color" value="#FF0066"/>
    </inkml:brush>
  </inkml:definitions>
  <inkml:trace contextRef="#ctx0" brushRef="#br0">30 131 11979 0 0,'-6'-16'334'0'0,"1"3"443"0"0,1 1 1 0 0,0 0-1 0 0,1-1 0 0 0,0 0 1 0 0,1 1-1 0 0,-1-17 0 0 0,3 29-736 0 0,0 0 0 0 0,0-1-1 0 0,0 1 1 0 0,0-1-1 0 0,0 1 1 0 0,0 0-1 0 0,0-1 1 0 0,0 1-1 0 0,1-1 1 0 0,-1 1-1 0 0,0 0 1 0 0,0-1-1 0 0,0 1 1 0 0,0-1-1 0 0,1 1 1 0 0,-1 0-1 0 0,0-1 1 0 0,0 1-1 0 0,0 0 1 0 0,1-1-1 0 0,-1 1 1 0 0,0 0-1 0 0,1-1 1 0 0,-1 1 0 0 0,0 0-1 0 0,1 0 1 0 0,-1 0-1 0 0,0-1 1 0 0,1 1-1 0 0,-1 0 1 0 0,1 0-1 0 0,-1 0 1 0 0,0 0-1 0 0,1-1 1 0 0,0 1-1 0 0,15 7-1853 0 0,12 18-799 0 0,-17-10 2512 0 0,0 4 87 0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43.592"/>
    </inkml:context>
    <inkml:brush xml:id="br0">
      <inkml:brushProperty name="width" value="0.1" units="cm"/>
      <inkml:brushProperty name="height" value="0.1" units="cm"/>
      <inkml:brushProperty name="color" value="#FF0066"/>
    </inkml:brush>
  </inkml:definitions>
  <inkml:trace contextRef="#ctx0" brushRef="#br0">370 76 5065 0 0,'-11'-10'1472'0'0,"-1"1"0"0"0,0 0 0 0 0,0 0 1 0 0,-1 2-1 0 0,0-1 0 0 0,-21-7 0 0 0,29 13-1244 0 0,-1 1-1 0 0,0-1 1 0 0,1 1-1 0 0,-1 0 1 0 0,0 0-1 0 0,0 1 1 0 0,0 0-1 0 0,1 0 1 0 0,-1 0-1 0 0,0 1 1 0 0,0 0 0 0 0,0 0-1 0 0,-9 3 1 0 0,7 0-43 0 0,0-1 0 0 0,0 1 0 0 0,0 0 0 0 0,0 1 0 0 0,0 0 0 0 0,1 0 0 0 0,0 1 0 0 0,-8 8 0 0 0,4-3-168 0 0,1 1 0 0 0,1 0-1 0 0,0 0 1 0 0,0 1 0 0 0,1 0-1 0 0,1 1 1 0 0,0-1-1 0 0,1 2 1 0 0,0-1 0 0 0,-4 18-1 0 0,9-29-70 0 0,1 1 0 0 0,-1-1 1 0 0,0 1-1 0 0,1-1 0 0 0,0 1 0 0 0,0-1 0 0 0,0 1 0 0 0,0-1 0 0 0,0 1 0 0 0,1-1 0 0 0,0 1 0 0 0,-1-1 0 0 0,1 0 0 0 0,1 1 0 0 0,-1-1 0 0 0,0 0 0 0 0,1 0 0 0 0,0 1 0 0 0,-1-1 1 0 0,1 0-1 0 0,0-1 0 0 0,1 1 0 0 0,-1 0 0 0 0,0-1 0 0 0,1 1 0 0 0,2 1 0 0 0,0-1-38 0 0,-1-1 0 0 0,0 1-1 0 0,1-1 1 0 0,-1 0 0 0 0,1-1 0 0 0,0 1-1 0 0,-1-1 1 0 0,1 0 0 0 0,0 0 0 0 0,0 0-1 0 0,0-1 1 0 0,0 0 0 0 0,0 0 0 0 0,0 0 0 0 0,0 0-1 0 0,-1-1 1 0 0,1 0 0 0 0,6-1 0 0 0,-5-1 131 0 0,0 1 1 0 0,0-1 0 0 0,-1 0 0 0 0,1 0 0 0 0,-1 0-1 0 0,0-1 1 0 0,1 0 0 0 0,-2 0 0 0 0,1 0-1 0 0,0 0 1 0 0,-1-1 0 0 0,0 0 0 0 0,0 0 0 0 0,0 0-1 0 0,-1-1 1 0 0,4-6 0 0 0,9-11 1133 0 0,-16 22-1128 0 0,1 0-1 0 0,-1 1 1 0 0,0-1-1 0 0,1 1 0 0 0,-1-1 1 0 0,0 0-1 0 0,1 1 1 0 0,-1-1-1 0 0,0 1 1 0 0,1-1-1 0 0,-1 1 0 0 0,1 0 1 0 0,-1-1-1 0 0,1 1 1 0 0,0-1-1 0 0,-1 1 0 0 0,1 0 1 0 0,-1-1-1 0 0,1 1 1 0 0,0 0-1 0 0,-1 0 0 0 0,1 0 1 0 0,-1-1-1 0 0,1 1 1 0 0,0 0-1 0 0,-1 0 0 0 0,1 0 1 0 0,0 0-1 0 0,-1 0 1 0 0,1 0-1 0 0,0 0 1 0 0,-1 0-1 0 0,1 0 0 0 0,0 1 1 0 0,-1-1-1 0 0,2 0 1 0 0,0 2-1 0 0,-1 0 0 0 0,1-1 0 0 0,-1 1 1 0 0,0 0-1 0 0,0 0 0 0 0,0-1 0 0 0,0 1 1 0 0,0 0-1 0 0,0 0 0 0 0,0 0 0 0 0,1 4 1 0 0,10 57 204 0 0,-10-40-229 0 0,0 0 1 0 0,-2 0 0 0 0,0 1 0 0 0,-2-1 0 0 0,0 0-1 0 0,-2 0 1 0 0,-1-1 0 0 0,0 1 0 0 0,-15 37 0 0 0,19-58-40 0 0,0 0 0 0 0,1-1 0 0 0,-1 1 0 0 0,0 0 0 0 0,0-1 0 0 0,0 1 0 0 0,0-1 0 0 0,-1 1 1 0 0,1-1-1 0 0,0 1 0 0 0,-1-1 0 0 0,1 0 0 0 0,0 0 0 0 0,-4 2 0 0 0,4-2-9 0 0,0-1 0 0 0,0 0 0 0 0,0 0 0 0 0,1 1 0 0 0,-1-1 0 0 0,0 0 0 0 0,0 0 0 0 0,0 0 0 0 0,0 0 0 0 0,0 0 0 0 0,0-1 0 0 0,1 1 0 0 0,-1 0 0 0 0,0 0 0 0 0,0 0 0 0 0,0-1 0 0 0,0 1 0 0 0,1 0 0 0 0,-1-1 0 0 0,0 1 0 0 0,0-1 0 0 0,-1 0 0 0 0,0-2-47 0 0,0 1-1 0 0,-1-1 1 0 0,1 1-1 0 0,0-1 1 0 0,0 0-1 0 0,1 0 1 0 0,-1 0 0 0 0,0 0-1 0 0,1 0 1 0 0,0 0-1 0 0,0-1 1 0 0,0 1-1 0 0,0 0 1 0 0,-1-7 0 0 0,1-3-296 0 0,1-1 0 0 0,0 1 0 0 0,0-1 1 0 0,1 1-1 0 0,1-1 0 0 0,0 1 0 0 0,6-17 1 0 0,2 0-735 0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43.960"/>
    </inkml:context>
    <inkml:brush xml:id="br0">
      <inkml:brushProperty name="width" value="0.1" units="cm"/>
      <inkml:brushProperty name="height" value="0.1" units="cm"/>
      <inkml:brushProperty name="color" value="#FF0066"/>
    </inkml:brush>
  </inkml:definitions>
  <inkml:trace contextRef="#ctx0" brushRef="#br0">1 187 3209 0 0,'5'-49'117'0'0,"6"-33"2552"0"0,9 27 8921 0 0,-20 55-11498 0 0,5 10 1438 0 0,-1 18-634 0 0,-1 86 762 0 0,6 90-824 0 0,-5-162-823 0 0,2 0 0 0 0,20 73 1 0 0,-24-107-28 0 0,0 0 1 0 0,1-1-1 0 0,0 1 1 0 0,0-1-1 0 0,1 1 0 0 0,-1-1 1 0 0,2 0-1 0 0,-1-1 1 0 0,1 1-1 0 0,0-1 1 0 0,8 8-1 0 0,-13-14-4 0 0,1 0 0 0 0,0 0 0 0 0,-1 0 0 0 0,1 0-1 0 0,-1 0 1 0 0,1 0 0 0 0,0 0 0 0 0,-1 0 0 0 0,1 0 0 0 0,-1-1-1 0 0,1 1 1 0 0,-1 0 0 0 0,1 0 0 0 0,0-1 0 0 0,-1 1 0 0 0,1 0-1 0 0,-1-1 1 0 0,1 1 0 0 0,-1-1 0 0 0,0 1 0 0 0,1 0 0 0 0,-1-1 0 0 0,1 1-1 0 0,-1-1 1 0 0,0 1 0 0 0,1-1 0 0 0,-1 1 0 0 0,0-1 0 0 0,0 0-1 0 0,1 1 1 0 0,-1-1 0 0 0,0 1 0 0 0,0-1 0 0 0,0 0 0 0 0,0 1-1 0 0,0-2 1 0 0,11-29-168 0 0,-10 25 125 0 0,10-30 15 0 0,-2 4 78 0 0,22-52 0 0 0,-28 76 32 0 0,1 0 0 0 0,0 1 1 0 0,0 0-1 0 0,1 0 0 0 0,0 0 1 0 0,0 1-1 0 0,1-1 0 0 0,0 1 1 0 0,0 1-1 0 0,0-1 0 0 0,14-9 1 0 0,-17 14-27 0 0,0 0 0 0 0,0 0 1 0 0,-1 0-1 0 0,1 0 0 0 0,0 0 1 0 0,0 1-1 0 0,0-1 0 0 0,0 1 1 0 0,0 0-1 0 0,0 0 0 0 0,0 0 1 0 0,0 0-1 0 0,0 0 0 0 0,0 1 1 0 0,0-1-1 0 0,0 1 0 0 0,0 0 1 0 0,0 0-1 0 0,-1 0 0 0 0,1 0 1 0 0,0 1-1 0 0,-1-1 0 0 0,1 1 1 0 0,-1-1-1 0 0,1 1 0 0 0,3 4 1 0 0,7 5-33 0 0,-1 0 1 0 0,-1 2-1 0 0,17 21 1 0 0,-16-18-156 0 0,32 44-3569 0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44.324"/>
    </inkml:context>
    <inkml:brush xml:id="br0">
      <inkml:brushProperty name="width" value="0.1" units="cm"/>
      <inkml:brushProperty name="height" value="0.1" units="cm"/>
      <inkml:brushProperty name="color" value="#FF0066"/>
    </inkml:brush>
  </inkml:definitions>
  <inkml:trace contextRef="#ctx0" brushRef="#br0">74 290 2304 0 0,'2'0'232'0'0,"-1"-1"0"0"0,1 0-1 0 0,-1 1 1 0 0,1-1 0 0 0,-1 0-1 0 0,0 0 1 0 0,1 0-1 0 0,-1 0 1 0 0,0 0 0 0 0,0 0-1 0 0,0-1 1 0 0,0 1-1 0 0,0 0 1 0 0,0 0 0 0 0,0-1-1 0 0,0 1 1 0 0,1-3 0 0 0,14-29 2271 0 0,-14 29-2086 0 0,7-17 1172 0 0,-1-1 1 0 0,8-29-1 0 0,-13 41-1222 0 0,-1 0 0 0 0,-1 1 0 0 0,0-1 0 0 0,0 0-1 0 0,-1 0 1 0 0,0 0 0 0 0,-2-18 0 0 0,1 26-343 0 0,1 0-1 0 0,0 0 1 0 0,-1 1 0 0 0,1-1-1 0 0,-1 0 1 0 0,1 0 0 0 0,-1 0-1 0 0,0 1 1 0 0,0-1 0 0 0,0 0-1 0 0,0 1 1 0 0,0-1 0 0 0,0 1-1 0 0,0-1 1 0 0,-1 1 0 0 0,1 0-1 0 0,-1-1 1 0 0,1 1 0 0 0,-1 0 0 0 0,1 0-1 0 0,-1 0 1 0 0,1 0 0 0 0,-1 0-1 0 0,0 0 1 0 0,0 1 0 0 0,1-1-1 0 0,-1 1 1 0 0,0-1 0 0 0,0 1-1 0 0,0-1 1 0 0,0 1 0 0 0,1 0-1 0 0,-1 0 1 0 0,0 0 0 0 0,0 0-1 0 0,0 0 1 0 0,0 1 0 0 0,0-1-1 0 0,0 0 1 0 0,-2 2 0 0 0,0-1-26 0 0,-1 1 0 0 0,0 0 0 0 0,1 0 1 0 0,-1 0-1 0 0,1 0 0 0 0,0 1 0 0 0,0 0 1 0 0,0 0-1 0 0,0 0 0 0 0,0 0 0 0 0,0 0 0 0 0,1 1 1 0 0,0 0-1 0 0,-4 5 0 0 0,2 0-30 0 0,0 0 0 0 0,2 0 0 0 0,-1 0 0 0 0,1 0 0 0 0,0 1 0 0 0,1-1 0 0 0,0 1 1 0 0,0 0-1 0 0,1 0 0 0 0,1-1 0 0 0,-1 1 0 0 0,2 0 0 0 0,-1 0 0 0 0,1 0 0 0 0,1-1 0 0 0,2 12 0 0 0,-2-13 53 0 0,1-1 0 0 0,-1 1-1 0 0,2-1 1 0 0,-1 1 0 0 0,1-1 0 0 0,0 0 0 0 0,0 0 0 0 0,0-1-1 0 0,1 1 1 0 0,1-1 0 0 0,-1 0 0 0 0,1 0 0 0 0,0-1 0 0 0,0 1-1 0 0,0-2 1 0 0,1 1 0 0 0,0 0 0 0 0,0-1 0 0 0,14 6-1 0 0,-10-6-45 0 0,0-1 0 0 0,0 0 0 0 0,0-1 0 0 0,0 0 0 0 0,0-1 0 0 0,1 0 0 0 0,-1-1 0 0 0,0 0-1 0 0,1-1 1 0 0,11-2 0 0 0,-14 1-561 0 0,1 0 0 0 0,-1 0 0 0 0,0-1 0 0 0,0-1 1 0 0,0 0-1 0 0,-1 0 0 0 0,13-8 0 0 0,-3 0-4291 0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44.958"/>
    </inkml:context>
    <inkml:brush xml:id="br0">
      <inkml:brushProperty name="width" value="0.1" units="cm"/>
      <inkml:brushProperty name="height" value="0.1" units="cm"/>
      <inkml:brushProperty name="color" value="#FF0066"/>
    </inkml:brush>
  </inkml:definitions>
  <inkml:trace contextRef="#ctx0" brushRef="#br0">29 173 456 0 0,'-28'-31'15686'0'0,"28"31"-15470"0"0,16-7 556 0 0,-11 6-552 0 0,-1 1 0 0 0,0 0 1 0 0,1 0-1 0 0,-1 0 0 0 0,0 0 0 0 0,0 1 0 0 0,1 0 0 0 0,-1-1 0 0 0,0 2 0 0 0,0-1 0 0 0,0 0 0 0 0,0 1 0 0 0,6 3 0 0 0,-3-1 21 0 0,0 1-1 0 0,0 0 0 0 0,0 0 1 0 0,-1 1-1 0 0,0 0 0 0 0,8 9 1 0 0,1 5-47 0 0,0 1 1 0 0,-2 1 0 0 0,17 35 0 0 0,-24-45-185 0 0,-1-1 0 0 0,0 1 0 0 0,-1 0 0 0 0,-1 1 0 0 0,3 12 0 0 0,-6-25-10 0 0,0 0 1 0 0,0 0-1 0 0,0 0 1 0 0,0 0 0 0 0,0 1-1 0 0,0-1 1 0 0,0 0-1 0 0,0 0 1 0 0,0 0-1 0 0,0 0 1 0 0,0 1-1 0 0,0-1 1 0 0,0 0-1 0 0,0 0 1 0 0,0 0-1 0 0,0 0 1 0 0,0 0-1 0 0,0 1 1 0 0,0-1-1 0 0,0 0 1 0 0,0 0 0 0 0,0 0-1 0 0,0 0 1 0 0,0 0-1 0 0,0 1 1 0 0,-1-1-1 0 0,1 0 1 0 0,0 0-1 0 0,0 0 1 0 0,0 0-1 0 0,0 0 1 0 0,0 0-1 0 0,0 0 1 0 0,0 1-1 0 0,-1-1 1 0 0,1 0-1 0 0,0 0 1 0 0,0 0-1 0 0,0 0 1 0 0,0 0 0 0 0,0 0-1 0 0,-1 0 1 0 0,1 0-1 0 0,0 0 1 0 0,0 0-1 0 0,0 0 1 0 0,0 0-1 0 0,0 0 1 0 0,-1 0-1 0 0,1 0 1 0 0,-10-5 64 0 0,-8-10 83 0 0,10 6-87 0 0,1 0 1 0 0,1 0-1 0 0,0-1 1 0 0,0 0-1 0 0,1 0 0 0 0,0 0 1 0 0,0-1-1 0 0,1 1 1 0 0,1-1-1 0 0,0 0 1 0 0,1 0-1 0 0,-1 0 0 0 0,2 0 1 0 0,-1-21-1 0 0,2 19-192 0 0,1 0-1 0 0,0-1 0 0 0,1 1 0 0 0,0 0 1 0 0,1 0-1 0 0,0 0 0 0 0,1 0 1 0 0,1 1-1 0 0,0 0 0 0 0,0 0 1 0 0,2 0-1 0 0,9-15 0 0 0,5 0-869 0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45.720"/>
    </inkml:context>
    <inkml:brush xml:id="br0">
      <inkml:brushProperty name="width" value="0.1" units="cm"/>
      <inkml:brushProperty name="height" value="0.1" units="cm"/>
      <inkml:brushProperty name="color" value="#FF0066"/>
    </inkml:brush>
  </inkml:definitions>
  <inkml:trace contextRef="#ctx0" brushRef="#br0">1 0 8754 0 0,'4'2'9411'0'0,"10"12"-9309"0"0,-6-6 203 0 0,-1 1 1 0 0,-1 1 0 0 0,0-1 0 0 0,0 1 0 0 0,-1 0 0 0 0,0 1 0 0 0,-1-1 0 0 0,0 1-1 0 0,4 18 1 0 0,-1 6 238 0 0,3 63 0 0 0,-9-70-490 0 0,2 0 0 0 0,0-1 0 0 0,14 47 0 0 0,9-9-54 0 0,-23-60 0 0 0,-1 0 0 0 0,1-1 0 0 0,0 1 0 0 0,1-1 0 0 0,-1 1 0 0 0,1-1 0 0 0,0 0 0 0 0,0-1 0 0 0,0 1 0 0 0,7 4 0 0 0,-10-8 0 0 0,-1 1 0 0 0,0-1-1 0 0,0 0 1 0 0,0 0 0 0 0,0 0 0 0 0,1 0 0 0 0,-1 0 0 0 0,0 0-1 0 0,0 0 1 0 0,0 0 0 0 0,0 0 0 0 0,1 0 0 0 0,-1 0 0 0 0,0 0-1 0 0,0 0 1 0 0,0 0 0 0 0,1 0 0 0 0,-1 0 0 0 0,0 0 0 0 0,0 0-1 0 0,0 0 1 0 0,0 0 0 0 0,1 0 0 0 0,-1 0 0 0 0,0 0 0 0 0,0 0-1 0 0,0 0 1 0 0,0 0 0 0 0,1 0 0 0 0,-1 0 0 0 0,0 0 0 0 0,0 0-1 0 0,0-1 1 0 0,0 1 0 0 0,0 0 0 0 0,1 0 0 0 0,-1 0 0 0 0,0 0-1 0 0,0 0 1 0 0,0-1 0 0 0,0 1 0 0 0,0 0 0 0 0,0 0 0 0 0,2-13-18 0 0,-6-19-17 0 0,3 25 31 0 0,-1-16 3 0 0,1 0 1 0 0,1 1 0 0 0,1-1-1 0 0,2 0 1 0 0,0 1 0 0 0,1-1-1 0 0,9-27 1 0 0,-10 38 1 0 0,1 1 0 0 0,1-1 0 0 0,0 1-1 0 0,0 0 1 0 0,1 0 0 0 0,0 1 0 0 0,1-1 0 0 0,0 1 0 0 0,1 1-1 0 0,0 0 1 0 0,1 0 0 0 0,0 0 0 0 0,0 1 0 0 0,0 0 0 0 0,13-7-1 0 0,-19 13 28 0 0,0 0-1 0 0,0 1 0 0 0,0-1 0 0 0,1 1 0 0 0,-1-1 0 0 0,1 1 0 0 0,-1 0 0 0 0,1 0 0 0 0,-1 1 1 0 0,1-1-1 0 0,-1 1 0 0 0,1-1 0 0 0,0 1 0 0 0,-1 0 0 0 0,6 1 0 0 0,-7 0-3 0 0,1 1-1 0 0,0-1 0 0 0,0 0 1 0 0,-1 1-1 0 0,1 0 0 0 0,-1-1 1 0 0,0 1-1 0 0,1 0 0 0 0,-1 0 1 0 0,0 0-1 0 0,0 1 0 0 0,0-1 1 0 0,0 1-1 0 0,-1-1 1 0 0,1 1-1 0 0,-1-1 0 0 0,1 1 1 0 0,0 4-1 0 0,24 59 124 0 0,-18-40-96 0 0,17 33 0 0 0,-22-53-63 0 0,1 1-1 0 0,0-1 1 0 0,0 0 0 0 0,0 0-1 0 0,1 0 1 0 0,0-1-1 0 0,0 1 1 0 0,0-1 0 0 0,11 7-1 0 0,6-2-248 0 0,-9-8-155 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51.188"/>
    </inkml:context>
    <inkml:brush xml:id="br0">
      <inkml:brushProperty name="width" value="0.3" units="cm"/>
      <inkml:brushProperty name="height" value="0.6" units="cm"/>
      <inkml:brushProperty name="color" value="#FF2500"/>
      <inkml:brushProperty name="tip" value="rectangle"/>
      <inkml:brushProperty name="rasterOp" value="maskPen"/>
    </inkml:brush>
  </inkml:definitions>
  <inkml:trace contextRef="#ctx0" brushRef="#br0">1311 257 7834 0 0,'-377'-10'1866'0'0,"303"11"-1776"0"0,-367 28 777 0 0,364-22-1431 0 0,0-3 0 0 0,-108-10 0 0 0,315 7 1753 0 0,214-25 1 0 0,-55 0-738 0 0,444 10 342 0 0,-160 5-997 0 0,522-28-774 0 0,-768 26 981 0 0,487-23 353 0 0,286-7 909 0 0,17 79 444 0 0,-924-26-1515 0 0,81 6-154 0 0,341 13-45 0 0,-596-30 4 0 0,931-2 0 0 0,-390-13 64 0 0,-27-5 176 0 0,-375 16-208 0 0,-69 2-625 0 0,107-13 1 0 0,-190 13 396 0 0,-2 0-5 0 0,-1 1 1 0 0,0 0-1 0 0,0-1 1 0 0,0 0-1 0 0,0 1 1 0 0,-1-1-1 0 0,1 0 1 0 0,4-3-1 0 0,-42-5-1886 0 0,-210-9 2648 0 0,168 14-287 0 0,-366-11 1184 0 0,-116-7-82 0 0,390 11-1171 0 0,-677-35 1118 0 0,0 45-696 0 0,-626 100-1259 0 0,851-51-551 0 0,188-14 952 0 0,-743 38-82 0 0,88-41 2327 0 0,747-17-1528 0 0,1 15 1 0 0,2 15 0 0 0,-341 89 0 0 0,553-105-987 0 0,-152 44-453 0 0,271-69 930 0 0,-56 23-166 0 0,60-25 161 0 0,0 1-1 0 0,0-1 1 0 0,0 1-1 0 0,0 0 0 0 0,0 1 1 0 0,0-1-1 0 0,0 0 1 0 0,1 1-1 0 0,-1 0 0 0 0,1-1 1 0 0,0 1-1 0 0,0 0 1 0 0,0 0-1 0 0,0 0 1 0 0,-2 6-1 0 0,4-7-7 0 0,-1 0-1 0 0,1 0 1 0 0,0 0-1 0 0,1-1 1 0 0,-1 1 0 0 0,0 0-1 0 0,0 0 1 0 0,1 0 0 0 0,-1 0-1 0 0,1 0 1 0 0,0-1-1 0 0,0 1 1 0 0,-1 0 0 0 0,1 0-1 0 0,0-1 1 0 0,0 1-1 0 0,1-1 1 0 0,-1 1 0 0 0,0-1-1 0 0,0 1 1 0 0,1-1 0 0 0,-1 0-1 0 0,1 0 1 0 0,-1 1-1 0 0,1-1 1 0 0,-1 0 0 0 0,4 1-1 0 0,6 4-165 0 0,1 1 0 0 0,21 7-1 0 0,-30-13 194 0 0,64 22-65 0 0,1-3-1 0 0,1-3 1 0 0,0-2-1 0 0,99 6 1 0 0,282-6 250 0 0,443-52 546 0 0,-294 5 392 0 0,-266 19-353 0 0,223-7 73 0 0,486-14-512 0 0,-289 5-322 0 0,-508 18 0 0 0,782-22 73 0 0,-649 22-104 0 0,213-23-595 0 0,-426 15 429 0 0,62-5 359 0 0,-214 23-103 0 0,-4 1-14 0 0,-1 0 1 0 0,1-1-1 0 0,-1 0 0 0 0,1 0 1 0 0,-1-1-1 0 0,1 0 0 0 0,-1 0 0 0 0,9-5 1 0 0,-17 7-49 0 0,0 0 1 0 0,1-1-1 0 0,-1 1 1 0 0,0-1 0 0 0,0 1-1 0 0,0 0 1 0 0,0-1 0 0 0,0 1-1 0 0,0 0 1 0 0,1-1-1 0 0,-1 1 1 0 0,0-1 0 0 0,0 1-1 0 0,0-1 1 0 0,0 1-1 0 0,0 0 1 0 0,0-1 0 0 0,-1 1-1 0 0,1-1 1 0 0,0 1-1 0 0,0 0 1 0 0,0-1 0 0 0,0 1-1 0 0,0 0 1 0 0,0-1 0 0 0,-1 1-1 0 0,1 0 1 0 0,0-1-1 0 0,0 1 1 0 0,-1 0 0 0 0,1-1-1 0 0,0 1 1 0 0,0 0-1 0 0,-1-1 1 0 0,1 1 0 0 0,0 0-1 0 0,-1 0 1 0 0,1 0-1 0 0,-1-1 1 0 0,1 1 0 0 0,0 0-1 0 0,-1 0 1 0 0,1 0-1 0 0,-1 0 1 0 0,-18-13-177 0 0,18 13 170 0 0,-20-11-65 0 0,-1 2-1 0 0,0 0 1 0 0,-40-10 0 0 0,-73-9 122 0 0,123 26-57 0 0,-425-50 274 0 0,-6 32 78 0 0,292 14-239 0 0,-23-1-10 0 0,-653-18 191 0 0,1 44 242 0 0,-760 127-607 0 0,1528-138-34 0 0,-22 1-317 0 0,1 4 0 0 0,-89 27 0 0 0,166-40 419 0 0,0 1 1 0 0,0 0-1 0 0,0-1 0 0 0,0 1 1 0 0,0 0-1 0 0,0 0 0 0 0,0 0 1 0 0,1 1-1 0 0,-1-1 0 0 0,-1 2 0 0 0,2-3 5 0 0,1 1-1 0 0,0-1 0 0 0,-1 0 0 0 0,1 1 1 0 0,0-1-1 0 0,0 1 0 0 0,-1-1 0 0 0,1 1 1 0 0,0-1-1 0 0,0 0 0 0 0,0 1 0 0 0,0-1 0 0 0,0 1 1 0 0,0-1-1 0 0,0 1 0 0 0,0-1 0 0 0,0 1 1 0 0,0-1-1 0 0,0 1 0 0 0,0-1 0 0 0,0 1 0 0 0,0-1 1 0 0,0 1-1 0 0,0-1 0 0 0,0 0 0 0 0,0 1 1 0 0,1 0-1 0 0,1 1-27 0 0,-1 0 1 0 0,1-1-1 0 0,0 1 1 0 0,0-1 0 0 0,0 1-1 0 0,0-1 1 0 0,0 0-1 0 0,0 0 1 0 0,0 1-1 0 0,0-1 1 0 0,0-1-1 0 0,0 1 1 0 0,1 0-1 0 0,-1-1 1 0 0,4 1-1 0 0,85 12-421 0 0,0-4 0 0 0,178-7 0 0 0,-115-3 576 0 0,1927-70 2153 0 0,1647 66 375 0 0,-3291 34-2648 0 0,728 34 0 0 0,-164-60 0 0 0,-389-28 0 0 0,26 4 0 0 0,-618 21 0 0 0,280-4-1 0 0,230-8 66 0 0,-428 6-193 0 0,140-25 0 0 0,-239 31 80 0 0,0-1 0 0 0,0 1 1 0 0,0-1-1 0 0,0 0 0 0 0,0-1 0 0 0,0 1 0 0 0,0 0 0 0 0,0-1 0 0 0,0 0 1 0 0,-1 1-1 0 0,5-4 0 0 0,-7 4 32 0 0,0 1 1 0 0,1-1-1 0 0,-1 1 1 0 0,0 0-1 0 0,1-1 0 0 0,-1 1 1 0 0,0-1-1 0 0,0 1 1 0 0,0-1-1 0 0,0 1 0 0 0,1-1 1 0 0,-1 1-1 0 0,0-1 1 0 0,0 1-1 0 0,0-1 0 0 0,0 1 1 0 0,0-1-1 0 0,0 1 1 0 0,0-1-1 0 0,0 1 1 0 0,0-1-1 0 0,0 1 0 0 0,-1-1 1 0 0,1 1-1 0 0,0 0 1 0 0,0-1-1 0 0,-1 0 0 0 0,0 0-10 0 0,0-1-1 0 0,0 1 0 0 0,0-1 0 0 0,-1 1 0 0 0,1 0 1 0 0,-1 0-1 0 0,1 0 0 0 0,-1 0 0 0 0,1 0 0 0 0,-1 0 1 0 0,-2-1-1 0 0,-37-14-156 0 0,0 2 0 0 0,-1 2 0 0 0,0 2-1 0 0,-68-7 1 0 0,53 8-9 0 0,-900-159-235 0 0,830 146 543 0 0,-764-119 1133 0 0,621 111-729 0 0,-359 6 1 0 0,25 48-446 0 0,213-5-329 0 0,-136-5-910 0 0,419-15 1115 0 0,70-1-109 0 0,-1 2 1 0 0,1 1-1 0 0,-67 12 0 0 0,103-13 93 0 0,0 1 0 0 0,-1-1 0 0 0,1 1 0 0 0,0 0 0 0 0,0 0 0 0 0,0 0 1 0 0,0 0-1 0 0,0 0 0 0 0,-4 3 0 0 0,7 2-642 0 0,14 2 90 0 0,100 23-642 0 0,152 21 0 0 0,124-5 2056 0 0,-262-33-691 0 0,835 74 96 0 0,3-56 619 0 0,-42-65 582 0 0,-376 7-1214 0 0,-437 23-1245 0 0,-7 3-4225 0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53.296"/>
    </inkml:context>
    <inkml:brush xml:id="br0">
      <inkml:brushProperty name="width" value="0.3" units="cm"/>
      <inkml:brushProperty name="height" value="0.6" units="cm"/>
      <inkml:brushProperty name="color" value="#FF2500"/>
      <inkml:brushProperty name="tip" value="rectangle"/>
      <inkml:brushProperty name="rasterOp" value="maskPen"/>
    </inkml:brush>
  </inkml:definitions>
  <inkml:trace contextRef="#ctx0" brushRef="#br0">1418 69 11058 0 0,'-45'-5'643'0'0,"0"2"0"0"0,-85 5-1 0 0,77 0-713 0 0,24-1 13 0 0,2-1 28 0 0,-35 5 1 0 0,55-4 19 0 0,0 0 0 0 0,-1 1 0 0 0,1 0 0 0 0,0 0 0 0 0,0 0 0 0 0,1 1 0 0 0,-1 0 1 0 0,1 1-1 0 0,-11 6 0 0 0,15-8-26 0 0,0-1 1 0 0,0 1-1 0 0,1-1 1 0 0,-1 1 0 0 0,0 0-1 0 0,1 0 1 0 0,-1 0-1 0 0,1 0 1 0 0,0 0 0 0 0,-1 0-1 0 0,1 0 1 0 0,0 0-1 0 0,0 0 1 0 0,0 1 0 0 0,1-1-1 0 0,-1 0 1 0 0,0 1-1 0 0,1-1 1 0 0,0 1-1 0 0,-1 3 1 0 0,2-3-127 0 0,-1 1-1 0 0,1 0 1 0 0,0-1 0 0 0,0 1 0 0 0,0 0-1 0 0,1-1 1 0 0,-1 1 0 0 0,1-1-1 0 0,0 0 1 0 0,0 1 0 0 0,0-1-1 0 0,2 3 1 0 0,3 2-189 0 0,0 0-1 0 0,0-1 1 0 0,1 0-1 0 0,0 0 1 0 0,0-1-1 0 0,1 0 0 0 0,0 0 1 0 0,17 7-1 0 0,-6-5 431 0 0,0-2 0 0 0,1-1-1 0 0,0 0 1 0 0,23 2 0 0 0,91 2 859 0 0,-56-5-471 0 0,648 19 2217 0 0,2-31-2762 0 0,-507 4 62 0 0,642-38-170 0 0,183-1 2848 0 0,-714 48-1951 0 0,505-16 58 0 0,-815 9-618 0 0,59-7 316 0 0,-73 8-314 0 0,-1-1 0 0 0,1 0 0 0 0,-1-1 0 0 0,1 0 0 0 0,-1 0 0 0 0,14-8 1 0 0,-22 11-132 0 0,1 0 0 0 0,-1 0-1 0 0,1-1 1 0 0,-1 1 0 0 0,1 0 0 0 0,-1-1 0 0 0,1 1 0 0 0,-1-1 0 0 0,1 1 0 0 0,-1-1 0 0 0,1 1 0 0 0,-1-1 0 0 0,0 1 0 0 0,1-1 0 0 0,-1 1 0 0 0,0-1 0 0 0,0 1 0 0 0,1-1 0 0 0,-1 1 0 0 0,0-1 0 0 0,0 0 0 0 0,0 1 0 0 0,0-1 0 0 0,1 0 0 0 0,-1 1 0 0 0,0-1 0 0 0,0 1 0 0 0,0-1 0 0 0,0 0 0 0 0,-1 1 0 0 0,1-1 0 0 0,0 1 0 0 0,0-1 0 0 0,0 0 0 0 0,0 1-1 0 0,-1-1 1 0 0,1 1 0 0 0,0-1 0 0 0,0 0 0 0 0,-1 1 0 0 0,1-1 0 0 0,-1 1 0 0 0,1-1 0 0 0,0 1 0 0 0,-1 0 0 0 0,1-1 0 0 0,-1 1 0 0 0,1-1 0 0 0,-1 1 0 0 0,1 0 0 0 0,-1-1 0 0 0,1 1 0 0 0,-1 0 0 0 0,0-1 0 0 0,-36-17 424 0 0,35 17-412 0 0,-39-14 95 0 0,0 1 0 0 0,-60-10 0 0 0,-88-6-466 0 0,176 28 295 0 0,-831-58-1581 0 0,-3 96 1811 0 0,358 6-14 0 0,-530 51-1581 0 0,3 25 622 0 0,332-35 1309 0 0,505-62-518 0 0,-174 27-1028 0 0,224-28 274 0 0,-27 6 295 0 0,129-19 653 0 0,0 0 0 0 0,1 1 0 0 0,-41 20 0 0 0,65-27-179 0 0,1-1 0 0 0,-1 1 0 0 0,0 0 0 0 0,1 0 0 0 0,-1 0 0 0 0,1 0 0 0 0,0 0 0 0 0,-1 1 0 0 0,1-1 0 0 0,0 0 0 0 0,0 0 0 0 0,0 1 0 0 0,-2 1 0 0 0,3-2-23 0 0,0 0 1 0 0,0-1-1 0 0,0 1 0 0 0,-1-1 1 0 0,1 1-1 0 0,0-1 0 0 0,0 1 1 0 0,0 0-1 0 0,0-1 0 0 0,0 1 1 0 0,0-1-1 0 0,0 1 0 0 0,1 0 1 0 0,-1-1-1 0 0,0 1 0 0 0,0-1 1 0 0,0 1-1 0 0,1-1 0 0 0,-1 1 1 0 0,0 0-1 0 0,0-1 0 0 0,1 1 1 0 0,-1-1-1 0 0,0 0 0 0 0,2 2 1 0 0,0 0-51 0 0,1-1 0 0 0,-1 1-1 0 0,1 0 1 0 0,-1-1 0 0 0,1 1 0 0 0,0-1 0 0 0,0 0 0 0 0,0 0 0 0 0,0 0-1 0 0,0 0 1 0 0,0-1 0 0 0,0 1 0 0 0,4-1 0 0 0,58 1-609 0 0,85-9 0 0 0,-28 0 583 0 0,1159-55-767 0 0,-224 1 327 0 0,-947 56 579 0 0,1230-12 1706 0 0,-529 17-960 0 0,851-55-911 0 0,-362 27-952 0 0,-608 22 1408 0 0,-497 4 64 0 0,509-23 1045 0 0,-647 21-790 0 0,0-2-1 0 0,111-28 1 0 0,-163 33-558 0 0,0 0 0 0 0,0 0 0 0 0,0 0 1 0 0,0-1-1 0 0,0 1 0 0 0,4-5 1 0 0,-8 7-100 0 0,0-1 0 0 0,0 1 0 0 0,-1-1 1 0 0,1 1-1 0 0,0-1 0 0 0,-1 0 0 0 0,1 1 0 0 0,-1-1 1 0 0,1 0-1 0 0,-1 0 0 0 0,1 1 0 0 0,-1-1 0 0 0,0 0 1 0 0,1 0-1 0 0,-1 0 0 0 0,0 0 0 0 0,1 0 0 0 0,-1 1 1 0 0,0-1-1 0 0,0 0 0 0 0,0 0 0 0 0,0 0 0 0 0,0 0 1 0 0,0 0-1 0 0,0 0 0 0 0,0 0 0 0 0,0 1 0 0 0,-1-1 1 0 0,1 0-1 0 0,0 0 0 0 0,0 0 0 0 0,-1 0 0 0 0,1 0 1 0 0,-1 1-1 0 0,1-1 0 0 0,-1 0 0 0 0,1 0 0 0 0,-1 1 1 0 0,1-1-1 0 0,-1 0 0 0 0,1 1 0 0 0,-1-1 0 0 0,0 1 1 0 0,-1-2-1 0 0,-7-6-78 0 0,-1 1-1 0 0,-1 0 1 0 0,1 1 0 0 0,-1 0-1 0 0,0 0 1 0 0,0 1 0 0 0,-1 1-1 0 0,-22-6 1 0 0,-100-15-773 0 0,12 12-195 0 0,-178 2 0 0 0,-127 30 436 0 0,271-10 572 0 0,-77 3-32 0 0,-998 56-901 0 0,-155 86 1753 0 0,1354-150-816 0 0,-158 23-753 0 0,-196 53 0 0 0,380-78 713 0 0,1-1-1 0 0,0 1 1 0 0,0 0-1 0 0,0 0 1 0 0,-7 5-1 0 0,12-7 52 0 0,-1 0 0 0 0,1 0 0 0 0,-1 1 0 0 0,1-1 0 0 0,-1 1 0 0 0,1-1 0 0 0,0 0 0 0 0,-1 1 0 0 0,1-1 0 0 0,0 1 0 0 0,-1-1 0 0 0,1 1 0 0 0,0-1 0 0 0,0 1 0 0 0,-1-1 0 0 0,1 1 0 0 0,0-1 0 0 0,0 1 0 0 0,0-1 0 0 0,0 1 0 0 0,0-1 0 0 0,0 1 0 0 0,0-1 0 0 0,0 2 0 0 0,0-1-3 0 0,1 0-1 0 0,-1 0 1 0 0,1 0-1 0 0,-1 0 1 0 0,1 0 0 0 0,0 0-1 0 0,0 0 1 0 0,0-1-1 0 0,-1 1 1 0 0,1 0 0 0 0,0 0-1 0 0,0-1 1 0 0,0 1 0 0 0,0 0-1 0 0,0-1 1 0 0,2 2-1 0 0,8 2-45 0 0,-1 1-1 0 0,1-2 1 0 0,0 1-1 0 0,0-1 1 0 0,0-1-1 0 0,0 0 0 0 0,17 0 1 0 0,84-1-498 0 0,-98-2 475 0 0,595-52 291 0 0,-354 25 457 0 0,1 0 100 0 0,148-13 423 0 0,-377 39-1097 0 0,1214-87 2253 0 0,517 45-850 0 0,-1272 44-1181 0 0,841 14-298 0 0,381-13-1674 0 0,-1354-9 1494 0 0,619-38 630 0 0,-951 44-496 0 0,6 0-11 0 0,1-2 1 0 0,-1-1-1 0 0,39-11 1 0 0,-67 16 42 0 0,0 0-1 0 0,0 0 1 0 0,0 0-1 0 0,0 0 1 0 0,0 0 0 0 0,0 0-1 0 0,0 0 1 0 0,1 0-1 0 0,-1 0 1 0 0,0 0-1 0 0,0 0 1 0 0,0 0 0 0 0,0 0-1 0 0,0 0 1 0 0,0 0-1 0 0,0 0 1 0 0,0 0-1 0 0,0 0 1 0 0,1 0 0 0 0,-1-1-1 0 0,0 1 1 0 0,0 0-1 0 0,0 0 1 0 0,0 0 0 0 0,0 0-1 0 0,0 0 1 0 0,0 0-1 0 0,0 0 1 0 0,0 0-1 0 0,0 0 1 0 0,0 0 0 0 0,0 0-1 0 0,0-1 1 0 0,0 1-1 0 0,1 0 1 0 0,-1 0 0 0 0,0 0-1 0 0,0 0 1 0 0,0 0-1 0 0,0 0 1 0 0,0 0-1 0 0,0 0 1 0 0,0 0 0 0 0,0-1-1 0 0,0 1 1 0 0,0 0-1 0 0,0 0 1 0 0,0 0 0 0 0,0 0-1 0 0,0 0 1 0 0,0 0-1 0 0,-1 0 1 0 0,1 0-1 0 0,0-1 1 0 0,0 1 0 0 0,0 0-1 0 0,0 0 1 0 0,0 0-1 0 0,0 0 1 0 0,0 0-1 0 0,0 0 1 0 0,0 0 0 0 0,0 0-1 0 0,-10-4 31 0 0,-14 0-90 0 0,-248-1-465 0 0,155 7 512 0 0,-755 36 1823 0 0,-143-2-1523 0 0,407-56-586 0 0,-145-3-46 0 0,-430 23 1554 0 0,5 79 0 0 0,798-19-1750 0 0,132-2-2957 0 0,222-48 1889 0 0,33 8-859 0 0,43 2 1664 0 0,0-2 0 0 0,1-1 0 0 0,69 11 0 0 0,-105-25 560 0 0,69 15-2605 0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54.202"/>
    </inkml:context>
    <inkml:brush xml:id="br0">
      <inkml:brushProperty name="width" value="0.3" units="cm"/>
      <inkml:brushProperty name="height" value="0.6" units="cm"/>
      <inkml:brushProperty name="color" value="#FF2500"/>
      <inkml:brushProperty name="tip" value="rectangle"/>
      <inkml:brushProperty name="rasterOp" value="maskPen"/>
    </inkml:brush>
  </inkml:definitions>
  <inkml:trace contextRef="#ctx0" brushRef="#br0">10092 578 2761 0 0,'79'-7'433'0'0,"110"-26"1"0"0,-104 17-285 0 0,689-157 6047 0 0,-764 170-6002 0 0,8-2 555 0 0,-1-1 0 0 0,1 0 0 0 0,23-13 0 0 0,-40 19-683 0 0,0 0 0 0 0,-1-1 1 0 0,1 1-1 0 0,0 0 0 0 0,-1-1 0 0 0,1 1 1 0 0,0 0-1 0 0,-1-1 0 0 0,1 1 0 0 0,-1-1 1 0 0,1 1-1 0 0,-1-1 0 0 0,1 0 0 0 0,-1 1 1 0 0,1-1-1 0 0,-1 1 0 0 0,1-1 0 0 0,-1 0 1 0 0,0 1-1 0 0,0-1 0 0 0,1 0 0 0 0,-1 0 1 0 0,0 1-1 0 0,0-1 0 0 0,0 0 0 0 0,0 0 1 0 0,1 1-1 0 0,-1-1 0 0 0,-1-1 0 0 0,1 1 13 0 0,-1-1 0 0 0,1 1-1 0 0,-1 0 1 0 0,0-1-1 0 0,0 1 1 0 0,0 0 0 0 0,0 0-1 0 0,0 0 1 0 0,0 0-1 0 0,0 0 1 0 0,0 0-1 0 0,0 0 1 0 0,-3-1 0 0 0,-46-22 488 0 0,48 23-568 0 0,-62-22-104 0 0,-2 4 1 0 0,-107-18-1 0 0,-139-2-1267 0 0,280 36 1210 0 0,-1005-75-2115 0 0,-2 37 2318 0 0,756 31 14 0 0,-1168 14 3329 0 0,2 66-4867 0 0,1403-68 1316 0 0,-1415 97-4193 0 0,488-19 5432 0 0,427-40 1999 0 0,-89 8-646 0 0,178-26-2011 0 0,338-19-362 0 0,-354 28-1453 0 0,11 15-2599 0 0,366-42 2898 0 0,84-4 1082 0 0,1-1-1 0 0,-1 0 1 0 0,1-1 0 0 0,0 0-1 0 0,-1-1 1 0 0,-12-5-1 0 0,24 8 33 0 0,-1 0 0 0 0,1 0 0 0 0,0-1 0 0 0,0 1 0 0 0,0 0 0 0 0,0 0 0 0 0,0 0-1 0 0,0 0 1 0 0,0 0 0 0 0,0 0 0 0 0,0 0 0 0 0,0-1 0 0 0,0 1 0 0 0,0 0 0 0 0,0 0 0 0 0,0 0 0 0 0,0 0 0 0 0,0 0-1 0 0,0 0 1 0 0,0-1 0 0 0,0 1 0 0 0,0 0 0 0 0,0 0 0 0 0,0 0 0 0 0,0 0 0 0 0,0 0 0 0 0,1 0 0 0 0,-1 0-1 0 0,0-1 1 0 0,0 1 0 0 0,0 0 0 0 0,0 0 0 0 0,0 0 0 0 0,0 0 0 0 0,0 0 0 0 0,0 0 0 0 0,0 0 0 0 0,1 0 0 0 0,-1 0-1 0 0,0 0 1 0 0,0 0 0 0 0,0 0 0 0 0,0 0 0 0 0,0 0 0 0 0,0 0 0 0 0,0-1 0 0 0,1 1 0 0 0,-1 0 0 0 0,0 0-1 0 0,0 0 1 0 0,0 0 0 0 0,0 0 0 0 0,0 0 0 0 0,0 1 0 0 0,1-1 0 0 0,-1 0 0 0 0,0 0 0 0 0,0 0 0 0 0,0 0 0 0 0,0 0-1 0 0,0 0 1 0 0,0 0 0 0 0,0 0 0 0 0,1 0 0 0 0,18-4 371 0 0,23-3-201 0 0,48-6-2234 0 0,241-27-5192 0 0,-263 33 6966 0 0,1-3 1 0 0,74-22 0 0 0,-59 8 1541 0 0,103-45 0 0 0,-181 66-1127 0 0,70-33 1250 0 0,-68 33-1008 0 0,-2-1 0 0 0,1-1 1 0 0,0 1-1 0 0,-1-1 0 0 0,0-1 0 0 0,0 1 1 0 0,11-27 3878 0 0,-18 31-4158 0 0,-16-6 1834 0 0,-23 3 42 0 0,40 4-1963 0 0,-66 1 711 0 0,1 3 0 0 0,-1 2-1 0 0,-111 28 1 0 0,128-20-2379 0 0,-71 29-1 0 0,81-26 179 0 0,-1-3-1 0 0,-81 19 1 0 0,181-42 342 0 0,22-4-261 0 0,87-24 0 0 0,-50 0 1514 0 0,246-62-5184 0 0,-219 75 7592 0 0,2 6 0 0 0,-1 6 1 0 0,185 10-1 0 0,-320 2-2238 0 0,-6 0-89 0 0,-1 0 0 0 0,1 0 0 0 0,-1 0 0 0 0,1 0 0 0 0,0 1 0 0 0,-1 0-1 0 0,0 0 1 0 0,1 1 0 0 0,-1 0 0 0 0,0 0 0 0 0,0 0 0 0 0,10 6 0 0 0,-15-8-181 0 0,0 0 0 0 0,0 1 0 0 0,1-1 0 0 0,-1 0 0 0 0,0 1 0 0 0,0-1 0 0 0,0 1 0 0 0,0-1 0 0 0,0 0 0 0 0,0 1 0 0 0,0-1 0 0 0,0 0 0 0 0,0 1 0 0 0,0-1 0 0 0,0 1 0 0 0,0-1 0 0 0,0 0 0 0 0,0 1 0 0 0,0-1 0 0 0,0 1 0 0 0,0-1 0 0 0,-1 0 0 0 0,1 1 0 0 0,0-1 1 0 0,0 0-1 0 0,0 1 0 0 0,-1-1 0 0 0,1 0 0 0 0,0 1 0 0 0,0-1 0 0 0,-1 0 0 0 0,1 0 0 0 0,0 1 0 0 0,-1-1 0 0 0,1 0 0 0 0,0 0 0 0 0,-1 1 0 0 0,1-1 0 0 0,-1 0 0 0 0,-17 11-208 0 0,15-9 159 0 0,-42 21-4667 0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54.298"/>
    </inkml:context>
    <inkml:brush xml:id="br0">
      <inkml:brushProperty name="width" value="0.3" units="cm"/>
      <inkml:brushProperty name="height" value="0.6" units="cm"/>
      <inkml:brushProperty name="color" value="#FF2500"/>
      <inkml:brushProperty name="tip" value="rectangle"/>
      <inkml:brushProperty name="rasterOp" value="maskPen"/>
    </inkml:brush>
  </inkml:definitions>
  <inkml:trace contextRef="#ctx0" brushRef="#br0">0 1 10370 0 0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1:59.560"/>
    </inkml:context>
    <inkml:brush xml:id="br0">
      <inkml:brushProperty name="width" value="0.1" units="cm"/>
      <inkml:brushProperty name="height" value="0.1" units="cm"/>
      <inkml:brushProperty name="color" value="#FF0066"/>
    </inkml:brush>
  </inkml:definitions>
  <inkml:trace contextRef="#ctx0" brushRef="#br0">0 14 4625 0 0,'0'-1'0'0'0,"2"-1"0"0"0,-1 1 0 0 0,1 1 0 0 0,-1 0 0 0 0,0-2 0 0 0,2 0 0 0 0,0-4 0 0 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10.975"/>
    </inkml:context>
    <inkml:brush xml:id="br0">
      <inkml:brushProperty name="width" value="0.1" units="cm"/>
      <inkml:brushProperty name="height" value="0.1" units="cm"/>
      <inkml:brushProperty name="color" value="#FF0066"/>
    </inkml:brush>
  </inkml:definitions>
  <inkml:trace contextRef="#ctx0" brushRef="#br0">261 40 1840 0 0,'-21'2'860'0'0,"1"-1"-1"0"0,-1-1 0 0 0,1 0 0 0 0,-1-2 1 0 0,1-1-1 0 0,-1 0 0 0 0,1-1 0 0 0,0-1 1 0 0,-38-15-1 0 0,39 15 1816 0 0,29 8-2304 0 0,21 5-110 0 0,1-1 0 0 0,0-2 1 0 0,32 2-1 0 0,100-3 323 0 0,-106-4-402 0 0,427 0 121 0 0,-282-6-405 0 0,35 0-71 0 0,415 27 10 0 0,204-16 229 0 0,-567-9 398 0 0,489-5-119 0 0,502 16-1904 0 0,-100 22-127 0 0,-850-28 1830 0 0,-190 1-3692 0 0,-96-2-480 0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1.043"/>
    </inkml:context>
    <inkml:brush xml:id="br0">
      <inkml:brushProperty name="width" value="0.1" units="cm"/>
      <inkml:brushProperty name="height" value="0.1" units="cm"/>
      <inkml:brushProperty name="color" value="#FF0066"/>
    </inkml:brush>
  </inkml:definitions>
  <inkml:trace contextRef="#ctx0" brushRef="#br0">0 0 10138 0 0,'3'6'5185'0'0,"11"22"-3110"0"0,2 44-7 0 0,9 103-1 0 0,2 6-1743 0 0,-21-148-676 0 0,3 0 0 0 0,0-1 0 0 0,20 43 1 0 0,-6-34-2942 0 0,-10-26-3062 0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1.392"/>
    </inkml:context>
    <inkml:brush xml:id="br0">
      <inkml:brushProperty name="width" value="0.1" units="cm"/>
      <inkml:brushProperty name="height" value="0.1" units="cm"/>
      <inkml:brushProperty name="color" value="#FF0066"/>
    </inkml:brush>
  </inkml:definitions>
  <inkml:trace contextRef="#ctx0" brushRef="#br0">16 15 9674 0 0,'-7'3'9504'0'0,"7"-4"-9348"0"0,-5 29 1819 0 0,2 39-2337 0 0,3-53 398 0 0,1-1 1 0 0,1 0-1 0 0,0 0 0 0 0,1 0 1 0 0,0-1-1 0 0,1 1 0 0 0,0-1 0 0 0,1 1 1 0 0,0-1-1 0 0,1-1 0 0 0,0 1 1 0 0,14 17-1 0 0,-16-23-26 0 0,1-1 1 0 0,-1 0-1 0 0,1 0 1 0 0,0 0-1 0 0,0-1 0 0 0,0 0 1 0 0,0 0-1 0 0,1 0 1 0 0,0-1-1 0 0,0 0 1 0 0,0 0-1 0 0,0 0 1 0 0,0-1-1 0 0,1 1 0 0 0,-1-2 1 0 0,1 1-1 0 0,-1-1 1 0 0,1 0-1 0 0,0 0 1 0 0,-1-1-1 0 0,1 0 0 0 0,0 0 1 0 0,-1 0-1 0 0,1-1 1 0 0,0 0-1 0 0,10-3 1 0 0,-12 2-2 0 0,0 0 1 0 0,0 0-1 0 0,0 0 1 0 0,0 0-1 0 0,0-1 1 0 0,0 0-1 0 0,-1 0 1 0 0,1 0-1 0 0,-1-1 1 0 0,0 1-1 0 0,0-1 1 0 0,0 0-1 0 0,-1 0 1 0 0,1-1-1 0 0,-1 1 1 0 0,0-1-1 0 0,0 0 1 0 0,-1 1-1 0 0,1-1 1 0 0,-1 0-1 0 0,0-1 1 0 0,-1 1-1 0 0,1 0 1 0 0,-1 0-1 0 0,0-1 1 0 0,1-7-1 0 0,-2 4 8 0 0,1 0-1 0 0,-1 1 0 0 0,-1-1 0 0 0,0 0 1 0 0,0 1-1 0 0,0-1 0 0 0,-1 1 1 0 0,-1-1-1 0 0,1 1 0 0 0,-1 0 0 0 0,-1 0 1 0 0,0 0-1 0 0,0 0 0 0 0,0 1 1 0 0,-1 0-1 0 0,-5-7 0 0 0,3 5-69 0 0,-1 1 0 0 0,0 1 0 0 0,0-1 0 0 0,-1 2 0 0 0,0-1 0 0 0,0 1 0 0 0,0 0 0 0 0,-1 1 0 0 0,0 0 0 0 0,0 1 0 0 0,0 0 0 0 0,-1 0 0 0 0,1 1 0 0 0,-1 0 0 0 0,0 1 0 0 0,-18-1 0 0 0,10 4-1012 0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2.296"/>
    </inkml:context>
    <inkml:brush xml:id="br0">
      <inkml:brushProperty name="width" value="0.1" units="cm"/>
      <inkml:brushProperty name="height" value="0.1" units="cm"/>
      <inkml:brushProperty name="color" value="#FF0066"/>
    </inkml:brush>
  </inkml:definitions>
  <inkml:trace contextRef="#ctx0" brushRef="#br0">37 44 3681 0 0,'-7'-21'12373'0'0,"4"30"-10913"0"0,-7 44-386 0 0,5-33-995 0 0,1-1 0 0 0,0 1 1 0 0,2 1-1 0 0,0 37 1 0 0,3-52-102 0 0,-1-1 0 0 0,1 1 1 0 0,0-1-1 0 0,1 0 0 0 0,-1 1 1 0 0,1-1-1 0 0,0 0 0 0 0,1 0 1 0 0,-1 0-1 0 0,1 0 0 0 0,0-1 1 0 0,0 1-1 0 0,0-1 0 0 0,1 0 1 0 0,-1 0-1 0 0,1 0 1 0 0,0 0-1 0 0,1 0 0 0 0,-1-1 1 0 0,0 0-1 0 0,1 0 0 0 0,9 5 1 0 0,-7-5 39 0 0,-1 0 1 0 0,0 0-1 0 0,1-1 1 0 0,0 0-1 0 0,0 0 0 0 0,0-1 1 0 0,-1 0-1 0 0,1 0 1 0 0,0-1-1 0 0,1 1 1 0 0,10-2-1 0 0,-15 0 7 0 0,0 1-1 0 0,0-1 1 0 0,1 0-1 0 0,-1 0 1 0 0,0 0 0 0 0,0 0-1 0 0,0-1 1 0 0,0 1-1 0 0,0-1 1 0 0,-1 0-1 0 0,1 0 1 0 0,0 0-1 0 0,-1 0 1 0 0,1 0-1 0 0,-1-1 1 0 0,0 1-1 0 0,0-1 1 0 0,0 1 0 0 0,0-1-1 0 0,0 0 1 0 0,-1 0-1 0 0,1 0 1 0 0,-1 0-1 0 0,0 0 1 0 0,0 0-1 0 0,1-4 1 0 0,9-51 241 0 0,-9 43-226 0 0,1 1 0 0 0,-1 1 0 0 0,2-1-1 0 0,9-25 1 0 0,-3 95-192 0 0,-9-51 186 0 0,0 0 0 0 0,0-1 0 0 0,1 1 0 0 0,0-1 0 0 0,0 0 0 0 0,0 1 0 0 0,0-1 0 0 0,1 0 0 0 0,0 0 0 0 0,0-1 0 0 0,0 1 0 0 0,0 0 0 0 0,0-1 0 0 0,1 0 0 0 0,5 5 0 0 0,-7-7-15 0 0,0 0 0 0 0,0 0-1 0 0,0 0 1 0 0,0-1 0 0 0,0 1-1 0 0,0 0 1 0 0,0-1 0 0 0,0 1-1 0 0,1-1 1 0 0,-1 0 0 0 0,0 0-1 0 0,0 0 1 0 0,0 0 0 0 0,1 0-1 0 0,-1 0 1 0 0,0 0 0 0 0,0-1-1 0 0,0 1 1 0 0,0-1 0 0 0,0 0-1 0 0,0 1 1 0 0,0-1 0 0 0,0 0-1 0 0,0 0 1 0 0,0 0 0 0 0,0-1-1 0 0,0 1 1 0 0,-1 0 0 0 0,1-1-1 0 0,0 1 1 0 0,-1-1 0 0 0,1 1-1 0 0,-1-1 1 0 0,0 0 0 0 0,2-3-1 0 0,0 1 79 0 0,0-1-1 0 0,0 0 0 0 0,0 0 0 0 0,-1 0 0 0 0,0 0 1 0 0,0 0-1 0 0,0-1 0 0 0,-1 1 0 0 0,1-1 0 0 0,-2 1 0 0 0,1-1 1 0 0,0 1-1 0 0,-1-1 0 0 0,0 1 0 0 0,0-1 0 0 0,-2-6 1 0 0,-2-9-367 0 0,0 0 1 0 0,-15-39 0 0 0,4 16-2984 0 0,36 71-5436 0 0,-15-18 8689 0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2.599"/>
    </inkml:context>
    <inkml:brush xml:id="br0">
      <inkml:brushProperty name="width" value="0.1" units="cm"/>
      <inkml:brushProperty name="height" value="0.1" units="cm"/>
      <inkml:brushProperty name="color" value="#FF0066"/>
    </inkml:brush>
  </inkml:definitions>
  <inkml:trace contextRef="#ctx0" brushRef="#br0">0 287 1840 0 0,'4'1'392'0'0,"0"-1"-1"0"0,-1 0 1 0 0,1 0 0 0 0,0 0-1 0 0,0 0 1 0 0,0 0-1 0 0,-1-1 1 0 0,1 0-1 0 0,0 0 1 0 0,-1 0-1 0 0,1 0 1 0 0,-1 0-1 0 0,4-3 1 0 0,45-23 3741 0 0,-50 26-4014 0 0,9-6 676 0 0,1 0 0 0 0,-2-2 0 0 0,1 1 0 0 0,-1-1 0 0 0,0 0 0 0 0,-1-1 0 0 0,13-18-1 0 0,-18 23-583 0 0,-1 1-1 0 0,0-1 0 0 0,0-1 1 0 0,0 1-1 0 0,-1 0 0 0 0,1-1 0 0 0,-1 1 1 0 0,-1-1-1 0 0,1 0 0 0 0,-1 0 1 0 0,0 0-1 0 0,0 1 0 0 0,-1-1 1 0 0,1 0-1 0 0,-2 0 0 0 0,1 0 0 0 0,0 0 1 0 0,-1 0-1 0 0,-3-9 0 0 0,4 13-207 0 0,-1-1-1 0 0,1 1 1 0 0,-1 0-1 0 0,0 0 1 0 0,0 0 0 0 0,0 0-1 0 0,0 0 1 0 0,0 0-1 0 0,0 1 1 0 0,-1-1-1 0 0,1 0 1 0 0,-1 0-1 0 0,1 1 1 0 0,-1-1-1 0 0,0 1 1 0 0,1-1-1 0 0,-1 1 1 0 0,0 0-1 0 0,0 0 1 0 0,0 0-1 0 0,0 0 1 0 0,0 0-1 0 0,0 0 1 0 0,0 1-1 0 0,0-1 1 0 0,0 0-1 0 0,-1 1 1 0 0,1 0-1 0 0,0 0 1 0 0,0-1-1 0 0,0 1 1 0 0,-1 0-1 0 0,1 1 1 0 0,0-1 0 0 0,0 0-1 0 0,0 1 1 0 0,-1-1-1 0 0,-2 2 1 0 0,-1 0-65 0 0,1 1 1 0 0,0-1 0 0 0,-1 1 0 0 0,1 0-1 0 0,0 0 1 0 0,0 1 0 0 0,1-1 0 0 0,-1 1 0 0 0,1 0-1 0 0,0 1 1 0 0,0-1 0 0 0,0 1 0 0 0,-4 5 0 0 0,5-4 20 0 0,0-1 0 0 0,1 1 0 0 0,-1 0 1 0 0,1 0-1 0 0,0 0 0 0 0,1 0 0 0 0,-1 0 1 0 0,1 1-1 0 0,0-1 0 0 0,1 0 0 0 0,0 1 1 0 0,0-1-1 0 0,0 0 0 0 0,0 1 1 0 0,1-1-1 0 0,0 0 0 0 0,1 0 0 0 0,0 0 1 0 0,-1 0-1 0 0,2 0 0 0 0,-1 0 0 0 0,1 0 1 0 0,5 8-1 0 0,-2-5-369 0 0,0 0 0 0 0,1 0 0 0 0,0 0 0 0 0,1-1 0 0 0,0 0 0 0 0,0-1 0 0 0,1 0 1 0 0,-1 0-1 0 0,1-1 0 0 0,1 0 0 0 0,0 0 0 0 0,18 7 0 0 0,-13-7-845 0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2.905"/>
    </inkml:context>
    <inkml:brush xml:id="br0">
      <inkml:brushProperty name="width" value="0.1" units="cm"/>
      <inkml:brushProperty name="height" value="0.1" units="cm"/>
      <inkml:brushProperty name="color" value="#FF0066"/>
    </inkml:brush>
  </inkml:definitions>
  <inkml:trace contextRef="#ctx0" brushRef="#br0">1 159 3681 0 0,'25'-6'4444'0'0,"28"0"-1036"0"0,-46 6-3116 0 0,-1 0-1 0 0,1 1 1 0 0,0 0 0 0 0,0 0-1 0 0,-1 0 1 0 0,1 1 0 0 0,0 0-1 0 0,-1 0 1 0 0,0 1 0 0 0,1 0-1 0 0,-1 0 1 0 0,0 0-1 0 0,-1 1 1 0 0,1 0 0 0 0,-1 0-1 0 0,1 0 1 0 0,-1 1 0 0 0,0 0-1 0 0,-1 0 1 0 0,5 6 0 0 0,4 8 209 0 0,-1 0 1 0 0,-1 1-1 0 0,-1 1 1 0 0,11 34-1 0 0,-16-43-334 0 0,1 13 492 0 0,-7-18 158 0 0,-7-16-91 0 0,4 2-644 0 0,1 0-1 0 0,-1-1 0 0 0,2 1 1 0 0,-1-1-1 0 0,1 0 1 0 0,0 1-1 0 0,1-1 0 0 0,0 0 1 0 0,0 0-1 0 0,1 0 1 0 0,0 0-1 0 0,1-13 0 0 0,2-3-155 0 0,1 0 0 0 0,13-42 0 0 0,-13 51-425 0 0,1 0-1 0 0,1 0 0 0 0,1 1 0 0 0,0 0 0 0 0,0 1 1 0 0,2 0-1 0 0,17-22 0 0 0,-9 17-6589 0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3.980"/>
    </inkml:context>
    <inkml:brush xml:id="br0">
      <inkml:brushProperty name="width" value="0.1" units="cm"/>
      <inkml:brushProperty name="height" value="0.1" units="cm"/>
      <inkml:brushProperty name="color" value="#FF0066"/>
    </inkml:brush>
  </inkml:definitions>
  <inkml:trace contextRef="#ctx0" brushRef="#br0">5 195 8290 0 0,'0'-1'184'0'0,"-1"1"0"0"0,1-1 1 0 0,-1 0-1 0 0,1 1 0 0 0,0-1 1 0 0,-1 0-1 0 0,1 1 0 0 0,0-1 1 0 0,0 0-1 0 0,-1 0 1 0 0,1 1-1 0 0,0-1 0 0 0,0 0 1 0 0,0 0-1 0 0,0 1 0 0 0,0-1 1 0 0,0 0-1 0 0,0 0 0 0 0,0 0 1 0 0,0 1-1 0 0,1-1 0 0 0,-1 0 1 0 0,0 0-1 0 0,0 1 0 0 0,1-1 1 0 0,-1 0-1 0 0,0 0 0 0 0,1 1 1 0 0,-1-1-1 0 0,1 1 0 0 0,-1-1 1 0 0,1 0-1 0 0,-1 1 0 0 0,1-1 1 0 0,-1 1-1 0 0,2-2 0 0 0,-1 2-64 0 0,0-1 0 0 0,-1 0 0 0 0,1 1 0 0 0,0-1 0 0 0,0 0 0 0 0,0 1 0 0 0,0-1 0 0 0,0 1 0 0 0,0 0 0 0 0,0-1 0 0 0,0 1 0 0 0,0 0 0 0 0,0-1 0 0 0,1 1 1 0 0,-1 0-1 0 0,0 0 0 0 0,0 0 0 0 0,0 0 0 0 0,0 0 0 0 0,0 0 0 0 0,0 0 0 0 0,0 1 0 0 0,0-1 0 0 0,0 0 0 0 0,0 1 0 0 0,0-1 0 0 0,0 0 0 0 0,0 1 0 0 0,2 0 0 0 0,6 7 134 0 0,-1 1-1 0 0,0-1 1 0 0,-1 1 0 0 0,0 1 0 0 0,0-1 0 0 0,-1 1 0 0 0,7 15 0 0 0,19 26-16 0 0,69 75-174 0 0,-99-122 73 0 0,-8-10 177 0 0,-12-14 276 0 0,12 7-501 0 0,1 1 1 0 0,0-1-1 0 0,1-1 1 0 0,0 1 0 0 0,1 0-1 0 0,0-1 1 0 0,2 0-1 0 0,-1 1 1 0 0,2-1 0 0 0,0 0-1 0 0,2-22 1 0 0,0 20-87 0 0,0 0 1 0 0,2 0-1 0 0,-1 0 1 0 0,2 1-1 0 0,0-1 0 0 0,1 1 1 0 0,1 0-1 0 0,0 1 1 0 0,14-22-1 0 0,-18 31-236 0 0,0 1-1 0 0,1 0 1 0 0,-1 0-1 0 0,1 0 0 0 0,0 0 1 0 0,0 1-1 0 0,0-1 1 0 0,0 1-1 0 0,0 0 1 0 0,1 0-1 0 0,-1 1 0 0 0,1 0 1 0 0,6-3-1 0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4.298"/>
    </inkml:context>
    <inkml:brush xml:id="br0">
      <inkml:brushProperty name="width" value="0.1" units="cm"/>
      <inkml:brushProperty name="height" value="0.1" units="cm"/>
      <inkml:brushProperty name="color" value="#FF0066"/>
    </inkml:brush>
  </inkml:definitions>
  <inkml:trace contextRef="#ctx0" brushRef="#br0">0 424 6913 0 0,'26'-34'4295'0'0,"20"-22"-30"0"0,-11 14-2074 0 0,33-50 0 0 0,-60 78-2183 0 0,0 0 1 0 0,0 0-1 0 0,-1 0 1 0 0,-1-1-1 0 0,-1 0 1 0 0,0 0-1 0 0,-1-1 0 0 0,3-20 1 0 0,-6 34-95 0 0,-1 1 1 0 0,0-1-1 0 0,1 0 0 0 0,-1 0 1 0 0,0 1-1 0 0,0-1 0 0 0,0 0 1 0 0,0 0-1 0 0,0 1 0 0 0,-1-1 1 0 0,1 0-1 0 0,-1 0 0 0 0,1 1 1 0 0,-1-1-1 0 0,1 0 0 0 0,-1 1 1 0 0,0-1-1 0 0,0 1 0 0 0,0-1 1 0 0,0 1-1 0 0,0-1 0 0 0,0 1 1 0 0,0 0-1 0 0,0-1 0 0 0,-1 1 1 0 0,1 0-1 0 0,-3-2 0 0 0,2 3-18 0 0,0 0 0 0 0,1-1-1 0 0,-1 1 1 0 0,0 0 0 0 0,0 0-1 0 0,0 0 1 0 0,0 1 0 0 0,1-1-1 0 0,-1 0 1 0 0,0 1 0 0 0,0-1-1 0 0,1 1 1 0 0,-1-1 0 0 0,0 1-1 0 0,1 0 1 0 0,-1 0 0 0 0,1 0-1 0 0,-1 0 1 0 0,1 0 0 0 0,-1 0-1 0 0,1 0 1 0 0,0 0 0 0 0,-1 1-1 0 0,1-1 1 0 0,0 0 0 0 0,0 1-1 0 0,-1 1 1 0 0,-7 10-16 0 0,0 0 0 0 0,1 0 0 0 0,1 1 0 0 0,0 0 0 0 0,1 0 0 0 0,0 1 0 0 0,1 0 0 0 0,1 0 1 0 0,0 0-1 0 0,-1 18 0 0 0,3-22 198 0 0,1 0 0 0 0,0 0 0 0 0,1 1 1 0 0,0-1-1 0 0,1 0 0 0 0,0 0 1 0 0,1 0-1 0 0,0 0 0 0 0,0 0 0 0 0,2 0 1 0 0,-1 0-1 0 0,1-1 0 0 0,1 0 0 0 0,10 19 1 0 0,-11-24-728 0 0,0-1 0 0 0,0 1 0 0 0,0 0 1 0 0,1-1-1 0 0,7 6 0 0 0,9 4-3891 0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4.791"/>
    </inkml:context>
    <inkml:brush xml:id="br0">
      <inkml:brushProperty name="width" value="0.1" units="cm"/>
      <inkml:brushProperty name="height" value="0.1" units="cm"/>
      <inkml:brushProperty name="color" value="#FF0066"/>
    </inkml:brush>
  </inkml:definitions>
  <inkml:trace contextRef="#ctx0" brushRef="#br0">49 113 7834 0 0,'1'-32'1164'0'0,"0"23"72"0"0,0 1 0 0 0,-1-1 1 0 0,0 1-1 0 0,0-1 0 0 0,-1 1 0 0 0,-1-1 1 0 0,-6-11 2407 0 0,8 19-3605 0 0,0 1 0 0 0,0 0 0 0 0,0 0 0 0 0,-5 14 622 0 0,0 17-539 0 0,-22 274 414 0 0,24-216-483 0 0,11 128 0 0 0,-5-191-1 0 0,1 0 0 0 0,2-1 0 0 0,0 1 0 0 0,10 24 0 0 0,-9-33-535 0 0,1 0 1 0 0,11 19 0 0 0,-11-24-1006 0 0,1 0 0 0 0,-1-1 0 0 0,15 14 0 0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4.979"/>
    </inkml:context>
    <inkml:brush xml:id="br0">
      <inkml:brushProperty name="width" value="0.1" units="cm"/>
      <inkml:brushProperty name="height" value="0.1" units="cm"/>
      <inkml:brushProperty name="color" value="#FF0066"/>
    </inkml:brush>
  </inkml:definitions>
  <inkml:trace contextRef="#ctx0" brushRef="#br0">12 236 4609 0 0,'-1'-1'44'0'0,"0"-1"0"0"0,-1 1-1 0 0,1-1 1 0 0,0 0 0 0 0,0 1 0 0 0,0-1 0 0 0,1 0 0 0 0,-1 0-1 0 0,0 1 1 0 0,1-1 0 0 0,-1 0 0 0 0,1 0 0 0 0,0 0-1 0 0,-1 0 1 0 0,1 0 0 0 0,0 0 0 0 0,0 0 0 0 0,0 0-1 0 0,0 0 1 0 0,1 0 0 0 0,0-3 0 0 0,1 0 327 0 0,1 0 1 0 0,0 0-1 0 0,0 0 1 0 0,0 1-1 0 0,1-1 0 0 0,5-5 1 0 0,-4 4-54 0 0,6-6 483 0 0,1 0-1 0 0,0 0 0 0 0,1 1 1 0 0,27-17-1 0 0,-23 18-642 0 0,1 0-1 0 0,0 1 1 0 0,35-11-1 0 0,-31 14-291 0 0,-1 1-1 0 0,1 0 1 0 0,0 2-1 0 0,0 1 0 0 0,0 0 1 0 0,0 2-1 0 0,0 0 0 0 0,35 6 1 0 0,-34-2 134 0 0,-1-2-53 0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5.242"/>
    </inkml:context>
    <inkml:brush xml:id="br0">
      <inkml:brushProperty name="width" value="0.1" units="cm"/>
      <inkml:brushProperty name="height" value="0.1" units="cm"/>
      <inkml:brushProperty name="color" value="#FF0066"/>
    </inkml:brush>
  </inkml:definitions>
  <inkml:trace contextRef="#ctx0" brushRef="#br0">10 107 7426 0 0,'-1'0'27'0'0,"1"0"0"0"0,-1 0 1 0 0,0-1-1 0 0,1 1 1 0 0,-1 0-1 0 0,1-1 1 0 0,-1 1-1 0 0,1-1 1 0 0,-1 1-1 0 0,1-1 1 0 0,0 1-1 0 0,-1-1 1 0 0,1 1-1 0 0,-1-1 0 0 0,1 1 1 0 0,0-1-1 0 0,0 1 1 0 0,-1-1-1 0 0,1 1 1 0 0,0-1-1 0 0,0 0 1 0 0,0 1-1 0 0,-1-1 1 0 0,1 0-1 0 0,0 1 0 0 0,0-1 1 0 0,0 1-1 0 0,0-2 1 0 0,1 2 39 0 0,0-1 1 0 0,-1 1-1 0 0,1-1 1 0 0,0 1-1 0 0,0-1 1 0 0,-1 1-1 0 0,1 0 1 0 0,0-1-1 0 0,0 1 1 0 0,0 0-1 0 0,-1 0 1 0 0,1-1-1 0 0,0 1 1 0 0,0 0-1 0 0,0 0 1 0 0,0 0-1 0 0,1 0 1 0 0,3 0 347 0 0,1 0 1 0 0,-1 1 0 0 0,1 0 0 0 0,-1 0 0 0 0,11 3 0 0 0,-12-2-110 0 0,1 1-1 0 0,-1-1 1 0 0,0 1 0 0 0,1 0 0 0 0,-1 1-1 0 0,-1-1 1 0 0,1 1 0 0 0,0 0 0 0 0,-1 0 0 0 0,6 8-1 0 0,20 48 1428 0 0,1-1-298 0 0,-35-67-1026 0 0,1-1 0 0 0,0 0 0 0 0,0 0 0 0 0,1 0 1 0 0,0 0-1 0 0,0-1 0 0 0,1 1 0 0 0,1-1 1 0 0,-1 0-1 0 0,1-15 0 0 0,1 15-684 0 0,0 0 0 0 0,1 0-1 0 0,0 0 1 0 0,1 0 0 0 0,0 1 0 0 0,0-1-1 0 0,1 1 1 0 0,0-1 0 0 0,1 1 0 0 0,9-17-1 0 0,-3 10-6953 0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5.577"/>
    </inkml:context>
    <inkml:brush xml:id="br0">
      <inkml:brushProperty name="width" value="0.1" units="cm"/>
      <inkml:brushProperty name="height" value="0.1" units="cm"/>
      <inkml:brushProperty name="color" value="#FF0066"/>
    </inkml:brush>
  </inkml:definitions>
  <inkml:trace contextRef="#ctx0" brushRef="#br0">235 26 456 0 0,'0'0'21'0'0,"1"0"0"0"0,0 0-1 0 0,-1 0 1 0 0,1 0 0 0 0,0 0-1 0 0,-1 0 1 0 0,1-1 0 0 0,0 1 0 0 0,-1 0-1 0 0,1 0 1 0 0,0-1 0 0 0,-1 1 0 0 0,1 0-1 0 0,-1-1 1 0 0,1 1 0 0 0,0 0-1 0 0,-1-1 1 0 0,1 1 0 0 0,-1-1 0 0 0,1 1-1 0 0,-1-1 1 0 0,0 1 0 0 0,1-2 0 0 0,-10-6 3295 0 0,6 6-2686 0 0,-1 0 0 0 0,0 1 0 0 0,0 0 1 0 0,0 0-1 0 0,0 0 0 0 0,0 0 0 0 0,-5 0 0 0 0,0 3-335 0 0,1-1 0 0 0,-1 1 0 0 0,0 1 0 0 0,1 0 0 0 0,0 0 0 0 0,-1 1 1 0 0,1 0-1 0 0,1 0 0 0 0,-1 1 0 0 0,0 0 0 0 0,1 0 0 0 0,0 0 0 0 0,1 1 0 0 0,-1 1 0 0 0,1-1 0 0 0,0 1 0 0 0,-5 7 0 0 0,4-5 67 0 0,0 1 0 0 0,0 0 1 0 0,1 0-1 0 0,1 0 0 0 0,-1 1 1 0 0,2 0-1 0 0,0 0 0 0 0,0 0 1 0 0,1 0-1 0 0,0 1 0 0 0,1 0 1 0 0,-2 17-1 0 0,4-27-391 0 0,0 0 0 0 0,0 0 1 0 0,0 0-1 0 0,0 0 0 0 0,0 0 0 0 0,1 0 0 0 0,-1 0 0 0 0,0 0 0 0 0,1 0 1 0 0,0 0-1 0 0,-1 0 0 0 0,1 0 0 0 0,0 0 0 0 0,0 0 0 0 0,0 0 0 0 0,0-1 1 0 0,0 1-1 0 0,1 0 0 0 0,1 1 0 0 0,-2-3-32 0 0,0 1 0 0 0,1 0-1 0 0,-1-1 1 0 0,0 1 0 0 0,1-1 0 0 0,-1 1 0 0 0,1-1-1 0 0,-1 0 1 0 0,0 0 0 0 0,1 1 0 0 0,-1-1-1 0 0,1 0 1 0 0,-1 0 0 0 0,1-1 0 0 0,-1 1 0 0 0,1 0-1 0 0,-1 0 1 0 0,1-1 0 0 0,-1 1 0 0 0,2-1-1 0 0,4-3-191 0 0,1 1 0 0 0,-1-1 0 0 0,0 0 0 0 0,0-1 0 0 0,0 0 0 0 0,-1 0 0 0 0,12-12 0 0 0,1-9-276 0 0,-17 22 583 0 0,0 0 0 0 0,1 0-1 0 0,0 0 1 0 0,0 0 0 0 0,0 0 0 0 0,0 1 0 0 0,0-1 0 0 0,1 1 0 0 0,-1 0 0 0 0,1 0-1 0 0,0 0 1 0 0,0 1 0 0 0,7-5 0 0 0,-10 7 29 0 0,1 0 1 0 0,-1 0-1 0 0,1 1 0 0 0,-1-1 1 0 0,1 0-1 0 0,-1 0 1 0 0,0 1-1 0 0,1-1 0 0 0,-1 1 1 0 0,0-1-1 0 0,1 1 0 0 0,-1 0 1 0 0,0-1-1 0 0,0 1 1 0 0,0 0-1 0 0,1 0 0 0 0,-1 0 1 0 0,0 0-1 0 0,0 0 0 0 0,0 0 1 0 0,0 0-1 0 0,-1 0 1 0 0,3 3-1 0 0,18 33-502 0 0,-16-27-583 0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5.846"/>
    </inkml:context>
    <inkml:brush xml:id="br0">
      <inkml:brushProperty name="width" value="0.1" units="cm"/>
      <inkml:brushProperty name="height" value="0.1" units="cm"/>
      <inkml:brushProperty name="color" value="#FF0066"/>
    </inkml:brush>
  </inkml:definitions>
  <inkml:trace contextRef="#ctx0" brushRef="#br0">224 6 5529 0 0,'-2'-1'245'0'0,"0"0"1"0"0,1 0-1 0 0,-1 1 0 0 0,0-1 0 0 0,0 0 1 0 0,0 1-1 0 0,0 0 0 0 0,-1-1 0 0 0,1 1 1 0 0,0 0-1 0 0,0 0 0 0 0,0 0 0 0 0,0 0 1 0 0,0 1-1 0 0,0-1 0 0 0,0 0 0 0 0,0 1 1 0 0,0 0-1 0 0,0-1 0 0 0,0 1 0 0 0,-3 2 1 0 0,-42 21 3192 0 0,36-16-3182 0 0,0 0 0 0 0,0 1 0 0 0,1 1 0 0 0,1-1-1 0 0,-1 2 1 0 0,1-1 0 0 0,1 1 0 0 0,0 0 0 0 0,1 1 0 0 0,-9 18 0 0 0,13-24-160 0 0,0 0 0 0 0,0 1 0 0 0,1-1 0 0 0,0 1 0 0 0,0 0 0 0 0,0 0 0 0 0,1-1 1 0 0,0 1-1 0 0,0 0 0 0 0,1 0 0 0 0,0 0 0 0 0,0 0 0 0 0,1 0 0 0 0,0 0 0 0 0,0 0 0 0 0,1 0 0 0 0,-1 0 1 0 0,1 0-1 0 0,1-1 0 0 0,0 1 0 0 0,-1-1 0 0 0,6 7 0 0 0,-6-9-412 0 0,1-1-1 0 0,1 0 1 0 0,-1 0 0 0 0,0 0-1 0 0,1 0 1 0 0,0 0-1 0 0,-1-1 1 0 0,1 0 0 0 0,0 0-1 0 0,0 0 1 0 0,0 0 0 0 0,1 0-1 0 0,-1-1 1 0 0,0 0-1 0 0,1 0 1 0 0,-1 0 0 0 0,1 0-1 0 0,-1-1 1 0 0,1 0-1 0 0,4 0 1 0 0,18-2-5178 0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6.069"/>
    </inkml:context>
    <inkml:brush xml:id="br0">
      <inkml:brushProperty name="width" value="0.1" units="cm"/>
      <inkml:brushProperty name="height" value="0.1" units="cm"/>
      <inkml:brushProperty name="color" value="#FF0066"/>
    </inkml:brush>
  </inkml:definitions>
  <inkml:trace contextRef="#ctx0" brushRef="#br0">20 29 5065 0 0,'-10'-28'13767'0'0,"6"43"-12688"0"0,-1 66 468 0 0,9 146 1 0 0,0-138-1394 0 0,-4-80-230 0 0,10 126-185 0 0,-8-117-756 0 0,2 0 0 0 0,10 32 0 0 0,-12-47 347 0 0,-1 0-1 0 0,0 0 1 0 0,1 0 0 0 0,0 0-1 0 0,-1 0 1 0 0,1-1-1 0 0,0 1 1 0 0,1 0 0 0 0,3 3-1 0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6.259"/>
    </inkml:context>
    <inkml:brush xml:id="br0">
      <inkml:brushProperty name="width" value="0.1" units="cm"/>
      <inkml:brushProperty name="height" value="0.1" units="cm"/>
      <inkml:brushProperty name="color" value="#FF0066"/>
    </inkml:brush>
  </inkml:definitions>
  <inkml:trace contextRef="#ctx0" brushRef="#br0">1 30 10594 0 0,'5'-1'570'0'0,"1"-1"0"0"0,0 1 0 0 0,0 0 1 0 0,0 0-1 0 0,0 0 0 0 0,10 1 0 0 0,13-2 1311 0 0,7-5-2171 0 0,19-4-6567 0 0,-46 8 6700 0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6.436"/>
    </inkml:context>
    <inkml:brush xml:id="br0">
      <inkml:brushProperty name="width" value="0.1" units="cm"/>
      <inkml:brushProperty name="height" value="0.1" units="cm"/>
      <inkml:brushProperty name="color" value="#FF0066"/>
    </inkml:brush>
  </inkml:definitions>
  <inkml:trace contextRef="#ctx0" brushRef="#br0">0 0 5985 0 0,'2'4'1052'0'0,"-1"0"1"0"0,1 0-1 0 0,0-1 0 0 0,0 1 0 0 0,0-1 0 0 0,6 7 314 0 0,-2-1-451 0 0,-1-1 0 0 0,0 1 1 0 0,0 1-1 0 0,0-1 0 0 0,4 15 0 0 0,-3-1-114 0 0,-1 0 0 0 0,3 40 0 0 0,5 25-662 0 0,-10-75-961 0 0,1-2-305 0 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6.592"/>
    </inkml:context>
    <inkml:brush xml:id="br0">
      <inkml:brushProperty name="width" value="0.1" units="cm"/>
      <inkml:brushProperty name="height" value="0.1" units="cm"/>
      <inkml:brushProperty name="color" value="#FF0066"/>
    </inkml:brush>
  </inkml:definitions>
  <inkml:trace contextRef="#ctx0" brushRef="#br0">1 21 8290 0 0,'1'-20'6297'0'0,"1"20"-5833"0"0,0 3 408 0 0,4 22-3712 0 0,-6-12 1183 0 0,3 2-7 0 0,3 3 1376 0 0,1-1 288 0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6.880"/>
    </inkml:context>
    <inkml:brush xml:id="br0">
      <inkml:brushProperty name="width" value="0.1" units="cm"/>
      <inkml:brushProperty name="height" value="0.1" units="cm"/>
      <inkml:brushProperty name="color" value="#FF0066"/>
    </inkml:brush>
  </inkml:definitions>
  <inkml:trace contextRef="#ctx0" brushRef="#br0">1 45 6913 0 0,'-1'1'170'0'0,"1"0"0"0"0,0 0-1 0 0,0 0 1 0 0,0 0-1 0 0,0 0 1 0 0,0 0 0 0 0,1 0-1 0 0,-1 0 1 0 0,0 0-1 0 0,0 0 1 0 0,0-1 0 0 0,1 1-1 0 0,-1 0 1 0 0,1 0-1 0 0,-1 0 1 0 0,1 0-1 0 0,-1 0 1 0 0,1-1 0 0 0,-1 1-1 0 0,2 1 1 0 0,17 24 1754 0 0,-13-17-1087 0 0,15 25 2543 0 0,28 66 1 0 0,-24-46-2165 0 0,-24-50-1143 0 0,2 0 0 0 0,-1 0 0 0 0,0 0 0 0 0,1 0 0 0 0,0-1 0 0 0,0 1 0 0 0,0-1 0 0 0,0 1 0 0 0,0-1 0 0 0,4 3 0 0 0,-6-6-53 0 0,0 1-1 0 0,0-1 1 0 0,0 1 0 0 0,0-1-1 0 0,0 0 1 0 0,0 1 0 0 0,0-1-1 0 0,0 0 1 0 0,-1 0-1 0 0,1 1 1 0 0,0-1 0 0 0,0 0-1 0 0,0 0 1 0 0,0 0 0 0 0,0 0-1 0 0,0 0 1 0 0,0-1-1 0 0,0 1 1 0 0,2 0 0 0 0,-2-1 9 0 0,1 0 0 0 0,-1 0 0 0 0,1 0 0 0 0,-1 0 0 0 0,1 0 0 0 0,-1-1 0 0 0,0 1 0 0 0,0 0 0 0 0,0 0 0 0 0,0-1 1 0 0,0 1-1 0 0,0-1 0 0 0,0 1 0 0 0,1-4 0 0 0,46-107 546 0 0,-34 76-1450 0 0,2 0-1 0 0,37-64 1 0 0,-34 72-6636 0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7.198"/>
    </inkml:context>
    <inkml:brush xml:id="br0">
      <inkml:brushProperty name="width" value="0.1" units="cm"/>
      <inkml:brushProperty name="height" value="0.1" units="cm"/>
      <inkml:brushProperty name="color" value="#FF0066"/>
    </inkml:brush>
  </inkml:definitions>
  <inkml:trace contextRef="#ctx0" brushRef="#br0">1 221 3681 0 0,'1'3'146'0'0,"0"-1"1"0"0,1 1 0 0 0,-1-1-1 0 0,1 1 1 0 0,0-1 0 0 0,0 1-1 0 0,0-1 1 0 0,0 0 0 0 0,0 0 0 0 0,0 0-1 0 0,0 0 1 0 0,1 0 0 0 0,-1-1-1 0 0,1 1 1 0 0,0-1 0 0 0,-1 0-1 0 0,1 1 1 0 0,0-1 0 0 0,0 0-1 0 0,-1-1 1 0 0,1 1 0 0 0,0 0-1 0 0,0-1 1 0 0,0 0 0 0 0,0 1-1 0 0,0-1 1 0 0,0 0 0 0 0,0-1-1 0 0,0 1 1 0 0,0 0 0 0 0,0-1-1 0 0,0 0 1 0 0,0 0 0 0 0,0 0-1 0 0,4-2 1 0 0,0 0 73 0 0,1-1-1 0 0,-1 0 1 0 0,0 0-1 0 0,0-1 1 0 0,0 0 0 0 0,-1 0-1 0 0,0 0 1 0 0,0-1-1 0 0,0 0 1 0 0,-1 0 0 0 0,0-1-1 0 0,5-7 1 0 0,-1 0 309 0 0,-2-1 1 0 0,0 0-1 0 0,7-19 0 0 0,-12 29-444 0 0,-1 1 0 0 0,0-1 0 0 0,0 1 0 0 0,0-1 0 0 0,0 0-1 0 0,-1 0 1 0 0,1 1 0 0 0,-1-1 0 0 0,-1 0 0 0 0,1 0 0 0 0,-1 0 0 0 0,0 1 0 0 0,0-1 0 0 0,0 0-1 0 0,-3-8 1 0 0,3 12-102 0 0,-1-1-1 0 0,1 1 1 0 0,0 0-1 0 0,0-1 0 0 0,0 1 1 0 0,-1 0-1 0 0,1 0 1 0 0,-1 0-1 0 0,1 0 1 0 0,-1 0-1 0 0,1 0 0 0 0,-1 1 1 0 0,1-1-1 0 0,-1 0 1 0 0,0 1-1 0 0,1-1 1 0 0,-1 1-1 0 0,0-1 1 0 0,0 1-1 0 0,1 0 0 0 0,-1 0 1 0 0,0 0-1 0 0,0 0 1 0 0,1 0-1 0 0,-1 0 1 0 0,0 1-1 0 0,0-1 0 0 0,1 0 1 0 0,-1 1-1 0 0,0 0 1 0 0,1-1-1 0 0,-3 2 1 0 0,-3 1-54 0 0,0-1 0 0 0,1 2 0 0 0,-1-1 1 0 0,1 1-1 0 0,-1 0 0 0 0,-7 7 0 0 0,9-6 161 0 0,-1 0-1 0 0,1 0 0 0 0,0 1 0 0 0,0-1 0 0 0,0 1 0 0 0,1 0 0 0 0,0 1 1 0 0,0-1-1 0 0,1 1 0 0 0,0 0 0 0 0,0 0 0 0 0,0 0 0 0 0,1 0 1 0 0,-2 10-1 0 0,4-12 73 0 0,-1 0 0 0 0,1 0 0 0 0,1 0 0 0 0,-1 0 0 0 0,1 0 0 0 0,0 0 1 0 0,0 0-1 0 0,0 0 0 0 0,1 0 0 0 0,-1-1 0 0 0,1 1 0 0 0,0-1 0 0 0,1 1 1 0 0,-1-1-1 0 0,1 0 0 0 0,0 1 0 0 0,0-1 0 0 0,0-1 0 0 0,1 1 0 0 0,-1 0 1 0 0,1-1-1 0 0,5 4 0 0 0,3 2-18 0 0,0-1 1 0 0,0-1-1 0 0,0 0 1 0 0,1 0-1 0 0,0-1 0 0 0,1-1 1 0 0,19 5-1 0 0,2-2-827 0 0,63 7 0 0 0,-60-11-449 0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7.625"/>
    </inkml:context>
    <inkml:brush xml:id="br0">
      <inkml:brushProperty name="width" value="0.1" units="cm"/>
      <inkml:brushProperty name="height" value="0.1" units="cm"/>
      <inkml:brushProperty name="color" value="#FF0066"/>
    </inkml:brush>
  </inkml:definitions>
  <inkml:trace contextRef="#ctx0" brushRef="#br0">0 0 12899 0 0,'4'3'423'0'0,"-1"1"0"0"0,0-1 1 0 0,-1 1-1 0 0,1-1 0 0 0,0 1 0 0 0,-1 0 1 0 0,0 0-1 0 0,0 0 0 0 0,0 0 1 0 0,-1 1-1 0 0,2 5 0 0 0,12 53 1606 0 0,-12-50-1704 0 0,5 41 631 0 0,3 7-838 0 0,0-21-2805 0 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7.799"/>
    </inkml:context>
    <inkml:brush xml:id="br0">
      <inkml:brushProperty name="width" value="0.1" units="cm"/>
      <inkml:brushProperty name="height" value="0.1" units="cm"/>
      <inkml:brushProperty name="color" value="#FF0066"/>
    </inkml:brush>
  </inkml:definitions>
  <inkml:trace contextRef="#ctx0" brushRef="#br0">3 7 8754 0 0,'-2'-7'4532'0'0,"11"15"-1461"0"0,-3 2-3467 0 0,0 0-1 0 0,-1 0 1 0 0,0 1 0 0 0,-1 0-1 0 0,5 17 1 0 0,-6-8 396 0 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8.164"/>
    </inkml:context>
    <inkml:brush xml:id="br0">
      <inkml:brushProperty name="width" value="0.1" units="cm"/>
      <inkml:brushProperty name="height" value="0.1" units="cm"/>
      <inkml:brushProperty name="color" value="#FF0066"/>
    </inkml:brush>
  </inkml:definitions>
  <inkml:trace contextRef="#ctx0" brushRef="#br0">17 1 4145 0 0,'-11'2'8024'0'0,"10"3"-7414"0"0,-1 10-106 0 0,1 1 1 0 0,0-1-1 0 0,1 1 0 0 0,0-1 1 0 0,1 1-1 0 0,1-1 1 0 0,1 1-1 0 0,0-1 0 0 0,1 0 1 0 0,0 0-1 0 0,1-1 1 0 0,10 19-1 0 0,-15-32-519 0 0,0 0-1 0 0,0-1 1 0 0,1 1-1 0 0,-1 0 1 0 0,0-1-1 0 0,1 1 1 0 0,-1 0 0 0 0,1-1-1 0 0,-1 1 1 0 0,1-1-1 0 0,-1 1 1 0 0,1-1-1 0 0,-1 1 1 0 0,1-1-1 0 0,-1 1 1 0 0,1-1-1 0 0,0 1 1 0 0,-1-1 0 0 0,1 0-1 0 0,0 1 1 0 0,0-1-1 0 0,-1 0 1 0 0,1 0-1 0 0,0 1 1 0 0,-1-1-1 0 0,1 0 1 0 0,0 0-1 0 0,1 0 1 0 0,-1-1-33 0 0,1 1 1 0 0,-1-1-1 0 0,1 1 1 0 0,-1-1-1 0 0,0 0 0 0 0,1 0 1 0 0,-1 1-1 0 0,0-1 0 0 0,1 0 1 0 0,-1 0-1 0 0,0-1 1 0 0,0 1-1 0 0,1-1 0 0 0,6-8-178 0 0,-1 0-1 0 0,10-21 0 0 0,-13 24 418 0 0,2-3 102 0 0,0 0 1 0 0,1 0 0 0 0,-1 1-1 0 0,2 0 1 0 0,-1 0-1 0 0,13-9 1 0 0,-19 16-244 0 0,1 1 1 0 0,0-1-1 0 0,0 1 0 0 0,0-1 1 0 0,0 1-1 0 0,0 0 1 0 0,0 0-1 0 0,1 0 0 0 0,-1 0 1 0 0,0 0-1 0 0,1 0 0 0 0,-1 1 1 0 0,0-1-1 0 0,1 1 0 0 0,-1 0 1 0 0,1 0-1 0 0,-1 0 0 0 0,0 0 1 0 0,1 0-1 0 0,-1 0 1 0 0,1 0-1 0 0,-1 1 0 0 0,0-1 1 0 0,1 1-1 0 0,-1 0 0 0 0,0 0 1 0 0,0 0-1 0 0,1 0 0 0 0,-1 0 1 0 0,0 0-1 0 0,0 1 1 0 0,0-1-1 0 0,0 1 0 0 0,0-1 1 0 0,-1 1-1 0 0,1 0 0 0 0,1 1 1 0 0,1 2-287 0 0,-1 0 1 0 0,0 0 0 0 0,0 0-1 0 0,-1 0 1 0 0,0 0 0 0 0,1 0-1 0 0,-2 1 1 0 0,3 8 0 0 0,0 4-6825 0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8.670"/>
    </inkml:context>
    <inkml:brush xml:id="br0">
      <inkml:brushProperty name="width" value="0.1" units="cm"/>
      <inkml:brushProperty name="height" value="0.1" units="cm"/>
      <inkml:brushProperty name="color" value="#FF0066"/>
    </inkml:brush>
  </inkml:definitions>
  <inkml:trace contextRef="#ctx0" brushRef="#br0">288 433 1840 0 0,'4'-5'898'0'0,"-1"0"-1"0"0,1 0 1 0 0,-1 0-1 0 0,-1 0 0 0 0,1 0 1 0 0,-1 0-1 0 0,0-1 1 0 0,0 1-1 0 0,0-1 0 0 0,-1 0 1 0 0,0 1-1 0 0,1-11 1 0 0,-2 14-749 0 0,0-1 0 0 0,-1 1 0 0 0,1-1 0 0 0,0 1 1 0 0,-1 0-1 0 0,1-1 0 0 0,-1 1 0 0 0,0 0 1 0 0,0 0-1 0 0,0 0 0 0 0,0 0 0 0 0,0-1 0 0 0,0 1 1 0 0,-1 0-1 0 0,1 1 0 0 0,0-1 0 0 0,-1 0 0 0 0,0 0 1 0 0,1 1-1 0 0,-1-1 0 0 0,0 1 0 0 0,0-1 1 0 0,0 1-1 0 0,0 0 0 0 0,0 0 0 0 0,0 0 0 0 0,0 0 1 0 0,-1 0-1 0 0,1 0 0 0 0,0 0 0 0 0,0 1 1 0 0,-1-1-1 0 0,-2 1 0 0 0,-4-1-25 0 0,0 1 1 0 0,0 0-1 0 0,1 0 0 0 0,-1 1 0 0 0,0 0 1 0 0,0 1-1 0 0,1 0 0 0 0,-1 0 0 0 0,1 1 1 0 0,0 0-1 0 0,0 0 0 0 0,0 1 0 0 0,0 0 1 0 0,0 1-1 0 0,-7 5 0 0 0,1 0 23 0 0,1 0-1 0 0,-1 1 1 0 0,2 1-1 0 0,-1 0 1 0 0,2 1-1 0 0,-18 24 1 0 0,26-33-141 0 0,1 0 0 0 0,0 0 0 0 0,0 0 1 0 0,0 0-1 0 0,0 0 0 0 0,1 1 0 0 0,-1-1 0 0 0,1 1 0 0 0,0-1 1 0 0,1 1-1 0 0,-1-1 0 0 0,1 1 0 0 0,0-1 0 0 0,0 1 0 0 0,0-1 0 0 0,1 1 1 0 0,-1-1-1 0 0,1 1 0 0 0,2 5 0 0 0,-2-7-46 0 0,0-1-1 0 0,1 1 1 0 0,-1 0 0 0 0,1 0-1 0 0,0-1 1 0 0,0 1 0 0 0,0-1-1 0 0,0 1 1 0 0,0-1 0 0 0,0 0-1 0 0,1 0 1 0 0,-1 0 0 0 0,1 0-1 0 0,0 0 1 0 0,-1-1 0 0 0,1 1-1 0 0,0-1 1 0 0,0 0 0 0 0,0 0-1 0 0,0 0 1 0 0,0 0 0 0 0,0 0-1 0 0,0 0 1 0 0,0-1-1 0 0,0 0 1 0 0,1 0 0 0 0,-1 0-1 0 0,5 0 1 0 0,0-1-48 0 0,0 0 0 0 0,1 0 0 0 0,-1-1 0 0 0,0 0 0 0 0,0-1 0 0 0,0 0 1 0 0,0 0-1 0 0,0 0 0 0 0,-1-1 0 0 0,1 0 0 0 0,-1-1 0 0 0,0 0 0 0 0,0 0 0 0 0,-1 0 0 0 0,1-1 0 0 0,-1 0 0 0 0,-1 0 0 0 0,1 0 0 0 0,5-9 0 0 0,-5 6-23 0 0,0-1 1 0 0,0 0-1 0 0,-1-1 0 0 0,0 1 0 0 0,-1-1 0 0 0,0 0 0 0 0,-1 0 0 0 0,0 0 0 0 0,-1 0 0 0 0,0 0 0 0 0,0-1 0 0 0,-2 1 1 0 0,0-19-1 0 0,-6-24 940 0 0,-16-60 0 0 0,-5-44 913 0 0,34 208-743 0 0,2-1 1 0 0,22 67-1 0 0,51 111-975 0 0,-70-196-1285 0 0,26 43-1 0 0,-17-42-6366 0 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9.704"/>
    </inkml:context>
    <inkml:brush xml:id="br0">
      <inkml:brushProperty name="width" value="0.1" units="cm"/>
      <inkml:brushProperty name="height" value="0.1" units="cm"/>
      <inkml:brushProperty name="color" value="#FF0066"/>
    </inkml:brush>
  </inkml:definitions>
  <inkml:trace contextRef="#ctx0" brushRef="#br0">76 416 4609 0 0,'0'0'66'0'0,"0"0"0"0"0,0 1-1 0 0,-1-1 1 0 0,1 0 0 0 0,0 0 0 0 0,0 1-1 0 0,0-1 1 0 0,0 0 0 0 0,0 0 0 0 0,-1 1-1 0 0,1-1 1 0 0,0 0 0 0 0,0 1 0 0 0,0-1 0 0 0,0 0-1 0 0,0 1 1 0 0,0-1 0 0 0,0 0 0 0 0,0 0-1 0 0,0 1 1 0 0,0-1 0 0 0,0 0 0 0 0,0 1-1 0 0,0-1 1 0 0,0 0 0 0 0,1 1 0 0 0,-1-1 0 0 0,0 0-1 0 0,0 0 1 0 0,0 1 0 0 0,0-1 0 0 0,0 0-1 0 0,1 0 1 0 0,-1 1 0 0 0,12-1 3556 0 0,9-7-457 0 0,-3-4 911 0 0,-36 16-1501 0 0,-20 6-4060 0 0,71-19-10112 0 0,-28 3 12586 0 0,-1-1-1 0 0,0 1 1 0 0,0-1 0 0 0,0 0 0 0 0,-1 0 0 0 0,1 0-1 0 0,3-12 1 0 0,7-24 2291 0 0,-4 3-3883 0 0,-5 19 635 0 0,-1-1-1 0 0,-2-1 0 0 0,1-39 0 0 0,-3 53 15 0 0,0 0-1 0 0,-1 0 1 0 0,0 0 0 0 0,-1 0 0 0 0,1 0 0 0 0,-1 0 0 0 0,-1 1 0 0 0,1-1 0 0 0,-2 1 0 0 0,1 0 0 0 0,-1-1-1 0 0,0 1 1 0 0,-7-9 0 0 0,10 14-21 0 0,-1 0-1 0 0,1 1 1 0 0,-1-1 0 0 0,1 1-1 0 0,-1-1 1 0 0,0 1-1 0 0,0 0 1 0 0,0-1-1 0 0,0 1 1 0 0,1 0 0 0 0,-2 0-1 0 0,1 1 1 0 0,0-1-1 0 0,0 0 1 0 0,0 1-1 0 0,0-1 1 0 0,0 1 0 0 0,-1-1-1 0 0,1 1 1 0 0,0 0-1 0 0,-5 0 1 0 0,4 1-13 0 0,0 0 1 0 0,0 0-1 0 0,-1 1 0 0 0,1-1 1 0 0,0 0-1 0 0,0 1 0 0 0,0 0 1 0 0,1 0-1 0 0,-1 0 0 0 0,0 0 0 0 0,1 0 1 0 0,-1 1-1 0 0,-2 2 0 0 0,0 1-30 0 0,-1 1 0 0 0,1 0 0 0 0,0 1 0 0 0,1-1 0 0 0,0 1 0 0 0,0 0 0 0 0,1 0 0 0 0,-1 0 0 0 0,2 0 0 0 0,-3 13 0 0 0,4-14 48 0 0,0 1 0 0 0,1-1 0 0 0,0 1 1 0 0,1 0-1 0 0,-1-1 0 0 0,2 1 0 0 0,-1-1 0 0 0,1 0 0 0 0,0 1 0 0 0,0-1 1 0 0,1 0-1 0 0,0 0 0 0 0,1 0 0 0 0,-1-1 0 0 0,1 1 0 0 0,0-1 0 0 0,1 0 0 0 0,0 0 1 0 0,0 0-1 0 0,0-1 0 0 0,0 1 0 0 0,1-1 0 0 0,0-1 0 0 0,11 8 0 0 0,-7-6-2 0 0,0-1 0 0 0,0 0 0 0 0,0-1 0 0 0,1 0 0 0 0,-1 0 0 0 0,1-1 0 0 0,0 0 1 0 0,0-1-1 0 0,0-1 0 0 0,0 0 0 0 0,1 0 0 0 0,-1-1 0 0 0,0 0 0 0 0,0-1 0 0 0,0 0 0 0 0,14-4 0 0 0,-8 0-678 0 0,0 0 1 0 0,0-1-1 0 0,-1-1 1 0 0,0 0 0 0 0,0-1-1 0 0,0-1 1 0 0,22-17-1 0 0,-31 21 299 0 0,-1-1 0 0 0,1 0 0 0 0,-1 0 0 0 0,0 0 0 0 0,0-1-1 0 0,-1 0 1 0 0,0 0 0 0 0,0 0 0 0 0,-1-1 0 0 0,0 0 0 0 0,0 0 0 0 0,-1 0 0 0 0,0 0-1 0 0,0 0 1 0 0,-1-1 0 0 0,0 1 0 0 0,1-12 0 0 0,-3 17 412 0 0,2-74 172 0 0,-2 71 691 0 0,-1 1 1 0 0,1-1 0 0 0,-1 1 0 0 0,-1-1 0 0 0,1 1 0 0 0,-4-9 0 0 0,5 32 4102 0 0,0 5-4214 0 0,4-8-671 0 0,0 0-1 0 0,0 0 1 0 0,2 0-1 0 0,-1-1 1 0 0,2 0 0 0 0,0 0-1 0 0,1-1 1 0 0,0 1-1 0 0,20 22 1 0 0,-17-23-464 0 0,0-2 0 0 0,1 1 0 0 0,24 17 0 0 0,-26-22-469 0 0,0-1 1 0 0,1 0 0 0 0,-1-1 0 0 0,1 0 0 0 0,18 6 0 0 0,-10-7-5453 0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09.896"/>
    </inkml:context>
    <inkml:brush xml:id="br0">
      <inkml:brushProperty name="width" value="0.1" units="cm"/>
      <inkml:brushProperty name="height" value="0.1" units="cm"/>
      <inkml:brushProperty name="color" value="#FF0066"/>
    </inkml:brush>
  </inkml:definitions>
  <inkml:trace contextRef="#ctx0" brushRef="#br0">333 2 7370 0 0,'-2'0'319'0'0,"0"0"0"0"0,1-1 1 0 0,-1 1-1 0 0,0 0 1 0 0,0 0-1 0 0,1 0 0 0 0,-1 0 1 0 0,0 0-1 0 0,0 1 1 0 0,1-1-1 0 0,-1 0 1 0 0,0 1-1 0 0,0 0 0 0 0,1-1 1 0 0,-1 1-1 0 0,1 0 1 0 0,-1 0-1 0 0,0 0 0 0 0,1 0 1 0 0,0 0-1 0 0,-1 0 1 0 0,1 0-1 0 0,0 0 0 0 0,-3 3 1 0 0,-37 35 2534 0 0,39-36-2539 0 0,-44 46 1717 0 0,-54 77 0 0 0,85-105-2302 0 0,2 0-1 0 0,0 1 0 0 0,1 1 1 0 0,2 0-1 0 0,0 0 0 0 0,-13 49 1 0 0,19-51-7173 0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11.990"/>
    </inkml:context>
    <inkml:brush xml:id="br0">
      <inkml:brushProperty name="width" value="0.1" units="cm"/>
      <inkml:brushProperty name="height" value="0.1" units="cm"/>
      <inkml:brushProperty name="color" value="#FF0066"/>
    </inkml:brush>
  </inkml:definitions>
  <inkml:trace contextRef="#ctx0" brushRef="#br0">25 480 10138 0 0,'-2'0'1'0'0,"0"-1"0"0"0,1 0 0 0 0,-1 0 0 0 0,0 0-1 0 0,1 0 1 0 0,-1 0 0 0 0,1 0 0 0 0,-1 0 0 0 0,1 0 0 0 0,-1-1-1 0 0,1 1 1 0 0,0 0 0 0 0,0-1 0 0 0,0 1 0 0 0,-2-3 0 0 0,8-3-1125 0 0,14 1 1301 0 0,44-1 2038 0 0,96 0 1 0 0,-32 4-727 0 0,186-7-306 0 0,-3 0-1281 0 0,-103 0-221 0 0,178-15 242 0 0,305-46 2712 0 0,-128 33-1814 0 0,60-7 157 0 0,-352 6-874 0 0,236-24 556 0 0,-100 39-351 0 0,295-24 287 0 0,-637 42-598 0 0,454-34 33 0 0,-58 41 803 0 0,-374 1-653 0 0,-38-1-119 0 0,340 0 192 0 0,-328-3-454 0 0,117 12 0 0 0,-150-6-104 0 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12.964"/>
    </inkml:context>
    <inkml:brush xml:id="br0">
      <inkml:brushProperty name="width" value="0.1" units="cm"/>
      <inkml:brushProperty name="height" value="0.1" units="cm"/>
      <inkml:brushProperty name="color" value="#FF0066"/>
    </inkml:brush>
  </inkml:definitions>
  <inkml:trace contextRef="#ctx0" brushRef="#br0">0 35 2761 0 0,'4'-17'15625'0'0,"-1"5"-17326"0"0,2 7 4003 0 0,-4 6-2125 0 0,0 1-1 0 0,0-1 1 0 0,0 1 0 0 0,0 0 0 0 0,0-1 0 0 0,-1 1 0 0 0,1 0 0 0 0,0-1 0 0 0,-1 1 0 0 0,1 3-1 0 0,3 30 91 0 0,-1-1-1 0 0,-2 1 0 0 0,-4 46 0 0 0,0 5-69 0 0,16 169-1132 0 0,-8-201 216 0 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13.311"/>
    </inkml:context>
    <inkml:brush xml:id="br0">
      <inkml:brushProperty name="width" value="0.1" units="cm"/>
      <inkml:brushProperty name="height" value="0.1" units="cm"/>
      <inkml:brushProperty name="color" value="#FF0066"/>
    </inkml:brush>
  </inkml:definitions>
  <inkml:trace contextRef="#ctx0" brushRef="#br0">106 0 4609 0 0,'-9'6'180'0'0,"1"0"-1"0"0,0 0 1 0 0,1 1 0 0 0,0 0 0 0 0,0 0-1 0 0,0 1 1 0 0,1 0 0 0 0,0 0-1 0 0,1 0 1 0 0,-1 1 0 0 0,2 0 0 0 0,-1 0-1 0 0,1 0 1 0 0,1 1 0 0 0,0-1 0 0 0,0 1-1 0 0,1 0 1 0 0,0 0 0 0 0,0 0-1 0 0,1 18 1 0 0,1-24-152 0 0,1-1 1 0 0,-1 1-1 0 0,1 0 0 0 0,0 0 1 0 0,1 0-1 0 0,-1-1 0 0 0,1 1 1 0 0,-1 0-1 0 0,1-1 0 0 0,0 0 1 0 0,1 1-1 0 0,-1-1 0 0 0,0 0 1 0 0,1 0-1 0 0,0 0 0 0 0,5 4 1 0 0,-3-4 146 0 0,0 1 1 0 0,0-1 0 0 0,1 0-1 0 0,-1-1 1 0 0,1 1 0 0 0,0-1-1 0 0,0 0 1 0 0,0-1 0 0 0,0 1 0 0 0,6 0-1 0 0,-2-1 141 0 0,0-1 0 0 0,-1 1-1 0 0,1-1 1 0 0,0-1 0 0 0,-1 0 0 0 0,1 0 0 0 0,-1-1-1 0 0,1 0 1 0 0,-1-1 0 0 0,0 0 0 0 0,0-1-1 0 0,0 1 1 0 0,12-9 0 0 0,-15 8-164 0 0,-1-1-1 0 0,0 0 1 0 0,0 0-1 0 0,-1-1 1 0 0,1 1-1 0 0,-1-1 1 0 0,-1 0 0 0 0,1 0-1 0 0,-1-1 1 0 0,0 1-1 0 0,0-1 1 0 0,-1 1-1 0 0,0-1 1 0 0,0 0 0 0 0,0 0-1 0 0,-1 0 1 0 0,0 0-1 0 0,0-10 1 0 0,-1 13-98 0 0,0-1 1 0 0,0 0-1 0 0,0 0 0 0 0,0 1 0 0 0,-1-1 1 0 0,1 0-1 0 0,-1 1 0 0 0,-1-1 1 0 0,1 1-1 0 0,-1-1 0 0 0,1 1 0 0 0,-1 0 1 0 0,-1-1-1 0 0,1 1 0 0 0,0 0 1 0 0,-1 0-1 0 0,0 1 0 0 0,0-1 0 0 0,0 0 1 0 0,-1 1-1 0 0,1 0 0 0 0,-1 0 1 0 0,1 0-1 0 0,-1 0 0 0 0,0 1 0 0 0,0-1 1 0 0,0 1-1 0 0,-7-2 0 0 0,8 3-244 0 0,0 0 0 0 0,-1 0-1 0 0,1 1 1 0 0,-1-1 0 0 0,1 1-1 0 0,0 0 1 0 0,-1 0 0 0 0,1 0-1 0 0,-1 1 1 0 0,1-1 0 0 0,-1 1-1 0 0,1 0 1 0 0,0 0 0 0 0,0 0-1 0 0,-1 0 1 0 0,1 0 0 0 0,0 1-1 0 0,0 0 1 0 0,0-1 0 0 0,-3 4-1 0 0,-8 6-5594 0 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13.977"/>
    </inkml:context>
    <inkml:brush xml:id="br0">
      <inkml:brushProperty name="width" value="0.1" units="cm"/>
      <inkml:brushProperty name="height" value="0.1" units="cm"/>
      <inkml:brushProperty name="color" value="#FF0066"/>
    </inkml:brush>
  </inkml:definitions>
  <inkml:trace contextRef="#ctx0" brushRef="#br0">0 1 5065 0 0,'0'7'5116'0'0,"9"17"-3759"0"0,-4-8-964 0 0,11 64 886 0 0,4 13 51 0 0,-18-84-1211 0 0,1 0 0 0 0,0-1 0 0 0,1 0 0 0 0,0 0 0 0 0,0 0 0 0 0,1 0 0 0 0,0-1 0 0 0,6 8 0 0 0,-10-13-108 0 0,0 0-1 0 0,1-1 1 0 0,-1 1-1 0 0,1 0 1 0 0,0 0-1 0 0,0-1 1 0 0,0 1-1 0 0,0-1 1 0 0,0 0-1 0 0,0 0 0 0 0,0 1 1 0 0,0-1-1 0 0,0 0 1 0 0,1-1-1 0 0,-1 1 1 0 0,0 0-1 0 0,0-1 1 0 0,1 1-1 0 0,-1-1 1 0 0,1 0-1 0 0,-1 0 1 0 0,0 0-1 0 0,1 0 1 0 0,-1 0-1 0 0,1 0 1 0 0,-1-1-1 0 0,4 0 0 0 0,-4-1-2 0 0,1 1 0 0 0,0-1 0 0 0,-1 0 0 0 0,1 0 0 0 0,-1 0 0 0 0,0 0 0 0 0,0 0 0 0 0,0 0 0 0 0,0-1 0 0 0,0 1 0 0 0,0-1 0 0 0,-1 0 0 0 0,1 1 0 0 0,-1-1 0 0 0,0 0 0 0 0,0 0 0 0 0,0 0 0 0 0,0 0 0 0 0,0 0-1 0 0,0-5 1 0 0,2-10 76 0 0,33-160 1109 0 0,-34 185-967 0 0,0-1 1 0 0,1 1 0 0 0,0-1 0 0 0,0 1-1 0 0,0-1 1 0 0,9 11 0 0 0,-4-7-222 0 0,1 0 1 0 0,1 0-1 0 0,-1 0 1 0 0,2-1-1 0 0,16 11 1 0 0,-24-18 83 0 0,1 1 0 0 0,0 0 0 0 0,0-1 0 0 0,0 0 0 0 0,1 0 1 0 0,-1 0-1 0 0,1-1 0 0 0,-1 1 0 0 0,1-1 0 0 0,-1 0 1 0 0,1 0-1 0 0,0-1 0 0 0,-1 1 0 0 0,1-1 0 0 0,0 0 0 0 0,-1 0 1 0 0,1-1-1 0 0,0 0 0 0 0,5-1 0 0 0,-9 1-30 0 0,0 0-1 0 0,0 0 0 0 0,1 0 1 0 0,-1 0-1 0 0,0 0 1 0 0,0 0-1 0 0,-1 0 0 0 0,1-1 1 0 0,0 1-1 0 0,0 0 1 0 0,-1-1-1 0 0,1 1 0 0 0,0-1 1 0 0,-1 1-1 0 0,1-1 1 0 0,-1 1-1 0 0,0-1 0 0 0,0 1 1 0 0,1-1-1 0 0,-1 1 1 0 0,0-1-1 0 0,0 1 0 0 0,0-1 1 0 0,-1 1-1 0 0,1-1 1 0 0,0 1-1 0 0,-1-1 1 0 0,1 1-1 0 0,-1-1 0 0 0,0-1 1 0 0,-1-6-83 0 0,-1 0-1 0 0,0 1 1 0 0,-8-16 0 0 0,-9-11-2449 0 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14.272"/>
    </inkml:context>
    <inkml:brush xml:id="br0">
      <inkml:brushProperty name="width" value="0.1" units="cm"/>
      <inkml:brushProperty name="height" value="0.1" units="cm"/>
      <inkml:brushProperty name="color" value="#FF0066"/>
    </inkml:brush>
  </inkml:definitions>
  <inkml:trace contextRef="#ctx0" brushRef="#br0">0 203 6913 0 0,'5'3'408'0'0,"0"-1"-1"0"0,0 0 0 0 0,0 0 0 0 0,0 0 0 0 0,0-1 1 0 0,0 1-1 0 0,1-1 0 0 0,-1-1 0 0 0,0 1 1 0 0,1-1-1 0 0,-1 0 0 0 0,0 0 0 0 0,1 0 0 0 0,7-2 1 0 0,-9 1-333 0 0,-1-1 0 0 0,0 1 0 0 0,1-1 0 0 0,-1 1 0 0 0,0-1 0 0 0,0 0 0 0 0,0-1 0 0 0,0 1 0 0 0,0 0 0 0 0,-1-1 0 0 0,1 0 1 0 0,-1 1-1 0 0,1-1 0 0 0,-1 0 0 0 0,0 0 0 0 0,0 0 0 0 0,0-1 0 0 0,-1 1 0 0 0,1 0 0 0 0,-1-1 0 0 0,0 1 0 0 0,2-5 0 0 0,-2 2 185 0 0,0 0 0 0 0,0 0 0 0 0,-1 0-1 0 0,0 1 1 0 0,0-1 0 0 0,0 0-1 0 0,0 0 1 0 0,-1 0 0 0 0,0 0-1 0 0,0 1 1 0 0,-1-1 0 0 0,1 0-1 0 0,-1 1 1 0 0,-1-1 0 0 0,1 1-1 0 0,-1 0 1 0 0,0-1 0 0 0,0 1-1 0 0,0 1 1 0 0,-1-1 0 0 0,0 0-1 0 0,0 1 1 0 0,0 0 0 0 0,0 0-1 0 0,-1 0 1 0 0,1 0 0 0 0,-9-4-1 0 0,12 7-253 0 0,0 1 0 0 0,0-1-1 0 0,-1 1 1 0 0,1 0 0 0 0,0-1-1 0 0,0 1 1 0 0,0 0-1 0 0,0 0 1 0 0,0-1 0 0 0,-1 1-1 0 0,1 0 1 0 0,0 0 0 0 0,0 0-1 0 0,0 1 1 0 0,0-1 0 0 0,-1 0-1 0 0,1 0 1 0 0,0 1 0 0 0,0-1-1 0 0,0 0 1 0 0,0 1-1 0 0,0-1 1 0 0,0 1 0 0 0,0 0-1 0 0,0-1 1 0 0,0 1 0 0 0,0 0-1 0 0,0-1 1 0 0,0 1 0 0 0,1 0-1 0 0,-1 0 1 0 0,0 0-1 0 0,0 0 1 0 0,1 0 0 0 0,-1 0-1 0 0,1 0 1 0 0,-1 0 0 0 0,1 0-1 0 0,-1 0 1 0 0,1 0 0 0 0,-1 0-1 0 0,1 0 1 0 0,0 1-1 0 0,0 0 1 0 0,-2 3 14 0 0,1-1-1 0 0,0 1 1 0 0,0 0-1 0 0,0 0 1 0 0,1 0 0 0 0,-1 0-1 0 0,1-1 1 0 0,0 1-1 0 0,2 7 1 0 0,1-3-131 0 0,0-1-1 0 0,1 0 1 0 0,0 0 0 0 0,1-1 0 0 0,0 1 0 0 0,0-1-1 0 0,0 0 1 0 0,1 0 0 0 0,0-1 0 0 0,0 1 0 0 0,1-1-1 0 0,0-1 1 0 0,0 1 0 0 0,0-1 0 0 0,1-1 0 0 0,8 5-1 0 0,15 7-1229 0 0,0-2 0 0 0,57 18 1 0 0,-69-26-4846 0 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2:14.557"/>
    </inkml:context>
    <inkml:brush xml:id="br0">
      <inkml:brushProperty name="width" value="0.1" units="cm"/>
      <inkml:brushProperty name="height" value="0.1" units="cm"/>
      <inkml:brushProperty name="color" value="#FF0066"/>
    </inkml:brush>
  </inkml:definitions>
  <inkml:trace contextRef="#ctx0" brushRef="#br0">1 102 6449 0 0,'0'0'58'0'0,"0"0"-1"0"0,0 0 0 0 0,0 0 0 0 0,0 0 0 0 0,0-1 0 0 0,0 1 1 0 0,1 0-1 0 0,-1 0 0 0 0,0 0 0 0 0,0 0 0 0 0,0-1 0 0 0,0 1 1 0 0,1 0-1 0 0,-1 0 0 0 0,0 0 0 0 0,0 0 0 0 0,0 0 1 0 0,1 0-1 0 0,-1 0 0 0 0,0 0 0 0 0,0 0 0 0 0,1-1 0 0 0,-1 1 1 0 0,0 0-1 0 0,0 0 0 0 0,0 0 0 0 0,1 0 0 0 0,-1 0 0 0 0,0 1 1 0 0,0-1-1 0 0,1 0 0 0 0,-1 0 0 0 0,0 0 0 0 0,0 0 1 0 0,0 0-1 0 0,1 0 0 0 0,-1 0 0 0 0,0 0 0 0 0,0 0 0 0 0,0 0 1 0 0,1 1-1 0 0,14 9 1645 0 0,17 22 689 0 0,-26-26-1663 0 0,12 12 114 0 0,-1 1 0 0 0,-1 1 0 0 0,0 1 0 0 0,-2 0 0 0 0,18 34 0 0 0,-47-98 3042 0 0,12 31-3820 0 0,1 1 0 0 0,0-1-1 0 0,1 0 1 0 0,1 1 0 0 0,-1-1-1 0 0,2 0 1 0 0,0 0 0 0 0,0 1-1 0 0,5-16 1 0 0,-3 15-297 0 0,1 1 1 0 0,0-1-1 0 0,1 1 0 0 0,0 0 0 0 0,1 0 1 0 0,0 0-1 0 0,11-14 0 0 0,5 1-7435 0 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3:05.478"/>
    </inkml:context>
    <inkml:brush xml:id="br0">
      <inkml:brushProperty name="width" value="0.1" units="cm"/>
      <inkml:brushProperty name="height" value="0.1" units="cm"/>
      <inkml:brushProperty name="color" value="#FF0066"/>
    </inkml:brush>
  </inkml:definitions>
  <inkml:trace contextRef="#ctx0" brushRef="#br0">52 175 4497 0 0,'17'4'0'0'0,"7"-1"0"0"0,-23-4 0 0 0,-2-1 0 0 0,1 1 0 0 0,-1 0 0 0 0,1 0 0 0 0,-1-1 0 0 0,1 1 0 0 0,-1 0 0 0 0,0 0 0 0 0,0 0 0 0 0,0 0 0 0 0,0 0 0 0 0,0 0 0 0 0,0 0 0 0 0,-2-1 0 0 0,2 0 0 0 0,-57-78 281 0 0,40 40 1162 0 0,18 38-1290 0 0,-1-1 1 0 0,0 1 0 0 0,1-1 0 0 0,-1 0 0 0 0,1 1-1 0 0,0-1 1 0 0,-1 0 0 0 0,2 1 0 0 0,-1-1 0 0 0,0 0-1 0 0,0 1 1 0 0,1-1 0 0 0,1-5 0 0 0,0 28 3302 0 0,-1-11-3491 0 0,16 144 844 0 0,-2-43-994 0 0,7 106 65 0 0,14 203 96 0 0,5 30 127 0 0,-5-114-70 0 0,1 412-163 0 0,-17-389 575 0 0,2 58-472 0 0,-26-333-23 0 0,-24 134 1 0 0,12-112 184 0 0,11-42-142 0 0,2 0 1 0 0,6 71-1 0 0,-1 58 7 0 0,-25 305-72 0 0,-6 5 56 0 0,5 42 154 0 0,20-387-98 0 0,7-1-1 0 0,29 191 0 0 0,10 28 293 0 0,10 73 157 0 0,-14-197 777 0 0,6 312-1 0 0,-16 137 984 0 0,-23-546-2908 0 0,-5-132-34 0 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3:07.843"/>
    </inkml:context>
    <inkml:brush xml:id="br0">
      <inkml:brushProperty name="width" value="0.1" units="cm"/>
      <inkml:brushProperty name="height" value="0.1" units="cm"/>
      <inkml:brushProperty name="color" value="#FF0066"/>
    </inkml:brush>
  </inkml:definitions>
  <inkml:trace contextRef="#ctx0" brushRef="#br0">62 1 456 0 0,'-3'0'352'0'0,"1"0"0"0"0,-1 0 0 0 0,1 0 1 0 0,-1 0-1 0 0,0 1 0 0 0,1-1 0 0 0,-1 1 0 0 0,1 0 0 0 0,-1 0 0 0 0,1 0 0 0 0,-1 0 1 0 0,1 0-1 0 0,0 0 0 0 0,-1 0 0 0 0,1 1 0 0 0,0 0 0 0 0,0-1 0 0 0,0 1 0 0 0,0 0 1 0 0,1 0-1 0 0,-1 0 0 0 0,0 0 0 0 0,1 0 0 0 0,-1 0 0 0 0,1 0 0 0 0,0 1 0 0 0,-2 4 1 0 0,16 151 2378 0 0,-3-73-2719 0 0,-9-78-12 0 0,6 73 0 0 0,-3 102 0 0 0,9 752 256 0 0,9-647-262 0 0,3 100-52 0 0,-23-269 65 0 0,14 385-361 0 0,24-134-52 0 0,4 65-25 0 0,-23 160 2463 0 0,-11-385-1784 0 0,-2 214 207 0 0,-18-64 144 0 0,11 180 246 0 0,1-190 518 0 0,5 342-1288 0 0,-2-516-131 0 0,2 181-136 0 0,11 2 3 0 0,-1-65 90 0 0,-17-261 98 0 0,17 299 658 0 0,-2-100 183 0 0,-10-130-248 0 0,4-3-159 0 0,2 37 198 0 0,-11-114-524 0 0,-1 0 0 0 0,0 0-1 0 0,-2 0 1 0 0,0-1 0 0 0,-9 31-1 0 0,11-51-227 0 0,1 1-1 0 0,0-1 0 0 0,0 0 0 0 0,0 1 0 0 0,0-1 0 0 0,0 1 0 0 0,0-1 0 0 0,0 1 0 0 0,0-1 0 0 0,0 0 0 0 0,0 1 0 0 0,0-1 0 0 0,0 1 0 0 0,0-1 0 0 0,0 0 0 0 0,0 1 0 0 0,0-1 0 0 0,0 1 0 0 0,0-1 0 0 0,1 0 0 0 0,-1 1 0 0 0,0-1 0 0 0,0 0 0 0 0,0 1 0 0 0,1-1 0 0 0,-1 0 0 0 0,0 1 0 0 0,1-1 0 0 0,-1 0 1 0 0,0 1-1 0 0,1-1 0 0 0,-1 0 0 0 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3:09.555"/>
    </inkml:context>
    <inkml:brush xml:id="br0">
      <inkml:brushProperty name="width" value="0.1" units="cm"/>
      <inkml:brushProperty name="height" value="0.1" units="cm"/>
      <inkml:brushProperty name="color" value="#FF0066"/>
    </inkml:brush>
  </inkml:definitions>
  <inkml:trace contextRef="#ctx0" brushRef="#br0">52 10 1376 0 0,'0'-1'109'0'0,"0"1"-1"0"0,0-1 0 0 0,0 1 0 0 0,0 0 0 0 0,0-1 1 0 0,0 1-1 0 0,0-1 0 0 0,-1 1 0 0 0,1 0 1 0 0,0-1-1 0 0,0 1 0 0 0,0-1 0 0 0,-1 1 0 0 0,1 0 1 0 0,0-1-1 0 0,-1 1 0 0 0,1 0 0 0 0,0 0 1 0 0,-1-1-1 0 0,1 1 0 0 0,0 0 0 0 0,-1 0 1 0 0,1-1-1 0 0,0 1 0 0 0,-1 0 0 0 0,1 0 0 0 0,-1 0 1 0 0,1 0-1 0 0,-1-1 0 0 0,1 1 0 0 0,0 0 1 0 0,-1 0-1 0 0,1 0 0 0 0,-1 0 0 0 0,1 0 1 0 0,-1 0-1 0 0,-8 16 1045 0 0,2 30 0 0 0,-8 350 2602 0 0,11-325-3465 0 0,-1 13-245 0 0,4 0 0 0 0,12 110 0 0 0,37 511-792 0 0,-34-366 501 0 0,-9 29 246 0 0,-3-83 0 0 0,33 263 1455 0 0,-27-453-1355 0 0,10 266-71 0 0,13 135 120 0 0,5 63 294 0 0,-26-313-394 0 0,-7 530 1052 0 0,4-123-1136 0 0,-5-594 84 0 0,10 201 55 0 0,2 436-699 0 0,-5-262 1155 0 0,-2-29 2292 0 0,-5-101-900 0 0,-2-293-2125 0 0,0 7 609 0 0,3-6-5718 0 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3:10.253"/>
    </inkml:context>
    <inkml:brush xml:id="br0">
      <inkml:brushProperty name="width" value="0.1" units="cm"/>
      <inkml:brushProperty name="height" value="0.1" units="cm"/>
      <inkml:brushProperty name="color" value="#FF0066"/>
    </inkml:brush>
  </inkml:definitions>
  <inkml:trace contextRef="#ctx0" brushRef="#br0">6 1 920 0 0,'0'0'67'0'0,"-3"2"1031"0"0,3-1-959 0 0,0-1-1 0 0,-1 0 0 0 0,1 1 1 0 0,0-1-1 0 0,0 0 0 0 0,-1 1 1 0 0,1-1-1 0 0,0 1 0 0 0,0-1 1 0 0,0 0-1 0 0,0 1 0 0 0,0-1 0 0 0,0 1 1 0 0,0-1-1 0 0,0 0 0 0 0,0 1 1 0 0,0-1-1 0 0,0 1 0 0 0,0-1 1 0 0,0 1-1 0 0,0-1 0 0 0,0 0 1 0 0,0 1-1 0 0,0-1 0 0 0,0 1 1 0 0,1-1-1 0 0,-1 0 0 0 0,0 1 1 0 0,0-1-1 0 0,1 0 0 0 0,-1 1 1 0 0,5 12 799 0 0,-1 0-196 0 0,-2 1 0 0 0,0-1 0 0 0,-1 1 1 0 0,0 25-1 0 0,-1-12-227 0 0,-1 185 950 0 0,1-208-1458 0 0,0 0 31 0 0,0 1 1 0 0,0-1-1 0 0,1 0 1 0 0,-1 0-1 0 0,1 0 1 0 0,0 0-1 0 0,0 0 1 0 0,1 0-1 0 0,-1 0 0 0 0,4 7 1 0 0,-4-11-54 0 0,-1 0-1 0 0,0 0 1 0 0,1 0 0 0 0,-1 0 0 0 0,0 0-1 0 0,1 0 1 0 0,-1 0 0 0 0,0 0 0 0 0,1 0-1 0 0,-1 0 1 0 0,0 0 0 0 0,1 0 0 0 0,-1 0-1 0 0,1 0 1 0 0,-1 0 0 0 0,0 0 0 0 0,1-1-1 0 0,-1 1 1 0 0,0 0 0 0 0,0 0 0 0 0,1 0-1 0 0,-1 0 1 0 0,0-1 0 0 0,1 1 0 0 0,-1 0-1 0 0,0 0 1 0 0,1-1 0 0 0,0 0-173 0 0,3-3-405 0 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28.889"/>
    </inkml:context>
    <inkml:brush xml:id="br0">
      <inkml:brushProperty name="width" value="0.1" units="cm"/>
      <inkml:brushProperty name="height" value="0.1" units="cm"/>
      <inkml:brushProperty name="color" value="#E71224"/>
    </inkml:brush>
  </inkml:definitions>
  <inkml:trace contextRef="#ctx0" brushRef="#br0">26 79 10138 0 0,'-3'-4'411'0'0,"0"0"-1"0"0,1 0 1 0 0,-1 0-1 0 0,1-1 1 0 0,0 1 0 0 0,0-1-1 0 0,0 0 1 0 0,0 0-1 0 0,1 0 1 0 0,0 0-1 0 0,0 1 1 0 0,0-2-1 0 0,1-5 1 0 0,0 11-346 0 0,0-1 0 0 0,1 0-1 0 0,-1 1 1 0 0,1-1 0 0 0,-1 1 0 0 0,0-1 0 0 0,1 1-1 0 0,-1 0 1 0 0,1-1 0 0 0,-1 1 0 0 0,1-1 0 0 0,-1 1-1 0 0,1 0 1 0 0,0 0 0 0 0,-1-1 0 0 0,1 1-1 0 0,-1 0 1 0 0,1 0 0 0 0,0-1 0 0 0,-1 1 0 0 0,1 0-1 0 0,0 0 1 0 0,-1 0 0 0 0,1 0 0 0 0,0 0 0 0 0,-1 0-1 0 0,1 0 1 0 0,0 0 0 0 0,-1 0 0 0 0,1 1-1 0 0,-1-1 1 0 0,1 0 0 0 0,0 0 0 0 0,-1 1 0 0 0,1-1-1 0 0,-1 0 1 0 0,2 1 0 0 0,26 14 780 0 0,-24-13-667 0 0,248 182 2155 0 0,-61-41-2034 0 0,-32-28-138 0 0,96 61-1323 0 0,-247-171-687 0 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29.206"/>
    </inkml:context>
    <inkml:brush xml:id="br0">
      <inkml:brushProperty name="width" value="0.1" units="cm"/>
      <inkml:brushProperty name="height" value="0.1" units="cm"/>
      <inkml:brushProperty name="color" value="#E71224"/>
    </inkml:brush>
  </inkml:definitions>
  <inkml:trace contextRef="#ctx0" brushRef="#br0">336 20 8754 0 0,'0'-1'147'0'0,"0"0"0"0"0,1 0 1 0 0,-1 0-1 0 0,1 0 0 0 0,0 0 1 0 0,-1 0-1 0 0,1 0 0 0 0,0 0 1 0 0,0 0-1 0 0,0 0 0 0 0,-1 0 0 0 0,1 0 1 0 0,0 0-1 0 0,0 1 0 0 0,0-1 1 0 0,0 0-1 0 0,0 1 0 0 0,1-1 0 0 0,-1 1 1 0 0,0-1-1 0 0,0 1 0 0 0,0-1 1 0 0,0 1-1 0 0,1 0 0 0 0,-1 0 1 0 0,0 0-1 0 0,0-1 0 0 0,0 1 0 0 0,1 0 1 0 0,-1 1-1 0 0,0-1 0 0 0,0 0 1 0 0,1 0-1 0 0,-1 0 0 0 0,0 1 1 0 0,0-1-1 0 0,0 1 0 0 0,0-1 0 0 0,0 1 1 0 0,1-1-1 0 0,-1 1 0 0 0,0-1 1 0 0,0 1-1 0 0,0 0 0 0 0,0 0 0 0 0,-1 0 1 0 0,1 0-1 0 0,0-1 0 0 0,0 1 1 0 0,0 0-1 0 0,-1 0 0 0 0,1 0 1 0 0,0 1-1 0 0,-1-1 0 0 0,1 0 0 0 0,-1 0 1 0 0,0 0-1 0 0,1 0 0 0 0,-1 0 1 0 0,0 1-1 0 0,1-1 0 0 0,-1 0 0 0 0,0 0 1 0 0,0 1-1 0 0,0-1 0 0 0,-1 2 1 0 0,-5 19 348 0 0,-2 0 1 0 0,0 0 0 0 0,-2-1 0 0 0,0 0 0 0 0,-1 0-1 0 0,-16 20 1 0 0,0 4-322 0 0,-228 444-711 0 0,251-481 474 0 0,-15 40-1921 0 0,18-46 1800 0 0,0 0-1 0 0,0 0 0 0 0,1 0 1 0 0,-1 0-1 0 0,1 0 1 0 0,0 0-1 0 0,-1 0 1 0 0,1 1-1 0 0,0-1 0 0 0,0 0 1 0 0,0 0-1 0 0,1 0 1 0 0,-1 0-1 0 0,0 0 0 0 0,1 0 1 0 0,-1 1-1 0 0,1-1 1 0 0,1 3-1 0 0,3-4 141 0 0,3-6 43 0 0</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29.966"/>
    </inkml:context>
    <inkml:brush xml:id="br0">
      <inkml:brushProperty name="width" value="0.1" units="cm"/>
      <inkml:brushProperty name="height" value="0.1" units="cm"/>
      <inkml:brushProperty name="color" value="#E71224"/>
    </inkml:brush>
  </inkml:definitions>
  <inkml:trace contextRef="#ctx0" brushRef="#br0">2 331 5065 0 0,'-1'-2'259'0'0,"1"0"1"0"0,0 0-1 0 0,0 0 0 0 0,0-1 0 0 0,0 1 1 0 0,0 0-1 0 0,0 0 0 0 0,0 0 1 0 0,1 0-1 0 0,-1 0 0 0 0,1 0 0 0 0,0 0 1 0 0,0 0-1 0 0,-1 0 0 0 0,1 0 1 0 0,0 0-1 0 0,1 0 0 0 0,-1 0 0 0 0,2-2 1 0 0,-2 2 258 0 0,1 0 0 0 0,-1 0 1 0 0,1 0-1 0 0,-1 0 1 0 0,1 1-1 0 0,0-1 0 0 0,-1 0 1 0 0,1 1-1 0 0,0-1 0 0 0,0 1 1 0 0,0 0-1 0 0,0-1 1 0 0,1 1-1 0 0,-1 0 0 0 0,0 0 1 0 0,0 1-1 0 0,4-2 1 0 0,-1 3-444 0 0,-1-1 1 0 0,1 1-1 0 0,0 0 1 0 0,0 1-1 0 0,-1-1 1 0 0,1 1-1 0 0,-1 0 1 0 0,0 0-1 0 0,1 0 1 0 0,-1 1-1 0 0,0 0 1 0 0,0-1-1 0 0,0 1 1 0 0,-1 1-1 0 0,1-1 1 0 0,-1 1 0 0 0,0-1-1 0 0,0 1 1 0 0,0 0-1 0 0,0 0 1 0 0,-1 0-1 0 0,1 0 1 0 0,1 5-1 0 0,6 12 308 0 0,-1 1 0 0 0,0 0-1 0 0,6 30 1 0 0,-13-46-383 0 0,0-2 0 0 0,-1 1 0 0 0,1-1 0 0 0,-1 1 0 0 0,0 0 0 0 0,0-1 0 0 0,-1 1 0 0 0,1 0 0 0 0,-1-1 0 0 0,0 1 0 0 0,0 0 0 0 0,-2 5 0 0 0,2-10 2 0 0,-1 0 1 0 0,1 0-1 0 0,-1 0 0 0 0,1 0 1 0 0,-1 0-1 0 0,1 0 0 0 0,-1 0 1 0 0,1 0-1 0 0,-1 0 1 0 0,1 0-1 0 0,-1 0 0 0 0,1-1 1 0 0,-1 1-1 0 0,1 0 0 0 0,-1 0 1 0 0,1 0-1 0 0,0-1 0 0 0,-1 1 1 0 0,1 0-1 0 0,-1 0 0 0 0,1-1 1 0 0,0 1-1 0 0,-1 0 1 0 0,1-1-1 0 0,-1 1 0 0 0,1-1 1 0 0,0 1-1 0 0,0 0 0 0 0,-1-1 1 0 0,1 1-1 0 0,0-1 0 0 0,0 1 1 0 0,-1-1-1 0 0,1 0 1 0 0,-12-17 95 0 0,5 5-10 0 0,1 0 0 0 0,0-1-1 0 0,1 0 1 0 0,1 0 0 0 0,0 0 0 0 0,1 0-1 0 0,0-1 1 0 0,1 1 0 0 0,1-1 0 0 0,0 0-1 0 0,2-26 1 0 0,2 17-102 0 0,0 0 0 0 0,1 1 0 0 0,2 0 0 0 0,0 0 0 0 0,1 0 0 0 0,17-35 0 0 0,-18 47-86 0 0,0-1 1 0 0,16-19-1 0 0,-20 27-22 0 0,0 1 0 0 0,1 0 0 0 0,0 0 0 0 0,0 0 0 0 0,0 1 0 0 0,0-1-1 0 0,0 1 1 0 0,1 0 0 0 0,-1 0 0 0 0,1 0 0 0 0,-1 0 0 0 0,1 0 0 0 0,6-1 0 0 0,5 2-967 0 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30.356"/>
    </inkml:context>
    <inkml:brush xml:id="br0">
      <inkml:brushProperty name="width" value="0.1" units="cm"/>
      <inkml:brushProperty name="height" value="0.1" units="cm"/>
      <inkml:brushProperty name="color" value="#E71224"/>
    </inkml:brush>
  </inkml:definitions>
  <inkml:trace contextRef="#ctx0" brushRef="#br0">1 342 4145 0 0,'0'-1'208'0'0,"0"-1"-1"0"0,0 1 1 0 0,0 0-1 0 0,0-1 1 0 0,0 1 0 0 0,0 0-1 0 0,0-1 1 0 0,0 1 0 0 0,0 0-1 0 0,1-1 1 0 0,-1 1-1 0 0,1 0 1 0 0,-1 0 0 0 0,1-1-1 0 0,-1 1 1 0 0,1 0 0 0 0,0 0-1 0 0,0 0 1 0 0,-1 0-1 0 0,1 0 1 0 0,0 0 0 0 0,0 0-1 0 0,2-1 1 0 0,29-28 3357 0 0,-21 20-2150 0 0,2-2-308 0 0,-1-1-1 0 0,0 0 0 0 0,-1 0 1 0 0,-1-1-1 0 0,14-24 1 0 0,-21 33-1112 0 0,-1 0 0 0 0,1-1 0 0 0,-1 1 1 0 0,0-1-1 0 0,0 0 0 0 0,0 0 1 0 0,-1 0-1 0 0,0 0 0 0 0,0 0 0 0 0,-1 0 1 0 0,0 0-1 0 0,0 0 0 0 0,0 0 1 0 0,-1 0-1 0 0,1 0 0 0 0,-1 0 1 0 0,-1 0-1 0 0,1 0 0 0 0,-5-8 0 0 0,5 11-60 0 0,0 1-1 0 0,0-1 0 0 0,-1 0 0 0 0,1 1 0 0 0,-1 0 0 0 0,1-1 0 0 0,-1 1 1 0 0,0 0-1 0 0,0 0 0 0 0,0 0 0 0 0,0 0 0 0 0,-1 0 0 0 0,1 1 1 0 0,0-1-1 0 0,-1 1 0 0 0,1-1 0 0 0,-1 1 0 0 0,0 0 0 0 0,1 0 0 0 0,-1 0 1 0 0,0 0-1 0 0,0 0 0 0 0,1 1 0 0 0,-1-1 0 0 0,0 1 0 0 0,0 0 0 0 0,0 0 1 0 0,0 0-1 0 0,0 0 0 0 0,1 1 0 0 0,-1-1 0 0 0,0 1 0 0 0,0-1 1 0 0,0 1-1 0 0,1 0 0 0 0,-1 0 0 0 0,0 0 0 0 0,1 1 0 0 0,-1-1 0 0 0,1 0 1 0 0,-1 1-1 0 0,1 0 0 0 0,0 0 0 0 0,0-1 0 0 0,0 1 0 0 0,0 1 0 0 0,0-1 1 0 0,0 0-1 0 0,0 0 0 0 0,1 1 0 0 0,-1-1 0 0 0,-1 4 0 0 0,-1 3-95 0 0,0-1-1 0 0,1 1 0 0 0,0 0 1 0 0,1 1-1 0 0,-1-1 1 0 0,2 0-1 0 0,-1 1 0 0 0,1-1 1 0 0,1 1-1 0 0,0-1 0 0 0,0 1 1 0 0,3 16-1 0 0,-1-13 76 0 0,1-1 0 0 0,1 0 0 0 0,0 0 1 0 0,0 0-1 0 0,1 0 0 0 0,1-1 0 0 0,0 0 0 0 0,1 0 0 0 0,9 13 0 0 0,-9-15-60 0 0,1 0 0 0 0,0-1-1 0 0,0 0 1 0 0,1 0 0 0 0,0 0-1 0 0,0-2 1 0 0,0 1 0 0 0,1-1 0 0 0,0 0-1 0 0,13 5 1 0 0,-15-8-144 0 0,0-1 0 0 0,1 1 0 0 0,-1-1 0 0 0,1 0 0 0 0,-1-1-1 0 0,1 0 1 0 0,0-1 0 0 0,-1 0 0 0 0,1 0 0 0 0,0 0 0 0 0,-1-1 0 0 0,1-1 0 0 0,-1 1 0 0 0,12-5 0 0 0,4-2-3263 0 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30.801"/>
    </inkml:context>
    <inkml:brush xml:id="br0">
      <inkml:brushProperty name="width" value="0.1" units="cm"/>
      <inkml:brushProperty name="height" value="0.1" units="cm"/>
      <inkml:brushProperty name="color" value="#E71224"/>
    </inkml:brush>
  </inkml:definitions>
  <inkml:trace contextRef="#ctx0" brushRef="#br0">298 357 3193 0 0,'1'-1'0'0'0,"0"-1"-1"0"0,0 1 1 0 0,0 0 0 0 0,-1-1 0 0 0,1 1 0 0 0,0-1 0 0 0,-1 1 0 0 0,1-1 0 0 0,-1 1-1 0 0,1-1 1 0 0,-1 1 0 0 0,1-3 0 0 0,-1 3 65 0 0,0 1 0 0 0,0-1 0 0 0,0 1 0 0 0,-1-1 0 0 0,1 1 0 0 0,0 0 0 0 0,0-1 0 0 0,0 1 0 0 0,0 0 0 0 0,-1-1 0 0 0,1 1 0 0 0,0-1 0 0 0,0 1 0 0 0,-1 0 0 0 0,1-1-1 0 0,0 1 1 0 0,-1 0 0 0 0,1 0 0 0 0,0-1 0 0 0,-1 1 0 0 0,1 0 0 0 0,0 0 0 0 0,-1 0 0 0 0,1-1 0 0 0,-1 1 0 0 0,1 0 0 0 0,0 0 0 0 0,-1 0 0 0 0,0 0 0 0 0,-3-1 465 0 0,0 1 0 0 0,1 0 0 0 0,-1 0 0 0 0,0 1 0 0 0,0-1 0 0 0,0 1 0 0 0,0 0 0 0 0,-6 2 0 0 0,-7 4 450 0 0,1-1-1 0 0,0 2 1 0 0,1 0-1 0 0,0 1 1 0 0,-20 15-1 0 0,19-11-541 0 0,0 1 1 0 0,1 0-1 0 0,0 1 0 0 0,1 1 0 0 0,1 0 0 0 0,0 1 0 0 0,-14 25 0 0 0,25-38-311 0 0,0 0 1 0 0,0 1-1 0 0,1-1 0 0 0,-1 0 0 0 0,1 1 0 0 0,0-1 0 0 0,0 1 1 0 0,1-1-1 0 0,-1 1 0 0 0,1-1 0 0 0,0 1 0 0 0,0-1 1 0 0,0 1-1 0 0,1-1 0 0 0,0 1 0 0 0,0-1 0 0 0,1 6 1 0 0,-1-8-76 0 0,0-1 1 0 0,0 1 0 0 0,0 0 0 0 0,0 0 0 0 0,0-1 0 0 0,0 1-1 0 0,0-1 1 0 0,1 1 0 0 0,-1-1 0 0 0,0 1 0 0 0,1-1-1 0 0,-1 0 1 0 0,1 0 0 0 0,0 0 0 0 0,-1 0 0 0 0,4 2-1 0 0,-2-2-52 0 0,0-1 0 0 0,0 1-1 0 0,-1-1 1 0 0,1 1 0 0 0,0-1-1 0 0,0 0 1 0 0,0 0 0 0 0,-1 0-1 0 0,1-1 1 0 0,0 1 0 0 0,0-1-1 0 0,0 1 1 0 0,-1-1-1 0 0,6-2 1 0 0,-1-1-86 0 0,1 0 1 0 0,-1 0-1 0 0,0-1 0 0 0,0 1 0 0 0,-1-2 1 0 0,0 1-1 0 0,0-1 0 0 0,0 0 0 0 0,0 0 1 0 0,-1-1-1 0 0,0 1 0 0 0,-1-1 1 0 0,1 0-1 0 0,-1-1 0 0 0,0 1 0 0 0,3-10 1 0 0,1-5-489 0 0,0-1 0 0 0,-1 0 0 0 0,-2 0 1 0 0,5-34-1 0 0,-7 22-143 0 0,-2 0 1 0 0,-5-68-1 0 0,-21-68 1220 0 0,21 144 24 0 0,-6 7 3730 0 0,13 35-3415 0 0,30 191 807 0 0,-22-125-1407 0 0,26 102 1 0 0,-29-156-765 0 0,1 0 0 0 0,1-1 0 0 0,26 48 0 0 0,-23-53-574 0 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31.068"/>
    </inkml:context>
    <inkml:brush xml:id="br0">
      <inkml:brushProperty name="width" value="0.1" units="cm"/>
      <inkml:brushProperty name="height" value="0.1" units="cm"/>
      <inkml:brushProperty name="color" value="#E71224"/>
    </inkml:brush>
  </inkml:definitions>
  <inkml:trace contextRef="#ctx0" brushRef="#br0">3 48 7834 0 0,'-2'-4'3983'0'0,"2"4"-3919"0"0,7-8 2774 0 0,12-7 300 0 0,-7 11-2363 0 0,0 0-1 0 0,1 0 0 0 0,15-2 1 0 0,-24 5-884 0 0,0 0 1 0 0,1 1-1 0 0,-1-1 0 0 0,0 1 1 0 0,0 0-1 0 0,0 1 0 0 0,1-1 1 0 0,-1 1-1 0 0,0-1 0 0 0,0 1 1 0 0,0 0-1 0 0,0 1 0 0 0,7 2 0 0 0,-4 2-1200 0 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31.243"/>
    </inkml:context>
    <inkml:brush xml:id="br0">
      <inkml:brushProperty name="width" value="0.1" units="cm"/>
      <inkml:brushProperty name="height" value="0.1" units="cm"/>
      <inkml:brushProperty name="color" value="#E71224"/>
    </inkml:brush>
  </inkml:definitions>
  <inkml:trace contextRef="#ctx0" brushRef="#br0">1 77 2304 0 0,'2'6'4051'0'0,"-2"-6"-3956"0"0,12-1 2724 0 0,14-7 634 0 0,-22 7-2724 0 0,61-23 4857 0 0,8-2-2636 0 0,0 6-3590 0 0,-56 18 276 0 0,-1 1 201 0 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37.246"/>
    </inkml:context>
    <inkml:brush xml:id="br0">
      <inkml:brushProperty name="width" value="0.1" units="cm"/>
      <inkml:brushProperty name="height" value="0.1" units="cm"/>
      <inkml:brushProperty name="color" value="#E71224"/>
    </inkml:brush>
  </inkml:definitions>
  <inkml:trace contextRef="#ctx0" brushRef="#br0">433 24 7834 0 0,'-2'-2'233'0'0,"1"0"1"0"0,-1 0-1 0 0,0 1 1 0 0,0-1-1 0 0,0 0 1 0 0,0 1-1 0 0,0-1 0 0 0,0 1 1 0 0,0 0-1 0 0,0-1 1 0 0,0 1-1 0 0,-1 0 1 0 0,1 1-1 0 0,0-1 1 0 0,-1 0-1 0 0,1 0 1 0 0,-1 1-1 0 0,-2-1 1 0 0,0 1 104 0 0,0 0 1 0 0,0 1 0 0 0,-1-1 0 0 0,1 1 0 0 0,1 0-1 0 0,-1 0 1 0 0,0 1 0 0 0,-8 3 0 0 0,0 1 179 0 0,1 1 0 0 0,-1 0 1 0 0,1 1-1 0 0,1 0 1 0 0,-19 17-1 0 0,11-5-392 0 0,0 2-1 0 0,1 0 1 0 0,2 1-1 0 0,0 0 1 0 0,1 1-1 0 0,2 1 1 0 0,0 1-1 0 0,2 0 1 0 0,1 0-1 0 0,-8 28 1 0 0,4 2 137 0 0,2 0-1 0 0,3 1 1 0 0,-4 111-1 0 0,12-140-264 0 0,2 1-1 0 0,1-1 0 0 0,1 0 1 0 0,2 0-1 0 0,0-1 0 0 0,2 0 1 0 0,1 0-1 0 0,19 44 0 0 0,-22-60 4 0 0,1-1 0 0 0,1 1 0 0 0,-1-1 0 0 0,2 0 0 0 0,-1-1-1 0 0,1 0 1 0 0,1 0 0 0 0,-1-1 0 0 0,18 13 0 0 0,-17-16 3 0 0,-1 0 0 0 0,1 0 0 0 0,0-1 0 0 0,0-1 0 0 0,0 1 0 0 0,1-2 0 0 0,-1 1 0 0 0,1-1 0 0 0,-1 0 0 0 0,1-1 0 0 0,0 0-1 0 0,0-1 1 0 0,14-1 0 0 0,-15 0 38 0 0,1 0-1 0 0,-1 0 1 0 0,0-1-1 0 0,0 0 0 0 0,0-1 1 0 0,0 0-1 0 0,0 0 0 0 0,0-1 1 0 0,-1 0-1 0 0,1-1 1 0 0,-1 0-1 0 0,-1 0 0 0 0,1 0 1 0 0,12-13-1 0 0,-15 13-11 0 0,0-1-1 0 0,0 0 1 0 0,-1-1 0 0 0,0 1-1 0 0,0-1 1 0 0,0 1 0 0 0,-1-1-1 0 0,0 0 1 0 0,-1 0 0 0 0,1-1-1 0 0,-1 1 1 0 0,-1 0 0 0 0,1-1-1 0 0,-1 1 1 0 0,-1-1 0 0 0,1 0-1 0 0,-1 1 1 0 0,-2-14 0 0 0,-1 0 89 0 0,-1 1 0 0 0,-1 0 0 0 0,-1 1-1 0 0,0-1 1 0 0,-2 1 0 0 0,0 1 0 0 0,-16-27 0 0 0,19 36-74 0 0,0 1-1 0 0,0 0 0 0 0,-1 0 1 0 0,0 0-1 0 0,-1 1 0 0 0,0 0 1 0 0,0 0-1 0 0,0 0 0 0 0,-1 1 1 0 0,0 0-1 0 0,0 1 0 0 0,0 0 1 0 0,-1 0-1 0 0,0 1 0 0 0,0 0 1 0 0,0 1-1 0 0,-15-5 0 0 0,16 8-51 0 0,0 0 0 0 0,-1 0 0 0 0,1 0 0 0 0,0 1-1 0 0,-1 0 1 0 0,1 1 0 0 0,0 0 0 0 0,0 0-1 0 0,0 1 1 0 0,0 0 0 0 0,1 0 0 0 0,-1 1 0 0 0,1 0-1 0 0,0 0 1 0 0,0 0 0 0 0,0 1 0 0 0,0 0-1 0 0,-6 8 1 0 0,-14 12-649 0 0,2 1 1 0 0,-38 52-1 0 0,58-72 440 0 0,-10 15-1819 0 0,3 0-5081 0 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37.724"/>
    </inkml:context>
    <inkml:brush xml:id="br0">
      <inkml:brushProperty name="width" value="0.1" units="cm"/>
      <inkml:brushProperty name="height" value="0.1" units="cm"/>
      <inkml:brushProperty name="color" value="#E71224"/>
    </inkml:brush>
  </inkml:definitions>
  <inkml:trace contextRef="#ctx0" brushRef="#br0">83 127 9994 0 0,'-7'-12'409'0'0,"6"10"140"0"0,0-1-1 0 0,-1 1 0 0 0,1 0 0 0 0,0-1 1 0 0,-1 1-1 0 0,0 0 0 0 0,1 0 1 0 0,-1 0-1 0 0,-3-2 0 0 0,4 4-437 0 0,1 0-1 0 0,-1 0 1 0 0,0 0-1 0 0,0 0 1 0 0,0 0 0 0 0,0 0-1 0 0,0 0 1 0 0,0 0-1 0 0,0 0 1 0 0,0 0-1 0 0,1 0 1 0 0,-1 0 0 0 0,0 1-1 0 0,0-1 1 0 0,0 0-1 0 0,0 1 1 0 0,0-1-1 0 0,1 1 1 0 0,-1-1 0 0 0,0 1-1 0 0,0-1 1 0 0,1 1-1 0 0,-1-1 1 0 0,0 1-1 0 0,1 0 1 0 0,-1-1 0 0 0,1 1-1 0 0,-1 0 1 0 0,1 0-1 0 0,-1-1 1 0 0,1 1 0 0 0,-1 0-1 0 0,1 0 1 0 0,-1 1-1 0 0,-3 6-9 0 0,-1 1 0 0 0,1 0-1 0 0,0 0 1 0 0,1 1 0 0 0,0-1 0 0 0,1 1-1 0 0,0-1 1 0 0,0 1 0 0 0,1 0 0 0 0,0 0-1 0 0,1 14 1 0 0,1 15 303 0 0,10 56 0 0 0,-11-94-404 0 0,6 38-495 0 0,0-1 1 0 0,3 0 0 0 0,1 0 0 0 0,26 63 0 0 0,-30-90 302 0 0,0 0 0 0 0,0 0 0 0 0,1-1 0 0 0,0 1-1 0 0,1-2 1 0 0,0 1 0 0 0,1-1 0 0 0,10 9 0 0 0,-12-12 132 0 0,0-1-1 0 0,1-1 0 0 0,-1 1 1 0 0,1-1-1 0 0,0-1 1 0 0,-1 1-1 0 0,2-1 0 0 0,-1-1 1 0 0,0 0-1 0 0,1 0 1 0 0,-1 0-1 0 0,1-1 1 0 0,8 0-1 0 0,-12-1 26 0 0,0 0 0 0 0,-1 0 0 0 0,1 0 0 0 0,0-1 1 0 0,-1 0-1 0 0,1 0 0 0 0,-1 0 0 0 0,1 0 0 0 0,-1-1 0 0 0,0 0 0 0 0,1 1 1 0 0,-1-2-1 0 0,0 1 0 0 0,0 0 0 0 0,-1-1 0 0 0,6-4 0 0 0,-4 2 93 0 0,0 0 0 0 0,-1-1 0 0 0,1 0 0 0 0,-1 0 0 0 0,0 0-1 0 0,-1 0 1 0 0,1-1 0 0 0,-1 1 0 0 0,3-11 0 0 0,0-6 356 0 0,-1-1 1 0 0,0 1-1 0 0,-2-1 1 0 0,-1 0-1 0 0,-1-29 0 0 0,-3-22 414 0 0,-3 1-1 0 0,-4 0 0 0 0,-21-87 0 0 0,28 150-780 0 0,-1 0 0 0 0,0 1 1 0 0,-1 0-1 0 0,0 0 0 0 0,-1 0 0 0 0,-7-12 0 0 0,11 20-72 0 0,-1-1 1 0 0,1 1-1 0 0,-1 0 0 0 0,0 0 0 0 0,1 1 1 0 0,-1-1-1 0 0,0 0 0 0 0,0 0 0 0 0,0 1 1 0 0,0-1-1 0 0,-1 1 0 0 0,1 0 0 0 0,0 0 1 0 0,0 0-1 0 0,-1 0 0 0 0,1 0 0 0 0,-1 0 1 0 0,1 1-1 0 0,-1-1 0 0 0,1 1 0 0 0,-1-1 1 0 0,1 1-1 0 0,-1 0 0 0 0,0 0 0 0 0,1 0 1 0 0,-1 1-1 0 0,1-1 0 0 0,-1 0 0 0 0,1 1 1 0 0,-1 0-1 0 0,1 0 0 0 0,-3 1 0 0 0,-7 3-711 0 0,1 1-1 0 0,0 1 1 0 0,0 0-1 0 0,1 1 1 0 0,0 0-1 0 0,0 0 1 0 0,-12 15-1 0 0,7-6-5316 0 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38.120"/>
    </inkml:context>
    <inkml:brush xml:id="br0">
      <inkml:brushProperty name="width" value="0.1" units="cm"/>
      <inkml:brushProperty name="height" value="0.1" units="cm"/>
      <inkml:brushProperty name="color" value="#E71224"/>
    </inkml:brush>
  </inkml:definitions>
  <inkml:trace contextRef="#ctx0" brushRef="#br0">139 84 10138 0 0,'-3'-6'548'0'0,"-1"1"0"0"0,0 0 0 0 0,-1 0 0 0 0,1 0 0 0 0,-1 1 0 0 0,0-1 0 0 0,-8-5 0 0 0,11 9-419 0 0,1 0 0 0 0,0 0-1 0 0,-1 1 1 0 0,1-1-1 0 0,-1 0 1 0 0,1 1-1 0 0,-1-1 1 0 0,1 1-1 0 0,-1 0 1 0 0,1-1-1 0 0,-1 1 1 0 0,0 0-1 0 0,1 0 1 0 0,-1 0 0 0 0,1 0-1 0 0,-1 0 1 0 0,1 0-1 0 0,-1 1 1 0 0,0-1-1 0 0,1 0 1 0 0,-1 1-1 0 0,1 0 1 0 0,-1-1-1 0 0,1 1 1 0 0,0 0-1 0 0,-1-1 1 0 0,1 1-1 0 0,0 0 1 0 0,-1 0 0 0 0,1 0-1 0 0,0 0 1 0 0,0 0-1 0 0,0 1 1 0 0,0-1-1 0 0,0 0 1 0 0,0 0-1 0 0,-1 2 1 0 0,-4 8-6 0 0,0-1-1 0 0,1 1 1 0 0,1 0 0 0 0,-1 0 0 0 0,2 1-1 0 0,-1-1 1 0 0,2 1 0 0 0,-1 0 0 0 0,2-1-1 0 0,-1 1 1 0 0,2 13 0 0 0,0-3 60 0 0,0 0 1 0 0,2-1-1 0 0,1 1 1 0 0,1-1-1 0 0,8 27 1 0 0,-8-36-204 0 0,1 0 0 0 0,1-1 1 0 0,0 1-1 0 0,0-1 1 0 0,1 0-1 0 0,1-1 0 0 0,0 1 1 0 0,0-2-1 0 0,1 1 0 0 0,0-1 1 0 0,0 0-1 0 0,1-1 1 0 0,21 13-1 0 0,-23-15 6 0 0,1-1-1 0 0,0 0 1 0 0,1-1-1 0 0,-1 0 1 0 0,1 0 0 0 0,0-1-1 0 0,0 0 1 0 0,0-1 0 0 0,1 0-1 0 0,-1-1 1 0 0,0 0-1 0 0,1 0 1 0 0,-1-1 0 0 0,0-1-1 0 0,1 1 1 0 0,-1-2 0 0 0,17-3-1 0 0,-22 3 40 0 0,0 1 1 0 0,0-1-1 0 0,-1 0 0 0 0,1-1 0 0 0,0 1 1 0 0,-1-1-1 0 0,1 0 0 0 0,-1 0 0 0 0,0 0 1 0 0,0-1-1 0 0,0 1 0 0 0,0-1 0 0 0,-1 0 0 0 0,1 0 1 0 0,-1 0-1 0 0,0-1 0 0 0,-1 1 0 0 0,1-1 1 0 0,-1 0-1 0 0,1 1 0 0 0,-2-1 0 0 0,1 0 0 0 0,0 0 1 0 0,-1-1-1 0 0,0 1 0 0 0,0 0 0 0 0,-1 0 1 0 0,1-1-1 0 0,-1 1 0 0 0,-1-10 0 0 0,-2-13 96 0 0,-1 1-1 0 0,-1 1 1 0 0,-2-1-1 0 0,-16-44 1 0 0,12 40-104 0 0,0-5-22 0 0,6 16-28 0 0,-1 0 0 0 0,-1 1-1 0 0,-1-1 1 0 0,-1 2 0 0 0,0-1 0 0 0,-13-17 0 0 0,8 22-1593 0 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38.753"/>
    </inkml:context>
    <inkml:brush xml:id="br0">
      <inkml:brushProperty name="width" value="0.1" units="cm"/>
      <inkml:brushProperty name="height" value="0.1" units="cm"/>
      <inkml:brushProperty name="color" value="#E71224"/>
    </inkml:brush>
  </inkml:definitions>
  <inkml:trace contextRef="#ctx0" brushRef="#br0">1 115 4145 0 0,'14'-23'2658'0'0,"19"-28"1177"0"0,-31 49-3533 0 0,0-1 0 0 0,0 1 0 0 0,1 0 1 0 0,-1-1-1 0 0,0 1 0 0 0,1 1 1 0 0,-1-1-1 0 0,1 0 0 0 0,0 0 0 0 0,-1 1 1 0 0,1 0-1 0 0,0-1 0 0 0,0 1 0 0 0,0 0 1 0 0,5-1-1 0 0,-6 3-158 0 0,0-1 0 0 0,-1 0 0 0 0,1 1 0 0 0,0-1-1 0 0,0 1 1 0 0,-1 0 0 0 0,1-1 0 0 0,-1 1 0 0 0,1 0 0 0 0,0 0 0 0 0,-1 0 0 0 0,1 0-1 0 0,-1 0 1 0 0,0 1 0 0 0,1-1 0 0 0,-1 0 0 0 0,0 1 0 0 0,0-1 0 0 0,0 1 0 0 0,0-1 0 0 0,0 1-1 0 0,0-1 1 0 0,0 1 0 0 0,-1 0 0 0 0,1-1 0 0 0,0 4 0 0 0,15 52 709 0 0,-14-51-743 0 0,4 41-94 0 0,-5-35-72 0 0,1-1 0 0 0,0 1 0 0 0,0 0 1 0 0,5 13-1 0 0,-7-25 57 0 0,0 0 1 0 0,0 0-1 0 0,0 0 1 0 0,0 0-1 0 0,0 0 0 0 0,0 1 1 0 0,1-1-1 0 0,-1 0 0 0 0,0 0 1 0 0,0 0-1 0 0,0 0 1 0 0,0 0-1 0 0,0 0 0 0 0,0 0 1 0 0,0 0-1 0 0,0 1 1 0 0,0-1-1 0 0,0 0 0 0 0,1 0 1 0 0,-1 0-1 0 0,0 0 0 0 0,0 0 1 0 0,0 0-1 0 0,0 0 1 0 0,0 0-1 0 0,0 0 0 0 0,0 0 1 0 0,1 0-1 0 0,-1 0 1 0 0,0 0-1 0 0,0 0 0 0 0,0 0 1 0 0,0 0-1 0 0,0 0 0 0 0,0 0 1 0 0,1 0-1 0 0,-1 0 1 0 0,0 0-1 0 0,0 0 0 0 0,0 0 1 0 0,0 0-1 0 0,0 0 1 0 0,0 0-1 0 0,1 0 0 0 0,-1 0 1 0 0,0 0-1 0 0,0 0 0 0 0,0-1 1 0 0,0 1-1 0 0,0 0 1 0 0,0 0-1 0 0,7-9-25 0 0,5-15-126 0 0,-11 23 131 0 0,26-69 67 0 0,-22 53 228 0 0,0 1 0 0 0,1 0-1 0 0,1 1 1 0 0,1-1 0 0 0,14-20 0 0 0,-22 36-250 0 0,1-1 0 0 0,-1 1 0 0 0,1-1 0 0 0,-1 0 1 0 0,1 1-1 0 0,-1-1 0 0 0,1 1 0 0 0,0-1 0 0 0,-1 1 0 0 0,1 0 1 0 0,0-1-1 0 0,-1 1 0 0 0,1 0 0 0 0,0-1 0 0 0,-1 1 1 0 0,1 0-1 0 0,0 0 0 0 0,0 0 0 0 0,-1-1 0 0 0,1 1 1 0 0,0 0-1 0 0,0 0 0 0 0,-1 0 0 0 0,1 0 0 0 0,0 1 0 0 0,0-1 1 0 0,-1 0-1 0 0,1 0 0 0 0,0 0 0 0 0,0 0 0 0 0,-1 1 1 0 0,1-1-1 0 0,0 0 0 0 0,-1 1 0 0 0,1-1 0 0 0,0 1 1 0 0,-1-1-1 0 0,1 1 0 0 0,-1-1 0 0 0,1 1 0 0 0,0-1 0 0 0,-1 1 1 0 0,1-1-1 0 0,-1 1 0 0 0,0 0 0 0 0,1-1 0 0 0,-1 1 1 0 0,1 0-1 0 0,-1 1 0 0 0,23 42 48 0 0,-19-34 3 0 0,7 12-142 0 0,0 3-753 0 0,1-1 0 0 0,30 43 0 0 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39.309"/>
    </inkml:context>
    <inkml:brush xml:id="br0">
      <inkml:brushProperty name="width" value="0.1" units="cm"/>
      <inkml:brushProperty name="height" value="0.1" units="cm"/>
      <inkml:brushProperty name="color" value="#E71224"/>
    </inkml:brush>
  </inkml:definitions>
  <inkml:trace contextRef="#ctx0" brushRef="#br0">1 1 6913 0 0,'1'1'485'0'0,"1"-1"-1"0"0,0 1 0 0 0,-1 0 0 0 0,0 0 1 0 0,1 0-1 0 0,-1 0 0 0 0,1 0 0 0 0,-1 1 0 0 0,0-1 1 0 0,0 0-1 0 0,0 0 0 0 0,2 3 0 0 0,24 49 2516 0 0,22 38-2567 0 0,-49-90-462 0 0,1 1-1 0 0,0-1 1 0 0,0 1 0 0 0,0-1-1 0 0,0 1 1 0 0,0-1 0 0 0,0 0-1 0 0,1 0 1 0 0,-1 1 0 0 0,0-1-1 0 0,1 0 1 0 0,-1 0 0 0 0,1 0-1 0 0,-1 0 1 0 0,3 0 0 0 0,-3-1-25 0 0,-1 0 0 0 0,1 0 0 0 0,0 0 0 0 0,-1 0 1 0 0,1 0-1 0 0,-1 0 0 0 0,1 0 0 0 0,0-1 0 0 0,-1 1 0 0 0,1 0 0 0 0,-1 0 1 0 0,1-1-1 0 0,-1 1 0 0 0,1 0 0 0 0,-1-1 0 0 0,1 1 0 0 0,-1-1 1 0 0,1 1-1 0 0,-1 0 0 0 0,1-1 0 0 0,-1 1 0 0 0,0-1 0 0 0,1 1 0 0 0,-1-1 1 0 0,0 1-1 0 0,1-1 0 0 0,-1-1 0 0 0,3-6-297 0 0,0-1 0 0 0,0 1 0 0 0,-1-1 0 0 0,1-13 0 0 0,0 5 1506 0 0,-1 9-561 0 0,-2 3-167 0 0,1-1 1 0 0,0 1 0 0 0,1-1-1 0 0,-1 1 1 0 0,1-1-1 0 0,0 1 1 0 0,1 0-1 0 0,-1 0 1 0 0,1 0 0 0 0,0 0-1 0 0,0 0 1 0 0,5-5-1 0 0,-8 10-399 0 0,1 0 0 0 0,-1 0 1 0 0,1 0-1 0 0,-1 0 0 0 0,1 0 0 0 0,-1 0 0 0 0,1 0 0 0 0,-1 0 0 0 0,1 0 0 0 0,-1 0 0 0 0,1 0 0 0 0,-1 0 0 0 0,0 0 0 0 0,1 0 0 0 0,-1 0 0 0 0,1 0 1 0 0,-1 0-1 0 0,1 1 0 0 0,-1-1 0 0 0,1 0 0 0 0,-1 0 0 0 0,0 1 0 0 0,1-1 0 0 0,-1 0 0 0 0,0 1 0 0 0,1-1 0 0 0,-1 0 0 0 0,0 1 0 0 0,1-1 0 0 0,-1 0 1 0 0,0 1-1 0 0,0-1 0 0 0,1 0 0 0 0,-1 1 0 0 0,0-1 0 0 0,0 1 0 0 0,0-1 0 0 0,0 1 0 0 0,1-1 0 0 0,-1 1 0 0 0,9 23 93 0 0,-8-20-42 0 0,14 45 94 0 0,-12-35-360 0 0,1 0-1 0 0,0 0 1 0 0,1-1-1 0 0,1 1 1 0 0,12 21-1 0 0,-17-34 150 0 0,-1-1 0 0 0,1 1-1 0 0,-1-1 1 0 0,1 1 0 0 0,-1-1 0 0 0,1 1-1 0 0,0-1 1 0 0,-1 0 0 0 0,1 1 0 0 0,-1-1-1 0 0,1 0 1 0 0,0 0 0 0 0,-1 1 0 0 0,1-1-1 0 0,0 0 1 0 0,0 0 0 0 0,-1 0 0 0 0,1 0 0 0 0,0 0-1 0 0,-1 0 1 0 0,1 0 0 0 0,0 0 0 0 0,0 0-1 0 0,-1 0 1 0 0,1-1 0 0 0,0 1 0 0 0,-1 0-1 0 0,1 0 1 0 0,0-1 0 0 0,-1 1 0 0 0,1 0-1 0 0,0-1 1 0 0,-1 1 0 0 0,1 0 0 0 0,-1-1-1 0 0,1 1 1 0 0,-1-1 0 0 0,1 1 0 0 0,-1-1 0 0 0,1 1-1 0 0,-1-1 1 0 0,1-1 0 0 0,25-30-2029 0 0,-20 24 1849 0 0,6-9 328 0 0,38-45 1276 0 0,-44 55-1204 0 0,-1 1 0 0 0,2 0 1 0 0,-1 1-1 0 0,1-1 0 0 0,0 1 0 0 0,13-7 0 0 0,-18 11-69 0 0,0 1 0 0 0,0-1-1 0 0,0 0 1 0 0,0 1 0 0 0,0 0-1 0 0,0-1 1 0 0,0 1-1 0 0,0 0 1 0 0,0 0 0 0 0,1 0-1 0 0,-1 1 1 0 0,0-1 0 0 0,0 0-1 0 0,0 1 1 0 0,0-1-1 0 0,0 1 1 0 0,0 0 0 0 0,0 0-1 0 0,-1 0 1 0 0,1 0-1 0 0,3 2 1 0 0,4 3 96 0 0,-1 0 1 0 0,0 1-1 0 0,9 10 0 0 0,6 4 80 0 0,-16-15-454 0 0,0-1 0 0 0,1-1 0 0 0,0 0 0 0 0,0 0 1 0 0,0 0-1 0 0,1-1 0 0 0,16 4 0 0 0,-1-3-7590 0 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48.596"/>
    </inkml:context>
    <inkml:brush xml:id="br0">
      <inkml:brushProperty name="width" value="0.1" units="cm"/>
      <inkml:brushProperty name="height" value="0.1" units="cm"/>
      <inkml:brushProperty name="color" value="#008C3A"/>
    </inkml:brush>
  </inkml:definitions>
  <inkml:trace contextRef="#ctx0" brushRef="#br0">105 51 6913 0 0,'-47'-25'3225'0'0,"37"19"-1492"0"0,0 0 1 0 0,0 1-1 0 0,-17-4 2356 0 0,30 17-3000 0 0,7 8-306 0 0,10 6-443 0 0,1 0-1 0 0,1-2 1 0 0,1 0 0 0 0,35 23-1 0 0,-4-3-107 0 0,53 45-99 0 0,-3 4 1 0 0,109 124-1 0 0,-158-155-496 0 0,2-2 0 0 0,102 78-1 0 0,-148-126-574 0 0,-4-2-251 0 0</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48.898"/>
    </inkml:context>
    <inkml:brush xml:id="br0">
      <inkml:brushProperty name="width" value="0.1" units="cm"/>
      <inkml:brushProperty name="height" value="0.1" units="cm"/>
      <inkml:brushProperty name="color" value="#008C3A"/>
    </inkml:brush>
  </inkml:definitions>
  <inkml:trace contextRef="#ctx0" brushRef="#br0">477 6 9218 0 0,'-4'-2'1469'0'0,"4"1"-1101"0"0,-1 1-1 0 0,0 0 0 0 0,0-1 1 0 0,0 1-1 0 0,0 0 0 0 0,0-1 1 0 0,0 1-1 0 0,0 0 0 0 0,0 0 1 0 0,0 0-1 0 0,0 0 0 0 0,0 0 1 0 0,0 0-1 0 0,0 0 0 0 0,0 0 1 0 0,0 0-1 0 0,0 0 0 0 0,0 1 1 0 0,-1-1-1 0 0,-28 15 2435 0 0,-21 29-1914 0 0,50-43-721 0 0,-189 201 1280 0 0,155-159-1346 0 0,1 3 1 0 0,-52 95-1 0 0,65-92-664 0 0,17-27-5862 0 0</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49.374"/>
    </inkml:context>
    <inkml:brush xml:id="br0">
      <inkml:brushProperty name="width" value="0.1" units="cm"/>
      <inkml:brushProperty name="height" value="0.1" units="cm"/>
      <inkml:brushProperty name="color" value="#008C3A"/>
    </inkml:brush>
  </inkml:definitions>
  <inkml:trace contextRef="#ctx0" brushRef="#br0">6 1 9218 0 0,'0'1'341'0'0,"-1"0"1"0"0,0 0-1 0 0,1 0 0 0 0,-1 0 1 0 0,1 0-1 0 0,-1 0 1 0 0,1 0-1 0 0,0 1 0 0 0,-1-1 1 0 0,1 0-1 0 0,0 0 0 0 0,0 0 1 0 0,0 1-1 0 0,0-1 0 0 0,0 0 1 0 0,0 0-1 0 0,0 1 1 0 0,1-1-1 0 0,-1 0 0 0 0,1 2 1 0 0,7 32 1754 0 0,-5-25-1140 0 0,2 23-422 0 0,-1 1 1 0 0,-2 0 0 0 0,-1-1 0 0 0,-7 65-1 0 0,2-32-727 0 0,4-63-215 0 0,0-1 0 0 0,0 1 0 0 0,0 0-1 0 0,0 0 1 0 0,1-1 0 0 0,-1 1 0 0 0,1 0 0 0 0,0-1-1 0 0,1 4 1 0 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49.850"/>
    </inkml:context>
    <inkml:brush xml:id="br0">
      <inkml:brushProperty name="width" value="0.1" units="cm"/>
      <inkml:brushProperty name="height" value="0.1" units="cm"/>
      <inkml:brushProperty name="color" value="#008C3A"/>
    </inkml:brush>
  </inkml:definitions>
  <inkml:trace contextRef="#ctx0" brushRef="#br0">0 0 9674 0 0,'8'8'1992'0'0,"-1"0"0"0"0,-1 1 0 0 0,0-1 0 0 0,10 19 0 0 0,-6-7-354 0 0,11 37 0 0 0,20 111-2589 0 0,-31-119 1701 0 0,-8-44-884 0 0,-1 1 1 0 0,0 0-1 0 0,-1 0 0 0 0,1 0 0 0 0,-2 10 1 0 0,-6 5-3001 0 0,-8-5-3722 0 0,-7-29 1138 0 0,18 3 5696 0 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50.183"/>
    </inkml:context>
    <inkml:brush xml:id="br0">
      <inkml:brushProperty name="width" value="0.1" units="cm"/>
      <inkml:brushProperty name="height" value="0.1" units="cm"/>
      <inkml:brushProperty name="color" value="#008C3A"/>
    </inkml:brush>
  </inkml:definitions>
  <inkml:trace contextRef="#ctx0" brushRef="#br0">1 209 5985 0 0,'0'-6'261'0'0,"0"1"-1"0"0,0-1 1 0 0,0 0-1 0 0,1 1 0 0 0,-1-1 1 0 0,2 1-1 0 0,-1 0 1 0 0,0-1-1 0 0,1 1 1 0 0,4-9-1 0 0,0 1 664 0 0,0 1 0 0 0,1 0 1 0 0,9-13-1 0 0,-9 17-292 0 0,0-1 0 0 0,1 1 1 0 0,0 1-1 0 0,0 0 0 0 0,14-10 1 0 0,-19 14-426 0 0,1 1 1 0 0,0-1 0 0 0,0 1 0 0 0,0 0 0 0 0,0 0-1 0 0,1 1 1 0 0,-1-1 0 0 0,1 1 0 0 0,-1 0 0 0 0,1 0 0 0 0,-1 0-1 0 0,1 1 1 0 0,-1-1 0 0 0,1 1 0 0 0,7 1 0 0 0,-11-1-182 0 0,0 1 0 0 0,0-1 0 0 0,0 1 0 0 0,0-1 1 0 0,0 1-1 0 0,0 0 0 0 0,0-1 0 0 0,0 1 0 0 0,0 0 1 0 0,0 0-1 0 0,0-1 0 0 0,0 1 0 0 0,-1 0 0 0 0,1 0 1 0 0,0 0-1 0 0,-1 0 0 0 0,1 0 0 0 0,0 0 0 0 0,-1 0 1 0 0,0 0-1 0 0,1 1 0 0 0,-1-1 0 0 0,1 0 1 0 0,-1 0-1 0 0,0 0 0 0 0,0 0 0 0 0,0 1 0 0 0,0-1 1 0 0,0 0-1 0 0,0 0 0 0 0,0 0 0 0 0,0 1 0 0 0,0-1 1 0 0,0 0-1 0 0,-1 0 0 0 0,1 0 0 0 0,-2 3 0 0 0,-16 46-71 0 0,16-46 45 0 0,-39 67-458 0 0,32-60 343 0 0,1 1 1 0 0,1 0 0 0 0,0 1 0 0 0,1 0-1 0 0,0 0 1 0 0,1 0 0 0 0,0 1 0 0 0,-5 26-1 0 0,10-37 175 0 0,0-1-1 0 0,0 0 0 0 0,1 1 1 0 0,-1-1-1 0 0,0 0 0 0 0,1 1 1 0 0,0-1-1 0 0,-1 0 1 0 0,1 0-1 0 0,0 1 0 0 0,0-1 1 0 0,0 0-1 0 0,1 0 0 0 0,-1 0 1 0 0,0 0-1 0 0,1 0 0 0 0,-1-1 1 0 0,1 1-1 0 0,0 0 0 0 0,0-1 1 0 0,-1 1-1 0 0,1-1 0 0 0,0 1 1 0 0,0-1-1 0 0,0 0 0 0 0,1 0 1 0 0,-1 0-1 0 0,0 0 0 0 0,0 0 1 0 0,0-1-1 0 0,4 2 0 0 0,10 2 166 0 0,0-1 0 0 0,1-1 0 0 0,26 2 0 0 0,-17-2-62 0 0,-17-1-472 0 0,81 12 1284 0 0,-61-5-3018 0 0,-1 3-3496 0 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50.439"/>
    </inkml:context>
    <inkml:brush xml:id="br0">
      <inkml:brushProperty name="width" value="0.1" units="cm"/>
      <inkml:brushProperty name="height" value="0.1" units="cm"/>
      <inkml:brushProperty name="color" value="#008C3A"/>
    </inkml:brush>
  </inkml:definitions>
  <inkml:trace contextRef="#ctx0" brushRef="#br0">3 101 5985 0 0,'0'-1'261'0'0,"-1"0"-1"0"0,1 1 1 0 0,0-1-1 0 0,-1 0 1 0 0,1 0-1 0 0,0 0 1 0 0,0 0-1 0 0,0 1 1 0 0,-1-1 0 0 0,1 0-1 0 0,0 0 1 0 0,0 0-1 0 0,0 0 1 0 0,1 0-1 0 0,-1 1 1 0 0,0-1-1 0 0,0 0 1 0 0,0 0-1 0 0,1 0 1 0 0,-1 0-1 0 0,0 1 1 0 0,1-1-1 0 0,-1 0 1 0 0,0 0-1 0 0,1 1 1 0 0,-1-1-1 0 0,1 0 1 0 0,-1 1-1 0 0,1-1 1 0 0,0 0 0 0 0,-1 1-1 0 0,1-1 1 0 0,1 0-1 0 0,27-24 3785 0 0,-23 20-3437 0 0,2-2-370 0 0,25-18 258 0 0,-7 13-3314 0 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50.598"/>
    </inkml:context>
    <inkml:brush xml:id="br0">
      <inkml:brushProperty name="width" value="0.1" units="cm"/>
      <inkml:brushProperty name="height" value="0.1" units="cm"/>
      <inkml:brushProperty name="color" value="#008C3A"/>
    </inkml:brush>
  </inkml:definitions>
  <inkml:trace contextRef="#ctx0" brushRef="#br0">1 138 5985 0 0,'4'2'536'0'0,"0"-2"-432"0"0,1-2-104 0 0,-2 0 0 0 0,1 0 1377 0 0,3-1 247 0 0,5-1 48 0 0,6-3 17 0 0,5-4-353 0 0,3 0-72 0 0,0-2-15 0 0,-3 1-1 0 0,-1 0-792 0 0,-1 1-160 0 0,-2 2-32 0 0,4-4-3617 0 0,-4 0-720 0 0,-3-2-151 0 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54.528"/>
    </inkml:context>
    <inkml:brush xml:id="br0">
      <inkml:brushProperty name="width" value="0.1" units="cm"/>
      <inkml:brushProperty name="height" value="0.1" units="cm"/>
      <inkml:brushProperty name="color" value="#008C3A"/>
    </inkml:brush>
  </inkml:definitions>
  <inkml:trace contextRef="#ctx0" brushRef="#br0">183 407 1376 0 0,'-6'-15'18'0'0,"2"0"-1"0"0,-1-1 0 0 0,2 1 1 0 0,0-1-1 0 0,1 0 1 0 0,0-19-1 0 0,-1 0-11 0 0,2 26 23 0 0,0 1-1 0 0,-1-1 0 0 0,1 0 1 0 0,-2 0-1 0 0,0 1 0 0 0,0-1 1 0 0,-5-8-1 0 0,5 12-26 0 0,0 0-1 0 0,0 0 1 0 0,-1 0-1 0 0,0 1 1 0 0,0 0-1 0 0,0-1 1 0 0,0 2-1 0 0,-1-1 1 0 0,0 0 0 0 0,0 1-1 0 0,-9-5 1 0 0,6 4-245 0 0,1 0 1 0 0,-1-1-1 0 0,1 1 1 0 0,0-2-1 0 0,-9-8 1 0 0,13 12 406 0 0,1-1 0 0 0,0 0 0 0 0,0 0 0 0 0,0 0 0 0 0,0 0 0 0 0,1 0 1 0 0,-1 0-1 0 0,1 0 0 0 0,0 0 0 0 0,0-1 0 0 0,0 1 0 0 0,0-1 0 0 0,13-30 14305 0 0,3 44-8249 0 0,-4 0-7388 0 0,-1 1 1366 0 0,-1 0 1 0 0,1 0 0 0 0,-2 1-1 0 0,0 0 1 0 0,0 1-1 0 0,-1 0 1 0 0,-1 0 0 0 0,0 0-1 0 0,6 23 1 0 0,3 17 79 0 0,8 64 0 0 0,-19-97-185 0 0,22 181 174 0 0,-18-125-583 0 0,2-1-1 0 0,29 101 0 0 0,-36-160-3217 0 0</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54.890"/>
    </inkml:context>
    <inkml:brush xml:id="br0">
      <inkml:brushProperty name="width" value="0.1" units="cm"/>
      <inkml:brushProperty name="height" value="0.1" units="cm"/>
      <inkml:brushProperty name="color" value="#008C3A"/>
    </inkml:brush>
  </inkml:definitions>
  <inkml:trace contextRef="#ctx0" brushRef="#br0">97 4 13363 0 0,'2'0'144'0'0,"-1"-1"0"0"0,1 0 0 0 0,0 1 0 0 0,-1-1 0 0 0,1 1 0 0 0,-1 0 0 0 0,1-1 0 0 0,0 1 0 0 0,-1 0 0 0 0,1 0 0 0 0,0 0 0 0 0,-1 0 0 0 0,1 0 0 0 0,0 1 0 0 0,-1-1 0 0 0,3 1 0 0 0,-3 0-62 0 0,-1-1 1 0 0,1 1-1 0 0,-1-1 0 0 0,0 1 1 0 0,1-1-1 0 0,-1 1 1 0 0,0-1-1 0 0,1 1 0 0 0,-1 0 1 0 0,0-1-1 0 0,0 1 1 0 0,1-1-1 0 0,-1 1 1 0 0,0 0-1 0 0,0-1 0 0 0,0 1 1 0 0,0 0-1 0 0,0-1 1 0 0,0 1-1 0 0,0 0 0 0 0,0-1 1 0 0,0 1-1 0 0,0 0 1 0 0,0-1-1 0 0,-1 1 1 0 0,1 1-1 0 0,-4 7 413 0 0,0 1 0 0 0,0-1 1 0 0,-1 0-1 0 0,-6 8 0 0 0,4-5-572 0 0,-8 13 253 0 0,2 1 0 0 0,1 1-1 0 0,1 0 1 0 0,1 0 0 0 0,1 1 0 0 0,2 0-1 0 0,0 0 1 0 0,2 1 0 0 0,-2 41 0 0 0,7-66-161 0 0,0-1 1 0 0,0 1-1 0 0,0-1 0 0 0,1 1 1 0 0,-1 0-1 0 0,1-1 1 0 0,0 1-1 0 0,0-1 0 0 0,0 0 1 0 0,0 1-1 0 0,0-1 1 0 0,1 0-1 0 0,0 0 0 0 0,-1 1 1 0 0,1-1-1 0 0,1-1 1 0 0,-1 1-1 0 0,0 0 0 0 0,1 0 1 0 0,-1-1-1 0 0,1 1 1 0 0,4 2-1 0 0,-2-3 8 0 0,0 0-1 0 0,-1 0 1 0 0,1 0 0 0 0,0-1 0 0 0,0 0-1 0 0,0 0 1 0 0,1 0 0 0 0,-1 0-1 0 0,0-1 1 0 0,0 0 0 0 0,0 0-1 0 0,0-1 1 0 0,1 1 0 0 0,8-3 0 0 0,28-8 137 0 0,53-20 0 0 0,16-6-346 0 0,-34 16-19 0 0,-45 11-3202 0 0,-18 5 56 0 0,6-1-3562 0 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55.179"/>
    </inkml:context>
    <inkml:brush xml:id="br0">
      <inkml:brushProperty name="width" value="0.1" units="cm"/>
      <inkml:brushProperty name="height" value="0.1" units="cm"/>
      <inkml:brushProperty name="color" value="#008C3A"/>
    </inkml:brush>
  </inkml:definitions>
  <inkml:trace contextRef="#ctx0" brushRef="#br0">36 0 10594 0 0,'-7'12'7368'0'0,"0"19"-3618"0"0,5-19-2899 0 0,-5 22-468 0 0,1 0-1 0 0,2 1 0 0 0,1 66 0 0 0,20 103-245 0 0,-12-164-1198 0 0,3-1 0 0 0,23 75 0 0 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55.513"/>
    </inkml:context>
    <inkml:brush xml:id="br0">
      <inkml:brushProperty name="width" value="0.1" units="cm"/>
      <inkml:brushProperty name="height" value="0.1" units="cm"/>
      <inkml:brushProperty name="color" value="#008C3A"/>
    </inkml:brush>
  </inkml:definitions>
  <inkml:trace contextRef="#ctx0" brushRef="#br0">52 246 8754 0 0,'-2'1'636'0'0,"0"1"1"0"0,0-1 0 0 0,0 1-1 0 0,0 0 1 0 0,0-1-1 0 0,0 1 1 0 0,0 0-1 0 0,0 0 1 0 0,1 0 0 0 0,-3 4-1 0 0,-11 29 2192 0 0,11-21-2292 0 0,1 0 1 0 0,0 0-1 0 0,-1 18 1 0 0,4-21-475 0 0,0 1 0 0 0,1 0 0 0 0,1-1 0 0 0,0 1 0 0 0,0-1 0 0 0,1 1 0 0 0,0-1 0 0 0,1 0 0 0 0,1 0 0 0 0,-1-1 0 0 0,8 12 0 0 0,-8-15-48 0 0,0 0-1 0 0,0-1 1 0 0,0 0-1 0 0,1 0 1 0 0,0-1-1 0 0,0 1 1 0 0,1-1-1 0 0,-1 0 1 0 0,1 0 0 0 0,0-1-1 0 0,0 0 1 0 0,1 0-1 0 0,-1 0 1 0 0,1-1-1 0 0,0 0 1 0 0,0 0-1 0 0,0-1 1 0 0,11 3-1 0 0,-15-4 13 0 0,1-1 0 0 0,0 0 0 0 0,-1 0 0 0 0,1 0 0 0 0,0-1 0 0 0,-1 1 0 0 0,1-1 0 0 0,0 0 0 0 0,-1 0 0 0 0,1 0 0 0 0,-1 0 0 0 0,0 0 0 0 0,1-1 0 0 0,-1 0 0 0 0,5-3 0 0 0,-2 0 15 0 0,-1 1 1 0 0,1-1-1 0 0,-1 0 1 0 0,-1 0-1 0 0,1-1 1 0 0,-1 0 0 0 0,7-10-1 0 0,-3 1-4 0 0,-1 0-1 0 0,-1-1 1 0 0,0 0 0 0 0,0 0-1 0 0,-2-1 1 0 0,3-17 0 0 0,-5 18-17 0 0,0 0 1 0 0,-2 0-1 0 0,0 0 1 0 0,-1-1 0 0 0,0 1-1 0 0,-1 0 1 0 0,-1 0 0 0 0,-1 1-1 0 0,0-1 1 0 0,-1 1 0 0 0,0-1-1 0 0,-12-20 1 0 0,8 19-57 0 0,-2 0-1 0 0,0 0 1 0 0,-1 1 0 0 0,0 0 0 0 0,-1 1 0 0 0,-1 1 0 0 0,-1 0-1 0 0,0 0 1 0 0,-28-18 0 0 0,19 19-692 0 0,6 8-5444 0 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55.908"/>
    </inkml:context>
    <inkml:brush xml:id="br0">
      <inkml:brushProperty name="width" value="0.1" units="cm"/>
      <inkml:brushProperty name="height" value="0.1" units="cm"/>
      <inkml:brushProperty name="color" value="#008C3A"/>
    </inkml:brush>
  </inkml:definitions>
  <inkml:trace contextRef="#ctx0" brushRef="#br0">51 117 17052 0 0,'1'0'113'0'0,"-1"-1"1"0"0,0 1 0 0 0,0-1-1 0 0,0 1 1 0 0,0-1 0 0 0,0 1-1 0 0,0-1 1 0 0,0 1-1 0 0,0-1 1 0 0,0 1 0 0 0,0-1-1 0 0,0 1 1 0 0,0-1 0 0 0,0 1-1 0 0,0 0 1 0 0,-1-1 0 0 0,1 1-1 0 0,0-1 1 0 0,0 1 0 0 0,-1-1-1 0 0,1 1 1 0 0,0 0-1 0 0,0-1 1 0 0,-1 1 0 0 0,1-1-1 0 0,0 1 1 0 0,-1 0 0 0 0,0-1-1 0 0,-8 9 1314 0 0,-7 22-654 0 0,11-18-696 0 0,1 1 0 0 0,1-1 0 0 0,0 1 0 0 0,0 0 0 0 0,2 0 0 0 0,-1 0 0 0 0,2 0 0 0 0,-1 0 0 0 0,2 0 0 0 0,0 0 0 0 0,4 20 0 0 0,-3-25-82 0 0,0-1-1 0 0,1 1 0 0 0,0-1 0 0 0,0 0 0 0 0,1 0 0 0 0,0 0 1 0 0,0-1-1 0 0,0 1 0 0 0,1-1 0 0 0,0 0 0 0 0,0 0 0 0 0,1-1 1 0 0,-1 1-1 0 0,1-1 0 0 0,1-1 0 0 0,-1 1 0 0 0,0-1 0 0 0,1 0 1 0 0,0 0-1 0 0,12 4 0 0 0,-8-5-4 0 0,1 0 0 0 0,-1 0 0 0 0,0-1 0 0 0,1-1 0 0 0,-1 0 0 0 0,1-1 0 0 0,0 0 0 0 0,-1 0 0 0 0,1-1 0 0 0,-1-1 1 0 0,1 0-1 0 0,-1-1 0 0 0,0 0 0 0 0,0 0 0 0 0,0-1 0 0 0,0-1 0 0 0,16-9 0 0 0,-21 10 14 0 0,0 1 0 0 0,0-2 0 0 0,-1 1-1 0 0,1 0 1 0 0,-1-1 0 0 0,0 0 0 0 0,-1 0 0 0 0,1-1 0 0 0,-1 1 0 0 0,0-1 0 0 0,0 0 0 0 0,-1 0-1 0 0,4-8 1 0 0,-6 8 17 0 0,1 1 0 0 0,-1-1-1 0 0,0 0 1 0 0,0 0 0 0 0,0 0-1 0 0,-1 0 1 0 0,0 0-1 0 0,0 0 1 0 0,0 0 0 0 0,-1 0-1 0 0,0 0 1 0 0,-1 0 0 0 0,1 0-1 0 0,-1 0 1 0 0,0 0-1 0 0,0 1 1 0 0,-4-7 0 0 0,-2-2 1 0 0,-1 0 0 0 0,0 0 0 0 0,-1 1 0 0 0,0 1 1 0 0,-1 0-1 0 0,-1 0 0 0 0,-22-17 0 0 0,9 10 80 0 0,0 1 0 0 0,-2 1 0 0 0,-31-15 0 0 0,49 28-169 0 0,0 0-1 0 0,0 1 0 0 0,-1 0 1 0 0,0 0-1 0 0,1 1 1 0 0,-20-2-1 0 0,-9 5-6620 0 0,20 2-634 0 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56.495"/>
    </inkml:context>
    <inkml:brush xml:id="br0">
      <inkml:brushProperty name="width" value="0.1" units="cm"/>
      <inkml:brushProperty name="height" value="0.1" units="cm"/>
      <inkml:brushProperty name="color" value="#008C3A"/>
    </inkml:brush>
  </inkml:definitions>
  <inkml:trace contextRef="#ctx0" brushRef="#br0">1 58 6449 0 0,'6'-3'1394'0'0,"1"0"-1"0"0,0 0 0 0 0,-1 0 0 0 0,1 1 1 0 0,0 0-1 0 0,0 0 0 0 0,11-1 0 0 0,-14 3-1168 0 0,0 1-1 0 0,-1-1 1 0 0,1 0 0 0 0,0 1-1 0 0,0 0 1 0 0,0 0-1 0 0,-1 0 1 0 0,1 0-1 0 0,0 1 1 0 0,-1 0 0 0 0,1-1-1 0 0,-1 1 1 0 0,0 0-1 0 0,1 1 1 0 0,4 3 0 0 0,5 7-99 0 0,0 0 0 0 0,-1 0 0 0 0,-1 1 0 0 0,0 1 0 0 0,-1 0 0 0 0,-1 0 0 0 0,0 1 0 0 0,-1 0 0 0 0,-1 0 0 0 0,0 1 0 0 0,5 22 0 0 0,-12-45-126 0 0,0 1 0 0 0,0-1 0 0 0,0 0 0 0 0,1 0 0 0 0,2-9 0 0 0,1-9 0 0 0,-4 17 2 0 0,11-84 205 0 0,-9 82-178 0 0,-1 0-1 0 0,2 0 1 0 0,-1 1 0 0 0,2-1 0 0 0,-1 1 0 0 0,1 0 0 0 0,9-15 0 0 0,-13 22-15 0 0,1 0 0 0 0,0 0 0 0 0,-1 0 0 0 0,1 1 1 0 0,-1-1-1 0 0,1 0 0 0 0,0 0 0 0 0,-1 1 0 0 0,1-1 0 0 0,0 0 0 0 0,0 1 0 0 0,-1-1 1 0 0,1 1-1 0 0,0-1 0 0 0,0 1 0 0 0,0 0 0 0 0,0-1 0 0 0,0 1 0 0 0,0 0 1 0 0,0-1-1 0 0,0 1 0 0 0,0 0 0 0 0,0 0 0 0 0,0 0 0 0 0,0 0 0 0 0,0 0 0 0 0,0 0 1 0 0,0 0-1 0 0,0 0 0 0 0,-1 1 0 0 0,1-1 0 0 0,0 0 0 0 0,0 0 0 0 0,0 1 0 0 0,0-1 1 0 0,0 1-1 0 0,0-1 0 0 0,0 1 0 0 0,0-1 0 0 0,-1 1 0 0 0,1-1 0 0 0,0 1 0 0 0,-1 0 1 0 0,1-1-1 0 0,0 1 0 0 0,-1 0 0 0 0,1 0 0 0 0,0 0 0 0 0,-1-1 0 0 0,0 1 1 0 0,1 0-1 0 0,-1 0 0 0 0,1 1 0 0 0,5 8 85 0 0,-1 1 1 0 0,0 0-1 0 0,6 17 1 0 0,-7-16-38 0 0,10 24-234 0 0,2 0 0 0 0,1-2 0 0 0,2 0 0 0 0,1 0 0 0 0,38 47 0 0 0,-51-73-1697 0 0</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4:57.044"/>
    </inkml:context>
    <inkml:brush xml:id="br0">
      <inkml:brushProperty name="width" value="0.1" units="cm"/>
      <inkml:brushProperty name="height" value="0.1" units="cm"/>
      <inkml:brushProperty name="color" value="#008C3A"/>
    </inkml:brush>
  </inkml:definitions>
  <inkml:trace contextRef="#ctx0" brushRef="#br0">0 38 6913 0 0,'4'-4'606'0'0,"0"0"-1"0"0,0 1 1 0 0,-1 0-1 0 0,2 0 1 0 0,-1 0-1 0 0,0 0 0 0 0,1 0 1 0 0,-1 1-1 0 0,1 0 1 0 0,0 0-1 0 0,9-2 0 0 0,-11 3-248 0 0,-1 1-1 0 0,0 0 0 0 0,0 0 0 0 0,0 0 0 0 0,0 0 0 0 0,0 0 1 0 0,0 1-1 0 0,0-1 0 0 0,0 1 0 0 0,1-1 0 0 0,-1 1 1 0 0,-1 0-1 0 0,1 0 0 0 0,0 0 0 0 0,4 2 0 0 0,-4-1-238 0 0,1 0 0 0 0,-1 0 0 0 0,0 0-1 0 0,0 1 1 0 0,0-1 0 0 0,0 1-1 0 0,3 5 1 0 0,3 6 37 0 0,-2 1 0 0 0,0 0 0 0 0,-1 0 1 0 0,0 1-1 0 0,-2 0 0 0 0,3 16 0 0 0,-2-11 33 0 0,1 0 0 0 0,10 30 0 0 0,-5-102-1605 0 0,-8 39 1309 0 0,0 0-1 0 0,0 1 1 0 0,1-1-1 0 0,0 0 1 0 0,1 1-1 0 0,6-12 1 0 0,-9 21 170 0 0,0 0 1 0 0,0 0-1 0 0,0 0 0 0 0,0 0 1 0 0,0 0-1 0 0,0 0 1 0 0,1 0-1 0 0,-1 0 1 0 0,1 1-1 0 0,-1-1 1 0 0,1 0-1 0 0,0 1 1 0 0,-1 0-1 0 0,1-1 1 0 0,0 1-1 0 0,0 0 1 0 0,0 0-1 0 0,0 0 1 0 0,0 0-1 0 0,0 0 1 0 0,0 1-1 0 0,0-1 0 0 0,1 0 1 0 0,-1 1-1 0 0,0 0 1 0 0,0-1-1 0 0,1 1 1 0 0,-1 0-1 0 0,0 0 1 0 0,0 1-1 0 0,0-1 1 0 0,1 0-1 0 0,-1 1 1 0 0,0-1-1 0 0,0 1 1 0 0,0 0-1 0 0,0-1 1 0 0,0 1-1 0 0,4 3 1 0 0,15 10 21 0 0,-2 1 0 0 0,0 1 0 0 0,-1 0 1 0 0,26 30-1 0 0,-31-28-88 0 0,-12-16 5 0 0,0-1 0 0 0,0 0-1 0 0,-1 1 1 0 0,1-1 0 0 0,1 0-1 0 0,-1 0 1 0 0,0 1 0 0 0,0-1-1 0 0,0 0 1 0 0,0 0 0 0 0,1 0-1 0 0,1 1 1 0 0,-2-2-4 0 0,1 0 0 0 0,-1 0 1 0 0,0 0-1 0 0,0-1 0 0 0,0 1 1 0 0,0 0-1 0 0,0-1 0 0 0,0 1 1 0 0,1-1-1 0 0,-1 1 0 0 0,0-1 0 0 0,0 1 1 0 0,0-1-1 0 0,-1 0 0 0 0,1 1 1 0 0,0-1-1 0 0,0 0 0 0 0,0 0 0 0 0,0 0 1 0 0,-1 0-1 0 0,1 1 0 0 0,0-1 1 0 0,0-2-1 0 0,44-52-251 0 0,-27 29 71 0 0,2 2-1 0 0,1 0 0 0 0,37-31 1 0 0,-57 54 189 0 0,1 0 1 0 0,-1 0-1 0 0,0 1 0 0 0,1-1 1 0 0,-1 0-1 0 0,0 1 0 0 0,1-1 1 0 0,-1 1-1 0 0,1-1 1 0 0,-1 1-1 0 0,1 0 0 0 0,-1 0 1 0 0,1 0-1 0 0,-1 0 1 0 0,1 0-1 0 0,-1 0 0 0 0,1 0 1 0 0,-1 0-1 0 0,1 0 1 0 0,-1 1-1 0 0,1-1 0 0 0,-1 1 1 0 0,1-1-1 0 0,-1 1 0 0 0,0-1 1 0 0,1 1-1 0 0,-1 0 1 0 0,0 0-1 0 0,2 1 0 0 0,5 4 137 0 0,0 0-1 0 0,-1 1 0 0 0,12 14 0 0 0,11 9 315 0 0,-26-28-565 0 0,0 0 0 0 0,0 1-1 0 0,0-2 1 0 0,0 1 0 0 0,0 0-1 0 0,0-1 1 0 0,0 0 0 0 0,1 0-1 0 0,-1 0 1 0 0,0 0 0 0 0,1-1-1 0 0,5 1 1 0 0,16-4-7727 0 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1.044"/>
    </inkml:context>
    <inkml:brush xml:id="br0">
      <inkml:brushProperty name="width" value="0.1" units="cm"/>
      <inkml:brushProperty name="height" value="0.1" units="cm"/>
      <inkml:brushProperty name="color" value="#008C3A"/>
    </inkml:brush>
  </inkml:definitions>
  <inkml:trace contextRef="#ctx0" brushRef="#br0">116 67 4609 0 0,'-5'-15'84'0'0,"-6"-19"1665"0"0,10 33-1517 0 0,1 0 0 0 0,0 0-1 0 0,-1 0 1 0 0,1 0 0 0 0,0 0 0 0 0,-1 0 0 0 0,1 0-1 0 0,-1 1 1 0 0,1-1 0 0 0,-1 0 0 0 0,0 0 0 0 0,1 0 0 0 0,-1 1-1 0 0,0-1 1 0 0,1 0 0 0 0,-1 1 0 0 0,0-1 0 0 0,0 1-1 0 0,0-1 1 0 0,0 1 0 0 0,1-1 0 0 0,-1 1 0 0 0,0 0-1 0 0,-2-1 1 0 0,2 2-15 0 0,-1-1-1 0 0,1 1 0 0 0,-1 0 0 0 0,1 0 0 0 0,0 0 1 0 0,-1 0-1 0 0,1 0 0 0 0,0 0 0 0 0,0 0 0 0 0,0 0 1 0 0,0 0-1 0 0,0 1 0 0 0,0-1 0 0 0,0 0 1 0 0,0 1-1 0 0,0-1 0 0 0,0 1 0 0 0,1-1 0 0 0,-2 3 1 0 0,-10 33 1437 0 0,11-34-1509 0 0,-11 43 556 0 0,3 1-1 0 0,1 0 1 0 0,-1 77-1 0 0,13 147-96 0 0,1-139-414 0 0,-16 639-266 0 0,6-592-793 0 0,5-68-1407 0 0,0-92 1016 0 0</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1.317"/>
    </inkml:context>
    <inkml:brush xml:id="br0">
      <inkml:brushProperty name="width" value="0.1" units="cm"/>
      <inkml:brushProperty name="height" value="0.1" units="cm"/>
      <inkml:brushProperty name="color" value="#008C3A"/>
    </inkml:brush>
  </inkml:definitions>
  <inkml:trace contextRef="#ctx0" brushRef="#br0">11 111 456 0 0,'9'-61'-87'0'0,"0"11"14729"0"0,-6 274-8996 0 0,1-45-4862 0 0,-21 245-344 0 0,-1 48-847 0 0,18-462 178 0 0,0-1-152 0 0,0 0 1 0 0,0 0-1 0 0,1 0 0 0 0,0 0 0 0 0,0-1 1 0 0,5 15-1 0 0,-2-14-1251 0 0</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1.572"/>
    </inkml:context>
    <inkml:brush xml:id="br0">
      <inkml:brushProperty name="width" value="0.1" units="cm"/>
      <inkml:brushProperty name="height" value="0.1" units="cm"/>
      <inkml:brushProperty name="color" value="#008C3A"/>
    </inkml:brush>
  </inkml:definitions>
  <inkml:trace contextRef="#ctx0" brushRef="#br0">79 35 1376 0 0,'18'-35'13542'0'0,"-23"61"-12058"0"0,5-25-1093 0 0,-36 223 4288 0 0,6 117-4108 0 0,21-224-252 0 0,-8 151-263 0 0,22-91-2787 0 0,-2-154-2152 0 0,1-5-1495 0 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1.856"/>
    </inkml:context>
    <inkml:brush xml:id="br0">
      <inkml:brushProperty name="width" value="0.1" units="cm"/>
      <inkml:brushProperty name="height" value="0.1" units="cm"/>
      <inkml:brushProperty name="color" value="#008C3A"/>
    </inkml:brush>
  </inkml:definitions>
  <inkml:trace contextRef="#ctx0" brushRef="#br0">61 1 6449 0 0,'-13'104'10332'0'0,"0"-24"-7739"0"0,-5 101 1 0 0,11 84-2366 0 0,6-151 29 0 0,-3 46-214 0 0,-1 402-456 0 0,10-475-648 0 0,-2-34-3153 0 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2.620"/>
    </inkml:context>
    <inkml:brush xml:id="br0">
      <inkml:brushProperty name="width" value="0.1" units="cm"/>
      <inkml:brushProperty name="height" value="0.1" units="cm"/>
      <inkml:brushProperty name="color" value="#008C3A"/>
    </inkml:brush>
  </inkml:definitions>
  <inkml:trace contextRef="#ctx0" brushRef="#br0">21 48 456 0 0,'-9'-20'424'0'0,"-3"-8"5235"0"0,29 113 2154 0 0,-3 57-5905 0 0,-9-87-1062 0 0,12 541 1423 0 0,-49 1-5277 0 0,31-580 1092 0 0,2-4-3461 0 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2.950"/>
    </inkml:context>
    <inkml:brush xml:id="br0">
      <inkml:brushProperty name="width" value="0.1" units="cm"/>
      <inkml:brushProperty name="height" value="0.1" units="cm"/>
      <inkml:brushProperty name="color" value="#008C3A"/>
    </inkml:brush>
  </inkml:definitions>
  <inkml:trace contextRef="#ctx0" brushRef="#br0">92 41 1840 0 0,'-3'-4'900'0'0,"0"-1"-1"0"0,-1 1 1 0 0,0-1 0 0 0,0 1-1 0 0,0 0 1 0 0,-8-6-1 0 0,11 10-769 0 0,0-1 0 0 0,1 1-1 0 0,-1-1 1 0 0,0 1 0 0 0,0-1 0 0 0,0 1 0 0 0,0 0-1 0 0,0-1 1 0 0,1 1 0 0 0,-1 0 0 0 0,0 0-1 0 0,0 0 1 0 0,0 0 0 0 0,0 0 0 0 0,0 0 0 0 0,0 0-1 0 0,0 0 1 0 0,0 0 0 0 0,0 0 0 0 0,0 0 0 0 0,0 1-1 0 0,1-1 1 0 0,-1 0 0 0 0,0 1 0 0 0,0-1-1 0 0,0 0 1 0 0,0 1 0 0 0,1-1 0 0 0,-1 1 0 0 0,0-1-1 0 0,0 1 1 0 0,1 0 0 0 0,-1-1 0 0 0,0 1-1 0 0,1 0 1 0 0,-1 0 0 0 0,1-1 0 0 0,-1 1 0 0 0,1 0-1 0 0,-1 0 1 0 0,1 0 0 0 0,0-1 0 0 0,-1 1 0 0 0,1 0-1 0 0,0 0 1 0 0,0 0 0 0 0,-1 0 0 0 0,1 2-1 0 0,-6 18 631 0 0,1 1 0 0 0,1 0-1 0 0,1 1 1 0 0,0-1-1 0 0,2 25 1 0 0,9 115 346 0 0,-5-127-902 0 0,5 67-162 0 0,19 291 438 0 0,-24-1-6412 0 0,-5-363 388 0 0</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3.218"/>
    </inkml:context>
    <inkml:brush xml:id="br0">
      <inkml:brushProperty name="width" value="0.1" units="cm"/>
      <inkml:brushProperty name="height" value="0.1" units="cm"/>
      <inkml:brushProperty name="color" value="#008C3A"/>
    </inkml:brush>
  </inkml:definitions>
  <inkml:trace contextRef="#ctx0" brushRef="#br0">67 164 4145 0 0,'3'-79'1026'0'0,"-4"60"1119"0"0,0 1-1 0 0,-8-30 3091 0 0,4 56-3399 0 0,-2 16-328 0 0,-22 216 2337 0 0,14 125-3458 0 0,13-263-49 0 0,16 633-1264 0 0,6-611-1508 0 0,-12-89 965 0 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3.839"/>
    </inkml:context>
    <inkml:brush xml:id="br0">
      <inkml:brushProperty name="width" value="0.1" units="cm"/>
      <inkml:brushProperty name="height" value="0.1" units="cm"/>
      <inkml:brushProperty name="color" value="#008C3A"/>
    </inkml:brush>
  </inkml:definitions>
  <inkml:trace contextRef="#ctx0" brushRef="#br0">0 1 456 0 0,'28'53'1251'0'0,"-9"-5"18205"0"0,-22-36-16944 0 0,-3 10-3112 0 0,-2 9 617 0 0,-2 66 239 0 0,4 1 0 0 0,6 105 0 0 0,2-72-234 0 0,-3 73 73 0 0,5 294-1227 0 0,-3-477 147 0 0,1-1 0 0 0,5 26 0 0 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4.105"/>
    </inkml:context>
    <inkml:brush xml:id="br0">
      <inkml:brushProperty name="width" value="0.1" units="cm"/>
      <inkml:brushProperty name="height" value="0.1" units="cm"/>
      <inkml:brushProperty name="color" value="#008C3A"/>
    </inkml:brush>
  </inkml:definitions>
  <inkml:trace contextRef="#ctx0" brushRef="#br0">47 209 2304 0 0,'7'-55'-106'0'0,"-4"38"1979"0"0,-1-1-1 0 0,0 0 1 0 0,-1 0-1 0 0,-1 0 1 0 0,-1 0-1 0 0,-3-20 1 0 0,4 38-1803 0 0,0-1 0 0 0,0 1-1 0 0,0 0 1 0 0,0 0 0 0 0,1-1 0 0 0,-1 1 0 0 0,0 0-1 0 0,0-1 1 0 0,-1 1 0 0 0,1 0 0 0 0,0 0 0 0 0,0-1 0 0 0,0 1-1 0 0,0 0 1 0 0,0-1 0 0 0,0 1 0 0 0,0 0 0 0 0,0 0-1 0 0,0-1 1 0 0,-1 1 0 0 0,1 0 0 0 0,0 0 0 0 0,0-1 0 0 0,0 1-1 0 0,0 0 1 0 0,-1 0 0 0 0,1 0 0 0 0,0-1 0 0 0,0 1-1 0 0,-1 0 1 0 0,1 0 0 0 0,0 0 0 0 0,0 0 0 0 0,-1 0 0 0 0,1 0-1 0 0,0-1 1 0 0,0 1 0 0 0,-1 0 0 0 0,1 0 0 0 0,0 0-1 0 0,-1 0 1 0 0,1 0 0 0 0,0 0 0 0 0,0 0 0 0 0,-1 0 0 0 0,1 0-1 0 0,-1 0 1 0 0,-8 16 1690 0 0,-3 26-608 0 0,-2 66-459 0 0,0 116 1 0 0,18 112-480 0 0,-2-252-213 0 0,23 343-70 0 0,-21-401-808 0 0,14 52-1 0 0,-12-60-449 0 0</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4.423"/>
    </inkml:context>
    <inkml:brush xml:id="br0">
      <inkml:brushProperty name="width" value="0.1" units="cm"/>
      <inkml:brushProperty name="height" value="0.1" units="cm"/>
      <inkml:brushProperty name="color" value="#008C3A"/>
    </inkml:brush>
  </inkml:definitions>
  <inkml:trace contextRef="#ctx0" brushRef="#br0">33 107 3425 0 0,'10'-61'1112'0'0,"-14"16"6448"0"0,4 45-7415 0 0,0 0-73 0 0,0 0 1 0 0,-1 0-1 0 0,1 0 1 0 0,-7 8 1859 0 0,-2 16-57 0 0,2 7-806 0 0,1 0-1 0 0,2 1 0 0 0,0 48 0 0 0,10 100-621 0 0,-3-116-248 0 0,9 254 333 0 0,-5-90-1688 0 0,0-76-4077 0 0,-4-103-1382 0 0</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4.992"/>
    </inkml:context>
    <inkml:brush xml:id="br0">
      <inkml:brushProperty name="width" value="0.1" units="cm"/>
      <inkml:brushProperty name="height" value="0.1" units="cm"/>
      <inkml:brushProperty name="color" value="#008C3A"/>
    </inkml:brush>
  </inkml:definitions>
  <inkml:trace contextRef="#ctx0" brushRef="#br0">37 21 2761 0 0,'-3'-20'2010'0'0,"8"32"2662"0"0,5 18-286 0 0,-6-15-4892 0 0,5 40 1671 0 0,-1 0 1 0 0,-3 0 0 0 0,-4 85-1 0 0,-25 168-284 0 0,9-164-383 0 0,9-73-324 0 0,-24 482 118 0 0,30-530-1320 0 0,2-1 0 0 0,4 29 0 0 0,-3-40-843 0 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5.215"/>
    </inkml:context>
    <inkml:brush xml:id="br0">
      <inkml:brushProperty name="width" value="0.1" units="cm"/>
      <inkml:brushProperty name="height" value="0.1" units="cm"/>
      <inkml:brushProperty name="color" value="#008C3A"/>
    </inkml:brush>
  </inkml:definitions>
  <inkml:trace contextRef="#ctx0" brushRef="#br0">43 254 3225 0 0,'0'-23'-228'0'0,"2"-94"1877"0"0,0 79 2358 0 0,10-37 4672 0 0,-8 96-7041 0 0,1 31-496 0 0,-37 479 1594 0 0,6-247-2587 0 0,25-258-231 0 0,-8 245-1482 0 0,12-211-6080 0 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6.055"/>
    </inkml:context>
    <inkml:brush xml:id="br0">
      <inkml:brushProperty name="width" value="0.1" units="cm"/>
      <inkml:brushProperty name="height" value="0.1" units="cm"/>
      <inkml:brushProperty name="color" value="#008C3A"/>
    </inkml:brush>
  </inkml:definitions>
  <inkml:trace contextRef="#ctx0" brushRef="#br0">23 60 6449 0 0,'2'-24'1939'0'0,"-1"20"-1154"0"0,0 0 1 0 0,0 0 0 0 0,-1 0 0 0 0,0 0-1 0 0,-3-11 5568 0 0,-5 40-4482 0 0,-1 43-607 0 0,2 110 0 0 0,16 72-1127 0 0,0-14-30 0 0,-10-61-90 0 0,3 127 164 0 0,1-244-482 0 0,3 0 0 0 0,3-1 0 0 0,18 65 0 0 0,-21-104-240 0 0,1-1-3 0 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6.355"/>
    </inkml:context>
    <inkml:brush xml:id="br0">
      <inkml:brushProperty name="width" value="0.1" units="cm"/>
      <inkml:brushProperty name="height" value="0.1" units="cm"/>
      <inkml:brushProperty name="color" value="#008C3A"/>
    </inkml:brush>
  </inkml:definitions>
  <inkml:trace contextRef="#ctx0" brushRef="#br0">0 0 3225 0 0</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6.817"/>
    </inkml:context>
    <inkml:brush xml:id="br0">
      <inkml:brushProperty name="width" value="0.1" units="cm"/>
      <inkml:brushProperty name="height" value="0.1" units="cm"/>
      <inkml:brushProperty name="color" value="#008C3A"/>
    </inkml:brush>
  </inkml:definitions>
  <inkml:trace contextRef="#ctx0" brushRef="#br0">33 121 1376 0 0,'3'-10'1547'0'0,"0"0"0"0"0,-1 0 0 0 0,0 0 0 0 0,0-1 1 0 0,0-19-1 0 0,-1 10 1181 0 0,-3 2 1085 0 0,2 18-3725 0 0,0-1-1 0 0,0 1 1 0 0,-1 0 0 0 0,1 0-1 0 0,0 0 1 0 0,0 0 0 0 0,-1 0-1 0 0,1 0 1 0 0,0 0 0 0 0,-1 0 0 0 0,1 0-1 0 0,0 0 1 0 0,0 0 0 0 0,-1 0-1 0 0,1 0 1 0 0,0 0 0 0 0,-1 0-1 0 0,1 0 1 0 0,0 0 0 0 0,0 0-1 0 0,-1 0 1 0 0,1 0 0 0 0,0 0 0 0 0,0 0-1 0 0,-1 1 1 0 0,1-1 0 0 0,0 0-1 0 0,0 0 1 0 0,-1 0 0 0 0,1 1 87 0 0,0-1-87 0 0,0 0 0 0 0,-1 1-1 0 0,-1 1 133 0 0,-1 1-1 0 0,1 0 1 0 0,0-1-1 0 0,0 1 1 0 0,0 0-1 0 0,1 0 1 0 0,-1 1-1 0 0,-1 3 1 0 0,-2 10-35 0 0,1 1 1 0 0,1-1 0 0 0,0 1-1 0 0,2 0 1 0 0,-1 25 0 0 0,12 95 415 0 0,-4-62-356 0 0,6 402 623 0 0,-7-158-616 0 0,-4-172-105 0 0,-1-64-948 0 0,2 0 0 0 0,24 142 0 0 0,-8-178-690 0 0,-13-36 517 0 0</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7.260"/>
    </inkml:context>
    <inkml:brush xml:id="br0">
      <inkml:brushProperty name="width" value="0.1" units="cm"/>
      <inkml:brushProperty name="height" value="0.1" units="cm"/>
      <inkml:brushProperty name="color" value="#008C3A"/>
    </inkml:brush>
  </inkml:definitions>
  <inkml:trace contextRef="#ctx0" brushRef="#br0">133 59 3225 0 0,'1'-7'708'0'0,"0"0"0"0"0,0 0 0 0 0,0 0 0 0 0,-1-10 0 0 0,0 16-526 0 0,0 1 1 0 0,0-1 0 0 0,0 0-1 0 0,0 1 1 0 0,0-1 0 0 0,0 1-1 0 0,-1-1 1 0 0,1 0 0 0 0,0 1-1 0 0,0-1 1 0 0,0 1 0 0 0,-1-1-1 0 0,1 0 1 0 0,0 1 0 0 0,-1-1-1 0 0,1 1 1 0 0,0-1 0 0 0,-1 1-1 0 0,1-1 1 0 0,-1 1 0 0 0,1 0-1 0 0,-1-1 1 0 0,0 0 0 0 0,0 1 20 0 0,0 1 0 0 0,0-1 0 0 0,0 0 0 0 0,0 0 1 0 0,0 1-1 0 0,0-1 0 0 0,0 1 0 0 0,1-1 0 0 0,-1 1 0 0 0,0-1 1 0 0,0 1-1 0 0,0-1 0 0 0,0 1 0 0 0,1 0 0 0 0,-1-1 0 0 0,0 1 1 0 0,1 0-1 0 0,-1 0 0 0 0,0-1 0 0 0,0 3 0 0 0,-7 9 431 0 0,-1 0 0 0 0,2 1 0 0 0,0 0 0 0 0,1 0 0 0 0,0 1 0 0 0,1 0 0 0 0,0 0 1 0 0,-2 16-1 0 0,-17 118 146 0 0,24-148-773 0 0,-25 604 717 0 0,23-408-624 0 0,9 274-211 0 0,0-414-1645 0 0,-3-35-5731 0 0</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7.546"/>
    </inkml:context>
    <inkml:brush xml:id="br0">
      <inkml:brushProperty name="width" value="0.1" units="cm"/>
      <inkml:brushProperty name="height" value="0.1" units="cm"/>
      <inkml:brushProperty name="color" value="#008C3A"/>
    </inkml:brush>
  </inkml:definitions>
  <inkml:trace contextRef="#ctx0" brushRef="#br0">141 112 3225 0 0,'-8'-25'482'0'0,"6"16"766"0"0,0 0 0 0 0,-1 1 0 0 0,0-1 0 0 0,-1 1 0 0 0,0 0 0 0 0,0 0 0 0 0,-8-12 0 0 0,11 20-1142 0 0,1-1 0 0 0,-1 1 1 0 0,1-1-1 0 0,-1 0 0 0 0,1 1 1 0 0,-1-1-1 0 0,1 1 0 0 0,-1-1 0 0 0,1 1 1 0 0,-1 0-1 0 0,0-1 0 0 0,1 1 1 0 0,-1 0-1 0 0,0-1 0 0 0,1 1 1 0 0,-1 0-1 0 0,0 0 0 0 0,1-1 0 0 0,-1 1 1 0 0,0 0-1 0 0,1 0 0 0 0,-1 0 1 0 0,0 0-1 0 0,0 0 0 0 0,1 0 0 0 0,-1 0 1 0 0,0 0-1 0 0,0 0 0 0 0,1 1 1 0 0,-2-1-1 0 0,0 1 34 0 0,1 0 0 0 0,-1 1 0 0 0,1-1 0 0 0,-1 0 0 0 0,1 1 1 0 0,0-1-1 0 0,0 1 0 0 0,-1-1 0 0 0,1 1 0 0 0,0-1 0 0 0,-1 4 0 0 0,-3 7 221 0 0,0 0 0 0 0,-5 21-1 0 0,10-30-273 0 0,-14 56 350 0 0,4 0 0 0 0,-7 113 0 0 0,18 125-107 0 0,1-200-122 0 0,55 769 474 0 0,-49-813-2289 0 0,2-4-5838 0 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8.004"/>
    </inkml:context>
    <inkml:brush xml:id="br0">
      <inkml:brushProperty name="width" value="0.1" units="cm"/>
      <inkml:brushProperty name="height" value="0.1" units="cm"/>
      <inkml:brushProperty name="color" value="#008C3A"/>
    </inkml:brush>
  </inkml:definitions>
  <inkml:trace contextRef="#ctx0" brushRef="#br0">118 0 11058 0 0,'6'38'4053'0'0,"-3"-24"-3088"0"0,0 0-1 0 0,-2 1 1 0 0,1 22-1 0 0,-10 56 599 0 0,-24 109-1 0 0,7-58-1149 0 0,-8 100 407 0 0,0 275-1 0 0,33-512-815 0 0,-2 114-30 0 0,19 172-1 0 0,-16-282-133 0 0,1 0 0 0 0,0 0 0 0 0,0-1 0 0 0,1 1 0 0 0,0 0 0 0 0,1-1 0 0 0,0 0 0 0 0,7 12 0 0 0,1-8-772 0 0</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18.402"/>
    </inkml:context>
    <inkml:brush xml:id="br0">
      <inkml:brushProperty name="width" value="0.1" units="cm"/>
      <inkml:brushProperty name="height" value="0.1" units="cm"/>
      <inkml:brushProperty name="color" value="#008C3A"/>
    </inkml:brush>
  </inkml:definitions>
  <inkml:trace contextRef="#ctx0" brushRef="#br0">40 0 1840 0 0,'-9'30'2844'0'0,"1"1"-1"0"0,-5 40 0 0 0,4 64 2338 0 0,26 140-1283 0 0,-4-118-3303 0 0,7 195-2270 0 0,-17-270-4947 0 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36.112"/>
    </inkml:context>
    <inkml:brush xml:id="br0">
      <inkml:brushProperty name="width" value="0.1" units="cm"/>
      <inkml:brushProperty name="height" value="0.1" units="cm"/>
      <inkml:brushProperty name="color" value="#FF0066"/>
    </inkml:brush>
  </inkml:definitions>
  <inkml:trace contextRef="#ctx0" brushRef="#br0">1 28 8754 0 0,'0'-1'126'0'0,"1"0"0"0"0,0 0 1 0 0,0-1-1 0 0,-1 1 0 0 0,1 0 1 0 0,0 0-1 0 0,0 0 0 0 0,0 0 1 0 0,0 0-1 0 0,1 0 0 0 0,-1 0 0 0 0,0 0 1 0 0,0 0-1 0 0,0 1 0 0 0,1-1 1 0 0,-1 0-1 0 0,0 1 0 0 0,1-1 0 0 0,-1 1 1 0 0,1-1-1 0 0,-1 1 0 0 0,1 0 1 0 0,-1 0-1 0 0,1 0 0 0 0,-1-1 1 0 0,0 1-1 0 0,1 1 0 0 0,-1-1 0 0 0,1 0 1 0 0,-1 0-1 0 0,1 0 0 0 0,-1 1 1 0 0,1-1-1 0 0,-1 1 0 0 0,0-1 0 0 0,1 1 1 0 0,-1 0-1 0 0,0-1 0 0 0,0 1 1 0 0,1 0-1 0 0,-1 0 0 0 0,0 0 1 0 0,0 0-1 0 0,2 2 0 0 0,2 3 234 0 0,1 0 0 0 0,-1 0-1 0 0,0 0 1 0 0,0 1 0 0 0,-1 0 0 0 0,6 12 0 0 0,3 10-140 0 0,-1 0 0 0 0,-1 0 1 0 0,-2 2-1 0 0,-1-1 0 0 0,-1 1 1 0 0,-1 0-1 0 0,-2 0 0 0 0,-2 0 0 0 0,-2 59 1 0 0,3-120 613 0 0,10-93 228 0 0,-9 100-1008 0 0,0 1-1 0 0,2 0 0 0 0,15-40 1 0 0,-19 56-28 0 0,7-15 48 0 0,2 1 0 0 0,24-39 0 0 0,-33 55-58 0 0,0 0 1 0 0,1 1 0 0 0,0-1-1 0 0,0 1 1 0 0,0 0 0 0 0,0-1-1 0 0,1 2 1 0 0,-1-1 0 0 0,1 0 0 0 0,0 0-1 0 0,0 1 1 0 0,0 0 0 0 0,0 0-1 0 0,0 0 1 0 0,0 0 0 0 0,0 1-1 0 0,1 0 1 0 0,-1 0 0 0 0,0 0 0 0 0,1 0-1 0 0,-1 1 1 0 0,7-1 0 0 0,-6 2 12 0 0,-1 1 1 0 0,1 0 0 0 0,0 0 0 0 0,0 0 0 0 0,-1 0-1 0 0,0 0 1 0 0,1 1 0 0 0,-1 0 0 0 0,0 0-1 0 0,0 0 1 0 0,0 1 0 0 0,-1-1 0 0 0,1 1 0 0 0,-1 0-1 0 0,0 0 1 0 0,0 0 0 0 0,0 0 0 0 0,3 8-1 0 0,4 7 56 0 0,0 0 0 0 0,13 40 0 0 0,3 28-77 0 0,-10-35-18 0 0,32 77 0 0 0,-47-127 10 0 0,9 21 3 0 0,-9-22-4 0 0,-1 0 0 0 0,0 0 1 0 0,1 0-1 0 0,-1 0 0 0 0,0 0 0 0 0,1 0 0 0 0,-1 0 0 0 0,0 0 1 0 0,0 0-1 0 0,0 0 0 0 0,0 0 0 0 0,0 0 0 0 0,0 0 0 0 0,0 0 1 0 0,0 0-1 0 0,-1 0 0 0 0,1 0 0 0 0,0 0 0 0 0,-1 1 1 0 0,11-12-3343 0 0</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36.544"/>
    </inkml:context>
    <inkml:brush xml:id="br0">
      <inkml:brushProperty name="width" value="0.1" units="cm"/>
      <inkml:brushProperty name="height" value="0.1" units="cm"/>
      <inkml:brushProperty name="color" value="#FF0066"/>
    </inkml:brush>
  </inkml:definitions>
  <inkml:trace contextRef="#ctx0" brushRef="#br0">23 351 3225 0 0,'-3'-6'537'0'0,"-1"0"1"0"0,2 0 0 0 0,-1-1 0 0 0,0 1 0 0 0,1-1-1 0 0,1 0 1 0 0,-1 1 0 0 0,1-1 0 0 0,0 0 0 0 0,0 0-1 0 0,1 0 1 0 0,0 0 0 0 0,0 0 0 0 0,3-12 0 0 0,-1 2-46 0 0,1 0 1 0 0,1 0 0 0 0,1 0-1 0 0,12-29 1 0 0,-12 37-175 0 0,0 0 0 0 0,0 0 1 0 0,1 1-1 0 0,0-1 0 0 0,1 1 0 0 0,-1 1 0 0 0,2-1 1 0 0,13-10-1 0 0,-15 13-25 0 0,-1 1 1 0 0,2 0 0 0 0,-1 0-1 0 0,0 1 1 0 0,1-1 0 0 0,0 1-1 0 0,-1 1 1 0 0,1-1 0 0 0,0 1-1 0 0,1 0 1 0 0,-1 1 0 0 0,14-1-1 0 0,-18 2-230 0 0,0 1 0 0 0,0-1-1 0 0,0 1 1 0 0,0 0-1 0 0,0 0 1 0 0,0 0 0 0 0,-1 0-1 0 0,1 1 1 0 0,0-1-1 0 0,-1 1 1 0 0,1-1 0 0 0,-1 1-1 0 0,1 0 1 0 0,-1 0-1 0 0,0 0 1 0 0,0 1-1 0 0,0-1 1 0 0,0 0 0 0 0,0 1-1 0 0,-1-1 1 0 0,1 1-1 0 0,1 4 1 0 0,5 8 43 0 0,-1 0-1 0 0,8 30 1 0 0,-11-33-17 0 0,41 158 609 0 0,-31-112-2573 0 0,1-1-3836 0 0,-10-37-913 0 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36.856"/>
    </inkml:context>
    <inkml:brush xml:id="br0">
      <inkml:brushProperty name="width" value="0.1" units="cm"/>
      <inkml:brushProperty name="height" value="0.1" units="cm"/>
      <inkml:brushProperty name="color" value="#FF0066"/>
    </inkml:brush>
  </inkml:definitions>
  <inkml:trace contextRef="#ctx0" brushRef="#br0">1 164 3681 0 0,'10'-34'661'0'0,"-10"33"-314"0"0,1-1 0 0 0,0 0 0 0 0,-1 0 0 0 0,1 0 0 0 0,0 1-1 0 0,0-1 1 0 0,0 0 0 0 0,1 1 0 0 0,-1-1 0 0 0,0 1-1 0 0,0-1 1 0 0,1 1 0 0 0,-1 0 0 0 0,1-1 0 0 0,1 0-1 0 0,-1 33 4395 0 0,-2-26-4178 0 0,0 9-106 0 0,1 1 0 0 0,1-1 0 0 0,0 0 0 0 0,1 0 0 0 0,0 0 0 0 0,1 0 0 0 0,1 0 0 0 0,0-1 0 0 0,13 24 0 0 0,-15-31-358 0 0,0-1 0 0 0,1 1 0 0 0,0-1 0 0 0,0 0 0 0 0,0 0 0 0 0,1 0-1 0 0,0 0 1 0 0,0-1 0 0 0,0 0 0 0 0,0 0 0 0 0,0 0 0 0 0,1-1 0 0 0,0 0-1 0 0,0 0 1 0 0,0 0 0 0 0,0-1 0 0 0,0 0 0 0 0,0 0 0 0 0,1 0 0 0 0,-1-1-1 0 0,1 0 1 0 0,-1 0 0 0 0,13 0 0 0 0,-15-2-89 0 0,1 0 0 0 0,-1 0-1 0 0,1 0 1 0 0,-1 0 0 0 0,1-1 0 0 0,-1 1 0 0 0,0-1-1 0 0,0 0 1 0 0,0 0 0 0 0,0-1 0 0 0,0 1 0 0 0,0-1-1 0 0,-1 0 1 0 0,1 0 0 0 0,-1 0 0 0 0,0-1 0 0 0,0 1-1 0 0,0-1 1 0 0,0 1 0 0 0,-1-1 0 0 0,1 0 0 0 0,-1 0-1 0 0,0 0 1 0 0,0-1 0 0 0,1-4 0 0 0,1-1 4 0 0,-1 0 1 0 0,0 0-1 0 0,-1-1 0 0 0,0 1 1 0 0,-1-1-1 0 0,0 0 1 0 0,0 1-1 0 0,-1-1 0 0 0,-2-19 1 0 0,-1 18 10 0 0,0 1 0 0 0,0 0 0 0 0,-1 0 0 0 0,-1 0 0 0 0,0 1 0 0 0,0 0 0 0 0,-1-1 0 0 0,0 2 1 0 0,-1-1-1 0 0,0 1 0 0 0,-1 0 0 0 0,0 0 0 0 0,-12-9 0 0 0,16 14-111 0 0,1 1 0 0 0,-2-1 0 0 0,1 1 1 0 0,0 1-1 0 0,-1-1 0 0 0,1 0 0 0 0,-1 1 0 0 0,0 0 0 0 0,0 0 1 0 0,1 1-1 0 0,-1-1 0 0 0,-1 1 0 0 0,1 0 0 0 0,0 0 0 0 0,0 1 0 0 0,0 0 1 0 0,0 0-1 0 0,-1 0 0 0 0,1 0 0 0 0,0 1 0 0 0,0 0 0 0 0,0 0 0 0 0,0 0 1 0 0,0 0-1 0 0,0 1 0 0 0,0 0 0 0 0,0 0 0 0 0,1 1 0 0 0,-1-1 1 0 0,1 1-1 0 0,-1 0 0 0 0,-3 3 0 0 0,-5 7-2100 0 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37.205"/>
    </inkml:context>
    <inkml:brush xml:id="br0">
      <inkml:brushProperty name="width" value="0.1" units="cm"/>
      <inkml:brushProperty name="height" value="0.1" units="cm"/>
      <inkml:brushProperty name="color" value="#FF0066"/>
    </inkml:brush>
  </inkml:definitions>
  <inkml:trace contextRef="#ctx0" brushRef="#br0">66 40 6913 0 0,'1'-2'79'0'0,"-1"1"0"0"0,0-1 0 0 0,0 0 0 0 0,0 1 0 0 0,-1-1 0 0 0,1 0 0 0 0,0 0 0 0 0,-1 1 0 0 0,1-1 0 0 0,-1 0 0 0 0,1 1 0 0 0,-1-1 0 0 0,0 1 0 0 0,1-1 0 0 0,-1 0 0 0 0,0 1 0 0 0,0 0 0 0 0,0-1 0 0 0,-1 1 0 0 0,1 0 0 0 0,0-1 0 0 0,0 1 0 0 0,-1 0 0 0 0,-1-1 0 0 0,2 2 75 0 0,0 0 0 0 0,-1 0-1 0 0,1 0 1 0 0,-1 0 0 0 0,1 0 0 0 0,0 0-1 0 0,-1 0 1 0 0,1 0 0 0 0,-1 0-1 0 0,1 1 1 0 0,0-1 0 0 0,0 1-1 0 0,-1-1 1 0 0,1 1 0 0 0,0 0 0 0 0,0-1-1 0 0,-1 1 1 0 0,1 0 0 0 0,0 0-1 0 0,0 0 1 0 0,0 0 0 0 0,0 0 0 0 0,0 0-1 0 0,0 0 1 0 0,0 0 0 0 0,1 0-1 0 0,-1 0 1 0 0,0 0 0 0 0,1 1 0 0 0,-1-1-1 0 0,0 2 1 0 0,-1 0 6 0 0,1-1-1 0 0,-1 1 1 0 0,1 0 0 0 0,0 0 0 0 0,0 1-1 0 0,0-1 1 0 0,0 0 0 0 0,1 0 0 0 0,-1 0-1 0 0,1 1 1 0 0,0-1 0 0 0,0 0-1 0 0,0 1 1 0 0,0-1 0 0 0,1 0 0 0 0,-1 0-1 0 0,1 1 1 0 0,0-1 0 0 0,0 0 0 0 0,0 0-1 0 0,0 0 1 0 0,1 0 0 0 0,-1 0 0 0 0,1 0-1 0 0,0 0 1 0 0,-1-1 0 0 0,1 1 0 0 0,0-1-1 0 0,1 1 1 0 0,-1-1 0 0 0,4 3-1 0 0,8 8 19 0 0,1-1-1 0 0,1-1 0 0 0,0 0 0 0 0,21 10 0 0 0,-19-12-81 0 0,5 4-109 0 0,-2-2 22 0 0,-1 1 0 0 0,20 15 1 0 0,-36-24-21 0 0,-1 0 0 0 0,1 0 0 0 0,0 1 1 0 0,-1-1-1 0 0,0 1 0 0 0,0-1 0 0 0,0 1 1 0 0,0 0-1 0 0,0 0 0 0 0,-1 0 1 0 0,0 1-1 0 0,0-1 0 0 0,0 1 0 0 0,0-1 1 0 0,-1 1-1 0 0,1 5 0 0 0,-2-7 8 0 0,0 1 0 0 0,-1 0 0 0 0,1 0 0 0 0,-1-1 0 0 0,0 1 0 0 0,0-1 0 0 0,-1 1 0 0 0,1-1 0 0 0,-1 1 0 0 0,1-1 0 0 0,-1 0 0 0 0,0 0 0 0 0,-1 0 0 0 0,1 0 0 0 0,0 0 0 0 0,-6 5 0 0 0,-2 2 120 0 0,0-1 0 0 0,-1 0 0 0 0,-14 8-1 0 0,15-10-133 0 0,-1-1 0 0 0,1-1-1 0 0,-23 9 1 0 0,3-6-5546 0 0,15-5-671 0 0</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37.458"/>
    </inkml:context>
    <inkml:brush xml:id="br0">
      <inkml:brushProperty name="width" value="0.1" units="cm"/>
      <inkml:brushProperty name="height" value="0.1" units="cm"/>
      <inkml:brushProperty name="color" value="#FF0066"/>
    </inkml:brush>
  </inkml:definitions>
  <inkml:trace contextRef="#ctx0" brushRef="#br0">0 65 920 0 0,'6'-19'-126'0'0,"11"-13"6230"0"0,-17 31-5783 0 0,1 0 1 0 0,0 0-1 0 0,-1 0 1 0 0,1 0-1 0 0,0 0 1 0 0,0 1-1 0 0,0-1 1 0 0,0 0 0 0 0,0 0-1 0 0,0 1 1 0 0,0-1-1 0 0,0 1 1 0 0,0-1-1 0 0,0 1 1 0 0,0-1-1 0 0,0 1 1 0 0,0-1-1 0 0,0 1 1 0 0,0 0 0 0 0,0 0-1 0 0,1 0 1 0 0,1 0-1 0 0,-2 0-185 0 0,0 0 0 0 0,1 1-1 0 0,-1-1 1 0 0,0 1 0 0 0,0 0 0 0 0,1-1-1 0 0,-1 1 1 0 0,0 0 0 0 0,0 0-1 0 0,0-1 1 0 0,0 1 0 0 0,0 0 0 0 0,0 0-1 0 0,0 0 1 0 0,1 2 0 0 0,6 9 481 0 0,0 1 1 0 0,-1-1 0 0 0,0 2-1 0 0,-1-1 1 0 0,0 0 0 0 0,4 19-1 0 0,18 89 373 0 0,-21-87-741 0 0,64 374-833 0 0,-57-319-3593 0 0,-13-66-2223 0 0</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37.604"/>
    </inkml:context>
    <inkml:brush xml:id="br0">
      <inkml:brushProperty name="width" value="0.1" units="cm"/>
      <inkml:brushProperty name="height" value="0.1" units="cm"/>
      <inkml:brushProperty name="color" value="#FF0066"/>
    </inkml:brush>
  </inkml:definitions>
  <inkml:trace contextRef="#ctx0" brushRef="#br0">6 107 8754 0 0,'-4'-5'776'0'0,"3"1"-616"0"0,2 1-160 0 0,2 3 0 0 0,1-2 640 0 0,2 1 96 0 0,2-3 17 0 0,4-3 7 0 0,6-1-312 0 0,5 0-56 0 0,4-2-8 0 0,2-1-8 0 0,0 3-656 0 0,2-2-128 0 0,2 4-24 0 0,3-3-8 0 0,2 3 328 0 0,-3 1 112 0 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38.100"/>
    </inkml:context>
    <inkml:brush xml:id="br0">
      <inkml:brushProperty name="width" value="0.1" units="cm"/>
      <inkml:brushProperty name="height" value="0.1" units="cm"/>
      <inkml:brushProperty name="color" value="#FF0066"/>
    </inkml:brush>
  </inkml:definitions>
  <inkml:trace contextRef="#ctx0" brushRef="#br0">186 45 6449 0 0,'-2'-2'224'0'0,"1"0"0"0"0,0 0 0 0 0,0 0 0 0 0,0 0 0 0 0,-1 0 0 0 0,1 1 0 0 0,-1-1 0 0 0,0 1 0 0 0,1-1 0 0 0,-1 1 0 0 0,0 0 0 0 0,0-1 0 0 0,0 1 0 0 0,0 0 0 0 0,0 0-1 0 0,0 0 1 0 0,0 1 0 0 0,0-1 0 0 0,0 0 0 0 0,-1 1 0 0 0,1 0 0 0 0,0-1 0 0 0,0 1 0 0 0,0 0 0 0 0,-1 0 0 0 0,1 0 0 0 0,0 0 0 0 0,0 1 0 0 0,-1-1 0 0 0,1 0 0 0 0,0 1 0 0 0,0 0-1 0 0,0-1 1 0 0,0 1 0 0 0,0 0 0 0 0,0 0 0 0 0,-4 3 0 0 0,-2 0-16 0 0,1 0 0 0 0,0 1 0 0 0,0 0 0 0 0,0 0 0 0 0,1 0 0 0 0,0 1 0 0 0,0 0 0 0 0,0 0 0 0 0,0 1 0 0 0,1 0 0 0 0,0 0 1 0 0,1 0-1 0 0,0 0 0 0 0,0 1 0 0 0,0-1 0 0 0,1 1 0 0 0,0 0 0 0 0,1 0 0 0 0,-1 1 0 0 0,2-1 0 0 0,-3 15 0 0 0,4-11-176 0 0,-1 1 1 0 0,2-1-1 0 0,-1 0 1 0 0,2 0-1 0 0,-1 0 1 0 0,2 0-1 0 0,0 0 1 0 0,0-1-1 0 0,1 1 1 0 0,0-1-1 0 0,1 0 1 0 0,1 0-1 0 0,-1 0 0 0 0,13 15 1 0 0,-9-13 8 0 0,2-1 1 0 0,-1 0-1 0 0,2-1 0 0 0,-1 0 0 0 0,2-1 1 0 0,-1-1-1 0 0,1 0 0 0 0,1 0 0 0 0,19 9 1 0 0,-28-16-80 0 0,-1 0 1 0 0,1 0 0 0 0,0 0-1 0 0,0-1 1 0 0,0 1-1 0 0,0-1 1 0 0,0 0 0 0 0,1-1-1 0 0,-1 1 1 0 0,0-1-1 0 0,0 0 1 0 0,0 0-1 0 0,1-1 1 0 0,-1 1 0 0 0,0-1-1 0 0,0-1 1 0 0,0 1-1 0 0,0 0 1 0 0,0-1 0 0 0,0 0-1 0 0,-1-1 1 0 0,1 1-1 0 0,0-1 1 0 0,-1 1 0 0 0,0-1-1 0 0,0-1 1 0 0,0 1-1 0 0,0-1 1 0 0,0 1 0 0 0,-1-1-1 0 0,6-8 1 0 0,-3 4 79 0 0,-2-1 1 0 0,1 1-1 0 0,-1-1 1 0 0,0 0-1 0 0,-1-1 1 0 0,0 1-1 0 0,0-1 1 0 0,-1 1-1 0 0,-1-1 1 0 0,1 0-1 0 0,-2 1 1 0 0,1-1 0 0 0,-1 0-1 0 0,-1 0 1 0 0,0 0-1 0 0,0 1 1 0 0,-1-1-1 0 0,0 0 1 0 0,0 1-1 0 0,-7-15 1 0 0,2 6 43 0 0,-1 0 1 0 0,0 1-1 0 0,-2 0 1 0 0,0 0-1 0 0,-1 1 1 0 0,0 0-1 0 0,-1 1 1 0 0,-1 1-1 0 0,-22-21 0 0 0,28 29-232 0 0,-1 0 0 0 0,0 0 0 0 0,0 1-1 0 0,0 0 1 0 0,-1 1 0 0 0,0 0 0 0 0,1 0-1 0 0,-1 0 1 0 0,-1 2 0 0 0,1-1 0 0 0,0 1-1 0 0,-1 0 1 0 0,1 1 0 0 0,-12-1 0 0 0,2 4-1005 0 0</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38.352"/>
    </inkml:context>
    <inkml:brush xml:id="br0">
      <inkml:brushProperty name="width" value="0.1" units="cm"/>
      <inkml:brushProperty name="height" value="0.1" units="cm"/>
      <inkml:brushProperty name="color" value="#FF0066"/>
    </inkml:brush>
  </inkml:definitions>
  <inkml:trace contextRef="#ctx0" brushRef="#br0">0 1 9674 0 0,'4'0'192'0'0,"-1"-1"0"0"0,0 1-1 0 0,1 0 1 0 0,-1 1 0 0 0,0-1 0 0 0,1 0-1 0 0,-1 1 1 0 0,0 0 0 0 0,0 0 0 0 0,0 0-1 0 0,1 0 1 0 0,-1 0 0 0 0,0 0 0 0 0,0 1-1 0 0,0 0 1 0 0,-1 0 0 0 0,1-1 0 0 0,0 2-1 0 0,-1-1 1 0 0,1 0 0 0 0,-1 0 0 0 0,0 1-1 0 0,0-1 1 0 0,0 1 0 0 0,4 5 0 0 0,3 6 553 0 0,-1 1 1 0 0,1-1 0 0 0,9 29-1 0 0,0 4-62 0 0,-2 2 0 0 0,16 90 0 0 0,-15 24-3925 0 0,-17-148 1313 0 0</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38.590"/>
    </inkml:context>
    <inkml:brush xml:id="br0">
      <inkml:brushProperty name="width" value="0.1" units="cm"/>
      <inkml:brushProperty name="height" value="0.1" units="cm"/>
      <inkml:brushProperty name="color" value="#FF0066"/>
    </inkml:brush>
  </inkml:definitions>
  <inkml:trace contextRef="#ctx0" brushRef="#br0">0 3 6449 0 0,'23'-2'795'0'0,"0"1"1"0"0,0 2-1 0 0,28 2 0 0 0,-42-2-266 0 0,0 1-1 0 0,0 0 1 0 0,0 0 0 0 0,0 1 0 0 0,0 0 0 0 0,0 0 0 0 0,-1 1 0 0 0,1 0 0 0 0,-1 1-1 0 0,12 8 1 0 0,-18-12-342 0 0,0 1-1 0 0,0 0 0 0 0,0 0 0 0 0,-1 0 0 0 0,1 0 1 0 0,-1 1-1 0 0,1-1 0 0 0,-1 0 0 0 0,0 1 0 0 0,0-1 1 0 0,0 0-1 0 0,0 1 0 0 0,0 0 0 0 0,0-1 0 0 0,-1 1 1 0 0,1 4-1 0 0,-1-2-11 0 0,0 1 0 0 0,0-1-1 0 0,-1 1 1 0 0,0-1 0 0 0,0 0 0 0 0,0 1 0 0 0,-4 8 0 0 0,-3 5 53 0 0,-1-1 1 0 0,0 0-1 0 0,-17 22 0 0 0,22-34-102 0 0,-5 6-296 0 0,1-1 0 0 0,-2 0 0 0 0,0 0-1 0 0,-18 15 1 0 0,-23 12-4704 0 0,37-29-866 0 0</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38.829"/>
    </inkml:context>
    <inkml:brush xml:id="br0">
      <inkml:brushProperty name="width" value="0.1" units="cm"/>
      <inkml:brushProperty name="height" value="0.1" units="cm"/>
      <inkml:brushProperty name="color" value="#FF0066"/>
    </inkml:brush>
  </inkml:definitions>
  <inkml:trace contextRef="#ctx0" brushRef="#br0">1 1 7834 0 0,'2'0'177'0'0,"0"0"0"0"0,0 0 1 0 0,0 0-1 0 0,0 0 0 0 0,1 0 1 0 0,-1 1-1 0 0,0-1 0 0 0,0 1 1 0 0,0 0-1 0 0,0-1 0 0 0,0 1 1 0 0,0 0-1 0 0,0 0 0 0 0,0 0 1 0 0,0 0-1 0 0,-1 1 0 0 0,1-1 1 0 0,0 1-1 0 0,-1-1 0 0 0,1 1 1 0 0,-1-1-1 0 0,1 1 0 0 0,-1 0 1 0 0,0-1-1 0 0,0 1 0 0 0,0 0 1 0 0,0 0-1 0 0,0 0 1 0 0,1 2-1 0 0,3 6 489 0 0,-1-1 1 0 0,0 1-1 0 0,-1 0 1 0 0,4 16-1 0 0,0 30 600 0 0,-2 1 1 0 0,-3 0-1 0 0,-5 63 0 0 0,0-8-956 0 0,8 61-3635 0 0,-2-136-3456 0 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39.020"/>
    </inkml:context>
    <inkml:brush xml:id="br0">
      <inkml:brushProperty name="width" value="0.1" units="cm"/>
      <inkml:brushProperty name="height" value="0.1" units="cm"/>
      <inkml:brushProperty name="color" value="#FF0066"/>
    </inkml:brush>
  </inkml:definitions>
  <inkml:trace contextRef="#ctx0" brushRef="#br0">3 34 5529 0 0,'0'0'76'0'0,"0"0"0"0"0,0 0-1 0 0,0 0 1 0 0,-1 0 0 0 0,1 0-1 0 0,0-1 1 0 0,0 1 0 0 0,0 0-1 0 0,-1 0 1 0 0,1 0 0 0 0,0-1 0 0 0,0 1-1 0 0,0 0 1 0 0,0 0 0 0 0,0-1-1 0 0,-1 1 1 0 0,1 0 0 0 0,0 0-1 0 0,0-1 1 0 0,0 1 0 0 0,0 0 0 0 0,0 0-1 0 0,0-1 1 0 0,0 1 0 0 0,0 0-1 0 0,0-1 1 0 0,0 1 0 0 0,0 0 0 0 0,0 0-1 0 0,0-1 1 0 0,0 1 0 0 0,0 0-1 0 0,1 0 1 0 0,-1-1 0 0 0,0 1-1 0 0,0 0 1 0 0,0 0 0 0 0,0-1 0 0 0,0 1-1 0 0,0 0 1 0 0,1-1 0 0 0,13-4 2218 0 0,17 4 219 0 0,12 4-1415 0 0,-30-3-1602 0 0,1-1-1 0 0,0 0 0 0 0,0 0 1 0 0,-1-2-1 0 0,16-4 0 0 0,-6-1 481 0 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39.195"/>
    </inkml:context>
    <inkml:brush xml:id="br0">
      <inkml:brushProperty name="width" value="0.1" units="cm"/>
      <inkml:brushProperty name="height" value="0.1" units="cm"/>
      <inkml:brushProperty name="color" value="#FF0066"/>
    </inkml:brush>
  </inkml:definitions>
  <inkml:trace contextRef="#ctx0" brushRef="#br0">1 0 9218 0 0,'0'12'1023'0'0,"2"0"0"0"0,0 0 0 0 0,4 12 0 0 0,1 12 1036 0 0,-1 4-4 0 0,11 73 865 0 0,3-1-3951 0 0,-18-100-14 0 0</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39.371"/>
    </inkml:context>
    <inkml:brush xml:id="br0">
      <inkml:brushProperty name="width" value="0.1" units="cm"/>
      <inkml:brushProperty name="height" value="0.1" units="cm"/>
      <inkml:brushProperty name="color" value="#FF0066"/>
    </inkml:brush>
  </inkml:definitions>
  <inkml:trace contextRef="#ctx0" brushRef="#br0">56 89 920 0 0,'0'-1'-52'0'0,"-12"-36"443"0"0,10 32 718 0 0,0 1 0 0 0,0-1 0 0 0,0 1 0 0 0,0 0 0 0 0,-1 0 0 0 0,1-1 0 0 0,-1 2 0 0 0,0-1 0 0 0,0 0 0 0 0,-6-4 0 0 0,9 7-1061 0 0,-1 1 0 0 0,1 0 0 0 0,-1 0 0 0 0,1 0 0 0 0,0 1 0 0 0,-1-1 0 0 0,1 0 0 0 0,0 0 0 0 0,-1 0 0 0 0,1 0 1 0 0,0 0-1 0 0,-1 0 0 0 0,1 0 0 0 0,0 1 0 0 0,-1-1 0 0 0,1 0 0 0 0,0 0 0 0 0,-1 0 0 0 0,1 1 0 0 0,0-1 1 0 0,0 0-1 0 0,-1 0 0 0 0,1 1 0 0 0,0-1 0 0 0,0 0 0 0 0,-1 1 0 0 0,1-1 0 0 0,0 0 0 0 0,0 1 0 0 0,0-1 1 0 0,0 0-1 0 0,0 1 0 0 0,0-1 0 0 0,-1 0 0 0 0,1 1 0 0 0,0-1 0 0 0,0 1 0 0 0,0-1 0 0 0,0 0 0 0 0,0 1 0 0 0,0-1 1 0 0,0 0-1 0 0,0 1 0 0 0,1-1 0 0 0,-1 1 0 0 0,0-1 0 0 0,-2 25-148 0 0,2-23 156 0 0,0 32-2745 0 0,9 66 0 0 0,-5-72 2571 0 0</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0.083"/>
    </inkml:context>
    <inkml:brush xml:id="br0">
      <inkml:brushProperty name="width" value="0.1" units="cm"/>
      <inkml:brushProperty name="height" value="0.1" units="cm"/>
      <inkml:brushProperty name="color" value="#FF0066"/>
    </inkml:brush>
  </inkml:definitions>
  <inkml:trace contextRef="#ctx0" brushRef="#br0">275 76 2304 0 0,'-1'-3'484'0'0,"-1"-1"0"0"0,-1 1-1 0 0,1 0 1 0 0,0-1 0 0 0,-1 1-1 0 0,1 0 1 0 0,-1 1 0 0 0,0-1-1 0 0,0 0 1 0 0,-5-3 0 0 0,-35-21 5159 0 0,41 25-5318 0 0,-1 1-1 0 0,0 0 1 0 0,0-1-1 0 0,0 1 1 0 0,0 0-1 0 0,0 0 1 0 0,0 0-1 0 0,-1 1 1 0 0,1-1-1 0 0,0 1 1 0 0,0 0-1 0 0,0 0 0 0 0,-1 0 1 0 0,1 0-1 0 0,0 1 1 0 0,0-1-1 0 0,0 1 1 0 0,-6 1-1 0 0,4 0-115 0 0,0 1 0 0 0,0 0 0 0 0,0 0-1 0 0,1 0 1 0 0,-1 0 0 0 0,1 1 0 0 0,0-1-1 0 0,0 1 1 0 0,0 0 0 0 0,-3 5 0 0 0,-5 7-89 0 0,1 1 1 0 0,1 0-1 0 0,0 1 1 0 0,2 0-1 0 0,-8 19 1 0 0,13-27-143 0 0,0-1 1 0 0,0 1 0 0 0,1-1-1 0 0,0 1 1 0 0,0 0 0 0 0,1 0-1 0 0,1 0 1 0 0,0 0 0 0 0,1 10-1 0 0,-1-17-96 0 0,1 0-1 0 0,-1 1 1 0 0,1-1-1 0 0,0 0 1 0 0,0 0-1 0 0,0 0 1 0 0,0 0-1 0 0,1 0 1 0 0,-1 0-1 0 0,1 0 0 0 0,0-1 1 0 0,0 1-1 0 0,0-1 1 0 0,0 1-1 0 0,0-1 1 0 0,1 0-1 0 0,-1 1 1 0 0,1-1-1 0 0,-1 0 1 0 0,1-1-1 0 0,0 1 1 0 0,-1 0-1 0 0,1-1 1 0 0,0 0-1 0 0,0 1 1 0 0,0-1-1 0 0,1 0 1 0 0,-1-1-1 0 0,0 1 1 0 0,0-1-1 0 0,5 1 1 0 0,0 0-413 0 0,1-1 1 0 0,0 0-1 0 0,0 0 1 0 0,0-1-1 0 0,0 0 1 0 0,-1-1-1 0 0,1 0 1 0 0,-1 0-1 0 0,1-1 1 0 0,-1 0-1 0 0,0 0 1 0 0,0-1-1 0 0,0 0 1 0 0,0-1-1 0 0,-1 0 1 0 0,1 0-1 0 0,-1 0 1 0 0,-1-1-1 0 0,13-13 1 0 0,-9 8-95 0 0,0-1 1 0 0,-1 0-1 0 0,-1-1 1 0 0,11-19-1 0 0,-11 14 883 0 0,0-1 0 0 0,10-35 0 0 0,-15 43 279 0 0,-1 7-19 0 0,-1 1 1 0 0,0-1 0 0 0,0 0-1 0 0,0 0 1 0 0,0 0-1 0 0,-1 0 1 0 0,1 0-1 0 0,-1 0 1 0 0,0-1 0 0 0,-2-7-1 0 0,2 12-414 0 0,-1-1 0 0 0,1 1 0 0 0,0 0 0 0 0,-1-1 0 0 0,1 1 0 0 0,-1-1 0 0 0,1 1 0 0 0,-1 0 0 0 0,1 0 0 0 0,-1-1 0 0 0,0 1 0 0 0,1 0 0 0 0,-1 0 0 0 0,1 0 0 0 0,-1-1 0 0 0,0 1 0 0 0,1 0 0 0 0,-1 0 0 0 0,1 0 0 0 0,-1 0 0 0 0,0 0 0 0 0,1 0 0 0 0,-1 0 0 0 0,1 0 0 0 0,-1 1-1 0 0,0-1 1 0 0,1 0 0 0 0,-1 0 0 0 0,1 0 0 0 0,-1 1 0 0 0,1-1 0 0 0,-1 0 0 0 0,0 0 0 0 0,1 1 0 0 0,-1-1 0 0 0,1 1 0 0 0,0-1 0 0 0,-1 0 0 0 0,1 1 0 0 0,-1-1 0 0 0,1 1 0 0 0,-22 18 1813 0 0,16-12-1877 0 0,1 1 1 0 0,1 0-1 0 0,-1 0 0 0 0,1 0 1 0 0,1 1-1 0 0,-1-1 0 0 0,2 1 1 0 0,-1 0-1 0 0,1 0 0 0 0,0 0 1 0 0,1 0-1 0 0,0 0 0 0 0,1 17 0 0 0,0-17-80 0 0,0 1 0 0 0,1-1-1 0 0,0 0 1 0 0,1 1 0 0 0,0-1 0 0 0,0 0-1 0 0,1 0 1 0 0,0 0 0 0 0,1 0-1 0 0,0-1 1 0 0,0 1 0 0 0,1-1-1 0 0,7 11 1 0 0,-10-17-58 0 0,0 1-1 0 0,1-1 0 0 0,-1 0 1 0 0,0 1-1 0 0,1-1 0 0 0,-1 0 1 0 0,1-1-1 0 0,-1 1 1 0 0,1 0-1 0 0,0-1 0 0 0,0 0 1 0 0,0 1-1 0 0,0-1 1 0 0,0 0-1 0 0,0 0 0 0 0,0-1 1 0 0,0 1-1 0 0,0-1 1 0 0,0 0-1 0 0,5 1 0 0 0,-3-2-104 0 0,-1 0 0 0 0,1 0 0 0 0,0-1-1 0 0,-1 1 1 0 0,1-1 0 0 0,-1 0 0 0 0,0 0-1 0 0,1 0 1 0 0,-1-1 0 0 0,0 0 0 0 0,0 1-1 0 0,4-5 1 0 0,3-4-167 0 0,0-1 0 0 0,0 0 0 0 0,-1 0 1 0 0,-1-1-1 0 0,0 0 0 0 0,-1-1 0 0 0,8-16 0 0 0,5-17 1763 0 0,28-94 0 0 0,-49 140-1313 0 0,0 1-1 0 0,0 0 1 0 0,0-1 0 0 0,0 1 0 0 0,0-1 0 0 0,1 1 0 0 0,-1 0 0 0 0,0-1-1 0 0,0 1 1 0 0,0 0 0 0 0,0-1 0 0 0,0 1 0 0 0,1 0 0 0 0,-1-1-1 0 0,0 1 1 0 0,0 0 0 0 0,0-1 0 0 0,1 1 0 0 0,-1 0 0 0 0,0 0-1 0 0,1-1 1 0 0,-1 1 0 0 0,0 0 0 0 0,1 0 0 0 0,-1 0 0 0 0,0-1-1 0 0,1 1 1 0 0,-1 0 0 0 0,0 0 0 0 0,1 0 0 0 0,-1 0 0 0 0,0 0 0 0 0,1 0-1 0 0,-1 0 1 0 0,0 0 0 0 0,1 0 0 0 0,-1 0 0 0 0,1 0 0 0 0,-1 0-1 0 0,0 0 1 0 0,1 0 0 0 0,-1 0 0 0 0,0 0 0 0 0,1 0 0 0 0,-1 0-1 0 0,0 0 1 0 0,1 1 0 0 0,-1-1 0 0 0,0 0 0 0 0,1 0 0 0 0,-1 0 0 0 0,0 1-1 0 0,1-1 1 0 0,-1 0 0 0 0,0 0 0 0 0,0 1 0 0 0,1-1 0 0 0,-1 0-1 0 0,0 1 1 0 0,0-1 0 0 0,0 0 0 0 0,1 1 0 0 0,-1-1 0 0 0,4 4-865 0 0,-2-2 872 0 0,0 0-1 0 0,-1 0 1 0 0,1 1 0 0 0,-1-1 0 0 0,0 1-1 0 0,1 0 1 0 0,-1-1 0 0 0,0 1 0 0 0,0 0-1 0 0,-1-1 1 0 0,1 1 0 0 0,-1 0 0 0 0,1 5-1 0 0,4 13 125 0 0,-4-18-182 0 0,1-1 0 0 0,-1 0-1 0 0,1 0 1 0 0,-1 1 0 0 0,1-1-1 0 0,0 0 1 0 0,0-1 0 0 0,0 1-1 0 0,3 2 1 0 0,9 2-1542 0 0</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0.686"/>
    </inkml:context>
    <inkml:brush xml:id="br0">
      <inkml:brushProperty name="width" value="0.1" units="cm"/>
      <inkml:brushProperty name="height" value="0.1" units="cm"/>
      <inkml:brushProperty name="color" value="#FF0066"/>
    </inkml:brush>
  </inkml:definitions>
  <inkml:trace contextRef="#ctx0" brushRef="#br0">201 33 8754 0 0,'-3'-3'411'0'0,"0"1"0"0"0,-1-1 1 0 0,1 1-1 0 0,0 0 0 0 0,-1 0 1 0 0,1 0-1 0 0,-1 1 0 0 0,0-1 1 0 0,0 1-1 0 0,0 0 0 0 0,-5-1 0 0 0,-2-1 584 0 0,8 2-796 0 0,-1-1 0 0 0,0 1-1 0 0,1 0 1 0 0,-1 1 0 0 0,0-1-1 0 0,0 1 1 0 0,1-1 0 0 0,-1 1-1 0 0,0 0 1 0 0,0 1-1 0 0,0-1 1 0 0,1 0 0 0 0,-1 1-1 0 0,0 0 1 0 0,1 0 0 0 0,-1 0-1 0 0,0 1 1 0 0,1-1 0 0 0,0 1-1 0 0,-1 0 1 0 0,1 0-1 0 0,-6 4 1 0 0,4-1-54 0 0,1 0-1 0 0,0 0 1 0 0,0 0 0 0 0,0 0-1 0 0,1 1 1 0 0,0 0 0 0 0,0-1-1 0 0,0 1 1 0 0,0 0 0 0 0,1 0-1 0 0,0 1 1 0 0,-2 10 0 0 0,1-3-95 0 0,1-1-1 0 0,0 0 1 0 0,1 0-1 0 0,1 1 1 0 0,0-1 0 0 0,0 1-1 0 0,1-1 1 0 0,5 21 0 0 0,-4-28-89 0 0,0 1 0 0 0,1 0-1 0 0,-1-1 1 0 0,1 0 0 0 0,1 0 0 0 0,-1 0 0 0 0,1 0 0 0 0,0 0 0 0 0,0-1 0 0 0,1 0 0 0 0,0 0 0 0 0,0 0-1 0 0,0 0 1 0 0,0-1 0 0 0,1 0 0 0 0,-1 0 0 0 0,1 0 0 0 0,9 4 0 0 0,-3-3-269 0 0,0-1 0 0 0,-1 0-1 0 0,2 0 1 0 0,22 3 0 0 0,23-1-5039 0 0,-11-5-665 0 0</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1.067"/>
    </inkml:context>
    <inkml:brush xml:id="br0">
      <inkml:brushProperty name="width" value="0.1" units="cm"/>
      <inkml:brushProperty name="height" value="0.1" units="cm"/>
      <inkml:brushProperty name="color" value="#FF0066"/>
    </inkml:brush>
  </inkml:definitions>
  <inkml:trace contextRef="#ctx0" brushRef="#br0">73 39 5529 0 0,'-22'-15'471'0'0,"17"11"735"0"0,0 1 0 0 0,0-1 0 0 0,0 1 0 0 0,-1 0 0 0 0,-8-4 0 0 0,13 7-1108 0 0,1 0 0 0 0,0 0 1 0 0,-6 3 2452 0 0,6-3-2453 0 0,0 1 0 0 0,0-1 0 0 0,-1 0 0 0 0,1 0 0 0 0,0 1 0 0 0,0-1 0 0 0,0 0 1 0 0,-2 17 1481 0 0,4 17-613 0 0,-2-31-658 0 0,9 67 1423 0 0,30 119 0 0 0,-17-113-1680 0 0,4-2 1 0 0,70 142-1 0 0,-80-184-583 0 0</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1.594"/>
    </inkml:context>
    <inkml:brush xml:id="br0">
      <inkml:brushProperty name="width" value="0.1" units="cm"/>
      <inkml:brushProperty name="height" value="0.1" units="cm"/>
      <inkml:brushProperty name="color" value="#FF0066"/>
    </inkml:brush>
  </inkml:definitions>
  <inkml:trace contextRef="#ctx0" brushRef="#br0">26 23 6449 0 0,'-26'-22'10289'0'0,"31"29"-9504"0"0,-1 1-1 0 0,-1 0 0 0 0,1 1 0 0 0,1 8 1 0 0,14 69 541 0 0,-14-56-853 0 0,19 85 172 0 0,7 39-2979 0 0,-27-133-5153 0 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1.796"/>
    </inkml:context>
    <inkml:brush xml:id="br0">
      <inkml:brushProperty name="width" value="0.1" units="cm"/>
      <inkml:brushProperty name="height" value="0.1" units="cm"/>
      <inkml:brushProperty name="color" value="#FF0066"/>
    </inkml:brush>
  </inkml:definitions>
  <inkml:trace contextRef="#ctx0" brushRef="#br0">1 20 6913 0 0,'0'-1'56'0'0,"0"0"0"0"0,0 0 0 0 0,1 0 0 0 0,-1 0-1 0 0,0 0 1 0 0,1 0 0 0 0,-1 0 0 0 0,1 0 0 0 0,-1 0-1 0 0,1 0 1 0 0,0 0 0 0 0,-1 0 0 0 0,1 1 0 0 0,0-1-1 0 0,0 0 1 0 0,-1 0 0 0 0,1 1 0 0 0,0-1-1 0 0,0 0 1 0 0,0 1 0 0 0,0-1 0 0 0,1 0 0 0 0,-1 1 135 0 0,0 0 0 0 0,0 0 1 0 0,-1 1-1 0 0,1-1 1 0 0,0 0-1 0 0,0 0 0 0 0,0 1 1 0 0,0-1-1 0 0,-1 0 1 0 0,1 1-1 0 0,0-1 0 0 0,0 1 1 0 0,-1-1-1 0 0,1 1 1 0 0,0-1-1 0 0,-1 1 0 0 0,1-1 1 0 0,-1 1-1 0 0,1 0 1 0 0,-1-1-1 0 0,2 2 0 0 0,13 27 4382 0 0,-11-11-4284 0 0,-4-1 115 0 0,0 0 0 0 0,-2 0-1 0 0,0 0 1 0 0,-4 18 0 0 0,-5 31-1560 0 0,11-49-28 0 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1.971"/>
    </inkml:context>
    <inkml:brush xml:id="br0">
      <inkml:brushProperty name="width" value="0.1" units="cm"/>
      <inkml:brushProperty name="height" value="0.1" units="cm"/>
      <inkml:brushProperty name="color" value="#FF0066"/>
    </inkml:brush>
  </inkml:definitions>
  <inkml:trace contextRef="#ctx0" brushRef="#br0">17 6 4145 0 0,'-16'-5'2867'0'0,"18"13"-1663"0"0,-1-7-933 0 0,8 18 165 0 0,-4-11-469 0 0,0 0 0 0 0,1-1 0 0 0,0 1 1 0 0,11 9-1 0 0,10 13-92 0 0,-15-12 125 0 0</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2.303"/>
    </inkml:context>
    <inkml:brush xml:id="br0">
      <inkml:brushProperty name="width" value="0.1" units="cm"/>
      <inkml:brushProperty name="height" value="0.1" units="cm"/>
      <inkml:brushProperty name="color" value="#FF0066"/>
    </inkml:brush>
  </inkml:definitions>
  <inkml:trace contextRef="#ctx0" brushRef="#br0">0 0 5065 0 0,'1'1'144'0'0,"0"-1"0"0"0,0 1 0 0 0,0-1-1 0 0,0 1 1 0 0,-1-1 0 0 0,1 1 0 0 0,0 0 0 0 0,-1 0 0 0 0,1-1 0 0 0,0 1-1 0 0,-1 0 1 0 0,1 0 0 0 0,-1 0 0 0 0,1 0 0 0 0,-1 0 0 0 0,0 0-1 0 0,1-1 1 0 0,-1 1 0 0 0,0 0 0 0 0,0 0 0 0 0,1 0 0 0 0,-1 0-1 0 0,0 0 1 0 0,0 0 0 0 0,0 0 0 0 0,0 0 0 0 0,-1 2 0 0 0,2 37 2032 0 0,-1-32-1724 0 0,-2 41 1503 0 0,0-32-1471 0 0,1 0-1 0 0,1 0 1 0 0,1-1 0 0 0,0 1 0 0 0,6 25-1 0 0,-7-41-461 0 0,0-1-1 0 0,0 0 1 0 0,0 1-1 0 0,0-1 1 0 0,0 1-1 0 0,0-1 1 0 0,1 0-1 0 0,-1 1 1 0 0,0-1-1 0 0,0 0 1 0 0,0 1-1 0 0,0-1 1 0 0,1 0-1 0 0,-1 1 1 0 0,0-1-1 0 0,0 0 1 0 0,1 0-1 0 0,-1 1 1 0 0,0-1-1 0 0,0 0 1 0 0,1 0-1 0 0,-1 1 1 0 0,0-1-1 0 0,1 0 0 0 0,-1 0 1 0 0,0 0-1 0 0,1 0 1 0 0,-1 1-1 0 0,0-1 1 0 0,1 0-1 0 0,-1 0 1 0 0,0 0-1 0 0,1 0 1 0 0,-1 0-1 0 0,1 0 1 0 0,12-10 512 0 0,8-24 78 0 0,-19 31-554 0 0,6-12 195 0 0,1-2-35 0 0,1 0 0 0 0,14-19 1 0 0,-22 32-161 0 0,1 1 0 0 0,0 0 0 0 0,0 0 1 0 0,0 0-1 0 0,0 0 0 0 0,0 0 0 0 0,0 1 1 0 0,1-1-1 0 0,-1 1 0 0 0,1 0 0 0 0,0 0 1 0 0,0 0-1 0 0,0 1 0 0 0,-1-1 0 0 0,2 1 0 0 0,4-1 1 0 0,-7 2-12 0 0,-1 0 1 0 0,1 0-1 0 0,-1 0 1 0 0,1 0-1 0 0,-1 1 1 0 0,0-1-1 0 0,1 1 0 0 0,-1-1 1 0 0,1 1-1 0 0,-1-1 1 0 0,0 1-1 0 0,0 0 1 0 0,1 0-1 0 0,-1 0 1 0 0,0 0-1 0 0,0 0 1 0 0,0 0-1 0 0,0 0 1 0 0,0 0-1 0 0,0 0 1 0 0,0 0-1 0 0,0 0 0 0 0,-1 1 1 0 0,1-1-1 0 0,0 0 1 0 0,-1 0-1 0 0,1 1 1 0 0,-1-1-1 0 0,1 1 1 0 0,-1 1-1 0 0,10 51 366 0 0,-9-43-334 0 0,2 7-406 0 0,-1-1 1 0 0,2 1 0 0 0,9 27-1 0 0,-5-25-788 0 0</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2.573"/>
    </inkml:context>
    <inkml:brush xml:id="br0">
      <inkml:brushProperty name="width" value="0.1" units="cm"/>
      <inkml:brushProperty name="height" value="0.1" units="cm"/>
      <inkml:brushProperty name="color" value="#FF0066"/>
    </inkml:brush>
  </inkml:definitions>
  <inkml:trace contextRef="#ctx0" brushRef="#br0">23 40 7370 0 0,'-2'-8'340'0'0,"1"5"-112"0"0,0 0 1 0 0,1 0-1 0 0,-1 0 1 0 0,-1 0 0 0 0,1 1-1 0 0,0-1 1 0 0,-1 0-1 0 0,1 0 1 0 0,-3-2-1 0 0,3 6 52 0 0,1-1 0 0 0,-1 1 0 0 0,0 0 0 0 0,1 0 0 0 0,-1-1 0 0 0,1 1 0 0 0,0 0 0 0 0,-1 0 0 0 0,1 0 0 0 0,0 0 0 0 0,-1 0 0 0 0,1 0 0 0 0,0 0 0 0 0,0 0 0 0 0,0-1 1 0 0,0 1-1 0 0,0 0 0 0 0,0 0 0 0 0,0 0 0 0 0,0 0 0 0 0,0 0 0 0 0,1 2 0 0 0,3 26 734 0 0,2-1 1 0 0,0 1-1 0 0,3-1 1 0 0,0 0 0 0 0,16 32-1 0 0,9 30-639 0 0,-18-44-410 0 0,34 118-3188 0 0,-44-136-3934 0 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2.869"/>
    </inkml:context>
    <inkml:brush xml:id="br0">
      <inkml:brushProperty name="width" value="0.1" units="cm"/>
      <inkml:brushProperty name="height" value="0.1" units="cm"/>
      <inkml:brushProperty name="color" value="#FF0066"/>
    </inkml:brush>
  </inkml:definitions>
  <inkml:trace contextRef="#ctx0" brushRef="#br0">404 22 5065 0 0,'0'-1'206'0'0,"0"0"1"0"0,-1 0-1 0 0,1 0 0 0 0,0 0 0 0 0,-1 0 0 0 0,1 0 1 0 0,-1 0-1 0 0,1 0 0 0 0,-1 0 0 0 0,1 0 0 0 0,-1 0 1 0 0,0 0-1 0 0,1 1 0 0 0,-1-1 0 0 0,0 0 1 0 0,0 0-1 0 0,1 1 0 0 0,-1-1 0 0 0,0 0 0 0 0,0 1 1 0 0,0-1-1 0 0,0 1 0 0 0,0-1 0 0 0,0 1 1 0 0,0 0-1 0 0,0-1 0 0 0,0 1 0 0 0,0 0 0 0 0,0 0 1 0 0,0 0-1 0 0,-1-1 0 0 0,1 1 0 0 0,0 0 0 0 0,0 0 1 0 0,0 1-1 0 0,-1-1 0 0 0,-41 5 2653 0 0,18 2-2372 0 0,0 2 1 0 0,1 0-1 0 0,0 1 0 0 0,0 1 1 0 0,1 2-1 0 0,1 0 0 0 0,0 1 1 0 0,1 2-1 0 0,0 0 0 0 0,2 1 1 0 0,-30 32-1 0 0,45-44-440 0 0,1-1 1 0 0,0 0 0 0 0,0 1-1 0 0,0 0 1 0 0,0 0-1 0 0,1 0 1 0 0,0 0-1 0 0,0 0 1 0 0,0 0-1 0 0,1 1 1 0 0,0-1-1 0 0,0 0 1 0 0,-1 10-1 0 0,2-12-26 0 0,1 1 0 0 0,-1-1 0 0 0,1 0-1 0 0,-1 1 1 0 0,1-1 0 0 0,0 0-1 0 0,1 0 1 0 0,-1 0 0 0 0,0 0 0 0 0,1 0-1 0 0,0 0 1 0 0,-1 0 0 0 0,1 0 0 0 0,0 0-1 0 0,1-1 1 0 0,-1 1 0 0 0,0-1-1 0 0,1 0 1 0 0,-1 1 0 0 0,1-1 0 0 0,0 0-1 0 0,0-1 1 0 0,3 3 0 0 0,8 3-271 0 0,1-1 0 0 0,-1 0 0 0 0,1 0 0 0 0,1-2 0 0 0,-1 0 1 0 0,1 0-1 0 0,0-2 0 0 0,0 0 0 0 0,29 0 0 0 0,10-4-1847 0 0,84-14 0 0 0,-12 0 804 0 0,-110 15 1277 0 0,-3-1 16 0 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3.177"/>
    </inkml:context>
    <inkml:brush xml:id="br0">
      <inkml:brushProperty name="width" value="0.1" units="cm"/>
      <inkml:brushProperty name="height" value="0.1" units="cm"/>
      <inkml:brushProperty name="color" value="#FF0066"/>
    </inkml:brush>
  </inkml:definitions>
  <inkml:trace contextRef="#ctx0" brushRef="#br0">185 4 5065 0 0,'-8'-1'859'0'0,"0"0"-1"0"0,1 0 0 0 0,-1 1 1 0 0,0 0-1 0 0,0 0 1 0 0,1 1-1 0 0,-1 0 1 0 0,0 0-1 0 0,-8 3 1 0 0,13-3-514 0 0,-2 0 51 0 0,0 0-1 0 0,0 0 1 0 0,0 0-1 0 0,0 1 1 0 0,0 0-1 0 0,0 0 1 0 0,0 0 0 0 0,1 1-1 0 0,-1 0 1 0 0,1 0-1 0 0,0 0 1 0 0,0 0 0 0 0,0 0-1 0 0,0 1 1 0 0,0 0-1 0 0,-4 7 1 0 0,5-7-309 0 0,1 1 1 0 0,0-1 0 0 0,0 0-1 0 0,1 1 1 0 0,0 0-1 0 0,0-1 1 0 0,0 1-1 0 0,0 0 1 0 0,0 0-1 0 0,1 0 1 0 0,0 0 0 0 0,0-1-1 0 0,1 1 1 0 0,-1 0-1 0 0,1 0 1 0 0,0 0-1 0 0,0-1 1 0 0,2 7-1 0 0,2 0-81 0 0,-1 1-1 0 0,1 0 0 0 0,1-1 1 0 0,0 0-1 0 0,1 0 0 0 0,0-1 1 0 0,0 0-1 0 0,1 0 0 0 0,14 13 1 0 0,7 2-50 0 0,55 39 1 0 0,-8-7-94 0 0,-74-56 128 0 0,0 1 1 0 0,0 0 0 0 0,0 0-1 0 0,0 0 1 0 0,0 0-1 0 0,0 0 1 0 0,0 0 0 0 0,-1 0-1 0 0,1 1 1 0 0,-1-1-1 0 0,1 0 1 0 0,-1 1 0 0 0,0 0-1 0 0,0-1 1 0 0,0 1-1 0 0,0 0 1 0 0,0 4 0 0 0,-1-5-2 0 0,-1 1 0 0 0,1-1 0 0 0,-1 0 0 0 0,1 0 0 0 0,-1 0 1 0 0,0 0-1 0 0,0 0 0 0 0,0 0 0 0 0,0 0 0 0 0,0 0 0 0 0,0 0 0 0 0,-1 0 1 0 0,1 0-1 0 0,-1-1 0 0 0,1 1 0 0 0,-1-1 0 0 0,0 1 0 0 0,0-1 1 0 0,1 0-1 0 0,-1 1 0 0 0,0-1 0 0 0,-3 1 0 0 0,-33 16-879 0 0,11-8-4326 0 0,0-1-1554 0 0</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3.935"/>
    </inkml:context>
    <inkml:brush xml:id="br0">
      <inkml:brushProperty name="width" value="0.1" units="cm"/>
      <inkml:brushProperty name="height" value="0.1" units="cm"/>
      <inkml:brushProperty name="color" value="#FF0066"/>
    </inkml:brush>
  </inkml:definitions>
  <inkml:trace contextRef="#ctx0" brushRef="#br0">26 63 6449 0 0,'-21'-28'2252'0'0,"21"26"-1938"0"0,-1 1 0 0 0,0-1 1 0 0,1 1-1 0 0,-1-1 0 0 0,1 1 1 0 0,-1-1-1 0 0,1 1 0 0 0,0-1 1 0 0,-1 1-1 0 0,1-1 0 0 0,0 0 1 0 0,0 1-1 0 0,0-1 0 0 0,1 1 1 0 0,-1-1-1 0 0,0 0 0 0 0,0 1 1 0 0,1-1-1 0 0,0-1 0 0 0,7 31 3522 0 0,-6-13-3714 0 0,0 1 1 0 0,1-1-1 0 0,1 0 1 0 0,0 0-1 0 0,1-1 1 0 0,1 1-1 0 0,0-1 1 0 0,1 0 0 0 0,1-1-1 0 0,0 1 1 0 0,0-2-1 0 0,1 1 1 0 0,1-1-1 0 0,0 0 1 0 0,1-1-1 0 0,20 16 1 0 0,-30-26-113 0 0,1 0-1 0 0,0 0 1 0 0,-1 0 0 0 0,1 0 0 0 0,0-1 0 0 0,0 1 0 0 0,0 0-1 0 0,-1-1 1 0 0,1 0 0 0 0,0 1 0 0 0,0-1 0 0 0,0 0 0 0 0,0 0-1 0 0,0 0 1 0 0,0 0 0 0 0,0 0 0 0 0,0-1 0 0 0,3 0-1 0 0,-1 0-19 0 0,0-1-1 0 0,0 1 0 0 0,0-1 0 0 0,0-1 0 0 0,0 1 0 0 0,0 0 0 0 0,6-6 0 0 0,3-5-128 0 0,-1 0 0 0 0,0 0-1 0 0,11-17 1 0 0,-20 25 85 0 0,11-15 54 0 0,-2 0 1 0 0,-1-1 0 0 0,-1 0 0 0 0,12-34-1 0 0,-10 24 287 0 0,-12 30-256 0 0,0 0-1 0 0,1 0 0 0 0,-1 0 0 0 0,0 0 0 0 0,1 0 0 0 0,-1 0 0 0 0,1 0 0 0 0,-1 0 0 0 0,1 0 1 0 0,-1 1-1 0 0,1-1 0 0 0,-1 0 0 0 0,1 0 0 0 0,0 1 0 0 0,0-1 0 0 0,-1 0 0 0 0,1 1 1 0 0,0-1-1 0 0,0 0 0 0 0,0 1 0 0 0,0 0 0 0 0,-1-1 0 0 0,1 1 0 0 0,0-1 0 0 0,2 1 0 0 0,-2 0-1 0 0,0 0 0 0 0,0 1 0 0 0,0-1-1 0 0,0 1 1 0 0,0-1 0 0 0,0 1-1 0 0,1-1 1 0 0,-2 1 0 0 0,1 0 0 0 0,0-1-1 0 0,0 1 1 0 0,0 0 0 0 0,0 0-1 0 0,0 0 1 0 0,-1 0 0 0 0,1-1 0 0 0,1 3-1 0 0,3 5 47 0 0,0 1 1 0 0,-1-1-1 0 0,6 19 0 0 0,-4-11-49 0 0,1 7-381 0 0,0 0 0 0 0,2 0 0 0 0,1-1 1 0 0,1 0-1 0 0,0 0 0 0 0,20 26 0 0 0,-14-28-836 0 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4.504"/>
    </inkml:context>
    <inkml:brush xml:id="br0">
      <inkml:brushProperty name="width" value="0.1" units="cm"/>
      <inkml:brushProperty name="height" value="0.1" units="cm"/>
      <inkml:brushProperty name="color" value="#FF0066"/>
    </inkml:brush>
  </inkml:definitions>
  <inkml:trace contextRef="#ctx0" brushRef="#br0">87 1 2761 0 0,'-19'24'2984'0'0,"6"-9"-1669"0"0,5-7-299 0 0,0 1 0 0 0,1 0 0 0 0,1 0 1 0 0,-1 0-1 0 0,-4 12 0 0 0,9-19-838 0 0,1 1 0 0 0,0 0 0 0 0,0-1 0 0 0,1 1 0 0 0,-1 0 0 0 0,1 0 0 0 0,-1 0 1 0 0,1 0-1 0 0,0-1 0 0 0,0 1 0 0 0,0 0 0 0 0,0 0 0 0 0,1 0 0 0 0,-1 0 0 0 0,1 0 0 0 0,0-1 0 0 0,-1 1 0 0 0,1 0 0 0 0,0-1 0 0 0,1 1 0 0 0,-1 0 0 0 0,1-1 0 0 0,-1 1 0 0 0,1-1 0 0 0,1 2 0 0 0,4 3-107 0 0,0 0-1 0 0,0-1 0 0 0,1 0 0 0 0,0 0 0 0 0,0-1 0 0 0,0 0 1 0 0,0 0-1 0 0,1-1 0 0 0,0 0 0 0 0,0 0 0 0 0,13 2 0 0 0,-10-1-59 0 0,1-1 0 0 0,-1 1-1 0 0,0 1 1 0 0,0 0-1 0 0,12 9 1 0 0,-23-14-11 0 0,0 0 0 0 0,0-1 1 0 0,1 1-1 0 0,-1 0 0 0 0,0 0 0 0 0,0 0 1 0 0,0 1-1 0 0,-1-1 0 0 0,1 0 0 0 0,0 0 1 0 0,0 0-1 0 0,-1 1 0 0 0,1-1 0 0 0,0 0 1 0 0,-1 1-1 0 0,0-1 0 0 0,1 1 0 0 0,-1-1 1 0 0,0 0-1 0 0,0 1 0 0 0,1-1 0 0 0,-1 1 1 0 0,0-1-1 0 0,-1 3 0 0 0,0-1 11 0 0,0 1 0 0 0,0-1 0 0 0,0 0 0 0 0,0 0 0 0 0,-1 0 0 0 0,0 0 0 0 0,1-1 0 0 0,-1 1-1 0 0,0 0 1 0 0,-4 3 0 0 0,-5 5 52 0 0,-1 0-1 0 0,0-1 1 0 0,-20 12-1 0 0,24-16-141 0 0,4-3-270 0 0,-1 1 0 0 0,1-1 0 0 0,-1 0 0 0 0,0-1 0 0 0,0 1-1 0 0,0-1 1 0 0,-1 0 0 0 0,1 0 0 0 0,-8 2 0 0 0,41-24-4307 0 0,-11 7 3825 0 0,161-117 1457 0 0,-154 109 381 0 0,-2 0-1 0 0,0-1 0 0 0,-1-1 1 0 0,-1-2-1 0 0,17-27 1 0 0,-35 48-698 0 0,0 0 1 0 0,0-1 0 0 0,0 1 0 0 0,-1-1 0 0 0,0 0 0 0 0,0 1 0 0 0,0-1 0 0 0,0 0 0 0 0,-1-8-1 0 0,0 12-247 0 0,1 0 0 0 0,-1-1 0 0 0,0 1-1 0 0,0 0 1 0 0,0 0 0 0 0,-1 0-1 0 0,1-1 1 0 0,0 1 0 0 0,0 0-1 0 0,-1 0 1 0 0,1 0 0 0 0,0 0 0 0 0,-1-1-1 0 0,0 1 1 0 0,1 0 0 0 0,-1 0-1 0 0,1 0 1 0 0,-1 0 0 0 0,0 0-1 0 0,0 0 1 0 0,0 1 0 0 0,1-1 0 0 0,-1 0-1 0 0,0 0 1 0 0,0 0 0 0 0,0 1-1 0 0,0-1 1 0 0,0 1 0 0 0,-1-1-1 0 0,1 1 1 0 0,0-1 0 0 0,0 1-1 0 0,0-1 1 0 0,0 1 0 0 0,0 0 0 0 0,-1 0-1 0 0,1 0 1 0 0,0 0 0 0 0,0 0-1 0 0,-1 0 1 0 0,1 0 0 0 0,-2 0-1 0 0,0 1-41 0 0,1 0-1 0 0,-1 0 0 0 0,1 1 1 0 0,-1-1-1 0 0,1 0 1 0 0,-1 1-1 0 0,1 0 0 0 0,0-1 1 0 0,0 1-1 0 0,0 0 0 0 0,0 0 1 0 0,0 0-1 0 0,0 1 0 0 0,1-1 1 0 0,-1 0-1 0 0,1 1 0 0 0,0-1 1 0 0,-1 1-1 0 0,0 3 0 0 0,-2 3 4 0 0,0 1 0 0 0,1-1-1 0 0,0 1 1 0 0,-2 11 0 0 0,4-15-9 0 0,1 1 0 0 0,-1-1 0 0 0,1 0 1 0 0,0 1-1 0 0,0-1 0 0 0,1 1 0 0 0,0-1 1 0 0,0 0-1 0 0,0 0 0 0 0,1 1 1 0 0,0-1-1 0 0,0 0 0 0 0,0 0 0 0 0,1-1 1 0 0,0 1-1 0 0,0 0 0 0 0,1-1 1 0 0,-1 0-1 0 0,1 0 0 0 0,1 0 0 0 0,-1 0 1 0 0,7 6-1 0 0,-2-5-229 0 0,0 0 1 0 0,0 0-1 0 0,0 0 1 0 0,1-1-1 0 0,0-1 1 0 0,0 0-1 0 0,0 0 1 0 0,0-1-1 0 0,0 0 1 0 0,1-1-1 0 0,-1 0 1 0 0,20 1-1 0 0,-6-3-7177 0 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5.268"/>
    </inkml:context>
    <inkml:brush xml:id="br0">
      <inkml:brushProperty name="width" value="0.1" units="cm"/>
      <inkml:brushProperty name="height" value="0.1" units="cm"/>
      <inkml:brushProperty name="color" value="#FF0066"/>
    </inkml:brush>
  </inkml:definitions>
  <inkml:trace contextRef="#ctx0" brushRef="#br0">0 54 5529 0 0,'1'-6'1111'0'0,"0"1"0"0"0,0-1 0 0 0,0 1 0 0 0,1 0 0 0 0,3-8 0 0 0,-5 12-869 0 0,1 0 0 0 0,-1 0 1 0 0,1 0-1 0 0,-1 0 1 0 0,1 0-1 0 0,0 0 0 0 0,-1 0 1 0 0,1 1-1 0 0,0-1 1 0 0,0 0-1 0 0,-1 0 0 0 0,1 1 1 0 0,0-1-1 0 0,2-1 1 0 0,-3 2-120 0 0,1 0 0 0 0,-1 0 0 0 0,1 0 0 0 0,0 0 1 0 0,-1 0-1 0 0,1 0 0 0 0,-1 1 0 0 0,1-1 0 0 0,-1 0 0 0 0,1 0 1 0 0,-1 0-1 0 0,1 1 0 0 0,-1-1 0 0 0,1 0 0 0 0,-1 0 0 0 0,1 1 1 0 0,-1-1-1 0 0,1 0 0 0 0,-1 1 0 0 0,1-1 0 0 0,-1 1 0 0 0,0-1 1 0 0,1 1-1 0 0,-1-1 0 0 0,0 0 0 0 0,1 1 0 0 0,-1-1 1 0 0,0 1-1 0 0,0 0 0 0 0,1-1 0 0 0,-1 1 0 0 0,5 11 262 0 0,-1 0 0 0 0,0 0-1 0 0,0 1 1 0 0,-1-1 0 0 0,-1 1-1 0 0,1 14 1 0 0,4 19-253 0 0,18 48 10 0 0,71 172 0 0 0,-58-168 110 0 0,-31-79-181 0 0,0 0 1 0 0,-2 1-1 0 0,0-1 1 0 0,-1 1-1 0 0,-1 0 0 0 0,-1 0 1 0 0,-1 1-1 0 0,-2 21 1 0 0,2-22-423 0 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5.490"/>
    </inkml:context>
    <inkml:brush xml:id="br0">
      <inkml:brushProperty name="width" value="0.1" units="cm"/>
      <inkml:brushProperty name="height" value="0.1" units="cm"/>
      <inkml:brushProperty name="color" value="#FF0066"/>
    </inkml:brush>
  </inkml:definitions>
  <inkml:trace contextRef="#ctx0" brushRef="#br0">0 10 11979 0 0,'1'-1'218'0'0,"0"0"0"0"0,0 0 1 0 0,0 1-1 0 0,0-1 1 0 0,0 0-1 0 0,0 1 1 0 0,0-1-1 0 0,0 0 1 0 0,0 1-1 0 0,1 0 1 0 0,-1-1-1 0 0,0 1 1 0 0,0 0-1 0 0,0-1 0 0 0,0 1 1 0 0,1 0-1 0 0,-1 0 1 0 0,0 0-1 0 0,0 0 1 0 0,1 0-1 0 0,-1 0 1 0 0,2 1-1 0 0,24 11-566 0 0,-12-4-352 0 0,-7-5 700 0 0</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6.535"/>
    </inkml:context>
    <inkml:brush xml:id="br0">
      <inkml:brushProperty name="width" value="0.1" units="cm"/>
      <inkml:brushProperty name="height" value="0.1" units="cm"/>
      <inkml:brushProperty name="color" value="#FF0066"/>
    </inkml:brush>
  </inkml:definitions>
  <inkml:trace contextRef="#ctx0" brushRef="#br0">27 29 4609 0 0,'-24'10'1578'0'0,"21"-3"1065"0"0,17-2-300 0 0,6-4-1151 0 0,-1-1 0 0 0,1-1 0 0 0,-1-1-1 0 0,1 0 1 0 0,30-9 0 0 0,14-1 171 0 0,-23 7-1136 0 0,25-3-337 0 0,-25-3-7683 0 0</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6.867"/>
    </inkml:context>
    <inkml:brush xml:id="br0">
      <inkml:brushProperty name="width" value="0.1" units="cm"/>
      <inkml:brushProperty name="height" value="0.1" units="cm"/>
      <inkml:brushProperty name="color" value="#FF0066"/>
    </inkml:brush>
  </inkml:definitions>
  <inkml:trace contextRef="#ctx0" brushRef="#br0">0 1 3225 0 0,'1'17'7620'0'0,"5"4"-4408"0"0,4 17-1662 0 0,-10-33-1406 0 0,2 22 717 0 0,1 0 0 0 0,13 54 0 0 0,-13-72-735 0 0,0 0 0 0 0,1 0 0 0 0,0 0 0 0 0,0 0 0 0 0,1-1-1 0 0,0 0 1 0 0,1 0 0 0 0,0 0 0 0 0,0 0 0 0 0,1-1 0 0 0,-1 0 0 0 0,11 7 0 0 0,7 4 371 0 0,-15-12-384 0 0,0 0 0 0 0,-1 1 1 0 0,0 0-1 0 0,0 0 0 0 0,-1 1 0 0 0,9 11 1 0 0,-15-17-101 0 0,1 1 0 0 0,-1 0-1 0 0,0-1 1 0 0,0 1 0 0 0,0 0 0 0 0,0 0 0 0 0,-1-1 0 0 0,1 1 0 0 0,-1 0 0 0 0,0 0 0 0 0,1 0 0 0 0,-1 0 0 0 0,0 0 0 0 0,-1 0 0 0 0,1-1 0 0 0,-1 1 0 0 0,1 0 0 0 0,-1 0 0 0 0,0 0 0 0 0,0-1 0 0 0,0 1 0 0 0,0 0 0 0 0,0-1 0 0 0,-1 1 0 0 0,1-1 0 0 0,-1 1 0 0 0,0-1 0 0 0,-2 3 0 0 0,-2 3 32 0 0,-1 0 0 0 0,0 0 1 0 0,-1-1-1 0 0,0 0 0 0 0,0 0 0 0 0,0-1 1 0 0,-18 11-1 0 0,13-11-926 0 0,0 0 0 0 0,-26 9 0 0 0,18-10-6136 0 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7.265"/>
    </inkml:context>
    <inkml:brush xml:id="br0">
      <inkml:brushProperty name="width" value="0.1" units="cm"/>
      <inkml:brushProperty name="height" value="0.1" units="cm"/>
      <inkml:brushProperty name="color" value="#FF0066"/>
    </inkml:brush>
  </inkml:definitions>
  <inkml:trace contextRef="#ctx0" brushRef="#br0">1 18 8754 0 0,'1'-1'191'0'0,"-1"0"1"0"0,1 0-1 0 0,0-1 1 0 0,-1 1-1 0 0,1 0 0 0 0,0 0 1 0 0,0 0-1 0 0,0 0 1 0 0,0 0-1 0 0,0 1 0 0 0,0-1 1 0 0,0 0-1 0 0,0 0 1 0 0,0 1-1 0 0,1-1 0 0 0,-1 1 1 0 0,0-1-1 0 0,0 1 1 0 0,1-1-1 0 0,-1 1 0 0 0,0 0 1 0 0,1-1-1 0 0,-1 1 1 0 0,0 0-1 0 0,1 0 0 0 0,-1 0 1 0 0,0 0-1 0 0,1 0 1 0 0,-1 0-1 0 0,0 1 0 0 0,1-1 1 0 0,-1 0-1 0 0,0 1 1 0 0,0-1-1 0 0,1 1 1 0 0,-1-1-1 0 0,0 1 0 0 0,0 0 1 0 0,0-1-1 0 0,2 3 1 0 0,0-1 144 0 0,0 1 0 0 0,0 0 0 0 0,0 0 0 0 0,0 0 0 0 0,-1 0 0 0 0,0 0 0 0 0,0 1 1 0 0,1-1-1 0 0,-2 1 0 0 0,1-1 0 0 0,0 1 0 0 0,1 7 0 0 0,3 19 79 0 0,-2 1-1 0 0,1 53 1 0 0,-6-22-6663 0 0,1-39-621 0 0</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7.454"/>
    </inkml:context>
    <inkml:brush xml:id="br0">
      <inkml:brushProperty name="width" value="0.1" units="cm"/>
      <inkml:brushProperty name="height" value="0.1" units="cm"/>
      <inkml:brushProperty name="color" value="#FF0066"/>
    </inkml:brush>
  </inkml:definitions>
  <inkml:trace contextRef="#ctx0" brushRef="#br0">21 1 7834 0 0,'-9'12'3224'0'0,"-1"15"-2897"0"0,10-22-525 0 0,-1 1 0 0 0,1-1 0 0 0,0 0 0 0 0,0 0 0 0 0,0 0 0 0 0,1 0 0 0 0,0 0 0 0 0,0 0 0 0 0,0 0 0 0 0,0 0 0 0 0,1 0 0 0 0,0 0 0 0 0,0-1 0 0 0,0 1 0 0 0,1-1 0 0 0,-1 1 1 0 0,1-1-1 0 0,0 0 0 0 0,6 6 0 0 0,7 8 198 0 0</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7.804"/>
    </inkml:context>
    <inkml:brush xml:id="br0">
      <inkml:brushProperty name="width" value="0.1" units="cm"/>
      <inkml:brushProperty name="height" value="0.1" units="cm"/>
      <inkml:brushProperty name="color" value="#FF0066"/>
    </inkml:brush>
  </inkml:definitions>
  <inkml:trace contextRef="#ctx0" brushRef="#br0">208 22 3513 0 0,'1'0'86'0'0,"-1"0"0"0"0,0 0 0 0 0,0-1 0 0 0,0 1 0 0 0,0 0 1 0 0,1-1-1 0 0,-1 1 0 0 0,0 0 0 0 0,0-1 0 0 0,0 1 0 0 0,0 0 0 0 0,0-1 0 0 0,0 1 1 0 0,0 0-1 0 0,0-1 0 0 0,0 1 0 0 0,0 0 0 0 0,0-1 0 0 0,0 1 0 0 0,0 0 0 0 0,0-1 1 0 0,0 1-1 0 0,0 0 0 0 0,0-1 0 0 0,-1 1 0 0 0,1 0 0 0 0,0-1 0 0 0,0 1 0 0 0,0 0 1 0 0,0-1-1 0 0,-1 1 0 0 0,1 0 0 0 0,0 0 0 0 0,0-1 0 0 0,-1 1 0 0 0,1 0 0 0 0,0 0 1 0 0,0 0-1 0 0,-1-1 0 0 0,0 1 0 0 0,-20-7 3601 0 0,-25 5 1304 0 0,39 2-4749 0 0,1 1 0 0 0,-1 0 1 0 0,1 0-1 0 0,0 1 0 0 0,0-1 0 0 0,0 1 1 0 0,0 1-1 0 0,0-1 0 0 0,0 1 0 0 0,1 0 0 0 0,-1 0 1 0 0,1 1-1 0 0,0 0 0 0 0,0 0 0 0 0,0 0 1 0 0,0 0-1 0 0,-5 8 0 0 0,6-7-189 0 0,1-1 0 0 0,0 1-1 0 0,0 0 1 0 0,0 0 0 0 0,1 0 0 0 0,-1 1 0 0 0,1-1-1 0 0,1 0 1 0 0,-1 1 0 0 0,1-1 0 0 0,0 1 0 0 0,0 0-1 0 0,0-1 1 0 0,1 1 0 0 0,0 0 0 0 0,0 0 0 0 0,1-1-1 0 0,-1 1 1 0 0,1 0 0 0 0,1-1 0 0 0,-1 1 0 0 0,1-1-1 0 0,0 1 1 0 0,0-1 0 0 0,0 0 0 0 0,1 0 0 0 0,-1 0-1 0 0,1 0 1 0 0,7 8 0 0 0,-1-4-100 0 0,0 0 1 0 0,1-1-1 0 0,0 0 1 0 0,0 0-1 0 0,1-1 0 0 0,-1-1 1 0 0,1 0-1 0 0,1 0 1 0 0,-1-1-1 0 0,1-1 1 0 0,18 5-1 0 0,37 17-846 0 0,-67-26 888 0 0,1 0 0 0 0,-1 0 0 0 0,1 1 0 0 0,-1-1 0 0 0,0 0 0 0 0,1 0 0 0 0,-1 0 0 0 0,1 1 0 0 0,-1-1 0 0 0,0 0 0 0 0,1 1 0 0 0,-1-1 0 0 0,0 0 0 0 0,1 1 0 0 0,-1-1 0 0 0,0 0 0 0 0,1 1 0 0 0,-1-1 0 0 0,0 1 0 0 0,0-1 0 0 0,1 0 0 0 0,-1 1 0 0 0,0-1 0 0 0,0 1 0 0 0,0-1 0 0 0,0 1 0 0 0,0-1 0 0 0,0 1 0 0 0,0-1 0 0 0,0 1 0 0 0,0-1 0 0 0,0 0 0 0 0,0 1 0 0 0,0-1 0 0 0,0 1 0 0 0,0-1 0 0 0,0 1 0 0 0,0-1 0 0 0,0 1 0 0 0,-1-1 0 0 0,1 1 0 0 0,0-1 0 0 0,0 0 0 0 0,-1 1 0 0 0,1-1 0 0 0,0 1 0 0 0,0-1 0 0 0,-1 0 0 0 0,1 1 0 0 0,0-1 0 0 0,-1 0 0 0 0,1 1 0 0 0,-1-1 1 0 0,1 0-1 0 0,0 0 0 0 0,-1 1 0 0 0,-28 17 478 0 0,25-16-472 0 0,-25 13 249 0 0,-48 19-1 0 0,4-12-3418 0 0,49-18-3331 0 0</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9.090"/>
    </inkml:context>
    <inkml:brush xml:id="br0">
      <inkml:brushProperty name="width" value="0.1" units="cm"/>
      <inkml:brushProperty name="height" value="0.1" units="cm"/>
      <inkml:brushProperty name="color" value="#FF0066"/>
    </inkml:brush>
  </inkml:definitions>
  <inkml:trace contextRef="#ctx0" brushRef="#br0">54 348 7834 0 0,'0'-1'418'0'0,"0"-1"1"0"0,0 1-1 0 0,1-1 0 0 0,-1 1 1 0 0,1-1-1 0 0,-1 1 1 0 0,1-1-1 0 0,-1 1 1 0 0,1-1-1 0 0,0 1 0 0 0,0 0 1 0 0,0-1-1 0 0,0 1 1 0 0,0 0-1 0 0,0 0 1 0 0,0-1-1 0 0,0 1 0 0 0,0 0 1 0 0,2-1-1 0 0,-3 2-301 0 0,1 0-1 0 0,0-1 1 0 0,-1 1-1 0 0,1 0 1 0 0,0-1-1 0 0,-1 1 1 0 0,1 0-1 0 0,0 0 1 0 0,-1-1-1 0 0,1 1 1 0 0,0 0-1 0 0,-1 0 1 0 0,1 0-1 0 0,0 0 1 0 0,0 0 0 0 0,-1 0-1 0 0,1 0 1 0 0,0 0-1 0 0,0 0 1 0 0,-1 1-1 0 0,1-1 1 0 0,0 0-1 0 0,-1 0 1 0 0,1 1-1 0 0,0-1 1 0 0,-1 0-1 0 0,1 1 1 0 0,0-1-1 0 0,-1 1 1 0 0,1-1-1 0 0,-1 1 1 0 0,1-1-1 0 0,-1 1 1 0 0,1-1-1 0 0,-1 1 1 0 0,1-1-1 0 0,-1 1 1 0 0,0 0-1 0 0,1-1 1 0 0,-1 1 0 0 0,0 0-1 0 0,1 0 1 0 0,-4-5-258 0 0,0-1 1 0 0,-1 1 0 0 0,1 0-1 0 0,-1 0 1 0 0,0 0 0 0 0,-1 0-1 0 0,1 1 1 0 0,0-1 0 0 0,-7-2 0 0 0,5 4 1414 0 0,6 2-1212 0 0,10 14 34 0 0,26 34 232 0 0,-39-79-48 0 0,0-7-212 0 0,-3 0 0 0 0,-1 0 0 0 0,-1 0 0 0 0,-3 1 0 0 0,-23-58 0 0 0,29 84-17 0 0,-4-10 209 0 0,6 24-144 0 0,2 15-68 0 0,1-1-48 0 0,2 0 0 0 0,0 1 0 0 0,1-1 0 0 0,1 0 0 0 0,9 26 0 0 0,41 83 0 0 0,-3-4 0 0 0,-31-52 0 0 0,-14-46 0 0 0,0-1 0 0 0,20 44 0 0 0,-11-122-21 0 0,-7 29-135 0 0,1 1 1 0 0,16-33-1 0 0,-20 49 175 0 0,0-1 0 0 0,1 1 0 0 0,0 0 0 0 0,1 0 0 0 0,-1 1 0 0 0,2 0 0 0 0,-1 0 0 0 0,16-12-1 0 0,-22 19-2 0 0,0 0-1 0 0,0 0 0 0 0,1 0 0 0 0,-1 0 0 0 0,0 0 0 0 0,1 0 0 0 0,-1 0 0 0 0,1 0 0 0 0,0 1 1 0 0,-1-1-1 0 0,1 0 0 0 0,-1 1 0 0 0,1 0 0 0 0,0-1 0 0 0,-1 1 0 0 0,1 0 0 0 0,0 0 0 0 0,0 0 1 0 0,-1 0-1 0 0,1 0 0 0 0,0 0 0 0 0,-1 0 0 0 0,1 1 0 0 0,0-1 0 0 0,-1 1 0 0 0,1-1 0 0 0,-1 1 1 0 0,1 0-1 0 0,0-1 0 0 0,-1 1 0 0 0,0 0 0 0 0,1 0 0 0 0,-1 0 0 0 0,1 0 0 0 0,-1 0 0 0 0,0 1 1 0 0,0-1-1 0 0,2 2 0 0 0,2 5 1 0 0,0 1 0 0 0,-1 0 0 0 0,0-1 1 0 0,0 1-1 0 0,4 17 0 0 0,2 6-273 0 0,9 2-617 0 0,-7-16 84 0 0</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49.724"/>
    </inkml:context>
    <inkml:brush xml:id="br0">
      <inkml:brushProperty name="width" value="0.1" units="cm"/>
      <inkml:brushProperty name="height" value="0.1" units="cm"/>
      <inkml:brushProperty name="color" value="#FF0066"/>
    </inkml:brush>
  </inkml:definitions>
  <inkml:trace contextRef="#ctx0" brushRef="#br0">216 49 7834 0 0,'-5'-5'542'0'0,"0"1"-1"0"0,0-1 1 0 0,-1 1 0 0 0,1 0 0 0 0,-1 0 0 0 0,0 1 0 0 0,-1-1-1 0 0,1 1 1 0 0,0 1 0 0 0,-1-1 0 0 0,0 1 0 0 0,1 0 0 0 0,-1 1 0 0 0,-9-1-1 0 0,12 1-368 0 0,0 1 0 0 0,0 1-1 0 0,-1-1 1 0 0,1 0 0 0 0,0 1-1 0 0,0 0 1 0 0,0 0 0 0 0,0 0-1 0 0,0 1 1 0 0,0-1 0 0 0,1 1 0 0 0,-1 0-1 0 0,0 0 1 0 0,1 0 0 0 0,-1 1-1 0 0,1-1 1 0 0,0 1 0 0 0,0 0-1 0 0,0 0 1 0 0,0 0 0 0 0,0 0-1 0 0,1 0 1 0 0,-1 1 0 0 0,1-1-1 0 0,-2 5 1 0 0,0-1-135 0 0,1 0 1 0 0,0 0-1 0 0,0 1 1 0 0,1-1-1 0 0,-1 1 0 0 0,2 0 1 0 0,-1 0-1 0 0,1 0 0 0 0,0 0 1 0 0,1-1-1 0 0,0 1 0 0 0,0 0 1 0 0,1 0-1 0 0,0 0 1 0 0,0 0-1 0 0,1 0 0 0 0,0 0 1 0 0,0-1-1 0 0,1 1 0 0 0,0-1 1 0 0,0 1-1 0 0,1-1 1 0 0,0 0-1 0 0,0-1 0 0 0,7 9 1 0 0,-6-8-42 0 0,0-2 0 0 0,0 1 0 0 0,1-1 0 0 0,0 1 1 0 0,0-2-1 0 0,0 1 0 0 0,0-1 0 0 0,1 1 0 0 0,0-2 0 0 0,-1 1 1 0 0,2-1-1 0 0,-1 0 0 0 0,0-1 0 0 0,0 1 0 0 0,1-1 1 0 0,0-1-1 0 0,-1 0 0 0 0,1 0 0 0 0,0 0 0 0 0,-1-1 0 0 0,1 0 1 0 0,0 0-1 0 0,0-1 0 0 0,-1 0 0 0 0,1-1 0 0 0,7-2 1 0 0,-11 3 5 0 0,-1 0 1 0 0,0 0 0 0 0,0 0 0 0 0,1 0 0 0 0,-1-1 0 0 0,0 0 0 0 0,0 0 0 0 0,-1 1 0 0 0,1-2 0 0 0,0 1 0 0 0,-1 0 0 0 0,1 0 0 0 0,-1-1-1 0 0,0 1 1 0 0,1-1 0 0 0,-1 0 0 0 0,0 0 0 0 0,-1 0 0 0 0,1 0 0 0 0,-1 0 0 0 0,1 0 0 0 0,-1 0 0 0 0,0-1 0 0 0,0 1 0 0 0,0 0 0 0 0,-1-1-1 0 0,1 1 1 0 0,-1 0 0 0 0,0-1 0 0 0,1 1 0 0 0,-2-1 0 0 0,1 1 0 0 0,0-1 0 0 0,-2-6 0 0 0,0 3-15 0 0,0 0-1 0 0,0 0 1 0 0,-1 0 0 0 0,0 0 0 0 0,0 0-1 0 0,-1 0 1 0 0,1 1 0 0 0,-1 0 0 0 0,-1-1-1 0 0,1 1 1 0 0,-1 1 0 0 0,0-1 0 0 0,-1 1-1 0 0,1 0 1 0 0,-8-5 0 0 0,-9-2-1295 0 0,0 2-3493 0 0,-1 4-1744 0 0</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50.025"/>
    </inkml:context>
    <inkml:brush xml:id="br0">
      <inkml:brushProperty name="width" value="0.1" units="cm"/>
      <inkml:brushProperty name="height" value="0.1" units="cm"/>
      <inkml:brushProperty name="color" value="#FF0066"/>
    </inkml:brush>
  </inkml:definitions>
  <inkml:trace contextRef="#ctx0" brushRef="#br0">41 20 6449 0 0,'3'-4'223'0'0,"-3"2"-101"0"0,1 0 0 0 0,1 0 0 0 0,-1 1 0 0 0,0-1 0 0 0,0 0 0 0 0,1 0 0 0 0,10-1 4964 0 0,-17 20-3398 0 0,-14 32 1468 0 0,12-33-2719 0 0,0 0 0 0 0,1 1 1 0 0,1 0-1 0 0,1 0 0 0 0,0 0 1 0 0,1 1-1 0 0,1-1 0 0 0,1 1 0 0 0,1 29 1 0 0,3-29-338 0 0,0 0-1 0 0,2 0 1 0 0,0 0 0 0 0,2-1 0 0 0,0 1 0 0 0,12 22 0 0 0,66 96-88 0 0,-46-78-207 0 0,-12-16-320 0 0,30 50-4290 0 0,-48-75-1506 0 0</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50.186"/>
    </inkml:context>
    <inkml:brush xml:id="br0">
      <inkml:brushProperty name="width" value="0.1" units="cm"/>
      <inkml:brushProperty name="height" value="0.1" units="cm"/>
      <inkml:brushProperty name="color" value="#FF0066"/>
    </inkml:brush>
  </inkml:definitions>
  <inkml:trace contextRef="#ctx0" brushRef="#br0">212 223 4633 0 0,'-29'-28'1630'0'0,"-61"-46"-1"0"0,12 11 3140 0 0,77 63-4718 0 0,0-1 0 0 0,0 0 0 0 0,0 1 0 0 0,0-1 0 0 0,0 0 0 0 0,1 0 0 0 0,-1 0 0 0 0,0 0-1 0 0,0 0 1 0 0,1 0 0 0 0,-1 0 0 0 0,0 0 0 0 0,1 0 0 0 0,-1 0 0 0 0,1 0 0 0 0,-1 0 0 0 0,1 0-1 0 0,0-1 1 0 0,-1 1 0 0 0,1 0 0 0 0,0 0 0 0 0,0 0 0 0 0,0-1 0 0 0,0 1 0 0 0,0 0 0 0 0,0 0 0 0 0,0 0-1 0 0,1-3 1 0 0,0 2-71 0 0,0 1-1 0 0,1-1 1 0 0,-1 1-1 0 0,1 0 1 0 0,-1-1-1 0 0,1 1 1 0 0,0 0-1 0 0,-1 0 1 0 0,1 0-1 0 0,0 0 1 0 0,0 0-1 0 0,0 0 1 0 0,0 1-1 0 0,-1-1 1 0 0,1 0-1 0 0,0 1 1 0 0,3-1-1 0 0,11-2-1132 0 0,1-1-3412 0 0</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50.803"/>
    </inkml:context>
    <inkml:brush xml:id="br0">
      <inkml:brushProperty name="width" value="0.1" units="cm"/>
      <inkml:brushProperty name="height" value="0.1" units="cm"/>
      <inkml:brushProperty name="color" value="#FF0066"/>
    </inkml:brush>
  </inkml:definitions>
  <inkml:trace contextRef="#ctx0" brushRef="#br0">1 4 10594 0 0,'4'-1'582'0'0,"1"0"0"0"0,-1 0 0 0 0,1 1-1 0 0,-1 0 1 0 0,1 0 0 0 0,-1 0 0 0 0,7 1 0 0 0,-9 0-349 0 0,0 0 1 0 0,-1 0 0 0 0,1-1 0 0 0,0 1 0 0 0,-1 1 0 0 0,1-1 0 0 0,-1 0 0 0 0,1 0 0 0 0,-1 1 0 0 0,1-1 0 0 0,-1 0-1 0 0,0 1 1 0 0,0 0 0 0 0,0-1 0 0 0,0 1 0 0 0,0 0 0 0 0,0-1 0 0 0,1 3 0 0 0,13 39 1163 0 0,-9-25-1021 0 0,55 113 153 0 0,-40-93-292 0 0,25 70 0 0 0,-43-99-237 0 0,0 1 0 0 0,-1 0 0 0 0,0 0 0 0 0,-1 0 0 0 0,1 15 0 0 0,13-69-424 0 0,2 5 538 0 0,39-64 0 0 0,-49 91-91 0 0,1 0-1 0 0,0 1 1 0 0,1 0 0 0 0,0 1 0 0 0,1 0 0 0 0,0 0-1 0 0,1 1 1 0 0,0 0 0 0 0,13-7 0 0 0,-23 15-21 0 0,1 0 1 0 0,-1 0-1 0 0,1 0 0 0 0,-1 0 1 0 0,1 1-1 0 0,0-1 0 0 0,-1 1 1 0 0,1-1-1 0 0,0 1 0 0 0,0 0 1 0 0,-1-1-1 0 0,1 1 0 0 0,0 0 1 0 0,0 0-1 0 0,0 0 1 0 0,-1 1-1 0 0,1-1 0 0 0,0 0 1 0 0,0 1-1 0 0,-1-1 0 0 0,1 1 1 0 0,0-1-1 0 0,-1 1 0 0 0,1 0 1 0 0,-1-1-1 0 0,1 1 0 0 0,-1 0 1 0 0,1 0-1 0 0,-1 1 1 0 0,1-1-1 0 0,-1 0 0 0 0,0 0 1 0 0,0 1-1 0 0,1-1 0 0 0,-1 0 1 0 0,1 4-1 0 0,4 5 24 0 0,-1 0-1 0 0,0 1 1 0 0,-1 0-1 0 0,6 20 1 0 0,-2-5-9 0 0,-5-17-26 0 0,7 17-439 0 0,24 48 1 0 0,-31-67 330 0 0,1-1 0 0 0,1 1 0 0 0,-1-1 0 0 0,1 0 0 0 0,0 0 0 0 0,0-1 0 0 0,1 1 0 0 0,0-1 0 0 0,0 0 1 0 0,0-1-1 0 0,14 8 0 0 0,-8-6-1193 0 0</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4:52.853"/>
    </inkml:context>
    <inkml:brush xml:id="br0">
      <inkml:brushProperty name="width" value="0.1" units="cm"/>
      <inkml:brushProperty name="height" value="0.1" units="cm"/>
      <inkml:brushProperty name="color" value="#FF0066"/>
    </inkml:brush>
  </inkml:definitions>
  <inkml:trace contextRef="#ctx0" brushRef="#br0">5858 133 5529 0 0,'-30'-10'428'0'0,"19"6"727"0"0,0 1 1 0 0,0-2 0 0 0,-17-8 0 0 0,28 13-1124 0 0,0-1-1 0 0,0 1 1 0 0,-1 0 0 0 0,1 0 0 0 0,0 0 0 0 0,0 0 0 0 0,0 0 0 0 0,-1 0 0 0 0,1-1 0 0 0,0 1 0 0 0,0 0 0 0 0,0 0 0 0 0,0 0-1 0 0,-1 0 1 0 0,1-1 0 0 0,0 1 0 0 0,0 0 0 0 0,0 0 0 0 0,0 0 0 0 0,0-1 0 0 0,0 1 0 0 0,0 0 0 0 0,0 0 0 0 0,0-1 0 0 0,0 1 0 0 0,0 0-1 0 0,0 0 1 0 0,0-1 0 0 0,0 1 0 0 0,0 0 0 0 0,0 0 0 0 0,0 0 0 0 0,0-1 0 0 0,0 1 0 0 0,0 0 0 0 0,0 0 0 0 0,0-1 0 0 0,0 1 0 0 0,0 0-1 0 0,0 0 1 0 0,11-8 658 0 0,15-3-33 0 0,15 0-15 0 0,1 2 0 0 0,62-6 0 0 0,90 3 315 0 0,-164 10-820 0 0,595 21 1210 0 0,-482-10 143 0 0,-121-8-1166 0 0,0 1-1 0 0,1 0 1 0 0,-1 2 0 0 0,-1 1-1 0 0,28 9 1 0 0,-41-10-265 0 0,0-1-1 0 0,0 1 1 0 0,0 1-1 0 0,-1-1 1 0 0,0 1-1 0 0,0 1 1 0 0,0-1-1 0 0,0 1 1 0 0,-1 0-1 0 0,0 1 1 0 0,0-1-1 0 0,-1 1 1 0 0,0 1-1 0 0,0-1 1 0 0,-1 1-1 0 0,5 10 1 0 0,13 39 82 0 0,-2 1-1 0 0,13 65 1 0 0,-3-9-94 0 0,126 413 727 0 0,-120-391-541 0 0,-33-118-181 0 0,0-1 0 0 0,-2 0 0 0 0,0 0 0 0 0,0 1 0 0 0,-2-1 0 0 0,-2 19 0 0 0,2-32-22 0 0,-1 0 0 0 0,1 0 0 0 0,-1-1 0 0 0,0 1 0 0 0,0 0 0 0 0,0 0 0 0 0,0-1 0 0 0,-1 1 0 0 0,1-1-1 0 0,-1 0 1 0 0,0 0 0 0 0,0 0 0 0 0,0 0 0 0 0,0 0 0 0 0,-1-1 0 0 0,1 1 0 0 0,-1-1 0 0 0,0 0 0 0 0,-7 3 0 0 0,-7 3 96 0 0,-2-1-1 0 0,-35 8 1 0 0,42-11-112 0 0,-506 111-204 0 0,349-80-155 0 0,-488 63 26 0 0,186-34-489 0 0,-306 20 519 0 0,-5-53 161 0 0,271-21-503 0 0,-543 50 371 0 0,880-43 242 0 0,-65 5 257 0 0,88-14 67 0 0,-253 8 150 0 0,28 2-524 0 0,174-6 30 0 0,175-10 99 0 0,-14 1-166 0 0,1-2 1 0 0,0-2-1 0 0,-78-11 1 0 0,101 9 260 0 0,-105-27-364 0 0,116 6 301 0 0,4 13-88 0 0,-128-385 108 0 0,74 212 68 0 0,11 40-73 0 0,-95-203 0 0 0,125 315-112 0 0,1-1 1 0 0,2-1 0 0 0,1 0-1 0 0,2-1 1 0 0,1 0-1 0 0,-7-71 1 0 0,21 29 3 0 0,32 69-522 0 0,55-20-53 0 0,-42 12 343 0 0,50-9 1 0 0,24 8 151 0 0,133-1 0 0 0,-157 13 64 0 0,526 6-112 0 0,-544 3 142 0 0,49 2 83 0 0,165-13 0 0 0,536-78-33 0 0,-677 63-64 0 0,-70 8 0 0 0,113-3 0 0 0,-79 15-57 0 0,304 4-436 0 0,-127-4 482 0 0,-47-3 11 0 0,130-14 0 0 0,-225 6 0 0 0,91-24 485 0 0,-82 9-36 0 0,-54 9-133 0 0,-2-5-1 0 0,174-62 1 0 0,-275 83-621 0 0,23-7 907 0 0,-29 9-763 0 0,1 1 0 0 0,0 0 0 0 0,0 0 0 0 0,-1-1 0 0 0,1 1 0 0 0,0 0 1 0 0,0 0-1 0 0,-1 0 0 0 0,1-1 0 0 0,0 1 0 0 0,0 0 0 0 0,-1 0 0 0 0,1 0 0 0 0,0 1 0 0 0,0-1 0 0 0,-1 0 0 0 0,1 0 0 0 0,0 0 0 0 0,0 0 0 0 0,-1 1 0 0 0,1-1 0 0 0,0 0 0 0 0,-1 1 0 0 0,1-1 0 0 0,0 0 0 0 0,0 2 0 0 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5:15.068"/>
    </inkml:context>
    <inkml:brush xml:id="br0">
      <inkml:brushProperty name="width" value="0.1" units="cm"/>
      <inkml:brushProperty name="height" value="0.1" units="cm"/>
      <inkml:brushProperty name="color" value="#FF0066"/>
    </inkml:brush>
  </inkml:definitions>
  <inkml:trace contextRef="#ctx0" brushRef="#br0">53 337 3225 0 0,'-2'1'214'0'0,"-1"0"0"0"0,0 0 1 0 0,0 0-1 0 0,1 0 1 0 0,-1 1-1 0 0,1-1 0 0 0,-1 1 1 0 0,1-1-1 0 0,0 1 0 0 0,0 0 1 0 0,0 0-1 0 0,0 0 1 0 0,0 0-1 0 0,0 1 0 0 0,0-1 1 0 0,1 1-1 0 0,-1-1 1 0 0,1 1-1 0 0,0-1 0 0 0,-1 1 1 0 0,1-1-1 0 0,0 1 0 0 0,-1 5 1 0 0,6-8-127 0 0,0 0 0 0 0,0 0 0 0 0,-1 0 0 0 0,1 0 0 0 0,0-1 0 0 0,-1 0 0 0 0,6-1 0 0 0,55-18 1310 0 0,103-45 0 0 0,28-10-929 0 0,-84 44-490 0 0,135-47-110 0 0,-173 49-280 0 0,110-30 0 0 0,-144 50 239 0 0,0 2-1 0 0,0 1 1 0 0,0 2-1 0 0,74 3 0 0 0,-66 3 81 0 0,60 5 118 0 0,-94-6-94 0 0,1 2-1 0 0,-1 0 1 0 0,0 0 0 0 0,0 1-1 0 0,20 9 1 0 0,-18-2-759 0 0,2 2 445 0 0,-16-13 520 0 0,17-6 7655 0 0,-16 38-7089 0 0,1 0 1 0 0,7 31 0 0 0,4 28-702 0 0,24 236-564 0 0,-5-69 101 0 0,-26-184 86 0 0,-9-72 430 0 0,0 0 0 0 0,0-1-1 0 0,0 1 1 0 0,0-1-1 0 0,-1 0 1 0 0,1 0-1 0 0,0 0 1 0 0,-1 0 0 0 0,1 0-1 0 0,0 0 1 0 0,-1 0-1 0 0,1-1 1 0 0,-1 1-1 0 0,-4-1 1 0 0,-2 2 491 0 0,-43 10-429 0 0,-7 1-51 0 0,-4 11-103 0 0,-1-3-1 0 0,-1-3 1 0 0,-1-2-1 0 0,0-4 1 0 0,-90 6-1 0 0,84-14-103 0 0,-136 1 167 0 0,170-7 80 0 0,1-1 0 0 0,-1-2 0 0 0,-55-14 0 0 0,-17-14 41 0 0,42 11-182 0 0,-121-21 0 0 0,150 40 198 0 0,1 1 0 0 0,-50 5-1 0 0,4 0-518 0 0,69-5-94 0 0,17-5 76 0 0,-1 4 340 0 0,0 1-1 0 0,0 0 0 0 0,-1-1 0 0 0,1 1 1 0 0,0 0-1 0 0,-1-1 0 0 0,0 1 0 0 0,1-6 1 0 0,-6-105 543 0 0,1 68-485 0 0,3 0 1 0 0,4-47-1 0 0,6-27-576 0 0,0-8-5236 0 0,-6 109 4245 0 0,1-2-9 0 0</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49.36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569 207 3225 0 0,'64'-36'574'0'0,"-73"29"-1709"0"0,-10 5 549 0 0,-244 17-377 0 0,0-1 9905 0 0,250-16-8378 0 0,19-4-420 0 0,21-5-484 0 0,378-62-3171 0 0,-14 2 5020 0 0,-269 43-1325 0 0,-179 30 443 0 0,-197 40-2179 0 0,-35 3 207 0 0,75-26 1907 0 0,229-25-213 0 0,24-4 37 0 0,299-23 3696 0 0,27-5-3067 0 0,-344 33-1039 0 0,-16 2-580 0 0,-15 2-650 0 0,-24 2 658 0 0,1 2 0 0 0,0 1 0 0 0,-38 10 0 0 0,-99 34 1415 0 0,70-19-529 0 0,-21 4-133 0 0,-98 29 505 0 0,75-16-3461 0 0,93-27-458 0 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49.89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205 86 4145 0 0,'-55'-17'1224'0'0,"32"11"-552"0"0,0-1-1 0 0,0-1 1 0 0,-36-19-1 0 0,37 6-1328 0 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50.35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756 71 2304 0 0,'-7'1'-19'0'0,"-360"15"3711"0"0,340-21-2630 0 0,27 0-405 0 0,15-1-367 0 0,91-18-1213 0 0,133-14 0 0 0,-167 32 1130 0 0,0 3 0 0 0,134 11 0 0 0,-179 0 111 0 0,-23 0-15 0 0,-16 3 90 0 0,-20 6 200 0 0,0-2 0 0 0,-1-2 0 0 0,0 0 0 0 0,-35 7 0 0 0,13-4-169 0 0,-230 66 599 0 0,-149 51-2608 0 0,399-122 987 0 0,26-9 350 0 0,1 1 1 0 0,0-1-1 0 0,0 2 1 0 0,0-1 0 0 0,0 1-1 0 0,0 0 1 0 0,-9 7-1 0 0,17-11 254 0 0,0 0 0 0 0,-1 0 0 0 0,1 0 0 0 0,0 0 0 0 0,0 0 0 0 0,0 0 0 0 0,0 0 0 0 0,0 1 0 0 0,-1-1 0 0 0,1 0 0 0 0,0 0 0 0 0,0 0-1 0 0,0 0 1 0 0,0 0 0 0 0,0 1 0 0 0,0-1 0 0 0,0 0 0 0 0,0 0 0 0 0,-1 0 0 0 0,1 0 0 0 0,0 1 0 0 0,0-1 0 0 0,0 0 0 0 0,0 0 0 0 0,0 0 0 0 0,0 1-1 0 0,0-1 1 0 0,0 0 0 0 0,0 0 0 0 0,0 0 0 0 0,0 1 0 0 0,0-1 0 0 0,1 0 0 0 0,-1 0 0 0 0,0 0 0 0 0,0 0 0 0 0,0 1 0 0 0,0-1 0 0 0,0 0 0 0 0,0 0-1 0 0,0 0 1 0 0,0 0 0 0 0,1 1 0 0 0,-1-1 0 0 0,11 5 498 0 0,16-2 795 0 0,-26-3-1268 0 0,75 2 1432 0 0,0-5 0 0 0,0-2-1 0 0,93-19 1 0 0,-90 12-1050 0 0,531-89-4119 0 0,-592 98 3323 0 0,-6 2 360 0 0,0-2-1 0 0,0 1 1 0 0,0-2-1 0 0,14-5 828 0 0,-29 12-582 0 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51.41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788 262 1840 0 0,'8'-4'-198'0'0,"10"-5"815"0"0,0 0 0 0 0,0-1-1 0 0,31-25 1 0 0,-49 35-608 0 0,0 0-1 0 0,1 0 1 0 0,-1 0 0 0 0,0-1 0 0 0,1 1 0 0 0,-1 0 0 0 0,0 0-1 0 0,1-1 1 0 0,-1 1 0 0 0,0 0 0 0 0,1 0 0 0 0,-1-1-1 0 0,0 1 1 0 0,0 0 0 0 0,0-1 0 0 0,1 1 0 0 0,-1-1-1 0 0,0 1 1 0 0,0 0 0 0 0,0-1 0 0 0,0 1 0 0 0,0-1-1 0 0,0 1 1 0 0,0 0 0 0 0,0-1 0 0 0,1 1 0 0 0,-2-1-1 0 0,1 1 1 0 0,0 0 0 0 0,0-1 0 0 0,0 1 0 0 0,0-1-1 0 0,0 1 1 0 0,0 0 0 0 0,0-1 0 0 0,-1 0 0 0 0,-15-4 218 0 0,-25 4-308 0 0,-18 6-438 0 0,-201 9 1049 0 0,153-12 2653 0 0,-185 28 0 0 0,481-53-2804 0 0,87-15-126 0 0,-255 30-7 0 0,-21 7-240 0 0,0 1-1 0 0,0 0 0 0 0,0-1 1 0 0,0 1-1 0 0,-1 0 0 0 0,1-1 0 0 0,0 1 1 0 0,0 0-1 0 0,0 0 0 0 0,0-1 0 0 0,-1 1 1 0 0,1 0-1 0 0,0 0 0 0 0,0-1 1 0 0,-1 1-1 0 0,1 0 0 0 0,0 0 0 0 0,0 0 1 0 0,-1-1-1 0 0,1 1 0 0 0,0 0 1 0 0,-1 0-1 0 0,1 0 0 0 0,0 0 0 0 0,-1 0 1 0 0,1 0-1 0 0,0 0 0 0 0,-1-1 0 0 0,1 1 1 0 0,0 0-1 0 0,-1 0 0 0 0,0 1 1 0 0,-45-7 235 0 0,-21 7 271 0 0,-100 14 1 0 0,-41 2-1133 0 0,201-17 473 0 0,2 0-40 0 0,0 0 0 0 0,-1 0 0 0 0,1 0 0 0 0,0-1 0 0 0,0 1-1 0 0,0-1 1 0 0,0-1 0 0 0,-6-1 0 0 0,18-8-1113 0 0,14 4 1277 0 0,-19 7-46 0 0,130-40-453 0 0,109-30 2092 0 0,-177 54-814 0 0,116-12 1 0 0,-263 51 443 0 0,-515 94-2226 0 0,575-113-286 0 0</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52.32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500 120 5929 0 0,'-75'0'359'0'0,"-76"11"1"0"0,72-4 202 0 0,47-5-250 0 0,-131 15 2172 0 0,381-60-4579 0 0,113-14 4688 0 0,-6 1-2171 0 0,-609 139-5219 0 0,210-60 4527 0 0,18-6 946 0 0,-72 33 0 0 0,126-50-561 0 0,0 1 1 0 0,0 0-1 0 0,0 0 0 0 0,1 0 1 0 0,-1 0-1 0 0,0 1 1 0 0,1-1-1 0 0,-1 0 0 0 0,1 1 1 0 0,-3 16 1959 0 0,5-17-1999 0 0,2 2 89 0 0,0-1 0 0 0,0 1 0 0 0,0-1 1 0 0,0 0-1 0 0,1 0 0 0 0,-1 0 0 0 0,1 0 0 0 0,0-1 1 0 0,6 2-1 0 0,25 7 137 0 0,1-3 1 0 0,-1-1-1 0 0,1-1 0 0 0,1-2 1 0 0,37-2-1 0 0,86 9 911 0 0,-143-8-1058 0 0,-12-2-118 0 0,-1 0-1 0 0,0 0 1 0 0,1 0-1 0 0,-1 1 1 0 0,0 0-1 0 0,1 0 1 0 0,-1 0 0 0 0,0 0-1 0 0,0 1 1 0 0,1-1-1 0 0,-1 1 1 0 0,-1 0-1 0 0,6 4 1 0 0,-9-6-45 0 0,0 0-1 0 0,0 1 1 0 0,0-1-1 0 0,0 0 1 0 0,0 1 0 0 0,0-1-1 0 0,-1 0 1 0 0,1 1-1 0 0,0-1 1 0 0,0 0 0 0 0,0 1-1 0 0,0-1 1 0 0,0 0-1 0 0,-1 1 1 0 0,1-1-1 0 0,0 0 1 0 0,0 0 0 0 0,0 1-1 0 0,-1-1 1 0 0,1 0-1 0 0,0 0 1 0 0,-1 1 0 0 0,1-1-1 0 0,0 0 1 0 0,0 0-1 0 0,-1 0 1 0 0,1 1 0 0 0,0-1-1 0 0,-1 0 1 0 0,1 0-1 0 0,0 0 1 0 0,-1 0 0 0 0,0 0-1 0 0,-18 8-347 0 0,14-6 234 0 0,-350 116-4986 0 0,340-113 4760 0 0,-40 11-740 0 0</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53.10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961 297 9130 0 0,'-20'-42'937'0'0,"18"35"-1020"0"0,-1 1 0 0 0,0-1 1 0 0,0 1-1 0 0,-1 0 0 0 0,-7-10 0 0 0,9 13 23 0 0,-1 1-1 0 0,0-1 0 0 0,0 1 0 0 0,1 0 0 0 0,-2 0 0 0 0,1 0 1 0 0,0 0-1 0 0,0 1 0 0 0,-1-1 0 0 0,1 1 0 0 0,0 0 0 0 0,-1 0 1 0 0,0 0-1 0 0,-6-1 0 0 0,-26 0-8 0 0,1 1 0 0 0,0 2 0 0 0,-1 2 0 0 0,1 1-1 0 0,-44 11 1 0 0,-3-1 36 0 0,-113 4-52 0 0,-54 9-62 0 0,244-26 148 0 0,-38 10-150 0 0,41-11 155 0 0,0 1 0 0 0,0-1 1 0 0,0 1-1 0 0,1 0 1 0 0,-1-1-1 0 0,0 1 1 0 0,1 0-1 0 0,-1 0 1 0 0,0 0-1 0 0,1 1 1 0 0,-1-1-1 0 0,1 0 0 0 0,0 0 1 0 0,-1 1-1 0 0,1-1 1 0 0,0 1-1 0 0,-2 2 1 0 0,3-3 20 0 0,0 0 1 0 0,0 0-1 0 0,0 0 1 0 0,1 0-1 0 0,-1 0 1 0 0,0 0 0 0 0,1 0-1 0 0,-1 0 1 0 0,1 0-1 0 0,-1 0 1 0 0,1-1-1 0 0,0 1 1 0 0,-1 0-1 0 0,1 0 1 0 0,0-1 0 0 0,-1 1-1 0 0,1 0 1 0 0,0-1-1 0 0,0 1 1 0 0,0-1-1 0 0,-1 1 1 0 0,1-1-1 0 0,0 1 1 0 0,0-1-1 0 0,0 1 1 0 0,0-1 0 0 0,0 0-1 0 0,0 0 1 0 0,0 0-1 0 0,2 1 1 0 0,30 6 43 0 0,50-2 1760 0 0,0-5-1 0 0,139-15 1 0 0,159-53 1584 0 0,-262 43-2886 0 0,-54 10-411 0 0,68-24 0 0 0,-103 29-392 0 0,0-3-1 0 0,0 0 0 0 0,-1-2 0 0 0,34-24 0 0 0,-60 37 139 0 0,-1 1-1 0 0,1-1 1 0 0,-1-1-1 0 0,1 1 1 0 0,-1 0 0 0 0,0-1-1 0 0,0 1 1 0 0,0-1 0 0 0,3-4-1 0 0,-5 6 96 0 0,0 0 0 0 0,1 0 0 0 0,-1 0 0 0 0,0 1 0 0 0,0-1 0 0 0,0 0 0 0 0,0 0 0 0 0,0 0 0 0 0,0 0 0 0 0,0 0 0 0 0,0 0 0 0 0,-1 0 0 0 0,1 1 0 0 0,0-1-1 0 0,-1 0 1 0 0,1 0 0 0 0,0 0 0 0 0,-1 0 0 0 0,1 1 0 0 0,-1-1 0 0 0,1 0 0 0 0,-1 0 0 0 0,1 1 0 0 0,-1-1 0 0 0,0 1 0 0 0,1-1 0 0 0,-1 0 0 0 0,0 1 0 0 0,1-1 0 0 0,-1 1 0 0 0,0-1 0 0 0,0 1 0 0 0,0 0 0 0 0,1-1 0 0 0,-1 1 0 0 0,0 0-1 0 0,0 0 1 0 0,-2-1 0 0 0,-9-3-45 0 0,0 0 0 0 0,0 1-1 0 0,0 0 1 0 0,-1 1-1 0 0,-23-1 1 0 0,-69 5-427 0 0,79-1 425 0 0,-429 28-530 0 0,441-28 623 0 0,-3 1 722 0 0,17-1-755 0 0,0-1 0 0 0,0 1 0 0 0,0-1 0 0 0,1 1 0 0 0,-1-1 1 0 0,0 0-1 0 0,0 1 0 0 0,0-1 0 0 0,1 1 0 0 0,-1-1 0 0 0,0 1 0 0 0,1-1 0 0 0,-1 0 0 0 0,0 1 1 0 0,1-1-1 0 0,-1 0 0 0 0,0 1 0 0 0,1-1 0 0 0,-1 0 0 0 0,1 0 0 0 0,-1 1 0 0 0,1-1 1 0 0,-1 0-1 0 0,1 0 0 0 0,-1 0 0 0 0,1 0 0 0 0,-1 1 0 0 0,0-1 0 0 0,1 0 0 0 0,-1 0 1 0 0,2 0-1 0 0,-2 0-111 0 0,20 12 897 0 0,-18-11-730 0 0,1 0 0 0 0,-1 0 1 0 0,0 0-1 0 0,0 1 0 0 0,0-1 0 0 0,0 0 0 0 0,0 1 1 0 0,0-1-1 0 0,2 4 0 0 0,-4-4-28 0 0,1 0 0 0 0,-1 0 1 0 0,0 0-1 0 0,0 0 0 0 0,0 0 0 0 0,0-1 0 0 0,0 1 1 0 0,0 0-1 0 0,0 0 0 0 0,-1 0 0 0 0,1 0 0 0 0,0 0 1 0 0,0 0-1 0 0,-1-1 0 0 0,1 1 0 0 0,-1 0 0 0 0,1 0 1 0 0,0 0-1 0 0,-1-1 0 0 0,1 1 0 0 0,-1 0 0 0 0,0-1 1 0 0,1 1-1 0 0,-1 0 0 0 0,0-1 0 0 0,1 1 0 0 0,-1-1 1 0 0,0 1-1 0 0,0-1 0 0 0,1 1 0 0 0,-1-1 0 0 0,0 0 1 0 0,-1 1-1 0 0,-23 15-126 0 0,-1-1 0 0 0,0-1 0 0 0,-37 14 0 0 0,-89 25-1009 0 0,84-31 220 0 0,12-3-2953 0 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53.80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473 194 6913 0 0,'25'-18'1121'0'0,"2"1"0"0"0,-1 1 0 0 0,48-21 0 0 0,-3 2-11 0 0,-60 30-881 0 0,19-12 406 0 0,-28 16-565 0 0,-1 1 0 0 0,1-1 0 0 0,-1 0 0 0 0,0 0 0 0 0,1 0 0 0 0,-1 0 0 0 0,0-1 0 0 0,0 1 0 0 0,0 0 0 0 0,0 0 0 0 0,0-1 0 0 0,0 1 0 0 0,0-1 0 0 0,-1 1 0 0 0,2-3 0 0 0,-2 3-59 0 0,0 0 0 0 0,-1 0-1 0 0,1 0 1 0 0,-1 0 0 0 0,1 1 0 0 0,-1-1 0 0 0,1 0-1 0 0,-1 0 1 0 0,1 0 0 0 0,-1 0 0 0 0,0 1-1 0 0,1-1 1 0 0,-1 0 0 0 0,0 0 0 0 0,0 1 0 0 0,0-1-1 0 0,1 1 1 0 0,-1-1 0 0 0,0 1 0 0 0,0-1 0 0 0,0 1-1 0 0,0 0 1 0 0,0-1 0 0 0,0 1 0 0 0,0 0-1 0 0,0-1 1 0 0,-2 1 0 0 0,-29-6-636 0 0,-18 3-510 0 0,0 2 0 0 0,0 3-1 0 0,-95 15 1 0 0,21-2 631 0 0,66-11 366 0 0,31-3 329 0 0,0 1 0 0 0,-1 1 0 0 0,1 1 0 0 0,1 2-1 0 0,-30 9 1 0 0,55-14-167 0 0,0-1 0 0 0,0 0 0 0 0,-1 1 0 0 0,1-1 0 0 0,0 1 0 0 0,0-1 0 0 0,0 1 0 0 0,0-1 0 0 0,0 1 0 0 0,-1 0 0 0 0,1 0 0 0 0,0 0 1 0 0,1-1-1 0 0,-1 1 0 0 0,0 0 0 0 0,0 0 0 0 0,0 0 0 0 0,1 1 0 0 0,-1-1 0 0 0,0 0 0 0 0,1 0 0 0 0,-2 2 0 0 0,2-1-53 0 0,1-1 1 0 0,-1 0 0 0 0,0 0-1 0 0,1 0 1 0 0,-1 0 0 0 0,0 0-1 0 0,1 0 1 0 0,-1 0 0 0 0,1 0-1 0 0,0 0 1 0 0,-1 0 0 0 0,1 0-1 0 0,0 0 1 0 0,0-1 0 0 0,-1 1-1 0 0,1 0 1 0 0,0 0 0 0 0,0-1-1 0 0,0 1 1 0 0,1 0 0 0 0,5 4-301 0 0,1-1 1 0 0,0 0 0 0 0,-1-1-1 0 0,1 0 1 0 0,13 4 0 0 0,20 1 509 0 0,1-1 0 0 0,0-2 1 0 0,58-1-1 0 0,129-15 2555 0 0,-9 1-1226 0 0,-206 9-1565 0 0,26 3 1352 0 0,-60 1-1010 0 0,-203 37-547 0 0,-16 1-998 0 0,148-30 858 0 0,-143 22-476 0 0,229-32 671 0 0</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57.644"/>
    </inkml:context>
    <inkml:brush xml:id="br0">
      <inkml:brushProperty name="width" value="0.1" units="cm"/>
      <inkml:brushProperty name="height" value="0.1" units="cm"/>
      <inkml:brushProperty name="color" value="#008C3A"/>
    </inkml:brush>
  </inkml:definitions>
  <inkml:trace contextRef="#ctx0" brushRef="#br0">91 270 9674 0 0,'-91'30'7032'0'0,"123"-44"-3586"0"0,17-16-2432 0 0,-4 2-797 0 0,20-4-176 0 0,0 2 0 0 0,123-37 0 0 0,146-16-404 0 0,-302 75 264 0 0,-26 7 64 0 0,1-1 27 0 0,-1 1 0 0 0,1-1 0 0 0,-1 2-1 0 0,1-1 1 0 0,-1 1 0 0 0,8 0 0 0 0,-13 0 34 0 0,1 0 0 0 0,-1 0 0 0 0,0 1-1 0 0,0-1 1 0 0,0 1 0 0 0,1-1 0 0 0,-1 1 0 0 0,0-1 0 0 0,0 1-1 0 0,0 0 1 0 0,0-1 0 0 0,0 1 0 0 0,0 0 0 0 0,0 0 0 0 0,0 0 0 0 0,-1 0-1 0 0,1 0 1 0 0,0 0 0 0 0,0 0 0 0 0,-1 0 0 0 0,1 0 0 0 0,-1 0-1 0 0,1 0 1 0 0,-1 0 0 0 0,1 1 0 0 0,-1-1 0 0 0,0 0 0 0 0,1 0-1 0 0,-1 1 1 0 0,0-1 0 0 0,0 0 0 0 0,0 0 0 0 0,0 1 0 0 0,0-1 0 0 0,0 0-1 0 0,0 0 1 0 0,-1 2 0 0 0,-5 69 587 0 0,-8 187-215 0 0,88 1076-338 0 0,-58-1151-10 0 0,78 645-36 0 0,-54-379-54 0 0,-11-67 8 0 0,29 114-104 0 0,-55-479 229 0 0,0 1 0 0 0,2-1 0 0 0,6 20 1 0 0,-5-23-14 0 0,-2 1 1 0 0,0-1-1 0 0,0 1 1 0 0,-2 0-1 0 0,1 18 1 0 0,-2-18-88 0 0,-1-9-10 0 0,0 1 1 0 0,0 0-1 0 0,-1-1 1 0 0,0 1-1 0 0,-2 9 0 0 0,2-15 15 0 0,1 0 0 0 0,-1 1 0 0 0,0-1 0 0 0,-1 0 0 0 0,1 0 0 0 0,0 0 0 0 0,0 0 0 0 0,-1 0 0 0 0,1-1 0 0 0,-1 1 0 0 0,0 0 0 0 0,0 0 0 0 0,1-1 0 0 0,-1 0-1 0 0,0 1 1 0 0,0-1 0 0 0,0 0 0 0 0,0 0 0 0 0,-1 0 0 0 0,1 0 0 0 0,-3 1 0 0 0,-19 4 117 0 0,0-2 1 0 0,0 0-1 0 0,-1-2 0 0 0,1 0 0 0 0,-39-4 1 0 0,-28 3 136 0 0,-146 25 276 0 0,-100 4-986 0 0,325-30 120 0 0,0-1 0 0 0,0 0 0 0 0,-13-3 0 0 0,22 4 82 0 0,1-1 0 0 0,-1 1-1 0 0,1-1 1 0 0,-1 0 0 0 0,1 0-1 0 0,-1 0 1 0 0,1 0 0 0 0,0 0-1 0 0,-1 0 1 0 0,1-1-1 0 0,0 1 1 0 0,0-1 0 0 0,0 0-1 0 0,0 1 1 0 0,0-1 0 0 0,1 0-1 0 0,-1 0 1 0 0,1 0 0 0 0,-1 0-1 0 0,-2-5 1 0 0,2-7-1473 0 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58.466"/>
    </inkml:context>
    <inkml:brush xml:id="br0">
      <inkml:brushProperty name="width" value="0.1" units="cm"/>
      <inkml:brushProperty name="height" value="0.1" units="cm"/>
      <inkml:brushProperty name="color" value="#008C3A"/>
    </inkml:brush>
  </inkml:definitions>
  <inkml:trace contextRef="#ctx0" brushRef="#br0">53 215 10594 0 0,'-14'-23'1275'0'0,"5"9"76"0"0,0 0 1 0 0,-9-23-1 0 0,17 36-1276 0 0,1 1-1 0 0,0 0 0 0 0,0-1 1 0 0,0 1-1 0 0,-1 0 0 0 0,1-1 0 0 0,0 1 1 0 0,0 0-1 0 0,0-1 0 0 0,0 1 0 0 0,0 0 1 0 0,0-1-1 0 0,0 1 0 0 0,0-1 1 0 0,0 1-1 0 0,0 0 0 0 0,0-1 0 0 0,0 1 1 0 0,0 0-1 0 0,0-1 0 0 0,0 1 0 0 0,0-1 1 0 0,0 1-1 0 0,1 0 0 0 0,-1-1 1 0 0,0 1-1 0 0,0 0 0 0 0,0-1 0 0 0,1 1 1 0 0,-1 0-1 0 0,0 0 0 0 0,0-1 1 0 0,1 1-1 0 0,-1 0 0 0 0,0 0 0 0 0,0-1 1 0 0,1 1-1 0 0,16 1 1276 0 0,17 14-355 0 0,-26-7-944 0 0,0 0-1 0 0,0 1 1 0 0,-1 1-1 0 0,-1-1 1 0 0,1 1-1 0 0,-2 0 1 0 0,1 0-1 0 0,-1 1 1 0 0,-1 0-1 0 0,4 12 0 0 0,5 21 213 0 0,7 53-1 0 0,-17-80-252 0 0,-1-2-104 0 0,-2-11 41 0 0,0 0 0 0 0,0 0 0 0 0,1 0 1 0 0,0 0-1 0 0,-1 0 0 0 0,1 0 0 0 0,1-1 0 0 0,1 6 0 0 0,-2-12-252 0 0,1-1 0 0 0,-1 1 1 0 0,0-1-1 0 0,-1 1 0 0 0,1-1 0 0 0,-1 0 0 0 0,1-3 0 0 0,8-195 700 0 0,-6 179-61 0 0,0 1-1 0 0,2-1 0 0 0,1 1 1 0 0,1 0-1 0 0,1 0 0 0 0,18-36 1 0 0,-25 56-304 0 0,0 0 1 0 0,0 0 0 0 0,0 0-1 0 0,0 0 1 0 0,0 0-1 0 0,1 0 1 0 0,-1 0 0 0 0,1 0-1 0 0,-1 1 1 0 0,1-1 0 0 0,0 0-1 0 0,-1 1 1 0 0,1 0 0 0 0,0-1-1 0 0,0 1 1 0 0,0 0 0 0 0,0 0-1 0 0,1 0 1 0 0,-1 0-1 0 0,0 0 1 0 0,0 0 0 0 0,0 1-1 0 0,1-1 1 0 0,-1 1 0 0 0,0 0-1 0 0,1 0 1 0 0,-1 0 0 0 0,0 0-1 0 0,1 0 1 0 0,-1 0-1 0 0,0 0 1 0 0,1 1 0 0 0,-1-1-1 0 0,4 2 1 0 0,-1 0 1 0 0,-1 1 1 0 0,1 0-1 0 0,-1 0 0 0 0,1 0 0 0 0,-1 0 1 0 0,0 1-1 0 0,0 0 0 0 0,-1 0 0 0 0,1 0 1 0 0,-1 0-1 0 0,0 0 0 0 0,0 1 0 0 0,0-1 1 0 0,2 7-1 0 0,12 30 39 0 0,-2 1 0 0 0,-2 1 0 0 0,13 83 0 0 0,0-6-202 0 0,-25-114-32 0 0,1 0 0 0 0,0 0 0 0 0,0 0 0 0 0,5 10 0 0 0,5-5-3149 0 0</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58.721"/>
    </inkml:context>
    <inkml:brush xml:id="br0">
      <inkml:brushProperty name="width" value="0.1" units="cm"/>
      <inkml:brushProperty name="height" value="0.1" units="cm"/>
      <inkml:brushProperty name="color" value="#008C3A"/>
    </inkml:brush>
  </inkml:definitions>
  <inkml:trace contextRef="#ctx0" brushRef="#br0">0 112 6913 0 0,'1'0'304'0'0,"0"1"0"0"0,0-1 0 0 0,0 0-1 0 0,0 0 1 0 0,0 0 0 0 0,-1 0-1 0 0,1-1 1 0 0,0 1 0 0 0,0 0-1 0 0,0 0 1 0 0,0 0 0 0 0,0-1-1 0 0,-1 1 1 0 0,1 0 0 0 0,6-5 2429 0 0,-6 3-2429 0 0,25-18 2838 0 0,-2-4-1487 0 0,19-17-1168 0 0,-11 23-5059 0 0</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7:58.913"/>
    </inkml:context>
    <inkml:brush xml:id="br0">
      <inkml:brushProperty name="width" value="0.1" units="cm"/>
      <inkml:brushProperty name="height" value="0.1" units="cm"/>
      <inkml:brushProperty name="color" value="#008C3A"/>
    </inkml:brush>
  </inkml:definitions>
  <inkml:trace contextRef="#ctx0" brushRef="#br0">0 69 9674 0 0,'1'1'125'0'0,"1"0"0"0"0,-1 1 0 0 0,0-1-1 0 0,1 0 1 0 0,-1-1 0 0 0,1 1 0 0 0,-1 0 0 0 0,1 0-1 0 0,0-1 1 0 0,-1 1 0 0 0,1-1 0 0 0,0 1 0 0 0,-1-1 0 0 0,1 0-1 0 0,0 1 1 0 0,0-1 0 0 0,-1 0 0 0 0,1 0 0 0 0,0-1-1 0 0,0 1 1 0 0,-1 0 0 0 0,1 0 0 0 0,3-2 0 0 0,45-13 2017 0 0,-43 12-2129 0 0,138-52-4644 0 0,-134 51 4631 0 0</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8:00.038"/>
    </inkml:context>
    <inkml:brush xml:id="br0">
      <inkml:brushProperty name="width" value="0.1" units="cm"/>
      <inkml:brushProperty name="height" value="0.1" units="cm"/>
      <inkml:brushProperty name="color" value="#008C3A"/>
    </inkml:brush>
  </inkml:definitions>
  <inkml:trace contextRef="#ctx0" brushRef="#br0">13 307 3681 0 0,'-13'-1'9978'0'0,"33"-27"-8026"0"0,-11 14-1204 0 0,1 0 1 0 0,0 1-1 0 0,1 0 1 0 0,17-15-1 0 0,-25 25-693 0 0,1 0 0 0 0,-1 1 0 0 0,1-1 0 0 0,-1 1 0 0 0,1 0 0 0 0,0 0 0 0 0,0 0 0 0 0,0 1 0 0 0,0-1 0 0 0,0 1 0 0 0,0 0 0 0 0,1 0 0 0 0,-1 0 0 0 0,0 1 0 0 0,0 0 0 0 0,1 0 0 0 0,-1 0 0 0 0,0 0 0 0 0,0 0 0 0 0,1 1 0 0 0,-1 0 0 0 0,7 2 0 0 0,26 11-88 0 0,-27-9 110 0 0,1-1 1 0 0,-1 0-1 0 0,0-1 0 0 0,1 0 1 0 0,12 1-1 0 0,-19-4 5 0 0,0 0 0 0 0,0 0-1 0 0,0 0 1 0 0,-1-1 0 0 0,1 1 0 0 0,0-1 0 0 0,0 0-1 0 0,-1 0 1 0 0,1 0 0 0 0,0-1 0 0 0,-1 1 0 0 0,1-1 0 0 0,-1 0-1 0 0,0 0 1 0 0,1 0 0 0 0,-1-1 0 0 0,0 1 0 0 0,5-6 0 0 0,1-2-83 0 0,-1-1 1 0 0,0 0 0 0 0,-1 0 0 0 0,0-1-1 0 0,0 0 1 0 0,-1 0 0 0 0,6-19 0 0 0,-4 11-3092 0 0,18-33 0 0 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8:00.146"/>
    </inkml:context>
    <inkml:brush xml:id="br0">
      <inkml:brushProperty name="width" value="0.1" units="cm"/>
      <inkml:brushProperty name="height" value="0.1" units="cm"/>
      <inkml:brushProperty name="color" value="#008C3A"/>
    </inkml:brush>
  </inkml:definitions>
  <inkml:trace contextRef="#ctx0" brushRef="#br0">1 1 6241 0 0</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8:00.482"/>
    </inkml:context>
    <inkml:brush xml:id="br0">
      <inkml:brushProperty name="width" value="0.1" units="cm"/>
      <inkml:brushProperty name="height" value="0.1" units="cm"/>
      <inkml:brushProperty name="color" value="#008C3A"/>
    </inkml:brush>
  </inkml:definitions>
  <inkml:trace contextRef="#ctx0" brushRef="#br0">12 257 1840 0 0,'-3'-11'690'0'0,"1"-1"0"0"0,-1 0 0 0 0,2 1 0 0 0,0-1 0 0 0,0 0 0 0 0,1 0 0 0 0,2-14-1 0 0,-2 19-183 0 0,1 0-1 0 0,0 0 0 0 0,0 1 0 0 0,1-1 0 0 0,0 1 0 0 0,0-1 0 0 0,0 1 1 0 0,1 0-1 0 0,0 0 0 0 0,0 0 0 0 0,1 0 0 0 0,-1 1 0 0 0,1-1 0 0 0,5-4 1 0 0,-5 7-325 0 0,0 1 0 0 0,-1-1 0 0 0,1 1 0 0 0,0 0 0 0 0,0 0 1 0 0,1 1-1 0 0,-1-1 0 0 0,0 1 0 0 0,0 0 0 0 0,1 0 0 0 0,-1 0 1 0 0,1 1-1 0 0,-1-1 0 0 0,1 1 0 0 0,-1 0 0 0 0,1 0 0 0 0,-1 1 1 0 0,1 0-1 0 0,-1-1 0 0 0,0 1 0 0 0,5 2 0 0 0,12 3 216 0 0,-1 2 1 0 0,0 0-1 0 0,19 11 0 0 0,-29-14-248 0 0,17 15 551 0 0,-25-17-577 0 0,1-1-1 0 0,-1 0 1 0 0,1 0 0 0 0,0 0-1 0 0,-1 0 1 0 0,1 0 0 0 0,6 2-1 0 0,-8-4-103 0 0,0 0 0 0 0,1 1 0 0 0,-1-1 0 0 0,0 0 0 0 0,1 0-1 0 0,-1 0 1 0 0,0-1 0 0 0,1 1 0 0 0,-1 0 0 0 0,0 0 0 0 0,1-1 0 0 0,-1 1-1 0 0,0-1 1 0 0,0 1 0 0 0,0-1 0 0 0,1 1 0 0 0,-1-1 0 0 0,0 0 0 0 0,0 0 0 0 0,0 1-1 0 0,0-1 1 0 0,0 0 0 0 0,0 0 0 0 0,1-2 0 0 0,10-10-144 0 0,0-1-1 0 0,13-21 1 0 0,-6 6-6282 0 0,-9 13-493 0 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8:00.783"/>
    </inkml:context>
    <inkml:brush xml:id="br0">
      <inkml:brushProperty name="width" value="0.1" units="cm"/>
      <inkml:brushProperty name="height" value="0.1" units="cm"/>
      <inkml:brushProperty name="color" value="#008C3A"/>
    </inkml:brush>
  </inkml:definitions>
  <inkml:trace contextRef="#ctx0" brushRef="#br0">9 1 9674 0 0,'-7'0'5551'0'0,"7"0"-5393"0"0,-1 11 3217 0 0,8 22-946 0 0,-3-18-1991 0 0,7 60 283 0 0,-3 1 1 0 0,-4 119-1 0 0,-4-104-681 0 0,13 105 0 0 0,-11-177-264 0 0,1 0-1 0 0,1 0 1 0 0,1 0-1 0 0,1-1 1 0 0,16 35-1 0 0,-15-41-572 0 0</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8:01.006"/>
    </inkml:context>
    <inkml:brush xml:id="br0">
      <inkml:brushProperty name="width" value="0.1" units="cm"/>
      <inkml:brushProperty name="height" value="0.1" units="cm"/>
      <inkml:brushProperty name="color" value="#008C3A"/>
    </inkml:brush>
  </inkml:definitions>
  <inkml:trace contextRef="#ctx0" brushRef="#br0">40 1 14283 0 0,'-5'6'933'0'0,"0"1"0"0"0,0 0 1 0 0,1 0-1 0 0,-4 8 0 0 0,-3 6-3967 0 0,10-20 2283 0 0,1 0 501 0 0,0 0-1 0 0,0-1 1 0 0,-1 1-1 0 0,1 0 1 0 0,0-1-1 0 0,0 1 1 0 0,0 0-1 0 0,0-1 1 0 0,0 1-1 0 0,0-1 1 0 0,0 1-1 0 0,0 0 1 0 0,0-1-1 0 0,1 1 1 0 0,-1 0-1 0 0,0-1 1 0 0,0 1-1 0 0,0-1 1 0 0,1 1 0 0 0,21 16-2799 0 0,-21-16 3062 0 0,6 3-66 0 0</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8:01.258"/>
    </inkml:context>
    <inkml:brush xml:id="br0">
      <inkml:brushProperty name="width" value="0.1" units="cm"/>
      <inkml:brushProperty name="height" value="0.1" units="cm"/>
      <inkml:brushProperty name="color" value="#008C3A"/>
    </inkml:brush>
  </inkml:definitions>
  <inkml:trace contextRef="#ctx0" brushRef="#br0">0 85 10594 0 0,'0'0'819'0'0,"27"-9"4662"0"0,16-11-2112 0 0,38-14-1727 0 0,-68 30-2718 0 0,1-1 1 0 0,-1 2 0 0 0,1 0-1 0 0,17-1 1 0 0,-12 1-2221 0 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8:01.576"/>
    </inkml:context>
    <inkml:brush xml:id="br0">
      <inkml:brushProperty name="width" value="0.1" units="cm"/>
      <inkml:brushProperty name="height" value="0.1" units="cm"/>
      <inkml:brushProperty name="color" value="#008C3A"/>
    </inkml:brush>
  </inkml:definitions>
  <inkml:trace contextRef="#ctx0" brushRef="#br0">62 1 6913 0 0,'-1'1'-2'0'0,"-8"8"916"0"0,1 1 0 0 0,0 0-1 0 0,0 1 1 0 0,1 0 0 0 0,-7 15-1 0 0,13-23-659 0 0,0-1 0 0 0,0 1-1 0 0,0 0 1 0 0,0-1-1 0 0,0 1 1 0 0,1 0 0 0 0,0 0-1 0 0,-1 0 1 0 0,1 0-1 0 0,0-1 1 0 0,0 1 0 0 0,1 0-1 0 0,-1 0 1 0 0,1 0-1 0 0,-1 0 1 0 0,1-1 0 0 0,0 1-1 0 0,0 0 1 0 0,0-1-1 0 0,0 1 1 0 0,1-1 0 0 0,-1 1-1 0 0,1-1 1 0 0,-1 1-1 0 0,1-1 1 0 0,0 0 0 0 0,0 0-1 0 0,0 0 1 0 0,0 0-1 0 0,3 2 1 0 0,-1 0-9 0 0,16 11 338 0 0,-2 1 0 0 0,0 1 1 0 0,18 23-1 0 0,-31-33-545 0 0,0 0 1 0 0,-1 0-1 0 0,0 1 1 0 0,0-1 0 0 0,0 1-1 0 0,-1-1 1 0 0,0 1-1 0 0,-1 0 1 0 0,0 0 0 0 0,0 1-1 0 0,-1-1 1 0 0,0 0-1 0 0,0 12 1 0 0,-1-10 44 0 0,-1 0 1 0 0,0-1-1 0 0,-1 1 0 0 0,0 0 1 0 0,-1-1-1 0 0,0 0 1 0 0,0 0-1 0 0,-6 11 0 0 0,7-15-61 0 0,0 0-1 0 0,-1-1 0 0 0,1 1 0 0 0,-1-1 1 0 0,0 0-1 0 0,-1 0 0 0 0,1 0 1 0 0,-1 0-1 0 0,0-1 0 0 0,0 0 0 0 0,0 1 1 0 0,0-1-1 0 0,0-1 0 0 0,-1 1 1 0 0,1 0-1 0 0,-1-1 0 0 0,-5 2 1 0 0,3-3-400 0 0,1-4-106 0 0</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29:12.28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614 474 4145 0 0,'17'-7'253'0'0,"1"1"0"0"0,-1 1 0 0 0,1 1 0 0 0,0 1 0 0 0,22-2-1 0 0,2-2 79 0 0,114-16 1144 0 0,1 7-1 0 0,1 7 0 0 0,237 15 1 0 0,245 22-435 0 0,623-32 1064 0 0,-726-1-2190 0 0,-17 5-183 0 0,136-6 598 0 0,39-15-196 0 0,-662 21-214 0 0,4 0-141 0 0,-31 0-535 0 0,-796-82-262 0 0,496 55 1452 0 0,-1428-43-1216 0 0,789 67-2116 0 0,690 0 2119 0 0,-419 3-572 0 0,572 1 1054 0 0,-665 5-3053 0 0,648-3 3572 0 0,1 4 0 0 0,-129 26 0 0 0,223-31-107 0 0,1 1 0 0 0,0 0 0 0 0,0 0 0 0 0,1 1 0 0 0,-15 7 0 0 0,24-11-85 0 0,-1 1-1 0 0,1 0 1 0 0,0 0 0 0 0,-1 0 0 0 0,1 0-1 0 0,0 0 1 0 0,0 0 0 0 0,0 0-1 0 0,0 1 1 0 0,0-1 0 0 0,0 0 0 0 0,0 0-1 0 0,0 1 1 0 0,0-1 0 0 0,0 1-1 0 0,1-1 1 0 0,-1 1 0 0 0,0 2 0 0 0,1-2-21 0 0,0 0 1 0 0,1 0 0 0 0,-1 0 0 0 0,0 0 0 0 0,1 0 0 0 0,-1 0 0 0 0,1 0-1 0 0,0 0 1 0 0,0 0 0 0 0,0-1 0 0 0,0 1 0 0 0,0 0 0 0 0,0 0 0 0 0,0-1-1 0 0,1 1 1 0 0,-1-1 0 0 0,0 1 0 0 0,1-1 0 0 0,2 2 0 0 0,8 8-8 0 0,1-1-1 0 0,1-1 1 0 0,0 0 0 0 0,0 0 0 0 0,1-2 0 0 0,21 9 0 0 0,99 28 528 0 0,-112-37-436 0 0,130 33 524 0 0,221 28 1 0 0,161-18 958 0 0,203-29-552 0 0,-445-17-580 0 0,956-13 951 0 0,-293-32-1312 0 0,-803 33-136 0 0,696-52 556 0 0,233-10 1394 0 0,346-21 184 0 0,-1297 80-1866 0 0,-75 9-139 0 0,0-4 1 0 0,-1-1-1 0 0,1-3 1 0 0,59-19-1 0 0,-81 11 160 0 0,-33 18-235 0 0,-1 0 1 0 0,1-1-1 0 0,-1 1 0 0 0,1-1 0 0 0,-1 1 0 0 0,1 0 0 0 0,-1-1 0 0 0,0 1 0 0 0,1-1 1 0 0,-1 0-1 0 0,1 1 0 0 0,-1-1 0 0 0,0 1 0 0 0,0-1 0 0 0,1 1 0 0 0,-1-1 1 0 0,0 0-1 0 0,0 1 0 0 0,0-1 0 0 0,1 0 0 0 0,-1 1 0 0 0,0-1 0 0 0,0 0 1 0 0,0 1-1 0 0,0-1 0 0 0,0 0 0 0 0,0 1 0 0 0,-1-1 0 0 0,1 0 0 0 0,0 1 0 0 0,0-1 1 0 0,0 1-1 0 0,-1-1 0 0 0,1 0 0 0 0,0 1 0 0 0,-1-1 0 0 0,1 1 0 0 0,0-1 1 0 0,-1 1-1 0 0,1-1 0 0 0,-1 1 0 0 0,1-1 0 0 0,0 1 0 0 0,-1-1 0 0 0,0 1 1 0 0,1 0-1 0 0,-1-1 0 0 0,1 1 0 0 0,-1 0 0 0 0,1-1 0 0 0,-1 1 0 0 0,0 0 0 0 0,1 0 1 0 0,-2-1-1 0 0,-11-5-78 0 0,0 0 1 0 0,0 1 0 0 0,0 1-1 0 0,-1 0 1 0 0,-14-2 0 0 0,-74-9-835 0 0,88 13 731 0 0,-513-40-2889 0 0,143 15 2678 0 0,-1188-90 687 0 0,-148 120 2384 0 0,1415 10-2683 0 0,-523 32-576 0 0,452-24-406 0 0,173-11 384 0 0,59-3 151 0 0,-239 18-879 0 0,250-16 932 0 0,-40 5-106 0 0,139-10 196 0 0,-1 3 0 0 0,-62 19 0 0 0,88-23 104 0 0,0 0 0 0 0,0 1-1 0 0,0 0 1 0 0,-10 7-1 0 0,18-10 156 0 0,0-1-1 0 0,0 1 0 0 0,0 0 1 0 0,0-1-1 0 0,0 1 1 0 0,0 0-1 0 0,0-1 0 0 0,1 1 1 0 0,-1 0-1 0 0,0 0 0 0 0,0 0 1 0 0,1 0-1 0 0,-1 0 0 0 0,0 0 1 0 0,1 0-1 0 0,-1 0 0 0 0,1 0 1 0 0,-1 0-1 0 0,1 0 1 0 0,0 0-1 0 0,0 0 0 0 0,-1 0 1 0 0,1 0-1 0 0,0 1 0 0 0,0-1 1 0 0,0 0-1 0 0,0 0 0 0 0,0 0 1 0 0,0 0-1 0 0,0 0 0 0 0,1 1 1 0 0,-1-1-1 0 0,0 0 0 0 0,1 0 1 0 0,-1 0-1 0 0,1 0 1 0 0,-1 0-1 0 0,1 0 0 0 0,-1 0 1 0 0,1 0-1 0 0,0 0 0 0 0,-1 0 1 0 0,1 0-1 0 0,0-1 0 0 0,0 1 1 0 0,1 1-1 0 0,6 5-195 0 0,1-1 0 0 0,-1 0-1 0 0,1-1 1 0 0,0 1 0 0 0,1-2 0 0 0,-1 1-1 0 0,1-2 1 0 0,10 4 0 0 0,86 18-431 0 0,-92-22 658 0 0,459 78 1321 0 0,-192-35 79 0 0,1111 123 923 0 0,99-85 2107 0 0,4-98-2458 0 0,-1310 4-1956 0 0,201-12 48 0 0,-258 12-132 0 0,290-28-197 0 0,227-38 230 0 0,-445 50 409 0 0,783-88 3388 0 0,-963 112-3716 0 0,50-3 268 0 0,0-4 0 0 0,96-23 0 0 0,-158 29-396 0 0,0 1 0 0 0,0-1 0 0 0,-1 0 0 0 0,1-1 0 0 0,-1 0-1 0 0,0 0 1 0 0,10-8 0 0 0,-16 11 68 0 0,0 0 1 0 0,0 0-1 0 0,1 0 1 0 0,-1-1-1 0 0,0 1 1 0 0,0 0-1 0 0,0-1 0 0 0,-1 1 1 0 0,1-1-1 0 0,0 1 1 0 0,0-1-1 0 0,-1 1 1 0 0,1-1-1 0 0,-1 0 0 0 0,1 1 1 0 0,-1-1-1 0 0,0-1 1 0 0,0 0 15 0 0,0 1 1 0 0,-1 0-1 0 0,1 0 1 0 0,-1 1-1 0 0,1-1 1 0 0,-1 0-1 0 0,0 0 1 0 0,0 0-1 0 0,0 0 1 0 0,0 1-1 0 0,0-1 1 0 0,0 0-1 0 0,-1 1 1 0 0,1-1-1 0 0,0 1 1 0 0,-1-1-1 0 0,-3-1 1 0 0,-3-4 73 0 0,-1 1 0 0 0,0 0 0 0 0,-1 1 0 0 0,1 0 0 0 0,-1 1 0 0 0,0-1 0 0 0,0 2 1 0 0,-16-4-1 0 0,-92-13 353 0 0,74 14-336 0 0,-410-50 662 0 0,192 27-377 0 0,-148-9-11 0 0,215 21-319 0 0,-228-10-280 0 0,264 18 12 0 0,-1258-19-1709 0 0,-670 80 1986 0 0,1045 2-3146 0 0,970-50 2060 0 0,0 3 0 0 0,0 3 0 0 0,-127 35 0 0 0,189-42 647 0 0,1 0-1 0 0,-1 1 0 0 0,1 0 0 0 0,0 0 0 0 0,0 1 1 0 0,-10 7-1 0 0,17-11 249 0 0,1 0 0 0 0,0 1 0 0 0,-1-1 0 0 0,1 0 0 0 0,0 1 0 0 0,0-1 0 0 0,0 1 0 0 0,0-1 0 0 0,0 1 0 0 0,0 0 0 0 0,0-1 0 0 0,0 1 0 0 0,1 0 0 0 0,-1 0 0 0 0,1-1 0 0 0,-1 4 0 0 0,1-2 27 0 0,0-1 1 0 0,0 0 0 0 0,1 0-1 0 0,-1 1 1 0 0,1-1 0 0 0,0 0-1 0 0,-1 0 1 0 0,1 0 0 0 0,0 0-1 0 0,0 0 1 0 0,1 0 0 0 0,-1 0-1 0 0,0 0 1 0 0,1 0 0 0 0,-1 0-1 0 0,1-1 1 0 0,1 3 0 0 0,7 5-96 0 0,1 0 0 0 0,-1-1 1 0 0,1 0-1 0 0,1 0 0 0 0,15 7 1 0 0,66 27 297 0 0,-61-29-145 0 0,479 166 2426 0 0,15-47-2983 0 0,560 42 1128 0 0,10-90 4025 0 0,176-43-2708 0 0,-950-34-1218 0 0,913 1 2779 0 0,-1057-10-2731 0 0,309-10 537 0 0,-464 11-1120 0 0,-9 1 69 0 0,0-1-1 0 0,0 0 1 0 0,-1-1-1 0 0,24-6 1 0 0,-37 8-123 0 0,1 0 1 0 0,-1 0-1 0 0,0 0 0 0 0,0 0 1 0 0,1 0-1 0 0,-1 0 0 0 0,0 0 1 0 0,0 0-1 0 0,0 0 0 0 0,1 0 0 0 0,-1 0 1 0 0,0 0-1 0 0,0 0 0 0 0,1-1 1 0 0,-1 1-1 0 0,0 0 0 0 0,0 0 1 0 0,0 0-1 0 0,1 0 0 0 0,-1-1 1 0 0,0 1-1 0 0,0 0 0 0 0,0 0 1 0 0,0 0-1 0 0,0-1 0 0 0,1 1 1 0 0,-1 0-1 0 0,0 0 0 0 0,0 0 0 0 0,0-1 1 0 0,0 1-1 0 0,0 0 0 0 0,0 0 1 0 0,0-1-1 0 0,0 1 0 0 0,0 0 1 0 0,0 0-1 0 0,0-1 0 0 0,0 1 1 0 0,0 0-1 0 0,0 0 0 0 0,0-1 1 0 0,0 1-1 0 0,0 0 0 0 0,0 0 0 0 0,0 0 1 0 0,0-1-1 0 0,0 1 0 0 0,-1 0 1 0 0,-14-11 426 0 0,-22-3 17 0 0,-64-14-198 0 0,-1 5 1 0 0,-139-14-1 0 0,145 24-341 0 0,-481-56-205 0 0,319 40 146 0 0,-1444-93-149 0 0,663 102-353 0 0,-235 25 210 0 0,668 8 431 0 0,255-6-76 0 0,-442 2-722 0 0,702-10 501 0 0,-295-8-453 0 0,-265-2 1965 0 0,472 20-873 0 0,-49 0-1001 0 0,207-10 536 0 0,0 1 1 0 0,0 1-1 0 0,-35 7 1 0 0,48-7 113 0 0,1 2 0 0 0,-1-1 0 0 0,0 1 1 0 0,1 0-1 0 0,-1 1 0 0 0,1 0 0 0 0,0 0 1 0 0,0 0-1 0 0,0 1 0 0 0,1 0 0 0 0,0 0 1 0 0,-8 9-1 0 0,-27 31 57 0 0,-56 84 1 0 0,95-127-38 0 0,1 1-1 0 0,0-1 1 0 0,-1 1-1 0 0,1 0 1 0 0,0 0 0 0 0,0 0-1 0 0,0 0 1 0 0,0 0-1 0 0,1 0 1 0 0,-1 0-1 0 0,1 0 1 0 0,0 0 0 0 0,0 0-1 0 0,0 0 1 0 0,0 0-1 0 0,1 0 1 0 0,0 5-1 0 0,1-2-47 0 0,0-1 0 0 0,0 0 0 0 0,1 0-1 0 0,0 0 1 0 0,0 0 0 0 0,0 0 0 0 0,0-1-1 0 0,1 1 1 0 0,4 3 0 0 0,5 5-260 0 0,1 0 1 0 0,1-1-1 0 0,1-1 0 0 0,29 16 0 0 0,-19-14 111 0 0,2-1 0 0 0,-1-1 0 0 0,2-2 0 0 0,-1-1 0 0 0,1-1 0 0 0,0-1 0 0 0,1-2 0 0 0,48 2-1 0 0,23-6 190 0 0,120-16-1 0 0,-145 8 28 0 0,788-119 1381 0 0,-836 121-1165 0 0,47-18 0 0 0,-65 20-127 0 0,0 0-1 0 0,-1-1 1 0 0,0 0 0 0 0,0 0 0 0 0,0-1-1 0 0,0 0 1 0 0,-1-1 0 0 0,8-8-1 0 0,-15 14-89 0 0,0 0 1 0 0,0 0-1 0 0,0 0 0 0 0,0 0 0 0 0,-1 0 0 0 0,1-1 0 0 0,0 1 0 0 0,-1 0 0 0 0,1-1 0 0 0,-1 1 0 0 0,1-1 0 0 0,-1 1 0 0 0,0 0 0 0 0,1-1 0 0 0,-1 1 0 0 0,0-1 0 0 0,0 1 0 0 0,0-1 0 0 0,0 1 0 0 0,0-1 0 0 0,-1 1 0 0 0,1 0 0 0 0,0-1 1 0 0,-1 1-1 0 0,1-1 0 0 0,-1 1 0 0 0,1 0 0 0 0,-1-1 0 0 0,0 1 0 0 0,1 0 0 0 0,-1-1 0 0 0,0 1 0 0 0,0 0 0 0 0,0 0 0 0 0,0 0 0 0 0,0 0 0 0 0,0 0 0 0 0,0 0 0 0 0,0 0 0 0 0,-1 0 0 0 0,0 0 0 0 0,-6-4 177 0 0,1 0 0 0 0,0 0-1 0 0,-1 1 1 0 0,0 0 0 0 0,-13-4-1 0 0,-18-4 144 0 0,-1 2 0 0 0,-58-8 0 0 0,-85 1-369 0 0,169 16 0 0 0,-375-5-1011 0 0,165 7 667 0 0,-323 0-197 0 0,453 0 346 0 0,-56 2-464 0 0,-248-9 1865 0 0,391 5-1216 0 0,-8-1-297 0 0,0 1 1 0 0,0 0-1 0 0,0 1 0 0 0,-1 1 1 0 0,-19 3-1 0 0,67 18-3104 0 0,-4-13 3188 0 0,0 0 0 0 0,0-2 0 0 0,54 6 0 0 0,92-2 1057 0 0,-132-10-803 0 0,121 2-733 0 0,278-32 1 0 0,-149-22 3011 0 0,-286 50-2393 0 0,-10-1 180 0 0,-24-3 413 0 0,-41 0 441 0 0,-25 12-1089 0 0,-153 31 0 0 0,60-6-3690 0 0,13-8 564 0 0,158-21 3123 0 0</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04.016"/>
    </inkml:context>
    <inkml:brush xml:id="br0">
      <inkml:brushProperty name="width" value="0.35" units="cm"/>
      <inkml:brushProperty name="height" value="0.35" units="cm"/>
    </inkml:brush>
  </inkml:definitions>
  <inkml:trace contextRef="#ctx0" brushRef="#br0">1 3765 6913 0 0,'0'2'68'0'0,"1"0"-1"0"0,-1-1 1 0 0,1 1-1 0 0,-1-1 0 0 0,1 1 1 0 0,0-1-1 0 0,0 0 1 0 0,0 1-1 0 0,0-1 1 0 0,0 0-1 0 0,0 0 0 0 0,0 1 1 0 0,0-1-1 0 0,0 0 1 0 0,3 1-1 0 0,22 21 151 0 0,-17-17-74 0 0,0 0 0 0 0,0 0-1 0 0,1-1 1 0 0,0 0 0 0 0,0-1 0 0 0,0 0 0 0 0,20 5 0 0 0,-23-8-79 0 0,1 0 1 0 0,0 0 0 0 0,0-1-1 0 0,-1-1 1 0 0,1 1 0 0 0,0-1-1 0 0,0 0 1 0 0,-1-1 0 0 0,1 0-1 0 0,-1 0 1 0 0,13-5 0 0 0,2-3-72 0 0,-1-1 0 0 0,0 0 0 0 0,0-2 0 0 0,-1 0 0 0 0,-1-1 0 0 0,0-1 0 0 0,-1-1 1 0 0,0-1-1 0 0,-2 0 0 0 0,0-1 0 0 0,16-24 0 0 0,-12 11-55 0 0,-1-1 0 0 0,-2 0 0 0 0,-1-2-1 0 0,-2 0 1 0 0,-1 0 0 0 0,13-61 0 0 0,45-253 73 0 0,34-472 0 0 0,-74 544 208 0 0,99-403 0 0 0,-90 508-120 0 0,78-276 1254 0 0,-104 404-1197 0 0,77-209 36 0 0,-72 207 30 0 0,2 1 0 0 0,2 1 1 0 0,40-58-1 0 0,-57 93-141 0 0,0 0 0 0 0,0 1 0 0 0,1 0 1 0 0,0 0-1 0 0,0 1 0 0 0,0-1 0 0 0,1 2 0 0 0,0-1 1 0 0,17-8-1 0 0,-21 12-132 0 0,0 1 0 0 0,1-1 0 0 0,0 1-1 0 0,-1 0 1 0 0,1 0 0 0 0,0 0 0 0 0,-1 1 0 0 0,1 0 0 0 0,0 0 0 0 0,0 0 0 0 0,-1 0 0 0 0,1 1 0 0 0,0 0-1 0 0,-1 0 1 0 0,1 0 0 0 0,0 0 0 0 0,-1 1 0 0 0,0 0 0 0 0,1 0 0 0 0,-1 0 0 0 0,7 5 0 0 0,3 3-152 0 0,-1 1 1 0 0,0 0 0 0 0,-1 1 0 0 0,-1 0 0 0 0,0 1 0 0 0,0 0-1 0 0,-1 1 1 0 0,-1 0 0 0 0,11 23 0 0 0,3 10-10 0 0,28 86 1 0 0,-24-45 103 0 0,25 150 0 0 0,-8 98 149 0 0,-13-82 45 0 0,-3-19 337 0 0,1 14 136 0 0,-27-237-536 0 0,2 15 22 0 0,1 1 0 0 0,10 27-1 0 0,-14-48-46 0 0,1-1-1 0 0,1 0 0 0 0,-1 0 0 0 0,1 0 0 0 0,1 0 0 0 0,-1-1 0 0 0,1 1 0 0 0,-1-1 1 0 0,2 0-1 0 0,-1 0 0 0 0,0 0 0 0 0,1 0 0 0 0,0-1 0 0 0,8 6 0 0 0,-9-8 35 0 0,0-1 0 0 0,0 0 1 0 0,0 1-1 0 0,0-2 0 0 0,0 1 0 0 0,0 0 0 0 0,0-1 0 0 0,0 0 0 0 0,0 0 0 0 0,0 0 0 0 0,1 0 0 0 0,-1-1 0 0 0,0 1 0 0 0,0-1 0 0 0,0 0 0 0 0,0-1 0 0 0,-1 1 0 0 0,1 0 0 0 0,0-1 0 0 0,0 0 0 0 0,-1 0 0 0 0,1 0 1 0 0,3-4-1 0 0,10-6 37 0 0,0 0 0 0 0,-2-2 0 0 0,17-16 0 0 0,-32 30-70 0 0,118-130 834 0 0,16-14-45 0 0,-110 121-743 0 0,1 1 0 0 0,1 1 0 0 0,55-33 0 0 0,-50 37-57 0 0,65-27 1 0 0,-87 40 41 0 0,1 1 1 0 0,-1 1 0 0 0,1-1 0 0 0,-1 2 0 0 0,1-1 0 0 0,-1 1 0 0 0,1 1 0 0 0,0-1 0 0 0,0 2 0 0 0,-1-1 0 0 0,1 1 0 0 0,13 4-1 0 0,-17-3-5 0 0,0 1-1 0 0,0 0 1 0 0,-1 0-1 0 0,1 1 1 0 0,-1-1-1 0 0,0 1 1 0 0,0 0-1 0 0,0 1 1 0 0,0-1-1 0 0,-1 1 1 0 0,1 0-1 0 0,-1 0 1 0 0,-1 0-1 0 0,7 11 1 0 0,1 4-84 0 0,-1 1 0 0 0,13 40 1 0 0,11 54-62 0 0,37 218 1 0 0,-17 125-18 0 0,-47-389 167 0 0,40 266 118 0 0,-32-264-134 0 0,4 0 1 0 0,44 111-1 0 0,-36-116 178 0 0,2-2 0 0 0,3-1 0 0 0,60 87 0 0 0,-76-129-104 0 0,1-1-1 0 0,0-1 1 0 0,2 0-1 0 0,0-1 1 0 0,27 19-1 0 0,-30-26-61 0 0,0-1 0 0 0,1-1 0 0 0,0-1-1 0 0,1 0 1 0 0,-1-1 0 0 0,1-1 0 0 0,1 0 0 0 0,22 3-1 0 0,-29-7-15 0 0,1 0-1 0 0,-1-2 0 0 0,1 1 1 0 0,0-1-1 0 0,-1-1 0 0 0,1 0 1 0 0,-1-1-1 0 0,1-1 0 0 0,-1 0 0 0 0,0 0 1 0 0,20-9-1 0 0,-15 4 23 0 0,-1-1 0 0 0,-1 0 0 0 0,0-1 0 0 0,0-1 1 0 0,-1 0-1 0 0,-1-1 0 0 0,19-20 0 0 0,-7 1 12 0 0,-1-1 0 0 0,-1-1 0 0 0,-2-1 0 0 0,-1-1-1 0 0,-2 0 1 0 0,24-68 0 0 0,-7-8-351 0 0,-4-1-1 0 0,27-194 1 0 0,-8-237 310 0 0,13-36 305 0 0,28 3-408 0 0,-67 429 67 0 0,82-385-416 0 0,-92 480 335 0 0,24-61 1 0 0,-33 98 5 0 0,2 1 0 0 0,0-1 0 0 0,1 1-1 0 0,0 1 1 0 0,1-1 0 0 0,0 2 0 0 0,1-1-1 0 0,21-19 1 0 0,-29 31 137 0 0,0-1 0 0 0,0 1 0 0 0,0-1 0 0 0,0 1 0 0 0,1 0 0 0 0,-1 0 0 0 0,0 0 0 0 0,1 0 0 0 0,-1 0 0 0 0,1 1 0 0 0,-1-1 0 0 0,1 1 0 0 0,-1 0 0 0 0,1 0 0 0 0,0-1 1 0 0,2 2-1 0 0,1 0-37 0 0,0 0 0 0 0,0 0 0 0 0,-1 0 0 0 0,1 1 0 0 0,-1 0 0 0 0,10 5 1 0 0,3 3-174 0 0,-1 1 0 0 0,0 0 1 0 0,15 15-1 0 0,-12-8 30 0 0,-2 1 0 0 0,0 1-1 0 0,-1 0 1 0 0,0 1 0 0 0,-2 1 0 0 0,-1 1-1 0 0,-1 0 1 0 0,0 1 0 0 0,-2 0 0 0 0,-1 0-1 0 0,-1 2 1 0 0,6 28 0 0 0,6 36 31 0 0,-5 2 0 0 0,5 102 0 0 0,-17-155 109 0 0,10 147 206 0 0,17 141 1031 0 0,-22-270-1057 0 0,2 0-1 0 0,3-1 1 0 0,34 88-1 0 0,-40-125-81 0 0,0 0 0 0 0,2-1 0 0 0,0 0 0 0 0,15 20 0 0 0,-22-34-52 0 0,1 0-1 0 0,-1 1 1 0 0,1-1 0 0 0,0 0-1 0 0,0-1 1 0 0,0 1-1 0 0,0-1 1 0 0,1 0-1 0 0,-1 0 1 0 0,1 0 0 0 0,0 0-1 0 0,0-1 1 0 0,0 0-1 0 0,0 0 1 0 0,0 0-1 0 0,0-1 1 0 0,1 0 0 0 0,-1 0-1 0 0,0 0 1 0 0,10 0-1 0 0,-10-2-24 0 0,0 0 0 0 0,0 0-1 0 0,0-1 1 0 0,-1 0 0 0 0,1 0 0 0 0,0 0-1 0 0,-1 0 1 0 0,1-1 0 0 0,-1 1 0 0 0,0-1-1 0 0,1-1 1 0 0,-1 1 0 0 0,3-4-1 0 0,6-6-59 0 0,-1 0-1 0 0,14-20 1 0 0,-9 7-437 0 0,-3 0 1 0 0,0 0 0 0 0,-1-1 0 0 0,14-47 0 0 0,-14 38-323 0 0,33-65-1 0 0,-38 87 788 0 0,0 0-1 0 0,1 1 0 0 0,1 1 0 0 0,0-1 0 0 0,0 2 1 0 0,20-18-1 0 0,-25 26 47 0 0,-1-1 0 0 0,1 1 0 0 0,0-1-1 0 0,0 2 1 0 0,0-1 0 0 0,0 0 0 0 0,0 1 0 0 0,1 0 0 0 0,-1 0 0 0 0,1 1 0 0 0,0-1 0 0 0,-1 1 0 0 0,1 0 0 0 0,0 1 0 0 0,0-1 0 0 0,-1 1-1 0 0,1 1 1 0 0,0-1 0 0 0,0 1 0 0 0,10 2 0 0 0,-1 3 7 0 0,-1 0-1 0 0,0 1 1 0 0,-1 0-1 0 0,1 1 1 0 0,-1 0-1 0 0,-1 2 1 0 0,0-1-1 0 0,0 1 1 0 0,-1 1-1 0 0,0 0 1 0 0,-1 1-1 0 0,0 0 1 0 0,-1 0-1 0 0,13 24 1 0 0,3 10 335 0 0,-2 0 0 0 0,-2 2 1 0 0,15 52-1 0 0,-1 21 265 0 0,22 140 1 0 0,-37-155-441 0 0,3-2-1 0 0,51 135 1 0 0,-31-146 543 0 0,106 169 0 0 0,6 10-156 0 0,-122-202-564 0 0,-6-10 6 0 0,62 100-1 0 0,-78-144-35 0 0,0-1-1 0 0,0 0 0 0 0,1-1 1 0 0,1-1-1 0 0,1 0 1 0 0,0 0-1 0 0,0-1 1 0 0,1-1-1 0 0,1-1 1 0 0,33 17-1 0 0,-43-24 26 0 0,0 0 0 0 0,1-1 0 0 0,0 0 0 0 0,-1 0 0 0 0,1-1 1 0 0,0 0-1 0 0,0 0 0 0 0,0 0 0 0 0,0-1 0 0 0,0 0 0 0 0,0 0 0 0 0,0-1 0 0 0,0 0 0 0 0,11-3 0 0 0,-10 1 37 0 0,-1 0 0 0 0,1-1 0 0 0,-1 1-1 0 0,0-2 1 0 0,0 1 0 0 0,0-1-1 0 0,-1 0 1 0 0,1 0 0 0 0,-1-1 0 0 0,-1 1-1 0 0,1-1 1 0 0,4-7 0 0 0,7-12 29 0 0,-1 1 0 0 0,-1-2 0 0 0,-1 0 1 0 0,-1-1-1 0 0,18-55 0 0 0,26-148-258 0 0,-50 195 68 0 0,72-451-1529 0 0,-5 23 594 0 0,27 24 427 0 0,-30 139 138 0 0,-3 17 104 0 0,124-325 0 0 0,-173 556 553 0 0,-5 11 254 0 0,38-74 0 0 0,-45 102-422 0 0,0 1-1 0 0,1 1 1 0 0,1 0 0 0 0,0 0 0 0 0,0 0 0 0 0,1 1 0 0 0,0 1 0 0 0,1-1-1 0 0,0 2 1 0 0,13-9 0 0 0,-7 6-420 0 0,1 1 0 0 0,1 0-1 0 0,-1 1 1 0 0,39-11 0 0 0,-52 18 348 0 0,1 1 1 0 0,-1 0 0 0 0,1 1-1 0 0,-1-1 1 0 0,1 1-1 0 0,-1 0 1 0 0,1 0-1 0 0,-1 1 1 0 0,1-1-1 0 0,-1 1 1 0 0,1 1-1 0 0,-1-1 1 0 0,0 1-1 0 0,0 0 1 0 0,0 0-1 0 0,0 0 1 0 0,0 1-1 0 0,0 0 1 0 0,0 0 0 0 0,-1 0-1 0 0,1 0 1 0 0,-1 1-1 0 0,6 6 1 0 0,5 7 167 0 0,-1 1 0 0 0,-1 0 0 0 0,0 1 0 0 0,-2 1 1 0 0,0 0-1 0 0,-1 1 0 0 0,8 23 0 0 0,42 157 205 0 0,-52-170-316 0 0,82 362-39 0 0,-22-91 12 0 0,-7 89 196 0 0,-46-268 46 0 0,-11-90 33 0 0,2-1 0 0 0,0 1 0 0 0,2-2 0 0 0,2 1 0 0 0,1-1 0 0 0,1-1 0 0 0,2 0 1 0 0,29 47-1 0 0,-40-71-178 0 0,1-1 0 0 0,0 0 0 0 0,0 0 0 0 0,1 0 0 0 0,-1-1 0 0 0,1 1 0 0 0,0-1 0 0 0,1 0 0 0 0,-1-1 0 0 0,0 1 0 0 0,13 4 0 0 0,-15-7-46 0 0,1 1 1 0 0,0-2-1 0 0,0 1 0 0 0,0 0 0 0 0,0-1 0 0 0,0 0 0 0 0,0 0 0 0 0,0 0 1 0 0,0 0-1 0 0,0-1 0 0 0,0 1 0 0 0,0-1 0 0 0,0 0 0 0 0,0 0 0 0 0,0-1 1 0 0,-1 1-1 0 0,1-1 0 0 0,0 0 0 0 0,-1 1 0 0 0,5-4 0 0 0,21-18-53 0 0,0-1-1 0 0,-1-1 0 0 0,48-57 0 0 0,-16 17-191 0 0,5-7 102 0 0,46-46-232 0 0,-98 107 335 0 0,0 0 0 0 0,0 1 0 0 0,1 1 0 0 0,0 0 0 0 0,0 1 0 0 0,1 0 0 0 0,22-7 0 0 0,-34 14 46 0 0,0 0-1 0 0,1 0 1 0 0,-1 0-1 0 0,1 1 1 0 0,-1 0-1 0 0,1-1 1 0 0,-1 1 0 0 0,1 0-1 0 0,0 1 1 0 0,-1-1-1 0 0,1 1 1 0 0,-1 0-1 0 0,0-1 1 0 0,1 2-1 0 0,-1-1 1 0 0,7 3 0 0 0,-4 0 61 0 0,0 0 1 0 0,-1 0 0 0 0,1 0-1 0 0,-1 1 1 0 0,0-1 0 0 0,0 1-1 0 0,0 1 1 0 0,4 6 0 0 0,1 3 102 0 0,0 0-1 0 0,-1 1 1 0 0,-1 0 0 0 0,-1 0 0 0 0,10 34 0 0 0,-1 23-46 0 0,12 128 0 0 0,-11-54-282 0 0,74 350 203 0 0,-70-409 265 0 0,5-2 0 0 0,3-1-1 0 0,64 131 1 0 0,-75-183-228 0 0,1-2 1 0 0,2 0-1 0 0,1-1 0 0 0,41 43 1 0 0,-20-31 140 0 0,1-3-1 0 0,56 39 1 0 0,-59-47-182 0 0,-25-18-88 0 0,0 0 0 0 0,1-1 0 0 0,0-1 0 0 0,0 0 1 0 0,1-2-1 0 0,1 0 0 0 0,22 8 0 0 0,-35-17 36 0 0,-1 1-1 0 0,0-1 1 0 0,0 0-1 0 0,1 0 1 0 0,-1 0-1 0 0,0-1 1 0 0,0 0-1 0 0,0 0 1 0 0,1 0-1 0 0,-1-1 1 0 0,0 0-1 0 0,-1 0 1 0 0,1 0-1 0 0,0 0 1 0 0,-1-1-1 0 0,1 0 1 0 0,-1 0-1 0 0,0 0 1 0 0,1 0-1 0 0,3-6 1 0 0,10-8 132 0 0,-2-1 0 0 0,29-39 0 0 0,-39 49-177 0 0,16-26-84 0 0,-1-1 0 0 0,-1-1 0 0 0,-2-1 1 0 0,-2 0-1 0 0,18-58 0 0 0,37-203-339 0 0,-12-131 63 0 0,-29-5 294 0 0,-25 349 35 0 0,110-977-740 0 0,-113 1055 825 0 0,81-412-341 0 0,-51 288-37 0 0,56-147 0 0 0,-77 252 378 0 0,18-37 0 0 0,-25 56 96 0 0,0 0-1 0 0,1 1 0 0 0,-1-1 0 0 0,1 1 1 0 0,0 0-1 0 0,1 0 0 0 0,0 0 0 0 0,0 1 0 0 0,13-10 1 0 0,-17 14-60 0 0,1 0 0 0 0,0-1 0 0 0,-1 1 0 0 0,1 0 0 0 0,0 0 0 0 0,0 1 0 0 0,0-1 1 0 0,0 1-1 0 0,-1-1 0 0 0,1 1 0 0 0,0 0 0 0 0,0 0 0 0 0,0 0 0 0 0,0 0 1 0 0,0 1-1 0 0,5 1 0 0 0,-2 0-66 0 0,-1 0-1 0 0,0 0 1 0 0,0 1 0 0 0,0-1 0 0 0,0 1-1 0 0,-1 1 1 0 0,1-1 0 0 0,5 6 0 0 0,2 2-91 0 0,-1 2 0 0 0,-1-1 0 0 0,0 1 0 0 0,-1 1 0 0 0,9 16 0 0 0,-7-7 43 0 0,0 0 0 0 0,-2 1 1 0 0,-1 0-1 0 0,-1 0 0 0 0,4 26 1 0 0,13 131-82 0 0,-19-131 101 0 0,5 46 78 0 0,29 220-40 0 0,-23-222 16 0 0,37 124 1 0 0,-30-140-36 0 0,-11-33 33 0 0,1 0 1 0 0,39 82-1 0 0,-46-117 6 0 0,0 0-1 0 0,1-1 0 0 0,0 1 1 0 0,0-1-1 0 0,1-1 0 0 0,0 0 1 0 0,1 0-1 0 0,0 0 1 0 0,0-1-1 0 0,1 0 0 0 0,-1-1 1 0 0,1 0-1 0 0,1-1 0 0 0,-1 0 1 0 0,14 4-1 0 0,-17-6-38 0 0,1-1 0 0 0,0 0 0 0 0,1 0 0 0 0,-1-1 0 0 0,0 0-1 0 0,0-1 1 0 0,0 1 0 0 0,1-2 0 0 0,-1 1 0 0 0,0-1 0 0 0,0 0 0 0 0,1-1 0 0 0,-1 0-1 0 0,0 0 1 0 0,-1-1 0 0 0,1 0 0 0 0,0 0 0 0 0,-1-1 0 0 0,0 0 0 0 0,0 0 0 0 0,12-10-1 0 0,7-10-195 0 0,-1-2 0 0 0,-1-2 0 0 0,37-53 1 0 0,21-24-65 0 0,-69 90 321 0 0,0 2 0 0 0,1 0 1 0 0,1 0-1 0 0,0 1 0 0 0,17-9 0 0 0,-23 15-1 0 0,1 0-30 0 0,1-1 0 0 0,0 2 0 0 0,0-1 0 0 0,21-6 0 0 0,-30 11 17 0 0,1 1 0 0 0,-1-1 0 0 0,1 1 0 0 0,0 0 0 0 0,-1-1 0 0 0,1 1 0 0 0,-1 0 0 0 0,1 0 1 0 0,-1 1-1 0 0,1-1 0 0 0,0 0 0 0 0,-1 1 0 0 0,1 0 0 0 0,-1 0 0 0 0,0-1 0 0 0,1 1 0 0 0,-1 1 0 0 0,0-1 0 0 0,1 0 0 0 0,-1 1 0 0 0,0-1 0 0 0,0 1 0 0 0,0-1 0 0 0,0 1 0 0 0,0 0 0 0 0,-1 0 0 0 0,1 0 0 0 0,2 4 0 0 0,8 16 23 0 0,-2 0-1 0 0,0 1 0 0 0,-1 0 1 0 0,-2 1-1 0 0,0 0 0 0 0,6 45 1 0 0,4 9-44 0 0,163 470 1162 0 0,-158-495-758 0 0,2-1 0 0 0,42 66 0 0 0,73 89 424 0 0,10 15-363 0 0,-122-176-428 0 0,94 140 92 0 0,-108-168-123 0 0,2-1 0 0 0,0 0 0 0 0,1-1 0 0 0,0-1 0 0 0,1-1 0 0 0,1 0 0 0 0,33 19 0 0 0,-41-28 29 0 0,0 0-1 0 0,0-1 0 0 0,0 0 1 0 0,1-1-1 0 0,0 0 0 0 0,0 0 1 0 0,-1-1-1 0 0,2-1 0 0 0,-1 0 1 0 0,0 0-1 0 0,0-1 0 0 0,0-1 1 0 0,0 1-1 0 0,0-2 0 0 0,0 0 1 0 0,13-4-1 0 0,-11 2-29 0 0,1-1-1 0 0,-1-1 1 0 0,-1-1-1 0 0,1 0 1 0 0,-1 0 0 0 0,-1-1-1 0 0,1 0 1 0 0,-1-1-1 0 0,-1-1 1 0 0,1 0-1 0 0,-2 0 1 0 0,12-15 0 0 0,-1-4-149 0 0,0-1 0 0 0,-2-1 0 0 0,-2-1 1 0 0,18-45-1 0 0,38-142-454 0 0,-45 132 452 0 0,15-66-235 0 0,-6-2-1 0 0,-7-2 1 0 0,-7-1-1 0 0,3-248 1 0 0,-19 300 226 0 0,3 1 0 0 0,6-1 1 0 0,33-125-1 0 0,-7 88-155 0 0,101-238-1 0 0,-132 357 514 0 0,2 1 0 0 0,1 0 1 0 0,0 0-1 0 0,2 2 0 0 0,0-1 0 0 0,22-21 1 0 0,-30 36-132 0 0,0-1 0 0 0,1 1 1 0 0,0 1-1 0 0,0-1 0 0 0,1 1 1 0 0,0 1-1 0 0,0 0 0 0 0,0 0 1 0 0,1 1-1 0 0,-1 0 1 0 0,1 0-1 0 0,0 1 0 0 0,0 0 1 0 0,0 1-1 0 0,0 0 0 0 0,1 1 1 0 0,-1 0-1 0 0,15 1 0 0 0,-18 1-91 0 0,1 0-1 0 0,-1 1 1 0 0,1-1-1 0 0,-1 2 0 0 0,0-1 1 0 0,0 1-1 0 0,0 0 1 0 0,0 1-1 0 0,-1-1 0 0 0,0 1 1 0 0,1 0-1 0 0,-1 1 1 0 0,0 0-1 0 0,-1 0 1 0 0,1 0-1 0 0,-1 1 0 0 0,0-1 1 0 0,-1 1-1 0 0,1 0 1 0 0,-1 1-1 0 0,0-1 1 0 0,3 9-1 0 0,7 15-504 0 0,-2 1 0 0 0,-1 1 0 0 0,13 56 0 0 0,-15-51 44 0 0,60 198-1034 0 0,26 115 2174 0 0,-91-332-591 0 0,37 166 621 0 0,-31-149-544 0 0,1 0 0 0 0,2-1 1 0 0,19 36-1 0 0,-26-60-43 0 0,0 0 0 0 0,0 0 1 0 0,2-1-1 0 0,-1 0 0 0 0,1 0 1 0 0,0-1-1 0 0,1 0 1 0 0,-1-1-1 0 0,2 1 0 0 0,-1-2 1 0 0,1 1-1 0 0,19 8 0 0 0,-3-4 152 0 0,0-1 0 0 0,1-2-1 0 0,0 0 1 0 0,33 4 0 0 0,-52-11-284 0 0,1-1 0 0 0,-1 1 0 0 0,0-2 0 0 0,0 1 0 0 0,1-1 0 0 0,-1 0-1 0 0,0-1 1 0 0,0 0 0 0 0,0 0 0 0 0,0-1 0 0 0,0 1 0 0 0,-1-2 0 0 0,1 1 0 0 0,-1-1 0 0 0,0-1 0 0 0,0 1 0 0 0,0-1 0 0 0,-1 0 0 0 0,11-11-1 0 0,8-10-165 0 0,-1-1 0 0 0,-1 0-1 0 0,23-40 1 0 0,-29 42 153 0 0,-8 12-9 0 0,15-23-13 0 0,1 2 0 0 0,2 0 0 0 0,44-42 0 0 0,-62 68 87 0 0,1-1 0 0 0,0 2 1 0 0,0 0-1 0 0,1 0 0 0 0,0 0 0 0 0,0 2 0 0 0,0-1 1 0 0,1 1-1 0 0,-1 1 0 0 0,1 0 0 0 0,1 1 1 0 0,-1 0-1 0 0,0 1 0 0 0,1 0 0 0 0,-1 1 0 0 0,19 1 1 0 0,-25 0 31 0 0,-1 1 0 0 0,0 0 0 0 0,1 0 1 0 0,-1 0-1 0 0,0 0 0 0 0,0 1 1 0 0,0 0-1 0 0,0 0 0 0 0,0 0 0 0 0,0 1 1 0 0,-1 0-1 0 0,1 0 0 0 0,6 5 0 0 0,-5-2-26 0 0,0 0 1 0 0,-1 0-1 0 0,1 1 0 0 0,-1 0 0 0 0,0 0 0 0 0,-1 0 0 0 0,7 14 0 0 0,0 7-18 0 0,-2 1-1 0 0,-1 0 1 0 0,8 53-1 0 0,-13-68 36 0 0,34 281 854 0 0,-28-189-719 0 0,5 0 0 0 0,37 139 0 0 0,-1-102 434 0 0,5-3 0 0 0,97 175 1 0 0,-133-278-369 0 0,2-1 1 0 0,2-2 0 0 0,48 59 0 0 0,-53-73-175 0 0,1-2-1 0 0,0 0 1 0 0,2-1-1 0 0,0-1 1 0 0,1 0-1 0 0,47 23 1 0 0,-41-25-37 0 0,1-2 0 0 0,46 15-1 0 0,-64-24-64 0 0,1-1 0 0 0,-1 0 0 0 0,1 0 0 0 0,0-1 0 0 0,0-1 0 0 0,0 0 0 0 0,-1-1 0 0 0,1 0-1 0 0,0 0 1 0 0,11-4 0 0 0,12-6-311 0 0</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35.326"/>
    </inkml:context>
    <inkml:brush xml:id="br0">
      <inkml:brushProperty name="width" value="0.1" units="cm"/>
      <inkml:brushProperty name="height" value="0.1" units="cm"/>
      <inkml:brushProperty name="color" value="#E71224"/>
    </inkml:brush>
  </inkml:definitions>
  <inkml:trace contextRef="#ctx0" brushRef="#br0">0 5072 7370 0 0,'1'1'133'0'0,"-1"-1"0"0"0,1 1 0 0 0,0-1 0 0 0,-1 1 0 0 0,1-1 1 0 0,-1 0-1 0 0,1 1 0 0 0,0-1 0 0 0,-1 0 0 0 0,1 1 0 0 0,0-1 1 0 0,-1 0-1 0 0,1 0 0 0 0,0 1 0 0 0,-1-1 0 0 0,1 0 0 0 0,0 0 1 0 0,0 0-1 0 0,-1 0 0 0 0,1 0 0 0 0,0 0 0 0 0,0 0 0 0 0,-1 0 1 0 0,1 0-1 0 0,0-1 0 0 0,0 1 0 0 0,0 0 0 0 0,23-5 1298 0 0,-21 3-1225 0 0,-1 0 0 0 0,1 0 0 0 0,-1 0 0 0 0,1-1 0 0 0,-1 1 0 0 0,0-1-1 0 0,0 1 1 0 0,0-1 0 0 0,0 0 0 0 0,0 0 0 0 0,-1 0 0 0 0,1 0 0 0 0,-1 0 0 0 0,0 0 0 0 0,1-5-1 0 0,12-50 1152 0 0,-10 28-1135 0 0,-1-53 0 0 0,0-3-6 0 0,6-17 564 0 0,-4-1-1 0 0,-9-111 1 0 0,-7 134-398 0 0,-2 2 0 0 0,-35-112 0 0 0,42 166-69 0 0,-7-47 0 0 0,12 61-316 0 0,0 0 1 0 0,1 0-1 0 0,0 0 1 0 0,1 0-1 0 0,0 0 0 0 0,5-20 1 0 0,-5 29-16 0 0,0-1 0 0 0,1 1 0 0 0,-1-1 0 0 0,0 1 0 0 0,1 0 0 0 0,-1-1 1 0 0,1 1-1 0 0,0 0 0 0 0,0 0 0 0 0,0 0 0 0 0,0 0 0 0 0,0 1 0 0 0,0-1 0 0 0,0 0 1 0 0,1 1-1 0 0,-1 0 0 0 0,1-1 0 0 0,-1 1 0 0 0,1 0 0 0 0,-1 0 0 0 0,1 0 0 0 0,0 1 1 0 0,-1-1-1 0 0,1 1 0 0 0,4-1 0 0 0,-2 1 10 0 0,0-1 0 0 0,0 1 0 0 0,-1 0-1 0 0,1 1 1 0 0,0-1 0 0 0,0 1 0 0 0,0 0 0 0 0,0 0 0 0 0,-1 1 0 0 0,1-1-1 0 0,0 1 1 0 0,-1 0 0 0 0,7 4 0 0 0,0 2-14 0 0,3 2 13 0 0,0-1-1 0 0,0 0 0 0 0,1-1 0 0 0,21 9 0 0 0,-34-16 10 0 0,1 0 0 0 0,-1 0 0 0 0,1 0 0 0 0,-1 0 0 0 0,1-1 0 0 0,-1 1 1 0 0,1-1-1 0 0,0 1 0 0 0,-1-1 0 0 0,1 0 0 0 0,0 0 0 0 0,-1 0 0 0 0,1-1 0 0 0,0 1 0 0 0,-1-1 0 0 0,1 1 0 0 0,-1-1 0 0 0,1 0 0 0 0,-1 0 0 0 0,1 0 0 0 0,-1 0 0 0 0,1-1 0 0 0,-1 1 0 0 0,0 0 0 0 0,0-1 0 0 0,0 0 0 0 0,0 0 0 0 0,0 1 0 0 0,0-1 0 0 0,0 0 0 0 0,0 0 0 0 0,-1-1 0 0 0,1 1 1 0 0,1-5-1 0 0,0 1 59 0 0,0-1 1 0 0,-1 0-1 0 0,0 0 1 0 0,-1 0-1 0 0,0 0 1 0 0,0 0-1 0 0,0 0 1 0 0,-1 0-1 0 0,0-1 1 0 0,-1-8-1 0 0,-2-11 19 0 0,-9-34-1 0 0,8 43 38 0 0,-5-28-35 0 0,1 0 0 0 0,3-1 1 0 0,0-49-1 0 0,-3-107-69 0 0,-1-214 252 0 0,10 264-206 0 0,0 125-53 0 0,1 0 0 0 0,2 1 1 0 0,11-47-1 0 0,32-77 27 0 0,-2 9-15 0 0,38-90 70 0 0,-28 88-44 0 0,-29 73-42 0 0,-4 11 0 0 0,16-67 0 0 0,-34 106 29 0 0,-2 0-1 0 0,0 0 1 0 0,-2-29 0 0 0,1-20 7 0 0,6 15 131 0 0,-6 50-165 0 0,0 1-1 0 0,0 0 1 0 0,0-1 0 0 0,0 1-1 0 0,1 0 1 0 0,0 0-1 0 0,0 0 1 0 0,0 0 0 0 0,0 0-1 0 0,4-4 1 0 0,4 0-15 0 0,0 0-1 0 0,1 1 1 0 0,0 0-1 0 0,1 1 1 0 0,-1 0-1 0 0,1 1 1 0 0,17-5-1 0 0,16-8-14 0 0,2-8 28 0 0,-2-2 0 0 0,-1-2 0 0 0,69-60 0 0 0,-90 71 0 0 0,-14 11-13 0 0,0 1 0 0 0,1 0 1 0 0,0 0-1 0 0,0 1 0 0 0,0 0 0 0 0,16-6 1 0 0,-23 11 8 0 0,-1 1 0 0 0,1-1 1 0 0,-1 1-1 0 0,1-1 0 0 0,0 1 0 0 0,-1 0 1 0 0,1 0-1 0 0,0 0 0 0 0,-1 0 1 0 0,1 0-1 0 0,0 1 0 0 0,-1-1 1 0 0,1 1-1 0 0,-1-1 0 0 0,1 1 0 0 0,-1 0 1 0 0,1 0-1 0 0,-1 1 0 0 0,1-1 1 0 0,-1 0-1 0 0,0 1 0 0 0,0-1 1 0 0,0 1-1 0 0,0 0 0 0 0,0 0 1 0 0,0-1-1 0 0,0 1 0 0 0,-1 1 0 0 0,1-1 1 0 0,0 0-1 0 0,-1 0 0 0 0,0 1 1 0 0,0-1-1 0 0,2 5 0 0 0,2 4-81 0 0,-1 0-1 0 0,0 1 1 0 0,-1-1 0 0 0,0 1-1 0 0,-1 0 1 0 0,0 0-1 0 0,0 13 1 0 0,-4 89-415 0 0,1-85 272 0 0,-7 52 417 0 0,-3 0 0 0 0,-25 88 0 0 0,-1 7-470 0 0,33-143 282 0 0,1 0 1 0 0,2 0-1 0 0,1-1 1 0 0,1 1-1 0 0,2 0 0 0 0,2 0 1 0 0,0-1-1 0 0,2 0 1 0 0,2 0-1 0 0,25 60 1 0 0,24 74 93 0 0,12 26 26 0 0,-69-188-118 0 0,1-1 1 0 0,-1 0-1 0 0,1 1 1 0 0,0-1-1 0 0,0 0 1 0 0,1 0-1 0 0,-1 0 1 0 0,0 0-1 0 0,1-1 1 0 0,0 1 0 0 0,0-1-1 0 0,0 1 1 0 0,0-1-1 0 0,0 0 1 0 0,0 0-1 0 0,0-1 1 0 0,1 1-1 0 0,-1 0 1 0 0,1-1-1 0 0,-1 0 1 0 0,1 0-1 0 0,0 0 1 0 0,6 0-1 0 0,3-1 22 0 0,1 0 0 0 0,-1-1 0 0 0,0-1 0 0 0,1 0 0 0 0,17-6 0 0 0,-16 4-9 0 0,1 0-1 0 0,-1 2 0 0 0,19-2 1 0 0,-30 4-16 0 0,0 0 0 0 0,0 0 0 0 0,0 1 0 0 0,-1-1 0 0 0,1 1 0 0 0,0 0 0 0 0,0 0 0 0 0,-1 0 0 0 0,1 0 0 0 0,-1 1 0 0 0,1-1 0 0 0,-1 1 0 0 0,0 0 0 0 0,1 0 0 0 0,-1 1 0 0 0,0-1 0 0 0,0 0 0 0 0,-1 1 0 0 0,1 0 0 0 0,0 0 0 0 0,2 3 0 0 0,0 2 0 0 0,-1 1 0 0 0,1 0 0 0 0,-2 0 0 0 0,1 0 0 0 0,-1 0 0 0 0,0 1 0 0 0,1 11 0 0 0,0 7-7 0 0,-1-1-1 0 0,-2 1 1 0 0,-1-1 0 0 0,-5 46 0 0 0,2-40-2 0 0,2-1-1 0 0,4 59 1 0 0,7-36 9 0 0,29 89 0 0 0,-27-103 0 0 0,-11-37 3 0 0,0 1-1 0 0,1-1 1 0 0,0 0 0 0 0,-1 1 0 0 0,2-1 0 0 0,-1 0-1 0 0,0 0 1 0 0,1-1 0 0 0,-1 1 0 0 0,1-1 0 0 0,0 1-1 0 0,0-1 1 0 0,1 0 0 0 0,-1 0 0 0 0,1 0 0 0 0,0 0-1 0 0,-1-1 1 0 0,1 1 0 0 0,7 2 0 0 0,-6-4 0 0 0,0 1 0 0 0,0-1 0 0 0,-1-1 0 0 0,1 1 0 0 0,0-1-1 0 0,0 0 1 0 0,0 0 0 0 0,0 0 0 0 0,-1-1 0 0 0,1 1 0 0 0,0-1 0 0 0,0 0 0 0 0,-1-1 0 0 0,1 1 0 0 0,0-1 0 0 0,-1 0 0 0 0,0 0 0 0 0,7-4 0 0 0,23-17 42 0 0,-1 0 0 0 0,49-47 1 0 0,-48 39 10 0 0,60-42 0 0 0,-84 67-59 0 0,-1 0 1 0 0,0 1 0 0 0,1 0-1 0 0,19-7 1 0 0,-25 11 1 0 0,-1 1 1 0 0,1-1-1 0 0,-1 1 0 0 0,1-1 1 0 0,-1 1-1 0 0,1 0 0 0 0,0 0 1 0 0,-1 1-1 0 0,1-1 1 0 0,-1 1-1 0 0,1-1 0 0 0,-1 1 1 0 0,0 0-1 0 0,1 1 0 0 0,-1-1 1 0 0,0 1-1 0 0,1-1 1 0 0,4 4-1 0 0,25 17 26 0 0,-20-15 2 0 0,0 1-1 0 0,0 1 0 0 0,-1 0 0 0 0,0 0 1 0 0,-1 1-1 0 0,0 1 0 0 0,-1 0 0 0 0,0 0 1 0 0,10 17-1 0 0,-12-16-25 0 0,13 21 29 0 0,-1 2 0 0 0,-1 0-1 0 0,14 41 1 0 0,-7-12-6 0 0,55 98 0 0 0,3 5 8 0 0,-61-115-23 0 0,-8-19 77 0 0,0 1 0 0 0,-3 0-1 0 0,18 73 1 0 0,-6 5-213 0 0,-15-74 141 0 0,-1 1 0 0 0,-1 0-1 0 0,1 55 1 0 0,-8-84-21 0 0,5 121-24 0 0,-3-114 37 0 0,1-1 1 0 0,1 0-1 0 0,0 0 0 0 0,2 0 1 0 0,12 29-1 0 0,194 336-70 0 0,-177-332 69 0 0,2-2-1 0 0,2-2 1 0 0,1-1-1 0 0,84 67 1 0 0,-103-93 67 0 0,-3-3-117 0 0,0 0 0 0 0,1-1 0 0 0,37 21 0 0 0,-50-32 41 0 0,1 0 0 0 0,0 0 0 0 0,1-1 0 0 0,-1 0 0 0 0,0 0 0 0 0,1-1 0 0 0,-1 0 0 0 0,1 0 0 0 0,-1 0 1 0 0,1-1-1 0 0,-1 0 0 0 0,1-1 0 0 0,-1 0 0 0 0,1 0 0 0 0,-1-1 0 0 0,8-2 0 0 0,9-3 2 0 0,0-2 1 0 0,-1 0-1 0 0,-1-1 1 0 0,0-2-1 0 0,0 0 0 0 0,-1-1 1 0 0,-1-2-1 0 0,0 0 1 0 0,-1 0-1 0 0,0-2 0 0 0,-2-1 1 0 0,0 0-1 0 0,-1-1 1 0 0,-1 0-1 0 0,0-2 0 0 0,-2 0 1 0 0,0 0-1 0 0,-2-1 1 0 0,11-26-1 0 0,-12 14-5 0 0,-1 0-1 0 0,-1-1 1 0 0,5-49-1 0 0,-2-108-26 0 0,-11 172 34 0 0,-1-105 0 0 0,-25-178 0 0 0,3 73 0 0 0,20 105 16 0 0,21-201 0 0 0,-7 202 0 0 0,-7-204 0 0 0,-5 236 30 0 0,3 0 0 0 0,23-144 1 0 0,0 0 65 0 0,-22 182-94 0 0,-2-1-1 0 0,-9-72 1 0 0,-23-60 34 0 0,-2-23 107 0 0,29 167-153 0 0,1-1 0 0 0,2 1 0 0 0,2 0-1 0 0,2-1 1 0 0,2 1 0 0 0,2 0 0 0 0,2 1 0 0 0,19-60 0 0 0,-21 87-11 0 0,-1 1-1 0 0,2 0 1 0 0,0 0 0 0 0,1 0-1 0 0,0 1 1 0 0,1 0 0 0 0,1 1-1 0 0,0 0 1 0 0,0 1 0 0 0,1 0-1 0 0,15-10 1 0 0,-26 20-1 0 0,1 0-1 0 0,-1 1 1 0 0,0-1 0 0 0,0 0-1 0 0,1 1 1 0 0,-1-1 0 0 0,0 1-1 0 0,1 0 1 0 0,-1-1 0 0 0,0 1-1 0 0,1 0 1 0 0,-1 0-1 0 0,1 0 1 0 0,-1 0 0 0 0,0 0-1 0 0,1 0 1 0 0,-1 0 0 0 0,0 0-1 0 0,1 1 1 0 0,-1-1 0 0 0,1 0-1 0 0,-1 1 1 0 0,0 0 0 0 0,0-1-1 0 0,1 1 1 0 0,-1-1-1 0 0,0 1 1 0 0,0 0 0 0 0,0 0-1 0 0,0 0 1 0 0,0 0 0 0 0,0 0-1 0 0,2 2 1 0 0,2 3-37 0 0,0 0 0 0 0,-1 1-1 0 0,0 0 1 0 0,6 12 0 0 0,-4-5 48 0 0,-2 0 0 0 0,0 0 0 0 0,0 0 0 0 0,-2 1 0 0 0,0 0-1 0 0,0-1 1 0 0,-1 1 0 0 0,-1 0 0 0 0,-2 21 0 0 0,0-15 3 0 0,2 0 0 0 0,1 0-1 0 0,6 41 1 0 0,8-12-5 0 0,27 64-1 0 0,-35-96 4 0 0,-4-11 1 0 0,0 0 1 0 0,1 0 0 0 0,0 0-1 0 0,0-1 1 0 0,0 1-1 0 0,1-1 1 0 0,-1 0 0 0 0,2 0-1 0 0,5 6 1 0 0,-7-9-7 0 0,-1-1 1 0 0,1 1-1 0 0,0-1 1 0 0,0 0-1 0 0,0 0 1 0 0,0 0-1 0 0,0 0 1 0 0,0-1-1 0 0,0 1 1 0 0,1-1-1 0 0,-1 0 1 0 0,0-1-1 0 0,1 1 0 0 0,-1-1 1 0 0,1 0-1 0 0,-1 0 1 0 0,5 0-1 0 0,-5-1 0 0 0,-1 1 0 0 0,0 0 0 0 0,1 0 0 0 0,-1 0 0 0 0,1 0 0 0 0,-1 1 0 0 0,0-1 0 0 0,1 1 0 0 0,-1 0 0 0 0,0 0 0 0 0,0 0 0 0 0,1 1 0 0 0,-1-1-1 0 0,0 1 1 0 0,3 2 0 0 0,0 1-36 0 0,0 0 0 0 0,0 1 0 0 0,0 0 0 0 0,8 12 0 0 0,3 3 154 0 0,-12-16-120 0 0,0 1 0 0 0,0 0 1 0 0,-1 0-1 0 0,0 0 0 0 0,0 0 0 0 0,0 1 0 0 0,-1 0 1 0 0,0 0-1 0 0,0 0 0 0 0,0 0 0 0 0,-1 0 0 0 0,0 0 1 0 0,-1 1-1 0 0,0-1 0 0 0,0 1 0 0 0,0-1 0 0 0,-1 1 1 0 0,0-1-1 0 0,-2 11 0 0 0,-7 49 14 0 0,4-34 14 0 0,1 0-1 0 0,1 0 1 0 0,3 46-1 0 0,1-69-21 0 0,0 0-1 0 0,0 0 1 0 0,2 0-1 0 0,-1 0 1 0 0,1-1-1 0 0,0 1 1 0 0,1-1 0 0 0,0 0-1 0 0,1 0 1 0 0,0 0-1 0 0,0-1 1 0 0,1 0-1 0 0,0 0 1 0 0,0 0-1 0 0,13 11 1 0 0,-12-12-5 0 0,15 13 17 0 0,26 30 0 0 0,-40-41-13 0 0,-1 0 1 0 0,-1 1-1 0 0,0 0 0 0 0,0 0 1 0 0,-1 1-1 0 0,6 18 0 0 0,13 51 57 0 0,18 49 81 0 0,-31-108-119 0 0,0-2 1 0 0,1 1-1 0 0,1-1 1 0 0,0-1-1 0 0,17 16 1 0 0,-13-14 2 0 0,-1 0 0 0 0,0 1 0 0 0,18 33 0 0 0,-22-32 10 0 0,21 28 0 0 0,7 11 20 0 0,-39-58-52 0 0,1 0 0 0 0,0 0-1 0 0,0-1 1 0 0,0 1 0 0 0,0 0 0 0 0,1-1-1 0 0,-1 1 1 0 0,1-1 0 0 0,-1 0 0 0 0,1 0-1 0 0,0 0 1 0 0,0 0 0 0 0,0 0-1 0 0,0-1 1 0 0,0 1 0 0 0,0-1 0 0 0,1 0-1 0 0,-1 0 1 0 0,0 0 0 0 0,1 0 0 0 0,-1-1-1 0 0,1 1 1 0 0,-1-1 0 0 0,1 0 0 0 0,-1 0-1 0 0,0 0 1 0 0,1-1 0 0 0,-1 1-1 0 0,4-2 1 0 0,1 0 6 0 0,1 0 1 0 0,-2-1-1 0 0,1 0 0 0 0,0 0 0 0 0,0-1 0 0 0,-1 0 0 0 0,0-1 1 0 0,0 1-1 0 0,0-1 0 0 0,11-12 0 0 0,16-20-68 0 0,56-83 0 0 0,-39 49 12 0 0,-30 35-8 0 0,-17 30 43 0 0,-1-1-1 0 0,1 0 0 0 0,0 1 1 0 0,0 0-1 0 0,1 0 0 0 0,-1 0 1 0 0,1 1-1 0 0,1-1 0 0 0,-1 1 1 0 0,9-5-1 0 0,-12 9 18 0 0,1 1 0 0 0,-1 0 0 0 0,1 0 1 0 0,0 0-1 0 0,-1 0 0 0 0,1 0 0 0 0,-1 1 0 0 0,1-1 0 0 0,-1 1 0 0 0,1 0 0 0 0,-1-1 0 0 0,1 1 0 0 0,-1 0 1 0 0,1 1-1 0 0,-1-1 0 0 0,0 0 0 0 0,0 1 0 0 0,0-1 0 0 0,0 1 0 0 0,3 2 0 0 0,6 8 1 0 0,-1-1 0 0 0,0 2 0 0 0,-1-1 0 0 0,0 1 0 0 0,-1 1 0 0 0,-1-1 0 0 0,7 19 0 0 0,1 9 28 0 0,12 54-1 0 0,-20-67-31 0 0,13 35 52 0 0,43 93-1 0 0,-34-87-35 0 0,0 3 138 0 0,-4 1-1 0 0,26 120 1 0 0,-36-89-146 0 0,-11-68-27 0 0,2 0 0 0 0,1 0 0 0 0,15 44-1 0 0,22 36 59 0 0,39 114-30 0 0,-55-152 195 0 0,39 75 0 0 0,26 69-651 0 0,-77-174 447 0 0,1-1 0 0 0,2 0-1 0 0,27 44 1 0 0,-38-77-10 0 0,0-1 1 0 0,0 0-1 0 0,2-1 1 0 0,0 0-1 0 0,0 0 0 0 0,1-1 1 0 0,0 0-1 0 0,1-1 1 0 0,0-1-1 0 0,0 0 1 0 0,1 0-1 0 0,1-1 0 0 0,-1-1 1 0 0,19 7-1 0 0,-17-9-23 0 0,1-1-1 0 0,0 0 0 0 0,0-2 0 0 0,1 0 0 0 0,-1 0 0 0 0,0-2 1 0 0,1 0-1 0 0,-1-1 0 0 0,0 0 0 0 0,1-2 0 0 0,-1 0 1 0 0,0 0-1 0 0,28-12 0 0 0,-22 7 64 0 0,-1-2-1 0 0,0-1 1 0 0,0 0 0 0 0,-1-2 0 0 0,-1 0-1 0 0,0-1 1 0 0,-1-1 0 0 0,-1-1 0 0 0,17-18-1 0 0,-6 2-29 0 0,-1-1-1 0 0,30-48 0 0 0,-45 60-16 0 0,-1 0-1 0 0,-1 0 1 0 0,-1-1-1 0 0,-1-1 1 0 0,10-41-1 0 0,26-114-67 0 0,5-20 12 0 0,-41 139 57 0 0,-1 0 0 0 0,-4-1 0 0 0,-2 1 0 0 0,-2-1 0 0 0,-3 1 0 0 0,-3 0 0 0 0,-20-85 0 0 0,-4 38 9 0 0,20 73 2 0 0,2 1-1 0 0,1-1 1 0 0,2-1 0 0 0,-4-41-1 0 0,7-13 3 0 0,-11-225 0 0 0,13 295-4 0 0,-4-137-230 0 0,6 136 205 0 0,1 1 0 0 0,1-1 1 0 0,0 1-1 0 0,2-1 0 0 0,0 1 0 0 0,10-22 0 0 0,22-43 29 0 0,-4 11 0 0 0,-3-1 0 0 0,30-112 0 0 0,-28 72 2 0 0,-21 81-15 0 0,-2 0 0 0 0,0-1 0 0 0,-3-1-1 0 0,4-43 1 0 0,-13-117 13 0 0,-1 130 3 0 0,3 0 1 0 0,13-116 0 0 0,-5 152 2 0 0,0 1 0 0 0,2 0 0 0 0,1 1-1 0 0,1 0 1 0 0,1 0 0 0 0,2 1 0 0 0,0 0 0 0 0,18-22 0 0 0,-26 39-16 0 0,1 1 0 0 0,0 0 0 0 0,0 0 0 0 0,0 1 0 0 0,0 0 0 0 0,1 0 0 0 0,0 1 0 0 0,1 0 0 0 0,-1 0 0 0 0,1 1 0 0 0,0 0 0 0 0,0 0 0 0 0,0 1 0 0 0,0 0 0 0 0,1 1 0 0 0,-1 0 0 0 0,1 0 0 0 0,0 1 0 0 0,-1 1 0 0 0,1 0 0 0 0,0 0 0 0 0,-1 0 0 0 0,1 1 0 0 0,0 1 0 0 0,-1 0 0 0 0,1 0 0 0 0,-1 1 0 0 0,0 0 0 0 0,0 0 0 0 0,0 1 0 0 0,0 1 0 0 0,-1-1 0 0 0,1 1 0 0 0,-1 1 0 0 0,10 7 0 0 0,3 8-28 0 0,0 0 1 0 0,-1 1-1 0 0,-1 1 1 0 0,-1 0-1 0 0,-1 2 0 0 0,-1 0 1 0 0,-1 1-1 0 0,-2 0 1 0 0,16 43-1 0 0,-15-22 32 0 0,-2 1-1 0 0,-2 0 1 0 0,-2 1-1 0 0,3 73 1 0 0,-10-28-10 0 0,-14 132 0 0 0,-38 90 206 0 0,11-85-92 0 0,36-205-96 0 0,2 1-1 0 0,0-1 1 0 0,2 0-1 0 0,1 1 1 0 0,1-1-1 0 0,1 0 1 0 0,10 38-1 0 0,-10-51 1 0 0,2 0 1 0 0,0 0-1 0 0,0 0 0 0 0,1-1 0 0 0,1 1 1 0 0,0-1-1 0 0,0-1 0 0 0,1 0 0 0 0,1 0 1 0 0,0 0-1 0 0,1-1 0 0 0,-1 0 0 0 0,2-1 1 0 0,0 0-1 0 0,20 12 0 0 0,-15-13 12 0 0,0-1 1 0 0,0 0-1 0 0,1-1 1 0 0,0-1-1 0 0,0-1 0 0 0,22 3 1 0 0,-22-5 2 0 0,0 2-1 0 0,0-1 1 0 0,-1 2 0 0 0,1 1 0 0 0,-1 0 0 0 0,22 12 0 0 0,-34-16-10 0 0,0 1 0 0 0,-1 0 0 0 0,1 1 0 0 0,-1-1 0 0 0,0 0 0 0 0,0 1 0 0 0,0 0 0 0 0,0 0 0 0 0,-1 0 0 0 0,1 0 0 0 0,-1 0 0 0 0,0 0 1 0 0,-1 1-1 0 0,1-1 0 0 0,-1 0 0 0 0,2 10 0 0 0,1 6 40 0 0,-2 0 0 0 0,0 36 1 0 0,-1-3-121 0 0,3-16 73 0 0,1-1 0 0 0,1 0 0 0 0,2 0 0 0 0,22 59 0 0 0,-27-86 45 0 0,1 0-1 0 0,0-1 1 0 0,0 0 0 0 0,1 0-1 0 0,-1 0 1 0 0,2 0 0 0 0,10 12-1 0 0,-13-18-65 0 0,1 1 1 0 0,-1 0-1 0 0,0-1 0 0 0,1 0 0 0 0,0 0 0 0 0,-1 0 0 0 0,1 0 0 0 0,0-1 1 0 0,0 0-1 0 0,0 1 0 0 0,0-1 0 0 0,0-1 0 0 0,0 1 0 0 0,0-1 0 0 0,1 1 1 0 0,-1-1-1 0 0,0 0 0 0 0,0-1 0 0 0,6 0 0 0 0,5-1 26 0 0,-1-1 0 0 0,0-1 0 0 0,0 0 0 0 0,0 0 0 0 0,-1-2 0 0 0,1 1 1 0 0,-1-2-1 0 0,18-11 0 0 0,-2-4 14 0 0,0 0 0 0 0,29-32 0 0 0,-35 33 0 0 0,0 2 0 0 0,34-22 1 0 0,-43 32-21 0 0,0 0 0 0 0,1 2 0 0 0,0 0 1 0 0,0 0-1 0 0,30-7 0 0 0,-42 14 10 0 0,0 0 0 0 0,1 0 0 0 0,-1 0-1 0 0,0 1 1 0 0,0-1 0 0 0,0 1 0 0 0,0 0 0 0 0,0 0-1 0 0,0 0 1 0 0,-1 0 0 0 0,1 0 0 0 0,0 1-1 0 0,0 0 1 0 0,-1-1 0 0 0,1 1 0 0 0,-1 0 0 0 0,1 0-1 0 0,2 4 1 0 0,-1-3 27 0 0,1 1 0 0 0,0-1-1 0 0,-1 0 1 0 0,1 0 0 0 0,7 3 0 0 0,59 15 7 0 0,-47-15-61 0 0,43 16-1 0 0,-58-18 25 0 0,-1 0 1 0 0,-1 1-1 0 0,1 0 1 0 0,0 0-1 0 0,-1 0 0 0 0,0 1 1 0 0,0 0-1 0 0,10 13 1 0 0,-10-11-14 0 0,33 39 77 0 0,-2 1 0 0 0,-3 2 1 0 0,39 71-1 0 0,-57-84-41 0 0,0 0 1 0 0,-3 2-1 0 0,-1 0 0 0 0,-2 0 0 0 0,10 73 0 0 0,74 407-28 0 0,-74-419 21 0 0,17 58 2 0 0,-31-135-36 0 0,1-1-1 0 0,1 0 1 0 0,1-1 0 0 0,24 38-1 0 0,-16-32 31 0 0,2-1 0 0 0,1 0 0 0 0,1-2 0 0 0,2 0 0 0 0,0-2 0 0 0,1 0 0 0 0,1-2-1 0 0,1-1 1 0 0,1-1 0 0 0,0-1 0 0 0,1-2 0 0 0,1-1 0 0 0,0-1 0 0 0,1-1 0 0 0,1-2 0 0 0,52 10-1 0 0,-57-16 12 0 0,0-1 0 0 0,0-1 0 0 0,1-2 0 0 0,44-4-1 0 0,-62 3-19 0 0,0-1 0 0 0,0 0 0 0 0,1 0 0 0 0,-2-2 0 0 0,1 1 0 0 0,0-1 0 0 0,-1 0 0 0 0,1-1 0 0 0,-1 0 0 0 0,0-1 0 0 0,-1 0 0 0 0,0 0 0 0 0,0-1 0 0 0,0 0 0 0 0,9-10 0 0 0,-13 11-11 0 0,-1 1 0 0 0,1-1-1 0 0,-1 0 1 0 0,-1 1 0 0 0,1-1-1 0 0,-1-1 1 0 0,0 1 0 0 0,0 0-1 0 0,-1 0 1 0 0,0-1 0 0 0,0 1-1 0 0,0-1 1 0 0,-1-11 0 0 0,-2-10-93 0 0,-9-53 1 0 0,4 38-61 0 0,-83-392-189 0 0,69 342 318 0 0,4 0-1 0 0,-5-114 0 0 0,-6 24 50 0 0,-2-19-46 0 0,29 96 50 0 0,17-157-1 0 0,-8 173-79 0 0,-1 15 126 0 0,10-165-66 0 0,-15 214-7 0 0,0 0 0 0 0,3 1 0 0 0,0-1 0 0 0,14-41 0 0 0,48-96 0 0 0,6-20 0 0 0,-55 126 105 0 0,-4 17-99 0 0,-2-1 0 0 0,-1 0 0 0 0,5-51-1 0 0,-12-2 19 0 0,-10-136-1 0 0,-1 75-94 0 0,4-5 109 0 0,18-165-1 0 0,-15 322-34 0 0,6-49-1 0 0,1 0 1 0 0,18-60-1 0 0,-21 97-7 0 0,1 1-1 0 0,0 0 1 0 0,1 0-1 0 0,1 0 1 0 0,0 1-1 0 0,1 0 1 0 0,0 0-1 0 0,1 1 1 0 0,1 0-1 0 0,0 0 1 0 0,0 1-1 0 0,17-13 1 0 0,-17 17-21 0 0,0 0 0 0 0,0 1 0 0 0,1 0 1 0 0,-1 1-1 0 0,1 1 0 0 0,1-1 0 0 0,-1 2 0 0 0,0-1 1 0 0,1 2-1 0 0,0-1 0 0 0,20 0 0 0 0,-30 3 16 0 0,1 0 1 0 0,-1 1-1 0 0,1-1 0 0 0,-1 1 0 0 0,0 0 0 0 0,1-1 1 0 0,-1 1-1 0 0,0 0 0 0 0,1 1 0 0 0,-1-1 0 0 0,0 0 1 0 0,0 1-1 0 0,0-1 0 0 0,0 1 0 0 0,0-1 0 0 0,3 5 1 0 0,-2-2-10 0 0,0 0 1 0 0,-1 1-1 0 0,1-1 1 0 0,-1 1-1 0 0,0-1 1 0 0,0 1-1 0 0,3 9 1 0 0,-1 6-30 0 0,-1 0 0 0 0,-1 0 1 0 0,0 26-1 0 0,-2-36 37 0 0,-6 224-125 0 0,2-145 119 0 0,-17 219-18 0 0,5-108 51 0 0,4-116 146 0 0,7-60-75 0 0,2-1-1 0 0,-1 30 1 0 0,3-52-87 0 0,1-1 1 0 0,0 0 0 0 0,0 1 0 0 0,0-1-1 0 0,1 0 1 0 0,-1 1 0 0 0,0-1 0 0 0,0 0-1 0 0,0 1 1 0 0,0-1 0 0 0,0 0 0 0 0,0 1-1 0 0,0-1 1 0 0,1 0 0 0 0,-1 0 0 0 0,0 1 0 0 0,0-1-1 0 0,0 0 1 0 0,1 0 0 0 0,-1 1 0 0 0,0-1-1 0 0,0 0 1 0 0,0 0 0 0 0,1 1 0 0 0,-1-1-1 0 0,0 0 1 0 0,1 0 0 0 0,-1 0 0 0 0,0 0 0 0 0,1 1-1 0 0,-1-1 1 0 0,0 0 0 0 0,1 0 0 0 0,-1 0-1 0 0,0 0 1 0 0,1 0 0 0 0,-1 0 0 0 0,1 0-1 0 0,18-5-24 0 0,15-14-101 0 0,-3-5 128 0 0,-24 18-3 0 0,-1 0 0 0 0,1 1-1 0 0,0 0 1 0 0,0 0-1 0 0,1 0 1 0 0,0 1 0 0 0,-1 0-1 0 0,1 1 1 0 0,14-5 0 0 0,-20 9 1 0 0,1-1 1 0 0,0 1 0 0 0,0-1-1 0 0,-1 1 1 0 0,1 0 0 0 0,-1 0 0 0 0,1 0-1 0 0,0 0 1 0 0,-1 0 0 0 0,0 0 0 0 0,1 1-1 0 0,-1-1 1 0 0,0 1 0 0 0,0 0 0 0 0,1 0-1 0 0,-1 0 1 0 0,-1 0 0 0 0,1 0-1 0 0,0 0 1 0 0,0 0 0 0 0,-1 1 0 0 0,0-1-1 0 0,1 0 1 0 0,0 4 0 0 0,4 5 4 0 0,0 1 0 0 0,-1 0-1 0 0,7 23 1 0 0,-8-14-6 0 0,0 0 0 0 0,-1 0 0 0 0,-1 1 0 0 0,-1 27 0 0 0,-11 87 0 0 0,5-97 0 0 0,1 0 0 0 0,3 1 0 0 0,6 69 0 0 0,0-81 11 0 0,1-1 0 0 0,1 0 0 0 0,2 0 0 0 0,17 37 0 0 0,59 95 59 0 0,-66-127-67 0 0,-14-22 1 0 0,1 0 0 0 0,0-1 0 0 0,1 0-1 0 0,0 0 1 0 0,1-1 0 0 0,0 0 0 0 0,0 0 0 0 0,0-1-1 0 0,1 0 1 0 0,0 0 0 0 0,11 5 0 0 0,-12-8 0 0 0,0-1 1 0 0,0 0-1 0 0,0 0 1 0 0,1-1-1 0 0,-1 1 1 0 0,1-2-1 0 0,0 0 1 0 0,-1 0 0 0 0,1 0-1 0 0,0-1 1 0 0,0 0-1 0 0,0-1 1 0 0,-1 0-1 0 0,15-3 1 0 0,57-13 89 0 0,-24 6-64 0 0,108-37 0 0 0,-141 39-9 0 0,2 1 0 0 0,-1 0 0 0 0,35-5 1 0 0,-47 12-11 0 0,0 0 0 0 0,0 0 0 0 0,-1 1 1 0 0,1 1-1 0 0,0 0 0 0 0,0 0 1 0 0,-1 1-1 0 0,1 1 0 0 0,17 6 1 0 0,-10-2 20 0 0,-1 2 0 0 0,0 0 0 0 0,-1 1 0 0 0,0 0-1 0 0,0 2 1 0 0,-1 0 0 0 0,-1 1 0 0 0,0 0 0 0 0,0 1 0 0 0,16 22 0 0 0,4 11-21 0 0,-3 2-1 0 0,35 66 0 0 0,74 169-90 0 0,-9-35 186 0 0,-25-51 18 0 0,83 171-74 0 0,-8-60-63 0 0,-167-284 26 0 0,6 5 0 0 0,1-1 0 0 0,2 0 0 0 0,1-2 0 0 0,48 41-1 0 0,-68-63 1 0 0,0-1-1 0 0,1 0 0 0 0,0 0 0 0 0,0-1 0 0 0,0 1 0 0 0,0-1 0 0 0,1 0 0 0 0,-1-1 0 0 0,1 0 1 0 0,0 0-1 0 0,-1 0 0 0 0,1-1 0 0 0,0 0 0 0 0,0 0 0 0 0,0-1 0 0 0,0 1 0 0 0,0-2 0 0 0,0 1 0 0 0,0-1 1 0 0,0 0-1 0 0,0 0 0 0 0,0-1 0 0 0,-1 0 0 0 0,1 0 0 0 0,-1-1 0 0 0,1 0 0 0 0,-1 0 0 0 0,0 0 1 0 0,0-1-1 0 0,0 0 0 0 0,-1 0 0 0 0,1 0 0 0 0,-1-1 0 0 0,0 0 0 0 0,0 0 0 0 0,0 0 0 0 0,-1-1 0 0 0,6-10 1 0 0,4-6-49 0 0,-2-1 0 0 0,0 0 0 0 0,-2-1 0 0 0,0-1 0 0 0,9-39 0 0 0,-6 5-85 0 0,8-77 1 0 0,-19 105 120 0 0,-2 0 0 0 0,-6-52 0 0 0,0-14 0 0 0,6-30-9 0 0,3-298-54 0 0,27 123 83 0 0,0-12 0 0 0,40-585-70 0 0,-36 665 146 0 0,7-279 1 0 0,-40 316 26 0 0,20-420-173 0 0,38 150 49 0 0,-31 264 19 0 0,-25 178 46 0 0,-2 12-118 0 0,1 0 1 0 0,0-1-1 0 0,1 1 1 0 0,0 0 0 0 0,9-23-1 0 0,-11 36 43 0 0,-1 0 0 0 0,0 0 0 0 0,0 0-1 0 0,1 0 1 0 0,-1 0 0 0 0,0 0-1 0 0,0 0 1 0 0,1 0 0 0 0,-1 0 0 0 0,0 0-1 0 0,1 0 1 0 0,-1 0 0 0 0,0 0-1 0 0,0 0 1 0 0,1 0 0 0 0,-1 0 0 0 0,0 0-1 0 0,0 0 1 0 0,1 0 0 0 0,-1 0-1 0 0,0 0 1 0 0,0 0 0 0 0,1 0 0 0 0,-1 1-1 0 0,0-1 1 0 0,0 0 0 0 0,1 0-1 0 0,-1 0 1 0 0,0 0 0 0 0,0 1 0 0 0,0-1-1 0 0,0 0 1 0 0,1 0 0 0 0,-1 1-1 0 0,0-1 1 0 0,0 0 0 0 0,0 0 0 0 0,0 1-1 0 0,0-1 1 0 0,0 0 0 0 0,0 0-1 0 0,1 1 1 0 0,-1-1 0 0 0,0 0 0 0 0,0 0-1 0 0,0 1 1 0 0,0-1 0 0 0,0 0-1 0 0,0 1 1 0 0,6 14-161 0 0,1 8 40 0 0,-1-1-1 0 0,-1 1 0 0 0,-1 0 0 0 0,1 37 1 0 0,-6 95 50 0 0,0-129 72 0 0,-14 216-46 0 0,0 147 6 0 0,36 52 38 0 0,-8-307 13 0 0,37 167-1 0 0,-45-278 30 0 0,2 0 0 0 0,0-1 1 0 0,1 0-1 0 0,1 0 0 0 0,1-1 0 0 0,1 0 0 0 0,1-1 1 0 0,0 0-1 0 0,2-1 0 0 0,0-1 0 0 0,1 0 0 0 0,1-1 1 0 0,1 0-1 0 0,0-1 0 0 0,1-1 0 0 0,1-1 0 0 0,0-1 0 0 0,1 0 1 0 0,0-2-1 0 0,1 0 0 0 0,43 15 0 0 0,-33-17-2 0 0,0-1 1 0 0,37 3-1 0 0,38 10 86 0 0,-94-18-106 0 0,0 1 0 0 0,-1 0 0 0 0,1 1 1 0 0,-1 0-1 0 0,0 1 0 0 0,14 10 0 0 0,-21-14-7 0 0,-1 1-1 0 0,0 0 0 0 0,-1 1 0 0 0,1-1 1 0 0,0 0-1 0 0,-1 1 0 0 0,0-1 1 0 0,0 1-1 0 0,0 0 0 0 0,0 0 0 0 0,-1 0 1 0 0,1 0-1 0 0,-1 0 0 0 0,0 0 0 0 0,0 0 1 0 0,0 0-1 0 0,-1 0 0 0 0,0 1 1 0 0,1-1-1 0 0,-1 0 0 0 0,-1 0 0 0 0,0 8 1 0 0,-3 10 1 0 0,0-1 0 0 0,-2 0 0 0 0,-9 26 0 0 0,5-18-1 0 0,3-9-18 0 0,1-1 0 0 0,1 1 0 0 0,1 0 0 0 0,1 0 0 0 0,0 0 0 0 0,1 0 0 0 0,3 35 0 0 0,0-48 14 0 0,0 0-1 0 0,0 0 0 0 0,1-1 1 0 0,0 1-1 0 0,1-1 0 0 0,0 1 1 0 0,0-1-1 0 0,0 0 0 0 0,5 8 1 0 0,5 4-33 0 0,25 26 0 0 0,-25-31 23 0 0,-1 1 0 0 0,0 0 0 0 0,12 22 0 0 0,-6-3 48 0 0,2-2 1 0 0,0 0-1 0 0,3-2 0 0 0,26 29 0 0 0,-35-44-17 0 0,0-1-1 0 0,1 0 1 0 0,0-1 0 0 0,1-1-1 0 0,1 0 1 0 0,0-1-1 0 0,0-1 1 0 0,1-1 0 0 0,26 9-1 0 0,-11-6 45 0 0,2-2 0 0 0,0-2-1 0 0,0-1 1 0 0,0-2 0 0 0,0-1 0 0 0,61-3-1 0 0,-90-1-55 0 0,0 0-1 0 0,0-1 0 0 0,0 0 0 0 0,0 0 0 0 0,0-1 0 0 0,-1 1 0 0 0,1-1 1 0 0,-1 0-1 0 0,0-1 0 0 0,1 1 0 0 0,-1-1 0 0 0,-1 0 0 0 0,1-1 0 0 0,-1 1 1 0 0,0-1-1 0 0,0 0 0 0 0,0 0 0 0 0,0 0 0 0 0,-1 0 0 0 0,5-10 0 0 0,5-11 22 0 0,-1-1 0 0 0,-1 0 0 0 0,6-29 0 0 0,-6 17 3 0 0,-5 16-112 0 0,1 0-1 0 0,1 0 1 0 0,12-24-1 0 0,-17 42 76 0 0,0-1 0 0 0,0 1-1 0 0,1 0 1 0 0,-1-1 0 0 0,1 1 0 0 0,0 1-1 0 0,1-1 1 0 0,-1 1 0 0 0,1 0-1 0 0,0 0 1 0 0,0 0 0 0 0,1 0 0 0 0,-1 1-1 0 0,1 0 1 0 0,-1 0 0 0 0,11-3-1 0 0,-12 5 8 0 0,-1 1 0 0 0,0 0-1 0 0,1 0 1 0 0,-1 0 0 0 0,0 0 0 0 0,1 0-1 0 0,-1 0 1 0 0,0 1 0 0 0,1 0-1 0 0,-1 0 1 0 0,0 0 0 0 0,0 0 0 0 0,0 0-1 0 0,0 0 1 0 0,5 4 0 0 0,46 32-56 0 0,-35-23 52 0 0,-4-2 3 0 0,-1 0 0 0 0,0 1 0 0 0,-1 1 0 0 0,-1 0 0 0 0,0 0-1 0 0,12 19 1 0 0,54 104 4 0 0,-45-76 2 0 0,-12-19 10 0 0,-1 0 0 0 0,-3 1 1 0 0,-1 1-1 0 0,-3 0 0 0 0,9 49 0 0 0,24 235 117 0 0,-32-200-115 0 0,5 1-17 0 0,6-1 0 0 0,60 180 0 0 0,-67-253 0 0 0,47 99 0 0 0,-55-136 0 0 0,0 1 0 0 0,2-1 0 0 0,0-1 0 0 0,1 0 0 0 0,1 0 0 0 0,0-2 0 0 0,2 0 0 0 0,23 19 0 0 0,-15-18 34 0 0,0-1 0 0 0,0-1 1 0 0,1-1-1 0 0,1-2 0 0 0,0 0 0 0 0,29 7 0 0 0,169 30 400 0 0,-24-7-224 0 0,-17 9 452 0 0,-162-44-1004 0 0,-41-9-1277 0 0,0-3 1051 0 0</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39.267"/>
    </inkml:context>
    <inkml:brush xml:id="br0">
      <inkml:brushProperty name="width" value="0.1" units="cm"/>
      <inkml:brushProperty name="height" value="0.1" units="cm"/>
      <inkml:brushProperty name="color" value="#E71224"/>
    </inkml:brush>
  </inkml:definitions>
  <inkml:trace contextRef="#ctx0" brushRef="#br0">14 66 10594 0 0,'-3'-25'2107'0'0,"3"20"-1290"0"0,0 0 0 0 0,-1 1 0 0 0,0-1 0 0 0,1 0 0 0 0,-2 0 0 0 0,-1-6 0 0 0,0 55 3182 0 0,27 438-2962 0 0,-3-297-882 0 0,-3-40-1792 0 0,-17-137 483 0 0,0-2-286 0 0</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39.703"/>
    </inkml:context>
    <inkml:brush xml:id="br0">
      <inkml:brushProperty name="width" value="0.1" units="cm"/>
      <inkml:brushProperty name="height" value="0.1" units="cm"/>
      <inkml:brushProperty name="color" value="#E71224"/>
    </inkml:brush>
  </inkml:definitions>
  <inkml:trace contextRef="#ctx0" brushRef="#br0">6 493 2216 0 0,'-5'-60'154'0'0,"5"24"509"0"0,1 1 0 0 0,1 0 0 0 0,14-66 0 0 0,-13 90-247 0 0,0 0 0 0 0,1 0 0 0 0,1 0 0 0 0,-1 0-1 0 0,2 1 1 0 0,-1 0 0 0 0,1 0 0 0 0,1 1 0 0 0,0-1 0 0 0,0 1 0 0 0,1 1-1 0 0,0-1 1 0 0,0 2 0 0 0,1-1 0 0 0,15-9 0 0 0,-6 5 748 0 0,1 1 0 0 0,0 1 0 0 0,24-8 0 0 0,-38 15-875 0 0,0 1 1 0 0,0 1 0 0 0,0-1 0 0 0,1 1 0 0 0,-1 0 0 0 0,0 0 0 0 0,1 0 0 0 0,-1 1 0 0 0,1 0 0 0 0,-1 0 0 0 0,1 0-1 0 0,-1 1 1 0 0,1 0 0 0 0,-1 0 0 0 0,0 0 0 0 0,1 1 0 0 0,9 4 0 0 0,-12-4-245 0 0,-1 0 0 0 0,1 1 0 0 0,-1-1 0 0 0,1 1 1 0 0,-1 0-1 0 0,0 0 0 0 0,0 0 0 0 0,0 0 0 0 0,0 0 0 0 0,-1 0 0 0 0,1 0 0 0 0,-1 1 1 0 0,0-1-1 0 0,0 0 0 0 0,0 1 0 0 0,0-1 0 0 0,-1 1 0 0 0,1-1 0 0 0,-1 1 0 0 0,0 0 0 0 0,0-1 1 0 0,0 1-1 0 0,-1-1 0 0 0,0 7 0 0 0,-2 5-25 0 0,0 0 0 0 0,-1 0-1 0 0,0 0 1 0 0,-10 20 0 0 0,-3 2-5 0 0,-1 0 1 0 0,-2-2-1 0 0,-2 0 0 0 0,-1-1 1 0 0,-45 50-1 0 0,9-38 665 0 0,66-47-598 0 0,1-1 0 0 0,-1 2 0 0 0,1-1 1 0 0,9 1-1 0 0,-5-2-74 0 0,1 1 0 0 0,0 1 0 0 0,0 0 0 0 0,-1 0-1 0 0,1 1 1 0 0,0 1 0 0 0,-1 0 0 0 0,1 0 0 0 0,-1 2 0 0 0,0-1 0 0 0,0 2 0 0 0,0-1 0 0 0,-1 2 0 0 0,1 0 0 0 0,-1 0 0 0 0,0 1 0 0 0,-1 0 0 0 0,11 10-1 0 0,86 77-3128 0 0,-14-11-2097 0 0,-29-34 4582 0 0,-43-34 576 0 0</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40.073"/>
    </inkml:context>
    <inkml:brush xml:id="br0">
      <inkml:brushProperty name="width" value="0.1" units="cm"/>
      <inkml:brushProperty name="height" value="0.1" units="cm"/>
      <inkml:brushProperty name="color" value="#E71224"/>
    </inkml:brush>
  </inkml:definitions>
  <inkml:trace contextRef="#ctx0" brushRef="#br0">8 362 456 0 0,'-8'3'15982'0'0,"22"-6"-15412"0"0,-1-1 0 0 0,0-1 1 0 0,0 0-1 0 0,0-1 0 0 0,-1 0 0 0 0,19-13 0 0 0,3-4-136 0 0,32-29 0 0 0,-53 41-430 0 0,-1 0 0 0 0,0-1 1 0 0,0-1-1 0 0,17-25 0 0 0,-26 33-4 0 0,0 0 0 0 0,1-1 0 0 0,-2 1 0 0 0,1-1 0 0 0,-1 0 0 0 0,0 0 0 0 0,0 0-1 0 0,-1 0 1 0 0,1 0 0 0 0,-1 0 0 0 0,-1 0 0 0 0,1 0 0 0 0,-1 0 0 0 0,0 0 0 0 0,0-1 0 0 0,-2-8 0 0 0,1 12 2 0 0,0 1 1 0 0,1-1 0 0 0,-1 1-1 0 0,0 0 1 0 0,0 0 0 0 0,0 0-1 0 0,0-1 1 0 0,0 1 0 0 0,-1 0-1 0 0,1 0 1 0 0,0 0 0 0 0,-1 1-1 0 0,0-1 1 0 0,1 0 0 0 0,-1 0-1 0 0,0 1 1 0 0,0 0 0 0 0,0-1-1 0 0,0 1 1 0 0,-3-2 0 0 0,2 2 7 0 0,-1 0 0 0 0,0 0 1 0 0,0 0-1 0 0,1 1 0 0 0,-1-1 1 0 0,0 1-1 0 0,0 0 0 0 0,0 0 1 0 0,0 0-1 0 0,0 0 0 0 0,-5 2 1 0 0,-2 0 9 0 0,1 1 0 0 0,0 1 0 0 0,0-1 0 0 0,1 1 0 0 0,-1 1 0 0 0,1 0 0 0 0,0 0 0 0 0,-12 10 0 0 0,13-8-29 0 0,1 0 1 0 0,0 0 0 0 0,0 0 0 0 0,1 1 0 0 0,0 0-1 0 0,1 0 1 0 0,-1 0 0 0 0,2 1 0 0 0,-1 0-1 0 0,1 0 1 0 0,0 0 0 0 0,1 0 0 0 0,0 1 0 0 0,1 0-1 0 0,0-1 1 0 0,-1 16 0 0 0,2-17-4 0 0,1-1 0 0 0,1 1 0 0 0,-1-1 0 0 0,1 0 0 0 0,0 0 1 0 0,1 1-1 0 0,0-1 0 0 0,0 0 0 0 0,1 0 0 0 0,-1 0 0 0 0,2-1 0 0 0,-1 1 0 0 0,1-1 0 0 0,0 0 0 0 0,0 0 0 0 0,0 0 1 0 0,1 0-1 0 0,0-1 0 0 0,0 1 0 0 0,1-1 0 0 0,-1-1 0 0 0,1 1 0 0 0,6 3 0 0 0,-3-2-267 0 0,0-1 1 0 0,0-1-1 0 0,1 1 0 0 0,-1-2 0 0 0,1 1 0 0 0,0-1 1 0 0,0-1-1 0 0,0 0 0 0 0,0 0 0 0 0,0-1 0 0 0,1 0 1 0 0,-1-1-1 0 0,12 0 0 0 0,-9-2-824 0 0,0 0 1 0 0,0 0-1 0 0,0-2 1 0 0,-1 1-1 0 0,1-2 1 0 0,11-5-1 0 0,13-8-3086 0 0</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40.464"/>
    </inkml:context>
    <inkml:brush xml:id="br0">
      <inkml:brushProperty name="width" value="0.1" units="cm"/>
      <inkml:brushProperty name="height" value="0.1" units="cm"/>
      <inkml:brushProperty name="color" value="#E71224"/>
    </inkml:brush>
  </inkml:definitions>
  <inkml:trace contextRef="#ctx0" brushRef="#br0">81 596 168 0 0,'11'-11'773'0'0,"0"0"1"0"0,-1-1-1 0 0,0-1 0 0 0,-1 1 1 0 0,0-2-1 0 0,-1 1 0 0 0,-1-1 1 0 0,10-24-1 0 0,-16 38-665 0 0,-1-1-1 0 0,0 1 0 0 0,0-1 1 0 0,1 0-1 0 0,-1 1 1 0 0,0-1-1 0 0,0 1 0 0 0,0-1 1 0 0,0 0-1 0 0,0 1 0 0 0,0-1 1 0 0,0 0-1 0 0,0 1 1 0 0,0-1-1 0 0,0 0 0 0 0,0 1 1 0 0,0-1-1 0 0,0 0 1 0 0,-1 1-1 0 0,1-1 0 0 0,0 1 1 0 0,0-1-1 0 0,-1 0 1 0 0,1 1-1 0 0,0-1 0 0 0,-1 1 1 0 0,1-1-1 0 0,-1 0 0 0 0,0 1 30 0 0,0 0 0 0 0,0-1-1 0 0,0 1 1 0 0,0 0-1 0 0,0 0 1 0 0,0 0 0 0 0,0 0-1 0 0,0 0 1 0 0,0 1-1 0 0,0-1 1 0 0,0 0 0 0 0,0 0-1 0 0,0 0 1 0 0,1 1-1 0 0,-1-1 1 0 0,-1 1 0 0 0,-34 21 2419 0 0,23-11-1851 0 0,0 1 0 0 0,1 1 0 0 0,0 0 0 0 0,-18 26 0 0 0,25-32-486 0 0,1 0 1 0 0,0 0-1 0 0,0 1 1 0 0,0-1-1 0 0,1 1 1 0 0,0 0-1 0 0,1 0 1 0 0,-1 0-1 0 0,1 0 1 0 0,1 0-1 0 0,0 1 1 0 0,0 8-1 0 0,1-15-205 0 0,-1 0-1 0 0,1 0 0 0 0,0-1 1 0 0,1 1-1 0 0,-1 0 0 0 0,0-1 1 0 0,0 1-1 0 0,1 0 1 0 0,-1-1-1 0 0,1 1 0 0 0,0-1 1 0 0,-1 1-1 0 0,1 0 0 0 0,0-1 1 0 0,0 0-1 0 0,0 1 1 0 0,0-1-1 0 0,0 1 0 0 0,0-1 1 0 0,0 0-1 0 0,0 0 0 0 0,1 0 1 0 0,-1 0-1 0 0,1 0 1 0 0,-1 0-1 0 0,0 0 0 0 0,1 0 1 0 0,-1 0-1 0 0,1-1 0 0 0,0 1 1 0 0,-1-1-1 0 0,1 1 1 0 0,0-1-1 0 0,-1 1 0 0 0,1-1 1 0 0,0 0-1 0 0,-1 0 0 0 0,1 0 1 0 0,0 0-1 0 0,-1 0 0 0 0,1 0 1 0 0,0-1-1 0 0,-1 1 1 0 0,1 0-1 0 0,0-1 0 0 0,-1 1 1 0 0,3-2-1 0 0,4-1-91 0 0,-1 1 1 0 0,0-1-1 0 0,0-1 0 0 0,0 0 1 0 0,-1 0-1 0 0,1 0 1 0 0,-1 0-1 0 0,0-1 0 0 0,7-7 1 0 0,-5 2-72 0 0,-1 0 1 0 0,0 0-1 0 0,0 0 1 0 0,-1-1-1 0 0,-1 0 1 0 0,0-1 0 0 0,0 1-1 0 0,-1-1 1 0 0,-1 0-1 0 0,0 0 1 0 0,0 0 0 0 0,-2 0-1 0 0,2-19 1 0 0,-2-15 192 0 0,-3 1 0 0 0,-9-62 0 0 0,5 51 253 0 0,1 10-65 0 0,2 10 294 0 0,-1 1-1 0 0,-15-61 1 0 0,19 95-495 0 0,0 1 0 0 0,0-1 1 0 0,0 1-1 0 0,0-1 1 0 0,0 0-1 0 0,-1 1 1 0 0,1-1-1 0 0,0 1 1 0 0,0-1-1 0 0,0 0 0 0 0,-1 1 1 0 0,1-1-1 0 0,0 1 1 0 0,-1-1-1 0 0,1 1 1 0 0,0-1-1 0 0,-1 1 1 0 0,1-1-1 0 0,-1 1 0 0 0,1 0 1 0 0,-1-1-1 0 0,1 1 1 0 0,-1-1-1 0 0,0 1 1 0 0,-4 12 607 0 0,2 25-72 0 0,4 22-303 0 0,3-1 0 0 0,3 1 1 0 0,19 81-1 0 0,-3-57-192 0 0,55 136-1 0 0,-48-146-204 0 0,28 65-196 0 0,-16-49-2823 0 0</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41.451"/>
    </inkml:context>
    <inkml:brush xml:id="br0">
      <inkml:brushProperty name="width" value="0.1" units="cm"/>
      <inkml:brushProperty name="height" value="0.1" units="cm"/>
      <inkml:brushProperty name="color" value="#E71224"/>
    </inkml:brush>
  </inkml:definitions>
  <inkml:trace contextRef="#ctx0" brushRef="#br0">45 32 6913 0 0,'-7'2'299'0'0,"-20"8"1432"0"0,26-10-1485 0 0,1 0 0 0 0,-1 1 0 0 0,0-1 0 0 0,0 1 0 0 0,1 0 0 0 0,-1-1 0 0 0,0 1 0 0 0,1-1 0 0 0,-1 1 0 0 0,1 0 0 0 0,-1 0 0 0 0,1-1-1 0 0,-1 1 1 0 0,1 0 0 0 0,-1 0 0 0 0,1 1 0 0 0,0-2-113 0 0,0 1-1 0 0,1-1 1 0 0,-1 1-1 0 0,0-1 0 0 0,1 0 1 0 0,-1 1-1 0 0,1-1 1 0 0,-1 1-1 0 0,1-1 1 0 0,-1 0-1 0 0,1 0 1 0 0,-1 1-1 0 0,1-1 1 0 0,-1 0-1 0 0,1 0 1 0 0,-1 0-1 0 0,1 1 1 0 0,-1-1-1 0 0,1 0 1 0 0,0 0-1 0 0,-1 0 1 0 0,1 0-1 0 0,-1 0 0 0 0,1 0 1 0 0,-1 0-1 0 0,1 0 1 0 0,0-1-1 0 0,23 2 852 0 0,-21-1-718 0 0,125-9 2635 0 0,2 0-1767 0 0,434-14-579 0 0,-554 22-677 0 0,30-4 5 0 0,-38 4-128 0 0,0 1-1 0 0,1-1 0 0 0,-1 1 1 0 0,0-1-1 0 0,0 0 1 0 0,0 0-1 0 0,0 1 0 0 0,0-2 1 0 0,0 1-1 0 0,0 0 1 0 0,0 0-1 0 0,3-4 0 0 0</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41.800"/>
    </inkml:context>
    <inkml:brush xml:id="br0">
      <inkml:brushProperty name="width" value="0.1" units="cm"/>
      <inkml:brushProperty name="height" value="0.1" units="cm"/>
      <inkml:brushProperty name="color" value="#E71224"/>
    </inkml:brush>
  </inkml:definitions>
  <inkml:trace contextRef="#ctx0" brushRef="#br0">94 25 1840 0 0,'-94'-25'19893'0'0,"253"173"-18377"0"0,-26-25-1424 0 0,-125-116-93 0 0,0 0 0 0 0,0 1 0 0 0,-1 0 0 0 0,-1 1 0 0 0,1 0 0 0 0,5 10 0 0 0,-11-17 4 0 0,0 1 0 0 0,0 0 0 0 0,0-1 0 0 0,-1 1 0 0 0,1 0 1 0 0,-1-1-1 0 0,1 1 0 0 0,-1 0 0 0 0,0 0 0 0 0,0-1 0 0 0,0 1 0 0 0,0 0 1 0 0,0 0-1 0 0,-1-1 0 0 0,1 1 0 0 0,-1 0 0 0 0,0-1 0 0 0,0 1 1 0 0,0-1-1 0 0,0 1 0 0 0,0-1 0 0 0,-1 1 0 0 0,1-1 0 0 0,-1 0 0 0 0,0 1 1 0 0,1-1-1 0 0,-1 0 0 0 0,-4 3 0 0 0,-4 5 64 0 0,-1-2 0 0 0,0 1 0 0 0,-1-1 1 0 0,0-1-1 0 0,0 0 0 0 0,0-1 0 0 0,-1 0 0 0 0,-26 8 0 0 0,-8-2-970 0 0,-57 8 0 0 0,102-20 858 0 0,-2 1-896 0 0</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42.415"/>
    </inkml:context>
    <inkml:brush xml:id="br0">
      <inkml:brushProperty name="width" value="0.1" units="cm"/>
      <inkml:brushProperty name="height" value="0.1" units="cm"/>
      <inkml:brushProperty name="color" value="#E71224"/>
    </inkml:brush>
  </inkml:definitions>
  <inkml:trace contextRef="#ctx0" brushRef="#br0">22 0 5529 0 0,'-22'7'10721'0'0,"27"-5"-10114"0"0,0-1-437 0 0,0 0 1 0 0,0 0-1 0 0,0 1 1 0 0,0 0-1 0 0,-1 0 1 0 0,1 0-1 0 0,-1 1 1 0 0,1 0-1 0 0,-1-1 1 0 0,0 2-1 0 0,0-1 1 0 0,0 0-1 0 0,0 1 1 0 0,-1 0-1 0 0,1-1 1 0 0,-1 2-1 0 0,0-1 1 0 0,0 0-1 0 0,-1 0 1 0 0,1 1-1 0 0,-1 0 1 0 0,0-1-1 0 0,0 1 1 0 0,-1 0-1 0 0,2 7 1 0 0,5 24 21 0 0,-3 0 1 0 0,-1 0-1 0 0,-1 0 1 0 0,-2 0-1 0 0,-5 40 1 0 0,9-97-269 0 0,0 1 1 0 0,1 0-1 0 0,1 1 1 0 0,1-1-1 0 0,1 1 0 0 0,0 1 1 0 0,13-19-1 0 0,-12 21 26 0 0,1 0-1 0 0,0 1 0 0 0,1 0 1 0 0,0 1-1 0 0,1 0 0 0 0,1 1 1 0 0,0 1-1 0 0,1 0 1 0 0,16-10-1 0 0,-28 20 107 0 0,1 0-1 0 0,-1 1 1 0 0,0-1-1 0 0,1 1 1 0 0,0-1 0 0 0,-1 1-1 0 0,1 0 1 0 0,-1 1 0 0 0,1-1-1 0 0,0 0 1 0 0,0 1-1 0 0,-1 0 1 0 0,1 0 0 0 0,0 0-1 0 0,0 1 1 0 0,-1-1 0 0 0,6 2-1 0 0,-5-1-20 0 0,-1 1-1 0 0,0 0 1 0 0,-1-1-1 0 0,1 1 1 0 0,0 0 0 0 0,0 1-1 0 0,-1-1 1 0 0,1 0-1 0 0,-1 1 1 0 0,0-1-1 0 0,0 1 1 0 0,0 0-1 0 0,0 0 1 0 0,0 0 0 0 0,-1 0-1 0 0,1 0 1 0 0,-1 0-1 0 0,0 0 1 0 0,2 5-1 0 0,3 17 128 0 0,0 0-1 0 0,-2 1 0 0 0,2 28 0 0 0,-3-23-558 0 0,11 52 0 0 0,-11-72-881 0 0,1-1 1 0 0,0 1-1 0 0,0 0 0 0 0,10 16 1 0 0</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42.731"/>
    </inkml:context>
    <inkml:brush xml:id="br0">
      <inkml:brushProperty name="width" value="0.1" units="cm"/>
      <inkml:brushProperty name="height" value="0.1" units="cm"/>
      <inkml:brushProperty name="color" value="#E71224"/>
    </inkml:brush>
  </inkml:definitions>
  <inkml:trace contextRef="#ctx0" brushRef="#br0">1 74 920 0 0,'0'0'67'0'0,"1"3"542"0"0,0 0-1 0 0,0-1 1 0 0,0 1 0 0 0,0 0-1 0 0,-1 0 1 0 0,1-1 0 0 0,-1 1 0 0 0,1 4-1 0 0,-1-3 335 0 0,2 6-165 0 0,1 1 0 0 0,0-1 0 0 0,0 0 0 0 0,1 0 0 0 0,0-1-1 0 0,1 1 1 0 0,0-1 0 0 0,0 0 0 0 0,1 0 0 0 0,1 0 0 0 0,7 7 0 0 0,-8-8-552 0 0,1-1 0 0 0,1 0 0 0 0,-1-1 1 0 0,1 0-1 0 0,0 0 0 0 0,1-1 1 0 0,-1 0-1 0 0,1 0 0 0 0,0-1 1 0 0,0 0-1 0 0,1-1 0 0 0,-1 0 0 0 0,1 0 1 0 0,0-1-1 0 0,-1 0 0 0 0,1-1 1 0 0,0 0-1 0 0,0-1 0 0 0,12 0 1 0 0,-19 0-226 0 0,1-1 0 0 0,-1 1 0 0 0,1-1 0 0 0,-1 0 1 0 0,1 0-1 0 0,-1 0 0 0 0,0 0 0 0 0,1 0 1 0 0,-1-1-1 0 0,0 1 0 0 0,0-1 0 0 0,0 0 0 0 0,0 0 1 0 0,0 0-1 0 0,0-1 0 0 0,-1 1 0 0 0,1-1 1 0 0,-1 1-1 0 0,1-1 0 0 0,-1 0 0 0 0,0 0 0 0 0,0 0 1 0 0,-1 0-1 0 0,1 0 0 0 0,0 0 0 0 0,-1 0 1 0 0,0-1-1 0 0,0 1 0 0 0,0-1 0 0 0,0 1 0 0 0,-1-1 1 0 0,1 1-1 0 0,-1-1 0 0 0,0 1 0 0 0,0-7 1 0 0,0 1-8 0 0,-1 0 1 0 0,0 0-1 0 0,-1 0 1 0 0,0 0-1 0 0,0 1 1 0 0,-1-1 0 0 0,0 1-1 0 0,-1 0 1 0 0,1-1-1 0 0,-2 2 1 0 0,1-1-1 0 0,-1 0 1 0 0,-8-10 0 0 0,-4 2-530 0 0,-1 0 1 0 0,0 2-1 0 0,-39-25 1 0 0,51 35 135 0 0</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42.985"/>
    </inkml:context>
    <inkml:brush xml:id="br0">
      <inkml:brushProperty name="width" value="0.1" units="cm"/>
      <inkml:brushProperty name="height" value="0.1" units="cm"/>
      <inkml:brushProperty name="color" value="#E71224"/>
    </inkml:brush>
  </inkml:definitions>
  <inkml:trace contextRef="#ctx0" brushRef="#br0">1 0 11058 0 0,'1'1'419'0'0,"1"1"0"0"0,-1-1 0 0 0,1 0-1 0 0,-1 0 1 0 0,1 1 0 0 0,-1-1 0 0 0,0 1-1 0 0,0 0 1 0 0,0-1 0 0 0,0 1 0 0 0,0 0-1 0 0,0-1 1 0 0,0 1 0 0 0,-1 0 0 0 0,1 0-1 0 0,0 0 1 0 0,-1 0 0 0 0,1 3 0 0 0,5 39 2230 0 0,-6-44-2644 0 0,4 80 449 0 0,-3-46-148 0 0,8 60 1 0 0,-6-80-1835 0 0,1-1 1 0 0,0 1-1 0 0,0-1 1 0 0,9 16-1 0 0</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43.158"/>
    </inkml:context>
    <inkml:brush xml:id="br0">
      <inkml:brushProperty name="width" value="0.1" units="cm"/>
      <inkml:brushProperty name="height" value="0.1" units="cm"/>
      <inkml:brushProperty name="color" value="#E71224"/>
    </inkml:brush>
  </inkml:definitions>
  <inkml:trace contextRef="#ctx0" brushRef="#br0">5 3 5529 0 0,'-3'-1'488'0'0,"2"-1"-392"0"0,1 4 96 0 0,1-2 8 0 0,-1 1 8 0 0,2 1 0 0 0,-1 1-208 0 0,4 2-96 0 0,-1 1 0 0 0,3 0 8 0 0,2 0 88 0 0,1 1 0 0 0,3-1-72 0 0,2 0 72 0 0,0 0 0 0 0</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43.571"/>
    </inkml:context>
    <inkml:brush xml:id="br0">
      <inkml:brushProperty name="width" value="0.1" units="cm"/>
      <inkml:brushProperty name="height" value="0.1" units="cm"/>
      <inkml:brushProperty name="color" value="#E71224"/>
    </inkml:brush>
  </inkml:definitions>
  <inkml:trace contextRef="#ctx0" brushRef="#br0">279 13 3249 0 0,'1'0'34'0'0,"0"0"1"0"0,0-1-1 0 0,0 1 1 0 0,-1 0-1 0 0,1 0 1 0 0,0 0 0 0 0,0-1-1 0 0,0 1 1 0 0,0 0-1 0 0,-1-1 1 0 0,1 1-1 0 0,0 0 1 0 0,0-1-1 0 0,-1 1 1 0 0,1-1-1 0 0,0 0 1 0 0,-1 1 0 0 0,1-1-1 0 0,0 1 1 0 0,0-2-1 0 0,-16-2 3882 0 0,-32 5 1506 0 0,29 4-4380 0 0,0 0 0 0 0,0 1 0 0 0,0 0 0 0 0,1 2 0 0 0,0 0 0 0 0,-20 14 0 0 0,30-17-923 0 0,0 0 0 0 0,0 0 0 0 0,0 1-1 0 0,1-1 1 0 0,0 2 0 0 0,0-1 0 0 0,0 1-1 0 0,1 0 1 0 0,0 0 0 0 0,0 0-1 0 0,1 1 1 0 0,0 0 0 0 0,0-1 0 0 0,1 2-1 0 0,-4 14 1 0 0,6-20-116 0 0,1 1 1 0 0,-1-1-1 0 0,1 1 1 0 0,0 0-1 0 0,1-1 0 0 0,-1 1 1 0 0,1 0-1 0 0,-1-1 0 0 0,1 1 1 0 0,0-1-1 0 0,0 1 0 0 0,1-1 1 0 0,-1 0-1 0 0,1 0 1 0 0,0 1-1 0 0,0-1 0 0 0,0 0 1 0 0,0 0-1 0 0,0-1 0 0 0,0 1 1 0 0,1 0-1 0 0,0-1 0 0 0,-1 1 1 0 0,1-1-1 0 0,0 0 0 0 0,0 0 1 0 0,4 2-1 0 0,10 6 15 0 0,1-1 0 0 0,1 0 0 0 0,33 10 0 0 0,-25-10 31 0 0,-19-6-44 0 0,6 2-11 0 0,-1 0 0 0 0,0 1 0 0 0,0 0-1 0 0,0 1 1 0 0,12 10 0 0 0,-22-15 5 0 0,-1 0 1 0 0,0-1-1 0 0,0 1 1 0 0,0 0-1 0 0,0 1 0 0 0,0-1 1 0 0,0 0-1 0 0,0 1 1 0 0,-1-1-1 0 0,1 1 0 0 0,-1-1 1 0 0,0 1-1 0 0,0 0 1 0 0,0-1-1 0 0,0 1 0 0 0,0 0 1 0 0,-1 0-1 0 0,1 0 0 0 0,-1-1 1 0 0,1 1-1 0 0,-1 0 1 0 0,0 0-1 0 0,-1 0 0 0 0,1 0 1 0 0,0 0-1 0 0,-1 0 1 0 0,1 0-1 0 0,-1-1 0 0 0,0 1 1 0 0,0 0-1 0 0,0 0 0 0 0,-2 2 1 0 0,-2 3 34 0 0,0 0-1 0 0,0 0 1 0 0,-1 0 0 0 0,0-1-1 0 0,0 0 1 0 0,-1 0 0 0 0,1 0-1 0 0,-2-1 1 0 0,1 0 0 0 0,-1-1-1 0 0,-12 7 1 0 0,8-5-96 0 0,0-1 0 0 0,-1 0 1 0 0,0-1-1 0 0,0 0 0 0 0,0-1 0 0 0,-1-1 0 0 0,-17 3 0 0 0,19-6-3829 0 0</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44.025"/>
    </inkml:context>
    <inkml:brush xml:id="br0">
      <inkml:brushProperty name="width" value="0.1" units="cm"/>
      <inkml:brushProperty name="height" value="0.1" units="cm"/>
      <inkml:brushProperty name="color" value="#E71224"/>
    </inkml:brush>
  </inkml:definitions>
  <inkml:trace contextRef="#ctx0" brushRef="#br0">34 1 5529 0 0,'-3'7'677'0'0,"0"1"0"0"0,1-1-1 0 0,0 1 1 0 0,1 0 0 0 0,0 0-1 0 0,0 0 1 0 0,0 0 0 0 0,1 0 0 0 0,1 0-1 0 0,-1 0 1 0 0,1 0 0 0 0,0 0-1 0 0,5 13 1 0 0,-4-12-298 0 0,0 0-1 0 0,1-1 0 0 0,1 0 1 0 0,-1 1-1 0 0,1-1 0 0 0,1 0 1 0 0,-1-1-1 0 0,2 1 0 0 0,-1-1 1 0 0,1 0-1 0 0,0 0 0 0 0,7 6 1 0 0,-10-11-346 0 0,0 1 0 0 0,0-1 0 0 0,0 0 0 0 0,1-1 0 0 0,-1 1 0 0 0,0 0 0 0 0,1-1 0 0 0,-1 0 0 0 0,1 0 0 0 0,0 0 0 0 0,0 0 0 0 0,-1 0 0 0 0,1-1 0 0 0,0 0 0 0 0,0 1 0 0 0,-1-1 0 0 0,7-1 0 0 0,-4-1-21 0 0,-1 1 0 0 0,1-1 0 0 0,0 0-1 0 0,-1 0 1 0 0,1-1 0 0 0,-1 0 0 0 0,0 0 0 0 0,0 0 0 0 0,0 0 0 0 0,5-5-1 0 0,3-4 112 0 0,0-1-1 0 0,-1-1 0 0 0,0 0 0 0 0,-1 0 0 0 0,-1-1 1 0 0,11-20-1 0 0,-14 21 106 0 0,22-36 381 0 0,-27 46-536 0 0,1 0-1 0 0,0 1 0 0 0,0-1 0 0 0,0 0 0 0 0,0 1 0 0 0,0 0 0 0 0,1 0 1 0 0,0 0-1 0 0,4-3 0 0 0,-7 6-50 0 0,-1 0 0 0 0,1 0 0 0 0,-1 0 0 0 0,1 0 0 0 0,0 0 0 0 0,-1 0 0 0 0,1 0 0 0 0,0 0 0 0 0,-1 0 0 0 0,1 0 0 0 0,0 0 0 0 0,-1 1 0 0 0,1-1 0 0 0,-1 0 0 0 0,1 0 1 0 0,0 1-1 0 0,-1-1 0 0 0,1 0 0 0 0,-1 1 0 0 0,1-1 0 0 0,-1 0 0 0 0,1 1 0 0 0,-1-1 0 0 0,1 1 0 0 0,-1-1 0 0 0,1 1 0 0 0,-1-1 0 0 0,0 1 0 0 0,1-1 0 0 0,-1 1 0 0 0,0 0 0 0 0,0-1 0 0 0,1 1 0 0 0,-1-1 0 0 0,0 1 0 0 0,0 0 0 0 0,0-1 0 0 0,0 1 0 0 0,1 1 0 0 0,7 31 149 0 0,-7-27-143 0 0,6 35 94 0 0,-2-1 0 0 0,-2 1 1 0 0,-1 0-1 0 0,-2 0 0 0 0,-2 0 0 0 0,-2-1 0 0 0,-2 1 0 0 0,-1-1 0 0 0,-2 0 0 0 0,-2-1 1 0 0,-1 0-1 0 0,-2-1 0 0 0,-2 0 0 0 0,-2-1 0 0 0,-1-1 0 0 0,-1 0 0 0 0,-2-2 1 0 0,-42 50-1 0 0,50-68-30 0 0,-1-2 0 0 0,0 1 0 0 0,-1-2 0 0 0,-1 0 0 0 0,0-1 0 0 0,-28 15 0 0 0,-26 3-2915 0 0</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48.616"/>
    </inkml:context>
    <inkml:brush xml:id="br0">
      <inkml:brushProperty name="width" value="0.1" units="cm"/>
      <inkml:brushProperty name="height" value="0.1" units="cm"/>
    </inkml:brush>
  </inkml:definitions>
  <inkml:trace contextRef="#ctx0" brushRef="#br0">32 1 10594 0 0,'-1'3'358'0'0,"-1"0"0"0"0,1 0 0 0 0,0 0-1 0 0,0 0 1 0 0,1 0 0 0 0,-1 0 0 0 0,0 0 0 0 0,1 0-1 0 0,0 1 1 0 0,0 3 0 0 0,-1 5 455 0 0,-20 223 4207 0 0,20-148-4802 0 0,3 1-1 0 0,15 90 0 0 0,-11-140-697 0 0,13 39-1 0 0,4-3-3578 0 0,-18-63 2619 0 0</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49.105"/>
    </inkml:context>
    <inkml:brush xml:id="br0">
      <inkml:brushProperty name="width" value="0.1" units="cm"/>
      <inkml:brushProperty name="height" value="0.1" units="cm"/>
    </inkml:brush>
  </inkml:definitions>
  <inkml:trace contextRef="#ctx0" brushRef="#br0">2 121 9674 0 0,'0'-1'52'0'0,"0"0"-1"0"0,-1 0 1 0 0,1 0-1 0 0,0 1 1 0 0,0-1-1 0 0,0 0 1 0 0,0 0 0 0 0,0 0-1 0 0,0 1 1 0 0,0-1-1 0 0,0 0 1 0 0,0 0-1 0 0,0 0 1 0 0,0 1-1 0 0,1-1 1 0 0,-1 0 0 0 0,0 0-1 0 0,1 0 1 0 0,-1 1-1 0 0,0-1 1 0 0,1 0-1 0 0,-1 1 1 0 0,1-1-1 0 0,-1 0 1 0 0,1 1 0 0 0,-1-1-1 0 0,1 1 1 0 0,0-1-1 0 0,-1 1 1 0 0,1-1-1 0 0,0 1 1 0 0,1-2-1 0 0,26-20 744 0 0,-25 21-580 0 0,13-11 421 0 0,0 1 1 0 0,1 1-1 0 0,1 1 0 0 0,-1 1 0 0 0,25-9 0 0 0,-37 16-569 0 0,-1 0 0 0 0,1 0 0 0 0,0 0 0 0 0,0 0 0 0 0,-1 1 0 0 0,1 0 0 0 0,0 0 0 0 0,0 0 0 0 0,-1 1 0 0 0,1-1 0 0 0,9 3 0 0 0,-11-1-47 0 0,0-1 0 0 0,0 1-1 0 0,0 0 1 0 0,0 0 0 0 0,0 0 0 0 0,0 0 0 0 0,0 0-1 0 0,0 1 1 0 0,-1-1 0 0 0,1 1 0 0 0,-1 0 0 0 0,0 0-1 0 0,0 0 1 0 0,0 0 0 0 0,0 0 0 0 0,0 0 0 0 0,1 7-1 0 0,1-1 54 0 0,-2 1-1 0 0,1-1 0 0 0,-2 1 1 0 0,1 0-1 0 0,-1 0 0 0 0,-1 0 1 0 0,0 0-1 0 0,0 0 0 0 0,-1 0 1 0 0,0 0-1 0 0,-1 0 0 0 0,0-1 1 0 0,-4 12-1 0 0,-6 16 118 0 0,-33 69-1 0 0,39-94-171 0 0,-15 27 77 0 0,15-31-102 0 0,1 1 1 0 0,0-1 0 0 0,1 1 0 0 0,0 1 0 0 0,0-1 0 0 0,1 1-1 0 0,-3 10 1 0 0,6-19-33 0 0,0-1 1 0 0,1 1-1 0 0,-1 0 0 0 0,0-1 0 0 0,0 1 0 0 0,0-1 0 0 0,0 1 0 0 0,0-1 1 0 0,1 1-1 0 0,-1-1 0 0 0,0 1 0 0 0,1-1 0 0 0,-1 1 0 0 0,0-1 0 0 0,1 1 0 0 0,-1-1 1 0 0,0 0-1 0 0,1 1 0 0 0,-1-1 0 0 0,1 1 0 0 0,-1-1 0 0 0,1 0 0 0 0,-1 0 0 0 0,1 1 1 0 0,-1-1-1 0 0,1 0 0 0 0,-1 0 0 0 0,1 1 0 0 0,-1-1 0 0 0,1 0 0 0 0,-1 0 1 0 0,1 0-1 0 0,-1 0 0 0 0,1 0 0 0 0,0 0 0 0 0,-1 0 0 0 0,1 0 0 0 0,-1 0 0 0 0,1 0 1 0 0,-1 0-1 0 0,1 0 0 0 0,-1-1 0 0 0,1 1 0 0 0,0 0 0 0 0,-1 0 0 0 0,1-1 1 0 0,37-10-825 0 0,-27 7 588 0 0,10-1 289 0 0,-1 2-1 0 0,1 0 1 0 0,0 1 0 0 0,0 0 0 0 0,0 2-1 0 0,0 1 1 0 0,22 3 0 0 0,-33-2 5 0 0,-1 0 0 0 0,0 0-1 0 0,-1 1 1 0 0,1 0 0 0 0,0 1 0 0 0,-1-1 0 0 0,1 2-1 0 0,8 5 1 0 0,-13-6-1 0 0,1-1 0 0 0,-1 1-1 0 0,1 0 1 0 0,-1 1 0 0 0,0-1-1 0 0,-1 1 1 0 0,1-1 0 0 0,-1 1-1 0 0,0 0 1 0 0,0 1 0 0 0,0-1-1 0 0,-1 0 1 0 0,4 11 0 0 0,-5-8 141 0 0,0 0 0 0 0,0 1 1 0 0,-1-1-1 0 0,0 0 1 0 0,0 0-1 0 0,-1 0 1 0 0,0 0-1 0 0,0 1 1 0 0,-1-1-1 0 0,0 0 0 0 0,-1-1 1 0 0,1 1-1 0 0,-2 0 1 0 0,1-1-1 0 0,-1 0 1 0 0,0 0-1 0 0,-7 10 1 0 0,-2 1 188 0 0,-1 0 1 0 0,0 0 0 0 0,-2-2-1 0 0,0 0 1 0 0,-20 16 0 0 0,24-22-481 0 0,-49 36 663 0 0,19-20-3661 0 0</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49.375"/>
    </inkml:context>
    <inkml:brush xml:id="br0">
      <inkml:brushProperty name="width" value="0.1" units="cm"/>
      <inkml:brushProperty name="height" value="0.1" units="cm"/>
    </inkml:brush>
  </inkml:definitions>
  <inkml:trace contextRef="#ctx0" brushRef="#br0">0 3 3681 0 0,'17'-3'15421'0'0,"-9"29"-11730"0"0,-7 42-4282 0 0,-1-65 1150 0 0,-6 115 37 0 0,-1 70-300 0 0,8-159-306 0 0,1 0 0 0 0,1-1 0 0 0,2 0 1 0 0,11 41-1 0 0,-12-55-384 0 0,1 0 0 0 0,1-1-1 0 0,0 0 1 0 0,1 0 0 0 0,0-1 0 0 0,0 0 0 0 0,12 14 0 0 0,-2-9-7030 0 0</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49.839"/>
    </inkml:context>
    <inkml:brush xml:id="br0">
      <inkml:brushProperty name="width" value="0.1" units="cm"/>
      <inkml:brushProperty name="height" value="0.1" units="cm"/>
    </inkml:brush>
  </inkml:definitions>
  <inkml:trace contextRef="#ctx0" brushRef="#br0">270 34 2761 0 0,'0'0'115'0'0,"1"-1"0"0"0,0 0 1 0 0,-1 0-1 0 0,1 1 1 0 0,-1-1-1 0 0,1 0 1 0 0,-1 0-1 0 0,1 0 1 0 0,-1 0-1 0 0,0 1 1 0 0,0-1-1 0 0,1 0 0 0 0,-1 0 1 0 0,0 0-1 0 0,0 0 1 0 0,0 0-1 0 0,0 0 1 0 0,0 0-1 0 0,0 0 1 0 0,0 0-1 0 0,0 0 1 0 0,0 0-1 0 0,0 0 0 0 0,-1 0 1 0 0,1 0-1 0 0,0 1 1 0 0,-1-1-1 0 0,1 0 1 0 0,-1 0-1 0 0,1 0 1 0 0,-1 0-1 0 0,1 1 1 0 0,-1-1-1 0 0,0-1 0 0 0,-1 2 219 0 0,-1-1-1 0 0,1 0 0 0 0,0 1 0 0 0,-1 0 1 0 0,1 0-1 0 0,0-1 0 0 0,-1 1 0 0 0,1 1 0 0 0,0-1 1 0 0,-1 0-1 0 0,1 0 0 0 0,0 1 0 0 0,-5 1 0 0 0,-10 3 462 0 0,1 1 0 0 0,0 0 0 0 0,0 1 0 0 0,0 1 0 0 0,1 1 0 0 0,0 0 0 0 0,1 1 0 0 0,-21 18 0 0 0,28-23-712 0 0,1 1 1 0 0,0 0 0 0 0,0 0-1 0 0,1 0 1 0 0,0 1-1 0 0,0 0 1 0 0,1 0-1 0 0,-1 0 1 0 0,2 0 0 0 0,-1 1-1 0 0,1 0 1 0 0,0-1-1 0 0,0 1 1 0 0,1 0-1 0 0,0 1 1 0 0,1-1 0 0 0,0 0-1 0 0,0 0 1 0 0,1 17-1 0 0,0-23-101 0 0,0 1 0 0 0,0-1 0 0 0,1 0 0 0 0,-1 0 0 0 0,1 1 0 0 0,-1-1 0 0 0,1 0 0 0 0,0 0 0 0 0,0 0 0 0 0,0 1 0 0 0,0-1-1 0 0,0 0 1 0 0,0 0 0 0 0,1-1 0 0 0,-1 1 0 0 0,1 0 0 0 0,-1 0 0 0 0,1-1 0 0 0,0 1 0 0 0,-1-1 0 0 0,1 1 0 0 0,0-1 0 0 0,0 0 0 0 0,0 0 0 0 0,0 0-1 0 0,0 0 1 0 0,1 0 0 0 0,-1 0 0 0 0,0 0 0 0 0,0-1 0 0 0,0 1 0 0 0,1-1 0 0 0,-1 0 0 0 0,0 0 0 0 0,1 0 0 0 0,-1 0 0 0 0,0 0 0 0 0,1 0 0 0 0,-1 0-1 0 0,0-1 1 0 0,4 0 0 0 0,3-1-53 0 0,0-1-1 0 0,-1 0 1 0 0,1 0-1 0 0,-1-1 1 0 0,0 0 0 0 0,0 0-1 0 0,0-1 1 0 0,0 0-1 0 0,9-9 1 0 0,-10 8 70 0 0,0-1-1 0 0,-1 0 1 0 0,0 0 0 0 0,0-1 0 0 0,-1 0 0 0 0,1 0 0 0 0,-2 0-1 0 0,4-10 1 0 0,1-5 1095 0 0,10-44 0 0 0,-19 66-1085 0 0,0 1 0 0 0,0 0 0 0 0,0 0 0 0 0,0-1 0 0 0,1 1 0 0 0,-1 0 0 0 0,0-1 0 0 0,0 1 0 0 0,0 0 0 0 0,0 0 0 0 0,0-1 0 0 0,0 1 0 0 0,0 0 0 0 0,0 0 0 0 0,1-1 0 0 0,-1 1 0 0 0,0 0 0 0 0,0 0 0 0 0,0 0 0 0 0,1-1 0 0 0,-1 1 0 0 0,0 0 0 0 0,0 0 0 0 0,0 0 0 0 0,1 0 0 0 0,-1-1 0 0 0,0 1 0 0 0,0 0 0 0 0,1 0 0 0 0,-1 0 0 0 0,0 0 0 0 0,1 0 0 0 0,-1 0 0 0 0,0 0 0 0 0,1 0 0 0 0,8 7 538 0 0,11 25 523 0 0,-15-22-890 0 0,16 21-795 0 0,2-2-1 0 0,0 0 1 0 0,2-1 0 0 0,32 27-1 0 0,-43-44-780 0 0</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50.326"/>
    </inkml:context>
    <inkml:brush xml:id="br0">
      <inkml:brushProperty name="width" value="0.1" units="cm"/>
      <inkml:brushProperty name="height" value="0.1" units="cm"/>
    </inkml:brush>
  </inkml:definitions>
  <inkml:trace contextRef="#ctx0" brushRef="#br0">139 423 6953 0 0,'2'-2'241'0'0,"-1"0"0"0"0,0 1 0 0 0,0-1 0 0 0,-1 0 0 0 0,1 0 0 0 0,0 0 0 0 0,-1 0 0 0 0,1 0 0 0 0,-1 0 0 0 0,1 0 0 0 0,-1 0 0 0 0,0 0 0 0 0,0 0 0 0 0,0 0 0 0 0,0 0 0 0 0,0 0 0 0 0,-1 0 0 0 0,0-3 0 0 0,1 4-24 0 0,-1 0 1 0 0,0 0-1 0 0,0 0 0 0 0,0 0 1 0 0,0 1-1 0 0,0-1 0 0 0,0 0 1 0 0,0 1-1 0 0,0-1 1 0 0,0 0-1 0 0,0 1 0 0 0,0-1 1 0 0,0 1-1 0 0,0-1 1 0 0,0 1-1 0 0,-1 0 0 0 0,1 0 1 0 0,0-1-1 0 0,0 1 0 0 0,0 0 1 0 0,-1 0-1 0 0,1 0 1 0 0,0 0-1 0 0,0 0 0 0 0,0 1 1 0 0,-1-1-1 0 0,1 0 0 0 0,0 0 1 0 0,0 1-1 0 0,0-1 1 0 0,0 1-1 0 0,-2 0 0 0 0,-4 2-20 0 0,0 0-1 0 0,1 1 1 0 0,-1 0-1 0 0,1 0 0 0 0,0 0 1 0 0,0 1-1 0 0,1-1 1 0 0,-1 1-1 0 0,1 1 1 0 0,0-1-1 0 0,0 1 0 0 0,1 0 1 0 0,0 0-1 0 0,0 0 1 0 0,0 1-1 0 0,1-1 1 0 0,0 1-1 0 0,0 0 0 0 0,1 0 1 0 0,0 0-1 0 0,0 0 1 0 0,-2 13-1 0 0,3-16-208 0 0,1 0 0 0 0,-1 1 0 0 0,1-1 0 0 0,0 0-1 0 0,0 0 1 0 0,0 1 0 0 0,0-1 0 0 0,1 0 0 0 0,0 0 0 0 0,0 1 0 0 0,0-1 0 0 0,0 0-1 0 0,1 0 1 0 0,-1 0 0 0 0,1 0 0 0 0,0 0 0 0 0,0-1 0 0 0,1 1 0 0 0,-1-1 0 0 0,1 1 0 0 0,0-1-1 0 0,0 0 1 0 0,0 0 0 0 0,0 0 0 0 0,0 0 0 0 0,1-1 0 0 0,-1 1 0 0 0,1-1 0 0 0,0 0-1 0 0,-1 0 1 0 0,1 0 0 0 0,0 0 0 0 0,0-1 0 0 0,1 0 0 0 0,-1 0 0 0 0,0 0 0 0 0,0 0-1 0 0,0-1 1 0 0,7 1 0 0 0,0-1-100 0 0,0-1 1 0 0,0 0-1 0 0,0-1 0 0 0,0 0 1 0 0,-1 0-1 0 0,1-1 0 0 0,-1 0 0 0 0,0-1 1 0 0,1-1-1 0 0,-2 1 0 0 0,1-2 1 0 0,-1 1-1 0 0,1-1 0 0 0,-2-1 0 0 0,1 1 1 0 0,14-16-1 0 0,-4 3-324 0 0,-1 0 1 0 0,-1-2-1 0 0,-1 0 0 0 0,-1-1 1 0 0,23-44-1 0 0,-28 43 536 0 0,-2 1 0 0 0,-1-2 0 0 0,0 1 0 0 0,-2-1 0 0 0,-1 0 0 0 0,0 0 0 0 0,-2 0 0 0 0,-1 0 0 0 0,-1-1 0 0 0,-1 1 0 0 0,-1 0 0 0 0,-9-40 1 0 0,-2 26 2186 0 0,18 60-1388 0 0,21 80-255 0 0,18 142 1 0 0,13 54-1244 0 0,-43-243-510 0 0,-6-18-4871 0 0,-3-11-1035 0 0</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50.626"/>
    </inkml:context>
    <inkml:brush xml:id="br0">
      <inkml:brushProperty name="width" value="0.1" units="cm"/>
      <inkml:brushProperty name="height" value="0.1" units="cm"/>
    </inkml:brush>
  </inkml:definitions>
  <inkml:trace contextRef="#ctx0" brushRef="#br0">228 1 4609 0 0,'-1'1'197'0'0,"1"1"-1"0"0,-1-1 1 0 0,1 1-1 0 0,-1-1 1 0 0,1 1-1 0 0,-1-1 1 0 0,0 0-1 0 0,0 1 1 0 0,0-1-1 0 0,0 0 1 0 0,0 1-1 0 0,0-1 1 0 0,-1 1-1 0 0,-14 13 1782 0 0,0-1-1 0 0,-1 0 1 0 0,-28 17-1 0 0,-11 8 365 0 0,47-32-1835 0 0,1 0 1 0 0,0 0-1 0 0,0 1 1 0 0,1 0-1 0 0,-10 13 0 0 0,16-19-464 0 0,0-1-1 0 0,0 0 0 0 0,0 1 0 0 0,0-1 1 0 0,0 1-1 0 0,1-1 0 0 0,-1 1 0 0 0,1 0 1 0 0,-1-1-1 0 0,1 1 0 0 0,0 0 0 0 0,-1-1 0 0 0,1 1 1 0 0,0 0-1 0 0,0-1 0 0 0,0 1 0 0 0,1 0 1 0 0,-1-1-1 0 0,0 1 0 0 0,0 0 0 0 0,1-1 1 0 0,-1 1-1 0 0,1-1 0 0 0,0 1 0 0 0,-1-1 0 0 0,1 1 1 0 0,0-1-1 0 0,0 1 0 0 0,0-1 0 0 0,0 0 1 0 0,0 1-1 0 0,0-1 0 0 0,0 0 0 0 0,1 0 1 0 0,-1 0-1 0 0,0 0 0 0 0,1 0 0 0 0,-1 0 0 0 0,1 0 1 0 0,-1 0-1 0 0,1-1 0 0 0,-1 1 0 0 0,1 0 1 0 0,3 0-1 0 0,8 4 5 0 0,0 0 0 0 0,1-1 0 0 0,0-1 0 0 0,0 0 0 0 0,0-1 0 0 0,0 0-1 0 0,23-1 1 0 0,-10-2-980 0 0,-1-1 0 0 0,0-2-1 0 0,32-7 1 0 0,-38 5-6071 0 0</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51.102"/>
    </inkml:context>
    <inkml:brush xml:id="br0">
      <inkml:brushProperty name="width" value="0.1" units="cm"/>
      <inkml:brushProperty name="height" value="0.1" units="cm"/>
    </inkml:brush>
  </inkml:definitions>
  <inkml:trace contextRef="#ctx0" brushRef="#br0">109 16 5529 0 0,'-109'17'9321'0'0,"147"-24"-8537"0"0,1 1 1 0 0,-1 2-1 0 0,1 1 1 0 0,53 5-1 0 0,16-3 484 0 0,5-4-609 0 0,104-3-268 0 0,-162 9-645 0 0,107 15 0 0 0,-148-12 455 0 0,-9-2-1564 0 0</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51.434"/>
    </inkml:context>
    <inkml:brush xml:id="br0">
      <inkml:brushProperty name="width" value="0.1" units="cm"/>
      <inkml:brushProperty name="height" value="0.1" units="cm"/>
    </inkml:brush>
  </inkml:definitions>
  <inkml:trace contextRef="#ctx0" brushRef="#br0">3 1 4609 0 0,'-1'0'248'0'0,"1"1"0"0"0,0 0 0 0 0,0 0 0 0 0,-1-1 0 0 0,1 1 0 0 0,0 0 0 0 0,0-1 0 0 0,0 1 0 0 0,0 0 0 0 0,0 0 0 0 0,0-1 0 0 0,0 1 0 0 0,0 0 0 0 0,0 0 0 0 0,0 0 1 0 0,0-1-1 0 0,0 1 0 0 0,0 0 0 0 0,1-1 0 0 0,-1 1 0 0 0,0 0 0 0 0,1-1 0 0 0,-1 1 0 0 0,0 0 0 0 0,3 2 1240 0 0,-1-2-1240 0 0,18 19 3493 0 0,-19-18-3458 0 0,96 73 2231 0 0,-69-56-2205 0 0,-1 1 1 0 0,-1 2-1 0 0,-1 1 1 0 0,31 36-1 0 0,-55-58-284 0 0,6 7 171 0 0,-1 1-1 0 0,0-1 1 0 0,0 1-1 0 0,-1 0 1 0 0,5 13 0 0 0,-9-20-156 0 0,0 1 1 0 0,0-1 0 0 0,-1 1 0 0 0,1-1 0 0 0,-1 1-1 0 0,0-1 1 0 0,1 1 0 0 0,-1 0 0 0 0,-1-1 0 0 0,1 1-1 0 0,0-1 1 0 0,0 1 0 0 0,-1 0 0 0 0,0-1 0 0 0,1 1 0 0 0,-1-1-1 0 0,0 0 1 0 0,0 1 0 0 0,-1-1 0 0 0,1 0 0 0 0,0 1-1 0 0,-1-1 1 0 0,1 0 0 0 0,-1 0 0 0 0,0 0 0 0 0,-3 3 0 0 0,-4 2 114 0 0,-1 1 0 0 0,1-1 0 0 0,-2-1 0 0 0,1 0 0 0 0,-1 0 0 0 0,-22 8 0 0 0,-73 17-2965 0 0,75-23-1532 0 0</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52.741"/>
    </inkml:context>
    <inkml:brush xml:id="br0">
      <inkml:brushProperty name="width" value="0.1" units="cm"/>
      <inkml:brushProperty name="height" value="0.1" units="cm"/>
    </inkml:brush>
  </inkml:definitions>
  <inkml:trace contextRef="#ctx0" brushRef="#br0">341 201 3225 0 0,'1'-36'627'0'0,"-1"-45"900"0"0,-1 75-1121 0 0,1 1 0 0 0,-1-1 0 0 0,0 1 0 0 0,-1-1 1 0 0,1 1-1 0 0,-1 0 0 0 0,0 0 0 0 0,0 0 0 0 0,-1 0 0 0 0,1 0 1 0 0,-7-7-1 0 0,7 10-167 0 0,0 1 1 0 0,1-1-1 0 0,-1 1 0 0 0,-1 0 1 0 0,1 0-1 0 0,0 0 0 0 0,0 0 1 0 0,0 0-1 0 0,0 0 0 0 0,-1 1 1 0 0,1-1-1 0 0,0 1 1 0 0,-1 0-1 0 0,1-1 0 0 0,-1 1 1 0 0,1 0-1 0 0,0 0 0 0 0,-1 1 1 0 0,1-1-1 0 0,0 0 0 0 0,-5 2 1 0 0,-2 0 310 0 0,1 1-1 0 0,0-1 1 0 0,-1 2 0 0 0,-12 6 0 0 0,8-1-252 0 0,0 0 1 0 0,0 1-1 0 0,1 1 1 0 0,0 0 0 0 0,1 1-1 0 0,0 0 1 0 0,1 0-1 0 0,0 1 1 0 0,-10 19-1 0 0,5-6-132 0 0,1 1 1 0 0,1 0-1 0 0,2 1 0 0 0,-9 32 1 0 0,17-51-152 0 0,1 0 0 0 0,0 0 1 0 0,1 0-1 0 0,0 0 1 0 0,1 1-1 0 0,0-1 0 0 0,0 0 1 0 0,0 0-1 0 0,2 0 0 0 0,-1 0 1 0 0,1 0-1 0 0,0 0 0 0 0,1 0 1 0 0,0 0-1 0 0,0-1 1 0 0,1 1-1 0 0,0-1 0 0 0,1 0 1 0 0,-1 0-1 0 0,1-1 0 0 0,1 1 1 0 0,0-1-1 0 0,0-1 1 0 0,0 1-1 0 0,1-1 0 0 0,0 0 1 0 0,0 0-1 0 0,1-1 0 0 0,11 7 1 0 0,-5-4-105 0 0,0 0 1 0 0,1-1-1 0 0,0-1 1 0 0,0-1-1 0 0,0 0 0 0 0,1-1 1 0 0,0 0-1 0 0,0-1 1 0 0,0-1-1 0 0,0-1 1 0 0,0 0-1 0 0,0-1 1 0 0,0-1-1 0 0,0 0 1 0 0,0-1-1 0 0,19-5 0 0 0,-23 3-493 0 0,0 0-1 0 0,0-1 0 0 0,0 0 0 0 0,-1-1 1 0 0,1 0-1 0 0,-1 0 0 0 0,-1-2 0 0 0,1 1 0 0 0,12-13 1 0 0,-1-2-5109 0 0</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52.955"/>
    </inkml:context>
    <inkml:brush xml:id="br0">
      <inkml:brushProperty name="width" value="0.1" units="cm"/>
      <inkml:brushProperty name="height" value="0.1" units="cm"/>
    </inkml:brush>
  </inkml:definitions>
  <inkml:trace contextRef="#ctx0" brushRef="#br0">1 0 7834 0 0,'0'0'602'0'0,"8"31"5626"0"0,22 92 663 0 0,8 62-5578 0 0,40 140-1951 0 0,-71-297-219 0 0</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53.738"/>
    </inkml:context>
    <inkml:brush xml:id="br0">
      <inkml:brushProperty name="width" value="0.1" units="cm"/>
      <inkml:brushProperty name="height" value="0.1" units="cm"/>
    </inkml:brush>
  </inkml:definitions>
  <inkml:trace contextRef="#ctx0" brushRef="#br0">6 346 4609 0 0,'-5'7'3238'0'0,"17"-9"255"0"0,17-9 562 0 0,-6-1-3144 0 0,0-1 0 0 0,-1-1 0 0 0,-1-2 0 0 0,26-22-1 0 0,-34 25-854 0 0,0 0-1 0 0,-1 0 0 0 0,0-1 0 0 0,-1 0 0 0 0,-1-1 1 0 0,0-1-1 0 0,8-18 0 0 0,-17 32-53 0 0,0 0 0 0 0,0 0 0 0 0,0 0 0 0 0,0 0 0 0 0,-1 0 0 0 0,1 0 0 0 0,-1-1 0 0 0,1 1 0 0 0,-1 0 0 0 0,0 0 0 0 0,0-1 0 0 0,0 1 0 0 0,0 0 0 0 0,0-1 0 0 0,-1 1 0 0 0,1 0 0 0 0,0 0 0 0 0,-1-1 0 0 0,0 1 0 0 0,0 0 0 0 0,1 0 0 0 0,-1 0 0 0 0,-1 0 0 0 0,1 0 0 0 0,0 0 0 0 0,0 0 0 0 0,-1 0 0 0 0,1 1 0 0 0,-1-1 0 0 0,1 0 0 0 0,-1 1 0 0 0,0-1 0 0 0,0 1 0 0 0,0 0 0 0 0,1-1 0 0 0,-1 1 0 0 0,-1 0 0 0 0,1 0 0 0 0,-3 0 0 0 0,1-1-5 0 0,0 1 0 0 0,0-1 0 0 0,0 1 0 0 0,0 1 0 0 0,-1-1 0 0 0,1 1 0 0 0,0-1 0 0 0,-1 1 0 0 0,1 0 0 0 0,0 1 0 0 0,-1-1-1 0 0,1 1 1 0 0,0 0 0 0 0,0 0 0 0 0,0 0 0 0 0,0 1 0 0 0,-1-1 0 0 0,2 1 0 0 0,-1 0 0 0 0,-5 3 0 0 0,3 0-46 0 0,1-1 0 0 0,-1 1-1 0 0,1 1 1 0 0,0-1 0 0 0,0 1-1 0 0,1 0 1 0 0,-1 0 0 0 0,1 0 0 0 0,1 1-1 0 0,-1-1 1 0 0,1 1 0 0 0,1 0 0 0 0,-1 0-1 0 0,1 0 1 0 0,0 0 0 0 0,0 0 0 0 0,1 1-1 0 0,0-1 1 0 0,1 0 0 0 0,-1 1 0 0 0,1-1-1 0 0,1 1 1 0 0,-1-1 0 0 0,1 0 0 0 0,1 1-1 0 0,-1-1 1 0 0,1 0 0 0 0,1 0-1 0 0,-1 0 1 0 0,1 0 0 0 0,0-1 0 0 0,1 1-1 0 0,-1-1 1 0 0,1 1 0 0 0,1-1 0 0 0,-1 0-1 0 0,1-1 1 0 0,0 1 0 0 0,0-1 0 0 0,1 0-1 0 0,-1 0 1 0 0,1-1 0 0 0,0 0 0 0 0,1 0-1 0 0,-1 0 1 0 0,1-1 0 0 0,9 4 0 0 0,-5-3-615 0 0,1-1 1 0 0,-1 0-1 0 0,0 0 1 0 0,1-2-1 0 0,-1 1 1 0 0,1-1-1 0 0,-1-1 1 0 0,1 0-1 0 0,22-4 1 0 0,-16 1-252 0 0,-1-1 0 0 0,1-2 0 0 0,-1 1 1 0 0,0-2-1 0 0,28-15 0 0 0,-16 5-131 0 0,0-1 1 0 0,33-29-1 0 0,39-46 1467 0 0,-90 83-54 0 0,32-35 984 0 0,-42 43-1160 0 0,1 0 0 0 0,-1 0 1 0 0,1 0-1 0 0,-1 1 0 0 0,0-1 1 0 0,0 0-1 0 0,0-1 0 0 0,0 1 1 0 0,0 0-1 0 0,0 0 0 0 0,-1 0 1 0 0,1-1-1 0 0,-1 1 0 0 0,1 0 1 0 0,-1 0-1 0 0,0-1 0 0 0,0 1 1 0 0,0 0-1 0 0,0-1 0 0 0,0 1 1 0 0,-1-3-1 0 0,-1 3 51 0 0,1 0 1 0 0,-1 0-1 0 0,0 0 0 0 0,0 0 0 0 0,1 0 1 0 0,-1 0-1 0 0,-1 0 0 0 0,1 1 1 0 0,0-1-1 0 0,0 1 0 0 0,-1-1 1 0 0,1 1-1 0 0,0 0 0 0 0,-1 0 1 0 0,1 0-1 0 0,-1 0 0 0 0,0 1 0 0 0,1-1 1 0 0,-1 0-1 0 0,0 1 0 0 0,1 0 1 0 0,-1 0-1 0 0,0 0 0 0 0,1 0 1 0 0,-4 1-1 0 0,-5-1 313 0 0,1 1-1 0 0,-1 0 1 0 0,0 1 0 0 0,-20 6 0 0 0,21-3-392 0 0,-1 0-1 0 0,1 1 1 0 0,0 0-1 0 0,0 0 1 0 0,1 1 0 0 0,0 0-1 0 0,0 1 1 0 0,0 0 0 0 0,1 0-1 0 0,0 1 1 0 0,1 0-1 0 0,-7 10 1 0 0,8-10-103 0 0,0 0-1 0 0,0 1 1 0 0,1 0-1 0 0,0 1 1 0 0,1-1 0 0 0,0 1-1 0 0,1-1 1 0 0,0 1-1 0 0,0 0 1 0 0,1 1-1 0 0,1-1 1 0 0,-1 16 0 0 0,2-24-73 0 0,0-1 1 0 0,0 1 0 0 0,0 0 0 0 0,0 0 0 0 0,1-1 0 0 0,-1 1 0 0 0,1 0 0 0 0,0-1 0 0 0,0 1 0 0 0,0-1 0 0 0,0 1 0 0 0,0-1 0 0 0,0 1 0 0 0,1-1 0 0 0,-1 0 0 0 0,1 1 0 0 0,0-1 0 0 0,0 0 0 0 0,-1 0-1 0 0,1 0 1 0 0,1 0 0 0 0,-1-1 0 0 0,0 1 0 0 0,0-1 0 0 0,1 1 0 0 0,-1-1 0 0 0,0 0 0 0 0,1 0 0 0 0,-1 0 0 0 0,1 0 0 0 0,4 1 0 0 0,-3-2-79 0 0,1 1 0 0 0,0-1-1 0 0,0 0 1 0 0,0-1 0 0 0,0 1 0 0 0,-1-1 0 0 0,1 0 0 0 0,0-1 0 0 0,0 1-1 0 0,-1-1 1 0 0,1 1 0 0 0,-1-1 0 0 0,0-1 0 0 0,1 1 0 0 0,-1-1 0 0 0,7-5-1 0 0,1-3 58 0 0,-1-1-1 0 0,-1 0 1 0 0,0 0-1 0 0,0-1 1 0 0,14-26-1 0 0,-17 26 331 0 0,1 0-1 0 0,1 0 1 0 0,0 1-1 0 0,0 0 1 0 0,23-21-1 0 0,-31 33-274 0 0,0-1 0 0 0,0 0 0 0 0,0 1 0 0 0,1-1 0 0 0,-1 1 0 0 0,0-1 1 0 0,0 1-1 0 0,0-1 0 0 0,1 1 0 0 0,-1 0 0 0 0,0 0 0 0 0,0-1 0 0 0,1 1 0 0 0,-1 0 0 0 0,0 0 0 0 0,1 0 0 0 0,-1 1 0 0 0,0-1 0 0 0,0 0 0 0 0,1 0 0 0 0,-1 1 0 0 0,0-1 0 0 0,0 0 1 0 0,0 1-1 0 0,1 0 0 0 0,-1-1 0 0 0,0 1 0 0 0,0 0 0 0 0,0-1 0 0 0,0 1 0 0 0,0 0 0 0 0,1 1 0 0 0,5 5 215 0 0,-1 0 0 0 0,1 0 0 0 0,8 13-1 0 0,-1-1-23 0 0,11 6-1881 0 0,29 25 0 0 0</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0:54.179"/>
    </inkml:context>
    <inkml:brush xml:id="br0">
      <inkml:brushProperty name="width" value="0.1" units="cm"/>
      <inkml:brushProperty name="height" value="0.1" units="cm"/>
    </inkml:brush>
  </inkml:definitions>
  <inkml:trace contextRef="#ctx0" brushRef="#br0">1 19 6913 0 0,'0'-1'92'0'0,"1"0"0"0"0,-1 0 0 0 0,0 0 0 0 0,1 0 0 0 0,-1 0-1 0 0,1 0 1 0 0,-1 0 0 0 0,1 0 0 0 0,0 1 0 0 0,-1-1-1 0 0,1 0 1 0 0,0 0 0 0 0,-1 1 0 0 0,1-1 0 0 0,0 0-1 0 0,0 1 1 0 0,0-1 0 0 0,0 1 0 0 0,0-1 0 0 0,0 1-1 0 0,-1-1 1 0 0,1 1 0 0 0,0 0 0 0 0,0-1 0 0 0,0 1 0 0 0,0 0-1 0 0,0 0 1 0 0,1 0 0 0 0,-1 0 0 0 0,0 0 0 0 0,0 0-1 0 0,0 0 1 0 0,0 0 0 0 0,0 0 0 0 0,0 0 0 0 0,0 1-1 0 0,0-1 1 0 0,0 0 0 0 0,0 1 0 0 0,0-1 0 0 0,-1 1 0 0 0,1-1-1 0 0,0 1 1 0 0,0-1 0 0 0,0 1 0 0 0,0 0 0 0 0,-1-1-1 0 0,1 1 1 0 0,0 0 0 0 0,0 0 0 0 0,0 1 0 0 0,3 2 608 0 0,0 1 1 0 0,0 0-1 0 0,0 0 1 0 0,-1 1-1 0 0,1-1 1 0 0,-1 1-1 0 0,2 6 1 0 0,3 13 544 0 0,-2 0 0 0 0,7 51 1 0 0,-10-48-889 0 0,2 0 1 0 0,10 32 0 0 0,-15-60-356 0 0,0 0 1 0 0,0 1 0 0 0,0-1-1 0 0,0 0 1 0 0,0 0 0 0 0,0 1-1 0 0,0-1 1 0 0,0 0 0 0 0,0 0-1 0 0,1 1 1 0 0,-1-1 0 0 0,0 0-1 0 0,0 0 1 0 0,0 1 0 0 0,0-1-1 0 0,0 0 1 0 0,1 0-1 0 0,-1 0 1 0 0,0 1 0 0 0,0-1-1 0 0,0 0 1 0 0,1 0 0 0 0,-1 0-1 0 0,0 0 1 0 0,0 1 0 0 0,1-1-1 0 0,-1 0 1 0 0,0 0 0 0 0,0 0-1 0 0,1 0 1 0 0,-1 0 0 0 0,0 0-1 0 0,0 0 1 0 0,1 0 0 0 0,-1 0-1 0 0,8-9 181 0 0,8-28 218 0 0,-8 18-288 0 0,3-2-82 0 0,1 1 0 0 0,1 1 0 0 0,1 0 0 0 0,17-18 0 0 0,-24 29-16 0 0,1 0 1 0 0,0 0-1 0 0,1 1 1 0 0,-1 0-1 0 0,1 1 1 0 0,1 0-1 0 0,-1 0 1 0 0,1 1-1 0 0,0 1 1 0 0,18-7-1 0 0,-25 10-11 0 0,-1 1 0 0 0,1-1-1 0 0,-1 1 1 0 0,1-1-1 0 0,-1 1 1 0 0,1 0 0 0 0,-1 0-1 0 0,1 0 1 0 0,0 1 0 0 0,-1-1-1 0 0,1 0 1 0 0,-1 1-1 0 0,1 0 1 0 0,-1-1 0 0 0,0 1-1 0 0,1 0 1 0 0,-1 0 0 0 0,0 1-1 0 0,1-1 1 0 0,-1 0-1 0 0,0 1 1 0 0,0-1 0 0 0,0 1-1 0 0,0 0 1 0 0,-1-1 0 0 0,1 1-1 0 0,0 0 1 0 0,1 2-1 0 0,3 7 78 0 0,0-1-1 0 0,-1 1 1 0 0,0 0-1 0 0,7 23 0 0 0,8 15 183 0 0,-18-43-248 0 0,1-1 0 0 0,0 0 0 0 0,1-1 0 0 0,-1 1 0 0 0,1 0 0 0 0,0-1 0 0 0,0 0 0 0 0,1 0 0 0 0,-1 0 1 0 0,1-1-1 0 0,0 1 0 0 0,0-1 0 0 0,0 0 0 0 0,0-1 0 0 0,0 1 0 0 0,1-1 0 0 0,-1 0 0 0 0,10 2 0 0 0,-6-3-191 0 0,1 0 0 0 0,0-1 1 0 0,0 0-1 0 0,0 0 0 0 0,-1-1 0 0 0,1 0 0 0 0,0-1 0 0 0,-1-1 0 0 0,1 1 0 0 0,13-7 0 0 0,19-7-7824 0 0</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1:28.466"/>
    </inkml:context>
    <inkml:brush xml:id="br0">
      <inkml:brushProperty name="width" value="0.1" units="cm"/>
      <inkml:brushProperty name="height" value="0.1" units="cm"/>
      <inkml:brushProperty name="color" value="#E71224"/>
    </inkml:brush>
  </inkml:definitions>
  <inkml:trace contextRef="#ctx0" brushRef="#br0">117 3269 10138 0 0,'-4'3'567'0'0,"1"0"-1"0"0,0 1 1 0 0,1 0 0 0 0,-1-1-1 0 0,1 1 1 0 0,-1 0-1 0 0,1 0 1 0 0,0 1 0 0 0,1-1-1 0 0,-1 0 1 0 0,-1 7 0 0 0,-1 1 748 0 0,-7-44 1878 0 0,2 7-2952 0 0,-9-37-138 0 0,6 15 11 0 0,-20-45 0 0 0,37 110-105 0 0,15 38-7 0 0,-19-53-2 0 0,0 0 0 0 0,1 0 0 0 0,-1 0 0 0 0,1-1 0 0 0,0 1 0 0 0,0 0 0 0 0,0-1 0 0 0,0 1 0 0 0,0-1 0 0 0,1 1 0 0 0,-1-1 0 0 0,1 0 0 0 0,-1 0 0 0 0,6 3 0 0 0,-6-5 1 0 0,-1 0 0 0 0,0 0 0 0 0,0 0 0 0 0,0 0 0 0 0,0 0 0 0 0,0 0 0 0 0,0 0 0 0 0,0-1 0 0 0,0 1 0 0 0,0 0 0 0 0,0-1 0 0 0,0 1 0 0 0,0-1 0 0 0,0 1 0 0 0,0-1 0 0 0,0 1 0 0 0,0-1 0 0 0,0 1 0 0 0,0-1 0 0 0,0 0 0 0 0,-1 0 0 0 0,1 0 0 0 0,0 1 0 0 0,0-1 0 0 0,-1 0 0 0 0,1 0 0 0 0,-1 0 0 0 0,1 0 0 0 0,-1 0 0 0 0,1 0 0 0 0,-1 0 0 0 0,0 0 0 0 0,1 0 0 0 0,-1 0 0 0 0,0 0 0 0 0,0-3 0 0 0,9-40 226 0 0,-7 10-161 0 0,-2 0-1 0 0,-2 1 1 0 0,-7-48 0 0 0,1 17-9 0 0,3 35-62 0 0,4 25 12 0 0,5 19 53 0 0,-3-15-58 0 0,0 7 7 0 0,2-1-1 0 0,-1 0 1 0 0,1 0 0 0 0,-1 0-1 0 0,2 0 1 0 0,-1 0 0 0 0,5 5-1 0 0,-8-10-8 0 0,1-1 0 0 0,0 1-1 0 0,-1 0 1 0 0,1-1-1 0 0,0 1 1 0 0,0 0 0 0 0,-1-1-1 0 0,1 1 1 0 0,0-1-1 0 0,0 1 1 0 0,0-1 0 0 0,0 0-1 0 0,-1 1 1 0 0,1-1-1 0 0,0 0 1 0 0,0 1 0 0 0,0-1-1 0 0,0 0 1 0 0,0 0-1 0 0,0 0 1 0 0,0 0-1 0 0,1 0 1 0 0,0-1 0 0 0,-1 0 1 0 0,1 1-1 0 0,-1-1 0 0 0,1 0 0 0 0,-1 0 0 0 0,1 0 1 0 0,-1 0-1 0 0,0 0 0 0 0,1-1 0 0 0,-1 1 1 0 0,0 0-1 0 0,0-1 0 0 0,0 1 0 0 0,0-1 0 0 0,0 1 1 0 0,1-4-1 0 0,5-8 2 0 0,-1-1-1 0 0,0 1 1 0 0,-1-2-1 0 0,-1 1 1 0 0,5-27 0 0 0,5-77 50 0 0,-12 101-50 0 0,10-167 62 0 0,-13 183-65 0 0,1 1 0 0 0,0 0 0 0 0,0 0 0 0 0,0 0-1 0 0,0-1 1 0 0,0 1 0 0 0,0 0 0 0 0,0 0 0 0 0,0 0 0 0 0,0 0 0 0 0,0-1 0 0 0,0 1 0 0 0,0 0 0 0 0,0 0 0 0 0,0 0-1 0 0,1-1 1 0 0,-1 1 0 0 0,0 0 0 0 0,0 0 0 0 0,0 0 0 0 0,0 0 0 0 0,0-1 0 0 0,0 1 0 0 0,0 0 0 0 0,1 0 0 0 0,-1 0-1 0 0,0 0 1 0 0,0 0 0 0 0,0-1 0 0 0,0 1 0 0 0,0 0 0 0 0,1 0 0 0 0,-1 0 0 0 0,0 0 0 0 0,0 0 0 0 0,0 0 0 0 0,0 0-1 0 0,1 0 1 0 0,-1 0 0 0 0,0 0 0 0 0,0 0 0 0 0,0 0 0 0 0,1 0 0 0 0,-1 0 0 0 0,0 0 0 0 0,0 0 0 0 0,0 0 0 0 0,1 0-1 0 0,-1 0 1 0 0,0 0 0 0 0,0 0 0 0 0,0 0 0 0 0,0 0 0 0 0,1 0 0 0 0,-1 0 0 0 0,0 0 0 0 0,0 0 0 0 0,0 1 0 0 0,0-1-1 0 0,1 0 1 0 0,-1 0 0 0 0,0 0 0 0 0,0 0 0 0 0,0 1 0 0 0,13 13-139 0 0,0-2 31 0 0,-8-20 102 0 0,0 0 1 0 0,-1-1-1 0 0,0 1 1 0 0,0-1-1 0 0,-1 0 1 0 0,0 0-1 0 0,0 0 1 0 0,2-18-1 0 0,-1 8 2 0 0,4-27 4 0 0,-1 0-1 0 0,-3-1 1 0 0,-3-86 0 0 0,1-29 70 0 0,-2 160-67 0 0,4-26-6 0 0,-4 28 7 0 0,0-1 0 0 0,0 0 0 0 0,0 0 0 0 0,0 0 0 0 0,0 0-1 0 0,0 0 1 0 0,0 0 0 0 0,1 0 0 0 0,-1 1 0 0 0,0-1 0 0 0,1 0-1 0 0,-1 0 1 0 0,1 0 0 0 0,-1 1 0 0 0,1-1 0 0 0,-1 0 0 0 0,1 1 0 0 0,-1-1-1 0 0,1 0 1 0 0,0 1 0 0 0,-1-1 0 0 0,2 0 0 0 0,-1 1-1 0 0,0 1 0 0 0,0-1 0 0 0,-1 1 0 0 0,1-1 0 0 0,0 1 0 0 0,-1-1 0 0 0,1 1 0 0 0,0 0 0 0 0,-1 0 0 0 0,1-1 0 0 0,-1 1 0 0 0,1 0 0 0 0,-1 0 0 0 0,0-1 0 0 0,1 1 0 0 0,-1 0 0 0 0,0 0 0 0 0,1 0 0 0 0,-1 2 0 0 0,6 21 31 0 0,-5-21-42 0 0,6 37 9 0 0,-6-30 0 0 0,1 1 0 0 0,0-1 0 0 0,0 1 0 0 0,1-1 0 0 0,1 0 0 0 0,7 15 0 0 0,-11-24-2 0 0,0-1 0 0 0,0 0 0 0 0,0 0 1 0 0,0 1-1 0 0,0-1 0 0 0,0 0 0 0 0,0 0 0 0 0,1 1 1 0 0,-1-1-1 0 0,0 0 0 0 0,0 0 0 0 0,0 1 0 0 0,0-1 1 0 0,1 0-1 0 0,-1 0 0 0 0,0 0 0 0 0,0 1 1 0 0,1-1-1 0 0,-1 0 0 0 0,0 0 0 0 0,0 0 0 0 0,1 0 1 0 0,-1 0-1 0 0,0 0 0 0 0,0 0 0 0 0,1 1 0 0 0,-1-1 1 0 0,0 0-1 0 0,0 0 0 0 0,1 0 0 0 0,-1 0 0 0 0,0 0 1 0 0,0 0-1 0 0,1 0 0 0 0,-1 0 0 0 0,0 0 0 0 0,1-1 1 0 0,-1 1-1 0 0,0 0 0 0 0,0 0 0 0 0,1 0 0 0 0,-1 0 1 0 0,0 0-1 0 0,8-14-90 0 0,-2-20-15 0 0,-6-30 240 0 0,-13-98-1 0 0,0 15 9 0 0,12 139-141 0 0,1 6 0 0 0,-1 0 0 0 0,1 0 0 0 0,0 0 0 0 0,0 0 0 0 0,-1-1 0 0 0,1 1 0 0 0,1 0 0 0 0,-1 0 0 0 0,0 0 0 0 0,1-1 0 0 0,-1 1 0 0 0,1 0 0 0 0,0-3 0 0 0,18 39-13 0 0,-19-33 8 0 0,1 1 1 0 0,-1-1-1 0 0,0 0 1 0 0,1 0 0 0 0,-1 0-1 0 0,1 0 1 0 0,-1 0-1 0 0,1 0 1 0 0,0 0 0 0 0,-1 0-1 0 0,1 0 1 0 0,0-1-1 0 0,0 1 1 0 0,0 0 0 0 0,0 0-1 0 0,-1-1 1 0 0,1 1 0 0 0,0 0-1 0 0,0-1 1 0 0,0 1-1 0 0,0-1 1 0 0,0 1 0 0 0,1-1-1 0 0,-1 1 1 0 0,0-1-1 0 0,0 0 1 0 0,1 0 0 0 0,0 0 3 0 0,-1-1-1 0 0,0 0 1 0 0,1 1 0 0 0,-1-1 0 0 0,0 0 0 0 0,0 0 0 0 0,0 0 0 0 0,0 0 0 0 0,0 0 0 0 0,0-1 0 0 0,0 1 0 0 0,0 0 0 0 0,0 0 0 0 0,0-1 0 0 0,-1 1 0 0 0,1 0-1 0 0,0-3 1 0 0,4-8 4 0 0,0-1 0 0 0,-1 0 0 0 0,2-18 0 0 0,3-37 39 0 0,0-73 0 0 0,-7 85-3 0 0,2 1-1 0 0,18-91 1 0 0,-22 145-37 0 0,0 0 0 0 0,0 0 0 0 0,0 0 1 0 0,0 0-1 0 0,1 0 0 0 0,-1 0 0 0 0,0 0 0 0 0,0 0 0 0 0,1 0 1 0 0,-1 0-1 0 0,1 0 0 0 0,-1 0 0 0 0,1 0 0 0 0,-1 0 1 0 0,1 0-1 0 0,0 0 0 0 0,-1 0 0 0 0,1 1 0 0 0,0-1 0 0 0,0 0 1 0 0,1-1-1 0 0,10 16 103 0 0,4 9 4 0 0,-15-22-107 0 0,0-1 0 0 0,0 1-1 0 0,-1-1 1 0 0,1 1 0 0 0,0-1 0 0 0,0 1-1 0 0,0-1 1 0 0,0 0 0 0 0,0 1-1 0 0,-1-1 1 0 0,1 0 0 0 0,0 0 0 0 0,0 0-1 0 0,0 0 1 0 0,0 1 0 0 0,0-1-1 0 0,0 0 1 0 0,0-1 0 0 0,0 1 0 0 0,0 0-1 0 0,0 0 1 0 0,0 0 0 0 0,-1 0-1 0 0,1-1 1 0 0,0 1 0 0 0,0-1 0 0 0,0 1-1 0 0,1-1 1 0 0,2-2-2 0 0,0 0 0 0 0,0-1 0 0 0,-1 1 0 0 0,1-1 0 0 0,-1 1 0 0 0,0-1 0 0 0,0 0 0 0 0,0-1 0 0 0,-1 1 0 0 0,1 0 0 0 0,-1-1 0 0 0,0 1 0 0 0,0-1 0 0 0,2-8 0 0 0,2-10 0 0 0,6-40 0 0 0,-11 55 0 0 0,11-99 47 0 0,7-43 90 0 0,-15 129-121 0 0,1 0 0 0 0,1 1 0 0 0,1 0 0 0 0,17-38 0 0 0,-9 40 34 0 0,-14 17-46 0 0,-1 1 0 0 0,0 0 1 0 0,1 0-1 0 0,-1-1 0 0 0,1 1 0 0 0,-1 0 1 0 0,1 0-1 0 0,-1 0 0 0 0,1 0 0 0 0,-1 0 1 0 0,1-1-1 0 0,-1 1 0 0 0,1 0 0 0 0,-1 0 1 0 0,1 0-1 0 0,-1 0 0 0 0,1 1 0 0 0,-1-1 0 0 0,0 0 1 0 0,1 0-1 0 0,-1 0 0 0 0,1 0 0 0 0,-1 0 1 0 0,1 1-1 0 0,0-1 0 0 0,1 3 14 0 0,1-1 0 0 0,-1 1-1 0 0,1 0 1 0 0,-1 0 0 0 0,0 0 0 0 0,0 0 0 0 0,0 0-1 0 0,2 6 1 0 0,-4-8-18 0 0,0 0 0 0 0,0-1-1 0 0,1 1 1 0 0,-1 0 0 0 0,0-1 0 0 0,0 1-1 0 0,1 0 1 0 0,-1-1 0 0 0,1 1 0 0 0,-1-1 0 0 0,0 1-1 0 0,1-1 1 0 0,-1 1 0 0 0,1-1 0 0 0,-1 1-1 0 0,1-1 1 0 0,0 1 0 0 0,-1-1 0 0 0,1 0 0 0 0,-1 1-1 0 0,1-1 1 0 0,0 0 0 0 0,-1 1 0 0 0,1-1-1 0 0,0 0 1 0 0,-1 0 0 0 0,1 0 0 0 0,0 0 0 0 0,0 0-1 0 0,-1 0 1 0 0,1 0 0 0 0,0 0 0 0 0,-1 0-1 0 0,2 0 1 0 0,0-1-1 0 0,-1 0-1 0 0,1 0 1 0 0,0 0-1 0 0,-1 0 1 0 0,1-1-1 0 0,-1 1 1 0 0,1-1-1 0 0,-1 1 1 0 0,0-1-1 0 0,0 1 1 0 0,0-1-1 0 0,1-2 1 0 0,4-6-11 0 0,0-1 0 0 0,-2 0 0 0 0,6-14 0 0 0,-1-15-27 0 0,8-78-1 0 0,-13 80 84 0 0,2-1-1 0 0,13-47 0 0 0,1 45-49 0 0,-19 39 10 0 0,1 0 0 0 0,-1 0 0 0 0,0 1 1 0 0,0-1-1 0 0,1 0 0 0 0,-1 1 0 0 0,1-1 1 0 0,-1 1-1 0 0,1-1 0 0 0,0 1 1 0 0,0 0-1 0 0,-1-1 0 0 0,1 1 0 0 0,0 0 1 0 0,0 0-1 0 0,0 1 0 0 0,0-1 0 0 0,3 0 1 0 0,-3 1 1 0 0,0 0 0 0 0,-1 1 0 0 0,1-1 0 0 0,0 1 0 0 0,-1 0 0 0 0,1-1 0 0 0,0 1 0 0 0,-1 0 0 0 0,1 0 0 0 0,-1 0 0 0 0,1 0 0 0 0,-1 1 0 0 0,1-1 0 0 0,-1 0 1 0 0,0 0-1 0 0,0 1 0 0 0,0-1 0 0 0,0 1 0 0 0,0-1 0 0 0,0 1 0 0 0,0 0 0 0 0,1 2 0 0 0,16 44 40 0 0,-15-38-42 0 0,-1-3-25 0 0,3 10 38 0 0,1 1 1 0 0,12 20-1 0 0,-17-35-43 0 0,0 0-1 0 0,1 0 1 0 0,0 0 0 0 0,0 0-1 0 0,0 0 1 0 0,0 0 0 0 0,0-1-1 0 0,1 1 1 0 0,-1-1 0 0 0,1 1-1 0 0,0-1 1 0 0,-1 0-1 0 0,1 0 1 0 0,0 0 0 0 0,0-1-1 0 0,1 1 1 0 0,-1-1 0 0 0,0 1-1 0 0,4 0 1 0 0,-6-2 18 0 0,1 0 1 0 0,-1-1-1 0 0,1 1 0 0 0,-1 0 0 0 0,0-1 1 0 0,1 1-1 0 0,-1-1 0 0 0,0 1 1 0 0,0-1-1 0 0,1 0 0 0 0,-1 0 0 0 0,0 1 1 0 0,0-1-1 0 0,0 0 0 0 0,0 0 0 0 0,0 0 1 0 0,0 0-1 0 0,0 0 0 0 0,0 0 1 0 0,0-1-1 0 0,-1 1 0 0 0,1 0 0 0 0,1-2 1 0 0,16-35-172 0 0,-15 30 167 0 0,11-29 12 0 0,-10 25 0 0 0,0 0 0 0 0,1 1 0 0 0,0-1 0 0 0,1 1 0 0 0,0 0 0 0 0,1 1 0 0 0,11-15 0 0 0,-18 25 0 0 0,1-1 1 0 0,-1 1-1 0 0,1-1 0 0 0,-1 1 0 0 0,1-1 1 0 0,-1 1-1 0 0,1-1 0 0 0,0 1 1 0 0,-1-1-1 0 0,1 1 0 0 0,0 0 1 0 0,-1 0-1 0 0,1-1 0 0 0,0 1 0 0 0,-1 0 1 0 0,1 0-1 0 0,0 0 0 0 0,0 0 1 0 0,-1-1-1 0 0,1 1 0 0 0,0 0 1 0 0,-1 0-1 0 0,1 1 0 0 0,0-1 0 0 0,0 0 1 0 0,-1 0-1 0 0,2 0 0 0 0,-1 1 2 0 0,1 0-1 0 0,-1 0 1 0 0,0 0-1 0 0,0 0 1 0 0,1 0-1 0 0,-1 0 1 0 0,0 0-1 0 0,0 1 1 0 0,0-1-1 0 0,0 0 1 0 0,-1 1-1 0 0,2 1 1 0 0,17 46 32 0 0,-18-43-32 0 0,2 3-2 0 0,6 20 17 0 0,15 34 0 0 0,-21-56-14 0 0,0 0 0 0 0,1 0 0 0 0,1 0 0 0 0,-1 0 0 0 0,1-1 0 0 0,0 1 0 0 0,0-1 0 0 0,1 0 0 0 0,11 9 0 0 0,-14-14-2 0 0,-1 1 0 0 0,1-1 0 0 0,-1 0 0 0 0,1 0 0 0 0,0 0 0 0 0,0 0 0 0 0,-1-1-1 0 0,1 1 1 0 0,0-1 0 0 0,0 1 0 0 0,0-1 0 0 0,0 0 0 0 0,-1 0 0 0 0,1 0 0 0 0,0-1 0 0 0,0 1 0 0 0,0-1 0 0 0,0 0 0 0 0,-1 1 0 0 0,1-1 0 0 0,0 0 0 0 0,-1-1 0 0 0,1 1-1 0 0,3-2 1 0 0,7-6 8 0 0,0 0 0 0 0,0 0 0 0 0,16-16 0 0 0,-6 5-4 0 0,-17 16-6 0 0,2-3 9 0 0,1 1 1 0 0,-1-1-1 0 0,1 2 0 0 0,1-1 1 0 0,10-3-1 0 0,-18 8-7 0 0,0 0-1 0 0,0 0 1 0 0,0 1-1 0 0,0-1 1 0 0,0 1-1 0 0,1 0 1 0 0,-1-1-1 0 0,0 1 1 0 0,0 0-1 0 0,0 0 1 0 0,1 1-1 0 0,-1-1 1 0 0,0 0-1 0 0,0 1 1 0 0,0-1-1 0 0,0 1 0 0 0,0 0 1 0 0,0 0-1 0 0,0 0 1 0 0,0 0-1 0 0,0 0 1 0 0,0 0-1 0 0,0 0 1 0 0,0 0-1 0 0,-1 1 1 0 0,1-1-1 0 0,0 1 1 0 0,-1 0-1 0 0,1-1 1 0 0,1 4-1 0 0,4 7 12 0 0,0 1-1 0 0,0 1 1 0 0,-1-1-1 0 0,-1 1 1 0 0,-1 0 0 0 0,0 0-1 0 0,3 19 1 0 0,-3-14-3 0 0,1 0-1 0 0,0-1 1 0 0,12 26 0 0 0,-5-20-18 0 0,-5-7-19 0 0,2-1-1 0 0,0 0 0 0 0,14 20 1 0 0,-20-32 23 0 0,0 0 0 0 0,1-1 0 0 0,-1 1 0 0 0,1-1 0 0 0,0 1 0 0 0,0-1 0 0 0,0 0 0 0 0,0-1 0 0 0,1 1 0 0 0,-1-1 0 0 0,1 0 0 0 0,-1 0 0 0 0,1 0 0 0 0,0-1 0 0 0,0 1 0 0 0,9 0 0 0 0,-10-1 7 0 0,-1-1-1 0 0,1 1 1 0 0,0 0-1 0 0,-1 0 1 0 0,1 0 0 0 0,-1 0-1 0 0,0 0 1 0 0,1 1-1 0 0,-1 0 1 0 0,0 0 0 0 0,0 0-1 0 0,0 0 1 0 0,0 0-1 0 0,0 0 1 0 0,0 1 0 0 0,-1 0-1 0 0,1-1 1 0 0,-1 1-1 0 0,0 0 1 0 0,1 0 0 0 0,-2 0-1 0 0,4 7 1 0 0,1 4 12 0 0,-1 1 0 0 0,0 0 0 0 0,-2 0 0 0 0,4 22 0 0 0,-5-21-1 0 0,1 0 0 0 0,10 27 1 0 0,19 24 44 0 0,-30-63-59 0 0,1 0 1 0 0,-1 0 0 0 0,1 0-1 0 0,0-1 1 0 0,0 1 0 0 0,1-1-1 0 0,-1 0 1 0 0,1 1 0 0 0,-1-2-1 0 0,1 1 1 0 0,0 0 0 0 0,0-1-1 0 0,7 3 1 0 0,-8-4 9 0 0,0-1-1 0 0,0 1 1 0 0,0-1-1 0 0,0 0 1 0 0,1 0-1 0 0,-1-1 1 0 0,0 1-1 0 0,0 0 1 0 0,0-1 0 0 0,0 0-1 0 0,0 0 1 0 0,0 0-1 0 0,0 0 1 0 0,0 0-1 0 0,0-1 1 0 0,0 0-1 0 0,-1 1 1 0 0,4-3-1 0 0,-4 2 1 0 0,1 0 0 0 0,-1 1-1 0 0,0-1 1 0 0,1 1-1 0 0,-1-1 1 0 0,1 1 0 0 0,0 0-1 0 0,-1 0 1 0 0,1 1 0 0 0,0-1-1 0 0,0 0 1 0 0,0 1-1 0 0,-1 0 1 0 0,1 0 0 0 0,0 0-1 0 0,0 0 1 0 0,5 0-1 0 0,-6 1-7 0 0,0 0 0 0 0,-1 1-1 0 0,1-1 1 0 0,0 0-1 0 0,-1 0 1 0 0,1 1 0 0 0,-1-1-1 0 0,1 1 1 0 0,-1-1-1 0 0,0 1 1 0 0,0 0 0 0 0,0-1-1 0 0,1 1 1 0 0,-2 0-1 0 0,1 0 1 0 0,0 0 0 0 0,0 0-1 0 0,-1 0 1 0 0,1-1-1 0 0,-1 2 1 0 0,1 3 0 0 0,3 49-3 0 0,-3-40 1 0 0,-2 29 35 0 0,1-19 34 0 0,2 36 1 0 0,-1-56-62 0 0,0 0-1 0 0,-1 0 1 0 0,2 1-1 0 0,-1-1 1 0 0,1-1-1 0 0,-1 1 1 0 0,1 0-1 0 0,0 0 1 0 0,1-1 0 0 0,-1 1-1 0 0,1-1 1 0 0,6 8-1 0 0,-7-10-8 0 0,-1-1 0 0 0,1 1 0 0 0,-1-1 0 0 0,1 1 0 0 0,-1-1-1 0 0,1 0 1 0 0,0 0 0 0 0,0 0 0 0 0,0 0 0 0 0,0 0 0 0 0,0 0 0 0 0,0 0 0 0 0,0-1-1 0 0,0 1 1 0 0,0-1 0 0 0,0 1 0 0 0,0-1 0 0 0,0 0 0 0 0,0 0 0 0 0,0 0 0 0 0,0 0-1 0 0,0 0 1 0 0,3-1 0 0 0,0-1-9 0 0,0 0 0 0 0,0 0 0 0 0,1-1-1 0 0,-2 1 1 0 0,1-1 0 0 0,8-7 0 0 0,8-4-4 0 0,-21 14 15 0 0,1-1 0 0 0,-1 1 0 0 0,0 0 0 0 0,1 0 0 0 0,-1 0 0 0 0,1-1 0 0 0,-1 1 0 0 0,0 0 0 0 0,1 0 0 0 0,-1 0 0 0 0,1 0 0 0 0,-1 0 0 0 0,1 0 0 0 0,-1 0 0 0 0,1 0 0 0 0,-1 0 0 0 0,0 0 0 0 0,1 0 0 0 0,-1 0 0 0 0,1 0 0 0 0,-1 0 0 0 0,1 1 0 0 0,-1-1 0 0 0,0 0 0 0 0,1 0 0 0 0,-1 0 0 0 0,1 1 0 0 0,-1-1 0 0 0,0 0 0 0 0,1 0 0 0 0,-1 1 0 0 0,1 0 0 0 0,8 17 0 0 0,-3 20 0 0 0,-3 30 28 0 0,3 30 55 0 0,-4-88-77 0 0,-1-1 0 0 0,2 1 1 0 0,-1 0-1 0 0,1-1 0 0 0,1 1 0 0 0,-1-1 0 0 0,8 12 0 0 0,-10-20-6 0 0,0 1 0 0 0,-1-1 0 0 0,1 1 0 0 0,0-1-1 0 0,0 0 1 0 0,0 1 0 0 0,0-1 0 0 0,1 0 0 0 0,-1 0 0 0 0,0 0 0 0 0,0 0 0 0 0,1 0-1 0 0,-1 0 1 0 0,0 0 0 0 0,1-1 0 0 0,-1 1 0 0 0,1 0 0 0 0,-1-1 0 0 0,1 1-1 0 0,0-1 1 0 0,-1 1 0 0 0,1-1 0 0 0,-1 0 0 0 0,1 0 0 0 0,0 0 0 0 0,-1 0-1 0 0,1 0 1 0 0,0 0 0 0 0,-1 0 0 0 0,1-1 0 0 0,-1 1 0 0 0,1 0 0 0 0,1-1-1 0 0,5-3 0 0 0,-1 0 0 0 0,0 0-1 0 0,0 0 1 0 0,0-1 0 0 0,10-9-1 0 0,19-11-1 0 0,-35 25 3 0 0,-1-1 0 0 0,1 1 0 0 0,-1 0 0 0 0,1 0 0 0 0,-1 0 0 0 0,1 0 0 0 0,0 0 0 0 0,-1 0 0 0 0,1 0 0 0 0,-1 0 0 0 0,1 0 0 0 0,-1 0 0 0 0,1 0 0 0 0,-1 0 0 0 0,1 0 0 0 0,0 1 0 0 0,-1-1 0 0 0,1 0 0 0 0,-1 0 0 0 0,1 1 0 0 0,-1-1 0 0 0,1 0 0 0 0,-1 0 0 0 0,0 1 0 0 0,1-1 0 0 0,-1 1 0 0 0,1-1 0 0 0,0 1 0 0 0,9 19 0 0 0,-2 22 0 0 0,-8-42 0 0 0,5 72 49 0 0,4 30 95 0 0,-7-90-127 0 0,0 0 0 0 0,1 0-1 0 0,1 0 1 0 0,0 0 0 0 0,10 21 0 0 0,-12-30-19 0 0,-1 0 0 0 0,1 1 1 0 0,0-1-1 0 0,0 0 0 0 0,1 0 1 0 0,-1 0-1 0 0,1 0 0 0 0,-1-1 1 0 0,1 1-1 0 0,0-1 0 0 0,0 0 1 0 0,0 1-1 0 0,0-1 0 0 0,0-1 1 0 0,1 1-1 0 0,-1 0 0 0 0,1-1 1 0 0,-1 0-1 0 0,1 1 0 0 0,-1-2 1 0 0,1 1-1 0 0,0 0 0 0 0,-1-1 1 0 0,1 1-1 0 0,6-1 0 0 0,-3-1-25 0 0,-1 0 0 0 0,0-1-1 0 0,0 1 1 0 0,0-1 0 0 0,0-1 0 0 0,-1 1-1 0 0,1-1 1 0 0,0 0 0 0 0,-1 0 0 0 0,0-1-1 0 0,0 1 1 0 0,0-1 0 0 0,0 0 0 0 0,7-8-1 0 0,32-47-103 0 0,-10 14 133 0 0,-34 45-1 0 0,0 0-1 0 0,0-1 1 0 0,0 1 0 0 0,0 0 0 0 0,0 0-1 0 0,0 0 1 0 0,0 0 0 0 0,0 0-1 0 0,1 0 1 0 0,-1 0 0 0 0,0 0-1 0 0,0-1 1 0 0,0 1 0 0 0,0 0-1 0 0,0 0 1 0 0,0 0 0 0 0,1 0 0 0 0,-1 0-1 0 0,0 0 1 0 0,0 0 0 0 0,0 0-1 0 0,0 0 1 0 0,0 0 0 0 0,1 0-1 0 0,-1 0 1 0 0,0 0 0 0 0,0 0 0 0 0,0 0-1 0 0,0 0 1 0 0,0 0 0 0 0,1 0-1 0 0,-1 0 1 0 0,0 0 0 0 0,0 0-1 0 0,0 0 1 0 0,0 1 0 0 0,0-1-1 0 0,1 0 1 0 0,-1 0 0 0 0,0 0 0 0 0,0 0-1 0 0,0 0 1 0 0,0 0 0 0 0,0 0-1 0 0,0 0 1 0 0,0 1 0 0 0,0-1-1 0 0,0 0 1 0 0,1 0 0 0 0,-1 0-1 0 0,0 0 1 0 0,0 0 0 0 0,0 0 0 0 0,0 1-1 0 0,0-1 1 0 0,4 15 43 0 0,-1 16 14 0 0,-10 73 284 0 0,2-56-245 0 0,3 1-1 0 0,2 0 1 0 0,6 51 0 0 0,-5-92-95 0 0,0-1 0 0 0,1-1 0 0 0,0 1 0 0 0,0 0 1 0 0,1 0-1 0 0,0-1 0 0 0,0 1 0 0 0,7 9 0 0 0,-9-14-15 0 0,0-1-1 0 0,0 0 1 0 0,0 1-1 0 0,0-1 1 0 0,0 0-1 0 0,0 0 0 0 0,1 1 1 0 0,-1-1-1 0 0,0 0 1 0 0,1-1-1 0 0,-1 1 1 0 0,1 0-1 0 0,-1 0 0 0 0,1-1 1 0 0,0 1-1 0 0,-1 0 1 0 0,1-1-1 0 0,-1 0 1 0 0,1 1-1 0 0,0-1 1 0 0,0 0-1 0 0,-1 0 0 0 0,1 0 1 0 0,0 0-1 0 0,-1 0 1 0 0,1 0-1 0 0,0-1 1 0 0,-1 1-1 0 0,1 0 0 0 0,0-1 1 0 0,-1 1-1 0 0,1-1 1 0 0,-1 0-1 0 0,1 0 1 0 0,-1 1-1 0 0,1-1 0 0 0,-1 0 1 0 0,1 0-1 0 0,1-3 1 0 0,4-2-36 0 0,-1 0 0 0 0,1 0 0 0 0,-1-1-1 0 0,7-12 1 0 0,14-13-84 0 0,-27 31 133 0 0,0 1 0 0 0,1 0 0 0 0,-1 0 0 0 0,0-1 0 0 0,0 1 0 0 0,1 0 0 0 0,-1 0 0 0 0,0 0 0 0 0,0-1 0 0 0,1 1 0 0 0,-1 0 0 0 0,0 0 0 0 0,1 0 0 0 0,-1 0-1 0 0,0 0 1 0 0,0 0 0 0 0,1 0 0 0 0,-1 0 0 0 0,0 0 0 0 0,1-1 0 0 0,-1 1 0 0 0,0 0 0 0 0,1 1 0 0 0,-1-1 0 0 0,0 0 0 0 0,1 0 0 0 0,-1 0 0 0 0,0 0 0 0 0,1 0 0 0 0,-1 0 0 0 0,0 0 0 0 0,1 0 0 0 0,-1 0 0 0 0,0 1 0 0 0,0-1 0 0 0,1 0 0 0 0,7 13-2 0 0,0 16 17 0 0,-4 4 129 0 0,-1 56-1 0 0,-3-59-54 0 0,1 0 0 0 0,9 55 0 0 0,-8-76-79 0 0,0-1-1 0 0,0 1 0 0 0,1-1 1 0 0,1 0-1 0 0,-1 0 0 0 0,1 0 1 0 0,1 0-1 0 0,-1-1 1 0 0,1 1-1 0 0,1-1 0 0 0,-1 0 1 0 0,1-1-1 0 0,0 1 0 0 0,8 5 1 0 0,-12-11-11 0 0,0 1 0 0 0,0-1 0 0 0,0 1 0 0 0,0-1 0 0 0,1 0 0 0 0,-1 1 0 0 0,1-1 0 0 0,-1-1 0 0 0,1 1-1 0 0,-1 0 1 0 0,1-1 0 0 0,-1 1 0 0 0,1-1 0 0 0,-1 1 0 0 0,1-1 0 0 0,0 0 0 0 0,-1 0 0 0 0,4-1 0 0 0,1-1-24 0 0,-1 0 0 0 0,1 0 0 0 0,0 0 0 0 0,-1-1 0 0 0,8-4 0 0 0,27-11-112 0 0,-40 18 137 0 0,1 0 1 0 0,-1 0-1 0 0,1 0 0 0 0,-1 0 0 0 0,0 1 0 0 0,1-1 0 0 0,-1 0 1 0 0,1 1-1 0 0,-1-1 0 0 0,0 0 0 0 0,1 1 0 0 0,-1 0 1 0 0,0-1-1 0 0,0 1 0 0 0,0 0 0 0 0,1 0 0 0 0,-1 0 1 0 0,0 0-1 0 0,0 0 0 0 0,0 0 0 0 0,0 0 0 0 0,0 0 1 0 0,0 0-1 0 0,-1 0 0 0 0,1 0 0 0 0,0 0 0 0 0,0 1 0 0 0,-1-1 1 0 0,1 0-1 0 0,-1 1 0 0 0,1 1 0 0 0,15 49 131 0 0,-15-45-84 0 0,6 25 52 0 0,0-1-32 0 0,0 0-1 0 0,24 56 0 0 0,-28-80-66 0 0,0 0 1 0 0,0 0-1 0 0,1-1 0 0 0,0 0 1 0 0,0 1-1 0 0,1-1 1 0 0,0-1-1 0 0,0 1 0 0 0,0-1 1 0 0,0 0-1 0 0,1 0 0 0 0,0 0 1 0 0,0-1-1 0 0,1 0 0 0 0,-1 0 1 0 0,1 0-1 0 0,12 4 0 0 0,-15-8 0 0 0,0 0 0 0 0,0 1 0 0 0,0-1-1 0 0,-1-1 1 0 0,1 1 0 0 0,0-1 0 0 0,0 1-1 0 0,-1-1 1 0 0,1 0 0 0 0,-1-1 0 0 0,1 1 0 0 0,-1 0-1 0 0,1-1 1 0 0,-1 0 0 0 0,0 0 0 0 0,0 0-1 0 0,1 0 1 0 0,-2-1 0 0 0,1 1 0 0 0,0-1 0 0 0,0 1-1 0 0,2-5 1 0 0,6-5 17 0 0,0-1 1 0 0,0 0-1 0 0,13-24 0 0 0,-15 17-17 0 0,-1 1 0 0 0,0-1 0 0 0,-1-1 0 0 0,-1 0 0 0 0,3-26 0 0 0,-2 16 0 0 0,13-39 0 0 0,-12 45 8 0 0,-1 0-1 0 0,-1-1 0 0 0,4-47 0 0 0,-3-81 127 0 0,-4 72-22 0 0,4-129 90 0 0,-1 18 200 0 0,39-255 0 0 0,-1 94 259 0 0,-27 187-578 0 0,-12 135-69 0 0,1 0 0 0 0,1 0-1 0 0,2 1 1 0 0,21-53 0 0 0,-7 36-16 0 0,1 2 1 0 0,36-51-1 0 0,-57 92 0 0 0,23-35-19 0 0,2 1 0 0 0,53-58 1 0 0,-52 67 27 0 0,-22 21-19 0 0,1 1-1 0 0,0-1 1 0 0,0 1 0 0 0,1 1 0 0 0,0 0-1 0 0,1 0 1 0 0,-1 0 0 0 0,1 1-1 0 0,0 1 1 0 0,1 0 0 0 0,10-4 0 0 0,-11 5-3 0 0,0-1-1 0 0,0 0 1 0 0,-1 0 0 0 0,0 0 0 0 0,0-1 0 0 0,-1-1 0 0 0,14-12-1 0 0,-15 12 3 0 0,2 0 0 0 0,-1 0 1 0 0,1 1-1 0 0,0 0 0 0 0,0 1 0 0 0,19-9 0 0 0,-26 13 14 0 0,-1 1 0 0 0,1-1 0 0 0,-1 1 0 0 0,1-1 0 0 0,-1 1 0 0 0,1 0 0 0 0,0-1 0 0 0,-1 1 0 0 0,1 0 0 0 0,-1 0 0 0 0,1 0 0 0 0,0 0 0 0 0,-1 0 0 0 0,1 1 0 0 0,0-1 0 0 0,-1 0 0 0 0,1 1 0 0 0,-1-1 0 0 0,1 1 0 0 0,-1 0 0 0 0,1 0 0 0 0,-1-1 0 0 0,3 3 0 0 0,-2-1-13 0 0,-1 0-1 0 0,0 0 1 0 0,1 0 0 0 0,-1 0 0 0 0,0 0 0 0 0,0 1-1 0 0,0-1 1 0 0,0 0 0 0 0,-1 0 0 0 0,1 1 0 0 0,0-1 0 0 0,-1 1-1 0 0,0-1 1 0 0,1 4 0 0 0,-1 9-53 0 0,-1 0 0 0 0,0 1 1 0 0,-7 28-1 0 0,7-39 88 0 0,-1 5-40 0 0,0-1-1 0 0,1 1 1 0 0,0 0 0 0 0,0-1 0 0 0,1 1 0 0 0,1 0 0 0 0,1 10-1 0 0,-2-17 8 0 0,1-1-1 0 0,0 0 0 0 0,-1 0 0 0 0,1 0 0 0 0,0 0 0 0 0,0 0 0 0 0,0 0 1 0 0,0 0-1 0 0,0-1 0 0 0,1 1 0 0 0,-1 0 0 0 0,0 0 0 0 0,1-1 1 0 0,-1 1-1 0 0,1-1 0 0 0,0 1 0 0 0,0-1 0 0 0,-1 0 0 0 0,1 0 1 0 0,0 0-1 0 0,0 0 0 0 0,0 0 0 0 0,0 0 0 0 0,0 0 0 0 0,0-1 1 0 0,0 1-1 0 0,1-1 0 0 0,-1 1 0 0 0,0-1 0 0 0,0 0 0 0 0,0 0 0 0 0,0 0 1 0 0,1 0-1 0 0,-1 0 0 0 0,0-1 0 0 0,0 1 0 0 0,4-2 0 0 0,-1 1-14 0 0,-1 0-1 0 0,1-1 0 0 0,-1 0 1 0 0,0 0-1 0 0,0 0 0 0 0,0 0 1 0 0,0-1-1 0 0,0 0 0 0 0,0 1 1 0 0,-1-1-1 0 0,1-1 0 0 0,4-4 0 0 0,-4 3 13 0 0,1 1 0 0 0,0-1 0 0 0,1 1 0 0 0,10-7-1 0 0,-15 11 14 0 0,0 0 0 0 0,-1 0 0 0 0,1 0 0 0 0,0 0 0 0 0,0 0-1 0 0,-1 0 1 0 0,1 0 0 0 0,0 0 0 0 0,0 0 0 0 0,-1 0 0 0 0,1 0-1 0 0,0 0 1 0 0,0 0 0 0 0,-1 0 0 0 0,1 1 0 0 0,0-1 0 0 0,-1 0-1 0 0,1 1 1 0 0,0-1 0 0 0,-1 0 0 0 0,1 1 0 0 0,0-1 0 0 0,-1 1 0 0 0,1-1-1 0 0,-1 1 1 0 0,1-1 0 0 0,-1 1 0 0 0,1-1 0 0 0,-1 1 0 0 0,1 0-1 0 0,-1-1 1 0 0,0 1 0 0 0,1 0 0 0 0,-1-1 0 0 0,0 1 0 0 0,0 0-1 0 0,1 0 1 0 0,-1-1 0 0 0,0 1 0 0 0,0 0 0 0 0,0 0 0 0 0,0-1-1 0 0,0 1 1 0 0,0 1 0 0 0,5 38 111 0 0,-5-38-88 0 0,-5 117 259 0 0,-1-2-318 0 0,7-102 54 0 0,0 0 0 0 0,0 0 0 0 0,1-1 1 0 0,1 1-1 0 0,8 23 0 0 0,-10-37-33 0 0,-1 1 0 0 0,1-1 1 0 0,0 0-1 0 0,-1 0 0 0 0,1 0 1 0 0,0 0-1 0 0,0 0 0 0 0,0 0 1 0 0,0 0-1 0 0,0 0 0 0 0,0-1 0 0 0,0 1 1 0 0,0 0-1 0 0,0 0 0 0 0,0-1 1 0 0,0 1-1 0 0,0-1 0 0 0,0 1 1 0 0,1-1-1 0 0,-1 1 0 0 0,0-1 1 0 0,0 0-1 0 0,1 0 0 0 0,-1 1 1 0 0,0-1-1 0 0,0 0 0 0 0,1 0 0 0 0,-1 0 1 0 0,0 0-1 0 0,0-1 0 0 0,1 1 1 0 0,-1 0-1 0 0,0 0 0 0 0,0-1 1 0 0,1 1-1 0 0,-1-1 0 0 0,1 0 1 0 0,0 0-5 0 0,-1 1 1 0 0,0-1 0 0 0,1 1 0 0 0,-1-1 0 0 0,0 1 0 0 0,1 0-1 0 0,-1-1 1 0 0,1 1 0 0 0,-1 0 0 0 0,1 0 0 0 0,-1 0 0 0 0,1 0 0 0 0,-1 0-1 0 0,0 0 1 0 0,1 1 0 0 0,-1-1 0 0 0,1 0 0 0 0,-1 1 0 0 0,0-1-1 0 0,1 1 1 0 0,-1 0 0 0 0,0-1 0 0 0,1 1 0 0 0,-1 0 0 0 0,0 0 0 0 0,0 0-1 0 0,0 0 1 0 0,0 0 0 0 0,0 0 0 0 0,0 0 0 0 0,0 0 0 0 0,0 0-1 0 0,0 0 1 0 0,1 3 0 0 0,2 8 28 0 0,-1 1-1 0 0,0 0 1 0 0,0 0-1 0 0,-1 0 1 0 0,-1 0-1 0 0,0 0 1 0 0,-1 0-1 0 0,-1 0 0 0 0,0 1 1 0 0,-3 13-1 0 0,2-12 2 0 0,0 0 0 0 0,1 0 0 0 0,1-1 0 0 0,1 1 0 0 0,0 0 0 0 0,0 0 0 0 0,6 23 0 0 0,-6-36-13 0 0,0 1 0 0 0,0-1 0 0 0,-1 0 0 0 0,1 1-1 0 0,1-1 1 0 0,-1 0 0 0 0,0 1 0 0 0,0-1 0 0 0,1 0-1 0 0,-1 0 1 0 0,1 0 0 0 0,0 0 0 0 0,0-1 0 0 0,0 1 0 0 0,0 0-1 0 0,0-1 1 0 0,0 1 0 0 0,0-1 0 0 0,0 0 0 0 0,0 0-1 0 0,3 2 1 0 0,-2-3-5 0 0,1 1 0 0 0,-1-1 0 0 0,0 0 0 0 0,0 0 0 0 0,0 0 0 0 0,1 0 0 0 0,-1-1 0 0 0,0 1 0 0 0,0-1 0 0 0,0 0 0 0 0,0 0 0 0 0,0 0-1 0 0,0 0 1 0 0,4-3 0 0 0,9-5-24 0 0,-1-1-1 0 0,0-1 0 0 0,-1 0 1 0 0,20-20-1 0 0,-33 30 32 0 0,18-18 0 0 0,-12 11 0 0 0,0 1 0 0 0,1 0 0 0 0,0 0 0 0 0,12-7 0 0 0,-20 13 3 0 0,1 1 0 0 0,-1 0 0 0 0,1-1 0 0 0,0 1 0 0 0,-1 0 0 0 0,1 0 0 0 0,0-1 0 0 0,-1 1 0 0 0,1 0 0 0 0,0 0 0 0 0,0 0 0 0 0,-1 0 0 0 0,1 0 0 0 0,0 0 0 0 0,-1 0 0 0 0,1 0 1 0 0,0 0-1 0 0,-1 1 0 0 0,1-1 0 0 0,0 0 0 0 0,-1 0 0 0 0,1 1 0 0 0,0-1 0 0 0,-1 0 0 0 0,1 1 0 0 0,0-1 0 0 0,-1 0 0 0 0,1 1 0 0 0,-1-1 0 0 0,1 1 0 0 0,-1-1 0 0 0,1 1 0 0 0,-1-1 0 0 0,0 1 0 0 0,1 0 0 0 0,-1-1 0 0 0,1 1 0 0 0,-1-1 0 0 0,0 1 0 0 0,0 0 0 0 0,1-1 0 0 0,-1 1 0 0 0,0 0 0 0 0,0 0 0 0 0,0-1 0 0 0,0 1 0 0 0,0 0 0 0 0,0-1 0 0 0,0 2 0 0 0,3 39 212 0 0,-3-38-201 0 0,-4 65 355 0 0,-1 21-130 0 0,6-81-227 0 0,-1 0 0 0 0,1 0 0 0 0,1 0 0 0 0,-1 0 0 0 0,1 0 0 0 0,1 0 0 0 0,-1-1 0 0 0,7 13 0 0 0,-8-19-12 0 0,0 0 0 0 0,0 1 0 0 0,0-1 0 0 0,-1 0 0 0 0,1 0 0 0 0,0 0 0 0 0,0 0 0 0 0,1 0 0 0 0,-1 0 0 0 0,0 0 0 0 0,0 0 0 0 0,0-1 0 0 0,1 1 0 0 0,-1 0 0 0 0,0-1-1 0 0,1 1 1 0 0,-1-1 0 0 0,1 1 0 0 0,-1-1 0 0 0,0 0 0 0 0,1 1 0 0 0,-1-1 0 0 0,1 0 0 0 0,-1 0 0 0 0,1 0 0 0 0,-1 0 0 0 0,1 0 0 0 0,-1-1 0 0 0,0 1 0 0 0,1 0 0 0 0,-1-1 0 0 0,1 1-1 0 0,-1-1 1 0 0,0 1 0 0 0,1-1 0 0 0,1-1 0 0 0,6-3-9 0 0,0 0 0 0 0,0-1-1 0 0,0-1 1 0 0,8-7 0 0 0,-3 3-15 0 0,-13 11 24 0 0,-1-1-1 0 0,1 1 1 0 0,-1-1-1 0 0,1 1 0 0 0,-1 0 1 0 0,1-1-1 0 0,-1 1 0 0 0,1 0 1 0 0,0 0-1 0 0,-1-1 0 0 0,1 1 1 0 0,0 0-1 0 0,-1 0 1 0 0,1 0-1 0 0,-1 0 0 0 0,1 0 1 0 0,0 0-1 0 0,-1 0 0 0 0,1 0 1 0 0,0 0-1 0 0,-1 0 1 0 0,1 0-1 0 0,0 0 0 0 0,-1 0 1 0 0,1 0-1 0 0,-1 1 0 0 0,1-1 1 0 0,0 0-1 0 0,0 1 1 0 0,0 0-2 0 0,0 0 0 0 0,0 0 1 0 0,0 1-1 0 0,0-1 0 0 0,0 0 1 0 0,0 1-1 0 0,-1-1 1 0 0,1 0-1 0 0,0 1 0 0 0,-1-1 1 0 0,2 4-1 0 0,4 39 40 0 0,-8 60-10 0 0,-1-76-3 0 0,2 0 1 0 0,2 1-1 0 0,0-1 0 0 0,10 53 0 0 0,-10-78-32 0 0,-1 0 0 0 0,1 0 0 0 0,0-1-1 0 0,0 1 1 0 0,0 0 0 0 0,0 0 0 0 0,1 0 0 0 0,-1-1 0 0 0,1 1 0 0 0,0 0 0 0 0,-1-1 0 0 0,1 0 0 0 0,0 1 0 0 0,0-1 0 0 0,1 0-1 0 0,-1 0 1 0 0,0 0 0 0 0,1 0 0 0 0,-1-1 0 0 0,1 1 0 0 0,0-1 0 0 0,0 1 0 0 0,5 1 0 0 0,-4-3-29 0 0,0 1-1 0 0,0-1 1 0 0,0 0 0 0 0,0 0 0 0 0,0-1 0 0 0,-1 1-1 0 0,1-1 1 0 0,0 0 0 0 0,0 0 0 0 0,0 0 0 0 0,-1-1 0 0 0,1 1-1 0 0,-1-1 1 0 0,1 0 0 0 0,-1 0 0 0 0,0 0 0 0 0,1-1-1 0 0,2-2 1 0 0,-3 3 14 0 0,1-2 6 0 0,0 1 0 0 0,0 0-1 0 0,1 0 1 0 0,-1 0-1 0 0,1 1 1 0 0,8-4-1 0 0,-12 5 18 0 0,-1 1 0 0 0,1 0-1 0 0,0 0 1 0 0,0 0 0 0 0,-1 0-1 0 0,1 0 1 0 0,0 0 0 0 0,-1 0-1 0 0,1 0 1 0 0,0 0 0 0 0,-1 0 0 0 0,1 0-1 0 0,0 1 1 0 0,0-1 0 0 0,-1 0-1 0 0,1 0 1 0 0,-1 1 0 0 0,1-1-1 0 0,0 0 1 0 0,-1 1 0 0 0,1-1-1 0 0,0 1 1 0 0,0 1-1 0 0,0-1 1 0 0,0 1-1 0 0,0-1 0 0 0,0 1 0 0 0,0-1 1 0 0,-1 1-1 0 0,1-1 0 0 0,-1 1 1 0 0,1 0-1 0 0,-1-1 0 0 0,1 1 0 0 0,-1 0 1 0 0,0 2-1 0 0,2 81 159 0 0,-3-69-114 0 0,0 0 0 0 0,2 0 0 0 0,0 0-1 0 0,0 0 1 0 0,2 0 0 0 0,0 0 0 0 0,8 26-1 0 0,-10-40-46 0 0,0 0-1 0 0,0 1 1 0 0,0-1-1 0 0,1 0 1 0 0,-1 0-1 0 0,1 0 0 0 0,-1 0 1 0 0,1 0-1 0 0,-1-1 1 0 0,1 1-1 0 0,0 0 1 0 0,0-1-1 0 0,0 1 0 0 0,0-1 1 0 0,0 0-1 0 0,0 0 1 0 0,0 0-1 0 0,0 0 1 0 0,1 0-1 0 0,-1 0 1 0 0,0 0-1 0 0,1-1 0 0 0,-1 1 1 0 0,1-1-1 0 0,2 1 1 0 0,5-2-18 0 0,0 1 1 0 0,0-1-1 0 0,0-1 0 0 0,0 0 1 0 0,10-3-1 0 0,-10 2 8 0 0,0 1 0 0 0,0 0 0 0 0,14-1 0 0 0,12 5-18 0 0,-26-1 42 0 0,0-1-1 0 0,-1 0 1 0 0,1 0 0 0 0,11-2 0 0 0,-17 1-15 0 0,0 0 0 0 0,0-1-1 0 0,0 1 1 0 0,0-1 0 0 0,0 0 0 0 0,0 0 0 0 0,-1 0-1 0 0,1 0 1 0 0,-1 0 0 0 0,1-1 0 0 0,-1 0 0 0 0,0 0-1 0 0,3-4 1 0 0,2-2 14 0 0,-1-1 0 0 0,-1 0 1 0 0,9-19-1 0 0,-12 22 61 0 0,1-1 1 0 0,0 1 0 0 0,0 0-1 0 0,0 0 1 0 0,1 0 0 0 0,0 1-1 0 0,1 0 1 0 0,-1 0-1 0 0,12-10 1 0 0,-16 16-110 0 0,1-1 0 0 0,-1 1 1 0 0,0-1-1 0 0,0 1 0 0 0,1-1 0 0 0,-1 1 0 0 0,0 0 1 0 0,1 0-1 0 0,-1 0 0 0 0,0 0 0 0 0,1 0 0 0 0,-1 0 1 0 0,0 0-1 0 0,1 0 0 0 0,-1 0 0 0 0,0 1 0 0 0,0-1 0 0 0,1 1 1 0 0,-1-1-1 0 0,0 1 0 0 0,2 0 0 0 0,-1 0 40 0 0,-1 0 1 0 0,1-1-1 0 0,-1 1 0 0 0,1-1 0 0 0,-1 1 0 0 0,1-1 0 0 0,0 0 0 0 0,-1 1 1 0 0,1-1-1 0 0,0 0 0 0 0,-1 0 0 0 0,1 0 0 0 0,0 0 0 0 0,-1 0 1 0 0,1-1-1 0 0,0 1 0 0 0,-1-1 0 0 0,1 1 0 0 0,1-1 0 0 0,3-3-10 0 0,0 1-1 0 0,-1-1 0 0 0,1 0 1 0 0,-1 0-1 0 0,0-1 1 0 0,0 0-1 0 0,-1 0 1 0 0,1 0-1 0 0,5-8 0 0 0,30-59 81 0 0,-31 54-53 0 0,0 0 0 0 0,18-23 1 0 0,-18 28-32 0 0,1 1 1 0 0,1 0-1 0 0,0 0 1 0 0,1 1 0 0 0,16-12-1 0 0,-25 21 13 0 0,-1 0 0 0 0,1 1 0 0 0,0-1 0 0 0,0 1 0 0 0,0-1 0 0 0,0 1 0 0 0,0 0 0 0 0,0 0 0 0 0,0 0 0 0 0,0 1 0 0 0,0-1-1 0 0,1 1 1 0 0,-1 0 0 0 0,0 0 0 0 0,0 0 0 0 0,0 0 0 0 0,1 0 0 0 0,-1 1 0 0 0,0-1 0 0 0,0 1 0 0 0,0 0 0 0 0,0 0 0 0 0,0 0 0 0 0,0 0 0 0 0,0 1-1 0 0,0-1 1 0 0,0 1 0 0 0,-1 0 0 0 0,1 0 0 0 0,-1 0 0 0 0,1 0 0 0 0,4 5 0 0 0,4 5-3 0 0,-1 1 1 0 0,0 0-1 0 0,13 23 1 0 0,-19-27 52 0 0,1-1 0 0 0,0 1 0 0 0,0-1 0 0 0,1 0 1 0 0,0-1-1 0 0,1 1 0 0 0,0-1 0 0 0,0-1 0 0 0,0 1 0 0 0,1-1 1 0 0,0 0-1 0 0,0-1 0 0 0,11 6 0 0 0,-10-7-106 0 0,0 1 0 0 0,0 0 0 0 0,0 0 0 0 0,-1 1 0 0 0,0 0 0 0 0,0 1 0 0 0,0-1 0 0 0,-1 2 0 0 0,0-1 0 0 0,6 9 0 0 0,-4-2 26 0 0,0 0 0 0 0,0 1 0 0 0,-1 0 0 0 0,-1 0 0 0 0,7 24 0 0 0,0 11 105 0 0,-3 1 1 0 0,9 99-1 0 0,-19-136-62 0 0,0-6 2 0 0,1 12-23 0 0,0 0 0 0 0,9 30 0 0 0,-9-43 5 0 0,1-1 0 0 0,-1 0-1 0 0,1 1 1 0 0,0-1 0 0 0,1 0-1 0 0,0 0 1 0 0,0-1-1 0 0,0 1 1 0 0,0-1 0 0 0,1 0-1 0 0,6 5 1 0 0,-5-5 2 0 0,-1 0 1 0 0,1 0-1 0 0,0 1 0 0 0,-1 0 1 0 0,0 0-1 0 0,-1 0 0 0 0,0 1 1 0 0,1 0-1 0 0,-2 0 0 0 0,1 0 1 0 0,-1 0-1 0 0,0 0 0 0 0,-1 0 1 0 0,0 1-1 0 0,0 0 0 0 0,0-1 1 0 0,-1 1-1 0 0,0 0 0 0 0,-1 0 1 0 0,0-1-1 0 0,0 1 0 0 0,-1 9 1 0 0,-12 96-36 0 0,6-72 30 0 0,2 1 1 0 0,2 0 0 0 0,2 0-1 0 0,5 55 1 0 0,-2-87-18 0 0,0-1 0 0 0,0 0 0 0 0,1 0 0 0 0,1 0 0 0 0,-1 0 0 0 0,1 0 0 0 0,1 0 0 0 0,5 8 0 0 0,-9-15 11 0 0,0 0 0 0 0,1 0 0 0 0,-1 0 0 0 0,1 0 1 0 0,-1 0-1 0 0,1-1 0 0 0,-1 1 0 0 0,1-1 1 0 0,0 1-1 0 0,0-1 0 0 0,0 0 0 0 0,0 1 0 0 0,0-1 1 0 0,0 0-1 0 0,0 0 0 0 0,0-1 0 0 0,0 1 1 0 0,0 0-1 0 0,1-1 0 0 0,-1 1 0 0 0,0-1 0 0 0,1 0 1 0 0,-1 0-1 0 0,0 1 0 0 0,0-2 0 0 0,1 1 1 0 0,-1 0-1 0 0,0 0 0 0 0,1-1 0 0 0,-1 1 0 0 0,0-1 1 0 0,0 0-1 0 0,0 0 0 0 0,1 0 0 0 0,-1 0 1 0 0,0 0-1 0 0,0 0 0 0 0,2-2 0 0 0,25-25-212 0 0,-25 23 210 0 0,-1 1-1 0 0,1 0 1 0 0,0 0 0 0 0,0 0 0 0 0,1 1 0 0 0,-1-1-1 0 0,9-4 1 0 0,-12 8 16 0 0,0 0 0 0 0,-1-1-1 0 0,1 1 1 0 0,0 0 0 0 0,0-1 0 0 0,0 1-1 0 0,0 0 1 0 0,0 0 0 0 0,0 0 0 0 0,0 0-1 0 0,-1 0 1 0 0,1 0 0 0 0,0 0 0 0 0,0 0-1 0 0,0 0 1 0 0,0 0 0 0 0,0 1 0 0 0,0-1-1 0 0,-1 0 1 0 0,1 1 0 0 0,0-1 0 0 0,0 0-1 0 0,0 1 1 0 0,-1-1 0 0 0,2 1 0 0 0,-1 1 5 0 0,0-1 0 0 0,1 1 0 0 0,-1-1 0 0 0,0 1 0 0 0,-1-1 0 0 0,1 1 0 0 0,0 0 0 0 0,0-1 0 0 0,-1 1 1 0 0,1 0-1 0 0,0 3 0 0 0,0 5 29 0 0,1 0 0 0 0,-2 1 0 0 0,0 14 1 0 0,0-22-35 0 0,-2 26 32 0 0,1-3 118 0 0,1-1 0 0 0,5 49 1 0 0,-4-65-127 0 0,1 0 0 0 0,1 0 0 0 0,0 0 0 0 0,0 0 0 0 0,0-1 0 0 0,1 0 1 0 0,1 1-1 0 0,-1-1 0 0 0,1-1 0 0 0,1 1 0 0 0,10 11 0 0 0,-12-14-25 0 0,0-1 0 0 0,0-1-1 0 0,0 1 1 0 0,1-1-1 0 0,-1 1 1 0 0,1-1 0 0 0,0 0-1 0 0,0-1 1 0 0,0 1-1 0 0,0-1 1 0 0,0 0-1 0 0,1 0 1 0 0,-1-1 0 0 0,0 0-1 0 0,1 0 1 0 0,10 1-1 0 0,-8-2 2 0 0,0-1 0 0 0,0 0-1 0 0,-1 0 1 0 0,1-1 0 0 0,0 0-1 0 0,0 0 1 0 0,-1-1 0 0 0,1 0-1 0 0,-1 0 1 0 0,0-1 0 0 0,9-5-1 0 0,-15 7 2 0 0,1 1 0 0 0,0 0 0 0 0,-1 0 0 0 0,1 0 0 0 0,0 0 0 0 0,0 0 0 0 0,0 0-1 0 0,0 0 1 0 0,0 1 0 0 0,0-1 0 0 0,0 1 0 0 0,0-1 0 0 0,0 1 0 0 0,0 0 0 0 0,0 0-1 0 0,0 0 1 0 0,0 0 0 0 0,1 0 0 0 0,-1 1 0 0 0,0-1 0 0 0,0 0 0 0 0,0 1 0 0 0,0 0 0 0 0,0-1-1 0 0,0 1 1 0 0,0 0 0 0 0,-1 0 0 0 0,1 0 0 0 0,0 0 0 0 0,0 0 0 0 0,-1 1 0 0 0,4 2-1 0 0,1 3 0 0 0,-1 1-1 0 0,1 0 0 0 0,-2 1 1 0 0,1-1-1 0 0,-1 1 0 0 0,4 10 1 0 0,16 30 214 0 0,-20-44-196 0 0,0 0-1 0 0,0-1 0 0 0,0 0 1 0 0,0 0-1 0 0,1 0 1 0 0,0 0-1 0 0,0-1 1 0 0,0 1-1 0 0,0-1 0 0 0,0 0 1 0 0,1-1-1 0 0,-1 0 1 0 0,1 1-1 0 0,7 0 1 0 0,-10-2-23 0 0,0-1 0 0 0,0 1 1 0 0,0-1-1 0 0,0 0 1 0 0,0 0-1 0 0,0 0 0 0 0,0 0 1 0 0,1-1-1 0 0,-1 1 0 0 0,0-1 1 0 0,0 0-1 0 0,0 0 1 0 0,-1 0-1 0 0,1 0 0 0 0,0-1 1 0 0,0 1-1 0 0,-1-1 0 0 0,1 1 1 0 0,0-1-1 0 0,-1 0 1 0 0,0 0-1 0 0,1 0 0 0 0,-1 0 1 0 0,0-1-1 0 0,0 1 0 0 0,0-1 1 0 0,-1 1-1 0 0,1-1 0 0 0,1-2 1 0 0,21-44-37 0 0,29-88 0 0 0,-25 61 112 0 0,81-288-48 0 0,-76 239-30 0 0,71-341 557 0 0,32-387-233 0 0,-82 450-321 0 0,-22 139 128 0 0,-22 181-117 0 0,-9 54-11 0 0,2 0 0 0 0,2 1 0 0 0,0 0 0 0 0,2 0 0 0 0,1 1 0 0 0,11-29 0 0 0,-18 54-2 0 0,0 0 0 0 0,0 0 0 0 0,0 0 0 0 0,0 0 0 0 0,0 1 0 0 0,0-1 0 0 0,0 0 0 0 0,0 0 0 0 0,1 1 0 0 0,-1-1 0 0 0,1 1 0 0 0,-1-1 0 0 0,1 1 0 0 0,0-1 0 0 0,-1 1 0 0 0,1 0 0 0 0,0 0 0 0 0,0 0 0 0 0,0 0 0 0 0,3-1 0 0 0,-3 2 0 0 0,0 1 0 0 0,-1-1-1 0 0,1 1 1 0 0,0-1-1 0 0,0 1 1 0 0,0-1 0 0 0,0 1-1 0 0,-1 0 1 0 0,1 0 0 0 0,0 0-1 0 0,-1 0 1 0 0,1 0-1 0 0,-1 0 1 0 0,1 0 0 0 0,-1 1-1 0 0,1-1 1 0 0,-1 1-1 0 0,0-1 1 0 0,0 1 0 0 0,0-1-1 0 0,0 1 1 0 0,0 0-1 0 0,1 2 1 0 0,7 12-86 0 0,-1 1 0 0 0,-1 0 0 0 0,-1 1 0 0 0,0 0 0 0 0,-1 0 0 0 0,-1 0 0 0 0,3 38 0 0 0,-2-23-48 0 0,10 38 0 0 0,-12-60 115 0 0,1 0 0 0 0,0 0 1 0 0,1-1-1 0 0,0 0 0 0 0,0 0 1 0 0,1 0-1 0 0,10 13 1 0 0,-14-21-4 0 0,0 0 0 0 0,-1 0 1 0 0,1 0-1 0 0,0-1 1 0 0,0 1-1 0 0,0 0 1 0 0,0-1-1 0 0,1 1 0 0 0,-1-1 1 0 0,0 0-1 0 0,1 0 1 0 0,-1 0-1 0 0,1 0 1 0 0,-1 0-1 0 0,1-1 0 0 0,-1 1 1 0 0,1-1-1 0 0,-1 1 1 0 0,1-1-1 0 0,0 0 1 0 0,-1 0-1 0 0,1 0 0 0 0,0-1 1 0 0,-1 1-1 0 0,1 0 1 0 0,-1-1-1 0 0,1 0 1 0 0,-1 0-1 0 0,1 0 0 0 0,-1 0 1 0 0,1 0-1 0 0,-1 0 1 0 0,2-2-1 0 0,9-4-46 0 0,-2-2-1 0 0,1 1 1 0 0,-1-1-1 0 0,16-18 1 0 0,-22 21 39 0 0,-4 6 32 0 0,-1 0-1 0 0,0-1 0 0 0,0 1 0 0 0,1 0 1 0 0,-1-1-1 0 0,0 1 0 0 0,1 0 1 0 0,-1 0-1 0 0,0-1 0 0 0,1 1 0 0 0,-1 0 1 0 0,0 0-1 0 0,1 0 0 0 0,-1 0 0 0 0,1-1 1 0 0,-1 1-1 0 0,0 0 0 0 0,1 0 1 0 0,-1 0-1 0 0,1 0 0 0 0,-1 0 0 0 0,0 0 1 0 0,1 0-1 0 0,-1 0 0 0 0,1 0 1 0 0,-1 0-1 0 0,0 0 0 0 0,1 0 0 0 0,-1 0 1 0 0,1 1-1 0 0,-1-1 0 0 0,0 0 0 0 0,1 0 1 0 0,-1 0-1 0 0,0 0 0 0 0,1 1 1 0 0,-1-1-1 0 0,0 0 0 0 0,1 0 0 0 0,-1 1 1 0 0,11 21 24 0 0,0 32 18 0 0,-11-51-43 0 0,4 24-22 0 0,0-1 0 0 0,2 1 0 0 0,1-1 0 0 0,2 0 1 0 0,21 46-1 0 0,-26-64 11 0 0,1 0 1 0 0,0 0 0 0 0,0 0 0 0 0,1-1-1 0 0,0 0 1 0 0,0 0 0 0 0,1-1 0 0 0,0 0-1 0 0,9 7 1 0 0,-11-10 5 0 0,1 0 1 0 0,-1 0-1 0 0,1 0 0 0 0,0-1 0 0 0,0 0 1 0 0,0 0-1 0 0,0-1 0 0 0,1 1 0 0 0,-1-1 1 0 0,0 0-1 0 0,1-1 0 0 0,-1 0 0 0 0,1 0 1 0 0,9-1-1 0 0,10-5-41 0 0,-20 5 30 0 0,0-1-1 0 0,0 1 1 0 0,0 0-1 0 0,-1 0 1 0 0,1 1-1 0 0,12 0 1 0 0,-16 1 14 0 0,-1-1 0 0 0,1 1 0 0 0,-1-1 0 0 0,0 1 1 0 0,1-1-1 0 0,-1 1 0 0 0,0 0 0 0 0,1 0 0 0 0,-1 0 0 0 0,0 0 0 0 0,0 0 0 0 0,0 0 1 0 0,1 0-1 0 0,-1 0 0 0 0,-1 0 0 0 0,1 1 0 0 0,0-1 0 0 0,0 0 0 0 0,0 1 0 0 0,-1-1 1 0 0,1 0-1 0 0,0 1 0 0 0,-1-1 0 0 0,1 1 0 0 0,-1-1 0 0 0,0 1 0 0 0,0-1 1 0 0,1 1-1 0 0,-1-1 0 0 0,0 1 0 0 0,0-1 0 0 0,-1 3 0 0 0,1 26 16 0 0,-7 56 0 0 0,3-64-10 0 0,2 1 0 0 0,0-1 1 0 0,2 0-1 0 0,0 0 0 0 0,4 23 1 0 0,-4-42-10 0 0,1 0 0 0 0,-1 0 0 0 0,1 0 0 0 0,0 0 1 0 0,0 0-1 0 0,0 0 0 0 0,1-1 0 0 0,-1 1 1 0 0,0 0-1 0 0,1-1 0 0 0,0 1 0 0 0,-1-1 1 0 0,1 1-1 0 0,0-1 0 0 0,1 0 0 0 0,3 4 1 0 0,-4-5-7 0 0,1 0 0 0 0,-1 0 0 0 0,1 0 1 0 0,-1 0-1 0 0,1 0 0 0 0,0-1 1 0 0,-1 1-1 0 0,1-1 0 0 0,0 0 1 0 0,-1 1-1 0 0,1-1 0 0 0,0 0 0 0 0,-1-1 1 0 0,1 1-1 0 0,4-1 0 0 0,8-4-46 0 0,0 0 0 0 0,-1-1 0 0 0,1 0 0 0 0,-1-1-1 0 0,17-12 1 0 0,0 2 15 0 0,-26 14 42 0 0,0 0-1 0 0,1 1 0 0 0,-1 0 1 0 0,1 0-1 0 0,-1 0 1 0 0,11-1-1 0 0,-14 3 2 0 0,-1 0-1 0 0,1 0 1 0 0,-1 0-1 0 0,0 0 1 0 0,1 0 0 0 0,-1 0-1 0 0,0 1 1 0 0,1-1-1 0 0,-1 1 1 0 0,0-1-1 0 0,0 1 1 0 0,1-1-1 0 0,-1 1 1 0 0,0 0-1 0 0,0 0 1 0 0,0 0-1 0 0,0-1 1 0 0,0 1-1 0 0,0 0 1 0 0,0 0-1 0 0,0 0 1 0 0,0 0-1 0 0,-1 1 1 0 0,1-1-1 0 0,0 0 1 0 0,0 0 0 0 0,-1 0-1 0 0,1 1 1 0 0,-1-1-1 0 0,0 0 1 0 0,1 1-1 0 0,-1-1 1 0 0,0 0-1 0 0,1 3 1 0 0,0 8 49 0 0,1 0 0 0 0,-2 1-1 0 0,-1 22 1 0 0,1 33 232 0 0,1-64-272 0 0,-1 0 1 0 0,1 0-1 0 0,0 0 0 0 0,0 0 1 0 0,1 0-1 0 0,-1-1 0 0 0,1 1 0 0 0,0 0 1 0 0,0-1-1 0 0,0 1 0 0 0,0-1 1 0 0,1 1-1 0 0,3 3 0 0 0,-5-6-10 0 0,1 1 0 0 0,0 0 0 0 0,0 0 0 0 0,0-1 0 0 0,0 1 0 0 0,0-1 0 0 0,0 0 0 0 0,0 0 0 0 0,0 0 0 0 0,1 0 0 0 0,-1 0 0 0 0,0 0 0 0 0,1 0 0 0 0,-1-1 0 0 0,1 1 0 0 0,-1-1 0 0 0,1 0 0 0 0,-1 0 0 0 0,1 0 0 0 0,3 0 0 0 0,1-2 0 0 0,-1 1 0 0 0,1-2 0 0 0,-1 1 0 0 0,0-1 0 0 0,12-6 0 0 0,-14 6 0 0 0,0 1 0 0 0,0-1 0 0 0,0 1 0 0 0,0 0 0 0 0,1 0 0 0 0,-1 1 0 0 0,1-1 0 0 0,0 1 0 0 0,-1 0 0 0 0,1 0 0 0 0,0 1 0 0 0,-1-1 0 0 0,10 2 0 0 0,-12-1 7 0 0,0 1-1 0 0,-1 0 1 0 0,1 0-1 0 0,-1 0 0 0 0,1 0 1 0 0,-1 0-1 0 0,1 1 1 0 0,-1-1-1 0 0,0 0 1 0 0,1 1-1 0 0,-1-1 0 0 0,0 1 1 0 0,0-1-1 0 0,0 1 1 0 0,0-1-1 0 0,0 1 1 0 0,0 0-1 0 0,-1 0 1 0 0,1-1-1 0 0,-1 1 0 0 0,1 0 1 0 0,0 3-1 0 0,7 48 199 0 0,-8-45-188 0 0,3 27 40 0 0,1 0 0 0 0,1 0-1 0 0,2 0 1 0 0,2 0 0 0 0,1-1 0 0 0,25 56 0 0 0,-26-75-61 0 0,1-1-1 0 0,0 0 1 0 0,2-1-1 0 0,-1 0 1 0 0,1 0-1 0 0,1-2 1 0 0,1 1-1 0 0,-1-2 1 0 0,18 11-1 0 0,-14-9 0 0 0,0 0-1 0 0,-1 1 0 0 0,0 1 0 0 0,-1 1 0 0 0,25 30 0 0 0,-22-14 45 0 0,0 1-1 0 0,-3 0 0 0 0,15 41 1 0 0,-18-40-26 0 0,2 0 1 0 0,2-1 0 0 0,21 34-1 0 0,-27-52-10 0 0,0 0 0 0 0,1-1 0 0 0,1 0 0 0 0,0-1 0 0 0,1 0 0 0 0,0-1 0 0 0,0 0 0 0 0,1-1 0 0 0,1 0 1 0 0,22 10-1 0 0,-27-16 1 0 0,-1 0 1 0 0,0-1 0 0 0,1 0-1 0 0,0-1 1 0 0,-1 0 0 0 0,1 0 0 0 0,0-1-1 0 0,0 0 1 0 0,0-1 0 0 0,0 0 0 0 0,0-1-1 0 0,0 0 1 0 0,0 0 0 0 0,0-1 0 0 0,0 0-1 0 0,-1-1 1 0 0,1 0 0 0 0,-1-1 0 0 0,12-6-1 0 0,-3-1 28 0 0,0-1-1 0 0,-1-1 0 0 0,-1-1 0 0 0,0-1 0 0 0,-1 0 1 0 0,27-34-1 0 0,-27 32 62 0 0,-7 8-59 0 0,0 0-1 0 0,1 1 1 0 0,1 1-1 0 0,19-14 1 0 0,-24 18-13 0 0,0 0 0 0 0,0 0 0 0 0,0 1 0 0 0,1 0 0 0 0,-1-1 0 0 0,1 2 0 0 0,0-1 0 0 0,0 1 0 0 0,-1 0 0 0 0,1 0 0 0 0,0 0 0 0 0,6 1 0 0 0,-8 1-19 0 0,0 0 1 0 0,0 0 0 0 0,0 0 0 0 0,0 1 0 0 0,0-1 0 0 0,-1 1 0 0 0,1 0 0 0 0,-1 0 0 0 0,1 1-1 0 0,-1-1 1 0 0,0 1 0 0 0,0 0 0 0 0,0-1 0 0 0,0 1 0 0 0,0 1 0 0 0,2 3 0 0 0,7 10 15 0 0,-1 0 0 0 0,10 20 1 0 0,-7-10 10 0 0,14 25 10 0 0,-2 2-1 0 0,-3 0 1 0 0,-2 2 0 0 0,20 86-1 0 0,-30-103-61 0 0,1-1-1 0 0,1 1 0 0 0,3-2 0 0 0,22 41 1 0 0,-34-71 24 0 0,0-1 1 0 0,0 1-1 0 0,1-1 1 0 0,0 0-1 0 0,0 0 1 0 0,0-1-1 0 0,0 1 0 0 0,1-1 1 0 0,0 0-1 0 0,0-1 1 0 0,0 0-1 0 0,1 0 1 0 0,0 0-1 0 0,0 0 1 0 0,0-1-1 0 0,0 0 1 0 0,0-1-1 0 0,0 0 1 0 0,1 0-1 0 0,-1 0 1 0 0,1-1-1 0 0,-1 0 1 0 0,1-1-1 0 0,0 1 1 0 0,-1-2-1 0 0,12 0 1 0 0,-3-1-7 0 0,0 2 1 0 0,0 0-1 0 0,0 1 1 0 0,0 1-1 0 0,0 0 1 0 0,-1 1 0 0 0,1 1-1 0 0,-1 0 1 0 0,1 1-1 0 0,-1 1 1 0 0,23 12-1 0 0,-28-13 1 0 0,1-1 0 0 0,-1 1 0 0 0,1-2 0 0 0,0 1 1 0 0,0-2-1 0 0,0 1 0 0 0,0-1 0 0 0,1-1 0 0 0,-1 0 0 0 0,1-1 0 0 0,-1 0 0 0 0,0-1 0 0 0,1 0 0 0 0,-1 0 0 0 0,0-2 0 0 0,0 1 0 0 0,0-1 0 0 0,0-1 0 0 0,0 0 0 0 0,-1 0 0 0 0,1-1 0 0 0,-1-1 0 0 0,0 0 1 0 0,15-12-1 0 0,4-4-51 0 0,-18 15 54 0 0,0-1-1 0 0,0-1 0 0 0,-1 0 1 0 0,0 0-1 0 0,-1-1 1 0 0,0 0-1 0 0,0-1 0 0 0,-1 0 1 0 0,0 0-1 0 0,10-21 1 0 0,-7 1 45 0 0,0-1 1 0 0,-2 0 0 0 0,-2-1 0 0 0,5-38 0 0 0,2-136-81 0 0,-6 63 125 0 0,2 32-31 0 0,10-143-38 0 0,-19 183-22 0 0,-10-113 1 0 0,-6-5 1 0 0,8-1 0 0 0,29-304 0 0 0,-15 410 34 0 0,17-159-16 0 0,-16 190-5 0 0,2 0-1 0 0,26-75 1 0 0,-33 120-3 0 0,0 0-1 0 0,0 0 0 0 0,1 1 1 0 0,1-1-1 0 0,-1 1 0 0 0,7-8 0 0 0,-9 14-12 0 0,0 0 0 0 0,-1 0 0 0 0,1 0-1 0 0,0 1 1 0 0,0-1 0 0 0,0 1-1 0 0,0-1 1 0 0,0 1 0 0 0,1 0 0 0 0,-1 0-1 0 0,0 0 1 0 0,1 0 0 0 0,-1 0 0 0 0,0 1-1 0 0,1-1 1 0 0,-1 1 0 0 0,1-1-1 0 0,-1 1 1 0 0,1 0 0 0 0,-1 0 0 0 0,1 0-1 0 0,-1 0 1 0 0,1 0 0 0 0,-1 1 0 0 0,1-1-1 0 0,-1 1 1 0 0,4 1 0 0 0,3 2-17 0 0,1 0 1 0 0,-1 0 0 0 0,0 1-1 0 0,0 1 1 0 0,0-1 0 0 0,-1 2-1 0 0,0-1 1 0 0,0 1 0 0 0,-1 0 0 0 0,0 0-1 0 0,0 1 1 0 0,0 0 0 0 0,-1 1-1 0 0,-1-1 1 0 0,10 18 0 0 0,2 11-40 0 0,0 1 1 0 0,17 63 0 0 0,-30-87 28 0 0,4 18 3 0 0,-2 1 1 0 0,-1-1-1 0 0,-1 1 0 0 0,-2 0 0 0 0,-4 50 0 0 0,3 25-131 0 0,-1-105 150 0 0,0 0 0 0 0,0 0 0 0 0,0 0 0 0 0,1 0 0 0 0,-1 0 0 0 0,1 0 0 0 0,0 0 0 0 0,0 0 0 0 0,0 0 0 0 0,0 0 0 0 0,1 0 0 0 0,-1-1 0 0 0,1 1 0 0 0,-1 0 0 0 0,1-1 0 0 0,0 0 0 0 0,0 1 0 0 0,4 3 0 0 0,-4-5-18 0 0,0 0-1 0 0,1 0 0 0 0,-1 0 1 0 0,0-1-1 0 0,0 1 1 0 0,1 0-1 0 0,-1-1 1 0 0,1 0-1 0 0,-1 1 1 0 0,1-1-1 0 0,-1 0 0 0 0,0 0 1 0 0,1 0-1 0 0,-1-1 1 0 0,1 1-1 0 0,-1 0 1 0 0,0-1-1 0 0,1 0 1 0 0,-1 0-1 0 0,0 1 1 0 0,1-1-1 0 0,-1 0 0 0 0,0-1 1 0 0,2 0-1 0 0,5-4 0 0 0,0 0 0 0 0,-1-1 0 0 0,0 0 0 0 0,0 0 0 0 0,0 0 0 0 0,-1-1 0 0 0,7-10 0 0 0,-6 8-3 0 0,1-1 0 0 0,1 1 0 0 0,14-12 0 0 0,-23 22 32 0 0,-1-1 0 0 0,1 0 0 0 0,-1 1 0 0 0,1 0 0 0 0,-1-1 0 0 0,1 1 0 0 0,0-1 0 0 0,-1 1 0 0 0,1-1 0 0 0,0 1 0 0 0,-1 0 0 0 0,1 0 0 0 0,0-1 0 0 0,0 1 0 0 0,-1 0 0 0 0,1 0 0 0 0,0 0 0 0 0,-1 0 0 0 0,1 0 0 0 0,0 0 0 0 0,0 0 0 0 0,-1 0 0 0 0,1 0 0 0 0,0 0 0 0 0,0 0 0 0 0,-1 0 1 0 0,1 1-1 0 0,0-1 0 0 0,-1 0 0 0 0,1 0 0 0 0,0 1 0 0 0,-1-1 0 0 0,1 1 0 0 0,0-1 0 0 0,-1 0 0 0 0,1 1 0 0 0,-1-1 0 0 0,1 1 0 0 0,-1-1 0 0 0,1 1 0 0 0,-1 0 0 0 0,1-1 0 0 0,-1 1 0 0 0,1 0 0 0 0,-1-1 0 0 0,0 1 0 0 0,0 0 0 0 0,1-1 0 0 0,-1 1 0 0 0,0 0 0 0 0,0-1 0 0 0,0 1 0 0 0,1 0 0 0 0,-1 0 0 0 0,0-1 0 0 0,0 1 0 0 0,0 1 0 0 0,1 8 36 0 0,0 0 1 0 0,-1 0-1 0 0,0 14 0 0 0,0-16-28 0 0,-1 14-10 0 0,2-1 0 0 0,0 1 0 0 0,7 33 0 0 0,-6-48 0 0 0,0 1 0 0 0,1-1 0 0 0,0 0 0 0 0,0 0 0 0 0,1 0 0 0 0,0 0 0 0 0,0-1 0 0 0,0 1 0 0 0,1-1 0 0 0,0 0 0 0 0,0-1 0 0 0,1 1 0 0 0,9 7 0 0 0,-12-11-37 0 0,1 1-1 0 0,0 0 0 0 0,0-1 0 0 0,1 0 1 0 0,-1 0-1 0 0,0 0 0 0 0,1-1 0 0 0,-1 0 1 0 0,1 1-1 0 0,0-1 0 0 0,-1-1 0 0 0,1 1 1 0 0,0-1-1 0 0,-1 0 0 0 0,1 0 0 0 0,0 0 1 0 0,-1-1-1 0 0,1 1 0 0 0,0-1 1 0 0,-1 0-1 0 0,7-3 0 0 0,41-3-52 0 0,-50 8 90 0 0,1-1 0 0 0,-1 1 0 0 0,0-1 0 0 0,0 1 0 0 0,0 0 0 0 0,0 0 0 0 0,0 0 0 0 0,0 0 0 0 0,0 0 0 0 0,0 0 0 0 0,-1 1 0 0 0,1-1 0 0 0,0 0 0 0 0,-1 1 0 0 0,1 0 0 0 0,-1-1 0 0 0,1 1 0 0 0,-1 0 0 0 0,0 0-1 0 0,0-1 1 0 0,0 1 0 0 0,0 0 0 0 0,0 0 0 0 0,0 0 0 0 0,0 1 0 0 0,-1-1 0 0 0,1 0 0 0 0,0 4 0 0 0,2 9 4 0 0,-1-1-1 0 0,2 30 0 0 0,-4-41-1 0 0,1 25 17 0 0,1 0 1 0 0,1 0 0 0 0,10 37-1 0 0,-10-54-13 0 0,0-1-1 0 0,1 1 0 0 0,1-1 0 0 0,0 0 1 0 0,0-1-1 0 0,1 1 0 0 0,0-1 0 0 0,0 0 0 0 0,1-1 1 0 0,1 1-1 0 0,13 12 0 0 0,5-1 35 0 0,51 31 0 0 0,-49-34 31 0 0,39 32 0 0 0,-58-41-60 0 0,0 1 0 0 0,0 0 0 0 0,-1 0 0 0 0,0 1 0 0 0,-1 0 0 0 0,0 0 0 0 0,10 19 0 0 0,-3 6 13 0 0,-2 0 1 0 0,-1 0-1 0 0,-2 1 1 0 0,6 44 0 0 0,18 68 88 0 0,-27-130-105 0 0,0 0 0 0 0,2 0-1 0 0,0-1 1 0 0,1 0 0 0 0,0 0 0 0 0,14 16-1 0 0,36 48 13 0 0,51 61 71 0 0,-89-118-77 0 0,0-1 1 0 0,2-2-1 0 0,45 34 0 0 0,-35-30-14 0 0,54 55 0 0 0,-69-61 0 0 0,0 0 0 0 0,2-2 0 0 0,0 0 0 0 0,1-1 0 0 0,0-2 0 0 0,1 0 0 0 0,33 16 0 0 0,53 18 118 0 0,34 14 68 0 0,-121-55-142 0 0,0 0-1 0 0,0-2 1 0 0,0 0 0 0 0,42 3 0 0 0,-57-8-34 0 0,0 0 0 0 0,0 0 1 0 0,0 0-1 0 0,0-1 0 0 0,0 0 0 0 0,0 0 0 0 0,0 0 0 0 0,0-1 1 0 0,-1 0-1 0 0,1 0 0 0 0,-1-1 0 0 0,1 1 0 0 0,-1-1 0 0 0,0 0 1 0 0,9-8-1 0 0,-5 2 11 0 0,0 0 0 0 0,0-1 0 0 0,-1 0 0 0 0,-1-1 0 0 0,0 1 0 0 0,8-17-1 0 0,24-46 12 0 0,-2-1-1 0 0,-4-2 1 0 0,-3-2-1 0 0,21-86 1 0 0,45-189 503 0 0,80-393-427 0 0,-119 269-108 0 0,-52 430-11 0 0,2 1 1 0 0,2 0 0 0 0,2 1-1 0 0,2 0 1 0 0,2 0 0 0 0,2 2-1 0 0,24-44 1 0 0,0 0-43 0 0,44-81-22 0 0,-74 152 60 0 0,-1 1 0 0 0,2 0 0 0 0,17-18 0 0 0,-26 29 8 0 0,1 1 1 0 0,-1-1-1 0 0,1 1 0 0 0,0 0 0 0 0,0 0 1 0 0,1 0-1 0 0,-1 0 0 0 0,1 1 0 0 0,-1 0 1 0 0,1-1-1 0 0,0 2 0 0 0,-1-1 0 0 0,1 1 1 0 0,0-1-1 0 0,0 1 0 0 0,0 1 0 0 0,7-1 1 0 0,-7 2 0 0 0,0 0 1 0 0,1 0 0 0 0,-1 1-1 0 0,0 0 1 0 0,0 0 0 0 0,-1 0-1 0 0,1 0 1 0 0,0 1 0 0 0,-1 0-1 0 0,1 0 1 0 0,-1 0 0 0 0,0 1-1 0 0,0-1 1 0 0,0 1 0 0 0,-1 0-1 0 0,1 0 1 0 0,-1 0-1 0 0,3 6 1 0 0,7 10-17 0 0,-2 1 0 0 0,17 37 0 0 0,-21-41-2 0 0,11 29 24 0 0,-3 0 0 0 0,18 89 0 0 0,-30-123 0 0 0,-1-1 0 0 0,1 0 0 0 0,0 0 0 0 0,1-1 0 0 0,0 1 0 0 0,0-1 0 0 0,9 15 0 0 0,-9-20 0 0 0,0 0 0 0 0,0-1 0 0 0,0 1 0 0 0,0 0 0 0 0,1-1 0 0 0,0 0 0 0 0,0 0 0 0 0,0-1 0 0 0,0 1 0 0 0,0-1 0 0 0,1 0 0 0 0,-1-1 0 0 0,8 3 0 0 0,2 0-8 0 0,0-1 1 0 0,0-1-1 0 0,30 2 1 0 0,-28-4-5 0 0,0 1 1 0 0,28 8-1 0 0,-41-9 12 0 0,-1 0 0 0 0,1 1 0 0 0,-1 0 0 0 0,1-1 0 0 0,-1 1 0 0 0,0 0 0 0 0,0 1 0 0 0,1-1 0 0 0,-2 0 0 0 0,1 1 0 0 0,0 0 0 0 0,0 0 0 0 0,-1 0 0 0 0,0 0 0 0 0,1 0 0 0 0,-1 0 0 0 0,0 0 0 0 0,1 5 1 0 0,2 5-1 0 0,0 0 0 0 0,-2 0 0 0 0,5 27 0 0 0,-7-31 0 0 0,0 0 0 0 0,0 0 0 0 0,2 0 0 0 0,-1 0 0 0 0,1 0 0 0 0,0-1 0 0 0,1 1 0 0 0,-1-1 0 0 0,11 16 0 0 0,-10-19 0 0 0,1 0 0 0 0,0 0 0 0 0,0 0 0 0 0,0-1 0 0 0,0 0 0 0 0,0 0 0 0 0,1 0 0 0 0,0 0 0 0 0,0-1 1 0 0,10 4-1 0 0,-11-5-1 0 0,1-1 0 0 0,-1 0 0 0 0,1-1 0 0 0,-1 1-1 0 0,1-1 1 0 0,-1 0 0 0 0,1 0 0 0 0,-1-1 0 0 0,1 1 0 0 0,-1-1 0 0 0,1-1 0 0 0,-1 1 0 0 0,8-4 0 0 0,-5 2-10 0 0,0 1 1 0 0,0-1-1 0 0,1 1 0 0 0,-1 0 0 0 0,1 1 1 0 0,11 0-1 0 0,-18 1 9 0 0,1 0-1 0 0,0 0 1 0 0,-1 1 0 0 0,1-1 0 0 0,-1 1 0 0 0,1-1-1 0 0,-1 1 1 0 0,1 0 0 0 0,-1 0 0 0 0,1 1-1 0 0,-1-1 1 0 0,0 0 0 0 0,0 1 0 0 0,0-1 0 0 0,1 1-1 0 0,-1 0 1 0 0,-1 0 0 0 0,1-1 0 0 0,0 1 0 0 0,0 1-1 0 0,-1-1 1 0 0,1 0 0 0 0,-1 0 0 0 0,2 4-1 0 0,14 44 124 0 0,-16-43-97 0 0,1 0-1 0 0,-1-1 0 0 0,1 0 1 0 0,1 1-1 0 0,-1-1 1 0 0,1 0-1 0 0,0 0 0 0 0,0 0 1 0 0,1-1-1 0 0,-1 1 0 0 0,1-1 1 0 0,1 0-1 0 0,8 8 1 0 0,-11-11-25 0 0,1-1 0 0 0,0 1 0 0 0,0-1 1 0 0,0 0-1 0 0,0-1 0 0 0,0 1 0 0 0,0 0 1 0 0,0-1-1 0 0,0 1 0 0 0,0-1 0 0 0,0 0 0 0 0,0 0 1 0 0,0-1-1 0 0,0 1 0 0 0,0 0 0 0 0,0-1 1 0 0,6-1-1 0 0,6-3-36 0 0,0-1 0 0 0,19-10 1 0 0,4-1-62 0 0,-27 12 84 0 0,0 1 0 0 0,1 1-1 0 0,0 0 1 0 0,0 1 0 0 0,22-2-1 0 0,-32 4 21 0 0,1 0-1 0 0,0 0 0 0 0,-1 1 0 0 0,1-1 0 0 0,0 1 0 0 0,-1-1 1 0 0,1 1-1 0 0,-1 0 0 0 0,1 0 0 0 0,-1 0 0 0 0,0 0 1 0 0,1 1-1 0 0,-1-1 0 0 0,0 0 0 0 0,0 1 0 0 0,0 0 1 0 0,0 0-1 0 0,0-1 0 0 0,0 1 0 0 0,0 0 0 0 0,-1 0 0 0 0,1 1 1 0 0,-1-1-1 0 0,1 0 0 0 0,-1 0 0 0 0,0 1 0 0 0,0-1 1 0 0,0 1-1 0 0,0-1 0 0 0,0 1 0 0 0,-1-1 0 0 0,1 6 1 0 0,5 22 101 0 0,-4-15-67 0 0,1 0-1 0 0,0 0 0 0 0,1 0 1 0 0,1 0-1 0 0,9 20 0 0 0,-12-31-37 0 0,0-1-1 0 0,0 1 1 0 0,1-1-1 0 0,-1 0 1 0 0,1 0-1 0 0,0 0 1 0 0,0 0 0 0 0,0-1-1 0 0,0 1 1 0 0,0-1-1 0 0,1 1 1 0 0,-1-1-1 0 0,1 0 1 0 0,-1 0-1 0 0,1-1 1 0 0,0 1 0 0 0,0-1-1 0 0,-1 0 1 0 0,1 0-1 0 0,0 0 1 0 0,0-1-1 0 0,0 1 1 0 0,0-1 0 0 0,0 0-1 0 0,8 0 1 0 0,3-2 3 0 0,-1-1 0 0 0,0 0 0 0 0,24-9-1 0 0,33-7 26 0 0,-66 18-29 0 0,0 1 0 0 0,0-1 0 0 0,0 1 1 0 0,1 0-1 0 0,-1 0 0 0 0,0 1 0 0 0,0-1 1 0 0,0 1-1 0 0,0 0 0 0 0,0 1 0 0 0,7 2 1 0 0,-7-2 5 0 0,-1 1 0 0 0,1 0 0 0 0,-1 0 0 0 0,1 0 0 0 0,-1 1 0 0 0,0-1 0 0 0,0 1 0 0 0,0 0 0 0 0,6 9 0 0 0,23 45 145 0 0,-29-50-134 0 0,0 1-1 0 0,0-1 1 0 0,0 0 0 0 0,1 0-1 0 0,1 0 1 0 0,0-1-1 0 0,0 1 1 0 0,0-1 0 0 0,0-1-1 0 0,15 12 1 0 0,-10-13-18 0 0,1 0 0 0 0,0-1 0 0 0,0 0 0 0 0,0-1 0 0 0,1 0 0 0 0,-1-1 0 0 0,1 0 0 0 0,-1-1 0 0 0,1-1 0 0 0,-1 0 0 0 0,15-2 0 0 0,-15 1 0 0 0,0 1 0 0 0,1-1 0 0 0,-1 2 0 0 0,0 0 0 0 0,1 0 0 0 0,-1 1 0 0 0,0 1 0 0 0,0 0 0 0 0,0 1 0 0 0,-1 0 0 0 0,12 6 0 0 0,-18-7 1 0 0,0 1 0 0 0,-1-1 0 0 0,1 1 0 0 0,-1 0 0 0 0,0 0 0 0 0,0 1 0 0 0,-1-1 0 0 0,1 1 0 0 0,-1 0 0 0 0,0 0 0 0 0,0 0 0 0 0,0 0 0 0 0,-1 0 0 0 0,0 1 0 0 0,0-1 0 0 0,0 1 0 0 0,1 8 0 0 0,0 10 7 0 0,0 1 0 0 0,-2-1 0 0 0,-1 26 0 0 0,-1-27-4 0 0,1-1 1 0 0,5 32 0 0 0,-4-49-3 0 0,0 1 0 0 0,1 0 0 0 0,-1-1 0 0 0,1 1 0 0 0,0-1 1 0 0,1 0-1 0 0,-1 0 0 0 0,1 0 0 0 0,0 0 0 0 0,0 0 0 0 0,1-1 0 0 0,0 1 0 0 0,-1-1 1 0 0,9 6-1 0 0,-3-3 3 0 0,2 0 0 0 0,-1-1 1 0 0,1 0-1 0 0,0-1 0 0 0,22 7 1 0 0,-25-9-6 0 0,-1 0 0 0 0,1 1 0 0 0,-1 0 0 0 0,1 0 0 0 0,-1 1 0 0 0,-1 0 0 0 0,1 0 0 0 0,-1 1 0 0 0,1-1 0 0 0,-1 1 0 0 0,-1 1 0 0 0,0-1 0 0 0,0 1 0 0 0,0 0 0 0 0,0 0 0 0 0,4 10 0 0 0,2 10 0 0 0,-1 1 0 0 0,-1-1 0 0 0,8 42 0 0 0,10 33 0 0 0,58 104 0 0 0,-69-174 0 0 0,2-1 0 0 0,2 0 0 0 0,0-2 0 0 0,31 33 0 0 0,-30-39 32 0 0,2-1 0 0 0,1-1 0 0 0,0-1 0 0 0,1-1 1 0 0,54 29-1 0 0,-35-26 21 0 0,1-2-1 0 0,1-2 1 0 0,52 12 0 0 0,-37-12 22 0 0,161 40 201 0 0,-161-45-34 0 0,105 9 1 0 0,-140-20-164 0 0,-1 1 0 0 0,0 2 0 0 0,0 0 0 0 0,-1 2 0 0 0,1 1 0 0 0,-1 0 0 0 0,-1 2 0 0 0,0 1 0 0 0,30 18 0 0 0,-41-22-66 0 0,0-2 1 0 0,1 1 0 0 0,0-2 0 0 0,0 0 0 0 0,0 0 0 0 0,1-1 0 0 0,15 1 0 0 0,-18-3-554 0 0,-1 0-1 0 0,0-1 1 0 0,1 0 0 0 0,-1-1 0 0 0,0 0 0 0 0,10-3-1 0 0,4-4-8597 0 0</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23.540"/>
    </inkml:context>
    <inkml:brush xml:id="br0">
      <inkml:brushProperty name="width" value="0.1" units="cm"/>
      <inkml:brushProperty name="height" value="0.1" units="cm"/>
      <inkml:brushProperty name="color" value="#E71224"/>
    </inkml:brush>
  </inkml:definitions>
  <inkml:trace contextRef="#ctx0" brushRef="#br0">1 113 2761 0 0,'20'-61'3880'0'0,"1"9"10147"0"0,-16 82-11918 0 0,3 25-2443 0 0,-2 68 541 0 0,63 655 143 0 0,-12-511-1089 0 0</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23.999"/>
    </inkml:context>
    <inkml:brush xml:id="br0">
      <inkml:brushProperty name="width" value="0.1" units="cm"/>
      <inkml:brushProperty name="height" value="0.1" units="cm"/>
      <inkml:brushProperty name="color" value="#E71224"/>
    </inkml:brush>
  </inkml:definitions>
  <inkml:trace contextRef="#ctx0" brushRef="#br0">1 208 4609 0 0,'-1'6'11737'0'0,"16"-7"-9373"0"0,20-7-1474 0 0,-32 7-758 0 0,0 1 1 0 0,0-1-1 0 0,1 1 0 0 0,-1-1 1 0 0,0 1-1 0 0,0 0 0 0 0,0 1 0 0 0,1-1 1 0 0,-1 0-1 0 0,0 1 0 0 0,0 0 0 0 0,0 0 1 0 0,0 0-1 0 0,0 0 0 0 0,0 0 1 0 0,0 0-1 0 0,0 1 0 0 0,0 0 0 0 0,-1-1 1 0 0,1 1-1 0 0,3 3 0 0 0,7 7-44 0 0,-1 0 0 0 0,0 0 0 0 0,10 15 0 0 0,9 9 135 0 0,-20-26-196 0 0,0 0 1 0 0,1 0-1 0 0,0-1 1 0 0,0-1 0 0 0,1 0-1 0 0,0-1 1 0 0,0 0-1 0 0,27 9 1 0 0,-32-14 27 0 0,0 0 1 0 0,0-1-1 0 0,0 0 1 0 0,0 0 0 0 0,0-1-1 0 0,0 0 1 0 0,0 0-1 0 0,0-1 1 0 0,0 1-1 0 0,0-2 1 0 0,0 0 0 0 0,0 0-1 0 0,0 0 1 0 0,-1-1-1 0 0,1 0 1 0 0,-1 0 0 0 0,14-8-1 0 0,-9 2 45 0 0,1 0-1 0 0,-1-1 0 0 0,-1 0 1 0 0,0 0-1 0 0,0-1 0 0 0,-1-1 1 0 0,0 0-1 0 0,9-15 1 0 0,3-11-8 0 0,27-60-1 0 0,2-5-959 0 0,-50 101 748 0 0,0-1-93 0 0,0 1 0 0 0,0 0 0 0 0,0 0-1 0 0,1 0 1 0 0,-1-1 0 0 0,1 1 0 0 0,0 0 0 0 0,-1 1 0 0 0,1-1 0 0 0,0 0 0 0 0,0 0-1 0 0,0 1 1 0 0,5-3 0 0 0,1 2-117 0 0</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24.514"/>
    </inkml:context>
    <inkml:brush xml:id="br0">
      <inkml:brushProperty name="width" value="0.1" units="cm"/>
      <inkml:brushProperty name="height" value="0.1" units="cm"/>
      <inkml:brushProperty name="color" value="#E71224"/>
    </inkml:brush>
  </inkml:definitions>
  <inkml:trace contextRef="#ctx0" brushRef="#br0">85 2 9674 0 0,'-10'-2'9304'0'0,"6"16"-6811"0"0,4 24-2588 0 0,0-35 840 0 0,1 204 127 0 0,-31 261 0 0 0,29-465-896 0 0,-6 41-200 0 0,6-42 170 0 0,1 0 0 0 0,0 0-1 0 0,-1-1 1 0 0,1 1 0 0 0,-1 0 0 0 0,0-1 0 0 0,0 1 0 0 0,1 0-1 0 0,-1-1 1 0 0,0 1 0 0 0,0-1 0 0 0,-1 1 0 0 0,1-1 0 0 0,0 0-1 0 0,0 1 1 0 0,-1-1 0 0 0,1 0 0 0 0,-1 0 0 0 0,1 0 0 0 0,-3 1-1 0 0,-7-4-1467 0 0</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24.704"/>
    </inkml:context>
    <inkml:brush xml:id="br0">
      <inkml:brushProperty name="width" value="0.1" units="cm"/>
      <inkml:brushProperty name="height" value="0.1" units="cm"/>
      <inkml:brushProperty name="color" value="#E71224"/>
    </inkml:brush>
  </inkml:definitions>
  <inkml:trace contextRef="#ctx0" brushRef="#br0">0 131 5065 0 0,'4'-8'564'0'0,"0"0"0"0"0,0 0 0 0 0,0 0 0 0 0,1 0 0 0 0,1 1 0 0 0,-1 0 0 0 0,1 0 0 0 0,0 1 0 0 0,1-1 0 0 0,-1 1-1 0 0,1 1 1 0 0,0-1 0 0 0,1 1 0 0 0,-1 0 0 0 0,1 1 0 0 0,0 0 0 0 0,0 0 0 0 0,1 1 0 0 0,10-3 0 0 0,-13 4-319 0 0,1 0 1 0 0,-1 1-1 0 0,1 0 1 0 0,0 0-1 0 0,-1 0 0 0 0,1 1 1 0 0,0 0-1 0 0,0 0 1 0 0,-1 1-1 0 0,1 0 0 0 0,11 3 1 0 0,-13-3-375 0 0,-1 1 1 0 0,0 0 0 0 0,0 0 0 0 0,0 0 0 0 0,0 1 0 0 0,0-1-1 0 0,0 1 1 0 0,-1 0 0 0 0,1 0 0 0 0,-1 1 0 0 0,0-1-1 0 0,0 0 1 0 0,0 1 0 0 0,0 0 0 0 0,-1 0 0 0 0,1 0-1 0 0,-1 0 1 0 0,2 6 0 0 0,1 4-6003 0 0</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24.899"/>
    </inkml:context>
    <inkml:brush xml:id="br0">
      <inkml:brushProperty name="width" value="0.1" units="cm"/>
      <inkml:brushProperty name="height" value="0.1" units="cm"/>
      <inkml:brushProperty name="color" value="#E71224"/>
    </inkml:brush>
  </inkml:definitions>
  <inkml:trace contextRef="#ctx0" brushRef="#br0">0 87 7370 0 0,'8'-1'1053'0'0,"-1"-1"0"0"0,1 0 0 0 0,-1 0 0 0 0,14-7 0 0 0,31-13 1383 0 0,-23 9-2340 0 0,37-11 0 0 0,-55 21-163 0 0,1 0-1 0 0,-1 1 1 0 0,1 0-1 0 0,-1 1 1 0 0,1 0 0 0 0,22 3-1 0 0,-13 0-25 0 0,1 1 6 0 0</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25.180"/>
    </inkml:context>
    <inkml:brush xml:id="br0">
      <inkml:brushProperty name="width" value="0.1" units="cm"/>
      <inkml:brushProperty name="height" value="0.1" units="cm"/>
      <inkml:brushProperty name="color" value="#E71224"/>
    </inkml:brush>
  </inkml:definitions>
  <inkml:trace contextRef="#ctx0" brushRef="#br0">1 0 9674 0 0,'0'5'7544'0'0,"1"17"-3959"0"0,10 28-2733 0 0,-2-1-1 0 0,-2 2 1 0 0,0 90-1 0 0,-7-121-844 0 0,-1-2-135 0 0,0 0-1 0 0,2 0 0 0 0,0 0 1 0 0,2 0-1 0 0,0-1 0 0 0,9 33 1 0 0,-4-39-787 0 0,-1-14-2010 0 0,-6 1 2661 0 0,0 0 0 0 0,0 0 0 0 0,0 0 0 0 0,0 1-1 0 0,-1-1 1 0 0,1 0 0 0 0,-1 0 0 0 0,0 0 0 0 0,1 0-1 0 0,-1-3 1 0 0,-1-9 130 0 0</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25.341"/>
    </inkml:context>
    <inkml:brush xml:id="br0">
      <inkml:brushProperty name="width" value="0.1" units="cm"/>
      <inkml:brushProperty name="height" value="0.1" units="cm"/>
      <inkml:brushProperty name="color" value="#E71224"/>
    </inkml:brush>
  </inkml:definitions>
  <inkml:trace contextRef="#ctx0" brushRef="#br0">3 238 3825 0 0,'-2'-12'346'0'0,"2"0"0"0"0,-1 1 0 0 0,1-1 0 0 0,1 0 0 0 0,0 1 1 0 0,0-1-1 0 0,2 0 0 0 0,-1 1 0 0 0,1 0 0 0 0,1 0 0 0 0,0 0 0 0 0,6-13 0 0 0,-6 19-58 0 0,-1 0 0 0 0,1-1 1 0 0,0 1-1 0 0,1 0 0 0 0,-1 1 0 0 0,1-1 0 0 0,0 1 0 0 0,0 0 0 0 0,0 0 0 0 0,0 1 0 0 0,1-1 0 0 0,0 1 0 0 0,0 0 0 0 0,-1 1 0 0 0,10-3 0 0 0,-10 3-157 0 0,0 0 1 0 0,0 1-1 0 0,0 0 1 0 0,0 0-1 0 0,1 0 1 0 0,-1 1-1 0 0,0-1 0 0 0,0 1 1 0 0,1 1-1 0 0,-1-1 1 0 0,0 1-1 0 0,0 0 1 0 0,1 0-1 0 0,-1 0 1 0 0,0 1-1 0 0,0-1 1 0 0,0 1-1 0 0,0 1 1 0 0,5 2-1 0 0,6 12-1626 0 0</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25.514"/>
    </inkml:context>
    <inkml:brush xml:id="br0">
      <inkml:brushProperty name="width" value="0.1" units="cm"/>
      <inkml:brushProperty name="height" value="0.1" units="cm"/>
      <inkml:brushProperty name="color" value="#E71224"/>
    </inkml:brush>
  </inkml:definitions>
  <inkml:trace contextRef="#ctx0" brushRef="#br0">18 136 2016 0 0,'-6'6'-190'0'0,"-6"11"2353"0"0,24-24-389 0 0,32-23 2037 0 0,65-33 0 0 0,0 14-6940 0 0,-86 40-1270 0 0</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26.051"/>
    </inkml:context>
    <inkml:brush xml:id="br0">
      <inkml:brushProperty name="width" value="0.1" units="cm"/>
      <inkml:brushProperty name="height" value="0.1" units="cm"/>
      <inkml:brushProperty name="color" value="#E71224"/>
    </inkml:brush>
  </inkml:definitions>
  <inkml:trace contextRef="#ctx0" brushRef="#br0">52 81 5065 0 0,'-1'1'60'0'0,"-10"40"12918"0"0,12-40-12767 0 0,0 0-103 0 0,0-1 0 0 0,0 0 0 0 0,0 0 0 0 0,-1 0 0 0 0,1 0-1 0 0,0 0 1 0 0,0 0 0 0 0,0 0 0 0 0,0 0 0 0 0,-1 0 0 0 0,1 0 0 0 0,0 0 0 0 0,0-1 0 0 0,0 1 0 0 0,-1 0 0 0 0,1-1 0 0 0,0 1 0 0 0,0 0 0 0 0,-1-1-1 0 0,2 0 1 0 0,-1 0-185 0 0,-1 0 0 0 0,1 0 0 0 0,-1 0 0 0 0,0 0-1 0 0,1 0 1 0 0,-1 0 0 0 0,0 0 0 0 0,1 0 0 0 0,-1 0-1 0 0,0 0 1 0 0,0-1 0 0 0,0 1 0 0 0,0 0-1 0 0,0 0 1 0 0,0 0 0 0 0,0 0 0 0 0,-1 0 0 0 0,1-2-1 0 0,0 2 14 0 0,0 1 0 0 0,0 0-1 0 0,0-1 1 0 0,0 1 0 0 0,0 0-1 0 0,0-1 1 0 0,0 1-1 0 0,0-1 1 0 0,-1 1 0 0 0,1 0-1 0 0,0-1 1 0 0,0 1 0 0 0,0 0-1 0 0,0-1 1 0 0,0 1-1 0 0,-1 0 1 0 0,1-1 0 0 0,0 1-1 0 0,0 0 1 0 0,-1-1 0 0 0,1 1-1 0 0,0 0 1 0 0,0 0-1 0 0,-1-1 1 0 0,1 1 0 0 0,0 0-1 0 0,-1 0 1 0 0,1-1 0 0 0,0 1-1 0 0,-1 0 1 0 0,1 0-1 0 0,0 0 1 0 0,-1 0 0 0 0,0 0-1 0 0,-14 5 40 0 0,-9 15 2443 0 0,10 6 397 0 0,14-25-2781 0 0,-1-1 0 0 0,1 0 0 0 0,0 0 0 0 0,0 1 0 0 0,0-1-1 0 0,0 0 1 0 0,0 0 0 0 0,0 1 0 0 0,0-1 0 0 0,0 0 0 0 0,0 1 0 0 0,1-1 0 0 0,-1 0-1 0 0,0 0 1 0 0,0 1 0 0 0,0-1 0 0 0,0 0 0 0 0,0 0 0 0 0,0 1 0 0 0,1-1-1 0 0,-1 0 1 0 0,0 0 0 0 0,0 0 0 0 0,0 1 0 0 0,0-1 0 0 0,1 0 0 0 0,-1 0 0 0 0,0 0-1 0 0,0 1 1 0 0,1-1 0 0 0,-1 0 0 0 0,17-1 195 0 0,27-11-81 0 0,42-18 1 0 0,-47 15-14 0 0,63-15 1 0 0,-29 14-202 0 0,-16 2-147 0 0,1 3 1 0 0,113-7-1 0 0,-167 18-42 0 0,1 0-1 0 0,-1 0 1 0 0,1 0-1 0 0,0 1 1 0 0,-1-1-1 0 0,1 1 1 0 0,-1 0-1 0 0,1 0 1 0 0,-1 1-1 0 0,6 2 1 0 0,-2 3-680 0 0</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26.313"/>
    </inkml:context>
    <inkml:brush xml:id="br0">
      <inkml:brushProperty name="width" value="0.1" units="cm"/>
      <inkml:brushProperty name="height" value="0.1" units="cm"/>
      <inkml:brushProperty name="color" value="#E71224"/>
    </inkml:brush>
  </inkml:definitions>
  <inkml:trace contextRef="#ctx0" brushRef="#br0">63 1 14283 0 0,'-6'2'606'0'0,"1"1"0"0"0,0 0 0 0 0,0 0 0 0 0,0 0 0 0 0,0 0 0 0 0,1 1 0 0 0,0 0 0 0 0,-6 5 0 0 0,8-6-340 0 0,0 0 0 0 0,1 0 0 0 0,-1 0 0 0 0,1 1 1 0 0,0-1-1 0 0,0 0 0 0 0,0 0 0 0 0,0 1 0 0 0,0-1 1 0 0,1 1-1 0 0,0-1 0 0 0,-1 1 0 0 0,1-1 0 0 0,1 0 1 0 0,0 6-1 0 0,4 53 745 0 0,20 300 1388 0 0,-23-329-2643 0 0,0 0 0 0 0,3 0 0 0 0,9 38 0 0 0,-8-51-469 0 0</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28.736"/>
    </inkml:context>
    <inkml:brush xml:id="br0">
      <inkml:brushProperty name="width" value="0.1" units="cm"/>
      <inkml:brushProperty name="height" value="0.1" units="cm"/>
      <inkml:brushProperty name="color" value="#E71224"/>
    </inkml:brush>
  </inkml:definitions>
  <inkml:trace contextRef="#ctx0" brushRef="#br0">275 1 8754 0 0,'-4'0'5296'0'0,"3"0"-5212"0"0,-5 14 3656 0 0,-12 66-1402 0 0,-7 88-1 0 0,15-90-1986 0 0,-24 425-183 0 0,43 2-202 0 0,-2-227-7 0 0,-9 55 293 0 0,-16 0 0 0 0,-73 414 0 0 0,66-578 28 0 0,-13 73-505 0 0,19-166-2844 0 0</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29.618"/>
    </inkml:context>
    <inkml:brush xml:id="br0">
      <inkml:brushProperty name="width" value="0.1" units="cm"/>
      <inkml:brushProperty name="height" value="0.1" units="cm"/>
      <inkml:brushProperty name="color" value="#E71224"/>
    </inkml:brush>
  </inkml:definitions>
  <inkml:trace contextRef="#ctx0" brushRef="#br0">0 226 9218 0 0,'3'13'9180'0'0,"-2"-13"-9016"0"0,30 5 2281 0 0,40-6-1615 0 0,373-1-113 0 0,-213 6-485 0 0,-142-4-72 0 0,402-6 314 0 0,-3-39-180 0 0,122-44-230 0 0,-270 54 136 0 0,-161 19-245 0 0,82 3 81 0 0,-25 3-16 0 0,181 7-38 0 0,-364 4 7 0 0,292 1-19 0 0,-76-2 60 0 0,-186 1-39 0 0,547-11-36 0 0,-115-10 69 0 0,-429 18-48 0 0,79 5 64 0 0,-1 6 0 0 0,198 37 0 0 0,-204-28 82 0 0,-88-12 182 0 0,76 17 1 0 0,-92-6-149 0 0,-50-15-154 0 0,0-1 1 0 0,0 1 0 0 0,0 0-1 0 0,0 1 1 0 0,0-1-1 0 0,0 1 1 0 0,0-1 0 0 0,-1 1-1 0 0,0 0 1 0 0,5 5-1 0 0,-8-8-87 0 0,0 1 1 0 0,0-1-1 0 0,1 1 0 0 0,-1-1 0 0 0,0 1 0 0 0,0-1 0 0 0,0 0 1 0 0,0 1-1 0 0,0-1 0 0 0,0 1 0 0 0,0-1 0 0 0,0 1 0 0 0,0-1 0 0 0,0 1 1 0 0,0-1-1 0 0,0 1 0 0 0,0-1 0 0 0,0 1 0 0 0,0-1 0 0 0,0 0 1 0 0,0 1-1 0 0,-1-1 0 0 0,1 1 0 0 0,0-1 0 0 0,0 1 0 0 0,0-1 1 0 0,-1 0-1 0 0,1 1 0 0 0</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38.655"/>
    </inkml:context>
    <inkml:brush xml:id="br0">
      <inkml:brushProperty name="width" value="0.1" units="cm"/>
      <inkml:brushProperty name="height" value="0.1" units="cm"/>
      <inkml:brushProperty name="color" value="#008C3A"/>
    </inkml:brush>
  </inkml:definitions>
  <inkml:trace contextRef="#ctx0" brushRef="#br0">1 2849 4609 0 0,'-1'1'93'0'0,"1"0"0"0"0,0 1 0 0 0,0-1 0 0 0,0 0 0 0 0,0 0 0 0 0,0 0 0 0 0,0 0-1 0 0,1 0 1 0 0,-1 0 0 0 0,0 0 0 0 0,1 0 0 0 0,-1 0 0 0 0,0 0 0 0 0,1 0 0 0 0,-1 0 0 0 0,1 0 0 0 0,-1 0 0 0 0,1 0 0 0 0,0 0 0 0 0,0 0 0 0 0,0 1 0 0 0,0-2-51 0 0,0 0 0 0 0,0 0 1 0 0,0 1-1 0 0,-1-1 1 0 0,1 0-1 0 0,0 0 1 0 0,0 0-1 0 0,0 0 0 0 0,-1 0 1 0 0,1-1-1 0 0,0 1 1 0 0,0 0-1 0 0,0 0 1 0 0,-1 0-1 0 0,1-1 0 0 0,0 1 1 0 0,0 0-1 0 0,-1-1 1 0 0,1 1-1 0 0,0 0 1 0 0,0-2-1 0 0,4-1 63 0 0,0-1 1 0 0,-1 0-1 0 0,1 0 0 0 0,-1 0 1 0 0,7-10-1 0 0,82-143 1318 0 0,-71 113-1334 0 0,-3-1-1 0 0,-2-1 1 0 0,-1 0-1 0 0,11-62 1 0 0,-5-9 285 0 0,-5-1 0 0 0,2-233-1 0 0,38-519 2852 0 0,-35 637-2053 0 0,47-291-475 0 0,-61 468-730 0 0,-6 47 51 0 0,0 0 0 0 0,0-1 0 0 0,1 1 0 0 0,0 0-1 0 0,0 0 1 0 0,1 0 0 0 0,1 1 0 0 0,8-14 0 0 0,-12 20-41 0 0,1 0 0 0 0,-1 0 1 0 0,1 0-1 0 0,-1 0 1 0 0,1 1-1 0 0,0-1 0 0 0,0 1 1 0 0,0-1-1 0 0,0 1 0 0 0,0 0 1 0 0,0-1-1 0 0,0 1 1 0 0,0 0-1 0 0,0 0 0 0 0,0 1 1 0 0,1-1-1 0 0,-1 0 1 0 0,0 1-1 0 0,1-1 0 0 0,-1 1 1 0 0,0 0-1 0 0,1 0 1 0 0,-1 0-1 0 0,0 0 0 0 0,1 0 1 0 0,-1 1-1 0 0,0-1 1 0 0,1 1-1 0 0,-1-1 0 0 0,0 1 1 0 0,1 0-1 0 0,-1 0 1 0 0,0 0-1 0 0,0 0 0 0 0,0 0 1 0 0,0 0-1 0 0,0 1 0 0 0,0-1 1 0 0,0 1-1 0 0,2 2 1 0 0,2 1 19 0 0,-1 1 1 0 0,1 1-1 0 0,-1-1 1 0 0,0 1 0 0 0,-1 0-1 0 0,0 0 1 0 0,0 0-1 0 0,0 1 1 0 0,3 11-1 0 0,2 7 143 0 0,9 40-1 0 0,-10-30-138 0 0,31 135 19 0 0,26 275-1 0 0,-57-322-26 0 0,6-1-1 0 0,48 204 1 0 0,-35-188 14 0 0,-20-93-7 0 0,19 67-1 0 0,0-1 192 0 0,-18-72 153 0 0,16 47 0 0 0,-19-73-226 0 0,0 0 0 0 0,0 0 0 0 0,2-1 0 0 0,-1 1 1 0 0,2-1-1 0 0,0-1 0 0 0,0 0 0 0 0,1 0 0 0 0,1 0 0 0 0,0-1 0 0 0,0-1 0 0 0,1 1 0 0 0,1-2 0 0 0,0 0 0 0 0,0 0 0 0 0,15 7 0 0 0,-19-12-84 0 0,1 0 0 0 0,0-1 0 0 0,0 0 0 0 0,1-1 0 0 0,-1 0-1 0 0,1 0 1 0 0,-1-1 0 0 0,1 0 0 0 0,-1-1 0 0 0,15-1 0 0 0,6-3-70 0 0,59-14 1 0 0,-67 12 21 0 0,0 1 0 0 0,0 1 0 0 0,1 0 1 0 0,-1 2-1 0 0,25 1 0 0 0,-20 5 12 0 0,0 1-1 0 0,0 2 1 0 0,0 1 0 0 0,45 19 0 0 0,24 8-3 0 0,-76-30 5 0 0,-1 1 0 0 0,0 1 0 0 0,0 1 0 0 0,-1 0 0 0 0,34 22 0 0 0,-48-28 4 0 0,1 1 0 0 0,-1-1 0 0 0,0 1 0 0 0,1-1 0 0 0,-1 0 0 0 0,1-1 0 0 0,0 1 0 0 0,0-1-1 0 0,0 0 1 0 0,0 0 0 0 0,-1-1 0 0 0,1 0 0 0 0,0 1 0 0 0,0-1 0 0 0,0-1 0 0 0,0 1 0 0 0,0-1 0 0 0,0 0 0 0 0,0 0 0 0 0,0 0 0 0 0,8-5 0 0 0,6-3 26 0 0,0-1 1 0 0,-1 0-1 0 0,0-2 1 0 0,16-14-1 0 0,29-18 28 0 0,-50 37 18 0 0,0 0 0 0 0,1 1-1 0 0,0 0 1 0 0,0 1-1 0 0,0 0 1 0 0,1 2-1 0 0,16-4 1 0 0,-22 6-35 0 0,0 1 1 0 0,0 0-1 0 0,0 0 0 0 0,0 1 0 0 0,0 0 1 0 0,0 0-1 0 0,0 1 0 0 0,-1 0 1 0 0,1 0-1 0 0,0 1 0 0 0,-1 1 1 0 0,0-1-1 0 0,9 6 0 0 0,-3-2-2 0 0,0-1 0 0 0,1 0 0 0 0,0-1 0 0 0,0-1-1 0 0,0 0 1 0 0,18 1 0 0 0,-16-2 7 0 0,0 0 1 0 0,-1 1-1 0 0,1 1 1 0 0,25 11-1 0 0,115 56-35 0 0,-146-65-11 0 0,1-1 0 0 0,0-1 0 0 0,0 0 0 0 0,0-1-1 0 0,1 0 1 0 0,-1 0 0 0 0,1-1 0 0 0,0-1 0 0 0,0-1 0 0 0,0 1-1 0 0,0-2 1 0 0,0 0 0 0 0,0 0 0 0 0,0-2 0 0 0,0 1 0 0 0,-1-2 0 0 0,20-5-1 0 0,-23 5 2 0 0,1 0 0 0 0,-1 1-1 0 0,1 0 1 0 0,0 0 0 0 0,0 1-1 0 0,0 0 1 0 0,0 1 0 0 0,0 0-1 0 0,0 0 1 0 0,0 1-1 0 0,-1 1 1 0 0,1-1 0 0 0,0 2-1 0 0,0-1 1 0 0,-1 1 0 0 0,0 1-1 0 0,1 0 1 0 0,-1 0 0 0 0,-1 1-1 0 0,11 6 1 0 0,9 6 8 0 0,0-2 1 0 0,1-1-1 0 0,1-1 1 0 0,0-2-1 0 0,1-1 1 0 0,55 11-1 0 0,-65-18-21 0 0,1 0-1 0 0,38-2 1 0 0,-42-1 2 0 0,1 0 0 0 0,-1 1 0 0 0,0 1 0 0 0,35 8-1 0 0,-38-6 18 0 0,1-1-1 0 0,0-1 1 0 0,-1 0-1 0 0,1-1 1 0 0,0-1-1 0 0,0 0 1 0 0,0-2-1 0 0,25-4 1 0 0,-13 2-2 0 0,-19 4-5 0 0,0-1 0 0 0,0 1 0 0 0,0 1 0 0 0,0 0 0 0 0,0 0 0 0 0,-1 0 0 0 0,1 1 0 0 0,0 1 0 0 0,0-1 0 0 0,-1 1 0 0 0,0 1 0 0 0,1 0 0 0 0,-1 0 0 0 0,-1 0 0 0 0,11 8 0 0 0,12 8-10 0 0,2-1-1 0 0,1-1 0 0 0,0-2 1 0 0,62 21-1 0 0,-74-29 11 0 0,-1 1 1 0 0,1 1-1 0 0,-2 1 0 0 0,24 17 0 0 0,24 13 52 0 0,3 3-197 0 0,-54-32 153 0 0,0-1 0 0 0,1-1 1 0 0,0-1-1 0 0,1-1 0 0 0,26 10 0 0 0,185 50 64 0 0,-211-64 28 0 0,1-1 0 0 0,0 0 0 0 0,1-2 0 0 0,-1 0 0 0 0,28-3 0 0 0,-21 1 38 0 0,-1 1 0 0 0,34 3 0 0 0,-35 1-143 0 0,-5 0 31 0 0,0-1 0 0 0,0 0-1 0 0,0-2 1 0 0,0 0 0 0 0,1-2 0 0 0,-1 0-1 0 0,0-1 1 0 0,26-5 0 0 0,-10-3-7 0 0,-7 1 38 0 0,0 2 0 0 0,1 1 0 0 0,-1 1 0 0 0,49-2 0 0 0,-61 7-20 0 0,-9-1-226 0 0,0 1 0 0 0,0-1 0 0 0,-1 2 0 0 0,1-1 0 0 0,0 1-1 0 0,0 0 1 0 0,-1 0 0 0 0,1 1 0 0 0,-1 0 0 0 0,1 0-1 0 0,10 6 1 0 0</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40.129"/>
    </inkml:context>
    <inkml:brush xml:id="br0">
      <inkml:brushProperty name="width" value="0.1" units="cm"/>
      <inkml:brushProperty name="height" value="0.1" units="cm"/>
      <inkml:brushProperty name="color" value="#008C3A"/>
    </inkml:brush>
  </inkml:definitions>
  <inkml:trace contextRef="#ctx0" brushRef="#br0">22 378 2761 0 0,'0'0'206'0'0,"8"-21"7449"0"0,-8 21-7656 0 0,-4-5 476 0 0,1 0 0 0 0,0-1 0 0 0,0 1 0 0 0,0 0 1 0 0,1-1-1 0 0,-1 1 0 0 0,1-1 0 0 0,0 0 0 0 0,1 0 0 0 0,0 0 0 0 0,-1-10 0 0 0,18-184 786 0 0,-8 134-600 0 0,-9 53-270 0 0,-6 19 247 0 0,-1 9-1606 0 0,3-2-3461 0 0,2 4-1533 0 0</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41.814"/>
    </inkml:context>
    <inkml:brush xml:id="br0">
      <inkml:brushProperty name="width" value="0.1" units="cm"/>
      <inkml:brushProperty name="height" value="0.1" units="cm"/>
      <inkml:brushProperty name="color" value="#008C3A"/>
    </inkml:brush>
  </inkml:definitions>
  <inkml:trace contextRef="#ctx0" brushRef="#br0">254 31 10682 0 0,'-3'-3'204'0'0,"0"0"1"0"0,1 0-1 0 0,-1 1 0 0 0,0-1 0 0 0,-1 1 0 0 0,1 0 0 0 0,0 0 0 0 0,-1 0 1 0 0,1 1-1 0 0,-1-1 0 0 0,1 1 0 0 0,-1 0 0 0 0,0 0 0 0 0,1 0 0 0 0,-1 0 0 0 0,0 1 1 0 0,0-1-1 0 0,0 1 0 0 0,-4 0 0 0 0,3 1 85 0 0,-1 1 0 0 0,1-1-1 0 0,0 1 1 0 0,0-1 0 0 0,0 2 0 0 0,0-1 0 0 0,0 0-1 0 0,1 1 1 0 0,-1 0 0 0 0,1 0 0 0 0,0 0 0 0 0,-6 6-1 0 0,-1 2 118 0 0,1 1-1 0 0,0 0 0 0 0,0 0 0 0 0,1 2 0 0 0,1-1 1 0 0,0 1-1 0 0,1 0 0 0 0,-8 19 0 0 0,9-11-262 0 0,0 0-1 0 0,2 0 1 0 0,0 0 0 0 0,2 1-1 0 0,0-1 1 0 0,2 1 0 0 0,0 0-1 0 0,1-1 1 0 0,9 44-1 0 0,7 8-24 0 0,43 114 0 0 0,-44-139-93 0 0,6 1-117 0 0,-16-39-379 0 0,-1-1 0 0 0,-1 1 0 0 0,1 0 0 0 0,-2 1 0 0 0,0-1 0 0 0,0 0-1 0 0,1 18 1 0 0,-4-24-960 0 0,-2 0-238 0 0</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42.005"/>
    </inkml:context>
    <inkml:brush xml:id="br0">
      <inkml:brushProperty name="width" value="0.1" units="cm"/>
      <inkml:brushProperty name="height" value="0.1" units="cm"/>
      <inkml:brushProperty name="color" value="#008C3A"/>
    </inkml:brush>
  </inkml:definitions>
  <inkml:trace contextRef="#ctx0" brushRef="#br0">12 315 456 0 0,'-2'-5'503'0'0,"0"1"0"0"0,1-1 0 0 0,-1 0 0 0 0,1 1 0 0 0,0-1 0 0 0,0 0 0 0 0,0 0 0 0 0,1 0 0 0 0,0 0 0 0 0,0 0 0 0 0,0 0-1 0 0,0 0 1 0 0,1 0 0 0 0,0 1 0 0 0,0-1 0 0 0,0 0 0 0 0,0 0 0 0 0,1 1 0 0 0,0-1 0 0 0,0 1 0 0 0,0-1 0 0 0,1 1 0 0 0,0 0 0 0 0,3-5 0 0 0,3-2 398 0 0,0 1 0 0 0,0 0 1 0 0,1 0-1 0 0,1 1 0 0 0,0 0 1 0 0,0 1-1 0 0,18-10 0 0 0,-11 7-882 0 0,98-51 2041 0 0,-55 39-3426 0 0,-48 20-596 0 0,0 0 0 0 0,25-2 0 0 0,-17 4-4519 0 0</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42.450"/>
    </inkml:context>
    <inkml:brush xml:id="br0">
      <inkml:brushProperty name="width" value="0.1" units="cm"/>
      <inkml:brushProperty name="height" value="0.1" units="cm"/>
      <inkml:brushProperty name="color" value="#008C3A"/>
    </inkml:brush>
  </inkml:definitions>
  <inkml:trace contextRef="#ctx0" brushRef="#br0">59 54 2304 0 0,'-58'19'19365'0'0,"76"-25"-18887"0"0,12-5-141 0 0,1 1 1 0 0,0 2-1 0 0,0 1 0 0 0,39-3 0 0 0,279 0 350 0 0,-84 4-282 0 0,-233 4-409 0 0,86 0-64 0 0,-103 3 48 0 0,-1 0 0 0 0,1 1 0 0 0,-1 0 0 0 0,1 1 0 0 0,24 9 0 0 0,-33-9-157 0 0,0 1-1 0 0,-1-1 0 0 0,1 1 0 0 0,-1 0 1 0 0,1 0-1 0 0,-1 1 0 0 0,5 6 0 0 0,11 8-1940 0 0,-17-16 809 0 0</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42.877"/>
    </inkml:context>
    <inkml:brush xml:id="br0">
      <inkml:brushProperty name="width" value="0.1" units="cm"/>
      <inkml:brushProperty name="height" value="0.1" units="cm"/>
      <inkml:brushProperty name="color" value="#008C3A"/>
    </inkml:brush>
  </inkml:definitions>
  <inkml:trace contextRef="#ctx0" brushRef="#br0">0 32 2304 0 0,'0'-2'720'0'0,"0"0"0"0"0,1 0 0 0 0,-1 0 0 0 0,0 0-1 0 0,1 0 1 0 0,0 1 0 0 0,-1-1 0 0 0,1 0 0 0 0,0 0-1 0 0,0 0 1 0 0,2-3 1440 0 0,5 0 1206 0 0,-7 5-3071 0 0,-1 0-1 0 0,1 0 0 0 0,0 0 0 0 0,0 0 0 0 0,-1 0 0 0 0,1 0 0 0 0,1 0 588 0 0,0 1-587 0 0,15 8 2187 0 0,15 17-1452 0 0,-28-22-585 0 0,41 35 196 0 0,-23-20-541 0 0,0 1 0 0 0,20 22 0 0 0,58 75-113 0 0,-99-115 25 0 0,0-1 0 0 0,0 0 0 0 0,0 1 0 0 0,0-1-1 0 0,0 0 1 0 0,-1 1 0 0 0,1-1 0 0 0,-1 1 0 0 0,1 0 0 0 0,-1-1 0 0 0,1 1-1 0 0,-1-1 1 0 0,0 1 0 0 0,0 0 0 0 0,1-1 0 0 0,-1 1 0 0 0,-1 0 0 0 0,1-1-1 0 0,0 1 1 0 0,-1 2 0 0 0,0 0 34 0 0,0-1 0 0 0,-1 0 0 0 0,1 1 0 0 0,-1-1 0 0 0,0 0 0 0 0,0 0-1 0 0,0 0 1 0 0,-1-1 0 0 0,-2 4 0 0 0,-7 5 141 0 0,0-1 0 0 0,-1 0 1 0 0,-18 11-1 0 0,26-18-173 0 0,-65 32 167 0 0,54-28-457 0 0,0 0 1 0 0,0 1-1 0 0,-24 18 1 0 0,37-24-31 0 0,0 1 1 0 0,0-1-1 0 0,0 1 1 0 0,1 0 0 0 0,-1 0-1 0 0,1 0 1 0 0,0 1-1 0 0,0-1 1 0 0,-3 7 0 0 0,1 0-1344 0 0</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44.050"/>
    </inkml:context>
    <inkml:brush xml:id="br0">
      <inkml:brushProperty name="width" value="0.1" units="cm"/>
      <inkml:brushProperty name="height" value="0.1" units="cm"/>
      <inkml:brushProperty name="color" value="#008C3A"/>
    </inkml:brush>
  </inkml:definitions>
  <inkml:trace contextRef="#ctx0" brushRef="#br0">16 0 11522 0 0,'0'0'233'0'0,"-1"1"0"0"0,0-1 0 0 0,0 1 0 0 0,0-1 0 0 0,0 1 0 0 0,1-1 0 0 0,-1 1 0 0 0,0 0 0 0 0,0-1 0 0 0,1 1 0 0 0,-1 0 0 0 0,1-1 0 0 0,-1 1 0 0 0,0 0 0 0 0,1 0 0 0 0,0 0-1 0 0,-1 0 1 0 0,1-1 0 0 0,-1 1 0 0 0,1 0 0 0 0,0 0 0 0 0,0 0 0 0 0,-1 0 0 0 0,1 0 0 0 0,0 0 0 0 0,0 0 0 0 0,0 1 0 0 0,-1 27 1682 0 0,4-14-1592 0 0,1 1 1 0 0,1-2-1 0 0,0 1 0 0 0,1 0 0 0 0,1-1 0 0 0,0 0 1 0 0,1-1-1 0 0,15 22 0 0 0,11 18-6 0 0,-2 12-115 0 0,-2 1-1 0 0,-3 2 0 0 0,20 78 1 0 0,-43-132-828 0 0,8 32 1342 0 0,-9-17-8519 0 0</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44.304"/>
    </inkml:context>
    <inkml:brush xml:id="br0">
      <inkml:brushProperty name="width" value="0.1" units="cm"/>
      <inkml:brushProperty name="height" value="0.1" units="cm"/>
      <inkml:brushProperty name="color" value="#008C3A"/>
    </inkml:brush>
  </inkml:definitions>
  <inkml:trace contextRef="#ctx0" brushRef="#br0">19 68 8290 0 0,'-3'2'-268'0'0,"-11"12"2725"0"0,13-9-285 0 0,10-5 36 0 0,8-4-1010 0 0,1-2 0 0 0,-1 0 0 0 0,31-15 0 0 0,-27 11-751 0 0,36-12 1 0 0,-39 16-435 0 0,-10 3-502 0 0,-1 1-1 0 0,1 0 1 0 0,0 0-1 0 0,0 0 1 0 0,0 1-1 0 0,1 0 1 0 0,-1 1 0 0 0,10 0-1 0 0,-2 3-941 0 0</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44.510"/>
    </inkml:context>
    <inkml:brush xml:id="br0">
      <inkml:brushProperty name="width" value="0.1" units="cm"/>
      <inkml:brushProperty name="height" value="0.1" units="cm"/>
      <inkml:brushProperty name="color" value="#008C3A"/>
    </inkml:brush>
  </inkml:definitions>
  <inkml:trace contextRef="#ctx0" brushRef="#br0">0 315 3225 0 0,'1'0'116'0'0,"-1"0"0"0"0,1 0 1 0 0,-1 0-1 0 0,1 0 1 0 0,-1 0-1 0 0,1 1 0 0 0,-1-1 1 0 0,1-1-1 0 0,-1 1 0 0 0,1 0 1 0 0,-1 0-1 0 0,1 0 0 0 0,-1 0 1 0 0,1 0-1 0 0,0 0 1 0 0,-1-1-1 0 0,1 1 0 0 0,-1 0 1 0 0,0 0-1 0 0,1-1 0 0 0,-1 1 1 0 0,1 0-1 0 0,-1-1 0 0 0,1 1 1 0 0,-1 0-1 0 0,0-1 1 0 0,1 1-1 0 0,-1-1 0 0 0,0 1 1 0 0,1 0-1 0 0,-1-1 0 0 0,0 1 1 0 0,0-1-1 0 0,1 0 0 0 0,18-23 6122 0 0,-16 21-6078 0 0,77-114 5400 0 0,1-3-2746 0 0,-75 113-3039 0 0,0 0 1 0 0,1 0 0 0 0,12-9-1 0 0,-10 10-822 0 0</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45.038"/>
    </inkml:context>
    <inkml:brush xml:id="br0">
      <inkml:brushProperty name="width" value="0.1" units="cm"/>
      <inkml:brushProperty name="height" value="0.1" units="cm"/>
      <inkml:brushProperty name="color" value="#008C3A"/>
    </inkml:brush>
  </inkml:definitions>
  <inkml:trace contextRef="#ctx0" brushRef="#br0">44 1 11979 0 0,'1'2'332'0'0,"0"0"1"0"0,0 0 0 0 0,0 1 0 0 0,-1-1 0 0 0,0 0 0 0 0,1 1 0 0 0,-1-1 0 0 0,0 0 0 0 0,0 1 0 0 0,0 3 0 0 0,0-5-239 0 0,-9 193 5325 0 0,0 1-4483 0 0,9-190-908 0 0,2 61 41 0 0,-4-1 1 0 0,-3 0 0 0 0,-19 101 0 0 0,22-159-91 0 0</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45.146"/>
    </inkml:context>
    <inkml:brush xml:id="br0">
      <inkml:brushProperty name="width" value="0.1" units="cm"/>
      <inkml:brushProperty name="height" value="0.1" units="cm"/>
      <inkml:brushProperty name="color" value="#008C3A"/>
    </inkml:brush>
  </inkml:definitions>
  <inkml:trace contextRef="#ctx0" brushRef="#br0">1 8 10370 0 0,'0'0'0'0'0,"0"-2"0"0"0,0 1 0 0 0,0-4-80 0 0</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45.447"/>
    </inkml:context>
    <inkml:brush xml:id="br0">
      <inkml:brushProperty name="width" value="0.1" units="cm"/>
      <inkml:brushProperty name="height" value="0.1" units="cm"/>
      <inkml:brushProperty name="color" value="#008C3A"/>
    </inkml:brush>
  </inkml:definitions>
  <inkml:trace contextRef="#ctx0" brushRef="#br0">187 1 3945 0 0,'-1'0'3965'0'0,"-15"21"-1684"0"0,-21 35-419 0 0,11-14-1535 0 0,2-2-530 0 0,0 0 1 0 0,-34 88-1 0 0,69-143 3791 0 0,21-40-2434 0 0,-18 30-614 0 0,1 1 0 0 0,27-35 0 0 0,-34 49-190 0 0,0 1 0 0 0,1 0 0 0 0,0 0 0 0 0,0 1 0 0 0,1 0 0 0 0,0 1 1 0 0,0 0-1 0 0,15-7 0 0 0,-23 14-301 0 0,0-1 1 0 0,0 1-1 0 0,0 0 1 0 0,0-1-1 0 0,0 1 1 0 0,0 0-1 0 0,0 0 1 0 0,0 0-1 0 0,0 1 1 0 0,0-1 0 0 0,0 0-1 0 0,0 1 1 0 0,-1 0-1 0 0,1-1 1 0 0,0 1-1 0 0,0 0 1 0 0,0 0-1 0 0,0 0 1 0 0,-1 0-1 0 0,1 0 1 0 0,0 0 0 0 0,-1 0-1 0 0,1 1 1 0 0,-1-1-1 0 0,0 1 1 0 0,1-1-1 0 0,-1 1 1 0 0,0-1-1 0 0,2 4 1 0 0,3 5 52 0 0,0-1 1 0 0,0 1-1 0 0,8 20 1 0 0,9 37 342 0 0,-15-41-796 0 0,1-1 0 0 0,20 40 0 0 0</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06.46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164 351 6913 0 0,'-35'7'1899'0'0,"28"-4"-1157"0"0,0-1-1 0 0,-1-1 0 0 0,1 0 1 0 0,0 0-1 0 0,-1 0 0 0 0,-9-1 1 0 0,17 0-730 0 0,-1 0 0 0 0,1 0 1 0 0,0 0-1 0 0,0 0 0 0 0,0 0 1 0 0,-1 0-1 0 0,1 0 0 0 0,0 0 1 0 0,0 0-1 0 0,0 0 0 0 0,-1 0 1 0 0,1 0-1 0 0,0 0 0 0 0,0 0 1 0 0,0 0-1 0 0,0-1 0 0 0,-1 1 1 0 0,1 0-1 0 0,0 0 0 0 0,0 0 0 0 0,0 0 1 0 0,0 0-1 0 0,-1 0 0 0 0,1-1 1 0 0,0 1-1 0 0,0 0 0 0 0,0 0 1 0 0,0 0-1 0 0,0 0 0 0 0,0-1 1 0 0,0 1-1 0 0,-1 0 0 0 0,1 0 1 0 0,0 0-1 0 0,0 0 0 0 0,0-1 1 0 0,0 1-1 0 0,0 0 0 0 0,0 0 1 0 0,0 0-1 0 0,0-1 0 0 0,0 1 1 0 0,0 0-1 0 0,0 0 0 0 0,0-1 1 0 0,8-8-68 0 0,13-7-568 0 0,4 3 549 0 0,1 0 0 0 0,1 2 0 0 0,-1 1 0 0 0,45-11 1 0 0,117-16 1621 0 0,-168 34-1404 0 0,451-35 3093 0 0,-270 29-2332 0 0,-8 2-519 0 0,74-5-372 0 0,-140 2 18 0 0,227 11 0 0 0,-349-1-33 0 0,37 6 3 0 0,-41-6-2 0 0,1 0-1 0 0,-1 0 1 0 0,0 0-1 0 0,0 0 1 0 0,1 0-1 0 0,-1 1 1 0 0,0-1-1 0 0,0 1 1 0 0,0-1 0 0 0,0 1-1 0 0,1-1 1 0 0,-1 1-1 0 0,0-1 1 0 0,0 1-1 0 0,0 0 1 0 0,0 0-1 0 0,0 0 1 0 0,-1 0-1 0 0,1-1 1 0 0,0 1-1 0 0,0 0 1 0 0,0 0-1 0 0,-1 0 1 0 0,1 1-1 0 0,-1-1 1 0 0,2 2-1 0 0,-3-2-7 0 0,1 0 0 0 0,-1 0 0 0 0,0 0 0 0 0,1 0 0 0 0,-1 0 0 0 0,0 0 0 0 0,0 0 0 0 0,1 0 0 0 0,-1 0 0 0 0,0 0 0 0 0,0 0 0 0 0,0 0 0 0 0,0-1 0 0 0,0 1 0 0 0,0 0 0 0 0,-1-1 0 0 0,1 1 0 0 0,0-1 0 0 0,-2 1 0 0 0,-24 9 64 0 0,8-5 14 0 0,-1 0 0 0 0,0-2 0 0 0,1-1 0 0 0,-32 1 0 0 0,-82-10-121 0 0,26 1-69 0 0,-285 17-302 0 0,294-7 513 0 0,-128 17 214 0 0,144-10 58 0 0,0-4 0 0 0,-106-4 0 0 0,158-6-504 0 0,14 1-163 0 0,0 1 0 0 0,0 1-1 0 0,-25 2 1 0 0,88 15-1636 0 0,513 93 1591 0 0,9-33 614 0 0,-108-17-127 0 0,728 84 2436 0 0,-814-94-1950 0 0,-501-78-67 0 0,12 1-396 0 0,-501-62-209 0 0,-3 33 315 0 0,329 31 107 0 0,-198-14-312 0 0,-2 36-282 0 0,244 29-191 0 0,199-18 152 0 0,1 2-1 0 0,0 2 1 0 0,-56 24-1 0 0,72-20-23 0 0,29-15 274 0 0,0-1 0 0 0,-1 0 1 0 0,1 0-1 0 0,0 1 0 0 0,0-1 1 0 0,0 0-1 0 0,-1 1 0 0 0,1-1 0 0 0,0 0 1 0 0,0 0-1 0 0,0 1 0 0 0,0-1 0 0 0,0 0 1 0 0,-1 1-1 0 0,1-1 0 0 0,0 0 0 0 0,0 1 1 0 0,0-1-1 0 0,0 1 0 0 0,0-1 1 0 0,0 0-1 0 0,0 1 0 0 0,0-1 0 0 0,0 0 1 0 0,0 1-1 0 0,0-1 0 0 0,1 0 0 0 0,-1 1 1 0 0,15 9-425 0 0,35 4-371 0 0,1-2 1 0 0,99 11-1 0 0,-58-10 782 0 0,789 87 961 0 0,229-35 412 0 0,-98 35-860 0 0,-854-78-478 0 0,-1 7 1 0 0,-2 6-1 0 0,225 83 0 0 0,-368-113-11 0 0,43 18-5 0 0,-51-21 4 0 0,0 0 1 0 0,0 1-1 0 0,0-1 1 0 0,-1 1-1 0 0,1-1 1 0 0,-1 1-1 0 0,0 0 1 0 0,0 1-1 0 0,0-1 0 0 0,5 7 1 0 0,-8-9 3 0 0,0-1 0 0 0,1 1 0 0 0,-1-1-1 0 0,0 1 1 0 0,0-1 0 0 0,1 1 0 0 0,-1-1 0 0 0,0 1 0 0 0,0 0 0 0 0,0-1-1 0 0,0 1 1 0 0,0-1 0 0 0,0 1 0 0 0,0 0 0 0 0,0-1 0 0 0,0 1-1 0 0,0-1 1 0 0,0 1 0 0 0,0-1 0 0 0,0 1 0 0 0,-1 0 0 0 0,1-1 0 0 0,0 1-1 0 0,0-1 1 0 0,-1 1 0 0 0,1-1 0 0 0,0 1 0 0 0,-1-1 0 0 0,1 1 0 0 0,0-1-1 0 0,-1 1 1 0 0,0 0 0 0 0,-22 9-9 0 0,-29-5-175 0 0,-28-9-614 0 0,-158-29-1 0 0,68 5 158 0 0,-302-22 510 0 0,-74-10 91 0 0,76 23 705 0 0,-2 33 275 0 0,374 4-863 0 0,-576-18 1807 0 0,210 2-1073 0 0,436 16-816 0 0,-529-33-503 0 0,552 32 438 0 0,-1 1-78 0 0,-1-1-1 0 0,1 0 1 0 0,0-1 0 0 0,0 1-1 0 0,-8-4 1 0 0,19 2-274 0 0,1 0-1 0 0,-1 1 1 0 0,0 0 0 0 0,1 1 0 0 0,-1-1-1 0 0,7 0 1 0 0,109-14-1371 0 0,160 1-1 0 0,-114 8 984 0 0,1098-28 1829 0 0,-1183 34-943 0 0,570 1 1606 0 0,-437 9-1491 0 0,217 38 1 0 0,-365-38-317 0 0,-35-5 93 0 0,0 1-1 0 0,0 1 1 0 0,41 14-1 0 0,-72-20 46 0 0,-1 0-1 0 0,0 0 1 0 0,1 0-1 0 0,-1 0 1 0 0,0 0-1 0 0,0 0 1 0 0,1 0-1 0 0,-1 0 1 0 0,0 0-1 0 0,0 0 1 0 0,1 0 0 0 0,-1 0-1 0 0,0 0 1 0 0,0 0-1 0 0,1 1 1 0 0,-1-1-1 0 0,0 0 1 0 0,0 0-1 0 0,0 0 1 0 0,1 0-1 0 0,-1 1 1 0 0,0-1-1 0 0,0 0 1 0 0,0 0 0 0 0,0 0-1 0 0,1 1 1 0 0,-1-1-1 0 0,0 0 1 0 0,0 0-1 0 0,0 1 1 0 0,0-1-1 0 0,0 0 1 0 0,0 0-1 0 0,0 1 1 0 0,0-1-1 0 0,0 0 1 0 0,1 0-1 0 0,-1 1 1 0 0,-12 3 530 0 0,-24-1 135 0 0,32-3-623 0 0,-342-10 1604 0 0,211 1-1534 0 0,-1484-127-908 0 0,967 97 1725 0 0,450 38-794 0 0,-135-5-1643 0 0,190 3-2392 0 0,181 0 2711 0 0,230-22 445 0 0,-68 8 1350 0 0,762-99 2822 0 0,-363 48-3082 0 0,-411 44-336 0 0,376-59 27 0 0,-544 80-80 0 0,-8 2 34 0 0,0 0 1 0 0,0-1 0 0 0,0 0 0 0 0,-1 0-1 0 0,1-1 1 0 0,10-5 0 0 0,-17 8 2 0 0,-1 0 0 0 0,0 0 0 0 0,0 0 0 0 0,0-1 0 0 0,0 1 0 0 0,0 0 0 0 0,1 0 0 0 0,-1 0 0 0 0,0-1 0 0 0,0 1 0 0 0,0 0-1 0 0,0 0 1 0 0,0-1 0 0 0,0 1 0 0 0,0 0 0 0 0,0 0 0 0 0,0-1 0 0 0,0 1 0 0 0,0 0 0 0 0,0 0 0 0 0,0-1 0 0 0,0 1 0 0 0,0 0 0 0 0,0 0 0 0 0,0 0 0 0 0,0-1 0 0 0,0 1 0 0 0,0 0 0 0 0,0 0 0 0 0,0-1 0 0 0,-1 1 0 0 0,1 0 0 0 0,0 0 0 0 0,0 0 0 0 0,0-1 0 0 0,0 1 0 0 0,-1 0 0 0 0,1 0 0 0 0,0 0 0 0 0,0 0 0 0 0,0 0 0 0 0,0-1 0 0 0,-1 1 0 0 0,1 0 0 0 0,0 0 0 0 0,0 0 0 0 0,-1 0 0 0 0,1 0 0 0 0,0 0 0 0 0,0 0 0 0 0,-1 0 0 0 0,1 0 0 0 0,-16-8 321 0 0,14 7-216 0 0,-40-14 197 0 0,0 2-1 0 0,-1 1 1 0 0,-64-8-1 0 0,49 10-422 0 0,-80-15-618 0 0,-5 0 632 0 0,-229-71-1 0 0,291 69 234 0 0,24 9-460 0 0,0-2-1 0 0,-108-59 625 0 0,172 78 0 0 0,23 0-365 0 0,46 4-626 0 0,-71-3 725 0 0,207 7 406 0 0,149 11 278 0 0,26 38-628 0 0,-383-56-103 0 0,-1 1 1 0 0,0-1 0 0 0,0 1-1 0 0,0 0 1 0 0,0-1-1 0 0,-1 1 1 0 0,1 1-1 0 0,0-1 1 0 0,0 0 0 0 0,3 3-1 0 0,-31 7 803 0 0,-182 22 921 0 0,37-8-1621 0 0,-44 14-15 0 0,-185 37-280 0 0,-136 34-1858 0 0,205-46-2892 0 0,88-18 3211 0 0,218-42 1901 0 0,-42 10 1278 0 0,61-12-1178 0 0,0 0 1 0 0,-1-1-1 0 0,1 2 0 0 0,0-1 1 0 0,0 1-1 0 0,0-1 0 0 0,0 1 1 0 0,-8 7-1 0 0,4 11-2517 0 0,-20-14 2980 0 0,1 1 0 0 0,0 1 0 0 0,0 1 0 0 0,1 2 1 0 0,-39 22-1 0 0,27-14-282 0 0,-84 45 714 0 0,-123 55-302 0 0,195-101-843 0 0,-114 49-19 0 0,340-148-4263 0 0,134-45-282 0 0,-299 122 4611 0 0,1 0 1 0 0,0 0-1 0 0,-1 1 0 0 0,1 1 0 0 0,0 0 0 0 0,0 0 0 0 0,19 2 0 0 0,-27-1 169 0 0,1 1 0 0 0,0 0 1 0 0,-1-1-1 0 0,1 2 0 0 0,-1-1 1 0 0,0 0-1 0 0,1 1 0 0 0,-1-1 1 0 0,0 1-1 0 0,0 0 0 0 0,0 0 1 0 0,0 0-1 0 0,0 1 0 0 0,-1-1 1 0 0,1 1-1 0 0,-1-1 0 0 0,1 1 1 0 0,-1 0-1 0 0,0 0 0 0 0,0 0 1 0 0,0 0-1 0 0,-1 0 0 0 0,1 1 1 0 0,-1-1-1 0 0,1 0 0 0 0,0 8 0 0 0,5 25 1318 0 0,-4-16-1403 0 0</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4.241"/>
    </inkml:context>
    <inkml:brush xml:id="br0">
      <inkml:brushProperty name="width" value="0.1" units="cm"/>
      <inkml:brushProperty name="height" value="0.1" units="cm"/>
    </inkml:brush>
  </inkml:definitions>
  <inkml:trace contextRef="#ctx0" brushRef="#br0">64 122 5529 0 0,'3'-15'1438'0'0,"-1"0"-1"0"0,-1-1 1 0 0,-1 1 0 0 0,0-1-1 0 0,-7-28 2445 0 0,7 44-3842 0 0,-4 9 964 0 0,-2 12-204 0 0,-42 433 2130 0 0,47-447-2920 0 0,-1 19 187 0 0,0 1 0 0 0,4 49 0 0 0,-1-71-127 0 0,-1 1 0 0 0,1 0 1 0 0,0 0-1 0 0,1 0 0 0 0,-1-1 0 0 0,1 1 0 0 0,0-1 0 0 0,1 1 0 0 0,-1-1 1 0 0,1 0-1 0 0,0 0 0 0 0,0 0 0 0 0,1 0 0 0 0,-1-1 0 0 0,1 1 0 0 0,0-1 1 0 0,0 0-1 0 0,1 0 0 0 0,5 4 0 0 0,-6-6-20 0 0,0 0 0 0 0,1-1 0 0 0,-1 1 0 0 0,0-1 1 0 0,0 0-1 0 0,1 0 0 0 0,-1 0 0 0 0,0-1 0 0 0,1 1 0 0 0,-1-1 0 0 0,1 0 0 0 0,-1-1 0 0 0,1 1 0 0 0,-1-1 1 0 0,0 1-1 0 0,1-2 0 0 0,-1 1 0 0 0,5-2 0 0 0,10-5-73 0 0,0 0 1 0 0,32-21-1 0 0,10-4-329 0 0,-48 28-232 0 0,0 1 0 0 0,0 0 0 0 0,1 1 0 0 0,14-2-1 0 0,-8 3-7008 0 0</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4.639"/>
    </inkml:context>
    <inkml:brush xml:id="br0">
      <inkml:brushProperty name="width" value="0.1" units="cm"/>
      <inkml:brushProperty name="height" value="0.1" units="cm"/>
    </inkml:brush>
  </inkml:definitions>
  <inkml:trace contextRef="#ctx0" brushRef="#br0">168 13 2304 0 0,'-4'-2'744'0'0,"-1"0"0"0"0,-1 0-1 0 0,1 0 1 0 0,0 1-1 0 0,0 0 1 0 0,0 0-1 0 0,-1 0 1 0 0,-5 1-1 0 0,8 0-458 0 0,0 1-1 0 0,0-1 0 0 0,0 1 0 0 0,0 0 0 0 0,1 0 0 0 0,-1 0 0 0 0,0 0 0 0 0,0 1 0 0 0,1-1 0 0 0,-1 1 0 0 0,0 0 0 0 0,1 0 0 0 0,0 0 0 0 0,-1 0 0 0 0,1 0 1 0 0,-2 2-1 0 0,-3 6 147 0 0,0-1 0 0 0,0 1 1 0 0,1 0-1 0 0,0 0 1 0 0,0 0-1 0 0,2 1 1 0 0,-1 0-1 0 0,1 0 0 0 0,1 1 1 0 0,-4 15-1 0 0,5-13-189 0 0,0-1-1 0 0,0 1 0 0 0,2-1 1 0 0,-1 1-1 0 0,2 0 0 0 0,0-1 0 0 0,0 1 1 0 0,6 22-1 0 0,-4-27-143 0 0,1 0-1 0 0,0 0 1 0 0,0 0 0 0 0,1 0-1 0 0,0-1 1 0 0,1 0-1 0 0,0 0 1 0 0,0 0 0 0 0,0-1-1 0 0,1 0 1 0 0,0 0-1 0 0,13 8 1 0 0,-17-12-77 0 0,1-1-1 0 0,-1 1 1 0 0,0-1 0 0 0,1 0 0 0 0,0-1-1 0 0,-1 1 1 0 0,1-1 0 0 0,0 1-1 0 0,0-1 1 0 0,0 0 0 0 0,0 0 0 0 0,0-1-1 0 0,0 1 1 0 0,0-1 0 0 0,0 0-1 0 0,0 0 1 0 0,0-1 0 0 0,0 1 0 0 0,0-1-1 0 0,0 1 1 0 0,0-1 0 0 0,0-1-1 0 0,0 1 1 0 0,0 0 0 0 0,-1-1 0 0 0,1 0-1 0 0,-1 0 1 0 0,1 0 0 0 0,-1 0-1 0 0,0-1 1 0 0,1 1 0 0 0,4-6 0 0 0,-4 3 8 0 0,0 0 0 0 0,-1-1 1 0 0,1 1-1 0 0,-1-1 1 0 0,0 0-1 0 0,0 1 1 0 0,-1-1-1 0 0,0-1 1 0 0,0 1-1 0 0,0 0 1 0 0,-1 0-1 0 0,0-1 1 0 0,0 1-1 0 0,-1-1 1 0 0,0 1-1 0 0,0 0 1 0 0,0-1-1 0 0,-2-8 0 0 0,0-1 18 0 0,-1-1-1 0 0,-1 1 0 0 0,-1 0 1 0 0,0 0-1 0 0,-14-30 0 0 0,15 38-67 0 0,-1 1-1 0 0,0-1 0 0 0,0 1 1 0 0,-1 0-1 0 0,0 0 1 0 0,0 0-1 0 0,0 1 1 0 0,-13-10-1 0 0,16 14-79 0 0,1 0 0 0 0,-1 1 0 0 0,1-1-1 0 0,-1 1 1 0 0,0-1 0 0 0,1 1-1 0 0,-1 0 1 0 0,0 0 0 0 0,0 0-1 0 0,0 0 1 0 0,0 0 0 0 0,0 1-1 0 0,0-1 1 0 0,0 1 0 0 0,0 0 0 0 0,0 0-1 0 0,0 0 1 0 0,0 0 0 0 0,0 1-1 0 0,0-1 1 0 0,0 1 0 0 0,0 0-1 0 0,0 0 1 0 0,0 0 0 0 0,1 0 0 0 0,-1 0-1 0 0,0 1 1 0 0,1-1 0 0 0,-4 3-1 0 0,-1 2-1170 0 0</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5.131"/>
    </inkml:context>
    <inkml:brush xml:id="br0">
      <inkml:brushProperty name="width" value="0.1" units="cm"/>
      <inkml:brushProperty name="height" value="0.1" units="cm"/>
    </inkml:brush>
  </inkml:definitions>
  <inkml:trace contextRef="#ctx0" brushRef="#br0">53 275 7834 0 0,'0'-17'1325'0'0,"1"12"-710"0"0,-1 1 0 0 0,1 0 0 0 0,-1-1 0 0 0,0 1 0 0 0,-1-1 0 0 0,1 1 0 0 0,-1 0 0 0 0,0-1 0 0 0,0 1 0 0 0,0 0 0 0 0,-4-7 1 0 0,5 11-577 0 0,0-1 0 0 0,0 1 1 0 0,0 0-1 0 0,0 0 0 0 0,0 0 1 0 0,0 0-1 0 0,0 0 1 0 0,-1-1-1 0 0,1 1 0 0 0,0 0 1 0 0,0 0-1 0 0,0 0 1 0 0,0 0-1 0 0,-1 0 0 0 0,1 0 1 0 0,0 0-1 0 0,0 0 0 0 0,0 0 1 0 0,0 0-1 0 0,-1 0 1 0 0,1 0-1 0 0,0 0 0 0 0,0 0 1 0 0,0 0-1 0 0,0 0 1 0 0,-1 0-1 0 0,1 0 0 0 0,0 0 1 0 0,0 0-1 0 0,0 0 0 0 0,-1 0 1 0 0,1 0-1 0 0,0 0 1 0 0,0 0-1 0 0,0 0 0 0 0,0 0 1 0 0,0 0-1 0 0,-1 0 1 0 0,1 0-1 0 0,0 1 0 0 0,0-1 1 0 0,0 0-1 0 0,-8 10 635 0 0,-2 11-42 0 0,5-5-395 0 0,1-1-1 0 0,0 1 1 0 0,1 0 0 0 0,1 0-1 0 0,0 0 1 0 0,2 0 0 0 0,0 0-1 0 0,0 0 1 0 0,4 19 0 0 0,-3-28-172 0 0,1 0 0 0 0,0 0 0 0 0,0 0 0 0 0,0-1 0 0 0,1 1 0 0 0,0-1 0 0 0,0 1 0 0 0,1-1 0 0 0,-1 0 0 0 0,7 7 0 0 0,-6-9-61 0 0,-1-1 0 0 0,1 0 0 0 0,-1 0 1 0 0,1 0-1 0 0,0 0 0 0 0,0-1 0 0 0,0 0 1 0 0,0 1-1 0 0,1-2 0 0 0,-1 1 0 0 0,1 0 1 0 0,-1-1-1 0 0,1 0 0 0 0,0 0 0 0 0,-1 0 1 0 0,9 0-1 0 0,-9-1-24 0 0,0 1 0 0 0,-1-1 1 0 0,1 0-1 0 0,-1-1 0 0 0,1 1 1 0 0,0-1-1 0 0,-1 0 0 0 0,1 1 1 0 0,-1-2-1 0 0,0 1 0 0 0,1 0 0 0 0,-1-1 1 0 0,0 1-1 0 0,0-1 0 0 0,0 0 1 0 0,0 0-1 0 0,0 0 0 0 0,0 0 1 0 0,0-1-1 0 0,-1 1 0 0 0,1-1 0 0 0,-1 0 1 0 0,0 0-1 0 0,0 0 0 0 0,0 0 1 0 0,3-5-1 0 0,1-6-118 0 0,-1 0 1 0 0,-1 0-1 0 0,0 0 0 0 0,-1-1 1 0 0,1-18-1 0 0,5-16-24 0 0,-9 49 164 0 0,0-1 1 0 0,0 1-1 0 0,1 0 1 0 0,-1 0-1 0 0,0 0 1 0 0,0-1 0 0 0,0 1-1 0 0,1 0 1 0 0,-1 0-1 0 0,0 0 1 0 0,0 0-1 0 0,1-1 1 0 0,-1 1 0 0 0,0 0-1 0 0,0 0 1 0 0,1 0-1 0 0,-1 0 1 0 0,0 0-1 0 0,0 0 1 0 0,1 0 0 0 0,-1 0-1 0 0,0 0 1 0 0,1 0-1 0 0,-1 0 1 0 0,0 0-1 0 0,0 0 1 0 0,1 0 0 0 0,-1 0-1 0 0,0 0 1 0 0,1 0-1 0 0,-1 0 1 0 0,0 0-1 0 0,0 0 1 0 0,1 1 0 0 0,-1-1-1 0 0,0 0 1 0 0,0 0-1 0 0,1 0 1 0 0,-1 0-1 0 0,0 1 1 0 0,0-1 0 0 0,0 0-1 0 0,1 0 1 0 0,-1 0-1 0 0,0 1 1 0 0,0-1 0 0 0,0 0-1 0 0,0 0 1 0 0,0 1-1 0 0,1-1 1 0 0,18 19 246 0 0,-8-7-111 0 0,-5-8-98 0 0,0 0-1 0 0,1 0 1 0 0,-1-1-1 0 0,0 1 1 0 0,1-1-1 0 0,0-1 1 0 0,0 1 0 0 0,0-1-1 0 0,0 0 1 0 0,0-1-1 0 0,0 0 1 0 0,0 0-1 0 0,1-1 1 0 0,-1 1-1 0 0,0-1 1 0 0,0-1-1 0 0,1 0 1 0 0,-1 0-1 0 0,0 0 1 0 0,0-1-1 0 0,0 0 1 0 0,0 0 0 0 0,0-1-1 0 0,-1 0 1 0 0,1 0-1 0 0,-1 0 1 0 0,7-5-1 0 0,-5 2-16 0 0,0 1 0 0 0,-1-1 0 0 0,1-1-1 0 0,-2 1 1 0 0,1-1 0 0 0,-1 0 0 0 0,0-1 0 0 0,0 1-1 0 0,-1-1 1 0 0,0 0 0 0 0,0-1 0 0 0,-1 1 0 0 0,0-1-1 0 0,-1 0 1 0 0,0 0 0 0 0,0 0 0 0 0,-1-1 0 0 0,0 1-1 0 0,0 0 1 0 0,0-15 0 0 0,-2 0-244 0 0,-1 1-1 0 0,-1 0 1 0 0,-1 0-1 0 0,-1 0 1 0 0,-9-32 0 0 0,13 54 112 0 0,0 1 1 0 0,0 0-1 0 0,0 0 1 0 0,0-1-1 0 0,0 1 1 0 0,0 0-1 0 0,0 0 1 0 0,0-1-1 0 0,0 1 1 0 0,-1 0 0 0 0,1-1-1 0 0,0 1 1 0 0,0 0-1 0 0,0 0 1 0 0,-7-4-2821 0 0</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5.562"/>
    </inkml:context>
    <inkml:brush xml:id="br0">
      <inkml:brushProperty name="width" value="0.1" units="cm"/>
      <inkml:brushProperty name="height" value="0.1" units="cm"/>
    </inkml:brush>
  </inkml:definitions>
  <inkml:trace contextRef="#ctx0" brushRef="#br0">0 0 14283 0 0,'0'0'1103'0'0,"19"23"3798"0"0,-7-5-4536 0 0,-1 2 0 0 0,-1-1 1 0 0,0 1-1 0 0,-2 1 0 0 0,0 0 0 0 0,-2 0 0 0 0,0 1 1 0 0,-1-1-1 0 0,4 44 0 0 0,-5 11-556 0 0,-9 115 0 0 0,5-189 198 0 0,0 2-221 0 0,-2 21-480 0 0,-4-12-2977 0 0</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5.828"/>
    </inkml:context>
    <inkml:brush xml:id="br0">
      <inkml:brushProperty name="width" value="0.1" units="cm"/>
      <inkml:brushProperty name="height" value="0.1" units="cm"/>
    </inkml:brush>
  </inkml:definitions>
  <inkml:trace contextRef="#ctx0" brushRef="#br0">0 75 7378 0 0,'1'-3'95'0'0,"-1"0"0"0"0,0 0 1 0 0,1-1-1 0 0,0 1 1 0 0,0 0-1 0 0,0 0 1 0 0,0 0-1 0 0,0 0 0 0 0,1 1 1 0 0,-1-1-1 0 0,1 0 1 0 0,-1 0-1 0 0,1 1 0 0 0,0-1 1 0 0,0 1-1 0 0,1 0 1 0 0,-1 0-1 0 0,0-1 1 0 0,1 1-1 0 0,-1 1 0 0 0,1-1 1 0 0,0 0-1 0 0,0 1 1 0 0,-1-1-1 0 0,1 1 0 0 0,0 0 1 0 0,0 0-1 0 0,6-1 1 0 0,-4 0 336 0 0,1 1-1 0 0,0 0 1 0 0,0 0 0 0 0,0 0 0 0 0,0 1 0 0 0,0 0 0 0 0,1 0-1 0 0,-1 0 1 0 0,0 1 0 0 0,0 0 0 0 0,0 0 0 0 0,-1 1 0 0 0,1-1-1 0 0,8 5 1 0 0,-6-2-53 0 0,-1 0 0 0 0,1 1 0 0 0,-1 0 0 0 0,-1 1 0 0 0,1 0 0 0 0,-1 0-1 0 0,0 0 1 0 0,0 1 0 0 0,-1-1 0 0 0,0 1 0 0 0,0 1 0 0 0,0-1 0 0 0,4 13 0 0 0,-6-15-350 0 0,-1 0 1 0 0,-1 1 0 0 0,1-1 0 0 0,-1 1 0 0 0,0-1-1 0 0,0 1 1 0 0,0 0 0 0 0,-1-1 0 0 0,0 1 0 0 0,0 0-1 0 0,0-1 1 0 0,-1 1 0 0 0,0 0 0 0 0,0-1 0 0 0,-1 1-1 0 0,1-1 1 0 0,-1 1 0 0 0,0-1 0 0 0,0 0 0 0 0,-1 0-1 0 0,-3 6 1 0 0,-1-2-265 0 0,0 1 0 0 0,0-2 0 0 0,-1 1 0 0 0,0-1 0 0 0,-15 11 0 0 0,-8 2-7095 0 0</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6.520"/>
    </inkml:context>
    <inkml:brush xml:id="br0">
      <inkml:brushProperty name="width" value="0.1" units="cm"/>
      <inkml:brushProperty name="height" value="0.1" units="cm"/>
    </inkml:brush>
  </inkml:definitions>
  <inkml:trace contextRef="#ctx0" brushRef="#br0">151 101 5529 0 0,'1'-19'711'0'0,"0"14"-101"0"0,-1 0-1 0 0,1 0 1 0 0,-1 0-1 0 0,-1-1 0 0 0,1 1 1 0 0,-1 0-1 0 0,1 0 1 0 0,-1 0-1 0 0,-1 0 1 0 0,1 0-1 0 0,-1 0 1 0 0,0 1-1 0 0,-3-6 0 0 0,5 9-509 0 0,-1 0 0 0 0,0 1 0 0 0,0-1 0 0 0,0 1 0 0 0,1-1 0 0 0,-1 1 0 0 0,0-1 0 0 0,0 1 0 0 0,0 0-1 0 0,0-1 1 0 0,0 1 0 0 0,0 0 0 0 0,0 0 0 0 0,0 0 0 0 0,0 0 0 0 0,0 0 0 0 0,0 0 0 0 0,0 0 0 0 0,0 0-1 0 0,0 0 1 0 0,0 0 0 0 0,0 0 0 0 0,0 1 0 0 0,0-1 0 0 0,0 0 0 0 0,0 1 0 0 0,0-1 0 0 0,1 1 0 0 0,-1-1-1 0 0,0 1 1 0 0,0-1 0 0 0,0 1 0 0 0,1-1 0 0 0,-1 1 0 0 0,0 0 0 0 0,0 0 0 0 0,0 0 0 0 0,-26 29 1383 0 0,16-13-1370 0 0,0 0 0 0 0,2 0-1 0 0,0 1 1 0 0,1 0-1 0 0,1 1 1 0 0,1 0 0 0 0,1 0-1 0 0,-5 30 1 0 0,10-48-132 0 0,0-1-1 0 0,-1 0 1 0 0,1 1 0 0 0,0-1 0 0 0,0 0 0 0 0,0 0-1 0 0,0 1 1 0 0,0-1 0 0 0,0 1 0 0 0,0-1 0 0 0,0 0 0 0 0,0 1-1 0 0,0-1 1 0 0,0 0 0 0 0,0 1 0 0 0,0-1 0 0 0,0 0-1 0 0,0 1 1 0 0,1-1 0 0 0,-1 0 0 0 0,0 0 0 0 0,0 1-1 0 0,0-1 1 0 0,0 0 0 0 0,1 1 0 0 0,-1-1 0 0 0,0 0-1 0 0,0 0 1 0 0,0 1 0 0 0,1-1 0 0 0,-1 0 0 0 0,0 0 0 0 0,1 0-1 0 0,-1 1 1 0 0,0-1 0 0 0,0 0 0 0 0,1 0 0 0 0,-1 0-1 0 0,1 0 1 0 0,14-6-643 0 0,16-22-258 0 0,-30 26 856 0 0,38-43-717 0 0,-30 33 819 0 0,1 1 0 0 0,0-1 0 0 0,1 2 0 0 0,16-14 0 0 0,-26 23 17 0 0,1 0 0 0 0,-1 1 0 0 0,0-1 0 0 0,1 0-1 0 0,-1 1 1 0 0,0-1 0 0 0,1 1 0 0 0,-1 0 0 0 0,1-1 0 0 0,-1 1 0 0 0,1 0-1 0 0,-1 0 1 0 0,0 0 0 0 0,1 0 0 0 0,-1 0 0 0 0,1 0 0 0 0,-1 0 0 0 0,1 1-1 0 0,-1-1 1 0 0,0 0 0 0 0,1 1 0 0 0,-1-1 0 0 0,1 1 0 0 0,-1 0 0 0 0,0-1-1 0 0,0 1 1 0 0,1 0 0 0 0,-1 0 0 0 0,0 0 0 0 0,0 0 0 0 0,0 0 0 0 0,0 0-1 0 0,0 0 1 0 0,0 0 0 0 0,0 0 0 0 0,0 0 0 0 0,-1 1 0 0 0,1-1 0 0 0,0 0-1 0 0,0 2 1 0 0,5 9 218 0 0,0-1-1 0 0,-1 1 1 0 0,6 19-1 0 0,-8-22-133 0 0,5 15 158 0 0,-3-6-977 0 0,1 0 1 0 0,1-1 0 0 0,16 30 0 0 0,-21-43 167 0 0,1-1-1 0 0,-1 1 1 0 0,1-1 0 0 0,-1 1-1 0 0,1-1 1 0 0,0 0 0 0 0,0 0-1 0 0,1-1 1 0 0,-1 1-1 0 0,0 0 1 0 0,1-1 0 0 0,0 0-1 0 0,-1 0 1 0 0,1 0 0 0 0,0-1-1 0 0,0 1 1 0 0,0-1 0 0 0,0 0-1 0 0,1 0 1 0 0,-1 0 0 0 0,0 0-1 0 0,5-1 1 0 0,3-2 315 0 0</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6.868"/>
    </inkml:context>
    <inkml:brush xml:id="br0">
      <inkml:brushProperty name="width" value="0.1" units="cm"/>
      <inkml:brushProperty name="height" value="0.1" units="cm"/>
    </inkml:brush>
  </inkml:definitions>
  <inkml:trace contextRef="#ctx0" brushRef="#br0">75 55 7370 0 0,'41'-39'2296'0'0,"-24"23"5295"0"0,-32 32-7240 0 0,1 0 0 0 0,1 0 0 0 0,0 1-1 0 0,1 1 1 0 0,1 1 0 0 0,1-1 0 0 0,0 1 0 0 0,2 1 0 0 0,0 0 0 0 0,-8 34 0 0 0,15-52-338 0 0,1 1 0 0 0,-1-1 0 0 0,1 1 0 0 0,0-1 0 0 0,0 1 0 0 0,-1 0 0 0 0,2-1 0 0 0,-1 1 0 0 0,0-1 0 0 0,1 1 0 0 0,-1-1 0 0 0,1 1 0 0 0,0-1 0 0 0,-1 1 0 0 0,1-1 0 0 0,0 1 0 0 0,1-1 1 0 0,-1 0-1 0 0,0 1 0 0 0,1-1 0 0 0,2 3 0 0 0,-1-3-15 0 0,0 0 1 0 0,0 0 0 0 0,0 0-1 0 0,0 0 1 0 0,1 0 0 0 0,-1-1-1 0 0,1 0 1 0 0,-1 1-1 0 0,1-1 1 0 0,-1-1 0 0 0,1 1-1 0 0,0 0 1 0 0,5-1 0 0 0,7 1-86 0 0,0-2 1 0 0,1 0-1 0 0,-1-1 1 0 0,0-1-1 0 0,27-8 1 0 0,-29 7 20 0 0,-7 1 37 0 0,0 1 1 0 0,0-1-1 0 0,0 2 0 0 0,0-1 1 0 0,0 1-1 0 0,0 0 0 0 0,1 0 1 0 0,-1 1-1 0 0,0 0 0 0 0,11 1 0 0 0,-18 0 28 0 0,1-1 0 0 0,-1 0-1 0 0,1 1 1 0 0,0-1 0 0 0,-1 1 0 0 0,1-1-1 0 0,-1 1 1 0 0,1-1 0 0 0,-1 1-1 0 0,1-1 1 0 0,-1 1 0 0 0,0-1-1 0 0,1 1 1 0 0,-1 0 0 0 0,0-1 0 0 0,1 1-1 0 0,-1 0 1 0 0,0-1 0 0 0,0 1-1 0 0,1 0 1 0 0,-1-1 0 0 0,0 1-1 0 0,0 0 1 0 0,0 0 0 0 0,0-1-1 0 0,0 1 1 0 0,0 0 0 0 0,0-1 0 0 0,0 1-1 0 0,0 0 1 0 0,-1 0 0 0 0,1-1-1 0 0,0 1 1 0 0,0 0 0 0 0,-1-1-1 0 0,1 1 1 0 0,0 0 0 0 0,-1-1 0 0 0,1 1-1 0 0,0-1 1 0 0,-1 1 0 0 0,1-1-1 0 0,-2 2 1 0 0,-22 31 246 0 0,20-28-169 0 0,-8 8 87 0 0,-1 0-1 0 0,0-1 0 0 0,-1 0 1 0 0,-25 15-1 0 0,20-14-1723 0 0,1 1 0 0 0,-17 17 0 0 0</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7.217"/>
    </inkml:context>
    <inkml:brush xml:id="br0">
      <inkml:brushProperty name="width" value="0.1" units="cm"/>
      <inkml:brushProperty name="height" value="0.1" units="cm"/>
    </inkml:brush>
  </inkml:definitions>
  <inkml:trace contextRef="#ctx0" brushRef="#br0">153 8 6913 0 0,'0'0'59'0'0,"0"0"0"0"0,1 0 0 0 0,-1 0-1 0 0,0 0 1 0 0,0 0 0 0 0,0 0 0 0 0,1 0-1 0 0,-1 0 1 0 0,0-1 0 0 0,0 1 0 0 0,0 0-1 0 0,0 0 1 0 0,1 0 0 0 0,-1 0 0 0 0,0 0-1 0 0,0 0 1 0 0,0 0 0 0 0,0-1 0 0 0,0 1-1 0 0,0 0 1 0 0,1 0 0 0 0,-1 0 0 0 0,0 0-1 0 0,0-1 1 0 0,0 1 0 0 0,0 0 0 0 0,0 0-1 0 0,0 0 1 0 0,0 0 0 0 0,0-1 0 0 0,0 1-1 0 0,0 0 1 0 0,0 0 0 0 0,0 0 0 0 0,0-1-1 0 0,0 1 1 0 0,0 0 0 0 0,0 0 0 0 0,0 0-1 0 0,0-1 1 0 0,0 1 0 0 0,0 0 0 0 0,0 0-1 0 0,0 0 1 0 0,0 0 0 0 0,0-1 0 0 0,0 1-1 0 0,0 0 1 0 0,0 0 0 0 0,-1 0 0 0 0,1 0-1 0 0,0-1 1 0 0,0 1 0 0 0,-14 3 2361 0 0,-20 13 629 0 0,23-8-2572 0 0,1 1 1 0 0,1 0-1 0 0,0 0 0 0 0,0 1 0 0 0,0 0 0 0 0,2 1 0 0 0,-1-1 1 0 0,-8 19-1 0 0,14-25-391 0 0,0 0 0 0 0,0 0 0 0 0,1 1 0 0 0,-1-1 0 0 0,1 1 0 0 0,0-1 1 0 0,0 1-1 0 0,1 0 0 0 0,0-1 0 0 0,-1 1 0 0 0,1-1 0 0 0,1 1 0 0 0,-1 0 0 0 0,1-1 0 0 0,0 1 1 0 0,0-1-1 0 0,0 1 0 0 0,1-1 0 0 0,-1 1 0 0 0,1-1 0 0 0,0 0 0 0 0,0 0 0 0 0,1 0 0 0 0,-1 0 0 0 0,1 0 1 0 0,0-1-1 0 0,3 4 0 0 0,2 2-24 0 0,4 3 20 0 0,0 0 0 0 0,-1 1-1 0 0,-1 0 1 0 0,0 1 0 0 0,11 22-1 0 0,-19-32-73 0 0,0 1 0 0 0,-1-1 0 0 0,0 0 0 0 0,1 1 0 0 0,-2-1 0 0 0,1 1 0 0 0,0 0 0 0 0,-1-1 0 0 0,0 1 0 0 0,0-1 0 0 0,0 1 0 0 0,-1 0 0 0 0,1-1 0 0 0,-1 1 0 0 0,0-1 0 0 0,-1 1 0 0 0,1-1 0 0 0,-1 0 0 0 0,0 1 0 0 0,0-1 0 0 0,0 0 0 0 0,0 0 0 0 0,-1 0 0 0 0,-5 6 0 0 0,3-4-67 0 0,0-1 0 0 0,0 0 1 0 0,0 0-1 0 0,-1-1 0 0 0,0 1 0 0 0,0-1 1 0 0,-12 6-1 0 0,-9 2-5819 0 0,5-3-1281 0 0</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7.725"/>
    </inkml:context>
    <inkml:brush xml:id="br0">
      <inkml:brushProperty name="width" value="0.1" units="cm"/>
      <inkml:brushProperty name="height" value="0.1" units="cm"/>
    </inkml:brush>
  </inkml:definitions>
  <inkml:trace contextRef="#ctx0" brushRef="#br0">33 5 11979 0 0,'-12'-2'4079'0'0,"-3"0"583"0"0,14 2-4605 0 0,1 1 0 0 0,-1-1 1 0 0,1 0-1 0 0,0 1 0 0 0,-1-1 0 0 0,1 0 0 0 0,0 1 1 0 0,0-1-1 0 0,-1 0 0 0 0,1 1 0 0 0,0-1 0 0 0,0 1 1 0 0,-1-1-1 0 0,1 1 0 0 0,0-1 0 0 0,0 1 0 0 0,0-1 1 0 0,0 0-1 0 0,0 1 0 0 0,0-1 0 0 0,0 1 0 0 0,0-1 1 0 0,0 1-1 0 0,0-1 0 0 0,0 1 0 0 0,0-1 0 0 0,0 1 1 0 0,0-1-1 0 0,0 1 0 0 0,0-1 0 0 0,0 1 0 0 0,1-1 1 0 0,-1 1-1 0 0,2 9 70 0 0,42 242 1493 0 0,-42-223-1679 0 0,0 0-1 0 0,-2 0 1 0 0,-1-1 0 0 0,-1 1 0 0 0,-2 0-1 0 0,-13 51 1 0 0,7-56-691 0 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7.914"/>
    </inkml:context>
    <inkml:brush xml:id="br0">
      <inkml:brushProperty name="width" value="0.1" units="cm"/>
      <inkml:brushProperty name="height" value="0.1" units="cm"/>
    </inkml:brush>
  </inkml:definitions>
  <inkml:trace contextRef="#ctx0" brushRef="#br0">0 189 6449 0 0,'16'-21'1421'0'0,"1"0"-1"0"0,1 0 1 0 0,1 2 0 0 0,0 0-1 0 0,29-21 1 0 0,-45 38-1351 0 0,3-3-14 0 0,1 0-1 0 0,0 0 1 0 0,0 0 0 0 0,0 1-1 0 0,0 1 1 0 0,1-1-1 0 0,0 1 1 0 0,0 0 0 0 0,0 1-1 0 0,10-3 1 0 0,-14 5-122 0 0,-1-1-1 0 0,0 1 1 0 0,1 0 0 0 0,-1 0 0 0 0,0 0 0 0 0,1 1 0 0 0,-1-1-1 0 0,0 1 1 0 0,0-1 0 0 0,1 1 0 0 0,-1 0 0 0 0,0 1 0 0 0,0-1 0 0 0,0 0-1 0 0,0 1 1 0 0,0 0 0 0 0,0-1 0 0 0,-1 1 0 0 0,1 0 0 0 0,-1 1-1 0 0,1-1 1 0 0,-1 0 0 0 0,0 1 0 0 0,1-1 0 0 0,-1 1 0 0 0,-1 0 0 0 0,1 0-1 0 0,2 3 1 0 0,2 6 77 0 0</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8.073"/>
    </inkml:context>
    <inkml:brush xml:id="br0">
      <inkml:brushProperty name="width" value="0.1" units="cm"/>
      <inkml:brushProperty name="height" value="0.1" units="cm"/>
    </inkml:brush>
  </inkml:definitions>
  <inkml:trace contextRef="#ctx0" brushRef="#br0">4 117 7834 0 0,'0'1'67'0'0,"0"-1"1"0"0,-1 0 0 0 0,1 0 0 0 0,0 0 0 0 0,0 0 0 0 0,0 0-1 0 0,-1 0 1 0 0,1 1 0 0 0,0-1 0 0 0,0 0 0 0 0,0 0-1 0 0,0 0 1 0 0,-1 0 0 0 0,1 1 0 0 0,0-1 0 0 0,0 0-1 0 0,0 0 1 0 0,0 0 0 0 0,0 1 0 0 0,0-1 0 0 0,0 0-1 0 0,0 0 1 0 0,0 1 0 0 0,0-1 0 0 0,0 0 0 0 0,0 0-1 0 0,0 0 1 0 0,0 1 0 0 0,0-1 0 0 0,0 0 0 0 0,0 0-1 0 0,0 1 1 0 0,0-1 0 0 0,0 0 0 0 0,0 0 0 0 0,0 0-1 0 0,0 1 1 0 0,0-1 0 0 0,0 0 0 0 0,0 0 0 0 0,1 0-1 0 0,-1 1 1 0 0,0-1 0 0 0,0 0 0 0 0,0 0 0 0 0,0 0-1 0 0,1 0 1 0 0,-1 1 0 0 0,0-1 0 0 0,0 0 0 0 0,0 0 0 0 0,1 0-1 0 0,-1 0 1 0 0,17-8 2313 0 0,32-30-995 0 0,-36 28-1881 0 0,-4 3-369 0 0,1 1 0 0 0,-1 0 0 0 0,13-5 0 0 0,61-19-88 0 0,-70 26 979 0 0,2-2-43 0 0</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8.247"/>
    </inkml:context>
    <inkml:brush xml:id="br0">
      <inkml:brushProperty name="width" value="0.1" units="cm"/>
      <inkml:brushProperty name="height" value="0.1" units="cm"/>
    </inkml:brush>
  </inkml:definitions>
  <inkml:trace contextRef="#ctx0" brushRef="#br0">5 0 4609 0 0,'0'1'475'0'0,"-1"37"8975"0"0,0 0-4057 0 0,-1 17-2575 0 0,2-29-2558 0 0,0 0 0 0 0,8 48 0 0 0,-3-50-1072 0 0,0-1 0 0 0,11 28 0 0 0</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8.405"/>
    </inkml:context>
    <inkml:brush xml:id="br0">
      <inkml:brushProperty name="width" value="0.1" units="cm"/>
      <inkml:brushProperty name="height" value="0.1" units="cm"/>
    </inkml:brush>
  </inkml:definitions>
  <inkml:trace contextRef="#ctx0" brushRef="#br0">18 77 8290 0 0,'-14'-45'1601'0'0,"10"14"5413"0"0,5 33-6962 0 0,1 0-1 0 0,-1 0 1 0 0,1 1-1 0 0,0-1 1 0 0,0 0 0 0 0,0-1-1 0 0,0 1 1 0 0,0 0 0 0 0,0-1-1 0 0,0 1 1 0 0,0-1 0 0 0,1 1-1 0 0,3 1 1 0 0,7 1-52 0 0</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8.866"/>
    </inkml:context>
    <inkml:brush xml:id="br0">
      <inkml:brushProperty name="width" value="0.1" units="cm"/>
      <inkml:brushProperty name="height" value="0.1" units="cm"/>
    </inkml:brush>
  </inkml:definitions>
  <inkml:trace contextRef="#ctx0" brushRef="#br0">58 2 6913 0 0,'-1'0'459'0'0,"0"0"-1"0"0,0-1 0 0 0,-1 1 0 0 0,1 0 0 0 0,0 0 1 0 0,0 0-1 0 0,-1 0 0 0 0,1 0 0 0 0,0 0 0 0 0,0 0 1 0 0,-1 1-1 0 0,1-1 0 0 0,0 0 0 0 0,0 1 0 0 0,0-1 0 0 0,0 1 1 0 0,-4 1 1373 0 0,3 0-1373 0 0,1-1-96 0 0,0 1 1 0 0,0 0-1 0 0,0-1 1 0 0,0 1-1 0 0,0 0 1 0 0,0-1-1 0 0,0 1 1 0 0,0 0-1 0 0,1 0 1 0 0,-1 0-1 0 0,1 0 1 0 0,-1 3-1 0 0,0 8-69 0 0,1 1 0 0 0,0-1 1 0 0,3 22-1 0 0,-1 0 286 0 0,-13 92-432 0 0,-1 13 63 0 0,11-119-190 0 0,2-1 0 0 0,0 1 1 0 0,2 0-1 0 0,6 31 0 0 0,-1-29-65 0 0,-5-43-48 0 0,-3 19 35 0 0,0-1-1 0 0,0 1 1 0 0,0-1 0 0 0,0 0-1 0 0,0 1 1 0 0,0-1 0 0 0,1 0-1 0 0,-1 1 1 0 0,1-1 0 0 0,-1 1-1 0 0,1-1 1 0 0,-1 1-1 0 0,1-1 1 0 0,0 1 0 0 0,0-1-1 0 0,0 1 1 0 0,0 0 0 0 0,0-1-1 0 0,0 1 1 0 0,0 0 0 0 0,0 0-1 0 0,0 0 1 0 0,1 0 0 0 0,-1 0-1 0 0,0 0 1 0 0,1 0 0 0 0,-1 0-1 0 0,1 0 1 0 0,-1 1-1 0 0,1-1 1 0 0,-1 1 0 0 0,4-1-1 0 0,9-6-665 0 0</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9.372"/>
    </inkml:context>
    <inkml:brush xml:id="br0">
      <inkml:brushProperty name="width" value="0.1" units="cm"/>
      <inkml:brushProperty name="height" value="0.1" units="cm"/>
    </inkml:brush>
  </inkml:definitions>
  <inkml:trace contextRef="#ctx0" brushRef="#br0">32 6 11522 0 0,'0'0'-2'0'0,"-1"-1"415"0"0,-1 1-1 0 0,1-1 1 0 0,-1 0-1 0 0,0 1 1 0 0,1-1-1 0 0,-1 1 1 0 0,0 0-1 0 0,1-1 1 0 0,-1 1-1 0 0,0 0 1 0 0,1 0-1 0 0,-1 0 1 0 0,0 0-1 0 0,1 0 1 0 0,-3 1-1 0 0,0 12 3856 0 0,4 5-4643 0 0,23 220 2180 0 0,-20-180-1718 0 0,9 172-1958 0 0,-11-215-236 0 0</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2:59.561"/>
    </inkml:context>
    <inkml:brush xml:id="br0">
      <inkml:brushProperty name="width" value="0.1" units="cm"/>
      <inkml:brushProperty name="height" value="0.1" units="cm"/>
    </inkml:brush>
  </inkml:definitions>
  <inkml:trace contextRef="#ctx0" brushRef="#br0">0 172 12443 0 0,'7'-8'629'0'0,"1"1"0"0"0,0 0 0 0 0,0 0 1 0 0,1 1-1 0 0,0 0 0 0 0,0 0 1 0 0,0 1-1 0 0,13-5 0 0 0,-3 1-378 0 0,14-9 763 0 0,63-31-2082 0 0,-79 42-965 0 0,0 1 0 0 0,0 0 0 0 0,34-6 1 0 0,-32 9 1886 0 0</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00.084"/>
    </inkml:context>
    <inkml:brush xml:id="br0">
      <inkml:brushProperty name="width" value="0.1" units="cm"/>
      <inkml:brushProperty name="height" value="0.1" units="cm"/>
    </inkml:brush>
  </inkml:definitions>
  <inkml:trace contextRef="#ctx0" brushRef="#br0">0 390 1376 0 0,'1'1'232'0'0,"1"-1"1"0"0,-1 1-1 0 0,0-1 0 0 0,0 0 0 0 0,1 1 0 0 0,-1-1 1 0 0,0 0-1 0 0,1 0 0 0 0,-1 0 0 0 0,0 0 0 0 0,1 0 0 0 0,-1 0 1 0 0,0 0-1 0 0,0-1 0 0 0,1 1 0 0 0,-1 0 0 0 0,0-1 1 0 0,0 1-1 0 0,1-1 0 0 0,-1 1 0 0 0,0-1 0 0 0,0 0 0 0 0,0 1 1 0 0,0-1-1 0 0,0 0 0 0 0,0 0 0 0 0,0 0 0 0 0,0 0 1 0 0,0 0-1 0 0,1-2 0 0 0,28-34 4080 0 0,-30 36-4477 0 0,9-12 525 0 0,-2 0-1 0 0,0-1 1 0 0,0 1 0 0 0,-2-1-1 0 0,9-29 1 0 0,-12 36-253 0 0,-1 0 0 0 0,1 0 0 0 0,-1-1 0 0 0,-1 1 0 0 0,1 0 0 0 0,-1 0 0 0 0,0-1 0 0 0,-1 1 0 0 0,0 0 0 0 0,0 0 0 0 0,-1-1 0 0 0,1 1 0 0 0,-1 0 0 0 0,-5-9 0 0 0,7 15-96 0 0,-1-1 0 0 0,0 1 0 0 0,0-1 1 0 0,1 1-1 0 0,-1 0 0 0 0,0-1 0 0 0,0 1 1 0 0,0 0-1 0 0,0 0 0 0 0,-1 0 0 0 0,1-1 1 0 0,0 1-1 0 0,0 0 0 0 0,-1 1 0 0 0,1-1 1 0 0,0 0-1 0 0,-1 0 0 0 0,1 1 0 0 0,-3-2 1 0 0,2 2-11 0 0,1 0 1 0 0,0 0-1 0 0,0 1 0 0 0,0-1 1 0 0,0 0-1 0 0,0 0 1 0 0,-1 1-1 0 0,1-1 1 0 0,0 1-1 0 0,0-1 1 0 0,0 1-1 0 0,0-1 1 0 0,0 1-1 0 0,0-1 1 0 0,0 1-1 0 0,0 0 1 0 0,1 0-1 0 0,-1 0 1 0 0,0-1-1 0 0,-1 3 1 0 0,-1 1 11 0 0,0 0-1 0 0,1 0 1 0 0,-1 0-1 0 0,1 1 1 0 0,0-1 0 0 0,0 1-1 0 0,1 0 1 0 0,-1 0 0 0 0,1-1-1 0 0,0 1 1 0 0,-1 6 0 0 0,3-2 49 0 0,-1 1 0 0 0,1-1 0 0 0,1 0 0 0 0,-1 0 0 0 0,2 0 0 0 0,-1-1 0 0 0,1 1 0 0 0,0 0 0 0 0,1-1 0 0 0,0 0 0 0 0,9 14 0 0 0,-11-18-39 0 0,0-1 1 0 0,0 0-1 0 0,1 0 1 0 0,-1 0-1 0 0,1 0 1 0 0,-1 0-1 0 0,1-1 1 0 0,0 1-1 0 0,0-1 0 0 0,0 1 1 0 0,1-1-1 0 0,-1 0 1 0 0,0 0-1 0 0,1-1 1 0 0,-1 1-1 0 0,1-1 1 0 0,0 0-1 0 0,-1 0 1 0 0,1 0-1 0 0,0 0 1 0 0,0-1-1 0 0,0 1 1 0 0,-1-1-1 0 0,1 0 1 0 0,0 0-1 0 0,0 0 1 0 0,0-1-1 0 0,0 1 0 0 0,7-3 1 0 0,-4-1-13 0 0,0-1 0 0 0,0 1 0 0 0,0-1 0 0 0,0 0 0 0 0,-1-1 0 0 0,0 0 0 0 0,0 0 0 0 0,6-9 0 0 0,22-19 58 0 0,-28 30-64 0 0,-1 0-1 0 0,2 0 1 0 0,-1 1-1 0 0,0-1 1 0 0,1 1 0 0 0,0 1-1 0 0,-1-1 1 0 0,1 1 0 0 0,0 0-1 0 0,9-1 1 0 0,-13 3 37 0 0,0-1-1 0 0,0 1 1 0 0,0 0 0 0 0,1 0 0 0 0,-1 0 0 0 0,0 0-1 0 0,0 1 1 0 0,0-1 0 0 0,0 1 0 0 0,0 0 0 0 0,0-1-1 0 0,0 2 1 0 0,0-1 0 0 0,0 0 0 0 0,0 0 0 0 0,-1 1-1 0 0,1 0 1 0 0,0-1 0 0 0,-1 1 0 0 0,1 0 0 0 0,-1 0-1 0 0,0 1 1 0 0,0-1 0 0 0,0 0 0 0 0,3 5 0 0 0,1 4 2905 0 0,-6-32-1631 0 0,3-2-1305 0 0,1 1 1 0 0,1 0-1 0 0,1 0 0 0 0,12-30 0 0 0,-12 40-631 0 0,-1 1 0 0 0,2 0 0 0 0,-1 0 0 0 0,1 0-1 0 0,14-14 1 0 0</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09.091"/>
    </inkml:context>
    <inkml:brush xml:id="br0">
      <inkml:brushProperty name="width" value="0.1" units="cm"/>
      <inkml:brushProperty name="height" value="0.1" units="cm"/>
    </inkml:brush>
  </inkml:definitions>
  <inkml:trace contextRef="#ctx0" brushRef="#br0">0 1 11058 0 0,'0'7'5064'0'0,"7"25"-2246"0"0,28 108 816 0 0,-28-103-3466 0 0,-2 0-1 0 0,-2 0 1 0 0,-3 66 0 0 0,-14 20-87 0 0,7-85-851 0 0,3 0-1 0 0,1 0 1 0 0,3 66-1 0 0,1-98 69 0 0,0 0 0 0 0,-1-1 0 0 0,2 1 0 0 0,-1 0 0 0 0,1-1 0 0 0,-1 1 0 0 0,2-1 0 0 0,2 7 0 0 0</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09.327"/>
    </inkml:context>
    <inkml:brush xml:id="br0">
      <inkml:brushProperty name="width" value="0.1" units="cm"/>
      <inkml:brushProperty name="height" value="0.1" units="cm"/>
    </inkml:brush>
  </inkml:definitions>
  <inkml:trace contextRef="#ctx0" brushRef="#br0">0 0 14747 0 0,'21'18'1745'0'0,"-12"0"-445"0"0,0 0 0 0 0,11 36 1 0 0,16 94 51 0 0,-25-95-931 0 0,13 114-743 0 0,-18-94-4327 0 0,-5-65 3771 0 0</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09.520"/>
    </inkml:context>
    <inkml:brush xml:id="br0">
      <inkml:brushProperty name="width" value="0.1" units="cm"/>
      <inkml:brushProperty name="height" value="0.1" units="cm"/>
    </inkml:brush>
  </inkml:definitions>
  <inkml:trace contextRef="#ctx0" brushRef="#br0">26 75 11979 0 0,'-7'5'-175'0'0,"-11"7"2784"0"0,33-18 75 0 0,37-24-1244 0 0,14-7-1046 0 0,-20 22-5809 0 0,-27 12-403 0 0</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09.867"/>
    </inkml:context>
    <inkml:brush xml:id="br0">
      <inkml:brushProperty name="width" value="0.1" units="cm"/>
      <inkml:brushProperty name="height" value="0.1" units="cm"/>
    </inkml:brush>
  </inkml:definitions>
  <inkml:trace contextRef="#ctx0" brushRef="#br0">29 1 5529 0 0,'-1'0'515'0'0,"-1"1"1"0"0,1-1-1 0 0,-1 1 0 0 0,-7 7 3607 0 0,8-7-3607 0 0,0 0 0 0 0,0 1 1 0 0,0-1-1 0 0,0 0 0 0 0,0 2 0 0 0,0 1 73 0 0,-1-1 0 0 0,1 1 0 0 0,0 0 0 0 0,0 0 0 0 0,1 0-1 0 0,-1 6 1 0 0,1 9-118 0 0,1-1 0 0 0,4 24-1 0 0,-1-18 537 0 0,-1 8-836 0 0,12 90 1102 0 0,-12-104-1959 0 0,1 0 0 0 0,1 0-1 0 0,1 0 1 0 0,11 24 0 0 0</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0.025"/>
    </inkml:context>
    <inkml:brush xml:id="br0">
      <inkml:brushProperty name="width" value="0.1" units="cm"/>
      <inkml:brushProperty name="height" value="0.1" units="cm"/>
    </inkml:brush>
  </inkml:definitions>
  <inkml:trace contextRef="#ctx0" brushRef="#br0">0 36 5985 0 0,'2'-23'1164'0'0,"-2"23"-1127"0"0,0-1 0 0 0,0 1 0 0 0,0-1 0 0 0,0 1 0 0 0,0 0 0 0 0,0-1 0 0 0,0 1 0 0 0,0-1 0 0 0,0 1 0 0 0,0-1 0 0 0,0 1 0 0 0,0 0 0 0 0,0-1 0 0 0,0 1 0 0 0,0-1 0 0 0,1 1 0 0 0,-1 0 0 0 0,0-1-1 0 0,0 1 1 0 0,0 0 0 0 0,1-1 0 0 0,-1 1 0 0 0,0 0 0 0 0,0-1 0 0 0,1 1 0 0 0,-1 0 0 0 0,0-1 0 0 0,1 1 0 0 0,-1 0 0 0 0,0 0 0 0 0,1 0 0 0 0,-1-1 0 0 0,0 1 0 0 0,1 0 0 0 0,-1 0 0 0 0,1 0 0 0 0,-1 0 0 0 0,0 0 0 0 0,1-1 0 0 0,-1 1 0 0 0,1 0-1 0 0,-1 0 1 0 0,0 0 0 0 0,1 0 0 0 0,-1 0 0 0 0,1 0 0 0 0,0 1 0 0 0,0 2-349 0 0,0 0-1 0 0,0 0 0 0 0,0 0 1 0 0,0 0-1 0 0,-1 0 1 0 0,1 0-1 0 0,-1 0 0 0 0,0 0 1 0 0,0 1-1 0 0,-1 3 0 0 0,1-4 465 0 0,2 11-99 0 0</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0.820"/>
    </inkml:context>
    <inkml:brush xml:id="br0">
      <inkml:brushProperty name="width" value="0.1" units="cm"/>
      <inkml:brushProperty name="height" value="0.1" units="cm"/>
    </inkml:brush>
  </inkml:definitions>
  <inkml:trace contextRef="#ctx0" brushRef="#br0">176 291 10770 0 0,'-18'-12'3216'0'0,"13"12"-2929"0"0,0 0 1 0 0,0 0-1 0 0,0 0 1 0 0,0 1-1 0 0,1-1 1 0 0,-1 1-1 0 0,0 1 1 0 0,0-1-1 0 0,1 1 1 0 0,-1 0-1 0 0,1 0 1 0 0,-1 0-1 0 0,1 0 1 0 0,0 1-1 0 0,-7 5 1 0 0,1-1-205 0 0,1 1 0 0 0,0 1 0 0 0,0-1 0 0 0,1 1 0 0 0,-9 12 0 0 0,15-19-78 0 0,1 0 0 0 0,-1 0-1 0 0,1 0 1 0 0,0 0 0 0 0,0 0-1 0 0,0 1 1 0 0,0-1 0 0 0,0 0 0 0 0,0 0-1 0 0,1 1 1 0 0,-1-1 0 0 0,1 1 0 0 0,-1-1-1 0 0,1 0 1 0 0,0 1 0 0 0,0-1 0 0 0,0 1-1 0 0,0-1 1 0 0,1 0 0 0 0,-1 1 0 0 0,1 2-1 0 0,0-3-15 0 0,1-1 0 0 0,-1 1-1 0 0,0-1 1 0 0,0 1 0 0 0,1-1 0 0 0,-1 1-1 0 0,1-1 1 0 0,-1 0 0 0 0,1 0 0 0 0,-1 0-1 0 0,1 0 1 0 0,0 0 0 0 0,0 0 0 0 0,-1 0-1 0 0,1 0 1 0 0,0-1 0 0 0,0 1-1 0 0,0-1 1 0 0,0 1 0 0 0,0-1 0 0 0,0 0-1 0 0,0 0 1 0 0,0 0 0 0 0,0 0 0 0 0,0 0-1 0 0,3-1 1 0 0,21-2-122 0 0,-20 2 131 0 0,0 0 0 0 0,1 0 0 0 0,-1 1 0 0 0,1 0 0 0 0,-1 0-1 0 0,10 1 1 0 0,-14 0 10 0 0,0-1-1 0 0,-1 1 0 0 0,1 0 0 0 0,0 0 0 0 0,-1-1 1 0 0,1 1-1 0 0,-1 0 0 0 0,1 0 0 0 0,-1 0 0 0 0,0 1 1 0 0,1-1-1 0 0,-1 0 0 0 0,0 0 0 0 0,0 1 0 0 0,0-1 1 0 0,0 1-1 0 0,0-1 0 0 0,0 1 0 0 0,0-1 1 0 0,-1 1-1 0 0,1 0 0 0 0,0-1 0 0 0,-1 1 0 0 0,1 0 1 0 0,-1 0-1 0 0,0-1 0 0 0,0 1 0 0 0,1 3 0 0 0,-1 6 39 0 0,1 0 0 0 0,-2 0 0 0 0,1 0 0 0 0,-1 0 0 0 0,-1 0 0 0 0,0 0 0 0 0,-1 0 0 0 0,-4 13 0 0 0,4-16-17 0 0,0 0 1 0 0,-1 0 0 0 0,1-1-1 0 0,-1 0 1 0 0,-1 0-1 0 0,1 0 1 0 0,-1 0-1 0 0,-1-1 1 0 0,1 1-1 0 0,-1-1 1 0 0,-11 8 0 0 0,17-13-26 0 0,-1-1 1 0 0,1 1 0 0 0,-1-1 0 0 0,1 1-1 0 0,0-1 1 0 0,-1 0 0 0 0,1 1 0 0 0,-1-1 0 0 0,1 0-1 0 0,-1 1 1 0 0,0-1 0 0 0,1 0 0 0 0,-1 0-1 0 0,1 0 1 0 0,-1 1 0 0 0,1-1 0 0 0,-1 0 0 0 0,0 0-1 0 0,1 0 1 0 0,-1 0 0 0 0,1 0 0 0 0,-1 0-1 0 0,0 0 1 0 0,1 0 0 0 0,-1 0 0 0 0,1 0 0 0 0,-1-1-1 0 0,0 1 1 0 0,1 0 0 0 0,-1 0 0 0 0,1-1-1 0 0,-1 1 1 0 0,1 0 0 0 0,-1 0 0 0 0,0-1 0 0 0,0-1-16 0 0,1 1 1 0 0,-1-1 0 0 0,0 1-1 0 0,1-1 1 0 0,0 0 0 0 0,-1 1-1 0 0,1-1 1 0 0,0 0 0 0 0,0 1 0 0 0,0-1-1 0 0,0 0 1 0 0,0-2 0 0 0,9-49-885 0 0,67-179-3570 0 0,14-61 6994 0 0,-69 212 3055 0 0,-21 179-4555 0 0,1-43-1285 0 0,0-12 298 0 0,1-1-1 0 0,9 45 0 0 0,-8-69-81 0 0,1 0 1 0 0,1 0-1 0 0,0-1 1 0 0,2 1-1 0 0,0-1 0 0 0,1 0 1 0 0,12 19-1 0 0,-20-36 27 0 0,0 1 0 0 0,1 0 0 0 0,-1 0 0 0 0,1 0 0 0 0,-1-1 0 0 0,1 1 0 0 0,-1 0 0 0 0,1-1 0 0 0,0 1 0 0 0,-1 0 0 0 0,1-1 0 0 0,0 1 0 0 0,-1-1 0 0 0,1 1 0 0 0,0-1 0 0 0,0 1 0 0 0,0-1 0 0 0,-1 0 0 0 0,1 1 0 0 0,0-1 0 0 0,0 0 0 0 0,0 0 0 0 0,0 0 0 0 0,0 1 0 0 0,0-1 0 0 0,-1 0 0 0 0,1 0 0 0 0,1 0 0 0 0,0-1-36 0 0,-1 0 0 0 0,1 0 1 0 0,-1 0-1 0 0,0 0 1 0 0,1 0-1 0 0,-1 0 1 0 0,0 0-1 0 0,0 0 1 0 0,1 0-1 0 0,-1 0 0 0 0,0-1 1 0 0,0 1-1 0 0,-1 0 1 0 0,2-3-1 0 0,4-8-321 0 0,0 0-1 0 0,-2-1 1 0 0,5-12-1 0 0,-8 19 226 0 0,6-17-226 0 0,17-46-47 0 0,-21 63 545 0 0,-1 0-1 0 0,1 1 1 0 0,1-1-1 0 0,-1 1 1 0 0,1-1-1 0 0,0 1 1 0 0,0 0-1 0 0,8-7 1 0 0,-11 11-63 0 0,1 0 1 0 0,-1 1 0 0 0,1-1 0 0 0,-1 0-1 0 0,1 0 1 0 0,-1 1 0 0 0,1-1-1 0 0,-1 1 1 0 0,1 0 0 0 0,-1-1 0 0 0,1 1-1 0 0,-1 0 1 0 0,1 0 0 0 0,0 0-1 0 0,-1 0 1 0 0,1 0 0 0 0,-1 0 0 0 0,1 1-1 0 0,-1-1 1 0 0,1 1 0 0 0,0-1-1 0 0,-1 1 1 0 0,1-1 0 0 0,-1 1 0 0 0,0 0-1 0 0,1-1 1 0 0,-1 1 0 0 0,0 0-1 0 0,1 0 1 0 0,-1 0 0 0 0,0 0 0 0 0,0 0-1 0 0,0 1 1 0 0,0-1 0 0 0,1 2-1 0 0,6 6 26 0 0,0 0-1 0 0,-1 1 1 0 0,9 16-1 0 0,-12-19-129 0 0,4 6-280 0 0,7 11-450 0 0,-3-9-5017 0 0</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1.232"/>
    </inkml:context>
    <inkml:brush xml:id="br0">
      <inkml:brushProperty name="width" value="0.1" units="cm"/>
      <inkml:brushProperty name="height" value="0.1" units="cm"/>
    </inkml:brush>
  </inkml:definitions>
  <inkml:trace contextRef="#ctx0" brushRef="#br0">119 30 6913 0 0,'-3'-3'711'0'0,"0"0"-1"0"0,0 0 0 0 0,-1 1 0 0 0,1-1 0 0 0,-1 1 0 0 0,1-1 0 0 0,-1 1 1 0 0,0 0-1 0 0,0 1 0 0 0,0-1 0 0 0,-8-2 0 0 0,10 4-558 0 0,1 0 0 0 0,-1 0-1 0 0,0 0 1 0 0,0 0 0 0 0,1 1 0 0 0,-1-1-1 0 0,0 0 1 0 0,1 1 0 0 0,-1-1 0 0 0,0 1-1 0 0,1-1 1 0 0,-1 1 0 0 0,0 0 0 0 0,1 0-1 0 0,-1 0 1 0 0,1 0 0 0 0,0 0 0 0 0,-1 0-1 0 0,1 0 1 0 0,0 0 0 0 0,0 0 0 0 0,-1 1-1 0 0,1-1 1 0 0,0 1 0 0 0,0-1-1 0 0,1 0 1 0 0,-1 1 0 0 0,0 0 0 0 0,0-1-1 0 0,1 1 1 0 0,-2 2 0 0 0,-3 11 115 0 0,0 1-1 0 0,1-1 1 0 0,1 1-1 0 0,1 0 1 0 0,0 0-1 0 0,0 0 1 0 0,2 0-1 0 0,0 1 1 0 0,1-1 0 0 0,4 19-1 0 0,5 22 115 0 0,29 84-1 0 0,-10-39-68 0 0,-16-43-260 0 0,-7-29-385 0 0,1-1-1 0 0,17 44 1 0 0,-22-69-1430 0 0</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1.403"/>
    </inkml:context>
    <inkml:brush xml:id="br0">
      <inkml:brushProperty name="width" value="0.1" units="cm"/>
      <inkml:brushProperty name="height" value="0.1" units="cm"/>
    </inkml:brush>
  </inkml:definitions>
  <inkml:trace contextRef="#ctx0" brushRef="#br0">7 82 7370 0 0,'0'0'106'0'0,"-1"-1"1"0"0,1 1 0 0 0,-1 0 0 0 0,1-1 0 0 0,0 1 0 0 0,-1-1-1 0 0,1 1 1 0 0,-1-1 0 0 0,1 1 0 0 0,0-1 0 0 0,-1 1-1 0 0,1-1 1 0 0,0 1 0 0 0,0-1 0 0 0,-1 1 0 0 0,1-1 0 0 0,0 1-1 0 0,0-1 1 0 0,0 1 0 0 0,0-1 0 0 0,-1 0 0 0 0,1 1 0 0 0,0-1-1 0 0,0 1 1 0 0,0-1 0 0 0,0 0 0 0 0,1 1 0 0 0,-1-1 0 0 0,0 1-1 0 0,0-2 1 0 0,18-11 3979 0 0,0 4-1740 0 0,35-13-1 0 0,-34 17-2746 0 0,-1 0 0 0 0,21-3 0 0 0,-19 5-6172 0 0</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1.703"/>
    </inkml:context>
    <inkml:brush xml:id="br0">
      <inkml:brushProperty name="width" value="0.1" units="cm"/>
      <inkml:brushProperty name="height" value="0.1" units="cm"/>
    </inkml:brush>
  </inkml:definitions>
  <inkml:trace contextRef="#ctx0" brushRef="#br0">5 59 5985 0 0,'-1'1'72'0'0,"1"-1"0"0"0,-1 1 0 0 0,1-1 0 0 0,0 1-1 0 0,-1 0 1 0 0,1-1 0 0 0,0 1 0 0 0,-1 0 0 0 0,1-1 0 0 0,0 1-1 0 0,0 0 1 0 0,0-1 0 0 0,0 1 0 0 0,0 0 0 0 0,0-1 0 0 0,0 1-1 0 0,0 0 1 0 0,0 0 0 0 0,0-1 0 0 0,0 1 0 0 0,0 0 0 0 0,0-1 0 0 0,1 1-1 0 0,-1 0 1 0 0,0-1 0 0 0,0 1 0 0 0,1 0 0 0 0,-1-1 0 0 0,0 1-1 0 0,1-1 1 0 0,-1 1 0 0 0,2 0 0 0 0,17 26 1268 0 0,-13-21-866 0 0,17 23 979 0 0,-16-21-978 0 0,0 0-1 0 0,0 1 0 0 0,0-1 1 0 0,-1 1-1 0 0,0 1 0 0 0,-1-1 0 0 0,0 1 1 0 0,-1 0-1 0 0,3 20 4558 0 0,-14-41-3562 0 0,-6-15-1078 0 0,11 17-342 0 0,1 0 0 0 0,0 0 0 0 0,0 0 0 0 0,1-1 0 0 0,0 1 1 0 0,1 0-1 0 0,-1 0 0 0 0,2 0 0 0 0,2-10 0 0 0,1 2-657 0 0,0 1 1 0 0,1-1-1 0 0,15-27 0 0 0,-9 23-6914 0 0</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2.023"/>
    </inkml:context>
    <inkml:brush xml:id="br0">
      <inkml:brushProperty name="width" value="0.1" units="cm"/>
      <inkml:brushProperty name="height" value="0.1" units="cm"/>
    </inkml:brush>
  </inkml:definitions>
  <inkml:trace contextRef="#ctx0" brushRef="#br0">1 201 6625 0 0,'0'1'53'0'0,"0"-1"0"0"0,0 0 0 0 0,0 1 0 0 0,0-1-1 0 0,0 1 1 0 0,0-1 0 0 0,0 0 0 0 0,0 1 0 0 0,0-1 0 0 0,0 1-1 0 0,0-1 1 0 0,0 0 0 0 0,0 1 0 0 0,0-1 0 0 0,0 0-1 0 0,0 1 1 0 0,0-1 0 0 0,0 1 0 0 0,1-1 0 0 0,-1 0-1 0 0,0 1 1 0 0,0-1 0 0 0,0 0 0 0 0,1 1 0 0 0,-1-1 0 0 0,0 0-1 0 0,0 0 1 0 0,1 1 0 0 0,-1-1 0 0 0,0 0 0 0 0,1 0-1 0 0,-1 1 1 0 0,0-1 0 0 0,1 0 0 0 0,-1 0 0 0 0,12-8 2919 0 0,9-21-225 0 0,-11 10-1360 0 0,16-37 0 0 0,-24 50-1154 0 0,-1 1 0 0 0,1-1 0 0 0,-1 1 0 0 0,1-1 1 0 0,-1 1-1 0 0,-1-1 0 0 0,1 1 0 0 0,-1-1 0 0 0,0 0 0 0 0,-1 1 1 0 0,1-1-1 0 0,-3-8 0 0 0,3 13-213 0 0,0 0 0 0 0,-1 0 1 0 0,1 0-1 0 0,0 0 0 0 0,-1 0 0 0 0,1 0 0 0 0,-1 0 1 0 0,1 0-1 0 0,-1 0 0 0 0,0 0 0 0 0,1 0 1 0 0,-1 0-1 0 0,0 0 0 0 0,0 1 0 0 0,1-1 0 0 0,-1 0 1 0 0,0 0-1 0 0,0 1 0 0 0,0-1 0 0 0,0 1 1 0 0,0-1-1 0 0,-1 0 0 0 0,1 1-59 0 0,0 1 0 0 0,0-1 0 0 0,1 0 0 0 0,-1 0 0 0 0,0 0 0 0 0,0 1 0 0 0,1-1 0 0 0,-1 0 0 0 0,0 1 0 0 0,1-1 0 0 0,-1 1 0 0 0,1-1 0 0 0,-1 1 0 0 0,1-1 0 0 0,-1 1 0 0 0,1-1 0 0 0,-1 1 0 0 0,1-1 0 0 0,-1 1 0 0 0,1 0 0 0 0,-1-1 0 0 0,1 1 0 0 0,0 0 0 0 0,0-1 0 0 0,-1 1 0 0 0,1 0 0 0 0,0 0 0 0 0,0-1 0 0 0,0 1 0 0 0,0 0 0 0 0,-1 0 0 0 0,1 0 0 0 0,-1 9-247 0 0,0-1 0 0 0,0 0 0 0 0,1 1-1 0 0,0-1 1 0 0,1 1 0 0 0,0-1 0 0 0,0 0-1 0 0,1 1 1 0 0,0-1 0 0 0,4 10-1 0 0,-5-14 62 0 0,1 0-1 0 0,0 0 0 0 0,1 0 1 0 0,-1-1-1 0 0,1 1 0 0 0,-1 0 1 0 0,1-1-1 0 0,1 0 0 0 0,-1 0 0 0 0,1 0 1 0 0,-1 0-1 0 0,1 0 0 0 0,0-1 1 0 0,1 1-1 0 0,-1-1 0 0 0,1-1 1 0 0,-1 1-1 0 0,1 0 0 0 0,5 1 0 0 0,2-1-4050 0 0</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2.404"/>
    </inkml:context>
    <inkml:brush xml:id="br0">
      <inkml:brushProperty name="width" value="0.1" units="cm"/>
      <inkml:brushProperty name="height" value="0.1" units="cm"/>
    </inkml:brush>
  </inkml:definitions>
  <inkml:trace contextRef="#ctx0" brushRef="#br0">150 31 9650 0 0,'0'-1'99'0'0,"0"0"1"0"0,0 0-1 0 0,0-1 0 0 0,0 1 0 0 0,0 0 0 0 0,0 0 1 0 0,-1 0-1 0 0,1-1 0 0 0,0 1 0 0 0,-1 0 1 0 0,1 0-1 0 0,-1 0 0 0 0,0 0 0 0 0,1 0 1 0 0,-1 0-1 0 0,0 0 0 0 0,0 0 0 0 0,1 0 0 0 0,-1 0 1 0 0,0 0-1 0 0,0 0 0 0 0,0 1 0 0 0,0-1 1 0 0,0 0-1 0 0,0 1 0 0 0,0-1 0 0 0,0 0 1 0 0,-1 1-1 0 0,1 0 0 0 0,0-1 0 0 0,0 1 0 0 0,0 0 1 0 0,0-1-1 0 0,-1 1 0 0 0,1 0 0 0 0,0 0 1 0 0,0 0-1 0 0,-1 0 0 0 0,1 0 0 0 0,-2 1 1 0 0,0-1 163 0 0,0 0 0 0 0,-1 1 1 0 0,1-1-1 0 0,0 1 1 0 0,0 0-1 0 0,0 0 1 0 0,0 1-1 0 0,-1-1 1 0 0,2 1-1 0 0,-1-1 1 0 0,0 1-1 0 0,0 0 1 0 0,0 0-1 0 0,-3 3 0 0 0,-1 5-13 0 0,-1 0-1 0 0,1 1 1 0 0,1 0-1 0 0,0 0 1 0 0,0 1-1 0 0,-5 18 0 0 0,7-21-183 0 0,1 0-1 0 0,1 1 0 0 0,0-1 0 0 0,0 1 0 0 0,1-1 1 0 0,0 1-1 0 0,1 0 0 0 0,0 0 0 0 0,1 10 0 0 0,-1-18-72 0 0,1 0-1 0 0,-1 0 1 0 0,0-1-1 0 0,1 1 0 0 0,-1 0 1 0 0,1-1-1 0 0,0 1 1 0 0,0 0-1 0 0,0-1 0 0 0,-1 1 1 0 0,1-1-1 0 0,1 1 1 0 0,1 1-1 0 0,-2-2-3 0 0,-1-1 1 0 0,1 1-1 0 0,0-1 1 0 0,-1 0-1 0 0,1 1 0 0 0,0-1 1 0 0,-1 0-1 0 0,1 1 0 0 0,0-1 1 0 0,0 0-1 0 0,0 0 1 0 0,-1 0-1 0 0,1 0 0 0 0,0 0 1 0 0,0 0-1 0 0,-1 0 0 0 0,1 0 1 0 0,0 0-1 0 0,0 0 0 0 0,0 0 1 0 0,1-1-1 0 0,1-1-15 0 0,0 1 0 0 0,0-1 0 0 0,0 0 0 0 0,-1 0-1 0 0,1 0 1 0 0,0 0 0 0 0,-1 0 0 0 0,1-1 0 0 0,-1 1 0 0 0,0-1-1 0 0,0 0 1 0 0,2-3 0 0 0,9-15 95 0 0,21-31 401 0 0,-31 49-442 0 0,-1 1-1 0 0,0-1 0 0 0,1 1 1 0 0,-1-1-1 0 0,1 1 1 0 0,0 0-1 0 0,0 0 0 0 0,0 0 1 0 0,0 0-1 0 0,0 0 0 0 0,0 1 1 0 0,0 0-1 0 0,1-1 0 0 0,4 0 1 0 0,-6 2 32 0 0,0 0 0 0 0,0 0 0 0 0,0 1 0 0 0,0-1 0 0 0,0 0 0 0 0,0 1 0 0 0,0 0 0 0 0,-1-1 0 0 0,1 1 1 0 0,0 0-1 0 0,0 0 0 0 0,0 0 0 0 0,-1 0 0 0 0,1 0 0 0 0,0 0 0 0 0,-1 0 0 0 0,1 1 0 0 0,-1-1 0 0 0,0 1 0 0 0,1-1 0 0 0,-1 1 1 0 0,0-1-1 0 0,0 1 0 0 0,0 0 0 0 0,0 0 0 0 0,1 3 0 0 0,4 7 139 0 0,0 1 0 0 0,6 24-1 0 0,-7-22-53 0 0,-1-3-21 0 0,5 18 16 0 0,2 0-1 0 0,18 34 1 0 0,-29-64-136 0 0,0 1 1 0 0,0-1-1 0 0,1 0 1 0 0,-1 0-1 0 0,0 0 1 0 0,0 1-1 0 0,0-1 1 0 0,0 0-1 0 0,0 0 1 0 0,0 1-1 0 0,0-1 1 0 0,0 0-1 0 0,1 0 1 0 0,-1 0-1 0 0,0 0 1 0 0,0 1-1 0 0,0-1 1 0 0,0 0-1 0 0,1 0 1 0 0,-1 0-1 0 0,0 0 1 0 0,0 1-1 0 0,0-1 1 0 0,1 0-1 0 0,-1 0 1 0 0,0 0-1 0 0,0 0 1 0 0,1 0-1 0 0,-1 0 1 0 0,0 0-1 0 0,0 0 1 0 0,0 0-1 0 0,1 0 1 0 0,-1 0-1 0 0,0 0 1 0 0,0 0-1 0 0,1 0 1 0 0,-1 0-1 0 0,0 0 1 0 0,0 0-1 0 0,1 0 1 0 0,-1 0-1 0 0,0 0 1 0 0,0 0-1 0 0,1-1 1 0 0,5-13 163 0 0,3-35 15 0 0,-6 32-183 0 0,19-68-288 0 0,-10 49-6054 0 0,-3 12-1036 0 0</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3.100"/>
    </inkml:context>
    <inkml:brush xml:id="br0">
      <inkml:brushProperty name="width" value="0.1" units="cm"/>
      <inkml:brushProperty name="height" value="0.1" units="cm"/>
    </inkml:brush>
  </inkml:definitions>
  <inkml:trace contextRef="#ctx0" brushRef="#br0">1 113 8754 0 0,'0'0'673'0'0,"15"17"4122"0"0,-7 0-3910 0 0,-1 1 0 0 0,0 0 0 0 0,-1 0 0 0 0,-1 1 1 0 0,6 36-1 0 0,4 19 715 0 0,-15-74-1604 0 0,0 0 1 0 0,0 0 0 0 0,0 0 0 0 0,0 0-1 0 0,0 1 1 0 0,0-1 0 0 0,0 0 0 0 0,0 0-1 0 0,0 0 1 0 0,0 0 0 0 0,0 0 0 0 0,0 0-1 0 0,0 0 1 0 0,0 0 0 0 0,0 1 0 0 0,0-1-1 0 0,0 0 1 0 0,0 0 0 0 0,0 0 0 0 0,0 0 0 0 0,0 0-1 0 0,0 0 1 0 0,0 0 0 0 0,0 0 0 0 0,1 1-1 0 0,-1-1 1 0 0,0 0 0 0 0,0 0 0 0 0,0 0-1 0 0,0 0 1 0 0,0 0 0 0 0,0 0 0 0 0,0 0-1 0 0,0 0 1 0 0,0 0 0 0 0,0 0 0 0 0,1 0-1 0 0,-1 0 1 0 0,0 0 0 0 0,0 0 0 0 0,0 0 0 0 0,0 0-1 0 0,0 0 1 0 0,0 1 0 0 0,0-1 0 0 0,1 0-1 0 0,-1 0 1 0 0,0-1 0 0 0,0 1 0 0 0,0 0-1 0 0,0 0 1 0 0,0 0 0 0 0,0 0 0 0 0,0 0-1 0 0,0 0 1 0 0,1 0 0 0 0,-1 0 0 0 0,0 0-1 0 0,0 0 1 0 0,0 0 0 0 0,0 0 0 0 0,0 0 0 0 0,0 0-1 0 0,0 0 1 0 0,0 0 0 0 0,0 0 0 0 0,0 0-1 0 0,1-1 1 0 0,4-12-547 0 0,7-32-809 0 0,-7 24 858 0 0,6-14-156 0 0,1 2 1 0 0,21-44 0 0 0,-26 63 712 0 0,0 1 1 0 0,1 0 0 0 0,1 0 0 0 0,0 1 0 0 0,1 0 0 0 0,0 1-1 0 0,0 0 1 0 0,14-11 0 0 0,-23 22 42 0 0,0-1 1 0 0,-1 1-1 0 0,1-1 0 0 0,0 0 1 0 0,0 1-1 0 0,-1 0 0 0 0,1-1 0 0 0,0 1 1 0 0,0-1-1 0 0,0 1 0 0 0,0 0 1 0 0,0 0-1 0 0,0 0 0 0 0,0-1 1 0 0,-1 1-1 0 0,1 0 0 0 0,0 0 1 0 0,0 0-1 0 0,0 0 0 0 0,0 0 1 0 0,0 1-1 0 0,0-1 0 0 0,0 0 1 0 0,0 0-1 0 0,0 1 0 0 0,1 0 0 0 0,0 0 32 0 0,-1 0 0 0 0,1 1-1 0 0,-1-1 1 0 0,1 1 0 0 0,-1-1-1 0 0,1 1 1 0 0,-1 0-1 0 0,0 0 1 0 0,0-1 0 0 0,0 1-1 0 0,1 3 1 0 0,4 9 251 0 0,-2 0 0 0 0,6 27 0 0 0,-7-27-245 0 0,2 14 31 0 0,-1 1 0 0 0,0 50 0 0 0,-4-54-767 0 0,1 1 1 0 0,2-1-1 0 0,10 50 0 0 0,-5-54-6856 0 0</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3.432"/>
    </inkml:context>
    <inkml:brush xml:id="br0">
      <inkml:brushProperty name="width" value="0.1" units="cm"/>
      <inkml:brushProperty name="height" value="0.1" units="cm"/>
    </inkml:brush>
  </inkml:definitions>
  <inkml:trace contextRef="#ctx0" brushRef="#br0">9 101 9674 0 0,'0'0'1004'0'0,"-3"54"4076"0"0,2-42-4709 0 0,0-1 0 0 0,0 1 0 0 0,1-1-1 0 0,1 1 1 0 0,1 12 0 0 0,-1-20-320 0 0,1 1 1 0 0,-1-1 0 0 0,1 0 0 0 0,0 1-1 0 0,0-1 1 0 0,0 0 0 0 0,1 0-1 0 0,0 0 1 0 0,-1 0 0 0 0,1-1-1 0 0,0 1 1 0 0,1-1 0 0 0,-1 0-1 0 0,1 0 1 0 0,-1 0 0 0 0,7 4-1 0 0,-7-5 64 0 0,-1 0 0 0 0,1-1 0 0 0,0 1 0 0 0,0 0 0 0 0,0-1 0 0 0,0 0 0 0 0,0 0 0 0 0,0 0 0 0 0,1 0 0 0 0,-1 0 0 0 0,0 0 0 0 0,0-1 0 0 0,1 0-1 0 0,-1 0 1 0 0,0 0 0 0 0,1 0 0 0 0,-1 0 0 0 0,0 0 0 0 0,0-1 0 0 0,1 0 0 0 0,-1 0 0 0 0,6-2 0 0 0,-5 1-31 0 0,0-1 1 0 0,0 0-1 0 0,0 0 1 0 0,0 0-1 0 0,-1 0 1 0 0,1-1-1 0 0,-1 0 1 0 0,0 1-1 0 0,0-1 1 0 0,0 0-1 0 0,-1-1 1 0 0,1 1-1 0 0,-1 0 1 0 0,0-1-1 0 0,1-4 1 0 0,0 0-33 0 0,-1 0 0 0 0,0 0 0 0 0,-1-1 0 0 0,0 1 0 0 0,0 0 0 0 0,-1-1 0 0 0,0 1 0 0 0,-1-1 0 0 0,0 1 0 0 0,0 0 0 0 0,-1 0-1 0 0,0-1 1 0 0,-1 1 0 0 0,0 0 0 0 0,-8-15 0 0 0,9 18-72 0 0,0 1 0 0 0,-1-1 0 0 0,0 1 0 0 0,0 0 0 0 0,-1 0 0 0 0,1 1-1 0 0,-1-1 1 0 0,0 0 0 0 0,-1 1 0 0 0,1 0 0 0 0,-1 0 0 0 0,1 1 0 0 0,-1-1 0 0 0,0 1-1 0 0,-1 0 1 0 0,1 0 0 0 0,0 1 0 0 0,-1-1 0 0 0,1 1 0 0 0,-1 0 0 0 0,0 1-1 0 0,0-1 1 0 0,0 1 0 0 0,0 1 0 0 0,-10-1 0 0 0,14 1-82 0 0,0 0 0 0 0,-1 1 0 0 0,1-1 1 0 0,0 0-1 0 0,0 1 0 0 0,0 0 0 0 0,0 0 0 0 0,1-1 0 0 0,-1 1 1 0 0,0 0-1 0 0,0 1 0 0 0,0-1 0 0 0,1 0 0 0 0,-1 0 0 0 0,1 1 1 0 0,-1-1-1 0 0,1 1 0 0 0,-1-1 0 0 0,1 1 0 0 0,0 0 0 0 0,-1 1 0 0 0,0 5-562 0 0</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3.672"/>
    </inkml:context>
    <inkml:brush xml:id="br0">
      <inkml:brushProperty name="width" value="0.1" units="cm"/>
      <inkml:brushProperty name="height" value="0.1" units="cm"/>
    </inkml:brush>
  </inkml:definitions>
  <inkml:trace contextRef="#ctx0" brushRef="#br0">0 1 14283 0 0,'7'4'479'0'0,"-1"0"-1"0"0,0 1 1 0 0,0 0 0 0 0,0 0-1 0 0,-1 1 1 0 0,0-1 0 0 0,0 1-1 0 0,0 0 1 0 0,-1 1 0 0 0,0-1-1 0 0,0 1 1 0 0,3 8 0 0 0,5 11 162 0 0,15 53 1 0 0,-15-30-347 0 0,-10-36-206 0 0,0-1 1 0 0,1 0-1 0 0,1 0 0 0 0,0 0 0 0 0,1 0 1 0 0,7 14-1 0 0,-12-26-175 0 0,0 1 0 0 0,1 0 1 0 0,-1-1-1 0 0,1 1 0 0 0,-1 0 1 0 0,0-1-1 0 0,1 1 0 0 0,-1-1 1 0 0,1 1-1 0 0,0-1 0 0 0,-1 1 1 0 0,1-1-1 0 0,-1 1 0 0 0,1-1 1 0 0,0 0-1 0 0,-1 1 0 0 0,1-1 1 0 0,0 0-1 0 0,-1 1 0 0 0,1-1 0 0 0,0 0 1 0 0,-1 0-1 0 0,1 0 0 0 0,0 0 1 0 0,0 1-1 0 0,-1-1 0 0 0,1 0 1 0 0,0 0-1 0 0,0-1 0 0 0,-1 1 1 0 0,2 0-1 0 0</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3.811"/>
    </inkml:context>
    <inkml:brush xml:id="br0">
      <inkml:brushProperty name="width" value="0.1" units="cm"/>
      <inkml:brushProperty name="height" value="0.1" units="cm"/>
    </inkml:brush>
  </inkml:definitions>
  <inkml:trace contextRef="#ctx0" brushRef="#br0">0 119 3225 0 0,'1'-12'-632'0'0,"3"-31"2736"0"0,6-20 9070 0 0,-16 104-14205 0 0,6-31 1641 0 0</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4.176"/>
    </inkml:context>
    <inkml:brush xml:id="br0">
      <inkml:brushProperty name="width" value="0.1" units="cm"/>
      <inkml:brushProperty name="height" value="0.1" units="cm"/>
    </inkml:brush>
  </inkml:definitions>
  <inkml:trace contextRef="#ctx0" brushRef="#br0">168 1 3209 0 0,'-37'34'6576'0'0,"24"-24"-4756"0"0,1 1 1 0 0,0 1-1 0 0,-19 24 0 0 0,22-23-1233 0 0,1 0-1 0 0,0 1 0 0 0,0 0 1 0 0,2 0-1 0 0,-1 0 1 0 0,-5 24-1 0 0,11-33-550 0 0,0-1-1 0 0,0 1 1 0 0,0 0-1 0 0,1 0 1 0 0,-1 0-1 0 0,1 0 1 0 0,1 0 0 0 0,-1 0-1 0 0,1 0 1 0 0,0 0-1 0 0,0 0 1 0 0,0 0 0 0 0,1 0-1 0 0,-1-1 1 0 0,1 1-1 0 0,0-1 1 0 0,1 1 0 0 0,-1-1-1 0 0,1 0 1 0 0,0 0-1 0 0,0 0 1 0 0,0 0 0 0 0,0 0-1 0 0,6 4 1 0 0,31 23-302 0 0,-30-24 268 0 0,-1-1 0 0 0,1 2-1 0 0,-1-1 1 0 0,-1 1-1 0 0,0 1 1 0 0,0 0 0 0 0,0 0-1 0 0,-1 0 1 0 0,9 16-1 0 0,-15-23-2 0 0,0 1 0 0 0,-1 0 0 0 0,1 0 0 0 0,-1 0 1 0 0,1 0-1 0 0,-1 0 0 0 0,0 0 0 0 0,0-1 0 0 0,0 1 0 0 0,-1 0 0 0 0,1 0 0 0 0,-1 0 0 0 0,1 0 0 0 0,-1 0 0 0 0,0-1 0 0 0,0 1 0 0 0,0 0 0 0 0,-1-1 0 0 0,1 1 0 0 0,0-1 0 0 0,-1 1 0 0 0,0-1 0 0 0,0 0 0 0 0,1 1 0 0 0,-2-1 0 0 0,1 0 0 0 0,0 0 0 0 0,0 0 0 0 0,0-1 0 0 0,-4 3 0 0 0,2-1-133 0 0,-1 0-1 0 0,0 0 0 0 0,0 0 0 0 0,0 0 1 0 0,0-1-1 0 0,-1 0 0 0 0,1 0 0 0 0,-1 0 1 0 0,1-1-1 0 0,-1 0 0 0 0,1 0 0 0 0,-1 0 1 0 0,0-1-1 0 0,-9 0 0 0 0</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4.542"/>
    </inkml:context>
    <inkml:brush xml:id="br0">
      <inkml:brushProperty name="width" value="0.1" units="cm"/>
      <inkml:brushProperty name="height" value="0.1" units="cm"/>
    </inkml:brush>
  </inkml:definitions>
  <inkml:trace contextRef="#ctx0" brushRef="#br0">0 311 3225 0 0,'7'0'688'0'0,"-1"0"0"0"0,0-1 0 0 0,-1 0-1 0 0,1 0 1 0 0,0 0 0 0 0,0-1 0 0 0,0 0 0 0 0,-1 0 0 0 0,1 0 0 0 0,-1-1 0 0 0,1 0 0 0 0,7-5 0 0 0,-6 2-205 0 0,-1 1-1 0 0,0-1 1 0 0,0 0-1 0 0,0-1 1 0 0,-1 1-1 0 0,0-1 1 0 0,0 0 0 0 0,5-10-1 0 0,-4 4 1 0 0,0-1 0 0 0,0 0 0 0 0,-2 0 0 0 0,0 0 0 0 0,0-1 0 0 0,-1 0 0 0 0,-1 0 0 0 0,0 1 0 0 0,-2-30 0 0 0,0 42-407 0 0,0-1 1 0 0,-1 0 0 0 0,1 1-1 0 0,-1-1 1 0 0,1 1 0 0 0,-1-1-1 0 0,0 1 1 0 0,0-1-1 0 0,-1 1 1 0 0,1-1 0 0 0,0 1-1 0 0,-1 0 1 0 0,1 0 0 0 0,-1 0-1 0 0,-2-2 1 0 0,3 3-62 0 0,1 1 0 0 0,-1-1 1 0 0,1 1-1 0 0,-1-1 0 0 0,0 1 0 0 0,1-1 0 0 0,-1 1 0 0 0,0 0 1 0 0,1 0-1 0 0,-1-1 0 0 0,0 1 0 0 0,0 0 0 0 0,1 0 0 0 0,-1 0 1 0 0,0 0-1 0 0,0 0 0 0 0,1 0 0 0 0,-1 0 0 0 0,0 0 0 0 0,0 0 1 0 0,-1 0-1 0 0,1 1-6 0 0,0 0 1 0 0,0-1-1 0 0,-1 1 1 0 0,1 0-1 0 0,0 0 1 0 0,0 0-1 0 0,0 0 1 0 0,0 0-1 0 0,0 0 1 0 0,0 0-1 0 0,0 0 1 0 0,0 0-1 0 0,0 1 1 0 0,1-1-1 0 0,-2 2 1 0 0,-3 7-1 0 0,1 0 1 0 0,0 0-1 0 0,1 1 1 0 0,0-1-1 0 0,1 1 1 0 0,0 0-1 0 0,0-1 1 0 0,1 1-1 0 0,1 0 1 0 0,0 0-1 0 0,0 0 1 0 0,1 0-1 0 0,1 0 1 0 0,-1-1-1 0 0,7 21 1 0 0,-6-25 18 0 0,1 1 1 0 0,-1-1-1 0 0,1 1 1 0 0,0-1-1 0 0,1 0 1 0 0,-1 0-1 0 0,1-1 0 0 0,0 1 1 0 0,1-1-1 0 0,-1 0 1 0 0,1 0-1 0 0,0 0 1 0 0,1-1-1 0 0,-1 1 1 0 0,1-1-1 0 0,-1-1 1 0 0,1 1-1 0 0,0-1 0 0 0,1 0 1 0 0,-1 0-1 0 0,0-1 1 0 0,1 0-1 0 0,0 0 1 0 0,-1 0-1 0 0,1-1 1 0 0,9 1-1 0 0,-7-2-44 0 0,1 0 0 0 0,-1-1-1 0 0,1 0 1 0 0,-1-1 0 0 0,0 0 0 0 0,1 0 0 0 0,-1-1-1 0 0,14-6 1 0 0,6-5-1267 0 0,33-20 0 0 0,-29 13-6383 0 0</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5.877"/>
    </inkml:context>
    <inkml:brush xml:id="br0">
      <inkml:brushProperty name="width" value="0.1" units="cm"/>
      <inkml:brushProperty name="height" value="0.1" units="cm"/>
    </inkml:brush>
  </inkml:definitions>
  <inkml:trace contextRef="#ctx0" brushRef="#br0">1830 4685 11058 0 0,'5'-2'218'0'0,"0"0"0"0"0,-1 0 0 0 0,1-1 0 0 0,-1 1 0 0 0,1-1 0 0 0,-1 0 0 0 0,0 0 0 0 0,0 0-1 0 0,-1 0 1 0 0,1-1 0 0 0,-1 0 0 0 0,5-6 0 0 0,-2 1-179 0 0,-1 1 0 0 0,0-1-1 0 0,-1 0 1 0 0,0 0 0 0 0,-1-1 0 0 0,0 1-1 0 0,0-1 1 0 0,-1 0 0 0 0,0 1 0 0 0,-1-1 0 0 0,1-20-1 0 0,-3-8 859 0 0,-9-67-1 0 0,8 90-447 0 0,-10-42-533 0 0,-2 1 0 0 0,-2 0 0 0 0,-43-96 0 0 0,10 26-1671 0 0,0-12 415 0 0,-107-278 947 0 0,108 305 1282 0 0,-103-175-1 0 0,-319-510 830 0 0,419 715-2644 0 0,-96-117-1 0 0,87 122-22 0 0,-16-31 1024 0 0,-81-155 0 0 0,53 81 1007 0 0,57 105-763 0 0,-13-21 199 0 0,-47-104-1 0 0,92 167-482 0 0,1 0 0 0 0,2-1-1 0 0,2 0 1 0 0,1-1 0 0 0,1 0 0 0 0,2 0 0 0 0,-1-47-1 0 0,6 51-100 0 0,2 0-1 0 0,1-1 0 0 0,8-36 0 0 0,-6 51-28 0 0,0 0 1 0 0,2 1-1 0 0,0 0 1 0 0,1 0-1 0 0,1 1 0 0 0,0-1 1 0 0,13-17-1 0 0,16-16-228 0 0,-23 31 190 0 0,0 0-1 0 0,-1 0 0 0 0,14-29 1 0 0,-26 47 143 0 0,-1 0 0 0 0,1 1 0 0 0,-1-1 1 0 0,0 0-1 0 0,1 1 0 0 0,-1-1 0 0 0,0 0 0 0 0,0 0 1 0 0,1 1-1 0 0,-1-1 0 0 0,0 0 0 0 0,0 0 0 0 0,0 1 1 0 0,0-1-1 0 0,0 0 0 0 0,0 0 0 0 0,0 0 1 0 0,0 1-1 0 0,0-1 0 0 0,0 0 0 0 0,-1 0 0 0 0,1 1 1 0 0,0-1-1 0 0,0 0 0 0 0,-1 1 0 0 0,1-1 0 0 0,-1 0 1 0 0,1 1-1 0 0,0-1 0 0 0,-1 0 0 0 0,1 1 0 0 0,-1-1 1 0 0,1 1-1 0 0,-1-1 0 0 0,0 1 0 0 0,1-1 1 0 0,-2 0-1 0 0,-28-5-865 0 0,27 6 950 0 0,1 0-1 0 0,0 0 1 0 0,0 0-1 0 0,0-1 0 0 0,0 1 1 0 0,0-1-1 0 0,0 1 1 0 0,0-1-1 0 0,0 0 0 0 0,-2-1 1 0 0,3 1-34 0 0,0 0 1 0 0,1 0 0 0 0,-1-1-1 0 0,0 1 1 0 0,1 0-1 0 0,-1-1 1 0 0,1 1-1 0 0,0-1 1 0 0,-1 1 0 0 0,1 0-1 0 0,0-1 1 0 0,0 1-1 0 0,0-1 1 0 0,0 1-1 0 0,0 0 1 0 0,0-1 0 0 0,1-2-1 0 0,-1 4-121 0 0,0-7-847 0 0</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6.780"/>
    </inkml:context>
    <inkml:brush xml:id="br0">
      <inkml:brushProperty name="width" value="0.1" units="cm"/>
      <inkml:brushProperty name="height" value="0.1" units="cm"/>
    </inkml:brush>
  </inkml:definitions>
  <inkml:trace contextRef="#ctx0" brushRef="#br0">189 0 2761 0 0,'-14'15'2399'0'0,"10"-10"-1956"0"0,-1 0 0 0 0,1 0 0 0 0,-1-1 1 0 0,0 1-1 0 0,0-1 0 0 0,-1 0 1 0 0,1-1-1 0 0,-1 1 0 0 0,0-1 0 0 0,0 0 1 0 0,0-1-1 0 0,-7 3 0 0 0,-19 0 1502 0 0,26-5-1323 0 0,-1 1 0 0 0,1 0 0 0 0,0 0 0 0 0,0 0 0 0 0,0 1 0 0 0,0 0 0 0 0,-6 3-1 0 0,11-4-595 0 0,0 0-1 0 0,0-1 0 0 0,0 1 0 0 0,0 0 0 0 0,1 0 0 0 0,-1 0 0 0 0,0 0 0 0 0,1 0 0 0 0,-1 0 1 0 0,0 0-1 0 0,1 0 0 0 0,-1 0 0 0 0,1 0 0 0 0,0 0 0 0 0,-1 0 0 0 0,1 1 0 0 0,0-1 0 0 0,0 2 0 0 0,0-3-21 0 0,0 1-1 0 0,-1-1 0 0 0,1 1 0 0 0,0-1 1 0 0,0 0-1 0 0,1 1 0 0 0,-1-1 0 0 0,0 1 1 0 0,0-1-1 0 0,0 0 0 0 0,0 1 0 0 0,0-1 1 0 0,0 1-1 0 0,0-1 0 0 0,1 0 0 0 0,-1 1 1 0 0,0-1-1 0 0,0 0 0 0 0,1 1 0 0 0,-1-1 1 0 0,0 0-1 0 0,0 1 0 0 0,1-1 0 0 0,-1 0 0 0 0,0 0 1 0 0,1 1-1 0 0,-1-1 0 0 0,0 0 0 0 0,1 0 1 0 0,-1 0-1 0 0,0 1 0 0 0,1-1 0 0 0,-1 0 1 0 0,1 0-1 0 0,-1 0 0 0 0,0 0 0 0 0,1 0 1 0 0,-1 0-1 0 0,1 0 0 0 0,-1 0 0 0 0,1 0 1 0 0,-1 0-1 0 0,0 0 0 0 0,1 0 0 0 0,-1 0 1 0 0,1 0-1 0 0,-1 0 0 0 0,0 0 0 0 0,1-1 0 0 0,-1 1 1 0 0,1 0-1 0 0,0-1-71 0 0,8 0-56 0 0,0-2 70 0 0,0 1 0 0 0,0-1 0 0 0,0-1 1 0 0,10-4-1 0 0,12-5 52 0 0,-12 7 502 0 0,1 1 0 0 0,0 2 0 0 0,0 0 0 0 0,40 1 2040 0 0,-61 6-2413 0 0,0 7-58 0 0,0 1 0 0 0,1 0 0 0 0,1 0 0 0 0,0 0 0 0 0,0-1 0 0 0,1 1 1 0 0,5 16-1 0 0,4 34 86 0 0,1 65-86 0 0,-12-127-86 0 0,0 1-1 0 0,0-1 1 0 0,0 0 0 0 0,-1 0 0 0 0,1 0-1 0 0,0 0 1 0 0,0 0 0 0 0,0 1-1 0 0,0-1 1 0 0,0 0 0 0 0,0 0 0 0 0,0 0-1 0 0,0 0 1 0 0,0 1 0 0 0,0-1-1 0 0,0 0 1 0 0,0 0 0 0 0,0 0 0 0 0,0 0-1 0 0,0 1 1 0 0,0-1 0 0 0,0 0-1 0 0,0 0 1 0 0,0 0 0 0 0,0 0 0 0 0,0 0-1 0 0,0 1 1 0 0,0-1 0 0 0,0 0-1 0 0,1 0 1 0 0,-1 0 0 0 0,0 0 0 0 0,0 0-1 0 0,0 1 1 0 0,0-1 0 0 0,0 0-1 0 0,0 0 1 0 0,0 0 0 0 0,1 0 0 0 0,-1 0-1 0 0,0 0 1 0 0,0 0 0 0 0,0 0-1 0 0,0 0 1 0 0,1 1 0 0 0,-1-1 0 0 0,0 0-1 0 0,0 0 1 0 0,0 0 0 0 0,0 0 0 0 0,0 0-1 0 0,1 0 1 0 0,-1 0 0 0 0,0 0-1 0 0,0 0 1 0 0,0 0 0 0 0,0 0 0 0 0,1 0-1 0 0,-1-1 1 0 0,7-11-2089 0 0,4-23-3580 0 0,-11 35 5468 0 0,3-11-2395 0 0,0 0-2026 0 0</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18.039"/>
    </inkml:context>
    <inkml:brush xml:id="br0">
      <inkml:brushProperty name="width" value="0.1" units="cm"/>
      <inkml:brushProperty name="height" value="0.1" units="cm"/>
    </inkml:brush>
  </inkml:definitions>
  <inkml:trace contextRef="#ctx0" brushRef="#br0">317 70 2304 0 0,'-13'1'421'0'0,"0"0"-1"0"0,1 1 0 0 0,-1 1 1 0 0,1 0-1 0 0,0 1 0 0 0,-1 0 1 0 0,2 1-1 0 0,-13 6 0 0 0,-42 15 3496 0 0,23-17-1465 0 0,41-9-2223 0 0,-1 1 0 0 0,0-1 0 0 0,0 0-1 0 0,1 0 1 0 0,-1 0 0 0 0,0 0 0 0 0,0-1 0 0 0,1 1-1 0 0,-1-1 1 0 0,0 1 0 0 0,1-1 0 0 0,-1 0 0 0 0,-2-1-1 0 0,4 1-180 0 0,1 0 1 0 0,0 0-1 0 0,0 0 0 0 0,0 0 0 0 0,0 0 0 0 0,0 0 0 0 0,0 0 0 0 0,0 0 0 0 0,0 0 0 0 0,0 0 0 0 0,0 0 0 0 0,1 0 0 0 0,-1 0 1 0 0,0 0-1 0 0,1 0 0 0 0,-1 0 0 0 0,1 0 0 0 0,-1 0 0 0 0,1 0 0 0 0,-1 1 0 0 0,1-1 0 0 0,-1 0 0 0 0,2-1 0 0 0,-1 1-48 0 0,-1 0-1 0 0,1 0 1 0 0,-1 0-1 0 0,1 0 1 0 0,0 0-1 0 0,-1 1 1 0 0,1-1-1 0 0,0 0 1 0 0,0 0-1 0 0,0 0 1 0 0,-1 1-1 0 0,1-1 1 0 0,0 0-1 0 0,0 1 0 0 0,0-1 1 0 0,0 1-1 0 0,0-1 1 0 0,0 1-1 0 0,0 0 1 0 0,0-1-1 0 0,1 1 1 0 0,0 0-1 0 0,-3 1 71 0 0,1 1 0 0 0,-1 0 0 0 0,0 0 0 0 0,0 0 0 0 0,0-1 0 0 0,0 1 0 0 0,0-1 0 0 0,0 1 0 0 0,-3 2 0 0 0,2-2 97 0 0,0 1 0 0 0,0-1 0 0 0,0 0 0 0 0,0 0 0 0 0,-1 0 0 0 0,1 0 0 0 0,-1-1 0 0 0,1 1 0 0 0,-1-1 0 0 0,1 1 0 0 0,-1-1 1 0 0,0 0-1 0 0,0 0 0 0 0,1 0 0 0 0,-1 0 0 0 0,0-1 0 0 0,0 1 0 0 0,0-1 0 0 0,0 0 0 0 0,-4 0 0 0 0,6 0-173 0 0,6-4 83 0 0,32-14-720 0 0,2 3-1 0 0,0 1 0 0 0,52-11 0 0 0,-64 17 180 0 0,51-11-1357 0 0,-72 17 1572 0 0,1 1-1 0 0,0 1 1 0 0,0-1 0 0 0,0 1 0 0 0,0 0 0 0 0,0 1 0 0 0,-1 0 0 0 0,13 3 0 0 0,-18-4 265 0 0,-1 0-1 0 0,0 0 1 0 0,0 0 0 0 0,0 0-1 0 0,0 0 1 0 0,1 0 0 0 0,-1 0-1 0 0,0 0 1 0 0,0 0 0 0 0,0 1-1 0 0,0-1 1 0 0,1 0-1 0 0,-1 0 1 0 0,0 0 0 0 0,0 0-1 0 0,0 0 1 0 0,0 1 0 0 0,0-1-1 0 0,0 0 1 0 0,1 0 0 0 0,-1 0-1 0 0,0 1 1 0 0,0-1 0 0 0,0 0-1 0 0,0 0 1 0 0,0 0 0 0 0,0 0-1 0 0,0 1 1 0 0,0-1 0 0 0,0 0-1 0 0,0 0 1 0 0,0 0 0 0 0,0 1-1 0 0,0-1 1 0 0,0 0 0 0 0,0 0-1 0 0,0 0 1 0 0,0 1 0 0 0,0-1-1 0 0,0 0 1 0 0,-1 0 0 0 0,1 1-1 0 0,-8 10 722 0 0,-16 10 691 0 0,22-20-1234 0 0,-8 6 32 0 0,-1-1 1 0 0,0-1-1 0 0,0 0 0 0 0,0 0 0 0 0,0-1 1 0 0,-1-1-1 0 0,1 1 0 0 0,-1-2 1 0 0,0 0-1 0 0,0 0 0 0 0,-14-1 0 0 0,7 1-280 0 0,-1 1-1 0 0,-34 9 0 0 0,43-7-346 0 0,1-2-324 0 0,14-13-874 0 0,4-13-1775 0 0,-5 10 2261 0 0,-4 13 1141 0 0,0-1-1 0 0,0 0 0 0 0,0 1 0 0 0,0-1 0 0 0,0 1 1 0 0,0 0-1 0 0,0-1 0 0 0,0 1 0 0 0,0 0 0 0 0,0-1 1 0 0,0 1-1 0 0,0 0 0 0 0,-1 0 0 0 0,1 0 0 0 0,0 0 1 0 0,0 0-1 0 0,-2 1 0 0 0,-7-1 678 0 0,7 1-434 0 0,1-1 0 0 0,-1 0 0 0 0,0 1 0 0 0,0-1 0 0 0,0 0 0 0 0,0-1 0 0 0,0 1 0 0 0,0-1 0 0 0,1 1 0 0 0,-1-1 0 0 0,-3-1 0 0 0,6 2-206 0 0,0-1 0 0 0,0 0 0 0 0,0 1 1 0 0,0-1-1 0 0,1 1 0 0 0,-1-1 0 0 0,0 1 1 0 0,0 0-1 0 0,1-1 0 0 0,-1 1 0 0 0,0-1 1 0 0,0 1-1 0 0,1-1 0 0 0,-1 1 0 0 0,1 0 1 0 0,-1-1-1 0 0,0 1 0 0 0,1 0 0 0 0,-1-1 1 0 0,1 1-1 0 0,-1 0 0 0 0,1 0 1 0 0,-1-1-1 0 0,1 1 0 0 0,-1 0 0 0 0,1 0 1 0 0,16-10 52 0 0,-1 1 0 0 0,1 1 0 0 0,0 1 0 0 0,1 0 0 0 0,-1 1 0 0 0,1 1 0 0 0,30-5 0 0 0,-34 8-286 0 0,0-1 0 0 0,-1-1-1 0 0,1-1 1 0 0,15-6 0 0 0,-45 49 3293 0 0,8-21-3012 0 0,1 0 1 0 0,0 1 0 0 0,1 0 0 0 0,1 0-1 0 0,1 0 1 0 0,0 1 0 0 0,2-1 0 0 0,0 1-1 0 0,1 0 1 0 0,2 30 0 0 0,4-24-261 0 0</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22.160"/>
    </inkml:context>
    <inkml:brush xml:id="br0">
      <inkml:brushProperty name="width" value="0.1" units="cm"/>
      <inkml:brushProperty name="height" value="0.1" units="cm"/>
    </inkml:brush>
  </inkml:definitions>
  <inkml:trace contextRef="#ctx0" brushRef="#br0">72 21 1376 0 0,'1'-4'128'0'0,"-1"1"-128"0"0,0 1 0 0 0,-1 1 0 0 0,-1-2 0 0 0,-1 0 0 0 0,-1 0 0 0 0,-2 2-96 0 0,-1 2 96 0 0,-2 3-80 0 0,0 2 80 0 0,-1 0 72 0 0,1 0-8 0 0,-4 0 0 0 0</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22.696"/>
    </inkml:context>
    <inkml:brush xml:id="br0">
      <inkml:brushProperty name="width" value="0.1" units="cm"/>
      <inkml:brushProperty name="height" value="0.1" units="cm"/>
    </inkml:brush>
  </inkml:definitions>
  <inkml:trace contextRef="#ctx0" brushRef="#br0">87 255 8754 0 0,'-12'-34'1308'0'0,"-12"-53"1"0"0,16 51 255 0 0,-17-42 0 0 0,25 77-1464 0 0,0-1-1 0 0,-1 1 1 0 0,1 0 0 0 0,-1 0-1 0 0,1 0 1 0 0,-1 0 0 0 0,1-1-1 0 0,-1 1 1 0 0,0 0 0 0 0,1 0 0 0 0,-1 0-1 0 0,0 0 1 0 0,0 0 0 0 0,0 0-1 0 0,0 0 1 0 0,-1-1 0 0 0,1 3-24 0 0,1-1 1 0 0,-1 1-1 0 0,1-1 1 0 0,-1 1 0 0 0,1-1-1 0 0,0 1 1 0 0,-1-1 0 0 0,1 1-1 0 0,0-1 1 0 0,-1 1 0 0 0,1-1-1 0 0,0 1 1 0 0,0-1 0 0 0,-1 1-1 0 0,1 0 1 0 0,0-1-1 0 0,0 1 1 0 0,0 0 0 0 0,0-1-1 0 0,0 1 1 0 0,0-1 0 0 0,0 2-1 0 0,0 47 1301 0 0,58 607 966 0 0,-49-564-2326 0 0,85 509-17 0 0,-26-206 0 0 0,99 806 0 0 0,-147-1044 91 0 0,3 255 0 0 0,-23-161 619 0 0,45 336 1 0 0,-34-438-612 0 0,-3-34-336 0 0</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24.300"/>
    </inkml:context>
    <inkml:brush xml:id="br0">
      <inkml:brushProperty name="width" value="0.1" units="cm"/>
      <inkml:brushProperty name="height" value="0.1" units="cm"/>
    </inkml:brush>
  </inkml:definitions>
  <inkml:trace contextRef="#ctx0" brushRef="#br0">0 299 5529 0 0,'0'-1'89'0'0,"0"0"1"0"0,0 0-1 0 0,0 0 0 0 0,0-1 0 0 0,0 1 0 0 0,0 0 1 0 0,0 0-1 0 0,1 0 0 0 0,-1 0 0 0 0,0 0 0 0 0,1 0 1 0 0,-1 0-1 0 0,0 0 0 0 0,1 0 0 0 0,0 0 1 0 0,-1 0-1 0 0,1 0 0 0 0,-1 0 0 0 0,2-1 0 0 0,15-21 448 0 0,-10 17-414 0 0,-1 0 1 0 0,1 1-1 0 0,0 0 1 0 0,0 0-1 0 0,1 1 1 0 0,-1 0-1 0 0,1 0 1 0 0,0 1-1 0 0,0 0 1 0 0,0 0-1 0 0,13-2 1 0 0,13-1 829 0 0,56-3 1 0 0,-12 1-134 0 0,434-52 525 0 0,-231 51-885 0 0,31-2-104 0 0,31-17 24 0 0,-153 12-305 0 0,-21 1-45 0 0,249-15 20 0 0,143 22 54 0 0,-3 42 48 0 0,-444-20 6 0 0,469 61 1004 0 0,-530-67-1087 0 0,84 16 43 0 0,-125-21 36 0 0,1 1 0 0 0,-1 0-1 0 0,0 1 1 0 0,0 0 0 0 0,0 1 0 0 0,-1 1-1 0 0,1 0 1 0 0,11 10 0 0 0,-20-14-96 0 0,0 0 0 0 0,0 0 0 0 0,0 1 0 0 0,-1-1 0 0 0,0 1 0 0 0,1 0 0 0 0,-1-1 0 0 0,-1 1 0 0 0,1 0 0 0 0,0 0 0 0 0,-1 1 0 0 0,0-1 0 0 0,0 0 0 0 0,0 0 0 0 0,-1 1 0 0 0,1-1 0 0 0,-1 0 1 0 0,0 7-1 0 0,-2 10 422 0 0,0-1 1 0 0,-10 36 0 0 0,3-12 30 0 0,-42 429 789 0 0,48-372-1314 0 0,5-1-1 0 0,24 175 1 0 0,51 132 14 0 0,3 25 0 0 0,18 354-2099 0 0,-89-697 2103 0 0,4 97 114 0 0,-13-165-105 0 0,-2 0-1 0 0,0 1 1 0 0,-1-1 0 0 0,-1 0-1 0 0,-1-1 1 0 0,-14 37-1 0 0,7-30 90 0 0,-1 0 0 0 0,-1-1 0 0 0,-29 42 0 0 0,32-53-40 0 0,-2 0 0 0 0,0-1 0 0 0,-1-1-1 0 0,0 0 1 0 0,-1 0 0 0 0,-28 17 0 0 0,6-9-56 0 0,0-2 0 0 0,-61 22 1 0 0,-83 17-93 0 0,91-30-28 0 0,21-11 151 0 0,0-3-1 0 0,-1-3 1 0 0,-73 2-1 0 0,-33 6 79 0 0,131-13-115 0 0,-457 57 0 0 0,366-52 0 0 0,-136 19-78 0 0,-262 58-885 0 0,292-67 972 0 0,-105 16 6 0 0,206-14 401 0 0,-235 8 1 0 0,321-34-49 0 0,-101-18 0 0 0,-9-1 192 0 0,155 22-535 0 0,-57-5 281 0 0,-130 8 0 0 0,185-1-254 0 0,1 0-1 0 0,-22 9 0 0 0,24-8-144 0 0,0 0 0 0 0,1 0-1 0 0,-1-1 1 0 0,0-1 0 0 0,-13 2 0 0 0,21-3 47 0 0,1 0 0 0 0,0 0 1 0 0,0 0-1 0 0,0 0 0 0 0,0 0 0 0 0,-1 0 1 0 0,1 0-1 0 0,0 0 0 0 0,0 0 0 0 0,0 0 1 0 0,0 0-1 0 0,-1 0 0 0 0,1 0 0 0 0,0 0 1 0 0,0 0-1 0 0,0 0 0 0 0,0 0 0 0 0,-1 0 1 0 0,1 0-1 0 0,0 0 0 0 0,0 0 0 0 0,0 0 1 0 0,0 0-1 0 0,-1 0 0 0 0,1 0 0 0 0,0-1 1 0 0,0 1-1 0 0,0 0 0 0 0,0 0 0 0 0,0 0 1 0 0,0 0-1 0 0,0 0 0 0 0,-1 0 0 0 0,1-1 0 0 0,0 1 1 0 0,0 0-1 0 0,0 0 0 0 0,0 0 0 0 0,0 0 1 0 0,0-1-1 0 0,0 1 0 0 0,0 0 0 0 0,0 0 1 0 0,0 0-1 0 0,0 0 0 0 0,0-1 0 0 0,0 1 1 0 0,0 0-1 0 0,0 0 0 0 0,0 0 0 0 0,0-1 1 0 0</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25.188"/>
    </inkml:context>
    <inkml:brush xml:id="br0">
      <inkml:brushProperty name="width" value="0.1" units="cm"/>
      <inkml:brushProperty name="height" value="0.1" units="cm"/>
    </inkml:brush>
  </inkml:definitions>
  <inkml:trace contextRef="#ctx0" brushRef="#br0">1 14 6449 0 0,'0'0'499'0'0,"39"-3"2146"0"0,18 1-359 0 0,-32 1-1407 0 0,1 1 0 0 0,0 1 0 0 0,26 4 0 0 0,83 28 420 0 0,-92-21-1207 0 0,90 15 1 0 0,-118-26-95 0 0,0 0 0 0 0,1-1 0 0 0,-1 0 0 0 0,0-2 0 0 0,0 1 0 0 0,0-2 0 0 0,0 0 0 0 0,-1-1 1 0 0,29-11-1 0 0,-27 7-195 0 0,0 0 1 0 0,-1-1-1 0 0,20-17 1 0 0,-23 18-579 0 0</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25.585"/>
    </inkml:context>
    <inkml:brush xml:id="br0">
      <inkml:brushProperty name="width" value="0.1" units="cm"/>
      <inkml:brushProperty name="height" value="0.1" units="cm"/>
    </inkml:brush>
  </inkml:definitions>
  <inkml:trace contextRef="#ctx0" brushRef="#br0">33 1 6449 0 0,'-3'1'189'0'0,"0"0"0"0"0,-1 0-1 0 0,1 1 1 0 0,0-1-1 0 0,0 1 1 0 0,0 0-1 0 0,-5 4 1 0 0,8-6-142 0 0,0 0-1 0 0,-1 0 1 0 0,1 1 0 0 0,0-1-1 0 0,0 0 1 0 0,0 0 0 0 0,0 1-1 0 0,-1-1 1 0 0,1 0 0 0 0,0 1-1 0 0,0-1 1 0 0,0 0 0 0 0,0 1-1 0 0,0-1 1 0 0,0 0 0 0 0,0 1-1 0 0,0-1 1 0 0,0 0 0 0 0,0 1-1 0 0,0-1 1 0 0,0 0 0 0 0,0 1-1 0 0,0-1 1 0 0,0 0 0 0 0,0 0 0 0 0,1 1-1 0 0,-1-1 1 0 0,0 0 0 0 0,0 1-1 0 0,0-1 1 0 0,1 0 0 0 0,16 13 1518 0 0,11 0-709 0 0,-1 2 1 0 0,-1 1-1 0 0,-1 2 0 0 0,0 0 1 0 0,-1 1-1 0 0,-1 2 0 0 0,-1 0 1 0 0,25 32-1 0 0,-43-48-731 0 0,-1-1 1 0 0,0 1-1 0 0,0-1 0 0 0,0 1 0 0 0,0 0 1 0 0,-1 0-1 0 0,0 0 0 0 0,0 1 1 0 0,0-1-1 0 0,-1 0 0 0 0,0 1 1 0 0,0-1-1 0 0,0 1 0 0 0,-1 0 0 0 0,0-1 1 0 0,0 1-1 0 0,0-1 0 0 0,0 1 1 0 0,-1-1-1 0 0,0 1 0 0 0,0-1 1 0 0,-1 1-1 0 0,0-1 0 0 0,0 0 0 0 0,-4 8 1 0 0,-5 6-76 0 0,-1-1 0 0 0,-1-1 1 0 0,0 0-1 0 0,-2 0 0 0 0,-20 18 1 0 0,-15 17-1928 0 0,48-49 1348 0 0,0-1 1 0 0,0 1-1 0 0,0-1 0 0 0,1 1 0 0 0,-1 0 1 0 0,1-1-1 0 0,0 1 0 0 0,-2 4 1 0 0,3 2-1214 0 0</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27.130"/>
    </inkml:context>
    <inkml:brush xml:id="br0">
      <inkml:brushProperty name="width" value="0.1" units="cm"/>
      <inkml:brushProperty name="height" value="0.1" units="cm"/>
    </inkml:brush>
  </inkml:definitions>
  <inkml:trace contextRef="#ctx0" brushRef="#br0">99 81 6913 0 0,'-2'-8'828'0'0,"0"0"0"0"0,-1 0 0 0 0,0 0-1 0 0,0 0 1 0 0,-1 0 0 0 0,0 1 0 0 0,0 0-1 0 0,-10-12 1 0 0,25 40 4282 0 0,-7 12-3351 0 0,-4 41-2293 0 0,0-46 1117 0 0,3 59-397 0 0,4-1 0 0 0,22 105 0 0 0,-17-109-157 0 0,4 120 0 0 0,-15 85-95 0 0,-3-130 76 0 0,-56 688 43 0 0,2-131 666 0 0,56 130 465 0 0,2-743-1045 0 0,-4 1 0 0 0,-23 158 1 0 0,25-257-218 0 0,-1 2-1572 0 0</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28.200"/>
    </inkml:context>
    <inkml:brush xml:id="br0">
      <inkml:brushProperty name="width" value="0.1" units="cm"/>
      <inkml:brushProperty name="height" value="0.1" units="cm"/>
    </inkml:brush>
  </inkml:definitions>
  <inkml:trace contextRef="#ctx0" brushRef="#br0">17 207 10594 0 0,'-1'1'136'0'0,"-1"0"-1"0"0,1-1 1 0 0,0 1-1 0 0,0 0 1 0 0,0 0 0 0 0,0 0-1 0 0,0 0 1 0 0,0 1-1 0 0,0-1 1 0 0,1 0-1 0 0,-1 0 1 0 0,0 0-1 0 0,1 1 1 0 0,-1-1-1 0 0,1 0 1 0 0,-1 1-1 0 0,1-1 1 0 0,0 1 0 0 0,-1-1-1 0 0,1 0 1 0 0,0 1-1 0 0,0-1 1 0 0,0 1-1 0 0,0-1 1 0 0,0 1-1 0 0,0-1 1 0 0,0 0-1 0 0,1 1 1 0 0,-1-1-1 0 0,1 1 1 0 0,-1-1 0 0 0,1 0-1 0 0,-1 1 1 0 0,1-1-1 0 0,0 0 1 0 0,-1 0-1 0 0,1 1 1 0 0,0-1-1 0 0,0 0 1 0 0,1 1-1 0 0,1 1-54 0 0,1-1-1 0 0,-1 0 0 0 0,0 0 0 0 0,0 0 1 0 0,1 0-1 0 0,-1-1 0 0 0,1 1 0 0 0,-1-1 1 0 0,1 0-1 0 0,0 0 0 0 0,0 0 0 0 0,-1 0 1 0 0,1-1-1 0 0,0 0 0 0 0,4 0 0 0 0,11 0 133 0 0,35-6 0 0 0,-29 3-86 0 0,167-12 65 0 0,91-11 72 0 0,-88 4-28 0 0,234 3 0 0 0,321-27 519 0 0,-129 2-126 0 0,-157 3-488 0 0,83-2-154 0 0,-355 37 13 0 0,186 4 0 0 0,189 37 272 0 0,-440-34 2 0 0,156-19-1 0 0,-64 2-46 0 0,236 10 154 0 0,-297 6-228 0 0,-61-2-127 0 0,162 17 1 0 0,-159-5 49 0 0,111-3 0 0 0,86 8-423 0 0,-287-12-106 0 0,0-1 1 0 0,0 1-1 0 0,0 1 0 0 0,-1-1 0 0 0,14 9 1 0 0,-14-8-122 0 0,-1 1 1 0 0,1-2 0 0 0,-1 1 0 0 0,1-1 0 0 0,0-1 0 0 0,10 2 0 0 0,-14-3 492 0 0,-1-1 1 0 0,0-1-1 0 0,1 1 0 0 0,-1-1 1 0 0,0 0-1 0 0,1 0 1 0 0,-1 0-1 0 0,0 0 0 0 0,0-1 1 0 0,0 1-1 0 0,0-1 1 0 0,5-3-1 0 0,23-20-3827 0 0</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28.485"/>
    </inkml:context>
    <inkml:brush xml:id="br0">
      <inkml:brushProperty name="width" value="0.1" units="cm"/>
      <inkml:brushProperty name="height" value="0.1" units="cm"/>
    </inkml:brush>
  </inkml:definitions>
  <inkml:trace contextRef="#ctx0" brushRef="#br0">20 24 1840 0 0,'-19'-23'13694'0'0,"19"22"-13551"0"0,16 2 2915 0 0,5 2-1045 0 0,-12-2-1667 0 0,0 1 1 0 0,0 0-1 0 0,0 0 0 0 0,-1 0 0 0 0,1 1 0 0 0,10 5 0 0 0,-18-7-345 0 0,1 0 0 0 0,-1 0 0 0 0,1 1 1 0 0,-1-1-1 0 0,1 0 0 0 0,-1 0 0 0 0,0 1 0 0 0,0-1 0 0 0,0 1 0 0 0,0-1 0 0 0,0 1 1 0 0,0 0-1 0 0,0-1 0 0 0,0 1 0 0 0,0 0 0 0 0,-1 0 0 0 0,1-1 0 0 0,-1 1 1 0 0,0 0-1 0 0,1 0 0 0 0,-1 0 0 0 0,0 0 0 0 0,0-1 0 0 0,0 1 0 0 0,0 0 0 0 0,0 0 1 0 0,0 0-1 0 0,-1 0 0 0 0,1 0 0 0 0,-1-1 0 0 0,1 1 0 0 0,-1 0 0 0 0,0 0 1 0 0,0-1-1 0 0,0 1 0 0 0,-1 2 0 0 0,-13 21-242 0 0,2-10-6009 0 0</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31.024"/>
    </inkml:context>
    <inkml:brush xml:id="br0">
      <inkml:brushProperty name="width" value="0.1" units="cm"/>
      <inkml:brushProperty name="height" value="0.1" units="cm"/>
    </inkml:brush>
  </inkml:definitions>
  <inkml:trace contextRef="#ctx0" brushRef="#br0">2 2919 6449 0 0,'0'0'18'0'0,"0"0"-1"0"0,0 0 0 0 0,-1 1 0 0 0,1-1 0 0 0,0 0 0 0 0,0 0 0 0 0,0 0 1 0 0,0 0-1 0 0,0 0 0 0 0,0 0 0 0 0,0 0 0 0 0,0 0 0 0 0,0 0 1 0 0,0 1-1 0 0,0-1 0 0 0,0 0 0 0 0,0 0 0 0 0,0 0 0 0 0,0 0 0 0 0,0 0 1 0 0,0 0-1 0 0,0 0 0 0 0,0 1 0 0 0,0-1 0 0 0,0 0 0 0 0,0 0 0 0 0,0 0 1 0 0,0 0-1 0 0,0 0 0 0 0,0 0 0 0 0,0 0 0 0 0,0 0 0 0 0,0 1 1 0 0,0-1-1 0 0,0 0 0 0 0,0 0 0 0 0,0 0 0 0 0,0 0 0 0 0,0 0 0 0 0,0 0 1 0 0,1 0-1 0 0,-1 0 0 0 0,0 0 0 0 0,0 0 0 0 0,0 1 0 0 0,0-1 1 0 0,0 0-1 0 0,0 0 0 0 0,0 0 0 0 0,0 0 0 0 0,0 0 0 0 0,1 0 0 0 0,-1 0 1 0 0,0 0-1 0 0,0 0 0 0 0,0 0 0 0 0,0 0 0 0 0,0 0 0 0 0,0 0 1 0 0,0 0-1 0 0,1 0 0 0 0,-1 0 0 0 0,0 0 0 0 0,0 0 0 0 0,0 0 0 0 0,0 0 1 0 0,13-5 1260 0 0,12-9 817 0 0,-5-3-1605 0 0,0-2 0 0 0,-1 0 0 0 0,-1 0 0 0 0,0-2 0 0 0,-2 0 1 0 0,-1-1-1 0 0,0-1 0 0 0,17-37 0 0 0,0-11-641 0 0,38-124 0 0 0,-46 108-267 0 0,-3 0 0 0 0,12-122 0 0 0,-4-184-648 0 0,-23 302 980 0 0,2-58-16 0 0,61-579 1565 0 0,-56 660-623 0 0,3-1-1 0 0,3 2 1 0 0,48-114-1 0 0,-56 160-601 0 0,1 0-1 0 0,1 1 1 0 0,1 1-1 0 0,1 0 1 0 0,0 1-1 0 0,1 0 1 0 0,1 2-1 0 0,1 0 1 0 0,0 0-1 0 0,1 2 0 0 0,1 0 1 0 0,0 2-1 0 0,1 0 1 0 0,0 1-1 0 0,1 1 1 0 0,0 1-1 0 0,27-7 1 0 0,-43 14-200 0 0,0 1 0 0 0,0 0 1 0 0,0 0-1 0 0,0 0 0 0 0,0 1 1 0 0,0 0-1 0 0,0 0 1 0 0,0 0-1 0 0,0 1 0 0 0,0 0 1 0 0,0 0-1 0 0,0 1 0 0 0,0 0 1 0 0,0 0-1 0 0,-1 0 0 0 0,1 0 1 0 0,-1 1-1 0 0,1 0 1 0 0,8 6-1 0 0,-6-1-34 0 0,1 0 0 0 0,-1 0 0 0 0,0 1 0 0 0,-1 0 0 0 0,0 1 0 0 0,-1-1 1 0 0,0 1-1 0 0,0 0 0 0 0,6 16 0 0 0,60 147-123 0 0,35 77-50 0 0,-87-198 163 0 0,-1 1 0 0 0,-3 0 0 0 0,-2 2 1 0 0,7 58-1 0 0,29 105 64 0 0,4 36-221 0 0,-41-174 170 0 0,36 117 0 0 0,-14-78-8 0 0,-18-58 33 0 0,31 75 1 0 0,-46-131-15 0 0,60 124 364 0 0,-51-109-350 0 0,1-1 0 0 0,0-1 0 0 0,2 0 0 0 0,22 22 0 0 0,-26-28-4 0 0,0 1 0 0 0,0 0 1 0 0,-1 0-1 0 0,-1 1 0 0 0,12 27 1 0 0,-11-22 5 0 0,2 1 0 0 0,12 18 0 0 0,-5-14 33 0 0,-1 0 1 0 0,-1 2-1 0 0,-2 0 0 0 0,0 0 1 0 0,14 42-1 0 0,-23-50-35 0 0,2 1 1 0 0,0-1-1 0 0,1 0 1 0 0,1-1-1 0 0,1 0 1 0 0,0 0-1 0 0,1-1 1 0 0,15 16-1 0 0,22 32-35 0 0,-35-45 21 0 0,24 27 0 0 0,-32-40 2 0 0,1 0-1 0 0,0-1 1 0 0,1 1-1 0 0,-1-2 0 0 0,1 1 1 0 0,0-1-1 0 0,0 0 1 0 0,10 4-1 0 0,8 2-11 0 0,1-1 0 0 0,1-1 0 0 0,-1-1 0 0 0,1-2 0 0 0,1 0 0 0 0,53 1 0 0 0,-45-6-29 0 0,37 0 0 0 0,86-10-1 0 0,-102 5-11 0 0,94 4 0 0 0,-13 1 35 0 0,-76-1-2 0 0,-38 2 0 0 0,0-2 0 0 0,0-1 0 0 0,24-4 0 0 0,2-1 0 0 0,-1 2 0 0 0,1 2 0 0 0,72 5 0 0 0,70-4 0 0 0,183-5 0 0 0,-40 3 51 0 0,-192-10-57 0 0,213-48 1 0 0,-257 45 164 0 0,117-6 1 0 0,-8 2 48 0 0,-145 11-64 0 0,-26 3-128 0 0,0 2 0 0 0,0 1 1 0 0,1 2-1 0 0,47 4 0 0 0,-63 0-477 0 0,-1 1-1 0 0,33 9 1 0 0,-42-8 21 0 0</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33.046"/>
    </inkml:context>
    <inkml:brush xml:id="br0">
      <inkml:brushProperty name="width" value="0.1" units="cm"/>
      <inkml:brushProperty name="height" value="0.1" units="cm"/>
    </inkml:brush>
  </inkml:definitions>
  <inkml:trace contextRef="#ctx0" brushRef="#br0">1 1 10594 0 0,'1'9'7323'0'0,"6"24"-3851"0"0,10 56-3024 0 0,-1 187 641 0 0,-4-20-602 0 0,-11-252-1028 0 0,0 16 1293 0 0</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33.296"/>
    </inkml:context>
    <inkml:brush xml:id="br0">
      <inkml:brushProperty name="width" value="0.1" units="cm"/>
      <inkml:brushProperty name="height" value="0.1" units="cm"/>
    </inkml:brush>
  </inkml:definitions>
  <inkml:trace contextRef="#ctx0" brushRef="#br0">8 104 3225 0 0,'-7'-7'9587'0'0,"32"-12"-4805"0"0,-14 11-5047 0 0,9-4 1245 0 0,4-2 170 0 0,31-14 1 0 0,-49 25-1363 0 0,1 0 0 0 0,-1 1 0 0 0,0 0 0 0 0,1 0 0 0 0,-1 1 0 0 0,1 0 0 0 0,0 0 0 0 0,-1 0 0 0 0,1 1 0 0 0,11 1 1 0 0</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33.519"/>
    </inkml:context>
    <inkml:brush xml:id="br0">
      <inkml:brushProperty name="width" value="0.1" units="cm"/>
      <inkml:brushProperty name="height" value="0.1" units="cm"/>
    </inkml:brush>
  </inkml:definitions>
  <inkml:trace contextRef="#ctx0" brushRef="#br0">34 1 9218 0 0,'-8'16'222'0'0,"-12"26"1290"0"0,19-40-1242 0 0,0 1 0 0 0,0 0 0 0 0,0-1-1 0 0,1 1 1 0 0,-1 0 0 0 0,1 0 0 0 0,0 0 0 0 0,-1 0 0 0 0,2 0 0 0 0,-1-1 0 0 0,0 1 0 0 0,0 0 0 0 0,2 3 0 0 0,-2-5-142 0 0,1 0 0 0 0,-1-1 0 0 0,1 1 1 0 0,-1 0-1 0 0,1 0 0 0 0,0 0 0 0 0,-1-1 0 0 0,1 1 0 0 0,0-1 0 0 0,0 1 0 0 0,0 0 0 0 0,-1-1 0 0 0,1 1 0 0 0,0-1 1 0 0,0 0-1 0 0,0 1 0 0 0,0-1 0 0 0,0 0 0 0 0,0 1 0 0 0,0-1 0 0 0,0 0 0 0 0,0 0 0 0 0,0 0 0 0 0,0 0 0 0 0,0 0 1 0 0,0 0-1 0 0,0 0 0 0 0,0 0 0 0 0,0 0 0 0 0,0-1 0 0 0,-1 1 0 0 0,1 0 0 0 0,0-1 0 0 0,0 1 0 0 0,0 0 0 0 0,1-1 1 0 0,35-17 1699 0 0,-35 17-1722 0 0,25-15 363 0 0,-5 3-670 0 0,42-19 1 0 0,-55 29-964 0 0,1 0 0 0 0,-1 0 1 0 0,1 1-1 0 0,16-2 0 0 0,-17 3 1121 0 0</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34.096"/>
    </inkml:context>
    <inkml:brush xml:id="br0">
      <inkml:brushProperty name="width" value="0.1" units="cm"/>
      <inkml:brushProperty name="height" value="0.1" units="cm"/>
    </inkml:brush>
  </inkml:definitions>
  <inkml:trace contextRef="#ctx0" brushRef="#br0">6 0 7370 0 0,'-6'3'7586'0'0,"19"6"-7411"0"0,-6-1 255 0 0,0 1 0 0 0,0 0 0 0 0,-1 1 0 0 0,0-1 0 0 0,-1 1 0 0 0,0 0 0 0 0,0 1 0 0 0,-1-1 0 0 0,-1 1 0 0 0,0 0 0 0 0,2 12 0 0 0,2 17 260 0 0,2 68 0 0 0,-8-87-654 0 0,2 32-213 0 0,-8 91-1 0 0,1-115-1600 0 0,-1-1-1 0 0,-13 44 1 0 0</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34.600"/>
    </inkml:context>
    <inkml:brush xml:id="br0">
      <inkml:brushProperty name="width" value="0.1" units="cm"/>
      <inkml:brushProperty name="height" value="0.1" units="cm"/>
    </inkml:brush>
  </inkml:definitions>
  <inkml:trace contextRef="#ctx0" brushRef="#br0">133 108 3225 0 0,'6'-37'1897'0'0,"-5"33"-1135"0"0,0 1 1 0 0,0 0 0 0 0,0-1 0 0 0,1 1-1 0 0,-1 0 1 0 0,1 0 0 0 0,0 0 0 0 0,4-5 0 0 0,-10 14 121 0 0,0 0 1 0 0,0 0 0 0 0,0 0-1 0 0,-4 14 1 0 0,-6 7-51 0 0,-39 47 327 0 0,38-56-1023 0 0,1 1-1 0 0,-21 36 0 0 0,62-104 520 0 0,44-57 0 0 0,-31 48 519 0 0,-37 54-1054 0 0,23-32 557 0 0,-25 34-609 0 0,0 1 0 0 0,1-1 0 0 0,-1 1 0 0 0,1-1 0 0 0,0 1 0 0 0,-1-1 1 0 0,1 1-1 0 0,0 0 0 0 0,0 0 0 0 0,0-1 0 0 0,0 2 0 0 0,0-1 0 0 0,0 0 0 0 0,0 0 0 0 0,4 0 0 0 0,-3 1-3 0 0,0 1-1 0 0,-1 0 1 0 0,1-1 0 0 0,0 2-1 0 0,0-1 1 0 0,-1 0 0 0 0,1 0-1 0 0,-1 1 1 0 0,1-1 0 0 0,-1 1-1 0 0,0 0 1 0 0,1 0 0 0 0,2 3-1 0 0,26 30 5 0 0,10 20-1047 0 0,-15-17-5123 0 0,-3-4-1281 0 0</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36.221"/>
    </inkml:context>
    <inkml:brush xml:id="br0">
      <inkml:brushProperty name="width" value="0.1" units="cm"/>
      <inkml:brushProperty name="height" value="0.1" units="cm"/>
    </inkml:brush>
  </inkml:definitions>
  <inkml:trace contextRef="#ctx0" brushRef="#br0">130 1 9674 0 0,'-13'0'1915'0'0,"8"-1"-1180"0"0,0 1 0 0 0,0 0-1 0 0,0 1 1 0 0,0-1 0 0 0,0 1 0 0 0,-8 2-1 0 0,10-2-554 0 0,1 0-1 0 0,0 1 0 0 0,-1-1 1 0 0,1 1-1 0 0,0 0 0 0 0,0-1 1 0 0,0 1-1 0 0,0 0 0 0 0,0 0 1 0 0,1 0-1 0 0,-1 0 0 0 0,0 0 1 0 0,1 1-1 0 0,0-1 0 0 0,-2 5 1 0 0,-6 12 111 0 0,2 1 1 0 0,1-1-1 0 0,0 1 1 0 0,2 1 0 0 0,0-1-1 0 0,1 1 1 0 0,1-1-1 0 0,1 1 1 0 0,1 0 0 0 0,1 0-1 0 0,5 31 1 0 0,7 22-269 0 0,40 128 0 0 0,-51-196 7 0 0,24 60-174 0 0,-19-51-592 0 0,0 0 0 0 0,-1 1 0 0 0,-1 0 0 0 0,3 16 0 0 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36.446"/>
    </inkml:context>
    <inkml:brush xml:id="br0">
      <inkml:brushProperty name="width" value="0.1" units="cm"/>
      <inkml:brushProperty name="height" value="0.1" units="cm"/>
    </inkml:brush>
  </inkml:definitions>
  <inkml:trace contextRef="#ctx0" brushRef="#br0">1 189 6913 0 0,'1'-2'609'0'0,"1"-1"-481"0"0,-1 0-128 0 0,2 2 0 0 0,0-2 560 0 0,1-1 88 0 0,6-4 24 0 0,5-5 0 0 0,4-6-304 0 0,4-1-56 0 0,1 1-16 0 0,-1 2 0 0 0,0 1-1152 0 0,-1 1-232 0 0,0 2-40 0 0,1 1-16 0 0,2 2 887 0 0,-2 0 185 0 0</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36.869"/>
    </inkml:context>
    <inkml:brush xml:id="br0">
      <inkml:brushProperty name="width" value="0.1" units="cm"/>
      <inkml:brushProperty name="height" value="0.1" units="cm"/>
    </inkml:brush>
  </inkml:definitions>
  <inkml:trace contextRef="#ctx0" brushRef="#br0">17 113 9674 0 0,'0'0'85'0'0,"-1"0"0"0"0,0 0-1 0 0,1 0 1 0 0,-1-1 0 0 0,0 1 0 0 0,0 0 0 0 0,1 0-1 0 0,-1 0 1 0 0,0-1 0 0 0,1 1 0 0 0,-1 0 0 0 0,0-1-1 0 0,1 1 1 0 0,-1-1 0 0 0,0 1 0 0 0,1-1 0 0 0,-1 1-1 0 0,1-1 1 0 0,-1 1 0 0 0,1-1 0 0 0,-1 1 0 0 0,1-1-1 0 0,0 0 1 0 0,-1 1 0 0 0,1-1 0 0 0,0 0 0 0 0,-1 1-1 0 0,1-1 1 0 0,0 0 0 0 0,0 1 0 0 0,-1-1 0 0 0,1 0-1 0 0,0 0 1 0 0,0 1 0 0 0,0-1 0 0 0,0 0 0 0 0,0 0-1 0 0,0 1 1 0 0,0-1 0 0 0,1 0 0 0 0,-1 1 0 0 0,0-1-1 0 0,0 0 1 0 0,0 0 0 0 0,1 1 0 0 0,-1-1 0 0 0,0 0-1 0 0,1 1 1 0 0,-1-1 0 0 0,1 1 0 0 0,-1-1 0 0 0,1 0-1 0 0,-1 1 1 0 0,1-1 0 0 0,-1 1 0 0 0,1-1 0 0 0,-1 1-1 0 0,1-1 1 0 0,0 1 0 0 0,-1 0 0 0 0,1-1-1 0 0,0 1 1 0 0,-1 0 0 0 0,2-1 0 0 0,24-9 628 0 0,0 0 0 0 0,0 2 0 0 0,1 1 0 0 0,0 1 0 0 0,45-5 0 0 0,-38 7-357 0 0,41-7 213 0 0,0 3 0 0 0,1 4 1 0 0,141 11-1 0 0,-132-1-1406 0 0,107-5-1 0 0,-74-9-3453 0 0,-104 5 2462 0 0,-6 1 642 0 0</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37.600"/>
    </inkml:context>
    <inkml:brush xml:id="br0">
      <inkml:brushProperty name="width" value="0.1" units="cm"/>
      <inkml:brushProperty name="height" value="0.1" units="cm"/>
    </inkml:brush>
  </inkml:definitions>
  <inkml:trace contextRef="#ctx0" brushRef="#br0">73 47 5065 0 0,'-4'1'578'0'0,"0"-1"0"0"0,0 1 0 0 0,0-1 0 0 0,0 0 0 0 0,0 0 0 0 0,-1 0 0 0 0,1-1 0 0 0,0 1 0 0 0,0-1 0 0 0,0 0 0 0 0,0 0 0 0 0,0 0 0 0 0,0-1 0 0 0,0 0 0 0 0,1 1 0 0 0,-5-4 0 0 0,8 3-229 0 0,1 0 1 0 0,0 1-1 0 0,0-1 0 0 0,0 1 0 0 0,0-1 0 0 0,0 1 0 0 0,0-1 1 0 0,0 1-1 0 0,0 0 0 0 0,1-1 0 0 0,-1 1 0 0 0,0 0 1 0 0,1 0-1 0 0,2-1 0 0 0,9-10 1519 0 0,-2 29-1620 0 0,44 38 352 0 0,-30-28-467 0 0,0 0 1 0 0,45 35-1 0 0,-28-25-81 0 0,-39-35 8 0 0,-1 0 1 0 0,1 0-1 0 0,-1 0 0 0 0,1-1 0 0 0,0 1 1 0 0,-1-1-1 0 0,1 1 0 0 0,0-1 1 0 0,0 0-1 0 0,0 0 0 0 0,0 0 1 0 0,0 0-1 0 0,6 0 0 0 0,-9-1 36 0 0,-5 2 760 0 0,-5-2-881 0 0,0 0-1 0 0,0 1 0 0 0,0 1 1 0 0,0 0-1 0 0,1 0 0 0 0,-1 1 1 0 0,1 0-1 0 0,-1 1 0 0 0,1 0 0 0 0,0 0 1 0 0,0 1-1 0 0,1 0 0 0 0,0 0 1 0 0,-1 1-1 0 0,2 1 0 0 0,-1-1 1 0 0,1 1-1 0 0,-7 8 0 0 0,-89 118-1839 0 0</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44.47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180 164 456 0 0,'1'0'53'0'0,"-1"0"0"0"0,1 0 0 0 0,0-1 0 0 0,0 1 1 0 0,0 0-1 0 0,0 0 0 0 0,0 0 0 0 0,0-1 0 0 0,0 1 0 0 0,0 0 0 0 0,0-1 0 0 0,-1 1 0 0 0,1-1 0 0 0,0 1 0 0 0,0-1 0 0 0,0 1 1 0 0,-1-1-1 0 0,1 0 0 0 0,0 1 0 0 0,-1-1 0 0 0,1 0 0 0 0,-1 0 0 0 0,1 1 0 0 0,0-1 0 0 0,-1 0 0 0 0,1-1 0 0 0,0-1-38 0 0,0 0-1 0 0,0 0 0 0 0,-1 0 1 0 0,1 0-1 0 0,-1 0 0 0 0,0 0 0 0 0,1 0 1 0 0,-2-4-1 0 0,0-3-18 0 0,0 0 0 0 0,-1 0 1 0 0,0 0-1 0 0,-4-12 0 0 0,-21-33 7787 0 0,25 54-7499 0 0,0 3 11 0 0,0 1-1 0 0,1 0 1 0 0,-1 0 0 0 0,1 0-1 0 0,0 0 1 0 0,-1 0 0 0 0,2 1-1 0 0,-1-1 1 0 0,0 0-1 0 0,1 0 1 0 0,-1 4 0 0 0,0-2-78 0 0,-14 79 336 0 0,4 1-1 0 0,-1 134 1 0 0,3-26-371 0 0,-15 63-102 0 0,-14 264-152 0 0,10 313 512 0 0,17-638-404 0 0,24 355 0 0 0,-1-261 841 0 0,-10-148-564 0 0,-2-137-311 0 0,1-1 0 0 0,-1 0 0 0 0,0 0-1 0 0,1 0 1 0 0,-1 0 0 0 0,1 0 0 0 0,0 0 0 0 0,0 0-1 0 0,0 0 1 0 0,2 3 0 0 0,-2-6-3 0 0,-1 1 1 0 0,0-1-1 0 0,0 0 1 0 0,1 1-1 0 0,-1-1 0 0 0,0 0 1 0 0,1 1-1 0 0,-1-1 1 0 0,1 0-1 0 0,-1 0 0 0 0,0 1 1 0 0,1-1-1 0 0,-1 0 1 0 0,1 0-1 0 0,-1 0 0 0 0,1 0 1 0 0,-1 1-1 0 0,0-1 1 0 0,1 0-1 0 0,-1 0 0 0 0,1 0 1 0 0,-1 0-1 0 0,1 0 0 0 0,-1 0 1 0 0,1 0-1 0 0,0 0 1 0 0,0-1-7 0 0,1 0 0 0 0,-1 1 0 0 0,0-1-1 0 0,1 0 1 0 0,-1 0 0 0 0,0 0 0 0 0,1 0 0 0 0,-1 0 0 0 0,0 0 0 0 0,0 0 0 0 0,0-1 0 0 0,1 0 0 0 0,3-6-77 0 0,1 0-1 0 0,-2 0 1 0 0,1 0-1 0 0,-1-1 1 0 0,-1 1-1 0 0,1-1 1 0 0,-2 0-1 0 0,4-14 1 0 0,8-77-864 0 0,-12 84 801 0 0,8-146-1003 0 0,-13-179-1 0 0,-2 73 1269 0 0,89-1245 5011 0 0,-63 1207-4528 0 0,-27 575 1684 0 0,-27 211-2432 0 0,-9 425-176 0 0,48-781 323 0 0,5-1 0 0 0,6-1 0 0 0,56 207 0 0 0,-69-310-4 0 0,5 11-45 0 0,11 31 1 0 0,-17-54 34 0 0,-1-1-1 0 0,1 0 1 0 0,1 1 0 0 0,-1-1 0 0 0,1 0 0 0 0,0-1 0 0 0,1 1 0 0 0,-1-1 0 0 0,1 0 0 0 0,9 8 0 0 0,-12-12-31 0 0,-1 0 0 0 0,1 0 0 0 0,-1 0 0 0 0,1 0 0 0 0,-1 0 0 0 0,1-1-1 0 0,-1 1 1 0 0,1-1 0 0 0,0 1 0 0 0,-1-1 0 0 0,1 0 0 0 0,0 1 0 0 0,0-1 0 0 0,-1 0-1 0 0,1 0 1 0 0,0 0 0 0 0,-1-1 0 0 0,1 1 0 0 0,0 0 0 0 0,2-1 0 0 0,-1-1-29 0 0,0 1 0 0 0,0-1 0 0 0,0 1 1 0 0,-1-1-1 0 0,1 0 0 0 0,0 0 0 0 0,-1 0 0 0 0,0 0 1 0 0,0-1-1 0 0,3-3 0 0 0,3-5-97 0 0,-1 0-1 0 0,0-1 1 0 0,-1 1-1 0 0,6-18 1 0 0,12-39 284 0 0,-3-1 0 0 0,-3-1-1 0 0,-3-1 1 0 0,7-86 0 0 0,0-296 983 0 0,-17 258-748 0 0,-3 121-204 0 0,21-391 46 0 0,-35 732-228 0 0,14-141 108 0 0,7-1 0 0 0,5 1 0 0 0,38 159 0 0 0,-43-248 33 0 0,2 0 0 0 0,25 59-1 0 0,-29-83-79 0 0,-1 0 0 0 0,2 0 0 0 0,-1-1 0 0 0,2 0 0 0 0,0 0 0 0 0,0-1 0 0 0,1 0 0 0 0,0-1 0 0 0,1 0 0 0 0,13 9-1 0 0,-23-17-42 0 0,1-1-1 0 0,-1 0 0 0 0,1 0 1 0 0,-1 0-1 0 0,1 0 0 0 0,0 0 1 0 0,0-1-1 0 0,-1 1 0 0 0,1 0 0 0 0,0-1 1 0 0,0 0-1 0 0,0 1 0 0 0,0-1 1 0 0,0 0-1 0 0,0 0 0 0 0,0 0 0 0 0,0 0 1 0 0,-1 0-1 0 0,1 0 0 0 0,0-1 1 0 0,3 0-1 0 0,-2 0-52 0 0,-1-1 0 0 0,0 1 1 0 0,1-1-1 0 0,-1 0 0 0 0,0 1 0 0 0,0-1 1 0 0,0 0-1 0 0,-1 0 0 0 0,1 0 0 0 0,0 0 1 0 0,-1-1-1 0 0,1 1 0 0 0,1-4 1 0 0,3-8-255 0 0,-1 0 1 0 0,-1 0-1 0 0,0 0 1 0 0,3-22 0 0 0,6-64 317 0 0,-1-104 1 0 0,3-34 927 0 0,-10 215-911 0 0,-1 32-74 0 0,2 38-41 0 0,-5-44 112 0 0,14 316 167 0 0,-12-189 0 0 0,32 218-1 0 0,-33-338-364 0 0,0 1 1 0 0,1-1-1 0 0,0 0 0 0 0,1 0 1 0 0,7 15-1 0 0,-11-24 146 0 0,1 0-1 0 0,0 1 1 0 0,0-1 0 0 0,0 0-1 0 0,0 0 1 0 0,0 1 0 0 0,0-1 0 0 0,0 0-1 0 0,0 0 1 0 0,1 0 0 0 0,-1 0-1 0 0,0-1 1 0 0,1 1 0 0 0,-1 0 0 0 0,0 0-1 0 0,1-1 1 0 0,-1 1 0 0 0,3 0-1 0 0,-2-1 17 0 0,0-1 0 0 0,0 1 0 0 0,0 0-1 0 0,0-1 1 0 0,0 1 0 0 0,0-1-1 0 0,0 1 1 0 0,-1-1 0 0 0,1 0-1 0 0,0 0 1 0 0,0 0 0 0 0,-1 0 0 0 0,1 0-1 0 0,0 0 1 0 0,-1-1 0 0 0,0 1-1 0 0,1 0 1 0 0,-1-1 0 0 0,2-1 0 0 0,9-11-224 0 0,-1-1 1 0 0,0 0 0 0 0,-1-1-1 0 0,-1 0 1 0 0,0-1 0 0 0,-2 1 0 0 0,10-30-1 0 0,28-130 1045 0 0,-36 135-767 0 0,-9 40-16 0 0,4-19 163 0 0,0 0-1 0 0,2 0 0 0 0,0 1 0 0 0,14-29 0 0 0,-73 149-320 0 0,-48 128-1 0 0,73-154 421 0 0,4 1 0 0 0,-24 129 1 0 0,47-198-222 0 0,0 0 1 0 0,0 1 0 0 0,1-1 0 0 0,0 0-1 0 0,2 14 1 0 0,-2-20-46 0 0,0 0 0 0 0,0 0 0 0 0,1 0 0 0 0,-1 0 0 0 0,0 0 0 0 0,1 0-1 0 0,-1 0 1 0 0,1 0 0 0 0,-1 0 0 0 0,1 0 0 0 0,-1 0 0 0 0,1-1 0 0 0,0 1 0 0 0,-1 0-1 0 0,1 0 1 0 0,0-1 0 0 0,0 1 0 0 0,0 0 0 0 0,-1-1 0 0 0,2 1 0 0 0,0 0-4 0 0,-1-1 0 0 0,1 0 0 0 0,-1 0 0 0 0,1 0 0 0 0,-1 0 0 0 0,1 0 0 0 0,-1 0 1 0 0,1 0-1 0 0,-1-1 0 0 0,1 1 0 0 0,-1 0 0 0 0,1-1 0 0 0,-1 1 0 0 0,1-1 0 0 0,-1 0 0 0 0,0 1 0 0 0,0-1 1 0 0,3-2-1 0 0,9-7-267 0 0,1-2 1 0 0,-2 0-1 0 0,1 0 1 0 0,-2-1-1 0 0,0-1 1 0 0,0 0-1 0 0,14-26 1 0 0,0 3 47 0 0,31-47 202 0 0,-32 45 350 0 0,2 1 1 0 0,2 1-1 0 0,1 1 0 0 0,39-37 0 0 0,-65 70-283 0 0,-1 1-1 0 0,1 0 1 0 0,0 0-1 0 0,0-1 1 0 0,0 2-1 0 0,0-1 1 0 0,0 0-1 0 0,0 1 1 0 0,0-1-1 0 0,1 1 1 0 0,-1 0-1 0 0,0 0 0 0 0,1 0 1 0 0,-1 1-1 0 0,1-1 1 0 0,-1 1-1 0 0,1 0 1 0 0,-1 0-1 0 0,1 0 1 0 0,-1 0-1 0 0,8 2 1 0 0,-6 0 4 0 0,-1 0 0 0 0,1 0 1 0 0,0 1-1 0 0,-1 0 0 0 0,0 0 0 0 0,1 0 1 0 0,-1 0-1 0 0,0 0 0 0 0,-1 1 1 0 0,1 0-1 0 0,-1 0 0 0 0,1 0 1 0 0,-1 0-1 0 0,3 7 0 0 0,7 13 29 0 0,-1 1 0 0 0,-1 0 0 0 0,-1 1 1 0 0,-2 0-1 0 0,9 40 0 0 0,-8-27 97 0 0,23 59 0 0 0,-31-96-171 0 0,-1-1-1 0 0,1 1 1 0 0,-1-1 0 0 0,1 1 0 0 0,-1-1-1 0 0,1 0 1 0 0,0 1 0 0 0,-1-1 0 0 0,1 0-1 0 0,0 1 1 0 0,0-1 0 0 0,0 0-1 0 0,0 0 1 0 0,0 0 0 0 0,1 0 0 0 0,-1 0-1 0 0,0 0 1 0 0,0 0 0 0 0,1 0-1 0 0,-1-1 1 0 0,0 1 0 0 0,1 0 0 0 0,-1-1-1 0 0,1 1 1 0 0,-1-1 0 0 0,3 1-1 0 0,-1-2 23 0 0,-1 1 0 0 0,1-1-1 0 0,-1 0 1 0 0,0 0-1 0 0,1-1 1 0 0,-1 1-1 0 0,0 0 1 0 0,0-1 0 0 0,0 1-1 0 0,0-1 1 0 0,0 1-1 0 0,0-1 1 0 0,-1 0-1 0 0,1 0 1 0 0,2-4 0 0 0,58-73 48 0 0,-31 37-148 0 0,2 1-1 0 0,1 2 1 0 0,2 1 0 0 0,56-45-1 0 0,-91 81 64 0 0,1 1-1 0 0,-1 0 1 0 0,1-1-1 0 0,0 1 1 0 0,-1 0-1 0 0,1 0 1 0 0,0 0 0 0 0,0 0-1 0 0,0 1 1 0 0,-1-1-1 0 0,1 0 1 0 0,0 1-1 0 0,0-1 1 0 0,0 1-1 0 0,0 0 1 0 0,0-1 0 0 0,0 1-1 0 0,0 0 1 0 0,0 0-1 0 0,0 1 1 0 0,0-1-1 0 0,0 0 1 0 0,0 1 0 0 0,0-1-1 0 0,0 1 1 0 0,0-1-1 0 0,0 1 1 0 0,0 0-1 0 0,3 2 1 0 0,-2-1-10 0 0,-1 1 0 0 0,1 0 0 0 0,-1 1 0 0 0,1-1 1 0 0,-1 0-1 0 0,0 1 0 0 0,0-1 0 0 0,0 1 0 0 0,-1 0 0 0 0,1 0 0 0 0,-1-1 1 0 0,0 1-1 0 0,0 0 0 0 0,0 4 0 0 0,3 16 82 0 0,-1 48 1 0 0,-3-50 43 0 0,1 0-1 0 0,8 41 1 0 0,-9-61-111 0 0,0 0 0 0 0,1 0 0 0 0,-1 0 0 0 0,1 0 0 0 0,-1 0 0 0 0,1 0 0 0 0,0 0 0 0 0,0-1 0 0 0,0 1 0 0 0,0 0 0 0 0,0 0 0 0 0,0-1 0 0 0,0 1 0 0 0,1-1 0 0 0,-1 1 0 0 0,1-1 0 0 0,-1 0 0 0 0,1 0 0 0 0,-1 1 0 0 0,1-1 0 0 0,0 0 0 0 0,3 1 0 0 0,-3-1-48 0 0,1-1 1 0 0,0 0 0 0 0,-1 0-1 0 0,1 0 1 0 0,0 0 0 0 0,-1 0-1 0 0,1 0 1 0 0,-1-1 0 0 0,1 1-1 0 0,0-1 1 0 0,-1 0 0 0 0,1 0-1 0 0,-1 0 1 0 0,5-2 0 0 0,7-6-217 0 0,1-1 0 0 0,-2 0-1 0 0,1 0 1 0 0,13-15 0 0 0,-24 22 267 0 0,30-28-74 0 0,0-1 81 0 0,41-31 1 0 0,-63 56 71 0 0,-1-1 1 0 0,1 2-1 0 0,0-1 1 0 0,0 2-1 0 0,1-1 1 0 0,-1 2-1 0 0,1 0 1 0 0,25-6-1 0 0,-30 9 8 0 0,-1 1 0 0 0,1-1-1 0 0,0 1 1 0 0,0 1 0 0 0,-1-1 0 0 0,1 1-1 0 0,0 0 1 0 0,-1 1 0 0 0,1 0 0 0 0,-1 0 0 0 0,1 0-1 0 0,-1 0 1 0 0,0 1 0 0 0,0 0 0 0 0,0 1-1 0 0,-1-1 1 0 0,1 1 0 0 0,-1 0 0 0 0,0 1-1 0 0,0-1 1 0 0,0 1 0 0 0,0 0 0 0 0,-1 0-1 0 0,0 1 1 0 0,0-1 0 0 0,0 1 0 0 0,-1 0-1 0 0,0 0 1 0 0,0 0 0 0 0,4 12 0 0 0,-4-7-86 0 0,1 0 0 0 0,1-1 0 0 0,0 0-1 0 0,0 0 1 0 0,9 12 0 0 0,-12-20-2 0 0,0 1 0 0 0,0-1 0 0 0,0 0 0 0 0,0 0 0 0 0,0 0 0 0 0,1-1 0 0 0,-1 1 0 0 0,1 0 0 0 0,-1-1 0 0 0,1 0 0 0 0,-1 1 0 0 0,1-1 0 0 0,0 0 0 0 0,0 0 0 0 0,-1-1 0 0 0,1 1 0 0 0,0-1 0 0 0,0 1 0 0 0,0-1 0 0 0,0 0 0 0 0,0 0 0 0 0,0 0 0 0 0,0 0 0 0 0,-1-1-1 0 0,6 0 1 0 0,21-9-61 0 0,-1-1-1 0 0,0-1 0 0 0,0-1 1 0 0,-2-1-1 0 0,1-2 0 0 0,23-19 0 0 0,-30 20 166 0 0,26-26 0 0 0,-35 31-35 0 0,-1 0 1 0 0,1 0-1 0 0,1 1 1 0 0,0 0-1 0 0,0 1 0 0 0,0 0 1 0 0,27-11-1 0 0,-36 18-62 0 0,-1 0 0 0 0,1 0-1 0 0,0 0 1 0 0,-1 1 0 0 0,1-1-1 0 0,0 1 1 0 0,0-1 0 0 0,-1 1-1 0 0,1 0 1 0 0,0 0 0 0 0,0 0-1 0 0,0 1 1 0 0,-1-1 0 0 0,1 1-1 0 0,0-1 1 0 0,0 1 0 0 0,-1 0-1 0 0,1 0 1 0 0,-1 0 0 0 0,1 0-1 0 0,-1 1 1 0 0,1-1 0 0 0,-1 1-1 0 0,0-1 1 0 0,1 1 0 0 0,2 3-1 0 0,0 2 53 0 0,0 1 0 0 0,-1-1-1 0 0,0 1 1 0 0,0 0 0 0 0,0 0-1 0 0,4 16 1 0 0,-6-14 18 0 0,2 0 1 0 0,0-1-1 0 0,0 1 0 0 0,7 9 1 0 0,-10-17-75 0 0,0-1 1 0 0,1 0 0 0 0,-1 0-1 0 0,0 1 1 0 0,1-1 0 0 0,0 0-1 0 0,-1 0 1 0 0,1-1 0 0 0,0 1-1 0 0,-1 0 1 0 0,1-1 0 0 0,0 1-1 0 0,0-1 1 0 0,0 1 0 0 0,-1-1-1 0 0,1 0 1 0 0,0 1-1 0 0,0-1 1 0 0,0 0 0 0 0,0 0-1 0 0,0-1 1 0 0,0 1 0 0 0,-1 0-1 0 0,1-1 1 0 0,0 1 0 0 0,0-1-1 0 0,0 1 1 0 0,-1-1 0 0 0,1 0-1 0 0,2-2 1 0 0,9-3 23 0 0,0-1 0 0 0,23-16 0 0 0,-26 16 1 0 0,24-17 21 0 0,37-24-143 0 0,82-43 1 0 0,-148 89 115 0 0,-1-1 1 0 0,0 1-1 0 0,0 0 0 0 0,1 0 1 0 0,-1 1-1 0 0,1-1 0 0 0,0 1 1 0 0,-1 0-1 0 0,1 0 1 0 0,0 1-1 0 0,0 0 0 0 0,-1-1 1 0 0,1 1-1 0 0,0 1 1 0 0,0-1-1 0 0,-1 1 0 0 0,1 0 1 0 0,0 0-1 0 0,-1 0 1 0 0,1 1-1 0 0,-1-1 0 0 0,1 1 1 0 0,-1 0-1 0 0,0 1 1 0 0,0-1-1 0 0,0 1 0 0 0,0 0 1 0 0,6 5-1 0 0,-7-5-7 0 0,1 1-1 0 0,-1-1 1 0 0,1 0-1 0 0,0 0 1 0 0,0 0 0 0 0,1 0-1 0 0,-1-1 1 0 0,0 0-1 0 0,1 0 1 0 0,-1 0-1 0 0,1 0 1 0 0,0-1-1 0 0,0 0 1 0 0,-1 0 0 0 0,1 0-1 0 0,0 0 1 0 0,0-1-1 0 0,0 0 1 0 0,0 0-1 0 0,0 0 1 0 0,0-1-1 0 0,8-1 1 0 0,3-4-15 0 0</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47.279"/>
    </inkml:context>
    <inkml:brush xml:id="br0">
      <inkml:brushProperty name="width" value="0.1" units="cm"/>
      <inkml:brushProperty name="height" value="0.1" units="cm"/>
    </inkml:brush>
  </inkml:definitions>
  <inkml:trace contextRef="#ctx0" brushRef="#br0">0 30 13363 0 0,'17'16'1826'0'0,"32"21"1"0"0,-31-24-1429 0 0,0 1-1 0 0,17 17 1 0 0,-21-15-212 0 0,0 0-1 0 0,-1 1 1 0 0,-1 1 0 0 0,-1 0-1 0 0,18 37 1 0 0,-13-15 143 0 0,22 79-1 0 0,-38-116-386 0 0,1-1 0 0 0,-1 1 0 0 0,1-1 1 0 0,0 0-1 0 0,0 1 0 0 0,0-1 0 0 0,0 0 0 0 0,1 1 0 0 0,-1-1 0 0 0,0 0 0 0 0,3 3 0 0 0,-3-5 0 0 0,-1 0 0 0 0,0 0 1 0 0,0 0-1 0 0,1 1 0 0 0,-1-1 0 0 0,0 0 1 0 0,1 0-1 0 0,-1 0 0 0 0,1 0 1 0 0,-1 0-1 0 0,0 0 0 0 0,1 0 0 0 0,-1 0 1 0 0,0 0-1 0 0,1 0 0 0 0,-1 0 0 0 0,0 0 1 0 0,1 0-1 0 0,-1 0 0 0 0,0 0 0 0 0,1 0 1 0 0,-1 0-1 0 0,1 0 0 0 0,-1 0 0 0 0,0-1 1 0 0,0 1-1 0 0,1 0 0 0 0,12-16-1335 0 0,-4-5 1592 0 0,-1 1-1 0 0,-1-2 0 0 0,-1 1 0 0 0,-1-1 0 0 0,4-31 0 0 0,13-49 1942 0 0,-18 90-1919 0 0,5-19 484 0 0,17-36 1 0 0,-22 59-594 0 0,-1 0-1 0 0,1 1 1 0 0,1-1 0 0 0,0 1 0 0 0,0 0 0 0 0,0 1 0 0 0,1-1 0 0 0,0 1 0 0 0,12-10 0 0 0,-17 16-99 0 0,1-1-1 0 0,-1 1 1 0 0,0-1-1 0 0,1 1 0 0 0,-1-1 1 0 0,1 1-1 0 0,-1 0 0 0 0,0 0 1 0 0,1 0-1 0 0,-1 0 0 0 0,1 0 1 0 0,-1 0-1 0 0,0 0 1 0 0,1 0-1 0 0,-1 0 0 0 0,1 1 1 0 0,-1-1-1 0 0,0 1 0 0 0,1-1 1 0 0,-1 1-1 0 0,0-1 0 0 0,0 1 1 0 0,1 0-1 0 0,-1 0 1 0 0,0-1-1 0 0,0 1 0 0 0,0 0 1 0 0,0 0-1 0 0,0 0 0 0 0,0 0 1 0 0,0 0-1 0 0,0 1 0 0 0,0-1 1 0 0,0 2-1 0 0,6 6 31 0 0,0 1-1 0 0,10 21 0 0 0,-14-26-16 0 0,10 25 136 0 0,-2 0 1 0 0,-1 0 0 0 0,-1 1-1 0 0,9 62 1 0 0,4 14-1526 0 0,-17-86-1095 0 0,2 0-1 0 0,17 39 0 0 0,-15-44-4010 0 0</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47.609"/>
    </inkml:context>
    <inkml:brush xml:id="br0">
      <inkml:brushProperty name="width" value="0.1" units="cm"/>
      <inkml:brushProperty name="height" value="0.1" units="cm"/>
    </inkml:brush>
  </inkml:definitions>
  <inkml:trace contextRef="#ctx0" brushRef="#br0">4 120 10594 0 0,'-1'8'293'0'0,"0"-1"0"0"0,0 0-1 0 0,1 1 1 0 0,0-1 0 0 0,0 0-1 0 0,1 1 1 0 0,-1-1 0 0 0,2 0 0 0 0,-1 1-1 0 0,1-1 1 0 0,0 0 0 0 0,1 0-1 0 0,0 0 1 0 0,0-1 0 0 0,0 1-1 0 0,1-1 1 0 0,0 1 0 0 0,0-1-1 0 0,1-1 1 0 0,-1 1 0 0 0,1 0 0 0 0,1-1-1 0 0,-1 0 1 0 0,8 5 0 0 0,-5-4-119 0 0,0-1 0 0 0,0 0 0 0 0,0 0 0 0 0,1-1 0 0 0,-1 0 1 0 0,1-1-1 0 0,0 0 0 0 0,0 0 0 0 0,0-1 0 0 0,1 0 0 0 0,-1-1 0 0 0,0 0 1 0 0,1 0-1 0 0,-1-1 0 0 0,1 0 0 0 0,-1-1 0 0 0,0 0 0 0 0,17-4 1 0 0,-23 5-153 0 0,1-2 1 0 0,-1 1 0 0 0,1 0-1 0 0,-1 0 1 0 0,0-1 0 0 0,0 0 0 0 0,0 0-1 0 0,0 0 1 0 0,0 0 0 0 0,0 0-1 0 0,0-1 1 0 0,0 1 0 0 0,-1-1 0 0 0,1 1-1 0 0,-1-1 1 0 0,0 0 0 0 0,0 0-1 0 0,2-4 1 0 0,-2 2-14 0 0,0 0 1 0 0,-1 0-1 0 0,1 0 0 0 0,-1 0 0 0 0,0 0 0 0 0,0 0 0 0 0,-1-1 0 0 0,0 1 1 0 0,0 0-1 0 0,0-1 0 0 0,-1-6 0 0 0,-1 0 7 0 0,-1-1-1 0 0,-1 0 1 0 0,1 1-1 0 0,-2-1 0 0 0,0 1 1 0 0,0 0-1 0 0,-1 1 1 0 0,-1-1-1 0 0,-9-12 1 0 0,9 16 48 0 0,0 0 0 0 0,0 1 0 0 0,0 0 0 0 0,-1 1 0 0 0,0 0 0 0 0,0 0 0 0 0,-1 0 0 0 0,0 1 0 0 0,0 1 0 0 0,0-1 0 0 0,-12-3 0 0 0,16 7-173 0 0,-1-1 1 0 0,1 1-1 0 0,0 0 0 0 0,0 1 1 0 0,-1-1-1 0 0,1 1 1 0 0,0 0-1 0 0,-1 0 1 0 0,1 1-1 0 0,-6 1 1 0 0,7-1-354 0 0,0 0 1 0 0,0 0 0 0 0,0 1-1 0 0,0 0 1 0 0,1 0 0 0 0,-1 0-1 0 0,1 0 1 0 0,-1 0 0 0 0,1 1 0 0 0,0 0-1 0 0,0-1 1 0 0,0 1 0 0 0,0 0-1 0 0,-3 5 1 0 0</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47.833"/>
    </inkml:context>
    <inkml:brush xml:id="br0">
      <inkml:brushProperty name="width" value="0.1" units="cm"/>
      <inkml:brushProperty name="height" value="0.1" units="cm"/>
    </inkml:brush>
  </inkml:definitions>
  <inkml:trace contextRef="#ctx0" brushRef="#br0">0 37 5529 0 0,'33'-17'3331'0'0,"-30"15"-2584"0"0,0 0-1 0 0,0-1 1 0 0,1 1 0 0 0,-1 1-1 0 0,0-1 1 0 0,1 1 0 0 0,0-1-1 0 0,-1 1 1 0 0,1 0 0 0 0,0 0-1 0 0,-1 0 1 0 0,1 1 0 0 0,5-1-1 0 0,-8 2-657 0 0,0-1 0 0 0,1 1-1 0 0,-1-1 1 0 0,0 1-1 0 0,0 0 1 0 0,0-1-1 0 0,0 1 1 0 0,-1 0-1 0 0,1 0 1 0 0,0 0-1 0 0,0 0 1 0 0,0 0 0 0 0,-1 0-1 0 0,1 0 1 0 0,0 0-1 0 0,-1 0 1 0 0,1 0-1 0 0,-1 0 1 0 0,1 0-1 0 0,-1 1 1 0 0,0-1-1 0 0,1 0 1 0 0,-1 2-1 0 0,5 35 674 0 0,-4-29-617 0 0,5 68 225 0 0,-3-33-69 0 0,11 60 0 0 0,-12-92-506 0 0,1 0 0 0 0,1 0-1 0 0,0-1 1 0 0,0 0 0 0 0,1 1 0 0 0,0-2-1 0 0,1 1 1 0 0,1-1 0 0 0,13 18 0 0 0,-8-16-1949 0 0</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48.022"/>
    </inkml:context>
    <inkml:brush xml:id="br0">
      <inkml:brushProperty name="width" value="0.1" units="cm"/>
      <inkml:brushProperty name="height" value="0.1" units="cm"/>
    </inkml:brush>
  </inkml:definitions>
  <inkml:trace contextRef="#ctx0" brushRef="#br0">118 69 17508 0 0,'-3'-7'410'0'0,"0"1"0"0"0,0-1 0 0 0,-1 1 1 0 0,0 0-1 0 0,0 0 0 0 0,0 0 0 0 0,-9-8 0 0 0,12 13-369 0 0,-1 0-1 0 0,1 0 1 0 0,0 0-1 0 0,-1 0 1 0 0,1 0-1 0 0,0 0 1 0 0,-1 1-1 0 0,1-1 1 0 0,-1 0-1 0 0,1 1 1 0 0,-1-1-1 0 0,1 1 0 0 0,-1 0 1 0 0,0 0-1 0 0,1-1 1 0 0,-1 1-1 0 0,1 0 1 0 0,-1 0-1 0 0,0 0 1 0 0,1 1-1 0 0,-1-1 1 0 0,1 0-1 0 0,-1 0 1 0 0,0 1-1 0 0,1-1 1 0 0,-1 1-1 0 0,1 0 1 0 0,0-1-1 0 0,-1 1 1 0 0,1 0-1 0 0,-1 0 1 0 0,1 0-1 0 0,0 0 0 0 0,0 0 1 0 0,-1 0-1 0 0,1 0 1 0 0,0 1-1 0 0,0-1 1 0 0,0 0-1 0 0,-1 3 1 0 0,-1-1-328 0 0,1 1 0 0 0,0-1 1 0 0,0 1-1 0 0,0-1 0 0 0,0 1 0 0 0,1 0 0 0 0,-1 0 1 0 0,1 0-1 0 0,0 0 0 0 0,0 0 0 0 0,0 0 1 0 0,1 0-1 0 0,0 0 0 0 0,-1 0 0 0 0,1 0 1 0 0,1 6-1 0 0,0-3-416 0 0,0 0 0 0 0,1 0 0 0 0,0-1 0 0 0,0 1 0 0 0,1-1 0 0 0,-1 0 1 0 0,1 1-1 0 0,1-1 0 0 0,3 6 0 0 0,6 4 512 0 0</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48.355"/>
    </inkml:context>
    <inkml:brush xml:id="br0">
      <inkml:brushProperty name="width" value="0.1" units="cm"/>
      <inkml:brushProperty name="height" value="0.1" units="cm"/>
    </inkml:brush>
  </inkml:definitions>
  <inkml:trace contextRef="#ctx0" brushRef="#br0">1 5 7370 0 0,'10'-3'-147'0'0,"0"1"3314"0"0,-11 14 254 0 0,-2-6-2911 0 0,1 0 0 0 0,0 0 0 0 0,1 0 0 0 0,-1 0 0 0 0,1 0 0 0 0,0 0 0 0 0,1 0 0 0 0,-1 0-1 0 0,2 8 1 0 0,-1-10-371 0 0,1-1 0 0 0,0 1 0 0 0,0 0-1 0 0,0-1 1 0 0,0 1 0 0 0,1-1-1 0 0,0 1 1 0 0,-1-1 0 0 0,1 0 0 0 0,0 0-1 0 0,1 0 1 0 0,-1 0 0 0 0,0 0-1 0 0,1 0 1 0 0,0-1 0 0 0,4 4 0 0 0,5 4-18 0 0,-1 0 0 0 0,0 0 0 0 0,0 1 1 0 0,-1 1-1 0 0,0 0 0 0 0,-1 0 1 0 0,0 0-1 0 0,11 24 0 0 0,-18-31-136 0 0,1 1 0 0 0,-1 0 0 0 0,-1 1 0 0 0,1-1 0 0 0,-1 0-1 0 0,0 0 1 0 0,0 1 0 0 0,-1-1 0 0 0,0 0 0 0 0,0 1 0 0 0,0-1 0 0 0,-1 0-1 0 0,0 1 1 0 0,0-1 0 0 0,0 0 0 0 0,-1 0 0 0 0,0 0 0 0 0,-1 0-1 0 0,1 0 1 0 0,-1 0 0 0 0,0-1 0 0 0,0 1 0 0 0,-6 6 0 0 0,5-6-16 0 0,-1 0 0 0 0,-1-1 0 0 0,1 1 0 0 0,-1-1 0 0 0,-9 7 0 0 0,12-10-44 0 0,0 0 1 0 0,0 0-1 0 0,-1 0 0 0 0,1 0 1 0 0,-1-1-1 0 0,1 1 0 0 0,-1-1 1 0 0,1 0-1 0 0,-1 0 0 0 0,0 0 1 0 0,1-1-1 0 0,-1 1 0 0 0,-4-1 1 0 0,-2-1-776 0 0</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48.680"/>
    </inkml:context>
    <inkml:brush xml:id="br0">
      <inkml:brushProperty name="width" value="0.1" units="cm"/>
      <inkml:brushProperty name="height" value="0.1" units="cm"/>
    </inkml:brush>
  </inkml:definitions>
  <inkml:trace contextRef="#ctx0" brushRef="#br0">0 262 3225 0 0,'15'-3'715'0'0,"0"-1"1"0"0,0-1-1 0 0,0-1 1 0 0,-1 0 0 0 0,0-1-1 0 0,0 0 1 0 0,-1-1-1 0 0,0-1 1 0 0,16-13 0 0 0,-23 17-502 0 0,0 1 0 0 0,-1-2 0 0 0,0 1 1 0 0,0 0-1 0 0,0-1 0 0 0,-1 0 1 0 0,1 0-1 0 0,-2-1 0 0 0,1 1 1 0 0,-1-1-1 0 0,1 0 0 0 0,-2 0 0 0 0,1 0 1 0 0,-1 0-1 0 0,0 0 0 0 0,-1 0 1 0 0,0-1-1 0 0,0 1 0 0 0,0-1 1 0 0,-1 1-1 0 0,-1-10 0 0 0,1 15-198 0 0,0 1 0 0 0,0-1-1 0 0,0 1 1 0 0,0 0 0 0 0,-1-1 0 0 0,1 1 0 0 0,-1-1-1 0 0,1 1 1 0 0,-1 0 0 0 0,1-1 0 0 0,-1 1-1 0 0,0 0 1 0 0,0-1 0 0 0,1 1 0 0 0,-1 0-1 0 0,0 0 1 0 0,0 0 0 0 0,0 0 0 0 0,0 0-1 0 0,-1 0 1 0 0,1 0 0 0 0,0 0 0 0 0,-3-1-1 0 0,2 2 49 0 0,0-1-1 0 0,0 1 1 0 0,0 0-1 0 0,0 0 0 0 0,1 0 1 0 0,-1 0-1 0 0,0 0 1 0 0,0 0-1 0 0,0 1 1 0 0,0-1-1 0 0,0 1 0 0 0,0-1 1 0 0,0 1-1 0 0,0 0 1 0 0,-2 1-1 0 0,-3 2 193 0 0,-1 0 1 0 0,1 1-1 0 0,1 0 0 0 0,-1 0 1 0 0,1 0-1 0 0,0 1 0 0 0,-7 8 1 0 0,6-5-27 0 0,1 0-1 0 0,0 1 1 0 0,1 0 0 0 0,0 0 0 0 0,1 0 0 0 0,0 0 0 0 0,0 1 0 0 0,1 0 0 0 0,0 0-1 0 0,1 0 1 0 0,0 0 0 0 0,1 0 0 0 0,0 15 0 0 0,1-20-180 0 0,1-1 1 0 0,-1 1-1 0 0,1-1 0 0 0,0 1 1 0 0,0-1-1 0 0,1 0 0 0 0,-1 1 1 0 0,1-1-1 0 0,1 0 0 0 0,-1 0 1 0 0,1 0-1 0 0,-1-1 0 0 0,1 1 1 0 0,1-1-1 0 0,-1 1 0 0 0,1-1 1 0 0,-1 0-1 0 0,1 0 0 0 0,0-1 1 0 0,1 1-1 0 0,-1-1 1 0 0,1 0-1 0 0,-1 0 0 0 0,1 0 1 0 0,0-1-1 0 0,0 1 0 0 0,0-1 1 0 0,10 2-1 0 0,1 0-73 0 0,-1-1 0 0 0,1 0 1 0 0,0-1-1 0 0,0-1 0 0 0,0-1 1 0 0,26-2-1 0 0,18-7-6563 0 0,-31 3-492 0 0</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49.608"/>
    </inkml:context>
    <inkml:brush xml:id="br0">
      <inkml:brushProperty name="width" value="0.1" units="cm"/>
      <inkml:brushProperty name="height" value="0.1" units="cm"/>
    </inkml:brush>
  </inkml:definitions>
  <inkml:trace contextRef="#ctx0" brushRef="#br0">1 183 12899 0 0,'2'-4'310'0'0,"-1"0"0"0"0,1 0 0 0 0,0 1-1 0 0,1-1 1 0 0,-1 1 0 0 0,1 0 0 0 0,-1-1 0 0 0,1 1 0 0 0,0 0 0 0 0,0 1 0 0 0,1-1 0 0 0,-1 0 0 0 0,0 1 0 0 0,1 0 0 0 0,0 0 0 0 0,-1 0-1 0 0,1 0 1 0 0,5-1 0 0 0,-4 1-127 0 0,0 0-1 0 0,0 1 1 0 0,0 0-1 0 0,1 0 1 0 0,-1 0-1 0 0,0 1 1 0 0,0-1-1 0 0,1 1 1 0 0,-1 1-1 0 0,0-1 1 0 0,0 1-1 0 0,0 0 1 0 0,1 0-1 0 0,5 2 1 0 0,0 2-91 0 0,1 1 1 0 0,-2 0-1 0 0,1 1 1 0 0,-1 0-1 0 0,0 1 1 0 0,0 0 0 0 0,-1 0-1 0 0,0 1 1 0 0,9 11-1 0 0,-14-15-81 0 0,1 0-1 0 0,-1 1 1 0 0,-1-1-1 0 0,1 1 1 0 0,-1-1-1 0 0,0 1 1 0 0,0 0-1 0 0,-1 0 1 0 0,0 1 0 0 0,0-1-1 0 0,0 0 1 0 0,-1 1-1 0 0,0-1 1 0 0,0 1-1 0 0,-1-1 1 0 0,0 1-1 0 0,0-1 1 0 0,-2 14-1 0 0,-6-4 125 0 0,8-16-124 0 0,0 1-1 0 0,-1-1 1 0 0,1 0 0 0 0,0 0-1 0 0,-1 0 1 0 0,1 0-1 0 0,0 0 1 0 0,-1 0-1 0 0,1 0 1 0 0,0 0-1 0 0,0 0 1 0 0,-1 0-1 0 0,1 0 1 0 0,0 0 0 0 0,-1 0-1 0 0,1 0 1 0 0,0 0-1 0 0,-1 0 1 0 0,1 0-1 0 0,0 0 1 0 0,-1 0-1 0 0,1 0 1 0 0,0 0-1 0 0,0-1 1 0 0,-1 1 0 0 0,1 0-1 0 0,0 0 1 0 0,0 0-1 0 0,-1 0 1 0 0,1-1-1 0 0,-2-1 26 0 0,0 0 0 0 0,1 0 0 0 0,0 0 1 0 0,-1 0-1 0 0,1-1 0 0 0,0 1 0 0 0,0 0 0 0 0,0-1 0 0 0,0 1 0 0 0,0-5 0 0 0,-2-9-78 0 0,1-1-1 0 0,1 1 0 0 0,1-1 1 0 0,0 1-1 0 0,1-1 1 0 0,1 1-1 0 0,1-1 1 0 0,0 1-1 0 0,1 0 1 0 0,0 0-1 0 0,12-26 1 0 0,-9 27-1755 0 0,1 0 1 0 0,0 1-1 0 0,17-24 1 0 0,-9 20-5015 0 0</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49.907"/>
    </inkml:context>
    <inkml:brush xml:id="br0">
      <inkml:brushProperty name="width" value="0.1" units="cm"/>
      <inkml:brushProperty name="height" value="0.1" units="cm"/>
    </inkml:brush>
  </inkml:definitions>
  <inkml:trace contextRef="#ctx0" brushRef="#br0">0 379 6913 0 0,'1'1'107'0'0,"-1"0"-1"0"0,0-1 0 0 0,1 1 0 0 0,-1-1 0 0 0,0 1 0 0 0,1-1 1 0 0,-1 1-1 0 0,1-1 0 0 0,-1 1 0 0 0,1-1 0 0 0,-1 1 0 0 0,1-1 0 0 0,-1 0 1 0 0,1 1-1 0 0,-1-1 0 0 0,1 0 0 0 0,0 1 0 0 0,-1-1 0 0 0,1 0 0 0 0,-1 0 1 0 0,1 0-1 0 0,0 1 0 0 0,-1-1 0 0 0,1 0 0 0 0,0 0 0 0 0,-1 0 1 0 0,2 0-1 0 0,23-7 2518 0 0,22-21 693 0 0,-35 19-3177 0 0,0-1 0 0 0,-1 0 0 0 0,0-1 0 0 0,-1-1 0 0 0,0 1 0 0 0,-1-2 0 0 0,0 1 0 0 0,-1-1 0 0 0,0-1 0 0 0,-1 1-1 0 0,-1-1 1 0 0,0 0 0 0 0,-1-1 0 0 0,-1 1 0 0 0,0-1 0 0 0,0 0 0 0 0,-2 0 0 0 0,0-1 0 0 0,-1 1 0 0 0,0 0 0 0 0,-1 0-1 0 0,-3-20 1 0 0,3 33-109 0 0,0 1 0 0 0,0-1 0 0 0,0 1 0 0 0,0-1 0 0 0,-1 1 0 0 0,1-1 0 0 0,-1 1 0 0 0,1-1 0 0 0,-1 1 0 0 0,0 0 0 0 0,1-1 0 0 0,-1 1 0 0 0,0 0 1 0 0,0-1-1 0 0,0 1 0 0 0,0 0 0 0 0,0 0 0 0 0,-1-1 0 0 0,1 1-5 0 0,0 1 1 0 0,1 0 0 0 0,-1 0 0 0 0,0 0-1 0 0,0 0 1 0 0,1 0 0 0 0,-1 0 0 0 0,0 0-1 0 0,0 0 1 0 0,1 1 0 0 0,-1-1 0 0 0,0 0-1 0 0,1 0 1 0 0,-1 0 0 0 0,0 1 0 0 0,1-1-1 0 0,-1 0 1 0 0,0 1 0 0 0,1-1 0 0 0,-1 1-1 0 0,1-1 1 0 0,-1 1 0 0 0,1-1 0 0 0,-1 1-1 0 0,0 0 1 0 0,-3 4 76 0 0,0 1 1 0 0,0-1-1 0 0,0 1 0 0 0,1-1 0 0 0,0 1 0 0 0,-4 11 1 0 0,3-5-32 0 0,1 0 0 0 0,1 0 1 0 0,0 1-1 0 0,0-1 0 0 0,1 1 1 0 0,1-1-1 0 0,0 1 1 0 0,1-1-1 0 0,0 1 0 0 0,1-1 1 0 0,0 1-1 0 0,1-1 1 0 0,1 0-1 0 0,0 0 0 0 0,9 20 1 0 0,-7-21-1225 0 0,0 0 0 0 0,1 0 0 0 0,0-1 0 0 0,0 0 0 0 0,15 15 0 0 0</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50.891"/>
    </inkml:context>
    <inkml:brush xml:id="br0">
      <inkml:brushProperty name="width" value="0.1" units="cm"/>
      <inkml:brushProperty name="height" value="0.1" units="cm"/>
    </inkml:brush>
  </inkml:definitions>
  <inkml:trace contextRef="#ctx0" brushRef="#br0">70 552 3225 0 0,'33'-42'3533'0'0,"-25"33"-2564"0"0,0 0 1 0 0,-1-1-1 0 0,0 1 1 0 0,0-1-1 0 0,-1-1 1 0 0,6-15-1 0 0,-11 25-852 0 0,-1 1 0 0 0,0-1 0 0 0,0 1 0 0 0,0-1 0 0 0,1 1 0 0 0,-1-1 0 0 0,0 1 0 0 0,0-1 0 0 0,0 1 0 0 0,0-1 0 0 0,0 1 0 0 0,0-1 0 0 0,0 1-1 0 0,0-1 1 0 0,0 1 0 0 0,0-1 0 0 0,0 1 0 0 0,0-1 0 0 0,-1 1 0 0 0,1-1 0 0 0,0 1 0 0 0,0-1 0 0 0,-1 1 0 0 0,1-1 0 0 0,0 1 0 0 0,0-1 0 0 0,-1 1 0 0 0,1 0 0 0 0,0-1 0 0 0,-1 1 0 0 0,1-1 0 0 0,-1 1-1 0 0,1 0 1 0 0,-1-1 0 0 0,-21-1 2029 0 0,17 3-1907 0 0,-1 1 0 0 0,0-1-1 0 0,1 1 1 0 0,0-1 0 0 0,-1 2-1 0 0,-4 2 1 0 0,2 1-129 0 0,0 0-1 0 0,1 1 1 0 0,0 0 0 0 0,0 1-1 0 0,1 0 1 0 0,0 0 0 0 0,0 0-1 0 0,1 0 1 0 0,0 1 0 0 0,-4 10-1 0 0,7-14-107 0 0,-1 1 1 0 0,1-1-1 0 0,0 1 0 0 0,1-1 0 0 0,-1 1 0 0 0,1 0 1 0 0,0 0-1 0 0,1-1 0 0 0,-1 1 0 0 0,1 0 1 0 0,0 0-1 0 0,1 0 0 0 0,-1 0 0 0 0,1 0 0 0 0,0-1 1 0 0,1 1-1 0 0,-1 0 0 0 0,4 7 0 0 0,-4-12-24 0 0,-1 0 0 0 0,1 0 0 0 0,-1 0-1 0 0,1 0 1 0 0,-1 0 0 0 0,1 0 0 0 0,0 0-1 0 0,-1 0 1 0 0,1 0 0 0 0,0-1 0 0 0,0 1 0 0 0,-1 0-1 0 0,1 0 1 0 0,0-1 0 0 0,0 1 0 0 0,0-1-1 0 0,0 1 1 0 0,0-1 0 0 0,0 1 0 0 0,0-1 0 0 0,0 1-1 0 0,0-1 1 0 0,0 0 0 0 0,0 0 0 0 0,1 0-1 0 0,-1 1 1 0 0,0-1 0 0 0,1 0 0 0 0,0-1-61 0 0,1 0 0 0 0,-1 0 0 0 0,0 0 1 0 0,0 0-1 0 0,0 0 0 0 0,0 0 0 0 0,0 0 1 0 0,0-1-1 0 0,-1 1 0 0 0,1-1 0 0 0,0 1 1 0 0,2-5-1 0 0,3-2-307 0 0,0-2 0 0 0,-1 1 0 0 0,0-1 0 0 0,6-15 0 0 0,-3 0-270 0 0,-1-1 0 0 0,-1 0 0 0 0,-1 0 0 0 0,-1 0 0 0 0,-2 0 0 0 0,0-1 0 0 0,-2 0 0 0 0,-3-39-1 0 0,-16-73 950 0 0,-11 3 4348 0 0,26 119-1883 0 0,8 35-894 0 0,3 11-1558 0 0,41 137 360 0 0,12 32-519 0 0,-46-156-149 0 0,2-2 0 0 0,38 66 0 0 0,-52-101-81 0 0,0 1 0 0 0,1-1 1 0 0,0 0-1 0 0,0-1 1 0 0,0 1-1 0 0,0-1 0 0 0,1 1 1 0 0,0-1-1 0 0,0-1 0 0 0,0 1 1 0 0,7 3-1 0 0,-10-6-22 0 0,0 0 0 0 0,0-1-1 0 0,0 1 1 0 0,0-1 0 0 0,0 1 0 0 0,0-1-1 0 0,0 0 1 0 0,1 0 0 0 0,-1 0 0 0 0,0 0 0 0 0,0 0-1 0 0,0-1 1 0 0,0 1 0 0 0,0 0 0 0 0,0-1-1 0 0,0 0 1 0 0,0 1 0 0 0,0-1 0 0 0,0 0 0 0 0,0 0-1 0 0,-1 0 1 0 0,1 0 0 0 0,0 0 0 0 0,0-1-1 0 0,-1 1 1 0 0,1-1 0 0 0,-1 1 0 0 0,1-1 0 0 0,-1 1-1 0 0,0-1 1 0 0,0 0 0 0 0,0 1 0 0 0,0-1-1 0 0,0 0 1 0 0,2-4 0 0 0,38-80-2698 0 0,7-51 3545 0 0,-26 72 607 0 0,-20 59-1116 0 0,0 0 190 0 0,0 0-1 0 0,0 0 1 0 0,0 0-1 0 0,-1 0 1 0 0,1-10-1 0 0,-20 66 1702 0 0,18-45-2262 0 0,-1-1 1 0 0,1 1 0 0 0,-1-1 0 0 0,1 1 0 0 0,0-1 0 0 0,1 0 0 0 0,-1 1-1 0 0,1-1 1 0 0,0 1 0 0 0,0-1 0 0 0,3 8 0 0 0</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51.475"/>
    </inkml:context>
    <inkml:brush xml:id="br0">
      <inkml:brushProperty name="width" value="0.1" units="cm"/>
      <inkml:brushProperty name="height" value="0.1" units="cm"/>
    </inkml:brush>
  </inkml:definitions>
  <inkml:trace contextRef="#ctx0" brushRef="#br0">15 0 6449 0 0,'-2'1'319'0'0,"1"1"0"0"0,0-1-1 0 0,0 0 1 0 0,0 1-1 0 0,0-1 1 0 0,0 1-1 0 0,0-1 1 0 0,0 1 0 0 0,0 0-1 0 0,1-1 1 0 0,-1 1-1 0 0,0 0 1 0 0,1 0-1 0 0,0-1 1 0 0,-1 1 0 0 0,1 0-1 0 0,0 0 1 0 0,0-1-1 0 0,0 1 1 0 0,0 0-1 0 0,0 0 1 0 0,0 0 0 0 0,2 3-1 0 0,8 44 3526 0 0,-4-33-3455 0 0,0-1 0 0 0,1 0 1 0 0,1 0-1 0 0,0 0 1 0 0,1-1-1 0 0,13 17 1 0 0,-17-24-231 0 0,1 0 0 0 0,0-1 0 0 0,0 0 0 0 0,0 0 1 0 0,1-1-1 0 0,0 1 0 0 0,0-1 0 0 0,0-1 0 0 0,1 1 0 0 0,-1-1 0 0 0,1-1 1 0 0,0 1-1 0 0,16 3 0 0 0,-21-6-173 0 0,0-1 1 0 0,-1 0 0 0 0,1 0-1 0 0,0 0 1 0 0,0 0-1 0 0,0 0 1 0 0,0-1-1 0 0,0 1 1 0 0,-1-1-1 0 0,1 0 1 0 0,0 0 0 0 0,0 0-1 0 0,-1 0 1 0 0,1 0-1 0 0,-1-1 1 0 0,1 1-1 0 0,-1-1 1 0 0,1 0-1 0 0,-1 1 1 0 0,0-1-1 0 0,0 0 1 0 0,0 0 0 0 0,0-1-1 0 0,0 1 1 0 0,0 0-1 0 0,-1-1 1 0 0,1 1-1 0 0,-1-1 1 0 0,2-4-1 0 0,4-9-133 0 0,0 0 0 0 0,-2-1-1 0 0,7-33 1 0 0,-4 17 68 0 0,-5 18 68 0 0,-2 10 73 0 0,0 0 0 0 0,0 0 1 0 0,0 0-1 0 0,0 0 0 0 0,1 1 1 0 0,0-1-1 0 0,0 1 0 0 0,0-1 0 0 0,0 1 1 0 0,1 0-1 0 0,0-1 0 0 0,3-3 1 0 0,-5 8-42 0 0,0 0 1 0 0,-1-1 0 0 0,1 1 0 0 0,0 0 0 0 0,0 0 0 0 0,0 0 0 0 0,-1 0 0 0 0,1 0 0 0 0,0 0 0 0 0,0 0 0 0 0,0 0 0 0 0,-1 0-1 0 0,1 0 1 0 0,0 0 0 0 0,0 0 0 0 0,-1 0 0 0 0,1 1 0 0 0,0-1 0 0 0,0 0 0 0 0,-1 1 0 0 0,1-1 0 0 0,0 0 0 0 0,-1 1 0 0 0,1-1 0 0 0,0 1-1 0 0,-1-1 1 0 0,1 1 0 0 0,-1-1 0 0 0,1 1 0 0 0,0 0 0 0 0,-1-1 0 0 0,0 1 0 0 0,1 0 0 0 0,-1-1 0 0 0,1 1 0 0 0,-1 1 0 0 0,16 31 237 0 0,-13-25-184 0 0,5 9-84 0 0,0 0-1 0 0,1-1 0 0 0,0 0 1 0 0,14 16-1 0 0,-17-25-440 0 0,1 0-1 0 0,-1 0 0 0 0,1-1 1 0 0,1 0-1 0 0,-1 0 0 0 0,1-1 1 0 0,0 0-1 0 0,0 0 0 0 0,1-1 1 0 0,8 3-1 0 0,-5-2-1497 0 0</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51.727"/>
    </inkml:context>
    <inkml:brush xml:id="br0">
      <inkml:brushProperty name="width" value="0.1" units="cm"/>
      <inkml:brushProperty name="height" value="0.1" units="cm"/>
    </inkml:brush>
  </inkml:definitions>
  <inkml:trace contextRef="#ctx0" brushRef="#br0">43 82 4345 0 0,'-1'-44'2877'0'0,"-4"6"11368"0"0,-7 62-13389 0 0,6-6-700 0 0,1 1-1 0 0,1 0 1 0 0,0 0-1 0 0,-1 25 1 0 0,5-39-136 0 0,-1 1 1 0 0,1 0-1 0 0,0-1 1 0 0,1 1-1 0 0,-1-1 1 0 0,1 1-1 0 0,0-1 1 0 0,1 0 0 0 0,-1 1-1 0 0,1-1 1 0 0,0 0-1 0 0,1 0 1 0 0,-1 0-1 0 0,1 0 1 0 0,0 0-1 0 0,0 0 1 0 0,0-1 0 0 0,1 0-1 0 0,5 7 1 0 0,-7-10-48 0 0,-1-1 1 0 0,1 1 0 0 0,-1 0-1 0 0,1 0 1 0 0,0-1 0 0 0,-1 1-1 0 0,1 0 1 0 0,0-1 0 0 0,-1 0 0 0 0,1 1-1 0 0,0-1 1 0 0,-1 0 0 0 0,1 0-1 0 0,0 0 1 0 0,3-1 0 0 0,14-4-6333 0 0</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52.045"/>
    </inkml:context>
    <inkml:brush xml:id="br0">
      <inkml:brushProperty name="width" value="0.1" units="cm"/>
      <inkml:brushProperty name="height" value="0.1" units="cm"/>
    </inkml:brush>
  </inkml:definitions>
  <inkml:trace contextRef="#ctx0" brushRef="#br0">79 268 9218 0 0,'2'0'122'0'0,"0"0"0"0"0,-1 0 0 0 0,1 0 0 0 0,0-1 0 0 0,-1 1 0 0 0,1 0 0 0 0,0-1 0 0 0,-1 1 0 0 0,1-1 0 0 0,-1 0 0 0 0,1 0 1 0 0,-1 1-1 0 0,1-1 0 0 0,-1 0 0 0 0,0 0 0 0 0,1 0 0 0 0,-1-1 0 0 0,0 1 0 0 0,0 0 0 0 0,2-2 0 0 0,24-33 1862 0 0,-21 29-1747 0 0,6-10 683 0 0,-1-1 0 0 0,13-25 0 0 0,-21 35-613 0 0,1 0 0 0 0,-1 1-1 0 0,-1-1 1 0 0,1 0 0 0 0,-2 0 0 0 0,1-1 0 0 0,-1 1 0 0 0,1-16 0 0 0,-2 22-265 0 0,0 1-1 0 0,0-1 1 0 0,0 0 0 0 0,0 1-1 0 0,0-1 1 0 0,0 1 0 0 0,0-1-1 0 0,-1 1 1 0 0,1-1-1 0 0,0 1 1 0 0,-1-1 0 0 0,1 1-1 0 0,-1-1 1 0 0,0 1-1 0 0,1 0 1 0 0,-1-1 0 0 0,0 1-1 0 0,0 0 1 0 0,0 0 0 0 0,0-1-1 0 0,0 1 1 0 0,0 0-1 0 0,0 0 1 0 0,0 0 0 0 0,-1 0-1 0 0,1 0 1 0 0,0 1-1 0 0,-1-1 1 0 0,1 0 0 0 0,0 1-1 0 0,-1-1 1 0 0,1 0 0 0 0,-1 1-1 0 0,1 0 1 0 0,-1-1-1 0 0,1 1 1 0 0,-1 0 0 0 0,1 0-1 0 0,-1 0 1 0 0,0 0 0 0 0,1 0-1 0 0,-1 0 1 0 0,1 0-1 0 0,-1 1 1 0 0,1-1 0 0 0,-1 0-1 0 0,1 1 1 0 0,-1-1-1 0 0,-1 2 1 0 0,-5 1 5 0 0,0 1 0 0 0,0 0 0 0 0,1 0 0 0 0,0 0 0 0 0,0 1 0 0 0,0 0 0 0 0,-11 11 0 0 0,8-4-4 0 0,0-1 1 0 0,0 1-1 0 0,2 1 0 0 0,0 0 1 0 0,0 0-1 0 0,1 0 1 0 0,0 1-1 0 0,-7 26 0 0 0,12-35-50 0 0,0 1 0 0 0,1-1 0 0 0,0 1-1 0 0,0-1 1 0 0,0 1 0 0 0,1-1-1 0 0,0 1 1 0 0,0 0 0 0 0,0-1 0 0 0,1 1-1 0 0,0-1 1 0 0,0 1 0 0 0,0-1-1 0 0,1 1 1 0 0,-1-1 0 0 0,1 0 0 0 0,1 0-1 0 0,-1 0 1 0 0,1 0 0 0 0,0 0-1 0 0,0 0 1 0 0,0-1 0 0 0,0 1 0 0 0,1-1-1 0 0,0 0 1 0 0,0 0 0 0 0,5 3-1 0 0,-2-3-372 0 0,0 0 0 0 0,0-1 0 0 0,1 0 0 0 0,-1 0-1 0 0,1-1 1 0 0,0 0 0 0 0,0 0 0 0 0,0-1 0 0 0,0 0 0 0 0,0 0-1 0 0,0-1 1 0 0,11 0 0 0 0,3-2-5995 0 0</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3:52.286"/>
    </inkml:context>
    <inkml:brush xml:id="br0">
      <inkml:brushProperty name="width" value="0.1" units="cm"/>
      <inkml:brushProperty name="height" value="0.1" units="cm"/>
    </inkml:brush>
  </inkml:definitions>
  <inkml:trace contextRef="#ctx0" brushRef="#br0">39 79 4609 0 0,'0'-1'2'0'0,"7"-40"702"0"0,-7 39-443 0 0,0 1 0 0 0,1-1 0 0 0,-1 1 0 0 0,0-1 0 0 0,0 0 0 0 0,0 1 0 0 0,-1-1 0 0 0,1 1 0 0 0,0-1 0 0 0,-1 0 0 0 0,1 1 1 0 0,-1-1-1 0 0,1 1 0 0 0,-1-1 0 0 0,1 1 0 0 0,-1 0 0 0 0,0-1 0 0 0,0 1 0 0 0,0 0 0 0 0,0-1 0 0 0,0 1 0 0 0,0 0 0 0 0,-2-1 0 0 0,2 1-82 0 0,1 1 0 0 0,-1 0-1 0 0,0 0 1 0 0,0 0 0 0 0,0 0 0 0 0,0 0 0 0 0,0 1 0 0 0,0-1-1 0 0,0 0 1 0 0,0 0 0 0 0,1 0 0 0 0,-1 1 0 0 0,0-1 0 0 0,0 1 0 0 0,0-1-1 0 0,0 0 1 0 0,1 1 0 0 0,-1-1 0 0 0,0 1 0 0 0,1 0 0 0 0,-1-1 0 0 0,0 1-1 0 0,1 0 1 0 0,-1-1 0 0 0,0 1 0 0 0,1 0 0 0 0,0 0 0 0 0,-1-1 0 0 0,1 1-1 0 0,-1 0 1 0 0,1 0 0 0 0,0 0 0 0 0,-1 0 0 0 0,1-1 0 0 0,0 1 0 0 0,0 0-1 0 0,0 1 1 0 0,-9 37 2229 0 0,10-34-2368 0 0,-1 1 0 0 0,1-1 0 0 0,0 0 0 0 0,0 1-1 0 0,1-1 1 0 0,-1 0 0 0 0,1 1 0 0 0,0-1-1 0 0,1 0 1 0 0,-1 0 0 0 0,5 5 0 0 0,5 7 367 0 0,26 27-1 0 0,-28-34-219 0 0,-1 1-1 0 0,0 0 0 0 0,0 1 0 0 0,-1 0 1 0 0,7 14-1 0 0,-13-22-161 0 0,-1 0 0 0 0,1 0 0 0 0,-1 0 0 0 0,0 1 0 0 0,0-1 0 0 0,-1 1 0 0 0,1-1-1 0 0,-1 0 1 0 0,0 1 0 0 0,0-1 0 0 0,0 1 0 0 0,-1-1 0 0 0,0 0 0 0 0,1 1 0 0 0,-1-1 0 0 0,-1 0 0 0 0,1 1 0 0 0,-1-1 0 0 0,0 0 0 0 0,-4 7 0 0 0,0-3-197 0 0,0 1 0 0 0,-1-1-1 0 0,0 0 1 0 0,0 0 0 0 0,-1-1 0 0 0,0 0-1 0 0,0-1 1 0 0,-1 0 0 0 0,0 0-1 0 0,0 0 1 0 0,-10 3 0 0 0</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4:00.732"/>
    </inkml:context>
    <inkml:brush xml:id="br0">
      <inkml:brushProperty name="width" value="0.35" units="cm"/>
      <inkml:brushProperty name="height" value="0.35" units="cm"/>
      <inkml:brushProperty name="color" value="#FFC114"/>
    </inkml:brush>
  </inkml:definitions>
  <inkml:trace contextRef="#ctx0" brushRef="#br0">58 321 6913 0 0,'-19'0'492'0'0,"-19"-5"1697"0"0,38 5-2177 0 0,19-4 379 0 0,185-30 1131 0 0,162-22 1758 0 0,213-32-571 0 0,-302 41-2060 0 0,-253 43-626 0 0,376-54 86 0 0,2 34 286 0 0,-89 43 432 0 0,-267-13-645 0 0,-1 3 0 0 0,0 1-1 0 0,0 2 1 0 0,75 33 0 0 0,-104-38-122 0 0,-1 1-1 0 0,0 1 1 0 0,0 0 0 0 0,-1 1-1 0 0,-1 1 1 0 0,1 0-1 0 0,-2 1 1 0 0,19 21-1 0 0,-23-22-8 0 0,0 0 0 0 0,-1 0 0 0 0,0 0 1 0 0,-1 1-1 0 0,0 0 0 0 0,-1 1 0 0 0,0-1 0 0 0,-1 1 0 0 0,-1 0 0 0 0,0 0 0 0 0,2 23 0 0 0,3 159 139 0 0,4 45 16 0 0,65 182-63 0 0,-9-72-20 0 0,-4 407 75 0 0,-32-252-164 0 0,96 359-107 0 0,9 121 80 0 0,-117-636-8 0 0,33 333 82 0 0,33 533 127 0 0,-71-852 169 0 0,31-3-77 0 0,-33-293-347 0 0,4 85 1 0 0,-16-122 14 0 0,-1 0 0 0 0,-1 1 0 0 0,-1-1 0 0 0,-2 0 0 0 0,-10 37 0 0 0,14-66 47 0 0,-1 1-1 0 0,0-1 1 0 0,1 0-1 0 0,-1 1 1 0 0,0-1-1 0 0,0 0 1 0 0,0 1 0 0 0,0-1-1 0 0,0 0 1 0 0,0 0-1 0 0,0 0 1 0 0,0 0 0 0 0,0 0-1 0 0,-1 0 1 0 0,1 0-1 0 0,0 0 1 0 0,-1-1 0 0 0,1 1-1 0 0,-1 0 1 0 0,1-1-1 0 0,-1 1 1 0 0,1-1-1 0 0,-1 0 1 0 0,1 1 0 0 0,-1-1-1 0 0,1 0 1 0 0,-3 0-1 0 0,-48-3 281 0 0,35 1-182 0 0,-250-7 346 0 0,160 8-2140 0 0,0-3-4210 0 0,45-1-1327 0 0</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4:01.845"/>
    </inkml:context>
    <inkml:brush xml:id="br0">
      <inkml:brushProperty name="width" value="0.35" units="cm"/>
      <inkml:brushProperty name="height" value="0.35" units="cm"/>
      <inkml:brushProperty name="color" value="#FFC114"/>
    </inkml:brush>
  </inkml:definitions>
  <inkml:trace contextRef="#ctx0" brushRef="#br0">0 0 6913 0 0,'539'47'9863'0'0,"-260"-14"-6411"0"0,-130-25-5505 0 0,228-15 0 0 0</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4:02.353"/>
    </inkml:context>
    <inkml:brush xml:id="br0">
      <inkml:brushProperty name="width" value="0.35" units="cm"/>
      <inkml:brushProperty name="height" value="0.35" units="cm"/>
      <inkml:brushProperty name="color" value="#FFC114"/>
    </inkml:brush>
  </inkml:definitions>
  <inkml:trace contextRef="#ctx0" brushRef="#br0">68 14 6913 0 0,'-9'-2'91'0'0,"-49"-9"5348"0"0,71 17-5200 0 0,0 1 1 0 0,0 0-1 0 0,-1 1 1 0 0,0 0 0 0 0,0 1-1 0 0,-1 1 1 0 0,0 0-1 0 0,18 20 1 0 0,21 19 604 0 0,-33-35-698 0 0,-1 1 0 0 0,0 0 0 0 0,26 35 0 0 0,-37-42-110 0 0,0-1 0 0 0,0 1 0 0 0,-1 0-1 0 0,0 1 1 0 0,-1-1 0 0 0,0 1-1 0 0,0-1 1 0 0,-1 1 0 0 0,0 0-1 0 0,0 0 1 0 0,-1 0 0 0 0,0 12 0 0 0,-3 2 347 0 0,-1 0 1 0 0,-1-1 0 0 0,-1 1-1 0 0,-1-1 1 0 0,-1 0 0 0 0,-15 32 0 0 0,9-22 397 0 0,-15 62 0 0 0,23-69-436 0 0,-1 0-1 0 0,-1-1 0 0 0,-2 0 0 0 0,-13 28 0 0 0,20-47-666 0 0,0 0 1 0 0,0 0 0 0 0,0 0-1 0 0,1 0 1 0 0,0 1-1 0 0,-1 6 1 0 0</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4:08.047"/>
    </inkml:context>
    <inkml:brush xml:id="br0">
      <inkml:brushProperty name="width" value="0.35" units="cm"/>
      <inkml:brushProperty name="height" value="0.35" units="cm"/>
    </inkml:brush>
  </inkml:definitions>
  <inkml:trace contextRef="#ctx0" brushRef="#br0">1 2982 6913 0 0,'12'7'625'0'0,"2"0"0"0"0,-1-1-1 0 0,1 0 1 0 0,0-1-1 0 0,0-1 1 0 0,0 0-1 0 0,0-1 1 0 0,1-1-1 0 0,19 2 1 0 0,-27-4-510 0 0,1-1 1 0 0,0 0-1 0 0,-1 0 1 0 0,1 0-1 0 0,-1-1 1 0 0,0 0-1 0 0,1 0 1 0 0,-1-1-1 0 0,0 0 1 0 0,0 0-1 0 0,-1-1 1 0 0,1 1 0 0 0,-1-2-1 0 0,1 1 1 0 0,-1-1-1 0 0,0 0 1 0 0,-1 0-1 0 0,0 0 1 0 0,1-1-1 0 0,4-8 1 0 0,8-10 144 0 0,-1-1 1 0 0,-2 0 0 0 0,23-50 0 0 0,-22 37-145 0 0,-2-1 0 0 0,-2 0 0 0 0,-1 0 0 0 0,9-76 0 0 0,1-167-111 0 0,-20 254 2 0 0,12-438-188 0 0,12-230 298 0 0,-18 413 821 0 0,-4 112-775 0 0,-1 129-104 0 0,1 1 0 0 0,3 0 0 0 0,1 0 0 0 0,2 1 0 0 0,1 0 0 0 0,20-47 0 0 0,-23 67-47 0 0,2 2 1 0 0,0-1 0 0 0,1 1-1 0 0,1 1 1 0 0,1 0 0 0 0,0 0 0 0 0,1 2-1 0 0,1-1 1 0 0,0 2 0 0 0,1-1-1 0 0,1 2 1 0 0,0 0 0 0 0,0 1-1 0 0,28-14 1 0 0,-35 21 4 0 0,0 1 1 0 0,0 0-1 0 0,0 1 1 0 0,0 0-1 0 0,1 1 1 0 0,-1 0-1 0 0,1 0 0 0 0,-1 1 1 0 0,1 0-1 0 0,0 0 1 0 0,0 1-1 0 0,0 1 1 0 0,-1 0-1 0 0,1 0 0 0 0,0 1 1 0 0,-1 0-1 0 0,1 0 1 0 0,-1 1-1 0 0,0 1 1 0 0,0-1-1 0 0,0 1 0 0 0,0 1 1 0 0,-1 0-1 0 0,0 0 1 0 0,0 1-1 0 0,0 0 1 0 0,0 0-1 0 0,-1 1 0 0 0,9 10 1 0 0,-2 3-33 0 0,-1 1 0 0 0,0 0-1 0 0,-2 1 1 0 0,15 38 0 0 0,23 99-194 0 0,-22-66 119 0 0,32 80 22 0 0,-26-86 44 0 0,-5 3 0 0 0,30 159 0 0 0,-35-116 24 0 0,44 140 0 0 0,-66-270-34 0 0,0 1 0 0 0,0-1 0 0 0,0 0-1 0 0,0 0 1 0 0,1 0 0 0 0,-1 0 0 0 0,1 0 0 0 0,-1 0-1 0 0,1 0 1 0 0,0 0 0 0 0,0 0 0 0 0,1-1 0 0 0,-1 1 0 0 0,1-1-1 0 0,-1 0 1 0 0,1 0 0 0 0,0 0 0 0 0,-1 0 0 0 0,1 0-1 0 0,0 0 1 0 0,4 1 0 0 0,-1-2-86 0 0,-1 0 0 0 0,1 0 0 0 0,-1 0 0 0 0,1-1 0 0 0,-1 0 0 0 0,1 0 0 0 0,-1-1 0 0 0,1 1 0 0 0,-1-1 0 0 0,1 0 0 0 0,-1-1 0 0 0,8-2 0 0 0,20-9-19 0 0,0 0 0 0 0,-1-3 0 0 0,-1-1 0 0 0,-1-1 0 0 0,0-1 0 0 0,-1-2 0 0 0,-1-1 0 0 0,-2-1 0 0 0,28-30 0 0 0,-33 32 286 0 0,1 1 0 0 0,1 1 0 0 0,1 1 0 0 0,35-21 0 0 0,-48 33-36 0 0,0 1 1 0 0,0-1-1 0 0,1 2 0 0 0,-1-1 1 0 0,1 2-1 0 0,0-1 0 0 0,1 2 1 0 0,-1 0-1 0 0,0 0 0 0 0,1 1 1 0 0,-1 0-1 0 0,1 1 0 0 0,13 2 1 0 0,-22-1-83 0 0,0 0 0 0 0,0 1-1 0 0,-1-1 1 0 0,1 1 0 0 0,0 0 0 0 0,-1-1 0 0 0,1 2 0 0 0,-1-1 0 0 0,1 0 0 0 0,-1 1 0 0 0,0-1 0 0 0,0 1-1 0 0,0 0 1 0 0,-1 0 0 0 0,1 0 0 0 0,-1 1 0 0 0,1-1 0 0 0,-1 0 0 0 0,0 1 0 0 0,0 0 0 0 0,-1-1 0 0 0,1 1-1 0 0,1 5 1 0 0,3 12 76 0 0,-1-1-1 0 0,0 2 0 0 0,2 26 1 0 0,-3-19-96 0 0,73 580 143 0 0,-69-522-152 0 0,3 0 0 0 0,33 121 0 0 0,-31-163 0 0 0,1-1 0 0 0,3-1 0 0 0,2 0 0 0 0,1-2 0 0 0,2 0 0 0 0,37 51 0 0 0,-45-75 36 0 0,-1-1-1 0 0,2-1 1 0 0,0 0-1 0 0,1-1 1 0 0,0-1 0 0 0,1-1-1 0 0,1 0 1 0 0,0-1-1 0 0,0-1 1 0 0,1 0 0 0 0,1-2-1 0 0,-1 0 1 0 0,1-1-1 0 0,0-1 1 0 0,37 6-1 0 0,-26-8 1 0 0,1-1-1 0 0,0-2 0 0 0,-1 0 1 0 0,1-3-1 0 0,0 0 1 0 0,-1-2-1 0 0,1-1 0 0 0,-1-2 1 0 0,54-19-1 0 0,-37 7-674 0 0,0-2-173 0 0</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32.406"/>
    </inkml:context>
    <inkml:brush xml:id="br0">
      <inkml:brushProperty name="width" value="0.35" units="cm"/>
      <inkml:brushProperty name="height" value="0.35" units="cm"/>
    </inkml:brush>
  </inkml:definitions>
  <inkml:trace contextRef="#ctx0" brushRef="#br0">1002 166 9674 0 0,'37'-50'2094'0'0,"-28"40"-1709"0"0,-1 0-1 0 0,0-1 1 0 0,-1 0-1 0 0,0 0 1 0 0,8-20-1 0 0,-15 30-354 0 0,1 0 0 0 0,-1 1 1 0 0,1-1-1 0 0,-1 0 0 0 0,0 0 0 0 0,0 0 1 0 0,0 0-1 0 0,1 0 0 0 0,-1 0 0 0 0,0 0 1 0 0,0 0-1 0 0,0 0 0 0 0,0 0 0 0 0,0 0 1 0 0,-1 0-1 0 0,1 0 0 0 0,0 1 0 0 0,0-1 1 0 0,-1 0-1 0 0,1 0 0 0 0,0 0 0 0 0,-1 0 0 0 0,1 0 1 0 0,-1 0-1 0 0,0-1 0 0 0,-1 1 8 0 0,1 1 0 0 0,0-1-1 0 0,0 0 1 0 0,-1 0 0 0 0,1 1-1 0 0,-1-1 1 0 0,1 1 0 0 0,-1-1-1 0 0,1 1 1 0 0,-1 0 0 0 0,1-1 0 0 0,-1 1-1 0 0,1 0 1 0 0,-3 0 0 0 0,-5 1 97 0 0,-1 0 0 0 0,0 0 0 0 0,-17 5 0 0 0,-41 15-11 0 0,2 3 0 0 0,0 3-1 0 0,2 3 1 0 0,1 2 0 0 0,-83 57-1 0 0,-265 235 580 0 0,395-310-619 0 0,0 0-1 0 0,1 1 1 0 0,1 0 0 0 0,1 1 0 0 0,-19 29-1 0 0,29-41-70 0 0,1 0-1 0 0,-1 1 1 0 0,1 0-1 0 0,0-1 1 0 0,0 1-1 0 0,1 0 0 0 0,-1 0 1 0 0,1 0-1 0 0,0 0 1 0 0,0 1-1 0 0,1-1 1 0 0,0 0-1 0 0,0 0 1 0 0,0 0-1 0 0,0 0 0 0 0,1 1 1 0 0,0-1-1 0 0,0 0 1 0 0,0 0-1 0 0,1 0 1 0 0,0 0-1 0 0,-1-1 0 0 0,2 1 1 0 0,-1 0-1 0 0,1-1 1 0 0,-1 1-1 0 0,6 5 1 0 0,2 1-55 0 0,0-2 1 0 0,0 1-1 0 0,1-1 1 0 0,0 0-1 0 0,1-1 1 0 0,0-1 0 0 0,0 0-1 0 0,0 0 1 0 0,25 8-1 0 0,13 2-224 0 0,65 13 0 0 0,-77-21 194 0 0,572 126 488 0 0,-578-127-297 0 0,1 1 0 0 0,45 20 0 0 0,-68-25 2 0 0,-1 1 1 0 0,0 0-1 0 0,0 0 1 0 0,0 1-1 0 0,-1 0 1 0 0,0 1-1 0 0,0-1 1 0 0,0 2-1 0 0,-1-1 1 0 0,0 1-1 0 0,0 0 1 0 0,6 11-1 0 0,-11-14-30 0 0,0-1-1 0 0,0 1 0 0 0,0 0 1 0 0,-1 0-1 0 0,0 0 1 0 0,0 1-1 0 0,0-1 1 0 0,-1 0-1 0 0,1 0 0 0 0,-1 0 1 0 0,0 1-1 0 0,-1-1 1 0 0,1 0-1 0 0,-1 0 1 0 0,0 0-1 0 0,-1 1 0 0 0,1-1 1 0 0,-1 0-1 0 0,0-1 1 0 0,0 1-1 0 0,0 0 0 0 0,-1-1 1 0 0,-6 9-1 0 0,-4 5 89 0 0,0 0-1 0 0,-2-1 0 0 0,0-1 1 0 0,-23 18-1 0 0,-1-1-97 0 0,-2-3 1 0 0,-1-1-1 0 0,-2-2 0 0 0,-1-2 0 0 0,-92 37 0 0 0,-254 60-1226 0 0,373-116 995 0 0,-136 26-2541 0 0,6-1-4852 0 0,113-22 5160 0 0,4-4 1432 0 0</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32.879"/>
    </inkml:context>
    <inkml:brush xml:id="br0">
      <inkml:brushProperty name="width" value="0.35" units="cm"/>
      <inkml:brushProperty name="height" value="0.35" units="cm"/>
    </inkml:brush>
  </inkml:definitions>
  <inkml:trace contextRef="#ctx0" brushRef="#br0">199 0 14283 0 0,'3'4'77'0'0,"0"0"-1"0"0,0 0 1 0 0,-1 0 0 0 0,0 1-1 0 0,0-1 1 0 0,0 0 0 0 0,0 1-1 0 0,-1 0 1 0 0,0-1-1 0 0,0 1 1 0 0,0 0 0 0 0,0 0-1 0 0,-1 7 1 0 0,-2 69 1464 0 0,1-69-1265 0 0,-52 463 3368 0 0,21-229-3080 0 0,-4 59-237 0 0,-27 230 182 0 0,29-178-3374 0 0,32-325 770 0 0</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33.293"/>
    </inkml:context>
    <inkml:brush xml:id="br0">
      <inkml:brushProperty name="width" value="0.35" units="cm"/>
      <inkml:brushProperty name="height" value="0.35" units="cm"/>
    </inkml:brush>
  </inkml:definitions>
  <inkml:trace contextRef="#ctx0" brushRef="#br0">22 489 5529 0 0,'-3'-25'72'0'0,"-4"-25"1552"0"0,-4 2 3603 0 0,17 64-3684 0 0,0 1 0 0 0,2-1 0 0 0,18 30 0 0 0,39 50-1698 0 0,-53-78 457 0 0,221 271 753 0 0,-89-116-541 0 0,-72-85-34 0 0,119 114 1 0 0,-184-196-507 0 0,0 0 1 0 0,0-1-1 0 0,0 0 1 0 0,0 0-1 0 0,1 0 1 0 0,0-1-1 0 0,12 5 1 0 0,-18-8 46 0 0,0-1-1 0 0,0 1 1 0 0,0 0 0 0 0,0-1 0 0 0,0 0-1 0 0,1 1 1 0 0,-1-1 0 0 0,0 0-1 0 0,0 0 1 0 0,0 0 0 0 0,0 0 0 0 0,0-1-1 0 0,0 1 1 0 0,0-1 0 0 0,0 1 0 0 0,0-1-1 0 0,0 1 1 0 0,0-1 0 0 0,0 0-1 0 0,0 0 1 0 0,0 0 0 0 0,0 0 0 0 0,-1-1-1 0 0,1 1 1 0 0,0 0 0 0 0,-1-1 0 0 0,1 1-1 0 0,-1-1 1 0 0,1 1 0 0 0,-1-1 0 0 0,0 0-1 0 0,0 0 1 0 0,0 1 0 0 0,0-1-1 0 0,0 0 1 0 0,0 0 0 0 0,0-3 0 0 0,5-11 134 0 0,-1 0 1 0 0,-1-1 0 0 0,-1 0-1 0 0,3-25 1 0 0,-2-74 59 0 0,-3 65-129 0 0,28-494 96 0 0,-6 138-299 0 0,-22 388-31 0 0,0 8-214 0 0,0-1 1 0 0,-1 1-1 0 0,0 0 1 0 0,-1 0-1 0 0,0 0 0 0 0,-4-15 1 0 0</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33.658"/>
    </inkml:context>
    <inkml:brush xml:id="br0">
      <inkml:brushProperty name="width" value="0.35" units="cm"/>
      <inkml:brushProperty name="height" value="0.35" units="cm"/>
    </inkml:brush>
  </inkml:definitions>
  <inkml:trace contextRef="#ctx0" brushRef="#br0">1 1 2304 0 0,'5'48'11399'0'0,"1"-34"-11328"0"0,14 53 751 0 0,-3 1 0 0 0,16 117 0 0 0,-7 145 3087 0 0,11 74-1205 0 0,53-31-8007 0 0</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34.147"/>
    </inkml:context>
    <inkml:brush xml:id="br0">
      <inkml:brushProperty name="width" value="0.35" units="cm"/>
      <inkml:brushProperty name="height" value="0.35" units="cm"/>
    </inkml:brush>
  </inkml:definitions>
  <inkml:trace contextRef="#ctx0" brushRef="#br0">9 637 3681 0 0,'-6'-75'1509'0'0,"3"-1"0"0"0,4 1 1 0 0,12-94-1 0 0,-12 155-1047 0 0,1-1 0 0 0,1 1-1 0 0,0 0 1 0 0,1 1 0 0 0,0-1 0 0 0,1 0 0 0 0,1 1-1 0 0,0 0 1 0 0,11-17 0 0 0,-12 23-299 0 0,0 0-1 0 0,1 1 1 0 0,-1 0-1 0 0,1 0 1 0 0,1 0-1 0 0,-1 1 1 0 0,1 0 0 0 0,0 0-1 0 0,0 0 1 0 0,1 1-1 0 0,-1 0 1 0 0,1 1-1 0 0,0 0 1 0 0,0 0 0 0 0,0 0-1 0 0,0 1 1 0 0,11-1-1 0 0,-5 1 165 0 0,-1 0 0 0 0,1 1 0 0 0,0 1 0 0 0,0 0 0 0 0,0 1 0 0 0,-1 1 0 0 0,1 0 0 0 0,19 6 0 0 0,-28-7-294 0 0,-1 0 0 0 0,1 1 0 0 0,-1 0-1 0 0,1 0 1 0 0,-1 1 0 0 0,0-1 0 0 0,0 1 0 0 0,0 0 0 0 0,0 0-1 0 0,0 0 1 0 0,-1 0 0 0 0,1 1 0 0 0,-1-1 0 0 0,0 1 0 0 0,0 0 0 0 0,0 0-1 0 0,-1 0 1 0 0,1 0 0 0 0,-1 1 0 0 0,0-1 0 0 0,0 1 0 0 0,-1-1-1 0 0,1 1 1 0 0,-1 0 0 0 0,0 0 0 0 0,-1-1 0 0 0,1 7 0 0 0,-1 6-158 0 0,0 0 1 0 0,-2 0 0 0 0,0-1 0 0 0,-1 1-1 0 0,0 0 1 0 0,-11 29 0 0 0,-3-2-85 0 0,-27 50-1 0 0,21-54 210 0 0,-1-2 0 0 0,-2-1 0 0 0,-1 0 0 0 0,-2-3 0 0 0,-63 60 0 0 0,84-86 6 0 0,-2 0-18 0 0,1 0 0 0 0,1 1 1 0 0,-1 1-1 0 0,1 0 1 0 0,-13 21-1 0 0,21-30 25 0 0,0 0 0 0 0,0 0 0 0 0,0 0 0 0 0,0 0 0 0 0,0 0 0 0 0,0 0-1 0 0,0 0 1 0 0,0 0 0 0 0,0 0 0 0 0,1 0 0 0 0,-1 0 0 0 0,0 0 0 0 0,0-1 0 0 0,1 1 0 0 0,-1 0 0 0 0,1 0-1 0 0,-1 0 1 0 0,1 0 0 0 0,-1 0 0 0 0,1-1 0 0 0,0 1 0 0 0,-1 0 0 0 0,1 0 0 0 0,0-1 0 0 0,-1 1-1 0 0,1 0 1 0 0,0-1 0 0 0,0 1 0 0 0,0-1 0 0 0,0 1 0 0 0,0-1 0 0 0,-1 0 0 0 0,1 1 0 0 0,0-1 0 0 0,0 0-1 0 0,2 1 1 0 0,42 12 553 0 0,-37-12-477 0 0,58 18 375 0 0,-1 2-1 0 0,-1 3 1 0 0,102 54-1 0 0,166 125 552 0 0,-310-190-969 0 0,-1 1-1 0 0,-1 2 1 0 0,-1 0-1 0 0,0 0 1 0 0,25 30-1 0 0,-35-33-158 0 0</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38.588"/>
    </inkml:context>
    <inkml:brush xml:id="br0">
      <inkml:brushProperty name="width" value="0.1" units="cm"/>
      <inkml:brushProperty name="height" value="0.1" units="cm"/>
    </inkml:brush>
  </inkml:definitions>
  <inkml:trace contextRef="#ctx0" brushRef="#br0">49 0 1840 0 0,'-27'3'1494'0'0,"26"-3"-1182"0"0,0 0-1 0 0,0 0 0 0 0,0 1 0 0 0,0-1 1 0 0,0 0-1 0 0,0 0 0 0 0,0 0 0 0 0,0 1 1 0 0,0-1-1 0 0,0 1 0 0 0,1-1 0 0 0,-1 1 1 0 0,0-1-1 0 0,0 1 0 0 0,0-1 0 0 0,0 1 1 0 0,0 0 310 0 0,0 0-311 0 0,1 0 1 0 0,-1-1-1 0 0,1 1 0 0 0,-1 0 0 0 0,0 1 1 0 0,3-1 88 0 0,0 0 0 0 0,0 0 0 0 0,0 0 0 0 0,1 0 0 0 0,-1 0 0 0 0,0-1 0 0 0,0 1 0 0 0,1-1 0 0 0,-1 1 0 0 0,0-1 0 0 0,1 0 0 0 0,2 0 0 0 0,-4 0-239 0 0,347 5 4865 0 0,-66-3-4823 0 0,-268-2-384 0 0,25 2 324 0 0,-17 4-2812 0 0</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42.869"/>
    </inkml:context>
    <inkml:brush xml:id="br0">
      <inkml:brushProperty name="width" value="0.1" units="cm"/>
      <inkml:brushProperty name="height" value="0.1" units="cm"/>
    </inkml:brush>
  </inkml:definitions>
  <inkml:trace contextRef="#ctx0" brushRef="#br0">183 1946 6401 0 0,'-9'-21'11264'0'0,"10"2"-3964"0"0,1 11-10375 0 0,-1-5 3152 0 0,0 0-1 0 0,0 0 1 0 0,-2 0 0 0 0,1 0 0 0 0,-2 0-1 0 0,-3-17 1 0 0,-2-32-83 0 0,0-17 25 0 0,-18-83 0 0 0,-5-44-68 0 0,34-335 71 0 0,5 339-33 0 0,-8 160 27 0 0,-6-60-1 0 0,3 87-35 0 0,0 0 0 0 0,-1 0 0 0 0,-1 0 1 0 0,0 1-1 0 0,-1-1 0 0 0,-1 1 0 0 0,-9-19 0 0 0,12 30 10 0 0,1 0-1 0 0,0-1 1 0 0,-1 1 0 0 0,1 0-1 0 0,-1 1 1 0 0,0-1 0 0 0,0 0 0 0 0,0 1-1 0 0,-1-1 1 0 0,1 1 0 0 0,0 0 0 0 0,-1 0-1 0 0,1 1 1 0 0,-1-1 0 0 0,0 1-1 0 0,0 0 1 0 0,1 0 0 0 0,-1 0 0 0 0,-6-1-1 0 0,10 2-53 0 0,3 2-405 0 0,3 2 375 0 0,0-1 1 0 0,0-1-1 0 0,0 1 1 0 0,1-1-1 0 0,-1 0 0 0 0,1-1 1 0 0,0 0-1 0 0,-1 0 1 0 0,1 0-1 0 0,0-1 0 0 0,-1 0 1 0 0,13-1-1 0 0,15-3-241 0 0,42-9-1 0 0,-51 8 270 0 0,142-29-18 0 0,200-36 375 0 0,-6 5-586 0 0,-198 34-548 0 0,-146 27 773 0 0,-13 2 54 0 0,1 0-1 0 0,-1 1 1 0 0,0 0 0 0 0,0 0 0 0 0,1 1-1 0 0,-1-1 1 0 0,1 1 0 0 0,-1 0-1 0 0,1 0 1 0 0,7 1 0 0 0,-12 3 112 0 0,-1-1 0 0 0,0 1 0 0 0,1 0 0 0 0,-1-1 1 0 0,-1 1-1 0 0,1 0 0 0 0,-4 5 0 0 0,1 1 95 0 0,-3 18-85 0 0,0 0-1 0 0,1 0 1 0 0,-2 37 0 0 0,2 87 263 0 0,6-147-369 0 0,8 589-126 0 0,-5-475 116 0 0,-1 90 14 0 0,16 232 231 0 0,-11-385 310 0 0,-3 1 1 0 0,-2-1-1 0 0,-3 1 1 0 0,-10 75-1 0 0,11-131-559 0 0,0-1-1 0 0,0 1 0 0 0,0-1 1 0 0,0 1-1 0 0,0-1 1 0 0,0 0-1 0 0,1 1 0 0 0,-1-1 1 0 0,0 1-1 0 0,0-1 1 0 0,0 0-1 0 0,1 1 0 0 0,-1-1 1 0 0,0 0-1 0 0,0 1 1 0 0,1-1-1 0 0,-1 0 0 0 0,0 0 1 0 0,1 1-1 0 0,-1-1 0 0 0,0 0 1 0 0,1 0-1 0 0,-1 1 1 0 0,0-1-1 0 0,1 0 0 0 0,-1 0 1 0 0,1 0-1 0 0,-1 0 1 0 0,0 1-1 0 0,1-1 0 0 0,-1 0 1 0 0,1 0-1 0 0,0 0 1 0 0,24 3-1024 0 0,-20-3 899 0 0,-1 0 1 0 0,0 1 0 0 0,0-1 0 0 0,0 1 0 0 0,0 0 0 0 0,7 3-1 0 0,-9-3 186 0 0,1 1-1 0 0,0 0 1 0 0,0-1 0 0 0,0 0-1 0 0,1 0 1 0 0,-1 0-1 0 0,0 0 1 0 0,0 0-1 0 0,1-1 1 0 0,-1 1-1 0 0,0-1 1 0 0,0 0-1 0 0,5 0 1 0 0,-2-1 49 0 0,0 0 0 0 0,0-1 0 0 0,0 0 0 0 0,0 0-1 0 0,0 0 1 0 0,7-5 0 0 0,-7 5-72 0 0,-1 0 0 0 0,1 0 0 0 0,0 0-1 0 0,-1 1 1 0 0,1 0 0 0 0,11 0 0 0 0,-1-1 180 0 0,-19 4-297 0 0,-9 7 13 0 0,25-16 15 0 0,1 1 0 0 0,-1 0 0 0 0,2 1 0 0 0,-1 1 0 0 0,0 0 0 0 0,20-2 0 0 0,2-2-8 0 0,970-200 1534 0 0,-957 202-1395 0 0,65 0-1 0 0,-129 11-49 0 0,2-1 15 0 0,12-5-30 0 0,1 0 0 0 0,-1 1-1 0 0,1-1 1 0 0,0 1 0 0 0,-1-1 0 0 0,1 0-1 0 0,-1 1 1 0 0,1-1 0 0 0,0 0-1 0 0,-1 1 1 0 0,1-1 0 0 0,0 0 0 0 0,0 0-1 0 0,0 1 1 0 0,0-1 0 0 0,-1 0 0 0 0,1 0-1 0 0,0 0 1 0 0,0 1 0 0 0,1-1 0 0 0,-1 0-1 0 0,0-1 1 0 0,0-42 20 0 0,-2 0 1 0 0,-8-48-1 0 0,-20-118-38 0 0,9-2-1 0 0,10-358 1 0 0,9 487 127 0 0,-3 0 0 0 0,-32-163 1 0 0,32 210-108 0 0,2 0 0 0 0,1-44 0 0 0,19 86-695 0 0,8 1 336 0 0,173-24 110 0 0,-102 6 150 0 0,640-12-170 0 0,-735 23 266 0 0,11 0 38 0 0,-1 0 0 0 0,0 1 1 0 0,1 0-1 0 0,-1 1 0 0 0,0 0 0 0 0,12 4 1 0 0,-19-5-28 0 0,-1 0 0 0 0,0 1 0 0 0,0 0 0 0 0,0-1 1 0 0,0 1-1 0 0,0 0 0 0 0,0 1 0 0 0,0-1 0 0 0,-1 0 0 0 0,1 1 1 0 0,-1-1-1 0 0,0 1 0 0 0,1 0 0 0 0,-1 0 0 0 0,-1 0 0 0 0,1 0 1 0 0,0 0-1 0 0,-1 0 0 0 0,1 1 0 0 0,-1-1 0 0 0,0 0 0 0 0,0 1 1 0 0,0 3-1 0 0,33 290 161 0 0,-28-224-152 0 0,1 24-45 0 0,16 139-158 0 0,-15-184 137 0 0,2 0-1 0 0,26 76 0 0 0,-17-65 58 0 0,-3 1 1 0 0,-3 1-1 0 0,-2 0 1 0 0,3 108-1 0 0,-9-87 153 0 0,3 86 859 0 0,6-54-223 0 0,-14-118-800 0 0,0 0-2 0 0,0 0 0 0 0,0 1 0 0 0,0-1 0 0 0,0 0 0 0 0,0 0 0 0 0,0 1 0 0 0,0-1 0 0 0,0 0 0 0 0,0 1 0 0 0,0-1 0 0 0,0 0 0 0 0,0 0 0 0 0,0 1 0 0 0,0-1 0 0 0,0 0 0 0 0,1 0 0 0 0,-1 1 0 0 0,0-1 0 0 0,0 0 0 0 0,0 0 0 0 0,0 1 0 0 0,0-1 0 0 0,1 0 0 0 0,-1 0 0 0 0,0 0 0 0 0,0 1 0 0 0,0-1 0 0 0,1 0 0 0 0,-1 0 0 0 0,0 0 0 0 0,0 0 0 0 0,1 1 0 0 0,-1-1 0 0 0,0 0 0 0 0,0 0 0 0 0,1 0 0 0 0,-1 0 0 0 0,0 0 0 0 0,0 0 0 0 0,1 0 0 0 0,-1 0 0 0 0,0 0 0 0 0,1 0 0 0 0,-1 0 0 0 0,0 0 0 0 0,0 0 0 0 0,1 0 0 0 0,35 1-185 0 0,67-7-1 0 0,-41 2 67 0 0,889-17-122 0 0,-948 21 248 0 0,-1 0-1 0 0,1 0 1 0 0,0 0-1 0 0,-1 1 0 0 0,1-1 1 0 0,-1 1-1 0 0,1-1 0 0 0,-1 1 1 0 0,1 0-1 0 0,-1 0 1 0 0,1 0-1 0 0,-1 0 0 0 0,0 1 1 0 0,0-1-1 0 0,0 0 1 0 0,4 4-1 0 0,-10-116 188 0 0,-38-447 144 0 0,18 379-348 0 0,-1-26-353 0 0,23 169 334 0 0,1 0 1 0 0,2 0 0 0 0,11-63-1 0 0,6 13-65 0 0,8-42-309 0 0,-21 98 282 0 0,2 0 1 0 0,2 1-1 0 0,14-36 1 0 0,9-30-732 0 0,-29 81 844 0 0,-3 12-36 0 0,0-1-1 0 0,1 1 1 0 0,-1-1-1 0 0,1 1 0 0 0,0-1 1 0 0,0 1-1 0 0,0 0 1 0 0,0-1-1 0 0,0 1 1 0 0,0 0-1 0 0,3-4 1 0 0,0 10 30 0 0,-2-2 34 0 0,1 1 0 0 0,-1-1 0 0 0,1 1 1 0 0,0-1-1 0 0,-1 0 0 0 0,1 0 1 0 0,0 0-1 0 0,1 0 0 0 0,-1-1 1 0 0,0 0-1 0 0,0 1 0 0 0,1-1 0 0 0,-1 0 1 0 0,1 0-1 0 0,-1-1 0 0 0,0 1 1 0 0,1-1-1 0 0,0 1 0 0 0,-1-1 1 0 0,6-1-1 0 0,14 0 176 0 0,0-1-1 0 0,25-5 1 0 0,-17 2-99 0 0,271-21-65 0 0,-251 26-30 0 0,1 2-1 0 0,-1 2 0 0 0,96 22 1 0 0,-142-25 15 0 0,36 11-51 0 0,-39-12 49 0 0,-1 1 0 0 0,1-1 0 0 0,0 1 0 0 0,0 0 1 0 0,0 0-1 0 0,-1 0 0 0 0,1 0 0 0 0,0 0 0 0 0,-1 0 0 0 0,1 0 1 0 0,-1 1-1 0 0,0-1 0 0 0,1 0 0 0 0,-1 1 0 0 0,0-1 0 0 0,0 1 1 0 0,2 2-1 0 0,0 13 149 0 0,-1 0-1 0 0,-1 1 1 0 0,-1 32 0 0 0,0-21-76 0 0,3 71 57 0 0,25 161 0 0 0,42 93-225 0 0,-32-170-7 0 0,17 175-114 0 0,-34-207 190 0 0,-10-9 10 0 0,-11-104 36 0 0,3-1 0 0 0,1-1 0 0 0,1 1 0 0 0,15 48 1 0 0,-19-81-8 0 0,1-1 0 0 0,0 1 0 0 0,0-1 0 0 0,0 1 0 0 0,1-1 0 0 0,0 0 1 0 0,0 0-1 0 0,0 0 0 0 0,0 0 0 0 0,0-1 0 0 0,1 1 0 0 0,0-1 0 0 0,-1 0 1 0 0,8 4-1 0 0,-9-6-20 0 0,0-1-1 0 0,1 1 1 0 0,-1-1 0 0 0,0 1 0 0 0,1-1 0 0 0,-1 0-1 0 0,1 0 1 0 0,-1 0 0 0 0,0 0 0 0 0,1-1 0 0 0,-1 1 0 0 0,0-1-1 0 0,1 1 1 0 0,-1-1 0 0 0,0 0 0 0 0,0 0 0 0 0,1 0 0 0 0,-1 0-1 0 0,0 0 1 0 0,2-2 0 0 0,3-1 5 0 0,-7 4-36 0 0,0-1 0 0 0,1 1 0 0 0,-1 0-1 0 0,1-1 1 0 0,-1 1 0 0 0,0-1 0 0 0,1 1 0 0 0,-1-1 0 0 0,0 0 0 0 0,1 1-1 0 0,-1-1 1 0 0,0 1 0 0 0,0-1 0 0 0,0 0 0 0 0,0 1 0 0 0,1-1-1 0 0,-1 1 1 0 0,0-1 0 0 0,0 0 0 0 0,0 1 0 0 0,0-1 0 0 0,0 0-1 0 0,-1 1 1 0 0,1-1 0 0 0,0 1 0 0 0,0-1 0 0 0,0 0 0 0 0,0 1 0 0 0,-1-1-1 0 0,1 1 1 0 0,0-1 0 0 0,-1 1 0 0 0,1-1 0 0 0,0 1 0 0 0,-1-1-1 0 0,0 0 1 0 0,-2-8-1084 0 0,1 1 52 0 0</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44.045"/>
    </inkml:context>
    <inkml:brush xml:id="br0">
      <inkml:brushProperty name="width" value="0.1" units="cm"/>
      <inkml:brushProperty name="height" value="0.1" units="cm"/>
    </inkml:brush>
  </inkml:definitions>
  <inkml:trace contextRef="#ctx0" brushRef="#br0">69 95 1376 0 0,'-5'-1'345'0'0,"0"0"-1"0"0,0 0 0 0 0,1 1 1 0 0,-1-1-1 0 0,0 1 1 0 0,0 0-1 0 0,-5 1 0 0 0,8 0 86 0 0,0-1 0 0 0,0 0 0 0 0,0 1 0 0 0,1-1 0 0 0,-1 1 0 0 0,0-1 0 0 0,0 1-1 0 0,0 0 1 0 0,0 0 0 0 0,1 0 0 0 0,-4 2 0 0 0,21-10 3350 0 0,21 1-2721 0 0,-18 3-684 0 0,13-3-159 0 0,101-22 1188 0 0,212-15 1 0 0,-282 40-1133 0 0,-17-1 23 0 0,0 3 0 0 0,57 5 1 0 0,-100-3-182 0 0,1 0 0 0 0,-1 0 1 0 0,0 1-1 0 0,0-1 1 0 0,1 1-1 0 0,-1 0 0 0 0,0 0 1 0 0,0 0-1 0 0,0 0 1 0 0,-1 0-1 0 0,1 1 1 0 0,-1-1-1 0 0,1 1 0 0 0,-1 0 1 0 0,0 0-1 0 0,0 0 1 0 0,0 0-1 0 0,0 0 0 0 0,1 4 1 0 0,4 5-4 0 0,-2 1 1 0 0,0 0-1 0 0,6 22 1 0 0,22 133 424 0 0,13 46-464 0 0,31 143 226 0 0,-37-142-42 0 0,2 73-106 0 0,-9-38 29 0 0,-16-172-60 0 0,-7-36 45 0 0,-2 1 0 0 0,3 49-1 0 0,-21-11-1564 0 0</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45.736"/>
    </inkml:context>
    <inkml:brush xml:id="br0">
      <inkml:brushProperty name="width" value="0.1" units="cm"/>
      <inkml:brushProperty name="height" value="0.1" units="cm"/>
    </inkml:brush>
  </inkml:definitions>
  <inkml:trace contextRef="#ctx0" brushRef="#br0">83 87 5065 0 0,'-6'0'185'0'0,"-1"0"209"0"0,0 0 0 0 0,0 0 0 0 0,0 0 0 0 0,0-1 0 0 0,0 0 0 0 0,0 0 0 0 0,0-1 0 0 0,1 0 0 0 0,-8-3 0 0 0,14 5-350 0 0,0-1-1 0 0,0 1 1 0 0,0 0 0 0 0,0-1-1 0 0,1 1 1 0 0,-1 0-1 0 0,0-1 1 0 0,0 1 0 0 0,0 0-1 0 0,0-1 1 0 0,1 1 0 0 0,-1 0-1 0 0,0-1 1 0 0,0 1 0 0 0,1 0-1 0 0,-1 0 1 0 0,0-1 0 0 0,1 1-1 0 0,-1 0 1 0 0,0 0-1 0 0,1-1 1 0 0,-1 1 0 0 0,0 0-1 0 0,1 0 1 0 0,-1 0 0 0 0,0 0-1 0 0,1 0 1 0 0,-1 0 0 0 0,1 0-1 0 0,-1-1 1 0 0,0 1 0 0 0,1 0-1 0 0,-1 0 1 0 0,1 0 0 0 0,-1 1-1 0 0,0-1 1 0 0,1 0-1 0 0,19-5 429 0 0,117-19 1097 0 0,1 5 0 0 0,200 0 0 0 0,-281 21-958 0 0,84 15 0 0 0,-110-11-341 0 0,-1 1 0 0 0,0 1-1 0 0,-1 2 1 0 0,40 18-1 0 0,-59-21-142 0 0,-1-1-1 0 0,1 1 0 0 0,-2 1 1 0 0,1 0-1 0 0,-1 0 0 0 0,0 1 1 0 0,-1 0-1 0 0,8 11 1 0 0,26 30 1217 0 0,-30-39-1217 0 0,-1 2 0 0 0,0 0 0 0 0,-1 0-1 0 0,0 0 1 0 0,-2 1 0 0 0,1 0 0 0 0,5 18 0 0 0,33 111 179 0 0,-29-82-468 0 0,25 85 138 0 0,-6 1-1 0 0,-6 2 1 0 0,9 153 0 0 0,10 173 781 0 0,-51-397-242 0 0,-1-22-356 0 0</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46.320"/>
    </inkml:context>
    <inkml:brush xml:id="br0">
      <inkml:brushProperty name="width" value="0.1" units="cm"/>
      <inkml:brushProperty name="height" value="0.1" units="cm"/>
    </inkml:brush>
  </inkml:definitions>
  <inkml:trace contextRef="#ctx0" brushRef="#br0">0 64 5961 0 0,'78'0'7706'0'0,"191"-28"-2495"0"0,0 5-3508 0 0,271 10-1504 0 0,-134 35 1052 0 0,-361-19-861 0 0,-26-3-265 0 0,-14-1-122 0 0,-1 1 1 0 0,1 0-1 0 0,-1 0 0 0 0,1 1 0 0 0,-1-1 1 0 0,0 1-1 0 0,1 0 0 0 0,4 2 0 0 0,-8-3-79 0 0,-1 0-1 0 0,0 1 0 0 0,0-1 0 0 0,0 1 0 0 0,0-1 0 0 0,0 0 0 0 0,0 1 0 0 0,0-1 0 0 0,0 1 0 0 0,0-1 0 0 0,0 0 0 0 0,0 1 0 0 0,0-1 0 0 0,0 0 0 0 0,0 1 0 0 0,0-1 0 0 0,0 1 0 0 0,0-1 0 0 0,0 0 0 0 0,0 1 0 0 0,-1-1 0 0 0,1 0 0 0 0,0 1 0 0 0,0-1 0 0 0,-1 0 0 0 0,1 1 0 0 0,-1 0 0 0 0</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47.049"/>
    </inkml:context>
    <inkml:brush xml:id="br0">
      <inkml:brushProperty name="width" value="0.1" units="cm"/>
      <inkml:brushProperty name="height" value="0.1" units="cm"/>
    </inkml:brush>
  </inkml:definitions>
  <inkml:trace contextRef="#ctx0" brushRef="#br0">108 0 4145 0 0,'-108'7'12197'0'0,"231"2"-9503"0"0,987 19 647 0 0,-933-21-3496 0 0,-39-3-178 0 0,163 26 1 0 0,-252-19 344 0 0,-32-7-368 0 0,0 0 0 0 0,1-1 0 0 0,23 1 1 0 0</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47.589"/>
    </inkml:context>
    <inkml:brush xml:id="br0">
      <inkml:brushProperty name="width" value="0.1" units="cm"/>
      <inkml:brushProperty name="height" value="0.1" units="cm"/>
    </inkml:brush>
  </inkml:definitions>
  <inkml:trace contextRef="#ctx0" brushRef="#br0">22 1 8034 0 0,'-21'12'4608'0'0,"34"-8"-2991"0"0,50 2 1613 0 0,82-3 0 0 0,-41-2-2194 0 0,916-4 318 0 0,-901-7-3659 0 0</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54.51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215 71 2761 0 0,'-4'-7'107'0'0,"-1"-1"1"0"0,-1 1-1 0 0,1 1 1 0 0,-1-1-1 0 0,0 1 1 0 0,-9-7-1 0 0,13 11 48 0 0,0 1 0 0 0,0-1 0 0 0,0 1-1 0 0,0-1 1 0 0,0 1 0 0 0,0 0 0 0 0,-1 0 0 0 0,1 0-1 0 0,-1 0 1 0 0,1 0 0 0 0,0 0 0 0 0,-1 1-1 0 0,0-1 1 0 0,1 1 0 0 0,-1 0 0 0 0,1-1 0 0 0,-1 1-1 0 0,1 0 1 0 0,-1 1 0 0 0,0-1 0 0 0,1 0-1 0 0,-1 1 1 0 0,1 0 0 0 0,-1-1 0 0 0,-3 3 0 0 0,4-2 0 0 0,1 1 0 0 0,-1-1 1 0 0,1 1-1 0 0,-1-1 0 0 0,1 1 1 0 0,0-1-1 0 0,0 1 0 0 0,-1 0 1 0 0,1 0-1 0 0,0 0 1 0 0,1 0-1 0 0,-1 0 0 0 0,0 0 1 0 0,1 0-1 0 0,-1 0 0 0 0,1 0 1 0 0,-1 0-1 0 0,1 4 0 0 0,-2 46 660 0 0,3-29-525 0 0,-42 447 900 0 0,7-107-1795 0 0,28 3-26 0 0,42 218 696 0 0,3 50-277 0 0,-32-408-341 0 0,22 354-1674 0 0,-27-558 2124 0 0,0 0 1 0 0,1 0 0 0 0,2-1 0 0 0,0 0 0 0 0,1 0 0 0 0,12 27 0 0 0,-18-48 85 0 0,0 0 1 0 0,0 1-1 0 0,1-1 0 0 0,-1 1 1 0 0,0-1-1 0 0,0 0 1 0 0,0 1-1 0 0,1-1 1 0 0,-1 0-1 0 0,0 1 0 0 0,0-1 1 0 0,1 0-1 0 0,-1 0 1 0 0,0 1-1 0 0,0-1 0 0 0,1 0 1 0 0,-1 0-1 0 0,0 1 1 0 0,1-1-1 0 0,-1 0 1 0 0,1 0-1 0 0,-1 0 0 0 0,0 0 1 0 0,1 1-1 0 0,-1-1 1 0 0,0 0-1 0 0,1 0 1 0 0,-1 0-1 0 0,1 0 0 0 0,-1 0 1 0 0,0 0-1 0 0,1 0 1 0 0,-1 0-1 0 0,1 0 1 0 0,-1 0-1 0 0,1-1 0 0 0,11-12-689 0 0,3-25-279 0 0,12-72-427 0 0,22-207-1 0 0,-20-118 1036 0 0,-28 401 385 0 0,16-564 2364 0 0,11-184 4339 0 0,19 220-695 0 0,-46 548-5712 0 0,1-53 817 0 0,-2 63-1001 0 0,0 0 0 0 0,-1 0 0 0 0,1 0 0 0 0,-1 1 0 0 0,0-1 0 0 0,0 0 0 0 0,0 0-1 0 0,-1 1 1 0 0,1-1 0 0 0,-1 1 0 0 0,0-1 0 0 0,0 1 0 0 0,-4-6 0 0 0,5 9-93 0 0,1-1 1 0 0,0 1-1 0 0,-1-1 1 0 0,1 1 0 0 0,0 0-1 0 0,-1-1 1 0 0,1 1-1 0 0,-1 0 1 0 0,1-1-1 0 0,-1 1 1 0 0,1 0-1 0 0,-1-1 1 0 0,1 1 0 0 0,-1 0-1 0 0,1 0 1 0 0,-1 0-1 0 0,1 0 1 0 0,-1 0-1 0 0,1-1 1 0 0,-1 1-1 0 0,1 0 1 0 0,-1 0 0 0 0,1 0-1 0 0,-1 0 1 0 0,1 0-1 0 0,-1 1 1 0 0,0-1-1 0 0,1 0 1 0 0,-1 0-1 0 0,1 0 1 0 0,-1 0 0 0 0,1 0-1 0 0,-1 1 1 0 0,-11 17 362 0 0,3 28-157 0 0,-14 411-548 0 0,21-365 129 0 0,54 1034-2314 0 0,-34-392-1731 0 0,-19-714 3851 0 0,0-10-67 0 0,0 0-1 0 0,1 0 0 0 0,1 1 1 0 0,1 10-1 0 0,-2-21 423 0 0,1 0 0 0 0,-1 0 1 0 0,0 0-1 0 0,0 0 0 0 0,1 0 0 0 0,-1 0 1 0 0,0 0-1 0 0,1 0 0 0 0,-1 0 0 0 0,0 0 0 0 0,0 0 1 0 0,1 0-1 0 0,-1-1 0 0 0,0 1 0 0 0,0 0 1 0 0,1 0-1 0 0,-1 0 0 0 0,0-1 0 0 0,0 1 0 0 0,0 0 1 0 0,1 0-1 0 0,-1 0 0 0 0,0-1 0 0 0,0 1 1 0 0,0 0-1 0 0,0 0 0 0 0,0-1 0 0 0,0 1 0 0 0,1 0 1 0 0,-1-1-1 0 0,0 1 0 0 0,0 0 0 0 0,0 0 1 0 0,0-1-1 0 0,0 1 0 0 0,0 0 0 0 0,0-1 0 0 0,0 1 1 0 0,0 0-1 0 0,0-1 0 0 0,6-16-223 0 0,6-60-80 0 0,4-96 0 0 0,-10 96 493 0 0,27-902 1004 0 0,-16 246 1495 0 0,-2 506-1306 0 0,4-245 1218 0 0,-19 461-2492 0 0,0-2 69 0 0,-1 0-1 0 0,0 1 1 0 0,0-1-1 0 0,-5-18 1 0 0,6 31-135 0 0,0 0 0 0 0,0-1 1 0 0,0 1-1 0 0,0 0 1 0 0,0-1-1 0 0,0 1 0 0 0,0 0 1 0 0,0 0-1 0 0,0-1 0 0 0,0 1 1 0 0,0 0-1 0 0,-1-1 0 0 0,1 1 1 0 0,0 0-1 0 0,0 0 1 0 0,0-1-1 0 0,0 1 0 0 0,-1 0 1 0 0,1 0-1 0 0,0-1 0 0 0,0 1 1 0 0,-1 0-1 0 0,1 0 0 0 0,0 0 1 0 0,0-1-1 0 0,-1 1 1 0 0,1 0-1 0 0,0 0 0 0 0,0 0 1 0 0,-1 0-1 0 0,1 0 0 0 0,0 0 1 0 0,-1-1-1 0 0,-5 11 439 0 0,1 18 7 0 0,-26 460-101 0 0,30 3-1142 0 0,15-43-1698 0 0,128 801 0 0 0,-121-1113 1980 0 0,26 120-1813 0 0,-46-251 2165 0 0,1-1-1 0 0,-1 1 1 0 0,1 0 0 0 0,0 0 0 0 0,1-1 0 0 0,3 7-1 0 0,-5-10 122 0 0,-1-1 0 0 0,0 1 0 0 0,1-1 0 0 0,-1 1-1 0 0,1 0 1 0 0,0-1 0 0 0,-1 1 0 0 0,1-1 0 0 0,-1 1-1 0 0,1-1 1 0 0,0 0 0 0 0,-1 1 0 0 0,1-1 0 0 0,0 0-1 0 0,-1 1 1 0 0,1-1 0 0 0,0 0 0 0 0,0 0-1 0 0,-1 1 1 0 0,1-1 0 0 0,0 0 0 0 0,0 0 0 0 0,-1 0-1 0 0,1 0 1 0 0,0 0 0 0 0,0 0 0 0 0,0-1 0 0 0,-1 1-1 0 0,1 0 1 0 0,0 0 0 0 0,-1 0 0 0 0,1-1 0 0 0,0 1-1 0 0,0 0 1 0 0,-1-1 0 0 0,1 1 0 0 0,0 0-1 0 0,-1-1 1 0 0,1 1 0 0 0,-1-1 0 0 0,1 1 0 0 0,-1-1-1 0 0,1 0 1 0 0,-1 1 0 0 0,1-1 0 0 0,-1 1 0 0 0,1-1-1 0 0,-1 0 1 0 0,0 1 0 0 0,1-1 0 0 0,-1-1 0 0 0,5-5-35 0 0,-1 0 1 0 0,-1 0-1 0 0,1-1 1 0 0,-1 0-1 0 0,0 1 1 0 0,-1-1 0 0 0,2-10-1 0 0,6-61 364 0 0,-7 53-144 0 0,24-620 2501 0 0,-20 292-1844 0 0,12-11 526 0 0,6-199 1014 0 0,-26 419-1165 0 0,-37-271 0 0 0,37 406-1098 0 0,-1-6 60 0 0,-1 1 1 0 0,0-1-1 0 0,-1 1 1 0 0,0 0 0 0 0,-2 0-1 0 0,-7-16 1 0 0,13 30-142 0 0,0 1 0 0 0,0 0 0 0 0,0-1 0 0 0,0 1 0 0 0,0 0 0 0 0,-1-1 0 0 0,1 1 0 0 0,0 0 0 0 0,0-1 0 0 0,0 1 1 0 0,0 0-1 0 0,-1 0 0 0 0,1-1 0 0 0,0 1 0 0 0,0 0 0 0 0,-1 0 0 0 0,1-1 0 0 0,0 1 0 0 0,0 0 0 0 0,-1 0 0 0 0,1 0 0 0 0,0 0 0 0 0,-1-1 0 0 0,1 1 0 0 0,0 0 1 0 0,0 0-1 0 0,-1 0 0 0 0,1 0 0 0 0,0 0 0 0 0,-1 0 0 0 0,1 0 0 0 0,0 0 0 0 0,-1 0 0 0 0,1 0 0 0 0,0 0 0 0 0,-1 0 0 0 0,1 0 0 0 0,-1 0 0 0 0,-5 14 295 0 0,4 22-63 0 0,40 575-709 0 0,-23-451 98 0 0,54 408-1839 0 0,13 179-718 0 0,-79-581 2081 0 0,-2-77-339 0 0,12 94 1 0 0,-13-177 1019 0 0,1 0-59 0 0,-1 0 1 0 0,1 0 0 0 0,0 0-1 0 0,0 0 1 0 0,1 0 0 0 0,0 0-1 0 0,0-1 1 0 0,0 1 0 0 0,1 0-1 0 0,6 9 1 0 0,0-31-2004 0 0,-5-12 1335 0 0,-4 27 813 0 0,26-408 138 0 0,3-457 1239 0 0,-23 494-1952 0 0,-4 283 387 0 0</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55.06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339 198 3681 0 0,'-61'-65'743'0'0,"37"39"250"0"0,-31-27-1 0 0,48 46-659 0 0,-1 1-1 0 0,0 0 1 0 0,-1 1-1 0 0,1 0 1 0 0,-1 0-1 0 0,0 1 1 0 0,0 0-1 0 0,-18-5 1 0 0,24 8-193 0 0,1 1 0 0 0,-1-1 0 0 0,0 1 1 0 0,0 0-1 0 0,0 0 0 0 0,1 0 0 0 0,-1 0 0 0 0,0 0 0 0 0,0 0 0 0 0,0 1 1 0 0,1-1-1 0 0,-1 1 0 0 0,0 0 0 0 0,1 0 0 0 0,-1 0 0 0 0,0 0 0 0 0,1 0 1 0 0,-5 4-1 0 0,4-2 7 0 0,-1 0 1 0 0,1 0-1 0 0,1 0 1 0 0,-1 0-1 0 0,0 1 0 0 0,1 0 1 0 0,0-1-1 0 0,0 1 1 0 0,0 0-1 0 0,0 0 1 0 0,-1 5-1 0 0,-2 11 245 0 0,1-1-1 0 0,0 1 1 0 0,2 0-1 0 0,-1 25 1 0 0,3-38-301 0 0,0 152 1347 0 0,25 186-1 0 0,-18-262-1127 0 0,131 1115 794 0 0,-62-730-993 0 0,21 176 8 0 0,-90-574-237 0 0,-3-19-1004 0 0,2 1 0 0 0,19 75 0 0 0,-24-124 861 0 0,0 0-1 0 0,0-1 1 0 0,0 1-1 0 0,0-1 0 0 0,0 1 1 0 0,0-1-1 0 0,1 0 1 0 0,-1 1-1 0 0,1-1 1 0 0,0 0-1 0 0,0 0 1 0 0,3 3-1 0 0,12-47-5001 0 0,-18 24 4367 0 0,-2-24 1 0 0,1 26 480 0 0,-3-32-609 0 0</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56.17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40 2231 1376 0 0,'-9'-126'1149'0'0,"-22"-977"6136"0"0,33 356 454 0 0,0 679-6161 0 0,16-101 1 0 0,-23 215-1163 0 0,1 76 0 0 0,3-46-361 0 0,21 1363-4428 0 0,0-788 1869 0 0,-13-352-371 0 0,-7-289 2610 0 0,0-7 90 0 0,0 0-1 0 0,0 1 0 0 0,0-1 0 0 0,1 0 0 0 0,-1 1 1 0 0,1-1-1 0 0,2 6 0 0 0,19-71-3279 0 0,-13 15 2425 0 0,3-58-1 0 0,-4 33 1061 0 0,92-907 6523 0 0,-54 465-2939 0 0,7 97-1616 0 0,-32 304-824 0 0,58-182-1 0 0,-73 276-898 0 0,-2 7 33 0 0,0 0 0 0 0,0 0 0 0 0,1 1 0 0 0,7-12 0 0 0,-12 23-294 0 0,1 0 0 0 0,-1 0 1 0 0,0 0-1 0 0,0 0 0 0 0,1 1 0 0 0,-1-1 0 0 0,0 0 0 0 0,1 0 1 0 0,-1 0-1 0 0,0 0 0 0 0,0 0 0 0 0,1 0 0 0 0,-1 1 0 0 0,0-1 1 0 0,0 0-1 0 0,0 0 0 0 0,1 0 0 0 0,-1 0 0 0 0,0 1 0 0 0,0-1 1 0 0,0 0-1 0 0,0 0 0 0 0,1 1 0 0 0,-1-1 0 0 0,0 0 0 0 0,0 0 0 0 0,0 1 1 0 0,0-1-1 0 0,0 0 0 0 0,0 0 0 0 0,0 1 0 0 0,0-1 0 0 0,0 0 1 0 0,0 1-1 0 0,0-1 0 0 0,0 0 0 0 0,0 0 0 0 0,0 1 0 0 0,0-1 1 0 0,0 0-1 0 0,0 1 0 0 0,4 16-29 0 0,7 68-133 0 0,-1 119-1 0 0,-18 89-568 0 0,4-174 311 0 0,0-7 77 0 0,-4 407-2031 0 0,12-385 1027 0 0,42 251-1 0 0,-6-172 684 0 0,34 167-422 0 0,-69-351 1096 0 0,-2-14-96 0 0,0 0 1 0 0,0 0-1 0 0,2 0 0 0 0,0-1 0 0 0,10 21 1 0 0,-15-34 40 0 0,0-1 0 0 0,0 1 1 0 0,0-1-1 0 0,1 1 1 0 0,-1-1-1 0 0,0 1 0 0 0,0-1 1 0 0,1 1-1 0 0,-1-1 1 0 0,0 0-1 0 0,1 1 0 0 0,-1-1 1 0 0,0 0-1 0 0,1 1 1 0 0,-1-1-1 0 0,0 0 0 0 0,1 1 1 0 0,-1-1-1 0 0,1 0 1 0 0,-1 0-1 0 0,1 1 0 0 0,-1-1 1 0 0,1 0-1 0 0,-1 0 1 0 0,1 0-1 0 0,-1 0 0 0 0,1 0 1 0 0,-1 1-1 0 0,1-1 1 0 0,-1 0-1 0 0,1 0 0 0 0,-1 0 1 0 0,1-1-1 0 0,-1 1 1 0 0,1 0-1 0 0,-1 0 0 0 0,1 0 1 0 0,-1 0-1 0 0,0 0 0 0 0,1 0 1 0 0,-1-1-1 0 0,1 1 1 0 0,-1 0-1 0 0,1 0 0 0 0,-1-1 1 0 0,0 1-1 0 0,1 0 1 0 0,-1-1-1 0 0,1 1 0 0 0,-1 0 1 0 0,0-1-1 0 0,1 1 1 0 0,-1-1-1 0 0,0 1 0 0 0,0-1 1 0 0,1 1-1 0 0,-1 0 1 0 0,0-1-1 0 0,0 1 0 0 0,0-1 1 0 0,0 1-1 0 0,0-1 1 0 0,1 0-1 0 0,10-35-1455 0 0,-2-20 496 0 0,-2 0 0 0 0,-2-113 1 0 0,-4 96 755 0 0,-12-518 223 0 0,-1 145 2527 0 0,13 137 653 0 0,-2-182 2224 0 0,0 467-5078 0 0,1-12 325 0 0,-2 0 0 0 0,-1 0 0 0 0,-11-47-1 0 0,22 130 520 0 0,4 76 0 0 0,-3 89-1559 0 0,-5 595-1098 0 0,-2-149-1137 0 0,6-29-1066 0 0,-7-604 3437 0 0,-1-11-214 0 0,0 0 0 0 0,0-1 0 0 0,-5 26 0 0 0,-6-61-2160 0 0,-2-52 1878 0 0,2-1 0 0 0,0-81 0 0 0,6 75 507 0 0,-11-448 482 0 0,53 0 3665 0 0,6 224-1757 0 0,49-451 5450 0 0,-74 894-5652 0 0,31 685-2087 0 0,-25-293-126 0 0,-11-338-407 0 0,-20 311 0 0 0,2-449-170 0 0,2-4-217 0 0</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56.78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96 2 10594 0 0,'-3'0'153'0'0,"1"-1"-34"0"0,0 1 0 0 0,0 0-1 0 0,1-1 1 0 0,-1 1-1 0 0,0 0 1 0 0,0 0-1 0 0,0 1 1 0 0,0-1 0 0 0,0 0-1 0 0,1 1 1 0 0,-1-1-1 0 0,0 1 1 0 0,0-1 0 0 0,1 1-1 0 0,-1 0 1 0 0,0 0-1 0 0,1 0 1 0 0,-1 0-1 0 0,0 0 1 0 0,1 0 0 0 0,0 0-1 0 0,-1 0 1 0 0,1 1-1 0 0,0-1 1 0 0,-1 1-1 0 0,1-1 1 0 0,0 1 0 0 0,0-1-1 0 0,0 1 1 0 0,0-1-1 0 0,1 1 1 0 0,-2 2-1 0 0,-4 10 239 0 0,0-1 0 0 0,2 1-1 0 0,-1 0 1 0 0,2 0-1 0 0,-4 20 1 0 0,-3 76 599 0 0,9-101-908 0 0,4 331 944 0 0,28 3-681 0 0,-24-274-253 0 0,33 292 100 0 0,24 254-147 0 0,-32 2 2 0 0,-41-340-220 0 0,1 65-2305 0 0,10-321 1590 0 0</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57.62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296 1866 3225 0 0,'-182'-1162'3727'0'0,"130"873"-2256"0"0,-1 70 8660 0 0,47 252-8913 0 0,3 53-521 0 0,17 156 0 0 0,-6-156-634 0 0,120 1056-1273 0 0,-88-830 403 0 0,13 209-2723 0 0,-52-509 3301 0 0,-1-5 8 0 0,1 0 1 0 0,0 0-1 0 0,0 0 1 0 0,1 0-1 0 0,-1 0 1 0 0,2-1-1 0 0,-1 1 1 0 0,6 11-1 0 0,-8-18 186 0 0,1 1-1 0 0,-1-1 0 0 0,0 1 0 0 0,1-1 1 0 0,-1 1-1 0 0,0-1 0 0 0,1 0 1 0 0,-1 1-1 0 0,0-1 0 0 0,1 1 0 0 0,-1-1 1 0 0,1 0-1 0 0,-1 0 0 0 0,1 1 1 0 0,-1-1-1 0 0,1 0 0 0 0,-1 0 1 0 0,0 0-1 0 0,1 1 0 0 0,0-1 0 0 0,-1 0 1 0 0,1 0-1 0 0,-1 0 0 0 0,1 0 1 0 0,-1 0-1 0 0,1 0 0 0 0,-1 0 1 0 0,1 0-1 0 0,-1 0 0 0 0,1 0 0 0 0,-1 0 1 0 0,1 0-1 0 0,-1-1 0 0 0,1 1 1 0 0,13-17-1023 0 0,2-26-355 0 0,-15 42 1394 0 0,15-74-510 0 0,-3 0 1 0 0,-3-2 0 0 0,0-88 0 0 0,-6 89 472 0 0,7-576 1414 0 0,-36-1 2970 0 0,15 424-2004 0 0,3 60 504 0 0,17-192 0 0 0,9 245-1900 0 0,-9 195-301 0 0,83 826-758 0 0,43-5-1755 0 0,-92-639 690 0 0,11 310 0 0 0,-54-549 947 0 0,-1-13-54 0 0,0 1 0 0 0,1 0 0 0 0,0-1 0 0 0,0 1 0 0 0,1 0 0 0 0,6 16 0 0 0,-8-26 280 0 0,0 1 0 0 0,0-1 0 0 0,0 0 1 0 0,0 1-1 0 0,0-1 0 0 0,0 0 0 0 0,0 0 0 0 0,0 1 0 0 0,0-1 0 0 0,1 0 0 0 0,-1 0 1 0 0,0 1-1 0 0,0-1 0 0 0,0 0 0 0 0,0 0 0 0 0,1 0 0 0 0,-1 1 0 0 0,0-1 0 0 0,0 0 1 0 0,1 0-1 0 0,-1 0 0 0 0,0 1 0 0 0,0-1 0 0 0,1 0 0 0 0,-1 0 0 0 0,0 0 0 0 0,0 0 1 0 0,1 0-1 0 0,-1 0 0 0 0,0 0 0 0 0,0 0 0 0 0,1 0 0 0 0,-1 0 0 0 0,0 0 1 0 0,1 0-1 0 0,-1 0 0 0 0,0 0 0 0 0,0 0 0 0 0,1 0 0 0 0,-1 0 0 0 0,0 0 0 0 0,0 0 1 0 0,1 0-1 0 0,-1 0 0 0 0,0 0 0 0 0,1 0 0 0 0,-1-1 0 0 0,0 1 0 0 0,0 0 0 0 0,0 0 1 0 0,1 0-1 0 0,-1 0 0 0 0,0-1 0 0 0,0 1 0 0 0,0 0 0 0 0,1 0 0 0 0,-1-1 0 0 0,0 1 1 0 0,0 0-1 0 0,0 0 0 0 0,0-1 0 0 0,0 1 0 0 0,1 0 0 0 0,-1 0 0 0 0,0-1 0 0 0,0 1 1 0 0,0 0-1 0 0,0-1 0 0 0,0 1 0 0 0,7-22-738 0 0,0-12 345 0 0,-3 0 0 0 0,0 0 0 0 0,-2-36 0 0 0,-10-107 342 0 0,5 134 145 0 0,-18-247 226 0 0,-9-176 738 0 0,31 3 1314 0 0,73-187 1441 0 0,-53 495-2494 0 0,-20 149-1228 0 0,8-35 709 0 0,-8 42-735 0 0,0 0-1 0 0,0 0 1 0 0,0-1 0 0 0,0 1 0 0 0,0 1 0 0 0,0-1 0 0 0,0 0 0 0 0,0 0 0 0 0,0 0 0 0 0,-1 0 0 0 0,1 1 0 0 0,0-1 0 0 0,-1 0 0 0 0,1 0 0 0 0,0 2-1 0 0,16 51-5 0 0,-3 1 0 0 0,14 100 0 0 0,-24-130-34 0 0,67 746-1306 0 0,-8-52-86 0 0,19-235-1918 0 0,-62-374 1367 0 0,-14-68-828 0 0</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58.25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88 16 5065 0 0,'0'-1'106'0'0,"-1"0"0"0"0,-5-7 1057 0 0,5 7-1057 0 0,1 1 0 0 0,-1-1-1 0 0,0 1 1 0 0,0-1 0 0 0,0 1 0 0 0,0-1 0 0 0,1 1-1 0 0,-1 0 1 0 0,0 0 0 0 0,0-1 0 0 0,0 1-1 0 0,0 0 1 0 0,0 0 0 0 0,0 0 0 0 0,0 0-1 0 0,-1 0 1 0 0,1 1 48 0 0,0 0 0 0 0,-1 0 0 0 0,1 0 0 0 0,0 0 0 0 0,0 0 0 0 0,0 0 0 0 0,0 0-1 0 0,0 0 1 0 0,0 1 0 0 0,0-1 0 0 0,0 0 0 0 0,1 1 0 0 0,-1-1 0 0 0,0 1 0 0 0,0 1 0 0 0,-2 9 469 0 0,-1-1 1 0 0,1 1-1 0 0,-1 15 1 0 0,-28 632 3556 0 0,30-531-3887 0 0,5 671-684 0 0,66-4-963 0 0,-44-607 1390 0 0,48 253 1070 0 0,-68-418-2167 0 0,1 0 1 0 0,13 29-1 0 0</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5:59.39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312 1717 1376 0 0,'-15'-514'3250'0'0,"12"270"-1824"0"0,0 100-445 0 0,0-67 1434 0 0,-34-239 1 0 0,20 372-1660 0 0,16 72-634 0 0,-1 0 0 0 0,0 0-1 0 0,-1 0 1 0 0,1 1 0 0 0,-1 0 0 0 0,0-1 0 0 0,-1 1 0 0 0,1 0 0 0 0,-1 0-1 0 0,-7-7 1 0 0,9 11-29 0 0,1 0 0 0 0,-1 0-1 0 0,1 0 1 0 0,0 0 0 0 0,-1 1-1 0 0,0-1 1 0 0,1 0 0 0 0,-1 1 0 0 0,1-1-1 0 0,-1 1 1 0 0,0 0 0 0 0,1-1-1 0 0,-1 1 1 0 0,0 0 0 0 0,1 0-1 0 0,-1 0 1 0 0,0 0 0 0 0,1 1 0 0 0,-1-1-1 0 0,0 0 1 0 0,1 1 0 0 0,-1-1-1 0 0,1 1 1 0 0,-1-1 0 0 0,1 1-1 0 0,-1 0 1 0 0,1 0 0 0 0,-1 0 0 0 0,1 0-1 0 0,0 0 1 0 0,-1 0 0 0 0,1 0-1 0 0,0 0 1 0 0,0 0 0 0 0,0 1-1 0 0,0-1 1 0 0,-2 3 0 0 0,-4 4 250 0 0,1 1 1 0 0,0 0-1 0 0,0 1 1 0 0,-5 11-1 0 0,-1 9-208 0 0,0 0 0 0 0,2 1 0 0 0,-12 60 0 0 0,-3 100 254 0 0,22-159-378 0 0,-12 156-243 0 0,13 249 0 0 0,57 186-344 0 0,53 62-604 0 0,-33-236 1328 0 0,-74-443-170 0 0,0 6-330 0 0,1-1-1 0 0,0 1 0 0 0,1-1 0 0 0,0 0 1 0 0,10 21-1 0 0,-13-32 306 0 0,0 1-1 0 0,0-1 1 0 0,0 1-1 0 0,1-1 1 0 0,-1 1-1 0 0,0-1 0 0 0,0 0 1 0 0,1 1-1 0 0,-1-1 1 0 0,0 0-1 0 0,1 1 1 0 0,-1-1-1 0 0,0 0 1 0 0,1 1-1 0 0,-1-1 1 0 0,0 0-1 0 0,1 0 1 0 0,-1 1-1 0 0,1-1 1 0 0,-1 0-1 0 0,0 0 1 0 0,1 0-1 0 0,-1 0 1 0 0,1 1-1 0 0,-1-1 1 0 0,1 0-1 0 0,-1 0 1 0 0,1 0-1 0 0,-1 0 1 0 0,1 0-1 0 0,-1 0 1 0 0,0 0-1 0 0,1 0 1 0 0,11-13-1030 0 0,3-23-100 0 0,-2-16 760 0 0,-2-1-1 0 0,-2 0 1 0 0,2-59-1 0 0,-7-162 1257 0 0,-4 233-747 0 0,-37-683 1078 0 0,7 242-62 0 0,27 1 1431 0 0,8 400-1840 0 0,-1 5 708 0 0,-9-145 0 0 0,2 201-889 0 0,3 19-470 0 0,0 0 0 0 0,0 0 0 0 0,0 1 0 0 0,-1-1 0 0 0,1 0 1 0 0,0 0-1 0 0,0 1 0 0 0,-1-1 0 0 0,1 0 0 0 0,0 1 0 0 0,-1-1 0 0 0,1 0 0 0 0,-1 1 0 0 0,1-1 0 0 0,-1 0 0 0 0,1 1 0 0 0,-1-1 0 0 0,1 1 0 0 0,-1-1 0 0 0,1 1 0 0 0,-2-1 0 0 0,1 3 19 0 0,0-1 1 0 0,1 1-1 0 0,-1 0 0 0 0,1 0 1 0 0,-1 0-1 0 0,1 0 0 0 0,0 0 0 0 0,0 1 1 0 0,0-1-1 0 0,0 0 0 0 0,1 2 1 0 0,-1-1-6 0 0,27 440 421 0 0,-16-321-465 0 0,195 1497-1291 0 0,-205-1617 1267 0 0,5 39-544 0 0,2 0 1 0 0,2-1-1 0 0,2-1 0 0 0,27 62 1 0 0,-39-100 485 0 0,0 0 0 0 0,1 0 1 0 0,-1 0-1 0 0,1 0 1 0 0,-1 0-1 0 0,1 0 1 0 0,0 0-1 0 0,-1 0 0 0 0,1 0 1 0 0,0 0-1 0 0,0 0 1 0 0,-1-1-1 0 0,1 1 1 0 0,0 0-1 0 0,0-1 0 0 0,0 1 1 0 0,0 0-1 0 0,2 0 1 0 0,-3-1 13 0 0,1 0 1 0 0,-1-1 0 0 0,1 1 0 0 0,-1 0 0 0 0,1 0-1 0 0,-1-1 1 0 0,1 1 0 0 0,-1 0 0 0 0,0 0-1 0 0,1-1 1 0 0,-1 1 0 0 0,1-1 0 0 0,-1 1 0 0 0,0 0-1 0 0,1-1 1 0 0,-1 1 0 0 0,0-1 0 0 0,0 1 0 0 0,1-1-1 0 0,-1 1 1 0 0,0-1 0 0 0,0 1 0 0 0,0-1-1 0 0,1 1 1 0 0,-1-1 0 0 0,0 0 0 0 0,2-6-188 0 0,-1 0 0 0 0,0 0 0 0 0,0 0 1 0 0,0-10-1 0 0,-24-295 224 0 0,4 121 1011 0 0,1-176 1211 0 0,34-416-1 0 0,-8 684-1624 0 0,27-128-1 0 0,-23 173-391 0 0,3 1 1 0 0,2 1-1 0 0,45-98 1 0 0,-58 142-162 0 0,15-26 65 0 0,-18 33-83 0 0,0-1 1 0 0,-1 1-1 0 0,1-1 0 0 0,0 1 0 0 0,1 0 0 0 0,-1-1 1 0 0,0 1-1 0 0,0 0 0 0 0,1 0 0 0 0,-1 0 1 0 0,0 0-1 0 0,1 0 0 0 0,-1 0 0 0 0,1 0 0 0 0,-1 0 1 0 0,4 0-1 0 0,-4 1-6 0 0,0 0 0 0 0,0 0 0 0 0,0 1 0 0 0,0-1 0 0 0,0 0 0 0 0,0 1 0 0 0,0-1 0 0 0,0 1 0 0 0,-1-1-1 0 0,1 1 1 0 0,0-1 0 0 0,0 1 0 0 0,0-1 0 0 0,0 1 0 0 0,-1 0 0 0 0,1 0 0 0 0,0-1 0 0 0,-1 1 0 0 0,1 0 0 0 0,-1 0 0 0 0,1 0 0 0 0,-1 0 0 0 0,1 0 0 0 0,-1 0 0 0 0,1 0 0 0 0,-1 0 0 0 0,0 1 0 0 0,9 32-24 0 0,-8-30 18 0 0,15 95-250 0 0,3 179 1 0 0,-12-133 182 0 0,69 794-193 0 0,-53-636 158 0 0,21 195-629 0 0,-40-468 598 0 0,11 64-372 0 0,-13-82 312 0 0,1-1-1 0 0,1 1 1 0 0,0-1 0 0 0,0 1 0 0 0,9 14-1 0 0,-12-25 156 0 0,-1 0 0 0 0,0 0 0 0 0,1-1 0 0 0,-1 1-1 0 0,0 0 1 0 0,1-1 0 0 0,-1 1 0 0 0,1 0 0 0 0,-1-1-1 0 0,1 1 1 0 0,-1 0 0 0 0,1-1 0 0 0,-1 1 0 0 0,1-1-1 0 0,0 1 1 0 0,-1-1 0 0 0,1 0 0 0 0,0 1 0 0 0,-1-1-1 0 0,1 0 1 0 0,0 1 0 0 0,0-1 0 0 0,-1 0 0 0 0,1 0-1 0 0,0 1 1 0 0,0-1 0 0 0,0 0 0 0 0,0-1-22 0 0,0 1-1 0 0,0-1 1 0 0,0 0 0 0 0,-1 1 0 0 0,1-1 0 0 0,0 0 0 0 0,-1 0 0 0 0,1 0 0 0 0,-1 1-1 0 0,1-1 1 0 0,-1 0 0 0 0,1 0 0 0 0,-1 0 0 0 0,0 0 0 0 0,1 0 0 0 0,-1 0 0 0 0,1-2-1 0 0,5-47-1476 0 0,-12-298-16 0 0,-2 94 1789 0 0,80-1302 5835 0 0,-50 1289-4049 0 0,-4 401-1561 0 0,28 687-536 0 0,-27-326-19 0 0,31-4 108 0 0,12-201 365 0 0,-29-169-6844 0 0</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01.66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104 2397 3665 0 0,'-1'-378'417'0'0,"-54"-362"2906"0"0,21 337 128 0 0,21 25-176 0 0,16 292-2631 0 0,3 0 0 0 0,25-116 0 0 0,-30 198-586 0 0,17-62 987 0 0,-16 62-933 0 0,-1 0 0 0 0,1 0 0 0 0,0 0 0 0 0,0 1 0 0 0,0-1-1 0 0,0 1 1 0 0,1-1 0 0 0,-1 1 0 0 0,1 0 0 0 0,0 0 0 0 0,0 0-1 0 0,0 0 1 0 0,6-4 0 0 0,-8 7-73 0 0,1 0 1 0 0,-1-1-1 0 0,0 1 0 0 0,0 0 0 0 0,0-1 1 0 0,0 1-1 0 0,1 0 0 0 0,-1 0 1 0 0,0 0-1 0 0,0 0 0 0 0,0 0 0 0 0,1 0 1 0 0,-1 1-1 0 0,0-1 0 0 0,0 0 1 0 0,0 0-1 0 0,0 1 0 0 0,0-1 0 0 0,1 1 1 0 0,-1-1-1 0 0,0 1 0 0 0,0 0 1 0 0,0-1-1 0 0,0 1 0 0 0,0 0 1 0 0,-1 0-1 0 0,1-1 0 0 0,0 1 0 0 0,0 0 1 0 0,0 0-1 0 0,-1 0 0 0 0,1 0 1 0 0,0 0-1 0 0,-1 0 0 0 0,1 0 0 0 0,-1 0 1 0 0,1 2-1 0 0,4 7 93 0 0,-1-1 0 0 0,-1 1-1 0 0,4 13 1 0 0,-5-17-52 0 0,24 108 115 0 0,-4 0 0 0 0,7 130 0 0 0,-4-27-377 0 0,107 526-228 0 0,-5-38 743 0 0,-122-665-379 0 0,0 3-344 0 0,2 0 0 0 0,1-1 0 0 0,3 0 1 0 0,27 72-1 0 0,-38-113 307 0 0,0 0 1 0 0,1 0-1 0 0,-1 0 1 0 0,0 0-1 0 0,1 0 1 0 0,-1 0-1 0 0,1 0 1 0 0,-1-1-1 0 0,1 1 1 0 0,-1 0-1 0 0,1 0 1 0 0,0-1 0 0 0,-1 1-1 0 0,1 0 1 0 0,0-1-1 0 0,0 1 1 0 0,0-1-1 0 0,0 2 1 0 0,4-56-3935 0 0,-36-212 2207 0 0,2 20 2245 0 0,-9-490 1693 0 0,60 0 4366 0 0,-21 725-6395 0 0,7-148 1740 0 0,0 210-1580 0 0,-1-15-210 0 0,38 501-317 0 0,-19-177 107 0 0,54 372-72 0 0,-47-265-1542 0 0,-33-429 505 0 0,-38-261-569 0 0,-15-325 0 0 0,61-233 4103 0 0,-2 667-1415 0 0,6 0 0 0 0,4 1 0 0 0,39-137 0 0 0,-54 246-800 0 0,0 1-1 0 0,0 0 1 0 0,0-1-1 0 0,0 1 1 0 0,1 0-1 0 0,-1 0 1 0 0,1 0 0 0 0,0 0-1 0 0,2-3 1 0 0,-4 6-37 0 0,0 0 0 0 0,1 0 1 0 0,-1 0-1 0 0,0 0 1 0 0,0-1-1 0 0,1 1 1 0 0,-1 0-1 0 0,0 0 0 0 0,1 0 1 0 0,-1 0-1 0 0,0 0 1 0 0,0 0-1 0 0,1 0 0 0 0,-1 0 1 0 0,0 0-1 0 0,1 0 1 0 0,-1 0-1 0 0,0 0 1 0 0,0 0-1 0 0,1 0 0 0 0,-1 0 1 0 0,0 0-1 0 0,1 0 1 0 0,-1 0-1 0 0,0 0 1 0 0,0 1-1 0 0,1-1 0 0 0,-1 0 1 0 0,0 0-1 0 0,0 0 1 0 0,1 0-1 0 0,-1 1 0 0 0,0-1 1 0 0,1 0-1 0 0,10 21 278 0 0,2 19-144 0 0,-1 0 0 0 0,-3 1 1 0 0,7 63-1 0 0,0 129 21 0 0,-13 446-186 0 0,-5-201-1881 0 0,3-371 618 0 0</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05.82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83 396 1840 0 0,'-1'-19'-3'0'0,"-9"-100"1445"0"0,8 106-810 0 0,0 0-1 0 0,-1 0 0 0 0,-1 0 0 0 0,0 1 0 0 0,-1-1 0 0 0,-10-19 1 0 0,6 20 1141 0 0,8 11-1646 0 0,0 1-1 0 0,0-1 1 0 0,0 1-1 0 0,0-1 1 0 0,0 1 0 0 0,0-1-1 0 0,-9 6 1166 0 0,10-4-1203 0 0,-1 0 1 0 0,1-1 0 0 0,-1 1-1 0 0,1 0 1 0 0,0-1-1 0 0,0 1 1 0 0,-1 0 0 0 0,1-1-1 0 0,0 2 1 0 0,-2 6 198 0 0,0 0 0 0 0,1 1 0 0 0,0-1-1 0 0,0 10 1 0 0,9 160 135 0 0,36 206 0 0 0,-22-221-378 0 0,55 488-69 0 0,-34 5-2207 0 0,-40-598 1262 0 0,-2-43 125 0 0,-2-42 223 0 0,-11-240 1152 0 0,-8-265 1883 0 0,16 327-1742 0 0,-3-361 1099 0 0,31 0 124 0 0,-19 524-1696 0 0,2-54 770 0 0,-1 491-66 0 0,-56 702-2773 0 0,11-352 443 0 0,38-328 529 0 0,0 4-1125 0 0,1-413 1875 0 0,0 8-343 0 0,-1-1 1 0 0,-1 1 0 0 0,0 0 0 0 0,-5 16-1 0 0,6-75-573 0 0,165-1776 2619 0 0,-125 1615 1486 0 0,74-225-1 0 0,-110 418-2907 0 0,1-2 906 0 0,-2 25-140 0 0,24 268 443 0 0,-9-116-1357 0 0,112 964-1065 0 0,-125-1101 1000 0 0,30 148-340 0 0,-29-153 240 0 0,2-1 1 0 0,1 1-1 0 0,0-1 1 0 0,1-1-1 0 0,21 33 1 0 0,-28-49 81 0 0,1 0 1 0 0,0 0-1 0 0,0 0 1 0 0,0-1 0 0 0,0 1-1 0 0,1-1 1 0 0,-1 0 0 0 0,1 0-1 0 0,0 0 1 0 0,0-1 0 0 0,0 1-1 0 0,7 2 1 0 0,-9-4 22 0 0,0-1 0 0 0,1 1 1 0 0,-1-1-1 0 0,0 0 0 0 0,0 0 0 0 0,0 0 0 0 0,1 0 1 0 0,-1 0-1 0 0,0-1 0 0 0,0 1 0 0 0,0 0 1 0 0,0-1-1 0 0,1 0 0 0 0,-1 0 0 0 0,0 1 1 0 0,0-1-1 0 0,0 0 0 0 0,-1-1 0 0 0,1 1 0 0 0,0 0 1 0 0,0 0-1 0 0,-1-1 0 0 0,1 1 0 0 0,0-1 1 0 0,-1 0-1 0 0,0 1 0 0 0,1-1 0 0 0,1-3 0 0 0,6-8-301 0 0,0-2 0 0 0,-1 1 0 0 0,-1-1-1 0 0,0 0 1 0 0,-1 0 0 0 0,-1-1-1 0 0,4-17 1 0 0,18-119-580 0 0,-24 130 927 0 0,12-114 334 0 0,-6-1 1 0 0,-17-250-1 0 0,-68-274 2948 0 0,51 470-2344 0 0,-38-443 2089 0 0,62 608-2922 0 0,0 7 38 0 0,0 0 0 0 0,-1 0 0 0 0,-6-29 0 0 0,8 48-107 0 0,0-1 0 0 0,0 1-1 0 0,0 0 1 0 0,0 0 0 0 0,0 0-1 0 0,0 0 1 0 0,0-1 0 0 0,0 1-1 0 0,0 0 1 0 0,0 0 0 0 0,0 0-1 0 0,0 0 1 0 0,0-1 0 0 0,0 1-1 0 0,0 0 1 0 0,-1 0 0 0 0,1 0-1 0 0,0 0 1 0 0,0-1 0 0 0,0 1-1 0 0,0 0 1 0 0,0 0 0 0 0,0 0-1 0 0,0 0 1 0 0,0 0 0 0 0,-1 0-1 0 0,1-1 1 0 0,0 1 0 0 0,0 0-1 0 0,0 0 1 0 0,0 0 0 0 0,0 0-1 0 0,-1 0 1 0 0,1 0 0 0 0,0 0-1 0 0,0 0 1 0 0,0 0 0 0 0,0 0-1 0 0,-1 0 1 0 0,1 0 0 0 0,0 0-1 0 0,0 0 1 0 0,0 0 0 0 0,0 0-1 0 0,-1 0 1 0 0,1 0 0 0 0,0 0-1 0 0,-5 9 322 0 0,-1 18 183 0 0,-26 320 468 0 0,26-254-947 0 0,-14 721-910 0 0,43 1-236 0 0,-16-610 750 0 0,-3-23-832 0 0,36 230-1 0 0,-40-409 1013 0 0,0 0 0 0 0,1 0 0 0 0,0 0 0 0 0,0 1 0 0 0,0-1-1 0 0,0 0 1 0 0,1 0 0 0 0,-1 0 0 0 0,2 2 0 0 0,12-27-2285 0 0,-4-65 1635 0 0,-3-1 0 0 0,-5-131-1 0 0,-3 138 917 0 0,-2-342 1165 0 0,2-333 2996 0 0,31 3 646 0 0,-10 590-3357 0 0,-20 163-1521 0 0,3 17 173 0 0,3 24-63 0 0,27 527-764 0 0,-25-266 314 0 0,23 89-271 0 0,-15-267-63 0 0,37 138 0 0 0,-48-239 442 0 0,1 1-1 0 0,1-1 1 0 0,14 29 0 0 0,-13-100-3003 0 0,-68-625 2932 0 0,-5-158 4056 0 0,66 630-2565 0 0,0 155-665 0 0,3 2 0 0 0,14-63 1 0 0,-16 100-74 0 0,0 9-169 0 0,1 19-66 0 0,1 35-141 0 0,-5 94-129 0 0,-28 214 0 0 0,8-151-268 0 0,5 507 83 0 0,47-1 139 0 0,-26-613 89 0 0,18 153 4 0 0,-16-209-230 0 0,2-1 0 0 0,3-1 0 0 0,21 56 0 0 0,-20-65-99 0 0,-4-13-971 0 0,0 0 0 0 0,25 42-1 0 0,-18-43-93 0 0</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07.189"/>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233 62 7834 0 0,'-5'-5'485'0'0,"-3"-3"303"0"0,0 0 0 0 0,0 0 0 0 0,-1 1 0 0 0,-18-11 0 0 0,26 17-705 0 0,-1 0 1 0 0,1 0-1 0 0,-1 0 0 0 0,1 1 1 0 0,-1-1-1 0 0,1 1 1 0 0,-1-1-1 0 0,1 1 1 0 0,-1-1-1 0 0,0 1 0 0 0,1 0 1 0 0,-1 0-1 0 0,0 0 1 0 0,1 0-1 0 0,-1 0 1 0 0,0 0-1 0 0,1 0 0 0 0,-1 0 1 0 0,1 1-1 0 0,-1-1 1 0 0,0 1-1 0 0,1-1 1 0 0,-1 1-1 0 0,1 0 0 0 0,-1-1 1 0 0,1 1-1 0 0,-1 0 1 0 0,1 0-1 0 0,0 0 1 0 0,0 0-1 0 0,-1 0 0 0 0,1 1 1 0 0,0-1-1 0 0,0 0 1 0 0,0 0-1 0 0,0 1 0 0 0,0-1 1 0 0,0 1-1 0 0,1-1 1 0 0,-1 1-1 0 0,0-1 1 0 0,0 3-1 0 0,-8 24 250 0 0,0 1-1 0 0,2 0 1 0 0,2 0-1 0 0,-5 57 1 0 0,7-49-342 0 0,-41 574-641 0 0,28 3-313 0 0,13-504 846 0 0,5 62-253 0 0,1-83-1615 0 0,-11 108 0 0 0,27-447-119 0 0,-6 56 2797 0 0,37-786 3089 0 0,-41 744-2060 0 0,-1-97 2135 0 0,-2 312-2463 0 0,-6 20-1380 0 0,8 39 870 0 0,-7-31-919 0 0,44 404 199 0 0,-35 7-447 0 0,-7-241 231 0 0,-1 27-246 0 0,7 210-465 0 0,-1-316 259 0 0,3 0-1 0 0,29 112 1 0 0,-27-159-493 0 0,3-1 0 0 0,42 92 0 0 0,-58-141 921 0 0,0 0-1 0 0,1 0 1 0 0,-1-1 0 0 0,0 1 0 0 0,1 0 0 0 0,-1 0-1 0 0,1-1 1 0 0,-1 1 0 0 0,1 0 0 0 0,-1-1 0 0 0,1 1-1 0 0,-1 0 1 0 0,1-1 0 0 0,0 1 0 0 0,-1-1 0 0 0,1 1-1 0 0,0-1 1 0 0,-1 1 0 0 0,1-1 0 0 0,0 0 0 0 0,0 1 0 0 0,-1-1-1 0 0,2 0 1 0 0,-1 0 4 0 0,0 0 0 0 0,-1 0-1 0 0,1-1 1 0 0,0 1 0 0 0,-1 0 0 0 0,1-1 0 0 0,0 1-1 0 0,-1 0 1 0 0,1-1 0 0 0,-1 1 0 0 0,1-1-1 0 0,-1 1 1 0 0,1-1 0 0 0,-1 1 0 0 0,1-1-1 0 0,-1 0 1 0 0,1 1 0 0 0,-1-1 0 0 0,0 0 0 0 0,1 0-1 0 0,12-39-1422 0 0,3-60 558 0 0,4-137 0 0 0,-16-105 1572 0 0,-4 230-527 0 0,-2-171 740 0 0,19-613 6410 0 0,-16 853-5834 0 0,-1 33-217 0 0,1 32-540 0 0,8 327-116 0 0,18 353-1382 0 0,-17-563 567 0 0,26 258 543 0 0,-22-296-1392 0 0,52 188-1 0 0,-64-282 930 0 0,3 12-593 0 0,1-1-1 0 0,0 0 1 0 0,2 0-1 0 0,0 0 1 0 0,19 29-1 0 0,-1-91-4780 0 0,-24-47 4714 0 0,-12-109 0 0 0,5 124 1188 0 0,-1-16 303 0 0,-50-900 5178 0 0,57 370-2292 0 0,-1 613-3482 0 0,0 6-16 0 0,1-16 728 0 0,0 1 0 0 0,6-34-1 0 0,11 95 1406 0 0,-3 20-1781 0 0,13 103 1 0 0,-8 68-405 0 0,-15-160 51 0 0,29 831-178 0 0,-17-289-2358 0 0,-13-537 436 0 0,2-5-4449 0 0</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07.792"/>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113 61 4145 0 0,'-3'-5'313'0'0,"0"0"0"0"0,0 0-1 0 0,0 0 1 0 0,-1 0 0 0 0,1 0 0 0 0,-1 1 0 0 0,-1-1 0 0 0,1 1-1 0 0,0 0 1 0 0,-1 0 0 0 0,-9-5 0 0 0,13 9-266 0 0,0 0 1 0 0,0 0-1 0 0,1-1 0 0 0,-1 1 1 0 0,0 0-1 0 0,0 0 0 0 0,0 0 1 0 0,0 0-1 0 0,0 0 0 0 0,1 0 1 0 0,-1 1-1 0 0,0-1 0 0 0,0 0 1 0 0,0 0-1 0 0,0 1 1 0 0,1-1-1 0 0,-1 0 0 0 0,0 1 1 0 0,0-1-1 0 0,1 1 0 0 0,-1-1 1 0 0,0 1-1 0 0,1-1 0 0 0,-1 1 1 0 0,0 0-1 0 0,1-1 0 0 0,-1 1 1 0 0,1 0-1 0 0,-1-1 0 0 0,1 1 1 0 0,-1 0-1 0 0,1 0 0 0 0,0-1 1 0 0,-1 1-1 0 0,1 0 0 0 0,-1 1 1 0 0,-9 36 663 0 0,10-35-632 0 0,-10 57 327 0 0,4 0 0 0 0,1 63 1 0 0,12 124-617 0 0,-4-166 269 0 0,18 369-34 0 0,15 824 661 0 0,-37-1216-582 0 0,-1 130 193 0 0,-29 196 1 0 0,31-381-325 0 0,-4 19-412 0 0,2 0 0 0 0,0 0 1 0 0,2 35-1 0 0,4-45-583 0 0,3-21 228 0 0,3-21-117 0 0,-1-38-301 0 0,-7 23 543 0 0</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08.52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1 962 2761 0 0,'24'-102'1073'0'0,"-4"-1"0"0"0,7-107 0 0 0,-16-209 6494 0 0,-11 407-7255 0 0,1 7-87 0 0,-1 0-1 0 0,0 0 0 0 0,0-1 1 0 0,-1 1-1 0 0,0 0 1 0 0,0 0-1 0 0,0 0 1 0 0,0-1-1 0 0,-3-6 0 0 0,3 12-211 0 0,1 0 0 0 0,0 0-1 0 0,0 0 1 0 0,0 0 0 0 0,0 0-1 0 0,0 0 1 0 0,0 0 12 0 0,0 0-12 0 0,0-1-1 0 0,0 1 1 0 0,-1 0 0 0 0,1 0-1 0 0,0 0 1 0 0,0 0-1 0 0,0 0 1 0 0,0 0 0 0 0,0 0-1 0 0,0 0 1 0 0,0 0 0 0 0,-1 0-1 0 0,1 0 1 0 0,0 0-1 0 0,0 0 1 0 0,0 0 0 0 0,0 0-1 0 0,0 0 1 0 0,0 0 0 0 0,-1 0-1 0 0,1 0 1 0 0,0 0-1 0 0,0 0 1 0 0,0 0 0 0 0,0 0-1 0 0,0 0 1 0 0,0 0 0 0 0,0 0-1 0 0,-1 0 1 0 0,1 0 0 0 0,0 0-1 0 0,0 1 1 0 0,0-1 25 0 0,0 0-26 0 0,0 0 1 0 0,0 0 0 0 0,0 0-1 0 0,0 0 1 0 0,-1 0-1 0 0,1 0 1 0 0,0 1 0 0 0,0-1-1 0 0,0 0 1 0 0,0 0 0 0 0,0 0-1 0 0,-5 13 406 0 0,0 13 97 0 0,0 43-78 0 0,6 102 0 0 0,2-94-407 0 0,69 1522-1042 0 0,-64-1505 836 0 0,-1 11-1059 0 0,28 129 0 0 0,-34-225 955 0 0,0-6 104 0 0,-1 0 0 0 0,1 0 0 0 0,0 0 0 0 0,0 1 1 0 0,0-1-1 0 0,0 0 0 0 0,0 0 0 0 0,1 0 0 0 0,-1-1 0 0 0,4 5 0 0 0,6-23-1885 0 0,-6-11 1370 0 0,-1-77-948 0 0,-17-205 0 0 0,5 188 1579 0 0,-39-495 438 0 0,-17-340 2717 0 0,62 881-2628 0 0,3 37 133 0 0,-2 0-1 0 0,-1-1 1 0 0,-2 1-1 0 0,-23-76 2157 0 0,26 113-2684 0 0,-4 12 1378 0 0,-1 20-248 0 0,-12 527 731 0 0,31-3-2411 0 0,20-15 332 0 0,44-6-2092 0 0,-74-517 1748 0 0,0 1 1 0 0,2-1-1 0 0,0 0 0 0 0,0 0 0 0 0,2-1 0 0 0,0 0 0 0 0,16 27 0 0 0,-23-43 432 0 0,1 1 0 0 0,-1 0 1 0 0,0-1-1 0 0,1 1 0 0 0,-1 0 1 0 0,1-1-1 0 0,-1 1 0 0 0,1-1 0 0 0,-1 1 1 0 0,1 0-1 0 0,-1-1 0 0 0,1 0 0 0 0,-1 1 1 0 0,1-1-1 0 0,0 1 0 0 0,-1-1 0 0 0,1 1 1 0 0,0-1-1 0 0,-1 0 0 0 0,1 0 1 0 0,0 1-1 0 0,-1-1 0 0 0,1 0 0 0 0,0 0 1 0 0,0 0-1 0 0,-1 0 0 0 0,1 0 0 0 0,0 0 1 0 0,0 0-1 0 0,-1 0 0 0 0,1 0 0 0 0,0 0 1 0 0,0 0-1 0 0,-1 0 0 0 0,1-1 1 0 0,0 1-1 0 0,0 0 0 0 0,-1-1 0 0 0,1 1 1 0 0,0 0-1 0 0,-1-1 0 0 0,1 1 0 0 0,-1-1 1 0 0,1 1-1 0 0,0-1 0 0 0,-1 1 0 0 0,1-1 1 0 0,-1 1-1 0 0,1-1 0 0 0,-1 1 1 0 0,0-1-1 0 0,1 0 0 0 0,-1 1 0 0 0,0-1 1 0 0,1 0-1 0 0,-1 0 0 0 0,0 1 0 0 0,0-1 1 0 0,1-1-1 0 0,2-7-297 0 0,1 0 0 0 0,-1-1 0 0 0,2-12 0 0 0,-5 20 317 0 0,9-47-393 0 0,3-96 1 0 0,-13-56-487 0 0,-1 99 743 0 0,-2-194 47 0 0,2-262-480 0 0,44 6 221 0 0,-2 341 2124 0 0,-29 168 1623 0 0,23-40 4042 0 0,-27 133-5976 0 0,27 870 352 0 0,-12-148-2097 0 0,8-499-547 0 0,56 123-5622 0 0,-71-338 6435 0 0,-4-10 52 0 0</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09.40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0 151 3225 0 0,'4'-24'993'0'0,"8"-42"1634"0"0,-10 61-2241 0 0,-1 0-1 0 0,1 0 1 0 0,0 0-1 0 0,1 0 1 0 0,-1 0 0 0 0,1 0-1 0 0,0 0 1 0 0,0 1-1 0 0,5-7 1 0 0,-7 11-310 0 0,0-1 0 0 0,-1 1 0 0 0,1-1 0 0 0,-1 1 0 0 0,1-1 0 0 0,0 1 0 0 0,-1-1 1 0 0,1 1-1 0 0,0 0 0 0 0,-1-1 0 0 0,1 1 0 0 0,0 0 0 0 0,0 0 0 0 0,-1 0 0 0 0,1-1 0 0 0,0 1 0 0 0,0 0 0 0 0,0 0 0 0 0,-1 0 0 0 0,1 0 0 0 0,0 0 1 0 0,0 0-1 0 0,-1 1 0 0 0,1-1 0 0 0,0 0 0 0 0,0 0 0 0 0,-1 0 0 0 0,1 1 0 0 0,0-1 0 0 0,-1 0 0 0 0,1 1 0 0 0,0-1 0 0 0,-1 1 0 0 0,1-1 0 0 0,0 1 1 0 0,-1-1-1 0 0,1 1 0 0 0,-1-1 0 0 0,1 1 0 0 0,-1 0 0 0 0,1-1 0 0 0,-1 1 0 0 0,1 0 0 0 0,-1-1 0 0 0,1 2 0 0 0,15 35 1502 0 0,3 47-583 0 0,-4-1-1 0 0,6 133 1 0 0,-16-158-826 0 0,19 727-373 0 0,-46 2-2038 0 0,19-686 1848 0 0,-1 128-404 0 0,-1 41-1478 0 0,-11-442-7634 0 0,22-28 8786 0 0,-1 61 1196 0 0,49-489 2410 0 0,-28 481-1525 0 0,6 1 1 0 0,61-173 0 0 0,-52 203 31 0 0,-5-2 1 0 0,23-142-1 0 0,-56 242-822 0 0,-2 8-96 0 0,0 1 0 0 0,0 0 0 0 0,1 0 0 0 0,1-1 0 0 0,0 1 0 0 0,5-10 0 0 0,-8 18-66 0 0,0 1 0 0 0,0 0 0 0 0,0 0 0 0 0,0 0 0 0 0,0 0 0 0 0,0 0 0 0 0,0 0 0 0 0,0 0 0 0 0,0-1 0 0 0,0 1-1 0 0,0 0 1 0 0,0 0 0 0 0,1 0 0 0 0,-1 0 0 0 0,0 0 0 0 0,0 0 0 0 0,0 0 0 0 0,0 0 0 0 0,0 0 0 0 0,0 0 0 0 0,0 0 0 0 0,0 0 0 0 0,1 0-1 0 0,-1 0 1 0 0,0 0 0 0 0,0 0 0 0 0,0 0 0 0 0,0 0 0 0 0,0 0 0 0 0,0 0 0 0 0,0 0 0 0 0,1 0 0 0 0,-1 0 0 0 0,0 0 0 0 0,0 0 0 0 0,0 0-1 0 0,0 0 1 0 0,0 0 0 0 0,0 0 0 0 0,0 0 0 0 0,1 0 0 0 0,-1 0 0 0 0,0 0 0 0 0,0 0 0 0 0,0 0 0 0 0,0 0 0 0 0,0 0 0 0 0,0 0-1 0 0,0 1 1 0 0,0-1 0 0 0,0 0 0 0 0,0 0 0 0 0,1 0 0 0 0,-1 0 0 0 0,0 0 0 0 0,0 0 0 0 0,0 0 0 0 0,0 0 0 0 0,0 1 0 0 0,0-1 0 0 0,5 13 161 0 0,1 20 30 0 0,-6-31-165 0 0,66 711 1905 0 0,-7-39-1608 0 0,-44-571-337 0 0,76 614-3068 0 0,-78-580 1645 0 0,-10-105 736 0 0</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10.21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108 2196 1376 0 0,'10'-49'23'0'0,"17"-108"90"0"0,-3-191 1338 0 0,-20 252-1141 0 0,7-556 2446 0 0,-1 40 5162 0 0,-12 593-6151 0 0,-3 31-395 0 0,-4 31-287 0 0,-66 666-1559 0 0,71-649 293 0 0,-87 1259-3141 0 0,90-1305 3235 0 0,-5 68-1852 0 0,7 136 0 0 0,4-198 924 0 0,12-47-2699 0 0,-14 18 3399 0 0,14-89-1103 0 0,6-105 0 0 0,-10-102 2003 0 0,-8 166-342 0 0,2-490 1639 0 0,-2 92 1018 0 0,31 149 98 0 0,-2 45 48 0 0,-33 334-2895 0 0,-1 4 67 0 0,1-1-1 0 0,-1 1 1 0 0,0-1 0 0 0,0 1 0 0 0,-1-1 0 0 0,0 1 0 0 0,-10-10 1529 0 0,11 16-1718 0 0,0-1 0 0 0,0 1 204 0 0,0 0-204 0 0,-4 15 645 0 0,-2 63 281 0 0,7 118-1 0 0,1-107-999 0 0,30 1398-2866 0 0,-29-1288 1810 0 0,10 188-2498 0 0,-12-379 3456 0 0,8 64-1219 0 0,-8-66 1140 0 0,1-1-1 0 0,0 1 0 0 0,0-1 0 0 0,0 1 0 0 0,1-1 1 0 0,0 0-1 0 0,0 0 0 0 0,6 8 0 0 0,-9-13 152 0 0,1 0-1 0 0,0 0 1 0 0,0 0-1 0 0,0 1 1 0 0,0-1 0 0 0,0 0-1 0 0,0 0 1 0 0,0-1-1 0 0,0 1 1 0 0,0 0-1 0 0,0 0 1 0 0,1 0-1 0 0,-1-1 1 0 0,0 1 0 0 0,1-1-1 0 0,-1 1 1 0 0,0-1-1 0 0,1 1 1 0 0,-1-1-1 0 0,0 0 1 0 0,1 0-1 0 0,-1 0 1 0 0,1 0-1 0 0,1 0 1 0 0,-1 0-6 0 0,0-1 0 0 0,0 0 0 0 0,0 0 0 0 0,0 0 0 0 0,0 0 0 0 0,0 0 0 0 0,-1-1 0 0 0,1 1 0 0 0,0 0 0 0 0,-1-1 0 0 0,1 1 0 0 0,-1-1 0 0 0,0 0 0 0 0,2-2 0 0 0,3-6-41 0 0,0 1 0 0 0,-1-1 0 0 0,-1-1 0 0 0,0 1-1 0 0,3-12 1 0 0,10-46 590 0 0,12-119 0 0 0,-10-73 940 0 0,-15 178-1053 0 0,13-268 1260 0 0,45-501 3835 0 0,17 456-716 0 0,-72 374-4076 0 0,-7 21-651 0 0,0 0 0 0 0,1 0 0 0 0,-1 0 1 0 0,0-1-1 0 0,0 1 0 0 0,0 0 0 0 0,0 0 0 0 0,0 0 1 0 0,0 0-1 0 0,1 0 0 0 0,-1 0 0 0 0,0 0 0 0 0,0 0 1 0 0,0 0-1 0 0,0 0 0 0 0,0 0 0 0 0,1 0 0 0 0,-1 0 1 0 0,0 0-1 0 0,0 0 0 0 0,0 0 0 0 0,0 0 0 0 0,0 0 1 0 0,1 1-1 0 0,-1-1 0 0 0,0 0 0 0 0,0 0 0 0 0,0 0 1 0 0,0 0-1 0 0,0 0 0 0 0,0 0 0 0 0,1 0 0 0 0,-1 0 1 0 0,0 0-1 0 0,0 1 0 0 0,0-1 0 0 0,0 0 0 0 0,0 0 1 0 0,0 0-1 0 0,0 0 0 0 0,0 0 0 0 0,0 0 0 0 0,0 1 1 0 0,0-1-1 0 0,0 0 0 0 0,0 0 0 0 0,0 0 0 0 0,0 0 1 0 0,0 0-1 0 0,0 1 0 0 0,0-1 0 0 0,0 0 0 0 0,0 0 1 0 0,0 0-1 0 0,0 0 0 0 0,0 0 0 0 0,0 1 0 0 0,5 41 739 0 0,-3-24-872 0 0,2 18 135 0 0,72 566-376 0 0,28-3-158 0 0,-50-343-251 0 0,6 27-3689 0 0,-49-260 3622 0 0</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19.89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105 1 5985 0 0,'-4'0'153'0'0,"0"1"0"0"0,0-1 0 0 0,0 1 0 0 0,1 0 0 0 0,-1 0 0 0 0,0 0 0 0 0,1 1 0 0 0,-1-1 0 0 0,1 1 0 0 0,0 0 0 0 0,-1 0 0 0 0,1 0 0 0 0,0 1 0 0 0,0-1 0 0 0,0 1 0 0 0,0-1 0 0 0,1 1-1 0 0,-1 0 1 0 0,1 0 0 0 0,0 0 0 0 0,0 0 0 0 0,0 1 0 0 0,-2 4 0 0 0,-1 2-27 0 0,1 0 0 0 0,0 0 0 0 0,0 0 0 0 0,1 0 0 0 0,1 1 0 0 0,0-1 0 0 0,-1 16 0 0 0,1 30 277 0 0,3 0 0 0 0,12 90 0 0 0,34 113 33 0 0,-31-180-364 0 0,104 739-20 0 0,-75-461-50 0 0,-2-78-1563 0 0,-31-332-543 0 0,-5-112 1768 0 0,-14-181 0 0 0,-39-163 774 0 0,29 351-180 0 0,2-461 4184 0 0,17 594-3944 0 0,-1 14-139 0 0,-1 0 1 0 0,0 0-1 0 0,0 0 1 0 0,-6-19 778 0 0,3 36-812 0 0,1 10-93 0 0,14 340 238 0 0,0-170-781 0 0,-6 408-24 0 0,-3-102 317 0 0,32-2 478 0 0,-31-447-405 0 0,-4-31-167 0 0,0 0 0 0 0,1 0 0 0 0,1 0-1 0 0,0 0 1 0 0,1 0 0 0 0,0 0-1 0 0,9 19 1 0 0,-12-30 69 0 0,0-1 0 0 0,1 1-1 0 0,-1 0 1 0 0,1-1 0 0 0,-1 1 0 0 0,1-1-1 0 0,-1 1 1 0 0,1-1 0 0 0,-1 1-1 0 0,1-1 1 0 0,0 1 0 0 0,-1-1 0 0 0,1 0-1 0 0,0 1 1 0 0,-1-1 0 0 0,1 0 0 0 0,0 1-1 0 0,0-1 1 0 0,-1 0 0 0 0,1 0-1 0 0,0 0 1 0 0,0 0 0 0 0,-1 0 0 0 0,1 0-1 0 0,0 0 1 0 0,0 0 0 0 0,-1 0 0 0 0,1 0-1 0 0,0 0 1 0 0,0 0 0 0 0,-1 0-1 0 0,1-1 1 0 0,0 1 0 0 0,0 0 0 0 0,-1-1-1 0 0,1 1 1 0 0,0 0 0 0 0,-1-1 0 0 0,1 1-1 0 0,-1-1 1 0 0,1 1 0 0 0,0-1-1 0 0,-1 1 1 0 0,1-1 0 0 0,-1 0 0 0 0,1 1-1 0 0,-1-2 1 0 0,25-31-1296 0 0,-13 9 977 0 0,-1-1 0 0 0,-1 0 0 0 0,10-38 0 0 0,12-84 107 0 0,-25 111 269 0 0,81-552 769 0 0,-36-5-531 0 0,-43 479 901 0 0,4 1 0 0 0,52-199 0 0 0,-49 247-400 0 0,-10 37-51 0 0,21-44 1141 0 0,-27 73-1826 0 0,4 18 355 0 0,4 26-184 0 0,49 838-249 0 0,-22-192-40 0 0,-29-616-59 0 0,3 0 1 0 0,4 0-1 0 0,40 131 0 0 0,-51-200-124 0 0,0-1-1 0 0,0 0 1 0 0,1 0-1 0 0,-1 1 0 0 0,7 7 1 0 0,-2-37-2550 0 0,-14-61 1851 0 0,-22-99-1 0 0,13 94 1424 0 0,-227-1015 2570 0 0,147 697-2050 0 0,38-6-479 0 0,57 397-502 0 0,1 7 17 0 0,-1 1 0 0 0,0-1 1 0 0,-1 1-1 0 0,0-1 1 0 0,-3-9-1 0 0,5 19 27 0 0,0-1 0 0 0,0 1 0 0 0,0 0 0 0 0,0 0 1 0 0,0-1-1 0 0,0 1 0 0 0,0 0 0 0 0,0-1 0 0 0,0 1 0 0 0,-1 0 0 0 0,1 0 0 0 0,0-1 1 0 0,0 1-1 0 0,0 0 0 0 0,0 0 0 0 0,-1 0 0 0 0,1-1 0 0 0,0 1 0 0 0,0 0 0 0 0,0 0 0 0 0,-1 0 1 0 0,1 0-1 0 0,0-1 0 0 0,0 1 0 0 0,-1 0 0 0 0,1 0 0 0 0,0 0 0 0 0,0 0 0 0 0,-1 0 1 0 0,1 0-1 0 0,0 0 0 0 0,-1 0 0 0 0,1 0 0 0 0,0 0 0 0 0,-1 0 0 0 0,-6 8 775 0 0,-1 17 185 0 0,3 13-586 0 0,1 2 0 0 0,2 59 1 0 0,13 81-473 0 0,-6-115 24 0 0,64 554-328 0 0,26-2 330 0 0,-10-71-1188 0 0,-68-431-3446 0 0,-1-9-1583 0 0</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23.687"/>
    </inkml:context>
    <inkml:brush xml:id="br0">
      <inkml:brushProperty name="width" value="0.1" units="cm"/>
      <inkml:brushProperty name="height" value="0.1" units="cm"/>
    </inkml:brush>
  </inkml:definitions>
  <inkml:trace contextRef="#ctx0" brushRef="#br0">1 61 10138 0 0,'2'-6'955'0'0,"1"-1"0"0"0,0 1 0 0 0,0 0 0 0 0,0 0 0 0 0,1 0-1 0 0,0 1 1 0 0,0-1 0 0 0,13-6 2102 0 0,-15 23-2379 0 0,-1 12-396 0 0,-2 235 517 0 0,1 223-807 0 0,2-445-921 0 0,1 0 0 0 0,10 49 0 0 0,-2-42-6250 0 0</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24.225"/>
    </inkml:context>
    <inkml:brush xml:id="br0">
      <inkml:brushProperty name="width" value="0.1" units="cm"/>
      <inkml:brushProperty name="height" value="0.1" units="cm"/>
    </inkml:brush>
  </inkml:definitions>
  <inkml:trace contextRef="#ctx0" brushRef="#br0">196 69 10738 0 0,'-3'-1'169'0'0,"-1"0"0"0"0,1 0-1 0 0,0 1 1 0 0,-1-1-1 0 0,1 1 1 0 0,0 0 0 0 0,-1-1-1 0 0,1 2 1 0 0,-1-1 0 0 0,1 0-1 0 0,0 1 1 0 0,-1-1-1 0 0,1 1 1 0 0,0 0 0 0 0,-1 0-1 0 0,1 0 1 0 0,0 1 0 0 0,0-1-1 0 0,0 1 1 0 0,0 0-1 0 0,0-1 1 0 0,1 1 0 0 0,-1 1-1 0 0,0-1 1 0 0,1 0 0 0 0,-5 6-1 0 0,0 2 297 0 0,-1 0-1 0 0,2 1 1 0 0,-1 0-1 0 0,2 0 1 0 0,-1 0-1 0 0,-5 19 1 0 0,-17 77 873 0 0,22-82-1128 0 0,-1 2 1 0 0,2 1-1 0 0,0-1 1 0 0,2 1-1 0 0,0 53 1 0 0,4-73-197 0 0,-1 1 0 0 0,2 0 0 0 0,-1-1 0 0 0,1 0 0 0 0,0 1 0 0 0,1-1 0 0 0,0 0 1 0 0,0 0-1 0 0,1 0 0 0 0,0-1 0 0 0,0 0 0 0 0,1 1 0 0 0,0-1 0 0 0,0-1 0 0 0,1 1 0 0 0,0-1 0 0 0,0 0 0 0 0,0 0 0 0 0,1 0 0 0 0,8 4 0 0 0,-3-2-28 0 0,0-2-1 0 0,1 1 1 0 0,0-2-1 0 0,0 0 1 0 0,1 0-1 0 0,-1-1 1 0 0,1-1-1 0 0,0 0 1 0 0,0-1-1 0 0,0-1 1 0 0,0 0-1 0 0,0 0 1 0 0,0-2-1 0 0,0 0 1 0 0,0 0-1 0 0,0-1 1 0 0,0-1-1 0 0,0-1 1 0 0,-1 0-1 0 0,26-11 1 0 0,-27 10 79 0 0,-1-1 0 0 0,0 0 0 0 0,-1-1-1 0 0,1 0 1 0 0,-1 0 0 0 0,-1-2 0 0 0,1 1 0 0 0,-1-1 0 0 0,-1 0 0 0 0,0-1 0 0 0,0 0 0 0 0,-1 0 0 0 0,0 0 0 0 0,-1-1 0 0 0,0 0-1 0 0,0-1 1 0 0,-2 1 0 0 0,1-1 0 0 0,-1 0 0 0 0,-1 0 0 0 0,0 0 0 0 0,-1-1 0 0 0,1-22 0 0 0,-2 17-53 0 0,-2-1 0 0 0,0 0 0 0 0,-1 0 0 0 0,-1 1 0 0 0,-1 0 1 0 0,-1-1-1 0 0,0 1 0 0 0,-1 1 0 0 0,-1-1 0 0 0,-1 1 0 0 0,0 0 0 0 0,-1 1 0 0 0,-1 0 1 0 0,-1 0-1 0 0,0 1 0 0 0,-1 1 0 0 0,0 0 0 0 0,-1 0 0 0 0,-1 2 0 0 0,0-1 0 0 0,-1 2 0 0 0,-17-11 1 0 0,13 9-921 0 0,0 2 0 0 0,-1 0 0 0 0,-27-11 0 0 0</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24.692"/>
    </inkml:context>
    <inkml:brush xml:id="br0">
      <inkml:brushProperty name="width" value="0.1" units="cm"/>
      <inkml:brushProperty name="height" value="0.1" units="cm"/>
    </inkml:brush>
  </inkml:definitions>
  <inkml:trace contextRef="#ctx0" brushRef="#br0">86 15 10594 0 0,'-1'-1'394'0'0,"-4"-6"2360"0"0,4 6-2360 0 0,0 1 0 0 0,0-1-1 0 0,0 0 1 0 0,0 1-1 0 0,0-1 1 0 0,0 1-1 0 0,0-1 1 0 0,0 1-1 0 0,-1 0 1 0 0,0-1-1 0 0,-2 25 3111 0 0,4-18-3816 0 0,-31 335 2378 0 0,2-42-3994 0 0,26-245-5742 0 0</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25.287"/>
    </inkml:context>
    <inkml:brush xml:id="br0">
      <inkml:brushProperty name="width" value="0.1" units="cm"/>
      <inkml:brushProperty name="height" value="0.1" units="cm"/>
    </inkml:brush>
  </inkml:definitions>
  <inkml:trace contextRef="#ctx0" brushRef="#br0">122 34 6913 0 0,'-2'-3'227'0'0,"-1"0"0"0"0,1 0 0 0 0,-1 0 0 0 0,0 0-1 0 0,0 0 1 0 0,0 0 0 0 0,0 1 0 0 0,0 0-1 0 0,-1-1 1 0 0,-5-2 0 0 0,7 5-91 0 0,1 0 0 0 0,-1 0 0 0 0,1 0 0 0 0,-1 0 0 0 0,1 0 0 0 0,0 0 0 0 0,-1 0 0 0 0,1 0 0 0 0,-1 1 0 0 0,1-1 0 0 0,-1 0 0 0 0,1 1 0 0 0,0 0 0 0 0,-1-1 0 0 0,1 1 0 0 0,0 0-1 0 0,0-1 1 0 0,0 1 0 0 0,-1 0 0 0 0,1 0 0 0 0,0 0 0 0 0,0 0 0 0 0,0 0 0 0 0,0 0 0 0 0,0 0 0 0 0,1 1 0 0 0,-1-1 0 0 0,0 0 0 0 0,1 0 0 0 0,-1 1 0 0 0,0-1 0 0 0,1 0 0 0 0,-1 2 0 0 0,-5 10 283 0 0,1-1 0 0 0,1 1 0 0 0,0 0 0 0 0,0 1 0 0 0,-1 17 0 0 0,-5 73 834 0 0,7-67-768 0 0,1-4-118 0 0,1 0 1 0 0,1 0 0 0 0,2-1 0 0 0,10 56 0 0 0,-9-74-282 0 0,0-1 1 0 0,1 0-1 0 0,1 0 1 0 0,-1 0-1 0 0,2 0 1 0 0,0-1-1 0 0,1 0 1 0 0,0 0-1 0 0,0-1 1 0 0,2 0-1 0 0,-1 0 1 0 0,1-1-1 0 0,20 18 1 0 0,-24-24-81 0 0,0 0 1 0 0,1-1 0 0 0,-1 0 0 0 0,1 1-1 0 0,0-2 1 0 0,0 1 0 0 0,0-1 0 0 0,1 0 0 0 0,-1 0-1 0 0,0-1 1 0 0,1 1 0 0 0,-1-1 0 0 0,1-1-1 0 0,12 0 1 0 0,-11-1 1 0 0,1 0 0 0 0,-1 0 0 0 0,0-1 0 0 0,1-1-1 0 0,-1 1 1 0 0,0-1 0 0 0,0-1 0 0 0,-1 1 0 0 0,1-1 0 0 0,10-8-1 0 0,-8 5 38 0 0,-1-1 0 0 0,0 1 0 0 0,0-2-1 0 0,-1 1 1 0 0,0-1 0 0 0,0-1-1 0 0,-1 1 1 0 0,0-1 0 0 0,-1-1 0 0 0,0 1-1 0 0,0-1 1 0 0,-1 0 0 0 0,-1 0 0 0 0,0 0-1 0 0,0-1 1 0 0,2-14 0 0 0,-5 5-4 0 0,0 0 1 0 0,-1 0-1 0 0,-1 0 1 0 0,-2 0-1 0 0,0 0 0 0 0,0 0 1 0 0,-2 0-1 0 0,-13-34 1 0 0,8 28-135 0 0,-2 1 0 0 0,-1 0 0 0 0,0 1 0 0 0,-2 1 1 0 0,-35-44-1 0 0,21 37-655 0 0,-3 4-213 0 0</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25.963"/>
    </inkml:context>
    <inkml:brush xml:id="br0">
      <inkml:brushProperty name="width" value="0.1" units="cm"/>
      <inkml:brushProperty name="height" value="0.1" units="cm"/>
    </inkml:brush>
  </inkml:definitions>
  <inkml:trace contextRef="#ctx0" brushRef="#br0">22 1 9674 0 0,'-9'11'9731'0'0,"4"26"-9412"0"0,1 0 0 0 0,1 1 0 0 0,2-1-1 0 0,5 39 1 0 0,-2-31-217 0 0,18 201-2655 0 0,-14-197-4160 0 0</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26.443"/>
    </inkml:context>
    <inkml:brush xml:id="br0">
      <inkml:brushProperty name="width" value="0.1" units="cm"/>
      <inkml:brushProperty name="height" value="0.1" units="cm"/>
    </inkml:brush>
  </inkml:definitions>
  <inkml:trace contextRef="#ctx0" brushRef="#br0">72 1 10138 0 0,'-18'43'3833'0'0,"6"19"-1545"0"0,2 0-1 0 0,-1 118 1 0 0,2-26-1080 0 0,-1-19-2470 0 0,8-90-6139 0 0</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26.744"/>
    </inkml:context>
    <inkml:brush xml:id="br0">
      <inkml:brushProperty name="width" value="0.1" units="cm"/>
      <inkml:brushProperty name="height" value="0.1" units="cm"/>
    </inkml:brush>
  </inkml:definitions>
  <inkml:trace contextRef="#ctx0" brushRef="#br0">41 0 11979 0 0,'-1'0'44'0'0,"1"0"1"0"0,-1 0 0 0 0,0 0 0 0 0,1 0 0 0 0,-1 0-1 0 0,1 0 1 0 0,-1 0 0 0 0,0 0 0 0 0,1 1 0 0 0,-1-1 0 0 0,1 0-1 0 0,-1 0 1 0 0,0 0 0 0 0,1 1 0 0 0,-1-1 0 0 0,1 0 0 0 0,-1 1-1 0 0,1-1 1 0 0,-1 0 0 0 0,1 1 0 0 0,-1-1 0 0 0,1 1-1 0 0,0-1 1 0 0,-1 1 0 0 0,1-1 0 0 0,0 1 0 0 0,-1-1 0 0 0,1 1-1 0 0,0-1 1 0 0,-1 1 0 0 0,1-1 0 0 0,0 1 0 0 0,0 0 0 0 0,0-1-1 0 0,0 1 1 0 0,0-1 0 0 0,-1 1 0 0 0,1 0 0 0 0,0 0-1 0 0,-3 34 864 0 0,2-23-536 0 0,-11 99 2870 0 0,4 167 0 0 0,16-148-4227 0 0,9 1-4024 0 0,-8-83-1658 0 0</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27.585"/>
    </inkml:context>
    <inkml:brush xml:id="br0">
      <inkml:brushProperty name="width" value="0.1" units="cm"/>
      <inkml:brushProperty name="height" value="0.1" units="cm"/>
    </inkml:brush>
  </inkml:definitions>
  <inkml:trace contextRef="#ctx0" brushRef="#br0">111 0 12443 0 0,'-3'4'172'0'0,"1"-1"1"0"0,-1 1-1 0 0,1 0 1 0 0,0-1-1 0 0,1 1 1 0 0,-3 8-1 0 0,3-11-75 0 0,-19 53 505 0 0,2 0 1 0 0,3 1-1 0 0,2 1 0 0 0,3 0 0 0 0,2 1 1 0 0,2 0-1 0 0,4 88 0 0 0,3-130-523 0 0,0 1 0 0 0,2-1-1 0 0,0 0 1 0 0,1 0 0 0 0,0 0-1 0 0,1 0 1 0 0,1-1-1 0 0,0 0 1 0 0,1 0 0 0 0,1 0-1 0 0,0-1 1 0 0,1 0 0 0 0,10 11-1 0 0,-13-17-53 0 0,0 0 0 0 0,1-1 0 0 0,0 0-1 0 0,0-1 1 0 0,0 1 0 0 0,1-1 0 0 0,0-1-1 0 0,0 1 1 0 0,0-1 0 0 0,0-1 0 0 0,1 0-1 0 0,-1 0 1 0 0,1 0 0 0 0,0-1 0 0 0,0 0-1 0 0,0-1 1 0 0,0 0 0 0 0,0-1 0 0 0,0 0-1 0 0,0 0 1 0 0,0-1 0 0 0,0 0 0 0 0,13-3-1 0 0,-11 2 54 0 0,-1-1 0 0 0,0 0 0 0 0,1 0 0 0 0,-1-1 0 0 0,-1-1 0 0 0,1 1 0 0 0,-1-2 0 0 0,1 1 0 0 0,-2-1-1 0 0,1-1 1 0 0,-1 0 0 0 0,0 0 0 0 0,0 0 0 0 0,0-1 0 0 0,-1 0 0 0 0,-1-1 0 0 0,1 1 0 0 0,-2-1 0 0 0,1-1 0 0 0,-1 1-1 0 0,0-1 1 0 0,-1 0 0 0 0,0 0 0 0 0,-1 0 0 0 0,0 0 0 0 0,0-1 0 0 0,-1 1 0 0 0,-1-1 0 0 0,0 0 0 0 0,0-21 0 0 0,-2 5-13 0 0,-1 1 1 0 0,-2 0 0 0 0,0 0 0 0 0,-2 0 0 0 0,-1 0 0 0 0,0 1 0 0 0,-2 0 0 0 0,-18-36 0 0 0,19 47-210 0 0,0 0-1 0 0,0 0 1 0 0,-2 1-1 0 0,1 0 1 0 0,-2 0-1 0 0,0 1 1 0 0,0 1-1 0 0,-1 0 1 0 0,-1 0 0 0 0,1 1-1 0 0,-2 1 1 0 0,1 0-1 0 0,-1 1 1 0 0,-1 0-1 0 0,-17-6 1 0 0,4 6-4995 0 0,1 3-1662 0 0</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28.644"/>
    </inkml:context>
    <inkml:brush xml:id="br0">
      <inkml:brushProperty name="width" value="0.1" units="cm"/>
      <inkml:brushProperty name="height" value="0.1" units="cm"/>
    </inkml:brush>
  </inkml:definitions>
  <inkml:trace contextRef="#ctx0" brushRef="#br0">174 1 9674 0 0,'-4'1'220'0'0,"0"-1"0"0"0,0 2 0 0 0,1-1 0 0 0,-1 0 0 0 0,0 1 0 0 0,1-1 0 0 0,-1 1 0 0 0,1 0 0 0 0,0 0 0 0 0,0 0 0 0 0,0 1 0 0 0,0-1 0 0 0,0 1 0 0 0,0 0 1 0 0,0 0-1 0 0,-3 5 0 0 0,-37 55 2454 0 0,32-43-2322 0 0,1 1 0 0 0,0 0 0 0 0,2 1 0 0 0,1 0 0 0 0,0 0 0 0 0,2 1 0 0 0,1 0 0 0 0,-3 40 0 0 0,5-44-319 0 0,2-1-1 0 0,1 1 1 0 0,0 0-1 0 0,1-1 1 0 0,1 1-1 0 0,0-1 1 0 0,2 0-1 0 0,0 0 0 0 0,1 0 1 0 0,1-1-1 0 0,12 23 1 0 0,-14-31-55 0 0,1-1-1 0 0,0 1 1 0 0,1-1 0 0 0,0 0 0 0 0,0 0-1 0 0,0-1 1 0 0,1 1 0 0 0,0-2 0 0 0,1 1-1 0 0,0-1 1 0 0,-1-1 0 0 0,2 0 0 0 0,-1 0-1 0 0,1-1 1 0 0,-1 0 0 0 0,1 0 0 0 0,1-1 0 0 0,15 3-1 0 0,-11-4-9 0 0,0-1 0 0 0,0-1-1 0 0,0 0 1 0 0,0-1 0 0 0,0-1-1 0 0,0 0 1 0 0,0-1 0 0 0,0-1-1 0 0,-1 0 1 0 0,0 0 0 0 0,1-2-1 0 0,17-9 1 0 0,-18 8 139 0 0,0-1 0 0 0,-1 0 0 0 0,-1-1 0 0 0,1 0 0 0 0,-2-1 0 0 0,1 0 0 0 0,-1 0 0 0 0,-1-2 0 0 0,12-14 0 0 0,-16 18 2 0 0,-1-2 0 0 0,0 1 0 0 0,0 0 0 0 0,-1-1 0 0 0,0 0-1 0 0,-1 0 1 0 0,0 0 0 0 0,0 0 0 0 0,-1-1 0 0 0,0 1 0 0 0,-1-1 0 0 0,-1 1 0 0 0,1-1-1 0 0,-3-12 1 0 0,0 0-24 0 0,-2 1 0 0 0,0 0 0 0 0,-2 0 0 0 0,0 0 0 0 0,-2 1 0 0 0,0 0 0 0 0,-1 0 0 0 0,-14-21 0 0 0,17 31-133 0 0,0 1-1 0 0,-1-1 1 0 0,0 2-1 0 0,-1-1 1 0 0,0 1-1 0 0,0 0 1 0 0,-1 1-1 0 0,0 0 1 0 0,-1 0-1 0 0,0 1 0 0 0,0 0 1 0 0,-1 1-1 0 0,1 0 1 0 0,-1 1-1 0 0,-1 0 1 0 0,-16-5-1 0 0,-1 6-836 0 0,1 5-241 0 0</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28.963"/>
    </inkml:context>
    <inkml:brush xml:id="br0">
      <inkml:brushProperty name="width" value="0.1" units="cm"/>
      <inkml:brushProperty name="height" value="0.1" units="cm"/>
    </inkml:brush>
  </inkml:definitions>
  <inkml:trace contextRef="#ctx0" brushRef="#br0">177 1 12899 0 0,'-2'1'254'0'0,"0"0"-1"0"0,0 1 1 0 0,0-1 0 0 0,0 1 0 0 0,0 0 0 0 0,0 0 0 0 0,0 0-1 0 0,1-1 1 0 0,-1 2 0 0 0,1-1 0 0 0,-1 0 0 0 0,1 0 0 0 0,0 0-1 0 0,-2 4 1 0 0,-14 37 1674 0 0,16-39-1665 0 0,-24 86 1117 0 0,4 0 0 0 0,-11 104 0 0 0,17-97-1012 0 0,11-73-394 0 0,-10 59-366 0 0,3 1 0 0 0,1 98 0 0 0,13-116-7536 0 0</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6:29.627"/>
    </inkml:context>
    <inkml:brush xml:id="br0">
      <inkml:brushProperty name="width" value="0.1" units="cm"/>
      <inkml:brushProperty name="height" value="0.1" units="cm"/>
    </inkml:brush>
  </inkml:definitions>
  <inkml:trace contextRef="#ctx0" brushRef="#br0">9 490 6913 0 0,'-1'4'307'0'0,"-1"1"-1"0"0,1-1 1 0 0,0 1-1 0 0,0-1 0 0 0,0 1 1 0 0,0-1-1 0 0,1 1 1 0 0,0 8-1 0 0,0-2 539 0 0,-1 3-396 0 0,1-1 0 0 0,1 0 0 0 0,0 0 0 0 0,1 0 0 0 0,1 0 0 0 0,0 0 0 0 0,0 0 0 0 0,2 0 0 0 0,-1-1 0 0 0,2 0 0 0 0,-1 0 1 0 0,2 0-1 0 0,13 20 0 0 0,-16-27-354 0 0,0 0 1 0 0,0 0-1 0 0,0-1 1 0 0,0 1-1 0 0,0-1 1 0 0,1 0-1 0 0,0 0 0 0 0,0 0 1 0 0,0-1-1 0 0,1 0 1 0 0,-1 0-1 0 0,1 0 1 0 0,-1 0-1 0 0,1-1 1 0 0,0 0-1 0 0,0-1 1 0 0,0 1-1 0 0,0-1 1 0 0,0 0-1 0 0,1 0 0 0 0,-1-1 1 0 0,0 0-1 0 0,0 0 1 0 0,0 0-1 0 0,1-1 1 0 0,-1 0-1 0 0,0 0 1 0 0,0-1-1 0 0,0 0 1 0 0,0 0-1 0 0,6-3 1 0 0,1-2-8 0 0,-1 0 1 0 0,1-1-1 0 0,-1-1 1 0 0,-1 0-1 0 0,0 0 1 0 0,0-1-1 0 0,-1-1 1 0 0,0 0-1 0 0,-1 0 1 0 0,11-17 0 0 0,9-19 676 0 0,33-70 0 0 0,-46 84-478 0 0,-3 5-131 0 0,0-1 1 0 0,-3 0-1 0 0,14-55 0 0 0,-20 65-109 0 0,-1 0-1 0 0,-1 0 1 0 0,0 0-1 0 0,-2-1 1 0 0,0 1-1 0 0,-1 0 1 0 0,-5-26-1 0 0,5 39-24 0 0,0 1 1 0 0,-1-1-1 0 0,0 1 0 0 0,0-1 0 0 0,-1 1 0 0 0,1 0 0 0 0,-1 0 0 0 0,0 0 0 0 0,0 0 0 0 0,-1 1 1 0 0,0-1-1 0 0,0 1 0 0 0,-7-7 0 0 0,4 6-38 0 0,-1 0 0 0 0,1 0 0 0 0,-1 0 1 0 0,0 1-1 0 0,-1 0 0 0 0,1 1 0 0 0,-18-5 0 0 0,-5 2-203 0 0,-1 1-1 0 0,1 1 0 0 0,-61 2 0 0 0,89 2 198 0 0,-26 1-475 0 0,3 2-113 0 0</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10.355"/>
    </inkml:context>
    <inkml:brush xml:id="br0">
      <inkml:brushProperty name="width" value="0.1" units="cm"/>
      <inkml:brushProperty name="height" value="0.1" units="cm"/>
    </inkml:brush>
  </inkml:definitions>
  <inkml:trace contextRef="#ctx0" brushRef="#br0">19 39 7370 0 0,'-19'-39'11115'0'0,"22"61"-8892"0"0,1 16-1271 0 0,-1 56 0 0 0,1 19-568 0 0,6-48-451 0 0,4 1 1 0 0,42 121-1 0 0,-39-137-508 0 0,-8-19-1330 0 0,0 2 1 0 0,3 35 0 0 0,-8-36-4306 0 0</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10.528"/>
    </inkml:context>
    <inkml:brush xml:id="br0">
      <inkml:brushProperty name="width" value="0.1" units="cm"/>
      <inkml:brushProperty name="height" value="0.1" units="cm"/>
    </inkml:brush>
  </inkml:definitions>
  <inkml:trace contextRef="#ctx0" brushRef="#br0">52 48 6913 0 0,'-1'0'276'0'0,"-28"-1"-386"0"0,7-7 5499 0 0,23 7-5192 0 0,-1 1 1 0 0,1-1-1 0 0,-1 0 0 0 0,1 1 1 0 0,0-1-1 0 0,-1 0 0 0 0,1 1 1 0 0,0-1-1 0 0,0 1 0 0 0,-1-1 1 0 0,1 1-1 0 0,0-1 0 0 0,0 1 1 0 0,0 0-1 0 0,0-1 0 0 0,0 1 1 0 0,-1 0-1 0 0,1 0 0 0 0,2 0 1 0 0,22-5 777 0 0,-22 4-837 0 0,148-18-1924 0 0,-119 15-3930 0 0</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10.990"/>
    </inkml:context>
    <inkml:brush xml:id="br0">
      <inkml:brushProperty name="width" value="0.1" units="cm"/>
      <inkml:brushProperty name="height" value="0.1" units="cm"/>
    </inkml:brush>
  </inkml:definitions>
  <inkml:trace contextRef="#ctx0" brushRef="#br0">339 506 6913 0 0,'-2'-2'121'0'0,"1"0"0"0"0,-1 0 0 0 0,0 0-1 0 0,0 0 1 0 0,0 0 0 0 0,0 1-1 0 0,0-1 1 0 0,-1 1 0 0 0,1-1-1 0 0,0 1 1 0 0,-1 0 0 0 0,1 0-1 0 0,-1 0 1 0 0,1 0 0 0 0,-1 0-1 0 0,1 1 1 0 0,-1-1 0 0 0,0 1-1 0 0,1-1 1 0 0,-1 1 0 0 0,0 0-1 0 0,-3 1 1 0 0,-10-1 631 0 0,0 1 0 0 0,-22 4 0 0 0,34-4-700 0 0,-14 2 299 0 0,1 1 0 0 0,-1 0 0 0 0,1 2 0 0 0,0 0 1 0 0,-25 13-1 0 0,37-16-217 0 0,-1-1 1 0 0,1 1-1 0 0,1 0 1 0 0,-1 1 0 0 0,0-1-1 0 0,1 1 1 0 0,0 0-1 0 0,0 0 1 0 0,0 0 0 0 0,0 1-1 0 0,1-1 1 0 0,-1 1 0 0 0,1 0-1 0 0,0 0 1 0 0,1 0-1 0 0,-1 0 1 0 0,1 0 0 0 0,0 1-1 0 0,0-1 1 0 0,1 1-1 0 0,-2 7 1 0 0,3-12-152 0 0,0 1 1 0 0,0 0-1 0 0,0 0 1 0 0,0-1-1 0 0,0 1 1 0 0,0 0-1 0 0,0-1 1 0 0,1 1-1 0 0,-1 0 1 0 0,0-1-1 0 0,1 1 1 0 0,0-1-1 0 0,-1 1 1 0 0,1 0-1 0 0,0-1 1 0 0,0 1-1 0 0,0-1 1 0 0,0 0-1 0 0,0 1 1 0 0,0-1-1 0 0,0 0 1 0 0,0 0-1 0 0,2 2 1 0 0,0-2-112 0 0,-1 0 1 0 0,0 0-1 0 0,1 0 1 0 0,-1 0-1 0 0,1 0 1 0 0,0-1-1 0 0,-1 1 1 0 0,1-1-1 0 0,-1 0 1 0 0,1 0-1 0 0,0 0 1 0 0,-1 0-1 0 0,5-1 1 0 0,4-1-443 0 0,0 0 1 0 0,0-1-1 0 0,-1-1 1 0 0,1 0-1 0 0,18-10 0 0 0,-14 6 64 0 0,0-2-1 0 0,-1 0 0 0 0,0-1 0 0 0,-1 0 0 0 0,-1-1 0 0 0,1 0 1 0 0,-2-1-1 0 0,0 0 0 0 0,0-1 0 0 0,15-28 0 0 0,-21 33 291 0 0,0-1 1 0 0,-1 0-1 0 0,0-1 0 0 0,0 1 1 0 0,-1-1-1 0 0,-1 0 0 0 0,0 1 0 0 0,0-1 1 0 0,-1 0-1 0 0,0 0 0 0 0,-1 0 0 0 0,-1 0 1 0 0,1 0-1 0 0,-2 0 0 0 0,1 0 1 0 0,-2 0-1 0 0,1 0 0 0 0,-5-10 0 0 0,-18-34 3024 0 0,-35-59-1 0 0,9 19 3577 0 0,41 80-3577 0 0,10 23-150 0 0,8 26-864 0 0,39 90-651 0 0,33 95-666 0 0,-42-104-1522 0 0,-20-67-4843 0 0,-5-14-872 0 0</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11.625"/>
    </inkml:context>
    <inkml:brush xml:id="br0">
      <inkml:brushProperty name="width" value="0.1" units="cm"/>
      <inkml:brushProperty name="height" value="0.1" units="cm"/>
    </inkml:brush>
  </inkml:definitions>
  <inkml:trace contextRef="#ctx0" brushRef="#br0">1 374 9674 0 0,'0'0'440'0'0,"21"-6"1253"0"0,-8 1-1262 0 0,-1-1 1 0 0,0 0 0 0 0,-1 0 0 0 0,1-1-1 0 0,-1-1 1 0 0,0 0 0 0 0,-1 0-1 0 0,0-1 1 0 0,17-20 0 0 0,-15 15-351 0 0,-1-1-1 0 0,0 0 1 0 0,-2 0 0 0 0,1-1 0 0 0,-2-1-1 0 0,12-30 1 0 0,-18 41-12 0 0,-1 0 0 0 0,0 0 0 0 0,0 0 0 0 0,0 0 1 0 0,0 0-1 0 0,-1-1 0 0 0,0 1 0 0 0,-1 0 0 0 0,1 0 0 0 0,-1 0 0 0 0,0 0 1 0 0,-1 0-1 0 0,1 0 0 0 0,-5-9 0 0 0,5 13-5 0 0,0-1 0 0 0,0 1 0 0 0,-1 0 0 0 0,1 0 0 0 0,-1 0 0 0 0,0 0 0 0 0,1 0 0 0 0,-1 0 0 0 0,0 0 0 0 0,0 0-1 0 0,0 1 1 0 0,0-1 0 0 0,-1 1 0 0 0,1-1 0 0 0,0 1 0 0 0,-1 0 0 0 0,1 0 0 0 0,-1 0 0 0 0,1 0 0 0 0,-1 0 0 0 0,1 1 0 0 0,-1-1 0 0 0,1 1 0 0 0,-1 0 0 0 0,0 0 0 0 0,1 0 0 0 0,-1 0 0 0 0,0 0 0 0 0,1 0 0 0 0,-1 1 0 0 0,1-1 0 0 0,-1 1-1 0 0,1 0 1 0 0,-1-1 0 0 0,1 1 0 0 0,-4 2 0 0 0,0 0-26 0 0,0 0-1 0 0,1 1 1 0 0,-1 0-1 0 0,1-1 1 0 0,0 2-1 0 0,0-1 1 0 0,0 1-1 0 0,0 0 1 0 0,1 0-1 0 0,0 0 1 0 0,0 0-1 0 0,0 1 1 0 0,1-1-1 0 0,-1 1 1 0 0,2 0-1 0 0,-1 0 1 0 0,0 1-1 0 0,1-1 1 0 0,-2 10-1 0 0,3-10-43 0 0,-1 1-1 0 0,1-1 0 0 0,0 0 0 0 0,1 0 1 0 0,-1 1-1 0 0,1-1 0 0 0,0 0 0 0 0,1 1 1 0 0,0-1-1 0 0,0 0 0 0 0,0 1 0 0 0,1-1 1 0 0,0 0-1 0 0,0 0 0 0 0,0 0 0 0 0,1-1 0 0 0,0 1 1 0 0,0-1-1 0 0,0 1 0 0 0,7 6 0 0 0,-2-4-205 0 0,1-1-1 0 0,0 0 1 0 0,0-1-1 0 0,0 0 0 0 0,1 0 1 0 0,0-1-1 0 0,0 0 0 0 0,1-1 1 0 0,-1-1-1 0 0,1 1 0 0 0,0-1 1 0 0,0-1-1 0 0,0 0 1 0 0,0-1-1 0 0,1 0 0 0 0,-1-1 1 0 0,20-1-1 0 0,-3-2-796 0 0,0 0-1 0 0,-1-2 1 0 0,0-1 0 0 0,0-1-1 0 0,0-2 1 0 0,26-11-1 0 0,-40 13 797 0 0,0 1-1 0 0,0-2 0 0 0,-1 0 0 0 0,0 0 0 0 0,0-1 1 0 0,-1 0-1 0 0,15-16 0 0 0,-21 19 533 0 0,0 1-1 0 0,0-1 1 0 0,-1 0 0 0 0,0 0-1 0 0,0-1 1 0 0,0 0-1 0 0,-1 1 1 0 0,0-1 0 0 0,0 0-1 0 0,0 0 1 0 0,-1-1-1 0 0,0 1 1 0 0,-1 0 0 0 0,0-1-1 0 0,0 1 1 0 0,0-10 0 0 0,-1 15-179 0 0,0 1 1 0 0,0-1 0 0 0,0 0 0 0 0,0 0 0 0 0,0 0 0 0 0,-1 0-1 0 0,1 1 1 0 0,0-1 0 0 0,-1 0 0 0 0,0 0 0 0 0,1 0 0 0 0,-1 1 0 0 0,0-1-1 0 0,0 1 1 0 0,0-1 0 0 0,0 0 0 0 0,0 1 0 0 0,0 0 0 0 0,0-1-1 0 0,-1 1 1 0 0,1 0 0 0 0,0-1 0 0 0,-1 1 0 0 0,1 0 0 0 0,-1 0 0 0 0,0 0-1 0 0,1 0 1 0 0,-1 1 0 0 0,0-1 0 0 0,1 0 0 0 0,-1 1 0 0 0,0-1-1 0 0,0 1 1 0 0,1-1 0 0 0,-1 1 0 0 0,0 0 0 0 0,0 0 0 0 0,0 0 0 0 0,0 0-1 0 0,-3 0 1 0 0,1 1-39 0 0,-1 0 1 0 0,0 0-1 0 0,0 1 0 0 0,1 0 0 0 0,-1-1 1 0 0,1 1-1 0 0,-1 1 0 0 0,1-1 0 0 0,0 1 1 0 0,0-1-1 0 0,0 1 0 0 0,0 0 0 0 0,0 1 1 0 0,-4 5-1 0 0,-3 6-25 0 0,0 0 0 0 0,1 1 0 0 0,1 0 0 0 0,1 1 0 0 0,-10 26 0 0 0,14-33-67 0 0,1 0 0 0 0,0 0 0 0 0,1 1 0 0 0,0-1 0 0 0,0 1 0 0 0,1-1 0 0 0,1 1 0 0 0,-1-1 0 0 0,2 1 0 0 0,0-1 0 0 0,2 13 1 0 0,-3-21-37 0 0,1 0 1 0 0,-1 0 0 0 0,1 0 0 0 0,-1 0 0 0 0,1 0 0 0 0,0 0 0 0 0,0 0 0 0 0,0 0 0 0 0,0 0 0 0 0,0 0-1 0 0,0 0 1 0 0,1-1 0 0 0,-1 1 0 0 0,0-1 0 0 0,1 1 0 0 0,-1-1 0 0 0,1 1 0 0 0,0-1 0 0 0,0 0 0 0 0,-1 0-1 0 0,1 1 1 0 0,0-1 0 0 0,0-1 0 0 0,0 1 0 0 0,0 0 0 0 0,0 0 0 0 0,0-1 0 0 0,0 1 0 0 0,1-1-1 0 0,-1 0 1 0 0,0 0 0 0 0,0 1 0 0 0,0-2 0 0 0,0 1 0 0 0,0 0 0 0 0,1 0 0 0 0,-1 0 0 0 0,0-1 0 0 0,0 0-1 0 0,0 1 1 0 0,0-1 0 0 0,0 0 0 0 0,0 0 0 0 0,3-2 0 0 0,2 0-48 0 0,0-1-1 0 0,-1 0 1 0 0,0 0 0 0 0,1 0 0 0 0,-1-1 0 0 0,-1 0-1 0 0,1 0 1 0 0,-1-1 0 0 0,0 0 0 0 0,0 0-1 0 0,6-10 1 0 0,13-43-246 0 0,-20 46 517 0 0,0 1 1 0 0,1 0-1 0 0,0 0 0 0 0,13-19 0 0 0,-17 30-192 0 0,-1 0-1 0 0,1 0 0 0 0,-1 1 1 0 0,1-1-1 0 0,-1 0 0 0 0,1 1 1 0 0,0-1-1 0 0,-1 1 0 0 0,1-1 1 0 0,0 1-1 0 0,-1-1 1 0 0,1 1-1 0 0,0 0 0 0 0,0-1 1 0 0,0 1-1 0 0,-1 0 0 0 0,1-1 1 0 0,0 1-1 0 0,0 0 0 0 0,0 0 1 0 0,0 0-1 0 0,-1 0 0 0 0,1 0 1 0 0,0 0-1 0 0,0 0 0 0 0,0 0 1 0 0,0 0-1 0 0,0 0 0 0 0,-1 0 1 0 0,1 1-1 0 0,0-1 1 0 0,0 0-1 0 0,0 1 0 0 0,-1-1 1 0 0,1 0-1 0 0,0 1 0 0 0,0-1 1 0 0,-1 1-1 0 0,1-1 0 0 0,0 1 1 0 0,-1 0-1 0 0,1-1 0 0 0,0 1 1 0 0,-1-1-1 0 0,1 1 0 0 0,-1 0 1 0 0,0 0-1 0 0,1-1 1 0 0,0 2-1 0 0,5 7-558 0 0,0 1 1 0 0,0-1 0 0 0,5 14-1 0 0,-3-7-899 0 0,3 0-2757 0 0,1 2-1166 0 0</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11.989"/>
    </inkml:context>
    <inkml:brush xml:id="br0">
      <inkml:brushProperty name="width" value="0.1" units="cm"/>
      <inkml:brushProperty name="height" value="0.1" units="cm"/>
    </inkml:brush>
  </inkml:definitions>
  <inkml:trace contextRef="#ctx0" brushRef="#br0">82 45 14283 0 0,'-3'-5'723'0'0,"1"-1"0"0"0,-1 1 0 0 0,0 0 0 0 0,0-1 0 0 0,-7-6 0 0 0,9 11-600 0 0,1 1 0 0 0,-1-1 0 0 0,1 1 0 0 0,0 0 0 0 0,-1-1 0 0 0,1 1 0 0 0,-1 0 0 0 0,1-1 0 0 0,-1 1 0 0 0,1 0 0 0 0,-1-1 0 0 0,1 1 0 0 0,-1 0 0 0 0,1 0 0 0 0,-1 0 0 0 0,1 0 0 0 0,-1 0 0 0 0,0 0 0 0 0,1-1 0 0 0,-1 1 0 0 0,1 0 0 0 0,-1 0 0 0 0,1 1 0 0 0,-1-1 0 0 0,0 0 0 0 0,0 0 0 0 0,0 1-49 0 0,0 0 1 0 0,0 0 0 0 0,0 0 0 0 0,0 0-1 0 0,0 0 1 0 0,0 0 0 0 0,1 0-1 0 0,-1 1 1 0 0,0-1 0 0 0,1 0-1 0 0,-1 0 1 0 0,1 1 0 0 0,-1-1 0 0 0,1 0-1 0 0,-1 1 1 0 0,1 1 0 0 0,-10 45 197 0 0,1 0 0 0 0,3 1-1 0 0,3 0 1 0 0,1 0 0 0 0,6 59 0 0 0,42 244-679 0 0,-27-259-1920 0 0,-10-49-5651 0 0</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12.531"/>
    </inkml:context>
    <inkml:brush xml:id="br0">
      <inkml:brushProperty name="width" value="0.1" units="cm"/>
      <inkml:brushProperty name="height" value="0.1" units="cm"/>
    </inkml:brush>
  </inkml:definitions>
  <inkml:trace contextRef="#ctx0" brushRef="#br0">241 57 9674 0 0,'-3'-4'299'0'0,"1"0"0"0"0,-1 1 0 0 0,1-1 0 0 0,-1 0 0 0 0,0 1-1 0 0,0 0 1 0 0,0-1 0 0 0,-1 1 0 0 0,1 0 0 0 0,-1 1 0 0 0,0-1 0 0 0,0 1 0 0 0,0 0 0 0 0,0 0 0 0 0,0 0-1 0 0,0 0 1 0 0,-1 0 0 0 0,1 1 0 0 0,0 0 0 0 0,-1 0 0 0 0,1 0 0 0 0,-1 1 0 0 0,0 0 0 0 0,1-1 0 0 0,-1 2-1 0 0,1-1 1 0 0,-1 0 0 0 0,1 1 0 0 0,-8 2 0 0 0,5-2-159 0 0,0 1 1 0 0,0 0-1 0 0,1 0 1 0 0,-1 1-1 0 0,1 0 1 0 0,0 0-1 0 0,0 1 1 0 0,0-1-1 0 0,0 1 0 0 0,1 1 1 0 0,0-1-1 0 0,0 1 1 0 0,0 0-1 0 0,0 0 1 0 0,0 0-1 0 0,1 1 1 0 0,0-1-1 0 0,1 1 0 0 0,-5 8 1 0 0,7-12-138 0 0,0 0 0 0 0,1 0 0 0 0,-1 1 1 0 0,1-1-1 0 0,-1 0 0 0 0,1 0 0 0 0,0 0 0 0 0,0 1 1 0 0,0-1-1 0 0,0 0 0 0 0,0 0 0 0 0,0 1 0 0 0,1-1 0 0 0,-1 0 1 0 0,1 0-1 0 0,-1 0 0 0 0,1 0 0 0 0,0 0 0 0 0,0 0 1 0 0,0 0-1 0 0,0 0 0 0 0,0 0 0 0 0,1 0 0 0 0,-1 0 1 0 0,1-1-1 0 0,-1 1 0 0 0,1 0 0 0 0,-1-1 0 0 0,1 1 0 0 0,3 1 1 0 0,6 4-7 0 0,0 0 1 0 0,1-1-1 0 0,-1 0 1 0 0,17 5 0 0 0,-3-1 20 0 0,-24-9-17 0 0,18 8 43 0 0,34 20 0 0 0,-49-26-40 0 0,-1-1 0 0 0,1 0-1 0 0,0 1 1 0 0,-1 0 0 0 0,0 0 0 0 0,0 0 0 0 0,0 0-1 0 0,0 1 1 0 0,0-1 0 0 0,-1 1 0 0 0,1-1 0 0 0,-1 1-1 0 0,0 0 1 0 0,0 0 0 0 0,-1 0 0 0 0,2 5 0 0 0,-3-6-2 0 0,0 0-1 0 0,0 0 1 0 0,-1 0 0 0 0,1 0 0 0 0,-1 0 0 0 0,1 0 0 0 0,-1-1 0 0 0,0 1 0 0 0,-1 0 0 0 0,1 0 0 0 0,0-1 0 0 0,-1 1 0 0 0,1-1-1 0 0,-1 1 1 0 0,0-1 0 0 0,0 0 0 0 0,0 0 0 0 0,0 0 0 0 0,0 0 0 0 0,0 0 0 0 0,-1 0 0 0 0,-3 2 0 0 0,-5 4 9 0 0,-1-1 0 0 0,0 0 0 0 0,-17 6 0 0 0,-40 16-4043 0 0</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12.735"/>
    </inkml:context>
    <inkml:brush xml:id="br0">
      <inkml:brushProperty name="width" value="0.1" units="cm"/>
      <inkml:brushProperty name="height" value="0.1" units="cm"/>
    </inkml:brush>
  </inkml:definitions>
  <inkml:trace contextRef="#ctx0" brushRef="#br0">1 1 12899 0 0,'1'0'171'0'0,"0"0"1"0"0,0 0-1 0 0,1 0 1 0 0,-1 0-1 0 0,0 0 0 0 0,0 0 1 0 0,0 1-1 0 0,1-1 1 0 0,-1 1-1 0 0,0-1 1 0 0,0 1-1 0 0,0-1 1 0 0,0 1-1 0 0,0 0 1 0 0,1-1-1 0 0,-1 1 1 0 0,-1 0-1 0 0,1 0 0 0 0,0 0 1 0 0,0-1-1 0 0,0 1 1 0 0,0 0-1 0 0,-1 0 1 0 0,1 1-1 0 0,0-1 1 0 0,-1 0-1 0 0,1 0 1 0 0,-1 0-1 0 0,1 0 0 0 0,-1 0 1 0 0,1 1-1 0 0,-1-1 1 0 0,0 2-1 0 0,12 45 1761 0 0,-9 31-1860 0 0,-3-62-1252 0 0,0 0 0 0 0,1 1-1 0 0,1-1 1 0 0,7 30 0 0 0,-9-46 1172 0 0,0 0 1 0 0,0 0-1 0 0,1 0 0 0 0,-1 0 1 0 0,1 1-1 0 0,-1-1 0 0 0,1 0 1 0 0,-1 0-1 0 0,1 0 0 0 0,0 0 1 0 0,-1 0-1 0 0,1 0 0 0 0,0 0 0 0 0,0-1 1 0 0,0 1-1 0 0,0 0 0 0 0,0 0 1 0 0,0 0-1 0 0,0-1 0 0 0,0 1 1 0 0,0-1-1 0 0,0 1 0 0 0,0-1 1 0 0,0 1-1 0 0,2 0 0 0 0,3-4-68 0 0</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12.909"/>
    </inkml:context>
    <inkml:brush xml:id="br0">
      <inkml:brushProperty name="width" value="0.1" units="cm"/>
      <inkml:brushProperty name="height" value="0.1" units="cm"/>
    </inkml:brush>
  </inkml:definitions>
  <inkml:trace contextRef="#ctx0" brushRef="#br0">8 80 8290 0 0,'-3'-7'736'0'0,"2"1"-584"0"0,1 2-152 0 0,0 3 0 0 0,1-1 480 0 0,-1-1 72 0 0,-1-4 16 0 0,-1-5 0 0 0,1-1-280 0 0,1 1-47 0 0,1 4-17 0 0,-1 3 0 0 0,6 20-5866 0 0,0 1 3570 0 0,0 4 1640 0 0,3 2 328 0 0</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13.595"/>
    </inkml:context>
    <inkml:brush xml:id="br0">
      <inkml:brushProperty name="width" value="0.1" units="cm"/>
      <inkml:brushProperty name="height" value="0.1" units="cm"/>
    </inkml:brush>
  </inkml:definitions>
  <inkml:trace contextRef="#ctx0" brushRef="#br0">311 38 4609 0 0,'-6'-5'412'0'0,"-1"0"0"0"0,0 1 0 0 0,0 0 0 0 0,-1 1 0 0 0,1 0 0 0 0,-1 0 0 0 0,1 0 0 0 0,-1 1 0 0 0,0 0 0 0 0,0 1 0 0 0,0 0 0 0 0,0 0 0 0 0,0 0-1 0 0,0 1 1 0 0,0 1 0 0 0,0-1 0 0 0,0 1 0 0 0,0 1 0 0 0,0-1 0 0 0,0 1 0 0 0,0 1 0 0 0,1-1 0 0 0,-1 1 0 0 0,1 1 0 0 0,-1-1 0 0 0,1 1 0 0 0,1 0 0 0 0,-1 1 0 0 0,0 0 0 0 0,1 0 0 0 0,-8 8 0 0 0,4-3-42 0 0,0 0 1 0 0,0 1-1 0 0,-11 17 1 0 0,20-27-356 0 0,-1 1 0 0 0,1 0 0 0 0,0 0 0 0 0,-1 0 0 0 0,1 0 0 0 0,0 0 0 0 0,0 0 0 0 0,1 0 0 0 0,-1 0 0 0 0,0 1 0 0 0,1-1 1 0 0,-1 0-1 0 0,1 0 0 0 0,-1 1 0 0 0,1-1 0 0 0,0 0 0 0 0,0 1 0 0 0,0-1 0 0 0,1 0 0 0 0,-1 1 0 0 0,0-1 0 0 0,1 0 0 0 0,-1 0 0 0 0,1 1 0 0 0,0-1 0 0 0,0 0 0 0 0,0 0 0 0 0,0 0 0 0 0,0 0 0 0 0,3 3 0 0 0,-2-4-52 0 0,-1 0-1 0 0,1 1 1 0 0,1-1-1 0 0,-1 0 1 0 0,0 0 0 0 0,0 0-1 0 0,0-1 1 0 0,0 1-1 0 0,1 0 1 0 0,-1-1-1 0 0,0 1 1 0 0,1-1-1 0 0,-1 0 1 0 0,0 0 0 0 0,1 0-1 0 0,-1 0 1 0 0,0 0-1 0 0,1-1 1 0 0,-1 1-1 0 0,0-1 1 0 0,1 1-1 0 0,-1-1 1 0 0,0 0 0 0 0,0 0-1 0 0,0 0 1 0 0,3-2-1 0 0,7-3 122 0 0,0-1 0 0 0,-1 0-1 0 0,12-10 1 0 0,13-15 462 0 0,20-17 246 0 0,-53 46-737 0 0,1 1 0 0 0,-1-1 1 0 0,1 1-1 0 0,0 0 0 0 0,-1 1 1 0 0,1-1-1 0 0,0 1 0 0 0,0-1 1 0 0,0 1-1 0 0,1 0 0 0 0,-1 1 1 0 0,0-1-1 0 0,7 0 1 0 0,-9 2-41 0 0,0-1 1 0 0,0 1 0 0 0,0 0-1 0 0,0 0 1 0 0,0 0 0 0 0,0-1 0 0 0,0 2-1 0 0,0-1 1 0 0,0 0 0 0 0,-1 0 0 0 0,1 1-1 0 0,0-1 1 0 0,-1 1 0 0 0,1-1-1 0 0,-1 1 1 0 0,0 0 0 0 0,1-1 0 0 0,-1 1-1 0 0,0 0 1 0 0,0 0 0 0 0,0 0 0 0 0,0 0-1 0 0,0 0 1 0 0,-1 0 0 0 0,1 0-1 0 0,-1 0 1 0 0,1 4 0 0 0,2 7-31 0 0,-1 0 0 0 0,-1 0-1 0 0,1 16 1 0 0,-2-23 10 0 0,0 13-37 0 0,-1 1 0 0 0,0-1 0 0 0,-2 0 0 0 0,-5 22 0 0 0,6-31 3 0 0,0-1 1 0 0,-2 0-1 0 0,1 1 1 0 0,-1-1-1 0 0,0 0 0 0 0,-1-1 1 0 0,0 1-1 0 0,0-1 1 0 0,-1 0-1 0 0,-6 7 0 0 0,11-14 14 0 0,1-1 0 0 0,0 0-1 0 0,0 0 1 0 0,0 1 0 0 0,0-1-1 0 0,0 0 1 0 0,0 0 0 0 0,0 0-1 0 0,-1 1 1 0 0,1-1 0 0 0,0 0-1 0 0,0 0 1 0 0,0 0-1 0 0,-1 1 1 0 0,1-1 0 0 0,0 0-1 0 0,0 0 1 0 0,0 0 0 0 0,-1 0-1 0 0,1 0 1 0 0,0 1 0 0 0,0-1-1 0 0,-1 0 1 0 0,1 0-1 0 0,0 0 1 0 0,0 0 0 0 0,-1 0-1 0 0,1 0 1 0 0,0 0 0 0 0,0 0-1 0 0,-1 0 1 0 0,1 0 0 0 0,0 0-1 0 0,-1 0 1 0 0,1 0-1 0 0,0 0 1 0 0,0 0 0 0 0,-1 0-1 0 0,1-1 1 0 0,0 1 0 0 0,0 0-1 0 0,0 0 1 0 0,-1 0 0 0 0,1 0-1 0 0,0 0 1 0 0,0-1 0 0 0,-1 1-1 0 0,1 0 1 0 0,0 0-1 0 0,0 0 1 0 0,-1-1 0 0 0,0-19-1696 0 0,8-23-465 0 0,3 5 1345 0 0,27-73 0 0 0,-31 97 1233 0 0,1 0 1 0 0,0 0-1 0 0,1 1 0 0 0,1 0 1 0 0,0 0-1 0 0,0 1 0 0 0,1 0 0 0 0,13-11 1 0 0,-21 21-296 0 0,1 0 0 0 0,-1 0 0 0 0,0 0 0 0 0,1 0 0 0 0,-1 1-1 0 0,1-1 1 0 0,0 1 0 0 0,0-1 0 0 0,-1 1 0 0 0,1 0 0 0 0,0 0 0 0 0,0 0 0 0 0,0 1 0 0 0,0-1 0 0 0,0 1 0 0 0,0-1 0 0 0,0 1 0 0 0,0 0 0 0 0,0 0 0 0 0,1 0 0 0 0,-1 1 0 0 0,0-1 0 0 0,0 1 0 0 0,0 0 0 0 0,0 0 0 0 0,-1 0 0 0 0,1 0-1 0 0,0 0 1 0 0,0 1 0 0 0,-1-1 0 0 0,1 1 0 0 0,0-1 0 0 0,-1 1 0 0 0,0 0 0 0 0,1 0 0 0 0,-1 1 0 0 0,0-1 0 0 0,0 0 0 0 0,0 1 0 0 0,0-1 0 0 0,-1 1 0 0 0,1-1 0 0 0,-1 1 0 0 0,1 0 0 0 0,-1 0 0 0 0,0 0 0 0 0,0-1 0 0 0,0 1 0 0 0,0 4-1 0 0,3 17 87 0 0,2 40 0 0 0,-6-45-189 0 0,2 0 1 0 0,0-1-1 0 0,1 1 0 0 0,6 18 1 0 0,-9-37 2 0 0,0 0 1 0 0,0 1-1 0 0,0-1 1 0 0,0 0 0 0 0,0 0-1 0 0,1 0 1 0 0,-1 1-1 0 0,0-1 1 0 0,0 0-1 0 0,0 0 1 0 0,0 0-1 0 0,0 0 1 0 0,0 1-1 0 0,1-1 1 0 0,-1 0-1 0 0,0 0 1 0 0,0 0-1 0 0,0 0 1 0 0,0 0-1 0 0,1 1 1 0 0,-1-1 0 0 0,0 0-1 0 0,0 0 1 0 0,0 0-1 0 0,1 0 1 0 0,-1 0-1 0 0,0 0 1 0 0,0 0-1 0 0,0 0 1 0 0,1 0-1 0 0,-1 0 1 0 0,0 0-1 0 0,0 0 1 0 0,1 0-1 0 0,-1 0 1 0 0,0 0 0 0 0,0 0-1 0 0,0 0 1 0 0,1 0-1 0 0,-1 0 1 0 0,0 0-1 0 0,11-9-98 0 0,9-16-9 0 0,-18 23 113 0 0,36-57 10 0 0,-26 39 37 0 0,0 1 1 0 0,2 0 0 0 0,0 1 0 0 0,29-29 0 0 0,-41 45-30 0 0,1 1 1 0 0,-1-1 0 0 0,1 1 0 0 0,-1 0-1 0 0,1 0 1 0 0,0 0 0 0 0,-1 0 0 0 0,1 0 0 0 0,0 0-1 0 0,0 1 1 0 0,-1 0 0 0 0,1-1 0 0 0,0 1-1 0 0,0 0 1 0 0,0 0 0 0 0,-1 1 0 0 0,1-1 0 0 0,0 1-1 0 0,0-1 1 0 0,-1 1 0 0 0,1 0 0 0 0,0 0 0 0 0,4 2-1 0 0,8 4-917 0 0,-1 1-1 0 0,0 0 1 0 0,14 11 0 0 0,-4-3-4615 0 0,-9-6-585 0 0</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14.164"/>
    </inkml:context>
    <inkml:brush xml:id="br0">
      <inkml:brushProperty name="width" value="0.1" units="cm"/>
      <inkml:brushProperty name="height" value="0.1" units="cm"/>
    </inkml:brush>
  </inkml:definitions>
  <inkml:trace contextRef="#ctx0" brushRef="#br0">256 448 4609 0 0,'1'-6'321'0'0,"0"0"-1"0"0,-1 0 1 0 0,0 1-1 0 0,0-1 1 0 0,-1 0-1 0 0,0 0 1 0 0,0 0 0 0 0,0 1-1 0 0,-1-1 1 0 0,0 0-1 0 0,0 1 1 0 0,0-1 0 0 0,0 1-1 0 0,-5-7 1 0 0,5 8 47 0 0,-1 1 1 0 0,1-1 0 0 0,-1 1 0 0 0,0 0-1 0 0,0-1 1 0 0,0 1 0 0 0,0 1 0 0 0,0-1-1 0 0,-1 0 1 0 0,1 1 0 0 0,-1 0-1 0 0,1-1 1 0 0,-1 1 0 0 0,0 1 0 0 0,0-1-1 0 0,0 1 1 0 0,0-1 0 0 0,-1 1 0 0 0,1 0-1 0 0,-6 0 1 0 0,3 2-226 0 0,1-1 0 0 0,0 1 0 0 0,-1 1-1 0 0,1-1 1 0 0,0 1 0 0 0,0 0 0 0 0,0 1 0 0 0,0-1 0 0 0,0 1 0 0 0,1 0 0 0 0,-1 1-1 0 0,1-1 1 0 0,0 1 0 0 0,0 0 0 0 0,-7 8 0 0 0,6-7 13 0 0,0 1 1 0 0,1 0-1 0 0,0 0 1 0 0,0 1-1 0 0,0-1 1 0 0,1 1-1 0 0,0 0 1 0 0,0 1-1 0 0,1-1 1 0 0,0 1-1 0 0,-4 14 1 0 0,6-20-183 0 0,1 1 1 0 0,0-1 0 0 0,0 1-1 0 0,0-1 1 0 0,0 1 0 0 0,0 0-1 0 0,1-1 1 0 0,-1 1 0 0 0,1-1 0 0 0,0 1-1 0 0,-1-1 1 0 0,1 1 0 0 0,0-1-1 0 0,0 1 1 0 0,1-1 0 0 0,-1 0-1 0 0,0 0 1 0 0,1 0 0 0 0,0 0 0 0 0,-1 0-1 0 0,1 0 1 0 0,0 0 0 0 0,0 0-1 0 0,0-1 1 0 0,0 1 0 0 0,0 0-1 0 0,0-1 1 0 0,1 0 0 0 0,-1 0 0 0 0,0 0-1 0 0,1 0 1 0 0,-1 0 0 0 0,6 1-1 0 0,-4-1-26 0 0,1 1-1 0 0,0-2 0 0 0,0 1 1 0 0,-1 0-1 0 0,1-1 0 0 0,0 0 1 0 0,0 0-1 0 0,0-1 0 0 0,-1 1 1 0 0,1-1-1 0 0,0 0 0 0 0,-1 0 1 0 0,1 0-1 0 0,0-1 0 0 0,-1 0 1 0 0,0 0-1 0 0,8-4 0 0 0,-7 1-39 0 0,0 1-1 0 0,0 0 1 0 0,-1-1-1 0 0,0 0 1 0 0,0 0-1 0 0,0 0 1 0 0,-1-1-1 0 0,0 1 1 0 0,0-1-1 0 0,5-11 0 0 0,-2-3 602 0 0,9-40 0 0 0,-15 63-382 0 0,1 0 0 0 0,1 0-1 0 0,-1-1 1 0 0,0 1 0 0 0,1 0 0 0 0,-1-1-1 0 0,1 1 1 0 0,0-1 0 0 0,0 1 0 0 0,0-1-1 0 0,0 0 1 0 0,0 0 0 0 0,0 0-1 0 0,1 0 1 0 0,3 3 0 0 0,2 1-144 0 0,0 0 0 0 0,1 0-1 0 0,-1-1 1 0 0,18 8 0 0 0,-18-10-176 0 0,0 0 0 0 0,1-1 0 0 0,-1 0 0 0 0,1 0 0 0 0,-1-1 0 0 0,1 0 0 0 0,-1-1 0 0 0,1 0 0 0 0,0 0 0 0 0,-1-1 0 0 0,1 0 0 0 0,14-4 0 0 0,-19 4-131 0 0,1-1-1 0 0,-1 0 1 0 0,1 0-1 0 0,-1 0 1 0 0,0-1 0 0 0,0 1-1 0 0,0-1 1 0 0,0 0-1 0 0,0 0 1 0 0,-1-1-1 0 0,0 1 1 0 0,1-1-1 0 0,-1 0 1 0 0,0 1-1 0 0,-1-1 1 0 0,1-1 0 0 0,-1 1-1 0 0,0 0 1 0 0,0 0-1 0 0,0-1 1 0 0,0 0-1 0 0,-1 1 1 0 0,2-10-1 0 0,0-8-434 0 0,0 0 0 0 0,-2 0-1 0 0,-1 0 1 0 0,-1 0 0 0 0,-4-31-1 0 0,-28-108 7418 0 0,30 148-5526 0 0,-3-3 2874 0 0,1 26-1230 0 0,2 28-1373 0 0,6 7-989 0 0,2-1-1 0 0,2 0 1 0 0,1 0 0 0 0,19 53-1 0 0,-16-64-757 0 0,1 0-1 0 0,3-1 0 0 0,0-1 0 0 0,2 0 0 0 0,1-2 0 0 0,22 29 0 0 0,-11-23-7663 0 0</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18.298"/>
    </inkml:context>
    <inkml:brush xml:id="br0">
      <inkml:brushProperty name="width" value="0.1" units="cm"/>
      <inkml:brushProperty name="height" value="0.1" units="cm"/>
    </inkml:brush>
  </inkml:definitions>
  <inkml:trace contextRef="#ctx0" brushRef="#br0">28 2137 3225 0 0,'-13'-1'16940'0'0,"4"1"-17474"0"0,4 3-1199 0 0,5 2 3399 0 0,2-5-1613 0 0,1 1 0 0 0,-1 0-1 0 0,0 0 1 0 0,1-1 0 0 0,-1 0-1 0 0,1 1 1 0 0,-1-1 0 0 0,1 0 0 0 0,-1 0-1 0 0,1 0 1 0 0,-1-1 0 0 0,1 1 0 0 0,-1-1-1 0 0,3 0 1 0 0,5 0 116 0 0,12 3-50 0 0,-1 0 0 0 0,1 2 0 0 0,-1 0-1 0 0,0 2 1 0 0,24 9 0 0 0,-19-6-61 0 0,1-2-1 0 0,42 8 1 0 0,-39-13 28 0 0,-21-2-17 0 0,1 0 0 0 0,-1 1 0 0 0,0 0 0 0 0,-1 1 0 0 0,1 0 0 0 0,16 6 0 0 0,-27-10-11 0 0,0 1 0 0 0,0-1 0 0 0,1 0 0 0 0,-1 0 0 0 0,0 1 0 0 0,1-1 0 0 0,-1 0 0 0 0,1 0 0 0 0,0-1 0 0 0,0 1 0 0 0,0 0 0 0 0,-1-3 0 0 0,-5-22-1789 0 0,7 25 1755 0 0,0 0 0 0 0,0 0 0 0 0,0 0 1 0 0,1-1-1 0 0,-1 1 0 0 0,1 0 0 0 0,0 0 1 0 0,0 0-1 0 0,0 0 0 0 0,0 0 0 0 0,0 1 0 0 0,0-1 1 0 0,0 0-1 0 0,0 0 0 0 0,1 1 0 0 0,2-3 1 0 0,5-11 254 0 0,-8 14-265 0 0,0 0 1 0 0,-1 0-1 0 0,1 0 1 0 0,0 0-1 0 0,0 0 1 0 0,0 0 0 0 0,0 0-1 0 0,0 1 1 0 0,0-1-1 0 0,0 0 1 0 0,0 0-1 0 0,0 1 1 0 0,1-1 0 0 0,-1 1-1 0 0,0-1 1 0 0,0 1-1 0 0,1-1 1 0 0,0 1-1 0 0,21-12-18 0 0,-21 7 48 0 0,0 0 1 0 0,0 1 0 0 0,0-1-1 0 0,-1 0 1 0 0,0 0 0 0 0,0 0-1 0 0,0 0 1 0 0,-1-1 0 0 0,1 1-1 0 0,-2-7 1 0 0,2 1 0 0 0,-1-27-16 0 0,-2 0 0 0 0,-1 0 0 0 0,-3 0 0 0 0,-13-52 0 0 0,-3-22 18 0 0,2-80 82 0 0,5-250 0 0 0,8 103-171 0 0,1 269 66 0 0,3 34 25 0 0,1 1 0 0 0,3-40 0 0 0,-1 72 9 0 0,0 0-51 0 0,0 0-1 0 0,0 0 1 0 0,0 0 0 0 0,1 1-1 0 0,-1-1 1 0 0,1 0 0 0 0,-1 0 0 0 0,1 1-1 0 0,0-1 1 0 0,0 1 0 0 0,0-1-1 0 0,3-3 1 0 0,-4 6-17 0 0,0 0 5 0 0,0 0 0 0 0,1 0-1 0 0,-1 0 1 0 0,0 0 0 0 0,0 0-1 0 0,1 0 1 0 0,-1 0 0 0 0,0-1-1 0 0,0 1 1 0 0,1 0 0 0 0,-1 0-1 0 0,0 1 1 0 0,0-1 0 0 0,1 0-1 0 0,-1 0 1 0 0,0 0 0 0 0,1 0-1 0 0,-1 0 1 0 0,0 0 0 0 0,0 0-1 0 0,0 0 1 0 0,1 0 0 0 0,-1 1-1 0 0,0-1 1 0 0,0 0 0 0 0,1 0 0 0 0,-1 0-1 0 0,0 0 1 0 0,0 1 0 0 0,0-1-1 0 0,0 0 1 0 0,1 0 0 0 0,-1 0-1 0 0,0 1 1 0 0,0-1 0 0 0,0 0-1 0 0,0 0 1 0 0,0 1 0 0 0,0-1-1 0 0,1 1 1 0 0,6 9-49 0 0,0 1 1 0 0,0 0-1 0 0,-1 0 1 0 0,0 1-1 0 0,8 24 1 0 0,17 71-422 0 0,-24-80 413 0 0,-1-4-42 0 0,9 38-341 0 0,4 0 0 0 0,42 98 0 0 0,-61-159 423 0 0,0 1 1 0 0,0-1-1 0 0,0 0 0 0 0,0 1 0 0 0,0-1 0 0 0,0 1 0 0 0,1-1 0 0 0,-1 0 0 0 0,0 1 0 0 0,0-1 0 0 0,0 0 0 0 0,0 1 0 0 0,1-1 0 0 0,-1 0 0 0 0,0 1 0 0 0,1-1 0 0 0,-1 0 0 0 0,0 1 0 0 0,0-1 0 0 0,1 0 0 0 0,-1 0 0 0 0,0 1 0 0 0,1-1 0 0 0,-1 0 1 0 0,1 0-1 0 0,-1 0 0 0 0,0 0 0 0 0,1 1 0 0 0,-1-1 0 0 0,0 0 0 0 0,1 0 0 0 0,-1 0 0 0 0,1 0 0 0 0,-1 0 0 0 0,1 0 0 0 0,-1 0 0 0 0,6-15-373 0 0,-2-24 347 0 0,-4 38 51 0 0,8-240 1291 0 0,6-153-438 0 0,-13 378-743 0 0,-2 5-7 0 0,2 1 0 0 0,-1 0 0 0 0,2 0 0 0 0,-1 0 0 0 0,1 0 0 0 0,6-17 0 0 0,1 53 99 0 0,58 781-2335 0 0,-67-799 2036 0 0,0-5 50 0 0,0 0-1 0 0,-1 0 1 0 0,1-1-1 0 0,0 1 1 0 0,1 0-1 0 0,-1 0 1 0 0,0 0-1 0 0,1 0 1 0 0,0 0-1 0 0,0 0 1 0 0,-1-1-1 0 0,2 1 1 0 0,-1 0-1 0 0,2 3 1 0 0,-2-6 31 0 0,-1 0-1 0 0,1-1 1 0 0,0 1 0 0 0,0 0 0 0 0,0 0-1 0 0,-1 0 1 0 0,1 0 0 0 0,0-1 0 0 0,0 1-1 0 0,-1 0 1 0 0,1-1 0 0 0,0 1-1 0 0,-1-1 1 0 0,1 1 0 0 0,0-1 0 0 0,-1 1-1 0 0,1-1 1 0 0,-1 1 0 0 0,1-1 0 0 0,-1 1-1 0 0,1-1 1 0 0,-1 0 0 0 0,1 1 0 0 0,-1-1-1 0 0,1 0 1 0 0,-1 1 0 0 0,0-1-1 0 0,0 0 1 0 0,1 0 0 0 0,-1 1 0 0 0,0-2-1 0 0,11-27-153 0 0,-11 28 156 0 0,8-30 108 0 0,-2 0-1 0 0,-1 0 1 0 0,-1-1-1 0 0,-1-36 1 0 0,-10-131 510 0 0,1 101-385 0 0,3-108 503 0 0,4 171-420 0 0,3-1 0 0 0,0 1 1 0 0,18-63-1 0 0,-10 72-26 0 0,-12 26-276 0 0,0 0 1 0 0,0 0 0 0 0,0 0 0 0 0,1 0 0 0 0,-1 0-1 0 0,0-1 1 0 0,0 1 0 0 0,0 0 0 0 0,0 0 0 0 0,0 0-1 0 0,1 0 1 0 0,-1 0 0 0 0,0 0 0 0 0,0 0 0 0 0,0 0-1 0 0,0 0 1 0 0,1 0 0 0 0,-1 0 0 0 0,0 0 0 0 0,0 0-1 0 0,0 0 1 0 0,1 0 0 0 0,-1 0 0 0 0,0 0 0 0 0,0 0-1 0 0,0 0 1 0 0,0 0 0 0 0,1 0 0 0 0,-1 0 0 0 0,0 0-1 0 0,0 0 1 0 0,0 0 0 0 0,0 0 0 0 0,1 0 0 0 0,-1 1-1 0 0,0-1 1 0 0,0 0 0 0 0,0 0 0 0 0,0 0 0 0 0,1 0-1 0 0,4 17 66 0 0,50 425-202 0 0,-35-233 90 0 0,-13-128-62 0 0,12 82 224 0 0,-14-137-286 0 0,1-1 1 0 0,0 0-1 0 0,2 0 1 0 0,13 28-1 0 0,-20-52 123 0 0,-1 1 1 0 0,1-1-1 0 0,0 1 1 0 0,-1-1-1 0 0,1 0 0 0 0,0 1 1 0 0,0-1-1 0 0,0 0 0 0 0,0 1 1 0 0,0-1-1 0 0,0 0 1 0 0,0 0-1 0 0,0 0 0 0 0,0 0 1 0 0,0 0-1 0 0,1 0 1 0 0,-1-1-1 0 0,0 1 0 0 0,2 0 1 0 0,-2-1-4 0 0,0 0 0 0 0,0 0 0 0 0,0 0 0 0 0,-1 0 0 0 0,1 0 1 0 0,0-1-1 0 0,0 1 0 0 0,0 0 0 0 0,-1-1 0 0 0,1 1 0 0 0,0-1 1 0 0,0 1-1 0 0,-1-1 0 0 0,1 1 0 0 0,0-1 0 0 0,-1 1 0 0 0,1-1 0 0 0,-1 0 1 0 0,1 1-1 0 0,-1-1 0 0 0,1 0 0 0 0,-1 1 0 0 0,1-1 0 0 0,-1-1 0 0 0,4-6-140 0 0,0 0 0 0 0,-1 0-1 0 0,0-1 1 0 0,4-16-1 0 0,3-33 143 0 0,-1-1 0 0 0,0-93-1 0 0,-17-120 410 0 0,3-89 1856 0 0,7 336-1848 0 0,-2 12-197 0 0,1 1 0 0 0,0-1 0 0 0,1 1 0 0 0,4-18-1 0 0,-3 35-116 0 0,0 0-1 0 0,-1 0 1 0 0,0 0-1 0 0,0 0 0 0 0,-1 0 1 0 0,2 9-1 0 0,15 113-58 0 0,1 177 1 0 0,-9-104-23 0 0,-8-166-43 0 0,-1 6-41 0 0,2 0 0 0 0,2-1 0 0 0,2 1 0 0 0,20 66-1 0 0,-23-100-107 0 0,-1-9 17 0 0,1-20-142 0 0,-2-32-54 0 0,-2 55 392 0 0,3-563 1065 0 0,-3 507-929 0 0,9-335 1233 0 0,-1 412-1141 0 0,3 19-17 0 0,62 551-663 0 0,-38-241 215 0 0,-11-206-132 0 0,-24-143 364 0 0,0-1-1 0 0,0 1 1 0 0,0-1 0 0 0,0 1 0 0 0,0-1-1 0 0,0 0 1 0 0,0 1 0 0 0,0-1 0 0 0,1 1-1 0 0,-1-1 1 0 0,0 1 0 0 0,0-1 0 0 0,0 1-1 0 0,0-1 1 0 0,1 0 0 0 0,-1 1 0 0 0,0-1-1 0 0,0 1 1 0 0,1-1 0 0 0,-1 0 0 0 0,0 1-1 0 0,0-1 1 0 0,1 0 0 0 0,-1 0 0 0 0,1 1-1 0 0,-1-1 1 0 0,0 0 0 0 0,1 1 0 0 0,0-1-1 0 0,5-11-187 0 0,2-23-40 0 0,5-115 345 0 0,-7-206 0 0 0,-4 54 198 0 0,4 208-101 0 0,2-43 349 0 0,-7 151-423 0 0,1 0 0 0 0,7 25 0 0 0,1 3-63 0 0,46 448-285 0 0,-15-96-542 0 0,-36-371 674 0 0,-5-25 80 0 0,0 1 0 0 0,0 0 1 0 0,0 0-1 0 0,0 0 1 0 0,0 0-1 0 0,0 0 0 0 0,0 0 1 0 0,0 0-1 0 0,0 0 1 0 0,0 0-1 0 0,0 0 1 0 0,0 0-1 0 0,0 0 0 0 0,0 0 1 0 0,0 0-1 0 0,0 0 1 0 0,0 0-1 0 0,0 0 0 0 0,1-1 1 0 0,-1 1-1 0 0,0 0 1 0 0,0 0-1 0 0,0 0 1 0 0,0 0-1 0 0,0 0 0 0 0,0 0 1 0 0,0 0-1 0 0,0 0 1 0 0,0 0-1 0 0,0 0 0 0 0,0 0 1 0 0,0 0-1 0 0,1 0 1 0 0,-1 0-1 0 0,0 0 1 0 0,0 0-1 0 0,0 1 0 0 0,0-1 1 0 0,0 0-1 0 0,0 0 1 0 0,0 0-1 0 0,0 0 0 0 0,0 0 1 0 0,2-39-212 0 0,-1 18 165 0 0,10-323 103 0 0,6-98 604 0 0,-16 423-599 0 0,-1 5 16 0 0,1 0 0 0 0,1 0 0 0 0,0 0 0 0 0,1 0 0 0 0,0 0 0 0 0,8-20 0 0 0,-11 34-73 0 0,0-1 0 0 0,1 1 0 0 0,-1 0-1 0 0,0-1 1 0 0,0 1 0 0 0,0 0 0 0 0,0-1 0 0 0,1 1-1 0 0,-1 0 1 0 0,0-1 0 0 0,0 1 0 0 0,1 0-1 0 0,-1-1 1 0 0,0 1 0 0 0,0 0 0 0 0,1 0 0 0 0,-1-1-1 0 0,0 1 1 0 0,1 0 0 0 0,-1 0 0 0 0,0 0 0 0 0,1-1-1 0 0,-1 1 1 0 0,0 0 0 0 0,1 0 0 0 0,-1 0 0 0 0,1 0-1 0 0,-1 0 1 0 0,0 0 0 0 0,1 0 0 0 0,-1 0 0 0 0,1 0-1 0 0,-1 0 1 0 0,0 0 0 0 0,1 0 0 0 0,-1 0 0 0 0,1 0-1 0 0,-1 0 1 0 0,0 0 0 0 0,1 0 0 0 0,-1 1 0 0 0,0-1-1 0 0,1 0 1 0 0,-1 0 0 0 0,0 0 0 0 0,1 1 0 0 0,-1-1-1 0 0,0 0 1 0 0,1 0 0 0 0,-1 1 0 0 0,0-1-1 0 0,0 0 1 0 0,1 1 0 0 0,-1-1 0 0 0,0 0 0 0 0,0 1-1 0 0,0-1 1 0 0,1 0 0 0 0,-1 1 0 0 0,0-1 0 0 0,0 0-1 0 0,0 1 1 0 0,0-1 0 0 0,0 1 0 0 0,0-1 0 0 0,0 1-1 0 0,12 31 93 0 0,-11-29-92 0 0,13 50-12 0 0,-3 0-1 0 0,8 83 0 0 0,-8 110-21 0 0,-22-58 40 0 0,0 16-18 0 0,11-198-72 0 0,1 0 1 0 0,-1-1 0 0 0,1 1 0 0 0,0-1-1 0 0,0 1 1 0 0,3 6 0 0 0,-4-11-60 0 0,1 0 1 0 0,-1 1-1 0 0,1-1 0 0 0,0 0 0 0 0,-1 0 1 0 0,1 0-1 0 0,0 0 0 0 0,0 0 1 0 0,0 0-1 0 0,-1-1 0 0 0,1 1 1 0 0,0 0-1 0 0,0 0 0 0 0,0-1 1 0 0,1 1-1 0 0,-1 0 0 0 0,0-1 1 0 0,0 1-1 0 0,0-1 0 0 0,0 1 1 0 0,0-1-1 0 0,1 0 0 0 0,-1 1 1 0 0,0-1-1 0 0,0 0 0 0 0,1 0 0 0 0,-1 0 1 0 0,0 0-1 0 0,0 0 0 0 0,1 0 1 0 0,-1-1-1 0 0,0 1 0 0 0,2 0 1 0 0,7-3-1323 0 0</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19.198"/>
    </inkml:context>
    <inkml:brush xml:id="br0">
      <inkml:brushProperty name="width" value="0.1" units="cm"/>
      <inkml:brushProperty name="height" value="0.1" units="cm"/>
    </inkml:brush>
  </inkml:definitions>
  <inkml:trace contextRef="#ctx0" brushRef="#br0">48 23 2304 0 0,'-38'27'13084'0'0,"48"-35"-13116"0"0,-6 5 402 0 0,19-14 1125 0 0,-21 14-1548 0 0,0 1 0 0 0,0 0-1 0 0,0 0 1 0 0,1 1-1 0 0,-1-1 1 0 0,0 0 0 0 0,1 1-1 0 0,-1 0 1 0 0,1-1 0 0 0,0 1-1 0 0,0 0 1 0 0,2 0 0 0 0,-20 37-14609 0 0,10-31 14581 0 0,0 1 1 0 0,-1-1 0 0 0,1 0 0 0 0,-40 16 19356 0 0,99-23-18192 0 0,-4 1-1120 0 0,228-2 402 0 0,-216 11-163 0 0,-54-6-231 0 0,1 0 0 0 0,0 0 0 0 0,0-1 0 0 0,0 0 0 0 0,0-1-1 0 0,0 0 1 0 0,0 0 0 0 0,13-3 0 0 0,-12-2-790 0 0,-1 0-2090 0 0</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19.648"/>
    </inkml:context>
    <inkml:brush xml:id="br0">
      <inkml:brushProperty name="width" value="0.1" units="cm"/>
      <inkml:brushProperty name="height" value="0.1" units="cm"/>
    </inkml:brush>
  </inkml:definitions>
  <inkml:trace contextRef="#ctx0" brushRef="#br0">39 20 968 0 0,'-9'-20'13821'0'0,"5"36"-11545"0"0,-5 47 1843 0 0,3 34-2375 0 0,2-25-1419 0 0,-3 104-242 0 0,8 0-1 0 0,27 194 1 0 0,-25-305-51 0 0,-6 100-1 0 0,0 15 246 0 0,3-177-262 0 0,5 52 104 0 0,-4-52-127 0 0,0 1 0 0 0,0 0 0 0 0,0 0 0 0 0,0 0 0 0 0,0 0 1 0 0,1-1-1 0 0,0 1 0 0 0,-1-1 0 0 0,1 1 0 0 0,1-1 0 0 0,2 4 0 0 0,-5-6-4 0 0,1-1 0 0 0,-1 0 1 0 0,0 0-1 0 0,1 0 0 0 0,-1 0 1 0 0,1 0-1 0 0,-1 0 0 0 0,0 0 1 0 0,1 0-1 0 0,-1 0 0 0 0,0 0 1 0 0,1 0-1 0 0,-1 0 0 0 0,1 0 1 0 0,-1 0-1 0 0,0 0 0 0 0,1 0 1 0 0,-1 0-1 0 0,0 0 0 0 0,1-1 1 0 0,-1 1-1 0 0,0 0 1 0 0,1 0-1 0 0,-1 0 0 0 0,0-1 1 0 0,1 1-1 0 0,-1 0 0 0 0,0 0 1 0 0,1-1-1 0 0,-1 1 0 0 0,0 0 1 0 0,0 0-1 0 0,0-1 0 0 0,1 1 1 0 0,-1 0-1 0 0,0-1 0 0 0,0 1 1 0 0,0-1-1 0 0,0 1 0 0 0,10-18-4027 0 0</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21.453"/>
    </inkml:context>
    <inkml:brush xml:id="br0">
      <inkml:brushProperty name="width" value="0.1" units="cm"/>
      <inkml:brushProperty name="height" value="0.1" units="cm"/>
    </inkml:brush>
  </inkml:definitions>
  <inkml:trace contextRef="#ctx0" brushRef="#br0">6 466 6913 0 0,'-6'3'7465'0'0,"37"-1"-4638"0"0,-23-3-2459 0 0,-1 0 0 0 0,1 0 0 0 0,0 1 0 0 0,-1 1 0 0 0,1-1 0 0 0,0 1-1 0 0,14 4 1 0 0,-19-5-393 0 0,0 1 0 0 0,0 0-1 0 0,-1 0 1 0 0,1 0-1 0 0,0 0 1 0 0,0 1 0 0 0,-1-1-1 0 0,1 1 1 0 0,-1-1-1 0 0,1 1 1 0 0,-1 0 0 0 0,0 0-1 0 0,0 0 1 0 0,0 0-1 0 0,0 0 1 0 0,0 1 0 0 0,0-1-1 0 0,0 1 1 0 0,-1-1-1 0 0,0 1 1 0 0,1 0 0 0 0,-1-1-1 0 0,1 5 1 0 0,-2-5-47 0 0,1 0-1 0 0,-2 1 1 0 0,1-1 0 0 0,0 0 0 0 0,0 0 0 0 0,-1 0-1 0 0,1 0 1 0 0,-1 0 0 0 0,0 0 0 0 0,1 0-1 0 0,-3 3 1 0 0,-3 16-31 0 0,7-31 117 0 0,1-1-1 0 0,0 1 0 0 0,6-16 1 0 0,-1-1-74 0 0,6-34 122 0 0,-4-1 0 0 0,-2 1 1 0 0,-1-93-1 0 0,-5 128 1501 0 0,-1 41-1062 0 0,-13 485 988 0 0,12-477-1404 0 0,-1-14-64 0 0,1 0 0 0 0,0 0 1 0 0,1-1-1 0 0,0 1 1 0 0,1 0-1 0 0,0 0 0 0 0,0-1 1 0 0,0 1-1 0 0,1 0 0 0 0,5 11 1 0 0,-7-20-25 0 0,0 0 1 0 0,1 0-1 0 0,-1 1 0 0 0,1-1 0 0 0,-1 0 1 0 0,0 0-1 0 0,1 0 0 0 0,-1 0 1 0 0,1 0-1 0 0,-1 0 0 0 0,1 0 1 0 0,-1 0-1 0 0,1 0 0 0 0,-1 0 1 0 0,0 0-1 0 0,1 0 0 0 0,-1 0 1 0 0,1 0-1 0 0,-1 0 0 0 0,1 0 1 0 0,-1 0-1 0 0,0 0 0 0 0,1-1 1 0 0,-1 1-1 0 0,1 0 0 0 0,-1 0 1 0 0,0 0-1 0 0,1-1 0 0 0,-1 1 1 0 0,0 0-1 0 0,1-1 0 0 0,-1 1 1 0 0,0 0-1 0 0,1-1 0 0 0,-1 1 1 0 0,0 0-1 0 0,0-1 0 0 0,0 1 1 0 0,1 0-1 0 0,-1-1 0 0 0,0 1 1 0 0,0-1-1 0 0,0 1 0 0 0,0-1 1 0 0,12-18-290 0 0,-5 4 161 0 0,-1-1 0 0 0,0 0 0 0 0,-2 0 0 0 0,0 0 0 0 0,-1 0 0 0 0,0 0 0 0 0,-1-1 0 0 0,-1-16 0 0 0,-1-25 275 0 0,-10-56-1 0 0,0-28 722 0 0,10 130-779 0 0,0-31 274 0 0,1 41-338 0 0,-1 0 1 0 0,0 0-1 0 0,0 0 0 0 0,1 0 0 0 0,-1 0 0 0 0,1 0 0 0 0,-1 0 1 0 0,1 0-1 0 0,0 0 0 0 0,0 0 0 0 0,0 0 0 0 0,0 0 1 0 0,0 0-1 0 0,3-3 0 0 0,-3 5-14 0 0,-1 0 0 0 0,1 0 0 0 0,-1 0 0 0 0,1 0 0 0 0,0-1 0 0 0,-1 1 1 0 0,1 0-1 0 0,-1 0 0 0 0,1 0 0 0 0,0 0 0 0 0,-1 0 0 0 0,1 1 0 0 0,-1-1 0 0 0,1 0 0 0 0,0 0 0 0 0,-1 0 1 0 0,1 0-1 0 0,-1 1 0 0 0,1-1 0 0 0,0 0 0 0 0,-1 1 0 0 0,1-1 0 0 0,-1 0 0 0 0,1 1 0 0 0,-1-1 0 0 0,0 0 1 0 0,1 1-1 0 0,-1-1 0 0 0,1 1 0 0 0,-1-1 0 0 0,0 1 0 0 0,1-1 0 0 0,-1 1 0 0 0,0 0 0 0 0,1-1 0 0 0,-1 1 1 0 0,14 24 132 0 0,-13-23-131 0 0,13 30-6 0 0,-2 0 1 0 0,0 1 0 0 0,6 36-1 0 0,14 106-1 0 0,-20-102-5 0 0,29 104 0 0 0,-39-168-5 0 0,-1-6 0 0 0,-1 0 1 0 0,1 0-1 0 0,0 0 1 0 0,0 0-1 0 0,0 0 0 0 0,0 0 1 0 0,0 0-1 0 0,1-1 0 0 0,-1 1 1 0 0,4 4-1 0 0,-3-9-50 0 0,0-1 1 0 0,-1 1-1 0 0,0-1 0 0 0,1 0 1 0 0,-1 1-1 0 0,0-1 1 0 0,0 0-1 0 0,0 0 0 0 0,0-5 1 0 0,-1 8 54 0 0,6-34-39 0 0,-3-1 1 0 0,0 1-1 0 0,-3 0 1 0 0,-4-50-1 0 0,1 20 171 0 0,1 7 10 0 0,-1 0 96 0 0,2 0 1 0 0,13-107-1 0 0,-12 161-214 0 0,0 1 0 0 0,1 0 0 0 0,-1-1 0 0 0,1 1 0 0 0,0-1 0 0 0,0 1 0 0 0,0 0 0 0 0,0 0 1 0 0,0 0-1 0 0,0-1 0 0 0,0 1 0 0 0,4-3 0 0 0,-5 5-17 0 0,0-1 1 0 0,1 1 0 0 0,-1 0 0 0 0,0 0 0 0 0,1 0-1 0 0,-1 0 1 0 0,0 0 0 0 0,0-1 0 0 0,1 1 0 0 0,-1 0-1 0 0,0 0 1 0 0,1 0 0 0 0,-1 0 0 0 0,0 0-1 0 0,1 0 1 0 0,-1 0 0 0 0,0 0 0 0 0,1 0 0 0 0,-1 1-1 0 0,0-1 1 0 0,1 0 0 0 0,-1 0 0 0 0,0 0-1 0 0,1 0 1 0 0,-1 0 0 0 0,0 0 0 0 0,0 1 0 0 0,1-1-1 0 0,-1 0 1 0 0,0 0 0 0 0,1 1 0 0 0,10 18 74 0 0,9 39-6 0 0,19 94 0 0 0,-20-70-46 0 0,0 9 36 0 0,12 179 0 0 0,-27-255-137 0 0,2-25-94 0 0,2-24-142 0 0,-16-255-117 0 0,1 206 660 0 0,4 0 1 0 0,16-165-1 0 0,-6 219 28 0 0,-6 29-256 0 0,-1-1-1 0 0,0 1 0 0 0,0 0 0 0 0,0 0 0 0 0,0 0 1 0 0,0-1-1 0 0,0 1 0 0 0,0 0 0 0 0,0 0 0 0 0,1 0 1 0 0,-1-1-1 0 0,0 1 0 0 0,0 0 0 0 0,0 0 0 0 0,0 0 1 0 0,1 0-1 0 0,-1 0 0 0 0,0-1 0 0 0,0 1 0 0 0,0 0 1 0 0,1 0-1 0 0,-1 0 0 0 0,0 0 0 0 0,0 0 0 0 0,1 0 1 0 0,-1 0-1 0 0,0 0 0 0 0,0 0 0 0 0,0 0 0 0 0,1 0 1 0 0,-1 0-1 0 0,0 0 0 0 0,0 0 0 0 0,1 0 0 0 0,-1 0 1 0 0,9 14 123 0 0,10 43-92 0 0,-4 1 0 0 0,-1 1 0 0 0,6 69 0 0 0,-12-78 34 0 0,40 330-85 0 0,-40-353-132 0 0,-1-23 27 0 0,1-17 26 0 0,1-17-78 0 0,-2 0 1 0 0,-1 0 0 0 0,2-36-1 0 0,0-96 276 0 0,-5 83-154 0 0,-1 15 62 0 0,-2 19 32 0 0,2 1-1 0 0,3 0 1 0 0,9-44-1 0 0,-13 85-27 0 0,0 0 0 0 0,-1 0 0 0 0,2 0-1 0 0,-1 0 1 0 0,0 0 0 0 0,0 0 0 0 0,4-4 0 0 0,-5 6-13 0 0,1 1 0 0 0,-1 0 0 0 0,0 0 0 0 0,0-1 1 0 0,1 1-1 0 0,-1 0 0 0 0,0 0 0 0 0,0 0 0 0 0,1-1 0 0 0,-1 1 0 0 0,0 0 0 0 0,1 0 0 0 0,-1 0 0 0 0,0 0 1 0 0,0 0-1 0 0,1 0 0 0 0,-1 0 0 0 0,0 0 0 0 0,1 0 0 0 0,-1 0 0 0 0,0 0 0 0 0,1 0 0 0 0,-1 0 0 0 0,0 0 1 0 0,1 0-1 0 0,-1 0 0 0 0,0 0 0 0 0,1 0 0 0 0,-1 0 0 0 0,11 14 147 0 0,5 21-87 0 0,-1 1 1 0 0,16 63-1 0 0,7 79-89 0 0,-34-162 33 0 0,4 29-8 0 0,-1 0 0 0 0,1 65 0 0 0,-7-106 0 0 0,0-5-31 0 0,4-14-83 0 0,2-22-6 0 0,8-239 62 0 0,-2 9 427 0 0,-12 259-359 0 0,-1-1 32 0 0,1 0-1 0 0,0 0 1 0 0,0 1 0 0 0,1-1-1 0 0,0 0 1 0 0,0 0-1 0 0,1 1 1 0 0,1-1 0 0 0,7-13-1 0 0,-11 22-40 0 0,0-1 0 0 0,0 1 0 0 0,0 0 0 0 0,1 0 0 0 0,-1-1 0 0 0,0 1 0 0 0,0 0 0 0 0,0 0 0 0 0,1-1 0 0 0,-1 1 0 0 0,0 0 0 0 0,1 0 0 0 0,-1 0 0 0 0,0 0 0 0 0,0 0 0 0 0,1 0 0 0 0,-1-1-1 0 0,0 1 1 0 0,1 0 0 0 0,-1 0 0 0 0,0 0 0 0 0,1 0 0 0 0,-1 0 0 0 0,0 0 0 0 0,0 0 0 0 0,1 0 0 0 0,-1 0 0 0 0,0 0 0 0 0,1 0 0 0 0,-1 0 0 0 0,0 1 0 0 0,1-1 0 0 0,-1 0 0 0 0,0 0 0 0 0,0 0 0 0 0,1 0 0 0 0,-1 0-1 0 0,1 1 1 0 0,10 12 84 0 0,5 21 64 0 0,-16-34-148 0 0,25 77 12 0 0,30 154-1 0 0,-38-147 54 0 0,-5-18 20 0 0,-8-37-96 0 0,2-1 0 0 0,1 0 0 0 0,11 31-1 0 0,-18-59-22 0 0,0 1 0 0 0,1 0 0 0 0,-1 0-1 0 0,0 0 1 0 0,1 0 0 0 0,-1-1-1 0 0,1 1 1 0 0,-1 0 0 0 0,1 0-1 0 0,-1-1 1 0 0,1 1 0 0 0,-1 0-1 0 0,1-1 1 0 0,0 1 0 0 0,-1 0-1 0 0,1-1 1 0 0,0 1 0 0 0,0-1-1 0 0,-1 1 1 0 0,1-1 0 0 0,0 0 0 0 0,1 1-1 0 0,-1-1-3 0 0,-1 0 0 0 0,1 0-1 0 0,0 0 1 0 0,0-1 0 0 0,0 1-1 0 0,-1 0 1 0 0,1-1 0 0 0,0 1 0 0 0,0 0-1 0 0,-1-1 1 0 0,1 1 0 0 0,0-1-1 0 0,-1 1 1 0 0,1-1 0 0 0,0 1 0 0 0,-1-1-1 0 0,1 1 1 0 0,-1-1 0 0 0,2-1-1 0 0,3-6-687 0 0,0 0-1 0 0,0-1 1 0 0,6-13-1 0 0,-4 6-1910 0 0,-2 9 733 0 0</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22.213"/>
    </inkml:context>
    <inkml:brush xml:id="br0">
      <inkml:brushProperty name="width" value="0.1" units="cm"/>
      <inkml:brushProperty name="height" value="0.1" units="cm"/>
    </inkml:brush>
  </inkml:definitions>
  <inkml:trace contextRef="#ctx0" brushRef="#br0">50 1361 456 0 0,'-49'13'22386'0'0,"54"-14"-22376"0"0,0 0 0 0 0,1 0 0 0 0,0 1 0 0 0,-1-1 1 0 0,1 1-1 0 0,6 1 0 0 0,48 11 205 0 0,1-2-1 0 0,0-3 1 0 0,69-1 0 0 0,-125-6-231 0 0,36 3 366 0 0,-40-3-397 0 0,1 0-1 0 0,0 1 1 0 0,0-1 0 0 0,-1 1-1 0 0,1 0 1 0 0,0-1-1 0 0,-1 1 1 0 0,1 0-1 0 0,0 0 1 0 0,-1 0-1 0 0,1 0 1 0 0,-1 0 0 0 0,0 0-1 0 0,1 1 1 0 0,-1-1-1 0 0,0 0 1 0 0,0 1-1 0 0,2 2 1 0 0,-9-21-19 0 0,1-1 0 0 0,1 0 0 0 0,0-1 0 0 0,1 1 0 0 0,0-32 1 0 0,-3-4 88 0 0,-64-395 293 0 0,-18-159 156 0 0,86 572-473 0 0,1 20 3 0 0,0 0 0 0 0,-1 0 0 0 0,0 1-1 0 0,-1-1 1 0 0,-1 0 0 0 0,-10-27 0 0 0,10 39-949 0 0,3 14 854 0 0,4 27-1292 0 0,-1-19-2454 0 0</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25.303"/>
    </inkml:context>
    <inkml:brush xml:id="br0">
      <inkml:brushProperty name="width" value="0.1" units="cm"/>
      <inkml:brushProperty name="height" value="0.1" units="cm"/>
    </inkml:brush>
  </inkml:definitions>
  <inkml:trace contextRef="#ctx0" brushRef="#br0">180 437 5529 0 0,'-19'-39'1746'0'0,"17"35"-1169"0"0,-1 0-1 0 0,1 1 1 0 0,0-1-1 0 0,-1 1 1 0 0,0 0-1 0 0,0 0 1 0 0,0 0-1 0 0,-4-3 1 0 0,7 6-475 0 0,0 0 0 0 0,-1 0 1 0 0,1 0-1 0 0,0 1 0 0 0,-1-1 0 0 0,1 0 1 0 0,0 0-1 0 0,-1 0 0 0 0,1 0 0 0 0,0 1 1 0 0,0-1-1 0 0,-1 0 0 0 0,1 0 0 0 0,0 1 1 0 0,0-1-1 0 0,-1 0 0 0 0,1 0 0 0 0,0 1 1 0 0,0-1-1 0 0,0 0 0 0 0,-1 1 0 0 0,1-1 1 0 0,0 0-1 0 0,0 0 0 0 0,0 1 0 0 0,0-1 1 0 0,0 0-1 0 0,0 1 0 0 0,0-1 0 0 0,0 1 1 0 0,0-1-1 0 0,0 0 0 0 0,0 1 0 0 0,0 0 1 0 0,-3 13 825 0 0,3-13-862 0 0,-10 115 1196 0 0,5-54 176 0 0,-22 113 0 0 0,27-174-1465 0 0,0 1 0 0 0,-1 0-1 0 0,1 0 1 0 0,-1 0 0 0 0,1 0 0 0 0,-1-1-1 0 0,0 1 1 0 0,0 0 0 0 0,0-1 0 0 0,0 1-1 0 0,0-1 1 0 0,0 1 0 0 0,0-1 0 0 0,-1 1-1 0 0,1-1 1 0 0,-2 2 0 0 0,3-3 16 0 0,-1 0-1 0 0,1 0 1 0 0,0 0 0 0 0,-1 0-1 0 0,1 0 1 0 0,0 0 0 0 0,-1 0 0 0 0,1 0-1 0 0,0 0 1 0 0,-1 0 0 0 0,1 0 0 0 0,0 0-1 0 0,-1 0 1 0 0,1 0 0 0 0,0 0 0 0 0,-1 0-1 0 0,1-1 1 0 0,0 1 0 0 0,-1 0 0 0 0,1 0-1 0 0,0 0 1 0 0,-1 0 0 0 0,1-1 0 0 0,0 1-1 0 0,0 0 1 0 0,-1 0 0 0 0,1-1 0 0 0,0 1-1 0 0,0-1 1 0 0,-8-18-183 0 0,-8-57 556 0 0,-9-135-1 0 0,18-79 1405 0 0,6 282-1682 0 0,1 4-19 0 0,0 0-1 0 0,0-1 1 0 0,0 1-1 0 0,1 0 1 0 0,-1 0-1 0 0,1 0 1 0 0,2-8-1 0 0,7 41 256 0 0,5 47-306 0 0,6 115 0 0 0,-16-122-205 0 0,3 0 1 0 0,23 93-1 0 0,-29-155 193 0 0,2 4-78 0 0,-1 1 1 0 0,-1 0-1 0 0,1 0 0 0 0,-1 15 1 0 0,-16-117 27 0 0,5-253 258 0 0,9 306-132 0 0,0 14-21 0 0,-1 4 16 0 0,0 1 0 0 0,2-1 0 0 0,0 0 0 0 0,2 1 0 0 0,0 0 0 0 0,10-35 0 0 0,-13 52-67 0 0,0 1 1 0 0,0 0-1 0 0,0 0 0 0 0,0 0 1 0 0,0 0-1 0 0,0 0 0 0 0,0-1 1 0 0,0 1-1 0 0,0 0 0 0 0,0 0 1 0 0,0 0-1 0 0,0 0 0 0 0,0-1 1 0 0,0 1-1 0 0,1 0 0 0 0,-1 0 1 0 0,0 0-1 0 0,0 0 0 0 0,0 0 1 0 0,0 0-1 0 0,0 0 0 0 0,0-1 1 0 0,1 1-1 0 0,-1 0 0 0 0,0 0 1 0 0,0 0-1 0 0,0 0 0 0 0,0 0 1 0 0,0 0-1 0 0,1 0 0 0 0,-1 0 1 0 0,0 0-1 0 0,0 0 0 0 0,0 0 0 0 0,0 0 1 0 0,0 0-1 0 0,1 0 0 0 0,-1 0 1 0 0,0 0-1 0 0,0 0 0 0 0,0 0 1 0 0,0 0-1 0 0,1 0 0 0 0,-1 0 1 0 0,0 0-1 0 0,0 0 0 0 0,0 0 1 0 0,0 0-1 0 0,0 0 0 0 0,1 0 1 0 0,-1 0-1 0 0,0 1 0 0 0,0-1 1 0 0,0 0-1 0 0,0 0 0 0 0,0 0 1 0 0,7 14 128 0 0,2 17-84 0 0,19 163-24 0 0,7 31-113 0 0,-27-194 39 0 0,-2-10-5 0 0,-1 0-1 0 0,-1 0 0 0 0,1 37 1 0 0,7-85-426 0 0,-4-24 380 0 0,-3 0 0 0 0,-2-98-1 0 0,-4 87 411 0 0,11-86-1 0 0,-5 129 23 0 0,-2 18-89 0 0,1 11-127 0 0,26 161-189 0 0,-18-84-337 0 0,5-2-1 0 0,44 134 0 0 0,-33-139 192 0 0,-24-117 310 0 0,1-130 100 0 0,-1 8 220 0 0,28-189 0 0 0,-31 346-374 0 0,-1-1 1 0 0,0 0 0 0 0,0 1 0 0 0,1-1 0 0 0,-1 0 0 0 0,1 0 0 0 0,0 1 0 0 0,-1-1 0 0 0,1 1 0 0 0,1-1 0 0 0,-1 1 0 0 0,0-1 0 0 0,1 1 0 0 0,1-3 0 0 0,-1 7-3 0 0,-1 0 0 0 0,0 0 0 0 0,0 0 0 0 0,0 0 0 0 0,-1 0 0 0 0,1 1 0 0 0,0-1 0 0 0,-1 0 0 0 0,1 5 0 0 0,0-3-7 0 0,41 272-117 0 0,-5-25-377 0 0,-19-123 227 0 0,-9-50-31 0 0,1-121-486 0 0,-1-161 550 0 0,10-88 875 0 0,-19 289-658 0 0,14-74 469 0 0,-13 71-404 0 0,1 0-1 0 0,0 0 1 0 0,0 0 0 0 0,1 0 0 0 0,0 0-1 0 0,0 1 1 0 0,0-1 0 0 0,0 1 0 0 0,8-9-1 0 0,-10 13-65 0 0,0 1 0 0 0,0-1-1 0 0,0 0 1 0 0,0 1 0 0 0,-1-1 0 0 0,1 1-1 0 0,0 0 1 0 0,0-1 0 0 0,0 1 0 0 0,0 0-1 0 0,0-1 1 0 0,0 1 0 0 0,0 0-1 0 0,0 0 1 0 0,0 0 0 0 0,0 0 0 0 0,0 0-1 0 0,0 0 1 0 0,0 0 0 0 0,0 0-1 0 0,0 0 1 0 0,0 1 0 0 0,0-1 0 0 0,0 0-1 0 0,0 1 1 0 0,0-1 0 0 0,0 1 0 0 0,0-1-1 0 0,0 1 1 0 0,0-1 0 0 0,0 1-1 0 0,-1-1 1 0 0,1 1 0 0 0,0 0 0 0 0,0 0-1 0 0,-1-1 1 0 0,1 1 0 0 0,-1 0-1 0 0,1 0 1 0 0,0 0 0 0 0,0 1 0 0 0,25 43-126 0 0,-24-40 95 0 0,20 45-61 0 0,-3 0 0 0 0,-2 2 0 0 0,-2 0 0 0 0,-2 1 0 0 0,-3 0 0 0 0,-2 1 0 0 0,-2 0 0 0 0,-3 81 0 0 0,-3-66 64 0 0,14-135-648 0 0,-3-146 692 0 0,-3 23 392 0 0,-4 148-151 0 0,2-1 1 0 0,17-59-1 0 0,-23 101-270 0 0,10-27 298 0 0,-4 25-80 0 0,0 15-166 0 0,2 26-63 0 0,-2 1-1 0 0,2 61 0 0 0,0 0-166 0 0,11 8 155 0 0,-11-70 10 0 0,-1 0 0 0 0,2 59 1 0 0,-10-83-215 0 0,1-21-201 0 0,1-28-44 0 0,8-168 247 0 0,-8 121 456 0 0,4-1 0 0 0,27-145 0 0 0,-31 223-192 0 0,8-31 142 0 0,-8 34-156 0 0,-1-1 0 0 0,1 1 0 0 0,-1-1 1 0 0,1 1-1 0 0,0-1 0 0 0,-1 1 0 0 0,1-1 1 0 0,0 1-1 0 0,0 0 0 0 0,0 0 0 0 0,0-1 0 0 0,0 1 1 0 0,0 0-1 0 0,1 0 0 0 0,-1 0 0 0 0,0 0 1 0 0,2-1-1 0 0,-2 2-24 0 0,-1 1 1 0 0,1-1 0 0 0,-1 0 0 0 0,1 0 0 0 0,-1 1-1 0 0,0-1 1 0 0,1 0 0 0 0,-1 1 0 0 0,1-1-1 0 0,-1 0 1 0 0,0 1 0 0 0,1-1 0 0 0,-1 1 0 0 0,0-1-1 0 0,1 1 1 0 0,-1-1 0 0 0,0 1 0 0 0,0-1-1 0 0,0 1 1 0 0,1-1 0 0 0,-1 1 0 0 0,0-1-1 0 0,0 1 1 0 0,0-1 0 0 0,0 1 0 0 0,0-1 0 0 0,0 1-1 0 0,0-1 1 0 0,0 1 0 0 0,2 21-5 0 0,-2-19 3 0 0,2 34-45 0 0,-2 1 0 0 0,-1 0-1 0 0,-3 0 1 0 0,-8 43-1 0 0,-45 146-185 0 0,56-223 231 0 0,-28 82-8 0 0,26-77-59 0 0,-1 0 1 0 0,-1 0 0 0 0,0-1 0 0 0,0 1-1 0 0,-1-1 1 0 0,-12 14 0 0 0,18-21 45 0 0,-1-1 1 0 0,1 1-1 0 0,-1-1 0 0 0,1 1 1 0 0,-1-1-1 0 0,1 1 1 0 0,-1-1-1 0 0,0 1 0 0 0,1-1 1 0 0,-1 0-1 0 0,0 1 1 0 0,1-1-1 0 0,-1 0 0 0 0,0 0 1 0 0,1 1-1 0 0,-1-1 1 0 0,0 0-1 0 0,0 0 0 0 0,1 0 1 0 0,-1 0-1 0 0,0 0 1 0 0,1 0-1 0 0,-1 0 0 0 0,0 0 1 0 0,0 0-1 0 0,1 0 0 0 0,-2-1 1 0 0,1 0-3 0 0,-1 1 0 0 0,1-1 1 0 0,0 0-1 0 0,0 0 0 0 0,0 0 1 0 0,0 0-1 0 0,0-1 0 0 0,0 1 1 0 0,0 0-1 0 0,0 0 0 0 0,0 0 1 0 0,-1-3-1 0 0,-14-48-39 0 0,15 47 88 0 0,-80-407-76 0 0,78 362 258 0 0,3 32 187 0 0,1 25 272 0 0,17 175-667 0 0,5 83-70 0 0,-23-258 71 0 0,1 7 0 0 0,-1-1 0 0 0,0 0 0 0 0,-1 0 0 0 0,0 1 0 0 0,-1-1 0 0 0,-6 18 0 0 0,8-30 0 0 0,0-1 0 0 0,0 0 0 0 0,0 1 0 0 0,0-1-1 0 0,0 0 1 0 0,0 0 0 0 0,0 1 0 0 0,0-1 0 0 0,0 0-1 0 0,0 0 1 0 0,0 1 0 0 0,0-1 0 0 0,0 0 0 0 0,0 1 0 0 0,0-1-1 0 0,-1 0 1 0 0,1 0 0 0 0,0 0 0 0 0,0 1 0 0 0,0-1 0 0 0,0 0-1 0 0,-1 0 1 0 0,1 0 0 0 0,0 1 0 0 0,0-1 0 0 0,0 0-1 0 0,-1 0 1 0 0,1 0 0 0 0,0 0 0 0 0,0 0 0 0 0,-1 1 0 0 0,1-1-1 0 0,0 0 1 0 0,0 0 0 0 0,-1 0 0 0 0,1 0 0 0 0,0 0-1 0 0,-1 0 1 0 0,1 0 0 0 0,0 0 0 0 0,0 0 0 0 0,-1 0 0 0 0,1 0-1 0 0,0 0 1 0 0,-1 0 0 0 0,1-1 0 0 0,-8-13-20 0 0,0-23-29 0 0,6-6 14 0 0,3 0 0 0 0,9-67 0 0 0,24-84-68 0 0,-29 166 100 0 0,1 0 7 0 0,55-250 226 0 0,-61 274-200 0 0,1 0 1 0 0,1 0-1 0 0,-1 1 1 0 0,0-1-1 0 0,1 1 1 0 0,0-1-1 0 0,0 1 1 0 0,0 0-1 0 0,4-5 1 0 0,-6 8-27 0 0,0-1-1 0 0,1 1 0 0 0,-1 0 1 0 0,0 0-1 0 0,1-1 1 0 0,-1 1-1 0 0,0 0 1 0 0,1 0-1 0 0,-1 0 1 0 0,0 0-1 0 0,1-1 1 0 0,-1 1-1 0 0,1 0 1 0 0,-1 0-1 0 0,0 0 1 0 0,1 0-1 0 0,-1 0 1 0 0,0 0-1 0 0,1 0 1 0 0,-1 0-1 0 0,1 0 1 0 0,-1 0-1 0 0,0 0 1 0 0,1 0-1 0 0,-1 1 1 0 0,1-1-1 0 0,-1 0 1 0 0,0 0-1 0 0,1 0 1 0 0,-1 0-1 0 0,0 1 0 0 0,1-1 1 0 0,1 2-2 0 0,-1-1 0 0 0,0 1 0 0 0,1 0 0 0 0,-1 0 0 0 0,0 0 0 0 0,0 0 0 0 0,0-1 0 0 0,0 1 0 0 0,-1 1 0 0 0,2 1 0 0 0,10 43-65 0 0,-1-1-1 0 0,-3 2 1 0 0,3 53-1 0 0,-8-59-1 0 0,2 1 0 0 0,2-1 0 0 0,2 0-1 0 0,20 61 1 0 0,-20-76-3 0 0,-8-20 38 0 0,1-1 0 0 0,0 0 0 0 0,0 0 0 0 0,0 0 0 0 0,1 0 0 0 0,0 0 0 0 0,7 10 0 0 0,-9-18 2 0 0,1 0 0 0 0,-1 1 0 0 0,0-1 0 0 0,0 0 1 0 0,0 0-1 0 0,-1 0 0 0 0,1 1 0 0 0,0-1 0 0 0,-1 0 0 0 0,1 0 0 0 0,-1 0 0 0 0,1-4 0 0 0,-1 6 19 0 0,15-69 21 0 0,3 0 0 0 0,4 2-1 0 0,2 0 1 0 0,40-78 0 0 0,-62 141 19 0 0,21-34-35 0 0,-22 36 16 0 0,0 1 0 0 0,0 0 0 0 0,0-1 1 0 0,-1 1-1 0 0,1 0 0 0 0,0 0 0 0 0,1 0 0 0 0,-1 0 0 0 0,0 0 0 0 0,0 0 0 0 0,0 0 0 0 0,1 0 0 0 0,-1 0 0 0 0,0 1 0 0 0,1-1 0 0 0,-1 0 0 0 0,0 1 0 0 0,1-1 0 0 0,-1 1 0 0 0,1-1 0 0 0,-1 1 0 0 0,1 0 0 0 0,2 0 0 0 0,-3 1 10 0 0,1 0 0 0 0,0 0 0 0 0,-1 0 0 0 0,0 0 1 0 0,1 0-1 0 0,-1 0 0 0 0,0 1 0 0 0,0-1 0 0 0,1 1 0 0 0,-1-1 1 0 0,0 1-1 0 0,0-1 0 0 0,-1 1 0 0 0,1-1 0 0 0,0 1 0 0 0,0 3 1 0 0,11 33 111 0 0,-10-31-89 0 0,14 55-6 0 0,74 331 327 0 0,-89-377-366 0 0,0-1 0 0 0,-1 1 0 0 0,-1 0 0 0 0,-3 15 0 0 0,0 31 0 0 0,13-187-560 0 0,-19-80 660 0 0,3 117-16 0 0,5-91-1 0 0,3 168 85 0 0,1 11-30 0 0,2 23 49 0 0,1 37-168 0 0,-5 2-93 0 0,-4 1 0 0 0,-2 0-1 0 0,-3-1 1 0 0,-3 0 0 0 0,-37 114 0 0 0,29-122 98 0 0,17-112 10 0 0,-3-96-75 0 0,-30-177 0 0 0,29 303 149 0 0,7 28-105 0 0,0 0 0 0 0,0 0-1 0 0,0 0 1 0 0,0 0 0 0 0,0 0 0 0 0,-1 0-1 0 0,1 0 1 0 0,0 0 0 0 0,0 0-1 0 0,0 0 1 0 0,0 0 0 0 0,0 1 0 0 0,0-1-1 0 0,0 0 1 0 0,0 0 0 0 0,0 0-1 0 0,0 0 1 0 0,0 0 0 0 0,0 0-1 0 0,0 0 1 0 0,0 0 0 0 0,0 0 0 0 0,0 0-1 0 0,0 0 1 0 0,0 0 0 0 0,0 0-1 0 0,-1 0 1 0 0,1 0 0 0 0,0 0-1 0 0,0 0 1 0 0,0 0 0 0 0,0 0 0 0 0,0 0-1 0 0,0 0 1 0 0,0 0 0 0 0,0 0-1 0 0,0 0 1 0 0,0 0 0 0 0,0 0 0 0 0,0 0-1 0 0,0 0 1 0 0,-1 0 0 0 0,1 0-1 0 0,0 0 1 0 0,0 0 0 0 0,0 0-1 0 0,0 0 1 0 0,0 0 0 0 0,0 0 0 0 0,0 0-1 0 0,0 0 1 0 0,0 0 0 0 0,0 0-1 0 0,0 0 1 0 0,0-1 0 0 0,0 1 0 0 0,0 0-1 0 0,0 0 1 0 0,0 0 0 0 0,0 0-1 0 0,0 0 1 0 0,0 0 0 0 0,-2 17 8 0 0,6 136-154 0 0,-1-58-179 0 0,-13 148-1 0 0,10-241 322 0 0,-1 7-1 0 0,0 0 1 0 0,-1 0 0 0 0,1 0-1 0 0,-2 0 1 0 0,1 0 0 0 0,-1 0-1 0 0,-5 9 1 0 0,8-18 1 0 0,0 0 1 0 0,0 0-1 0 0,0 0 0 0 0,0 0 1 0 0,0 0-1 0 0,-1 0 0 0 0,1 0 0 0 0,0 0 1 0 0,0 0-1 0 0,0-1 0 0 0,0 1 1 0 0,0 0-1 0 0,0 0 0 0 0,0 0 0 0 0,0 0 1 0 0,0 0-1 0 0,0 0 0 0 0,0 0 1 0 0,0 0-1 0 0,0 0 0 0 0,0 0 0 0 0,0 0 1 0 0,0 0-1 0 0,0 0 0 0 0,0 0 1 0 0,0 0-1 0 0,0 0 0 0 0,-1 0 0 0 0,1 0 1 0 0,0 0-1 0 0,0 0 0 0 0,0 0 1 0 0,0 0-1 0 0,0 0 0 0 0,0 0 0 0 0,0 0 1 0 0,0 0-1 0 0,0 0 0 0 0,0 0 1 0 0,0 0-1 0 0,0 0 0 0 0,-1 0 0 0 0,1 0 1 0 0,0 0-1 0 0,0 0 0 0 0,0 0 1 0 0,0 0-1 0 0,0 0 0 0 0,0 0 0 0 0,0 0 1 0 0,0 0-1 0 0,0 0 0 0 0,0 0 1 0 0,0 0-1 0 0,0 0 0 0 0,0 0 0 0 0,0 0 1 0 0,0 0-1 0 0,0 0 0 0 0,0 0 1 0 0,-1 0-1 0 0,1 1 0 0 0,0-1 0 0 0,0 0 1 0 0,0 0-1 0 0,0 0 0 0 0,0-10 45 0 0,1-14 38 0 0,30-280-67 0 0,5-28 677 0 0,-34 320-648 0 0,-1 9-19 0 0,0 0 1 0 0,0 0-1 0 0,-1 0 0 0 0,0 0 0 0 0,1 0 0 0 0,-1 0 0 0 0,0 0 0 0 0,-1-5 0 0 0,-12 47 436 0 0,1 9-376 0 0,1-11-384 0 0,2 1 1 0 0,1 1-1 0 0,-4 64 1 0 0,13-95-69 0 0,-1 0 1 0 0,1 0 0 0 0,0 0 0 0 0,0 0 0 0 0,1 0-1 0 0,4 11 1 0 0</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26.951"/>
    </inkml:context>
    <inkml:brush xml:id="br0">
      <inkml:brushProperty name="width" value="0.1" units="cm"/>
      <inkml:brushProperty name="height" value="0.1" units="cm"/>
    </inkml:brush>
  </inkml:definitions>
  <inkml:trace contextRef="#ctx0" brushRef="#br0">34 51 2761 0 0,'-2'-1'379'0'0,"0"0"-1"0"0,0 0 1 0 0,0 0 0 0 0,0 0 0 0 0,0-1 0 0 0,1 1 0 0 0,-1-1 0 0 0,0 1 0 0 0,1-1 0 0 0,-1 0 0 0 0,1 1 0 0 0,-1-1 0 0 0,1 0 0 0 0,0 0 0 0 0,0 0 0 0 0,0 0 0 0 0,0 0 0 0 0,0-1 0 0 0,0 1-1 0 0,0-2 1 0 0,-1-10 5442 0 0,15 34-2641 0 0,0 9-2543 0 0,-2 0-1 0 0,-1 1 1 0 0,12 61 0 0 0,-18-76-466 0 0,5 45-9 0 0,-1-1 1 0 0,-4 1-1 0 0,-4 87 1 0 0,-1-64-17 0 0,8 20-37 0 0,-4-73-77 0 0,-1 1-1 0 0,-4 61 1 0 0,-3-39 61 0 0,3 0 1 0 0,2 1-1 0 0,9 73 0 0 0,-3-60 35 0 0,-1-11 57 0 0,24 108 0 0 0,-27-158-168 0 0,-1 1 0 0 0,0 0 1 0 0,-1 0-1 0 0,0 0 0 0 0,0 0 0 0 0,0 0 1 0 0,-1 0-1 0 0,-2 11 0 0 0,-2 26 45 0 0,6-39-62 0 0,1-1 0 0 0,0 0 0 0 0,0 0 0 0 0,0-1 0 0 0,1 1 0 0 0,-1 0 0 0 0,1-1 0 0 0,0 1 0 0 0,0-1 0 0 0,0 0 0 0 0,0 0 0 0 0,1 0 0 0 0,6 4 0 0 0,-5-6 4 0 0,0 0-1 0 0,0 0 1 0 0,0-1-1 0 0,-1 0 1 0 0,1 0-1 0 0,0 0 1 0 0,0-1-1 0 0,0 1 1 0 0,0-1 0 0 0,8-3-1 0 0,17-1 42 0 0,-10 5-27 0 0,0 2 0 0 0,-1 0 0 0 0,1 1 0 0 0,-1 1 0 0 0,36 12 0 0 0,-32-8-174 0 0,0-2 0 0 0,1 0 0 0 0,29 2 0 0 0,-48-8 74 0 0,0 0-1 0 0,0-1 0 0 0,0 1 1 0 0,0-1-1 0 0,0 0 0 0 0,0-1 1 0 0,0 1-1 0 0,0-1 0 0 0,-1 0 1 0 0,9-5-1 0 0,23-15-3607 0 0,-30 18 2451 0 0</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27.267"/>
    </inkml:context>
    <inkml:brush xml:id="br0">
      <inkml:brushProperty name="width" value="0.1" units="cm"/>
      <inkml:brushProperty name="height" value="0.1" units="cm"/>
    </inkml:brush>
  </inkml:definitions>
  <inkml:trace contextRef="#ctx0" brushRef="#br0">1 130 6913 0 0,'22'-16'7981'0'0,"-9"7"-6298"0"0,12-8 891 0 0,33-17 1 0 0,-35 22-2235 0 0,1 2-1 0 0,-1 1 1 0 0,45-12 0 0 0,-67 21-396 0 0,1-1 0 0 0,0 1 0 0 0,-1 0 0 0 0,1-1 0 0 0,-1 1 0 0 0,1 0 0 0 0,0 0 0 0 0,-1 0 0 0 0,1 0 0 0 0,0 1 0 0 0,-1-1 0 0 0,1 0 0 0 0,-1 1 0 0 0,1-1 0 0 0,2 2 0 0 0</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28.555"/>
    </inkml:context>
    <inkml:brush xml:id="br0">
      <inkml:brushProperty name="width" value="0.1" units="cm"/>
      <inkml:brushProperty name="height" value="0.1" units="cm"/>
    </inkml:brush>
  </inkml:definitions>
  <inkml:trace contextRef="#ctx0" brushRef="#br0">3 243 1368 0 0,'-3'-38'14934'0'0,"8"57"-12024"0"0,-1-5-2514 0 0,5 77 1302 0 0,-5 181 0 0 0,-6-178-1604 0 0,16 163 0 0 0,-12-250-761 0 0,1-10 87 0 0,4-24-364 0 0,4-40-357 0 0,-5-3 1134 0 0,-3-1 1 0 0,-7-89-1 0 0,-28-144 1458 0 0,17 183-376 0 0,11 88-513 0 0,-5-70 1008 0 0,11 113-1266 0 0,0-1 0 0 0,1 0 0 0 0,7 17 0 0 0,1 2-101 0 0,11 48 61 0 0,-2 0 0 0 0,12 113 0 0 0,-2 158-7 0 0,-24-261-55 0 0,-5-67-34 0 0,-1-10-4 0 0,0 1 1 0 0,1-1-1 0 0,0 0 1 0 0,1 1-1 0 0,0-1 1 0 0,0 0-1 0 0,5 10 1 0 0,-10-51-827 0 0,2 12 661 0 0,-82-637-319 0 0,82 648 501 0 0,-6-43 233 0 0,2-1 1 0 0,2-73-1 0 0,5 118 17 0 0,0 9-99 0 0,6 19-33 0 0,3 30-46 0 0,49 735-560 0 0,-61-758 126 0 0,1-24-180 0 0,1-19 39 0 0,3-215-1887 0 0,-5 129 3077 0 0,25-201 1 0 0,-24 300-688 0 0,16-64 555 0 0,-15 63-526 0 0,0 1 0 0 0,0 0 0 0 0,0 0 0 0 0,1 0 1 0 0,-1-1-1 0 0,1 1 0 0 0,0 1 0 0 0,0-1 0 0 0,0 0 0 0 0,0 0 0 0 0,1 1 0 0 0,-1-1 0 0 0,1 1 0 0 0,-1 0 0 0 0,1 0 0 0 0,0 0 1 0 0,4-3-1 0 0,-5 5-36 0 0,-1 0 0 0 0,1 0 1 0 0,0 0-1 0 0,0 0 1 0 0,0 0-1 0 0,-1 0 1 0 0,1 0-1 0 0,0 0 0 0 0,0 1 1 0 0,-1-1-1 0 0,1 1 1 0 0,0-1-1 0 0,0 1 1 0 0,-1 0-1 0 0,1 0 0 0 0,-1-1 1 0 0,1 1-1 0 0,-1 0 1 0 0,1 1-1 0 0,-1-1 1 0 0,0 0-1 0 0,1 0 0 0 0,-1 1 1 0 0,0-1-1 0 0,0 0 1 0 0,0 1-1 0 0,0-1 1 0 0,0 1-1 0 0,1 3 0 0 0,4 5 48 0 0,-1 0 0 0 0,0 0 0 0 0,4 14 0 0 0,9 34 105 0 0,13 85-1 0 0,3 12 26 0 0,-4-14-265 0 0,-51-269-89 0 0,6-2 0 0 0,1-193 0 0 0,13 322 170 0 0,1 0-1 0 0,0 0 1 0 0,0 0-1 0 0,0 0 1 0 0,0 1-1 0 0,0-1 1 0 0,0 0-1 0 0,0 0 1 0 0,0 0-1 0 0,0 0 1 0 0,1 0-1 0 0,-1 0 1 0 0,0 0-1 0 0,1 1 1 0 0,-1-1-1 0 0,0 0 1 0 0,1 0-1 0 0,0-1 1 0 0,7 12 241 0 0,7 30 16 0 0,43 182-68 0 0,9 28-20 0 0,-36-136-351 0 0,-29-102 140 0 0,0 0 0 0 0,-1 0 0 0 0,0 0 0 0 0,-1 0 0 0 0,0 1 1 0 0,-1-1-1 0 0,-3 19 0 0 0,4-31 21 0 0,0 0 1 0 0,0 0 0 0 0,0 0-1 0 0,0 1 1 0 0,0-1-1 0 0,0 0 1 0 0,0 0-1 0 0,0 0 1 0 0,0 0 0 0 0,0 0-1 0 0,0 1 1 0 0,0-1-1 0 0,0 0 1 0 0,0 0-1 0 0,0 0 1 0 0,0 0 0 0 0,0 1-1 0 0,0-1 1 0 0,0 0-1 0 0,0 0 1 0 0,0 0 0 0 0,0 0-1 0 0,0 0 1 0 0,0 0-1 0 0,0 1 1 0 0,0-1-1 0 0,-1 0 1 0 0,1 0 0 0 0,0 0-1 0 0,0 0 1 0 0,0 0-1 0 0,0 0 1 0 0,0 0-1 0 0,0 0 1 0 0,-1 1 0 0 0,1-1-1 0 0,0 0 1 0 0,0 0-1 0 0,0 0 1 0 0,0 0-1 0 0,0 0 1 0 0,-1 0 0 0 0,1 0-1 0 0,0 0 1 0 0,0 0-1 0 0,0 0 1 0 0,0 0-1 0 0,-1 0 1 0 0,1 0 0 0 0,0 0-1 0 0,0 0 1 0 0,0 0-1 0 0,0 0 1 0 0,0 0-1 0 0,-1 0 1 0 0,1 0 0 0 0,0-1-1 0 0,0 1 1 0 0,0 0-1 0 0,0 0 1 0 0,0 0-1 0 0,-6-10-3243 0 0</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30.755"/>
    </inkml:context>
    <inkml:brush xml:id="br0">
      <inkml:brushProperty name="width" value="0.1" units="cm"/>
      <inkml:brushProperty name="height" value="0.1" units="cm"/>
    </inkml:brush>
  </inkml:definitions>
  <inkml:trace contextRef="#ctx0" brushRef="#br0">469 98 5065 0 0,'-17'25'8860'0'0,"8"4"-4638"0"0,4 35-2928 0 0,4-27-515 0 0,-46 405-411 0 0,48-441-451 0 0,-1 0 0 0 0,0 0 0 0 0,0-1 0 0 0,0 1 0 0 0,-1 0 0 0 0,1 0 0 0 0,0 0 1 0 0,0 0-1 0 0,0-1 0 0 0,-1 1 0 0 0,1 0 0 0 0,0 0 0 0 0,-1-1 0 0 0,1 1 0 0 0,0 0 0 0 0,-1 0 0 0 0,1-1 0 0 0,-1 1 0 0 0,1 0 0 0 0,-1-1 0 0 0,0 1 0 0 0,1-1 0 0 0,-2 2 0 0 0,1-2-15 0 0,0-1 0 0 0,1 1 0 0 0,-1 0 0 0 0,0 0 1 0 0,0-1-1 0 0,1 1 0 0 0,-1 0 0 0 0,0-1 0 0 0,1 1 0 0 0,-1-1 1 0 0,1 1-1 0 0,-1 0 0 0 0,0-1 0 0 0,1 0 0 0 0,-1 1 0 0 0,1-1 0 0 0,-1 1 1 0 0,1-1-1 0 0,0 0 0 0 0,-1 0 0 0 0,-21-41-2536 0 0,22 42 2614 0 0,-9-21-611 0 0,2 0 0 0 0,1 0 0 0 0,1-1-1 0 0,-6-41 1 0 0,4-93-1185 0 0,2 43-191 0 0,3 73 941 0 0,2 18 428 0 0,-2 1 0 0 0,0 0 0 0 0,-1 1 0 0 0,-1-1 0 0 0,-1 0 0 0 0,-8-24 1 0 0,12 44 682 0 0,1 0-1 0 0,-1-1 1 0 0,0 1 0 0 0,1-1 0 0 0,-1 1 0 0 0,0 0 0 0 0,1 0 0 0 0,-1-1 0 0 0,0 1 0 0 0,0 0 0 0 0,0 0 0 0 0,0 0 0 0 0,-1 0 0 0 0,1 0 0 0 0,0 0 0 0 0,0 0-1 0 0,0 0 1 0 0,-1 1 0 0 0,1-1 0 0 0,0 0 0 0 0,-1 1 0 0 0,1-1 0 0 0,-2 0 0 0 0,1 2 181 0 0,0-1-1 0 0,1 0 1 0 0,-1 0 0 0 0,0 1 0 0 0,1-1 0 0 0,-1 1-1 0 0,1-1 1 0 0,-1 1 0 0 0,1 0 0 0 0,-1 0-1 0 0,1 0 1 0 0,-1 0 0 0 0,1 0 0 0 0,0 0-1 0 0,0 0 1 0 0,-1 0 0 0 0,0 2 0 0 0,-4 4 530 0 0,0 0-1 0 0,1 1 1 0 0,-1 0 0 0 0,2 0 0 0 0,-1 0 0 0 0,-3 10 0 0 0,-10 37 2015 0 0,-22 108 1 0 0,6-18-1546 0 0,15-85-677 0 0,8-30-184 0 0,-6 34 0 0 0,19-87-220 0 0,-1-43 0 0 0,-1 20-362 0 0,-1-30 732 0 0,-18-116 1 0 0,4 52 1229 0 0,20 206-1097 0 0,20 182-7 0 0,-17-196-710 0 0,2 0-1 0 0,33 95 0 0 0,-34-124-56 0 0,-4-11-2 0 0,0-1 1 0 0,-1 0 0 0 0,0 1-1 0 0,-1 0 1 0 0,0 0 0 0 0,0 14-1 0 0,-1-148-1314 0 0,-7-172 1419 0 0,-1 235 157 0 0,-1 1 193 0 0,3 0 0 0 0,4-78 1 0 0,2 123 78 0 0,1 12-134 0 0,2 20-19 0 0,4 35-120 0 0,21 285 107 0 0,-11-107-240 0 0,-15-185-40 0 0,3 1 0 0 0,2-1 0 0 0,25 78 0 0 0,-29-140-428 0 0,-1-10 280 0 0,-3-344-230 0 0,1-4 1295 0 0,4 351-359 0 0,-2 23-283 0 0,1 12-244 0 0,53 270 923 0 0,-9-35-968 0 0,-38-204-196 0 0,-4-18 242 0 0,-1 0 1 0 0,-1 0-1 0 0,3 44 1 0 0,-8-69-10 0 0,0-1 1 0 0,0 1-1 0 0,0-1 0 0 0,0 1 0 0 0,1-1 1 0 0,-1 1-1 0 0,0 0 0 0 0,0-1 1 0 0,0 1-1 0 0,0-1 0 0 0,0 1 0 0 0,0-1 1 0 0,-1 1-1 0 0,1-1 0 0 0,0 1 1 0 0,0-1-1 0 0,0 1 0 0 0,0-1 1 0 0,-1 1-1 0 0,1-1 0 0 0,0 1 0 0 0,0-1 1 0 0,-1 1-1 0 0,1-1 0 0 0,0 1 1 0 0,-1-1-1 0 0,0 1 0 0 0,-6-14-335 0 0,-6-27 14 0 0,-19-122 221 0 0,7-2-1 0 0,-5-219 0 0 0,30 362 213 0 0,-1 12 0 0 0,0 0 0 0 0,1 0 0 0 0,0 0 0 0 0,1 0 0 0 0,0 0 0 0 0,5-17 0 0 0,4 57 297 0 0,-2 34-376 0 0,-2 0 0 0 0,-5 128 0 0 0,-4-126-10 0 0,3-1-1 0 0,17 122 0 0 0,-15-178-11 0 0,5 31-65 0 0,-7-39 65 0 0,0 1 1 0 0,1-1 0 0 0,-1 1-1 0 0,0-1 1 0 0,-1 0 0 0 0,1 1-1 0 0,0-1 1 0 0,-1 1 0 0 0,1-1-1 0 0,-1 0 1 0 0,0 0 0 0 0,0 1 0 0 0,-1 1-1 0 0,2-4-1 0 0,0 0 0 0 0,0 1 0 0 0,0-1-1 0 0,0 0 1 0 0,0 0 0 0 0,0 0 0 0 0,0 0 0 0 0,0 0-1 0 0,0 0 1 0 0,-1 0 0 0 0,1 0 0 0 0,0 0-1 0 0,0 0 1 0 0,0 1 0 0 0,0-1 0 0 0,0 0 0 0 0,0 0-1 0 0,0 0 1 0 0,-1 0 0 0 0,1 0 0 0 0,0 0 0 0 0,0 0-1 0 0,0 0 1 0 0,0 0 0 0 0,0 0 0 0 0,0 0 0 0 0,0 0-1 0 0,-1 0 1 0 0,1 0 0 0 0,0 0 0 0 0,0 0-1 0 0,0 0 1 0 0,0 0 0 0 0,0 0 0 0 0,0 0 0 0 0,0-1-1 0 0,-1 1 1 0 0,1 0 0 0 0,0 0 0 0 0,0 0 0 0 0,0 0-1 0 0,0 0 1 0 0,0 0 0 0 0,0 0 0 0 0,0 0 0 0 0,0 0-1 0 0,0 0 1 0 0,-1 0 0 0 0,1-1 0 0 0,0 1-1 0 0,0 0 1 0 0,-4-10-194 0 0,-1-14 99 0 0,4 23 100 0 0,-3-38-174 0 0,1-1 0 0 0,2 0 0 0 0,6-52-1 0 0,-3 44 247 0 0,-1 26 49 0 0,1-30-98 0 0,1 0 0 0 0,3 1 0 0 0,18-77 0 0 0,-23 126-18 0 0,-1 0 0 0 0,1-1-1 0 0,0 1 1 0 0,0 0 0 0 0,0-1 0 0 0,0 1 0 0 0,0 0 0 0 0,0 0-1 0 0,1 0 1 0 0,-1 0 0 0 0,1 0 0 0 0,-1 0 0 0 0,1 0-1 0 0,0 1 1 0 0,1-2 0 0 0,-2 2 1 0 0,-1 1-1 0 0,1 0 0 0 0,-1 0 1 0 0,1 0-1 0 0,-1 0 1 0 0,1 0-1 0 0,-1 0 1 0 0,0 0-1 0 0,1 0 1 0 0,-1 0-1 0 0,1 0 1 0 0,-1 0-1 0 0,1 0 1 0 0,-1 0-1 0 0,1 0 1 0 0,-1 0-1 0 0,1 1 1 0 0,-1-1-1 0 0,0 0 1 0 0,1 0-1 0 0,-1 0 0 0 0,1 1 1 0 0,-1-1-1 0 0,0 0 1 0 0,1 1-1 0 0,0 0 1 0 0,11 21 53 0 0,4 33-14 0 0,14 96 0 0 0,-13-57-66 0 0,-12-72 39 0 0,8 48 158 0 0,-12-64-179 0 0,-1 1-1 0 0,0-1 1 0 0,0 1-1 0 0,0-1 1 0 0,-1 1-1 0 0,0-1 1 0 0,0 1-1 0 0,-3 7 1 0 0,4-13-14 0 0,0-1 1 0 0,0 1-1 0 0,0-1 1 0 0,0 0-1 0 0,0 1 1 0 0,0-1-1 0 0,0 0 1 0 0,-1 1-1 0 0,1-1 1 0 0,0 1-1 0 0,0-1 0 0 0,0 0 1 0 0,0 1-1 0 0,-1-1 1 0 0,1 0-1 0 0,0 1 1 0 0,0-1-1 0 0,-1 0 1 0 0,1 1-1 0 0,0-1 0 0 0,-1 0 1 0 0,1 0-1 0 0,0 1 1 0 0,-1-1-1 0 0,1 0 1 0 0,0 0-1 0 0,-1 0 1 0 0,1 0-1 0 0,0 1 1 0 0,-1-1-1 0 0,1 0 0 0 0,-1 0 1 0 0,1 0-1 0 0,0 0 1 0 0,-1 0-1 0 0,0 0 1 0 0,-8-13-1146 0 0,-1-23-1164 0 0,3-96-1376 0 0,-11-90 2568 0 0,16 212 1133 0 0,1 6-3 0 0,0 1-1 0 0,1-1 1 0 0,-1 1-1 0 0,1-1 1 0 0,-1 1 0 0 0,1-1-1 0 0,0 1 1 0 0,1-1-1 0 0,-1 1 1 0 0,0-1 0 0 0,2-4 246 0 0,-6 19 3962 0 0,-9 27-2341 0 0,-12 59 0 0 0,17-56-1634 0 0,3 1 1 0 0,1-1-1 0 0,2 51 1 0 0,3-70-160 0 0,0-10-22 0 0,0-1 0 0 0,-1 1 0 0 0,0-1 0 0 0,-1 1 0 0 0,0-1-1 0 0,-1 0 1 0 0,0 1 0 0 0,-8 21 0 0 0,10-33-56 0 0,0 0 0 0 0,0 1 0 0 0,0-1 0 0 0,0 0 0 0 0,0 0 0 0 0,0 1 1 0 0,0-1-1 0 0,0 0 0 0 0,0 1 0 0 0,-1-1 0 0 0,1 0 0 0 0,0 1 0 0 0,0-1 0 0 0,0 0 0 0 0,0 0 0 0 0,-1 1 0 0 0,1-1 0 0 0,0 0 0 0 0,0 0 0 0 0,-1 0 0 0 0,1 1 0 0 0,0-1 1 0 0,0 0-1 0 0,-1 0 0 0 0,1 0 0 0 0,0 0 0 0 0,-1 1 0 0 0,1-1 0 0 0,0 0 0 0 0,-1 0 0 0 0,1 0 0 0 0,0 0 0 0 0,-1 0 0 0 0,1 0 0 0 0,0 0 0 0 0,-1 0 0 0 0,1 0 1 0 0,0 0-1 0 0,0 0 0 0 0,-1 0 0 0 0,-6-14-837 0 0,3-20-1809 0 0,5-5-2028 0 0,7-41-1 0 0,-4 52 472 0 0</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30.908"/>
    </inkml:context>
    <inkml:brush xml:id="br0">
      <inkml:brushProperty name="width" value="0.1" units="cm"/>
      <inkml:brushProperty name="height" value="0.1" units="cm"/>
    </inkml:brush>
  </inkml:definitions>
  <inkml:trace contextRef="#ctx0" brushRef="#br0">37 0 2280 0 0,'-9'13'97'0'0,"5"-7"31"0"0,0 2-128 0 0,-1-4 0 0 0,4-1 0 0 0,-1-2 0 0 0,2 1 0 0 0,-1 1 0 0 0,-4 0 0 0 0,0 0 0 0 0</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31.071"/>
    </inkml:context>
    <inkml:brush xml:id="br0">
      <inkml:brushProperty name="width" value="0.1" units="cm"/>
      <inkml:brushProperty name="height" value="0.1" units="cm"/>
    </inkml:brush>
  </inkml:definitions>
  <inkml:trace contextRef="#ctx0" brushRef="#br0">71 0 11979 0 0,'-6'7'528'0'0,"3"-2"112"0"0,-2-1-512 0 0,3 1-128 0 0,-1-2 0 0 0,0 1 0 0 0,1 0 224 0 0,-4 5 24 0 0,-2 6 0 0 0,-2 1 0 0 0,-1 0-1624 0 0,6-2-329 0 0,0-1-63 0 0,4-3-16 0 0,2-2 1392 0 0,-1-5 272 0 0</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35.718"/>
    </inkml:context>
    <inkml:brush xml:id="br0">
      <inkml:brushProperty name="width" value="0.1" units="cm"/>
      <inkml:brushProperty name="height" value="0.1" units="cm"/>
    </inkml:brush>
  </inkml:definitions>
  <inkml:trace contextRef="#ctx0" brushRef="#br0">444 49 2304 0 0,'0'-3'396'0'0,"-1"1"0"0"0,1-1 0 0 0,-1 1-1 0 0,0 0 1 0 0,0-1 0 0 0,0 1-1 0 0,0 0 1 0 0,0 0 0 0 0,0 0 0 0 0,0 0-1 0 0,-1 0 1 0 0,1 0 0 0 0,-1 0-1 0 0,0 0 1 0 0,1 1 0 0 0,-1-1-1 0 0,0 0 1 0 0,0 1 0 0 0,0 0 0 0 0,0-1-1 0 0,0 1 1 0 0,-1 0 0 0 0,1 0-1 0 0,0 0 1 0 0,-1 0 0 0 0,-3 0 0 0 0,2 1-97 0 0,0-1 1 0 0,-1 2-1 0 0,1-1 1 0 0,0 1-1 0 0,0-1 1 0 0,-1 1-1 0 0,1 0 1 0 0,0 0-1 0 0,0 1 1 0 0,0 0-1 0 0,0-1 1 0 0,0 1-1 0 0,1 0 1 0 0,-7 5-1 0 0,-34 27 207 0 0,3 2 0 0 0,1 1 0 0 0,1 2 0 0 0,2 2 0 0 0,-44 63-1 0 0,73-93-451 0 0,0 0 0 0 0,1 1 0 0 0,1 0 0 0 0,-10 24 0 0 0,15-34-43 0 0,0 1 0 0 0,0 0 0 0 0,0 0 0 0 0,1 0 0 0 0,-1 0 0 0 0,1 0-1 0 0,0 0 1 0 0,0 0 0 0 0,0 0 0 0 0,0 0 0 0 0,1 0 0 0 0,0 4-1 0 0,0-5-7 0 0,0-1 0 0 0,0 1 0 0 0,0 0 0 0 0,0 0-1 0 0,0-1 1 0 0,0 1 0 0 0,1-1 0 0 0,-1 1-1 0 0,0-1 1 0 0,1 0 0 0 0,-1 1 0 0 0,1-1 0 0 0,0 0-1 0 0,-1 0 1 0 0,1 0 0 0 0,0 0 0 0 0,-1 0-1 0 0,1-1 1 0 0,0 1 0 0 0,0 0 0 0 0,2-1-1 0 0,17 5-21 0 0,0-2 0 0 0,0-1 0 0 0,0-1-1 0 0,1 0 1 0 0,27-4 0 0 0,-17 2-5 0 0,42 2-1 0 0,-64 0 33 0 0,1 0 1 0 0,-1 1-1 0 0,0 0 0 0 0,0 1 0 0 0,0 0 0 0 0,0 0 0 0 0,18 9 0 0 0,-26-10-5 0 0,1 0 0 0 0,-1-1 0 0 0,0 1 0 0 0,1 0 0 0 0,-1 0 1 0 0,0 0-1 0 0,0 0 0 0 0,0 1 0 0 0,-1-1 0 0 0,1 1 0 0 0,0-1 0 0 0,-1 1 1 0 0,0-1-1 0 0,1 1 0 0 0,-1 0 0 0 0,0 0 0 0 0,0 0 0 0 0,-1-1 0 0 0,1 1 1 0 0,-1 0-1 0 0,1 0 0 0 0,-1 0 0 0 0,0 0 0 0 0,0 0 0 0 0,0 0 0 0 0,-1 0 1 0 0,1 0-1 0 0,-1 0 0 0 0,1 0 0 0 0,-1 0 0 0 0,0-1 0 0 0,-2 5 0 0 0,-1 4 58 0 0,0 0-1 0 0,-1-1 0 0 0,0 1 0 0 0,-1-1 0 0 0,0 0 0 0 0,0 0 0 0 0,-1-1 0 0 0,-1 0 0 0 0,0 0 1 0 0,0-1-1 0 0,0 0 0 0 0,-1 0 0 0 0,0-1 0 0 0,-1 0 0 0 0,0-1 0 0 0,-14 8 0 0 0,15-10-1090 0 0,0-1 0 0 0,0 0 1 0 0,1 0-1 0 0,-2-1 0 0 0,1 0 0 0 0,0-1 0 0 0,-19 1 0 0 0</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37.053"/>
    </inkml:context>
    <inkml:brush xml:id="br0">
      <inkml:brushProperty name="width" value="0.1" units="cm"/>
      <inkml:brushProperty name="height" value="0.1" units="cm"/>
    </inkml:brush>
  </inkml:definitions>
  <inkml:trace contextRef="#ctx0" brushRef="#br0">34 48 6913 0 0,'-10'-16'489'0'0,"-13"-15"6954"0"0,34 59-3023 0 0,-6-15-4061 0 0,15 47-114 0 0,-2 1-1 0 0,-3 1 0 0 0,-3 0 0 0 0,7 103 1 0 0,-18-148-380 0 0,-1-9 17 0 0,0-1 0 0 0,1 1 0 0 0,0 0 0 0 0,0 0 0 0 0,1 0-1 0 0,0-1 1 0 0,0 1 0 0 0,1-1 0 0 0,0 1 0 0 0,0-1 0 0 0,5 8-1 0 0,-7-15 100 0 0,-1 0-1 0 0,0 1 1 0 0,0-1-1 0 0,1 0 1 0 0,-1 0-1 0 0,0 1 1 0 0,0-1-1 0 0,1 0 0 0 0,-1 0 1 0 0,0 0-1 0 0,0 0 1 0 0,1 1-1 0 0,-1-1 1 0 0,0 0-1 0 0,1 0 1 0 0,-1 0-1 0 0,0 0 0 0 0,1 0 1 0 0,-1 0-1 0 0,0 0 1 0 0,1 0-1 0 0,-1 0 1 0 0,0 0-1 0 0,1 0 1 0 0,-1 0-1 0 0,0 0 0 0 0,1 0 1 0 0,-1 0-1 0 0,0 0 1 0 0,1 0-1 0 0,-1 0 1 0 0,0 0-1 0 0,0-1 1 0 0,1 1-1 0 0,-1 0 0 0 0,0 0 1 0 0,1 0-1 0 0,-1-1 1 0 0,11-14-451 0 0,3-21-99 0 0,22-133-949 0 0,-25 109 1975 0 0,19-63 0 0 0,-23 103 376 0 0,17-37 0 0 0,-21 51-589 0 0,0 0 0 0 0,0 1 0 0 0,0-1-1 0 0,1 1 1 0 0,0 0 0 0 0,1 0-1 0 0,-1 1 1 0 0,1-1 0 0 0,-1 1 0 0 0,11-7-1 0 0,-14 11-197 0 0,0-1 0 0 0,0 1-1 0 0,0-1 1 0 0,0 1 0 0 0,0-1 0 0 0,0 1-1 0 0,0 0 1 0 0,0 0 0 0 0,0-1-1 0 0,0 1 1 0 0,0 0 0 0 0,0 0 0 0 0,0 0-1 0 0,0 0 1 0 0,0 0 0 0 0,0 0-1 0 0,0 1 1 0 0,0-1 0 0 0,0 0 0 0 0,0 0-1 0 0,0 1 1 0 0,0-1 0 0 0,1 1-1 0 0,0 1-5 0 0,0-1 0 0 0,0 1 0 0 0,0 0 0 0 0,0-1 0 0 0,-1 1 0 0 0,1 0 0 0 0,-1 0 0 0 0,1 0 0 0 0,-1 0 0 0 0,1 2 0 0 0,4 8 0 0 0,-1 0 1 0 0,-1 0-1 0 0,3 15 1 0 0,-4-19 38 0 0,66 281-367 0 0,-39-92-4656 0 0,-26-163 3190 0 0,1-3-6 0 0</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37.371"/>
    </inkml:context>
    <inkml:brush xml:id="br0">
      <inkml:brushProperty name="width" value="0.1" units="cm"/>
      <inkml:brushProperty name="height" value="0.1" units="cm"/>
    </inkml:brush>
  </inkml:definitions>
  <inkml:trace contextRef="#ctx0" brushRef="#br0">3 247 9218 0 0,'-1'-2'265'0'0,"0"-32"521"0"0,2 21 2644 0 0,5 31 694 0 0,3 11-3396 0 0,-4-11-612 0 0,1-1 0 0 0,0 1 1 0 0,1-1-1 0 0,0 0 1 0 0,2-1-1 0 0,20 31 0 0 0,-26-43-155 0 0,0 1 0 0 0,1-1 0 0 0,0 1 0 0 0,0-1-1 0 0,0 0 1 0 0,1-1 0 0 0,-1 1 0 0 0,1-1 0 0 0,0 0 0 0 0,0 0 0 0 0,0 0-1 0 0,0-1 1 0 0,0 1 0 0 0,1-1 0 0 0,-1 0 0 0 0,1-1 0 0 0,-1 0-1 0 0,1 0 1 0 0,0 0 0 0 0,-1 0 0 0 0,1-1 0 0 0,0 0 0 0 0,0 0-1 0 0,-1-1 1 0 0,1 1 0 0 0,8-3 0 0 0,-10 2 8 0 0,0 0-1 0 0,-1-1 1 0 0,1 1 0 0 0,-1-1 0 0 0,1 1-1 0 0,-1-1 1 0 0,0 0 0 0 0,0 0-1 0 0,0-1 1 0 0,0 1 0 0 0,0-1 0 0 0,0 1-1 0 0,0-1 1 0 0,-1 0 0 0 0,0 0 0 0 0,3-4-1 0 0,-2 1 65 0 0,0 0 1 0 0,0 0-1 0 0,-1 0 0 0 0,0 0 0 0 0,0 0 0 0 0,-1-1 0 0 0,0 1 0 0 0,1-12 0 0 0,-2-1 197 0 0,0 0 0 0 0,-1 1 0 0 0,-2-1 0 0 0,0 0 0 0 0,-8-28-1 0 0,4 23-71 0 0,-1 0 0 0 0,-22-44-1 0 0,27 61-142 0 0,-1 1 0 0 0,1 0 0 0 0,-1 0 0 0 0,0 1-1 0 0,-1-1 1 0 0,1 1 0 0 0,-1 0 0 0 0,0 0-1 0 0,-1 0 1 0 0,1 1 0 0 0,-1 0 0 0 0,1 0 0 0 0,-1 0-1 0 0,-1 1 1 0 0,-9-5 0 0 0,14 7-97 0 0,-1 1 0 0 0,0-1 0 0 0,0 1 0 0 0,1-1-1 0 0,-1 1 1 0 0,0 0 0 0 0,0 0 0 0 0,0 1 0 0 0,1-1 0 0 0,-1 0 0 0 0,0 1 0 0 0,0-1-1 0 0,1 1 1 0 0,-1 0 0 0 0,1 0 0 0 0,-1 0 0 0 0,0 1 0 0 0,1-1 0 0 0,0 0 0 0 0,-5 4 0 0 0,3-2-810 0 0,0 1 1 0 0,1-1 0 0 0,-1 1 0 0 0,1 0 0 0 0,0 0 0 0 0,-4 7 0 0 0,-3 8-4381 0 0</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37.608"/>
    </inkml:context>
    <inkml:brush xml:id="br0">
      <inkml:brushProperty name="width" value="0.1" units="cm"/>
      <inkml:brushProperty name="height" value="0.1" units="cm"/>
    </inkml:brush>
  </inkml:definitions>
  <inkml:trace contextRef="#ctx0" brushRef="#br0">0 7 10594 0 0,'2'-1'209'0'0,"-1"0"-1"0"0,1 0 0 0 0,-1 0 1 0 0,1 1-1 0 0,-1-1 1 0 0,1 1-1 0 0,-1-1 1 0 0,1 1-1 0 0,-1 0 0 0 0,1-1 1 0 0,0 1-1 0 0,-1 0 1 0 0,1 0-1 0 0,0 0 0 0 0,-1 0 1 0 0,1 0-1 0 0,0 1 1 0 0,-1-1-1 0 0,1 1 0 0 0,2 0 1 0 0,-2 1 90 0 0,-1 0 0 0 0,1-1 0 0 0,-1 1 0 0 0,0 0 0 0 0,0 0 1 0 0,1 0-1 0 0,-1 0 0 0 0,-1 1 0 0 0,1-1 0 0 0,0 0 0 0 0,0 0 0 0 0,-1 1 0 0 0,1-1 0 0 0,-1 5 0 0 0,12 90 2357 0 0,-8-56-2336 0 0,14 61 1 0 0,-15-89-845 0 0,1-1 0 0 0,1 1 0 0 0,0 0 0 0 0,0-1 0 0 0,1 0 0 0 0,1 0 0 0 0,0-1 0 0 0,15 19 1 0 0,-21-29 171 0 0,0 1 0 0 0,1-1 1 0 0,-1 1-1 0 0,0-1 0 0 0,1 0 1 0 0,-1 1-1 0 0,1-1 0 0 0,0 0 1 0 0,-1 0-1 0 0,1 0 0 0 0,0 0 1 0 0,-1 0-1 0 0,1 0 1 0 0,0-1-1 0 0,0 1 0 0 0,0-1 1 0 0,0 1-1 0 0,0-1 0 0 0,0 0 1 0 0,0 0-1 0 0,0 1 0 0 0,0-1 1 0 0,0-1-1 0 0,0 1 0 0 0,0 0 1 0 0,0 0-1 0 0,0-1 1 0 0,0 1-1 0 0,-1-1 0 0 0,1 0 1 0 0,0 1-1 0 0,0-1 0 0 0,2-2 1 0 0,4-5-451 0 0</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37.766"/>
    </inkml:context>
    <inkml:brush xml:id="br0">
      <inkml:brushProperty name="width" value="0.1" units="cm"/>
      <inkml:brushProperty name="height" value="0.1" units="cm"/>
    </inkml:brush>
  </inkml:definitions>
  <inkml:trace contextRef="#ctx0" brushRef="#br0">139 138 8754 0 0,'-21'-38'-125'0'0,"17"29"1080"0"0,0 1 1 0 0,0 0 0 0 0,-1 0 0 0 0,0 0 0 0 0,0 1 0 0 0,-1 0 0 0 0,0 0 0 0 0,0 0-1 0 0,-1 1 1 0 0,1 0 0 0 0,-9-6 0 0 0,14 11-938 0 0,0 0-1 0 0,0 1 1 0 0,0-1 0 0 0,0 1 0 0 0,0-1 0 0 0,0 1-1 0 0,0-1 1 0 0,0 1 0 0 0,0 0 0 0 0,0-1-1 0 0,0 1 1 0 0,0 0 0 0 0,0 0 0 0 0,0 0-1 0 0,0-1 1 0 0,0 1 0 0 0,-1 1 0 0 0,1-1-1 0 0,0 0 1 0 0,0 0 0 0 0,0 0 0 0 0,0 0 0 0 0,0 1-1 0 0,0-1 1 0 0,0 1 0 0 0,0-1 0 0 0,0 1-1 0 0,0-1 1 0 0,0 1 0 0 0,0-1 0 0 0,0 1-1 0 0,0 0 1 0 0,1-1 0 0 0,-1 1 0 0 0,0 0-1 0 0,0 0 1 0 0,1 0 0 0 0,-1 0 0 0 0,1-1-1 0 0,-1 1 1 0 0,0 0 0 0 0,1 0 0 0 0,0 0 0 0 0,-1 0-1 0 0,1 0 1 0 0,0 0 0 0 0,-1 1 0 0 0,1-1-1 0 0,0 1 1 0 0,-1 3-289 0 0,1-1-1 0 0,-1 1 0 0 0,1 0 1 0 0,0-1-1 0 0,0 1 1 0 0,1 0-1 0 0,-1-1 1 0 0,1 1-1 0 0,0-1 0 0 0,3 8 1 0 0,33 55 50 0 0,-36-66 219 0 0,14 25 13 0 0</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38.099"/>
    </inkml:context>
    <inkml:brush xml:id="br0">
      <inkml:brushProperty name="width" value="0.1" units="cm"/>
      <inkml:brushProperty name="height" value="0.1" units="cm"/>
    </inkml:brush>
  </inkml:definitions>
  <inkml:trace contextRef="#ctx0" brushRef="#br0">105 47 3225 0 0,'1'-3'-1311'0'0,"2"-10"1186"0"0,-3-17 12630 0 0,-13 40-8094 0 0,1 5-4106 0 0,1 1-1 0 0,0 0 0 0 0,1 0 1 0 0,0 1-1 0 0,2 1 0 0 0,0 0 1 0 0,1 0-1 0 0,1 0 0 0 0,-5 22 1 0 0,11-35-320 0 0,-1-1 0 0 0,1 0 0 0 0,0 0-1 0 0,0 0 1 0 0,0 0 0 0 0,0 0 0 0 0,1 0 0 0 0,0 0 0 0 0,0 0 0 0 0,0 0 0 0 0,0 0 0 0 0,0 0 0 0 0,1-1 0 0 0,0 1 0 0 0,0 0 0 0 0,0-1 0 0 0,0 1 0 0 0,0-1 0 0 0,1 0 0 0 0,-1 0 0 0 0,1 0 0 0 0,5 5 0 0 0,6 2-116 0 0,0-1 1 0 0,0 0-1 0 0,0-1 1 0 0,24 10 0 0 0,-25-13 67 0 0,-1 1 0 0 0,1 0 0 0 0,-1 1-1 0 0,-1 0 1 0 0,17 14 0 0 0,-26-20 65 0 0,-1 1 0 0 0,1-1 0 0 0,-1 1 0 0 0,0 0-1 0 0,1 0 1 0 0,-1-1 0 0 0,0 1 0 0 0,0 0-1 0 0,0 0 1 0 0,0 0 0 0 0,-1 0 0 0 0,1 0 0 0 0,0 0-1 0 0,-1 0 1 0 0,0 0 0 0 0,1 0 0 0 0,-1 1 0 0 0,0-1-1 0 0,0 0 1 0 0,0 0 0 0 0,0 0 0 0 0,0 0 0 0 0,-1 0-1 0 0,1 1 1 0 0,-1-1 0 0 0,1 0 0 0 0,-1 0 0 0 0,0 0-1 0 0,0 0 1 0 0,0 0 0 0 0,0-1 0 0 0,0 1 0 0 0,0 0-1 0 0,0 0 1 0 0,-1-1 0 0 0,1 1 0 0 0,-1 0 0 0 0,1-1-1 0 0,-4 2 1 0 0,-6 7-156 0 0,-1 0 1 0 0,0-2-1 0 0,-1 1 0 0 0,-19 8 1 0 0,22-11-512 0 0</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38.481"/>
    </inkml:context>
    <inkml:brush xml:id="br0">
      <inkml:brushProperty name="width" value="0.1" units="cm"/>
      <inkml:brushProperty name="height" value="0.1" units="cm"/>
    </inkml:brush>
  </inkml:definitions>
  <inkml:trace contextRef="#ctx0" brushRef="#br0">0 77 6913 0 0,'1'0'78'0'0,"0"0"-1"0"0,0 0 0 0 0,0 1 0 0 0,0-1 0 0 0,0 0 0 0 0,0 0 0 0 0,0 0 0 0 0,0 0 0 0 0,0 1 0 0 0,0-1 0 0 0,-1 1 0 0 0,1-1 0 0 0,0 0 1 0 0,0 1-1 0 0,0-1 0 0 0,0 1 0 0 0,-1 0 0 0 0,1-1 0 0 0,0 1 0 0 0,-1 0 0 0 0,1-1 0 0 0,0 1 0 0 0,-1 0 0 0 0,1 0 0 0 0,-1-1 0 0 0,1 1 0 0 0,-1 0 1 0 0,0 0-1 0 0,1 0 0 0 0,-1 0 0 0 0,0 0 0 0 0,1 0 0 0 0,-1 0 0 0 0,0 0 0 0 0,0 0 0 0 0,0 1 0 0 0,5 45 2845 0 0,-5-31-2657 0 0,3 14 720 0 0,-2-6-335 0 0,2 0 0 0 0,10 46 0 0 0,-12-66-569 0 0,0 1 1 0 0,0-1-1 0 0,1 0 0 0 0,0 1 1 0 0,0-1-1 0 0,0 0 1 0 0,0 0-1 0 0,0 0 1 0 0,1-1-1 0 0,-1 1 1 0 0,1 0-1 0 0,0-1 0 0 0,0 0 1 0 0,1 0-1 0 0,-1 0 1 0 0,1 0-1 0 0,-1 0 1 0 0,1-1-1 0 0,0 0 1 0 0,0 1-1 0 0,9 2 0 0 0,-11-5-55 0 0,1 0-1 0 0,0 0 0 0 0,-1 0 0 0 0,1 0 0 0 0,0 0 0 0 0,-1 0 1 0 0,1-1-1 0 0,-1 0 0 0 0,1 1 0 0 0,0-1 0 0 0,-1 0 0 0 0,1 0 1 0 0,-1 0-1 0 0,0-1 0 0 0,1 1 0 0 0,-1-1 0 0 0,0 1 0 0 0,0-1 0 0 0,0 0 1 0 0,0 1-1 0 0,0-1 0 0 0,0 0 0 0 0,-1-1 0 0 0,1 1 0 0 0,0 0 1 0 0,-1 0-1 0 0,2-4 0 0 0,3-5 123 0 0,1 0 0 0 0,-2-1 1 0 0,1 0-1 0 0,3-15 0 0 0,-1-3 116 0 0,6-51 1 0 0,-11 58-43 0 0,0-1 0 0 0,2 2 1 0 0,1-1-1 0 0,9-25 0 0 0,-14 47-168 0 0,-1-1-1 0 0,1 0 0 0 0,-1 1 1 0 0,1-1-1 0 0,0 1 0 0 0,0-1 1 0 0,0 1-1 0 0,0-1 1 0 0,0 1-1 0 0,0 0 0 0 0,0 0 1 0 0,0-1-1 0 0,0 1 0 0 0,1 0 1 0 0,-1 0-1 0 0,0 0 0 0 0,1 0 1 0 0,-1 0-1 0 0,1 1 0 0 0,-1-1 1 0 0,1 0-1 0 0,-1 1 0 0 0,1-1 1 0 0,0 1-1 0 0,-1-1 0 0 0,1 1 1 0 0,2 0-1 0 0,-2 0-20 0 0,1 1 0 0 0,-1 0 0 0 0,0-1 0 0 0,0 1 0 0 0,0 0 0 0 0,0 0 0 0 0,0 1 0 0 0,0-1-1 0 0,0 0 1 0 0,0 1 0 0 0,0-1 0 0 0,0 1 0 0 0,-1-1 0 0 0,1 1 0 0 0,-1 0 0 0 0,1 0 0 0 0,-1 0 0 0 0,0 0 0 0 0,2 4 0 0 0,5 8 21 0 0,-1 0 0 0 0,-1 0 1 0 0,0 1-1 0 0,-1 0 0 0 0,-1 0 0 0 0,0 1 0 0 0,-1-1 1 0 0,-1 1-1 0 0,1 21 0 0 0,-3-13-22 0 0,-2 0-1 0 0,0-1 1 0 0,-1 0-1 0 0,-1 0 1 0 0,-13 38-1 0 0,-4-5-24 0 0,-3-1-1 0 0,-2 0 1 0 0,-2-2 0 0 0,-38 52-1 0 0,31-56-748 0 0,10-18-5208 0 0,5-8-1357 0 0</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38.957"/>
    </inkml:context>
    <inkml:brush xml:id="br0">
      <inkml:brushProperty name="width" value="0.1" units="cm"/>
      <inkml:brushProperty name="height" value="0.1" units="cm"/>
    </inkml:brush>
  </inkml:definitions>
  <inkml:trace contextRef="#ctx0" brushRef="#br0">8 1 13363 0 0,'-5'10'4367'0'0,"2"13"-3252"0"0,3-23-1040 0 0,6 240 3376 0 0,0-93-3632 0 0,0-45-3882 0 0,-3-75-2630 0 0</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39.132"/>
    </inkml:context>
    <inkml:brush xml:id="br0">
      <inkml:brushProperty name="width" value="0.1" units="cm"/>
      <inkml:brushProperty name="height" value="0.1" units="cm"/>
    </inkml:brush>
  </inkml:definitions>
  <inkml:trace contextRef="#ctx0" brushRef="#br0">32 48 14283 0 0,'-1'-9'501'0'0,"1"6"-60"0"0,0-1 1 0 0,0 0-1 0 0,0 1 0 0 0,-1-1 1 0 0,1 0-1 0 0,-1 1 0 0 0,0-1 1 0 0,-3-5-1 0 0,3 10-332 0 0,0 0-1 0 0,0 0 1 0 0,1 0 0 0 0,-1 1-1 0 0,0-1 1 0 0,0 0 0 0 0,1 0-1 0 0,-1 1 1 0 0,0-1-1 0 0,1 1 1 0 0,0-1 0 0 0,-1 1-1 0 0,1-1 1 0 0,-1 3 0 0 0,-4 25-1445 0 0,-3 57 0 0 0,8-65-453 0 0,0 1 1 0 0,2-1 0 0 0,5 30 0 0 0,2-18-899 0 0</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39.847"/>
    </inkml:context>
    <inkml:brush xml:id="br0">
      <inkml:brushProperty name="width" value="0.1" units="cm"/>
      <inkml:brushProperty name="height" value="0.1" units="cm"/>
    </inkml:brush>
  </inkml:definitions>
  <inkml:trace contextRef="#ctx0" brushRef="#br0">313 18 12899 0 0,'-4'-3'193'0'0,"-1"1"1"0"0,0-1-1 0 0,0 1 1 0 0,-1 1-1 0 0,1-1 0 0 0,0 1 1 0 0,0 0-1 0 0,-1 0 1 0 0,1 0-1 0 0,-1 1 1 0 0,1-1-1 0 0,-1 1 1 0 0,1 1-1 0 0,-1-1 0 0 0,1 1 1 0 0,-1 0-1 0 0,-8 3 1 0 0,-3 1 187 0 0,0 0 0 0 0,0 1 0 0 0,1 1 0 0 0,-1 0 0 0 0,-20 14 0 0 0,28-16-341 0 0,2 1 0 0 0,-1 0 0 0 0,0 0 0 0 0,1 1 0 0 0,0 0 1 0 0,1 0-1 0 0,-1 0 0 0 0,1 1 0 0 0,1 0 0 0 0,0 0 0 0 0,-7 14 0 0 0,12-16 30 0 0,8-10 99 0 0,7-8 282 0 0,-11 6-262 0 0,10-12 161 0 0,1 1 0 0 0,1 0 0 0 0,0 1 0 0 0,1 1 0 0 0,23-16 0 0 0,-36 28-341 0 0,-1 1 0 0 0,1 0 1 0 0,0 0-1 0 0,0 0 1 0 0,-1 0-1 0 0,1 1 1 0 0,1-1-1 0 0,-1 1 0 0 0,0 0 1 0 0,0 1-1 0 0,0-1 1 0 0,0 0-1 0 0,1 1 1 0 0,-1 0-1 0 0,0 0 0 0 0,0 1 1 0 0,1-1-1 0 0,-1 1 1 0 0,0 0-1 0 0,0 0 1 0 0,0 0-1 0 0,0 0 1 0 0,0 1-1 0 0,0 0 0 0 0,0 0 1 0 0,0 0-1 0 0,-1 0 1 0 0,1 0-1 0 0,-1 1 1 0 0,1-1-1 0 0,-1 1 0 0 0,0 0 1 0 0,0 0-1 0 0,-1 1 1 0 0,5 4-1 0 0,2 5-7 0 0,-1 0 0 0 0,0 0 0 0 0,-1 0 1 0 0,-1 1-1 0 0,0 0 0 0 0,0 1 0 0 0,-2-1 0 0 0,0 1 0 0 0,2 16 0 0 0,-2-9-22 0 0,-1 1 1 0 0,-1 0-1 0 0,-2-1 0 0 0,0 1 1 0 0,-5 33-1 0 0,4-48 6 0 0,-1-1 0 0 0,0 1 0 0 0,0 0 0 0 0,-1-1 0 0 0,0 1 0 0 0,-1-1 0 0 0,1 0 1 0 0,-6 7-1 0 0,8-13 6 0 0,0 0 1 0 0,1 1-1 0 0,-1-1 1 0 0,0 0 0 0 0,0 0-1 0 0,0 0 1 0 0,0 0 0 0 0,0 0-1 0 0,-1 0 1 0 0,1 0-1 0 0,0 0 1 0 0,0 0 0 0 0,-1 0-1 0 0,1-1 1 0 0,0 1 0 0 0,-1 0-1 0 0,1-1 1 0 0,-1 0-1 0 0,1 1 1 0 0,-1-1 0 0 0,1 0-1 0 0,-1 1 1 0 0,1-1-1 0 0,-1 0 1 0 0,1 0 0 0 0,-1 0-1 0 0,1 0 1 0 0,-1-1 0 0 0,1 1-1 0 0,-1 0 1 0 0,1-1-1 0 0,-1 1 1 0 0,1-1 0 0 0,0 1-1 0 0,-1-1 1 0 0,1 0 0 0 0,0 1-1 0 0,-1-1 1 0 0,1 0-1 0 0,0 0 1 0 0,0 0 0 0 0,0 0-1 0 0,0 0 1 0 0,0 0-1 0 0,0-1 1 0 0,0 1 0 0 0,0 0-1 0 0,-1-2 1 0 0,-1-2-78 0 0,0 0 0 0 0,0 0 0 0 0,1-1-1 0 0,-1 1 1 0 0,1-1 0 0 0,0 1 0 0 0,1-1 0 0 0,-1 0 0 0 0,1 0 0 0 0,0 0-1 0 0,1 0 1 0 0,0 0 0 0 0,0 0 0 0 0,0 0 0 0 0,2-10 0 0 0,0-5 17 0 0,2-1-1 0 0,13-39 1 0 0,-7 31 454 0 0,0 0 0 0 0,25-46-1 0 0,-31 69-296 0 0,-1 1 0 0 0,1-1-1 0 0,0 1 1 0 0,1 0 0 0 0,-1 0-1 0 0,1 1 1 0 0,0-1-1 0 0,1 1 1 0 0,-1 0 0 0 0,1 1-1 0 0,0-1 1 0 0,0 1-1 0 0,0 0 1 0 0,1 1 0 0 0,0-1-1 0 0,-1 1 1 0 0,12-3 0 0 0,-15 5-82 0 0,0 1 0 0 0,0 0 0 0 0,1 0 0 0 0,-1 0 0 0 0,0 0 0 0 0,0 0 0 0 0,0 0 0 0 0,0 1 0 0 0,0-1 0 0 0,0 1 0 0 0,0 0 0 0 0,-1 0 0 0 0,1 0 0 0 0,0 0 0 0 0,0 1 0 0 0,3 1 0 0 0,-2 1 20 0 0,1 0 0 0 0,0 0 0 0 0,-1 0 0 0 0,0 0 0 0 0,0 1 0 0 0,0-1 0 0 0,5 10 0 0 0,1 3-46 0 0,-2 0 0 0 0,0 0 0 0 0,-1 1 0 0 0,5 21 0 0 0,-1 9-371 0 0,-10-37 221 0 0,1 0 0 0 0,1 1 0 0 0,0-1-1 0 0,0 0 1 0 0,1-1 0 0 0,9 19 0 0 0,-4-78-126 0 0,-5 28 426 0 0,0 0-1 0 0,2 0 0 0 0,0 0 0 0 0,2 0 1 0 0,0 1-1 0 0,1 0 0 0 0,1 1 1 0 0,1 0-1 0 0,14-19 0 0 0,-23 35-109 0 0,-1 1 0 0 0,1-1 0 0 0,0 1-1 0 0,0 0 1 0 0,0 0 0 0 0,0 0 0 0 0,0 0-1 0 0,0 0 1 0 0,0 0 0 0 0,1 1 0 0 0,-1-1 0 0 0,0 1-1 0 0,1-1 1 0 0,0 1 0 0 0,-1 0 0 0 0,1 0-1 0 0,0 0 1 0 0,-1 0 0 0 0,1 1 0 0 0,0-1 0 0 0,0 1-1 0 0,0-1 1 0 0,0 1 0 0 0,-1 0 0 0 0,1 0 0 0 0,0 1-1 0 0,0-1 1 0 0,0 1 0 0 0,0-1 0 0 0,-1 1-1 0 0,1 0 1 0 0,0 0 0 0 0,0 0 0 0 0,-1 0 0 0 0,4 2-1 0 0,1 2-8 0 0,0 1-1 0 0,0-1 0 0 0,0 1 0 0 0,-1 1 0 0 0,0-1 0 0 0,0 1 0 0 0,-1 0 1 0 0,0 0-1 0 0,0 1 0 0 0,4 9 0 0 0,31 57-2406 0 0,-29-57-5244 0 0</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40.416"/>
    </inkml:context>
    <inkml:brush xml:id="br0">
      <inkml:brushProperty name="width" value="0.1" units="cm"/>
      <inkml:brushProperty name="height" value="0.1" units="cm"/>
    </inkml:brush>
  </inkml:definitions>
  <inkml:trace contextRef="#ctx0" brushRef="#br0">264 554 11979 0 0,'0'-3'159'0'0,"-1"1"1"0"0,0 0 0 0 0,0-1 0 0 0,-1 1 0 0 0,1 0 0 0 0,0 0 0 0 0,-1 0 0 0 0,1 0-1 0 0,-1 0 1 0 0,0 0 0 0 0,0 1 0 0 0,1-1 0 0 0,-1 0 0 0 0,0 1 0 0 0,0 0 0 0 0,-1-1-1 0 0,1 1 1 0 0,0 0 0 0 0,-5-2 0 0 0,3 2 111 0 0,0 1 0 0 0,0-1 0 0 0,0 1 0 0 0,0 0-1 0 0,-1 0 1 0 0,1 0 0 0 0,0 0 0 0 0,0 1 0 0 0,0-1 0 0 0,0 1 0 0 0,-7 3 0 0 0,2-1-11 0 0,0 2 0 0 0,0-1 0 0 0,0 1 0 0 0,1 1 0 0 0,0-1 0 0 0,0 1 0 0 0,0 1 0 0 0,1-1 0 0 0,0 1 0 0 0,0 1 0 0 0,-10 15 0 0 0,7-10-168 0 0,1 1 0 0 0,1 1 1 0 0,0-1-1 0 0,1 1 0 0 0,1 1 0 0 0,-7 21 1 0 0,12-32-85 0 0,0-1 0 0 0,1 0 0 0 0,-1 0 0 0 0,1 0 1 0 0,0 0-1 0 0,0 1 0 0 0,0-1 0 0 0,0 0 0 0 0,1 0 1 0 0,0 0-1 0 0,0 0 0 0 0,0 1 0 0 0,0-1 0 0 0,1-1 0 0 0,-1 1 1 0 0,1 0-1 0 0,0 0 0 0 0,5 6 0 0 0,-6-8-43 0 0,1 0 1 0 0,0 0-1 0 0,0-1 0 0 0,0 1 0 0 0,0-1 0 0 0,0 0 1 0 0,0 1-1 0 0,0-1 0 0 0,0 0 0 0 0,1 0 0 0 0,-1 0 0 0 0,0 0 1 0 0,1-1-1 0 0,-1 1 0 0 0,1-1 0 0 0,-1 1 0 0 0,1-1 1 0 0,-1 0-1 0 0,0 0 0 0 0,1 0 0 0 0,-1 0 0 0 0,1 0 0 0 0,-1-1 1 0 0,1 1-1 0 0,-1-1 0 0 0,1 0 0 0 0,-1 1 0 0 0,0-1 1 0 0,0 0-1 0 0,1-1 0 0 0,-1 1 0 0 0,0 0 0 0 0,2-2 1 0 0,5-3-103 0 0,-1 1 1 0 0,0-2 0 0 0,-1 1-1 0 0,1-1 1 0 0,-1 0 0 0 0,-1-1-1 0 0,1 1 1 0 0,-1-1-1 0 0,7-14 1 0 0,4-9 145 0 0,17-46 0 0 0,-21 47 524 0 0,23-44-1 0 0,-35 74-504 0 0,-1-1-1 0 0,0 0 1 0 0,0 1-1 0 0,1-1 0 0 0,-1 1 1 0 0,0-1-1 0 0,1 1 0 0 0,-1-1 1 0 0,0 1-1 0 0,1-1 1 0 0,-1 1-1 0 0,1-1 0 0 0,-1 1 1 0 0,1-1-1 0 0,-1 1 0 0 0,1 0 1 0 0,-1-1-1 0 0,1 1 1 0 0,0 0-1 0 0,-1 0 0 0 0,1-1 1 0 0,-1 1-1 0 0,1 0 0 0 0,0 0 1 0 0,-1 0-1 0 0,1 0 1 0 0,0 0-1 0 0,-1 0 0 0 0,1 0 1 0 0,-1 0-1 0 0,1 0 0 0 0,0 0 1 0 0,-1 0-1 0 0,1 0 0 0 0,0 0 1 0 0,-1 0-1 0 0,1 1 1 0 0,-1-1-1 0 0,1 0 0 0 0,0 0 1 0 0,-1 1-1 0 0,1-1 0 0 0,-1 0 1 0 0,1 1-1 0 0,-1-1 1 0 0,1 1-1 0 0,-1-1 0 0 0,1 1 1 0 0,-1-1-1 0 0,0 1 0 0 0,1-1 1 0 0,-1 1-1 0 0,25 41 367 0 0,-13-18-338 0 0,-8-19-49 0 0,1 1 0 0 0,-1-1 0 0 0,1 0 0 0 0,0-1-1 0 0,0 1 1 0 0,0-1 0 0 0,0 0 0 0 0,1 0 0 0 0,0 0 0 0 0,0-1 0 0 0,0 0 0 0 0,0 0 0 0 0,8 2 0 0 0,-9-4-166 0 0,1 0 0 0 0,-1 0 0 0 0,1-1 0 0 0,0 0 0 0 0,-1 0 0 0 0,1 0 0 0 0,0-1 0 0 0,-1 0 1 0 0,1 0-1 0 0,-1 0 0 0 0,1 0 0 0 0,-1-1 0 0 0,0 0 0 0 0,0 0 0 0 0,0-1 0 0 0,7-3 0 0 0,2-3-190 0 0,-1-1 0 0 0,0 0 0 0 0,0 0 0 0 0,-1-1 0 0 0,0-1-1 0 0,-1 0 1 0 0,-1-1 0 0 0,0 0 0 0 0,0 0 0 0 0,-2-1 0 0 0,1 0-1 0 0,-2-1 1 0 0,0 0 0 0 0,-1 0 0 0 0,0 0 0 0 0,4-21 0 0 0,4-24 1256 0 0,-4 0 0 0 0,-2 0 1 0 0,0-64-1 0 0,-4 53 1071 0 0,-3 51-316 0 0,-2 24-120 0 0,0 33-458 0 0,8 18-712 0 0,36 230 394 0 0,-32-235-729 0 0,2-2 0 0 0,2 0 0 0 0,38 82 1 0 0,18 1-2531 0 0,-45-87-5774 0 0</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40.717"/>
    </inkml:context>
    <inkml:brush xml:id="br0">
      <inkml:brushProperty name="width" value="0.1" units="cm"/>
      <inkml:brushProperty name="height" value="0.1" units="cm"/>
    </inkml:brush>
  </inkml:definitions>
  <inkml:trace contextRef="#ctx0" brushRef="#br0">18 0 19812 0 0,'-1'0'86'0'0,"1"0"-1"0"0,-1 1 1 0 0,0-1-1 0 0,1 0 1 0 0,-1 0-1 0 0,1 0 1 0 0,-1 0-1 0 0,0 1 1 0 0,1-1-1 0 0,-1 0 1 0 0,1 0-1 0 0,-1 1 1 0 0,1-1-1 0 0,-1 0 1 0 0,1 1-1 0 0,-1-1 1 0 0,1 1-1 0 0,0-1 1 0 0,-1 1-1 0 0,1-1 1 0 0,-1 1 0 0 0,1-1-1 0 0,0 1 1 0 0,0-1-1 0 0,-1 1 1 0 0,1 0-1 0 0,-4 22 852 0 0,8 33-586 0 0,-3-42 54 0 0,7 137 890 0 0,3 44-472 0 0,-7-163-1620 0 0,2 0 1 0 0,0 0-1 0 0,22 59 0 0 0,-12-54-7433 0 0</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41.859"/>
    </inkml:context>
    <inkml:brush xml:id="br0">
      <inkml:brushProperty name="width" value="0.1" units="cm"/>
      <inkml:brushProperty name="height" value="0.1" units="cm"/>
    </inkml:brush>
  </inkml:definitions>
  <inkml:trace contextRef="#ctx0" brushRef="#br0">0 160 6449 0 0,'5'-13'833'0'0,"0"0"0"0"0,1 0 0 0 0,0 1 0 0 0,1-1 0 0 0,0 1-1 0 0,1 1 1 0 0,0-1 0 0 0,1 1 0 0 0,0 1 0 0 0,1 0 0 0 0,11-9 0 0 0,-21 18-735 0 0,1 0-1 0 0,0 0 1 0 0,0 0 0 0 0,0 0 0 0 0,0 1 0 0 0,-1-1 0 0 0,1 0 0 0 0,0 1 0 0 0,0-1 0 0 0,0 1 0 0 0,1-1 0 0 0,-1 1 0 0 0,0-1 0 0 0,0 1 0 0 0,0 0 0 0 0,0 0 0 0 0,0-1 0 0 0,0 1 0 0 0,1 0 0 0 0,-1 0 0 0 0,0 0 0 0 0,0 0 0 0 0,0 0 0 0 0,0 0 0 0 0,1 1 0 0 0,-1-1 0 0 0,0 0 0 0 0,0 1 0 0 0,0-1 0 0 0,0 1 0 0 0,0-1 0 0 0,0 1 0 0 0,0-1 0 0 0,0 1 0 0 0,0 0 0 0 0,0-1 0 0 0,0 1 0 0 0,0 0 0 0 0,0 0 0 0 0,-1 0 0 0 0,1-1 0 0 0,0 1 0 0 0,-1 0 0 0 0,1 0 0 0 0,0 2 0 0 0,4 5 199 0 0,-2 1 0 0 0,1-1-1 0 0,-1 1 1 0 0,4 16 0 0 0,-5-15-226 0 0,13 65 51 0 0,-3 0 1 0 0,-4 0-1 0 0,-1 83 0 0 0,-6-142-120 0 0,-1 11-128 0 0,1-6-345 0 0,7-48-24 0 0,44-168-1572 0 0,-40 163 2295 0 0,1 0-1 0 0,1 0 1 0 0,33-53-1 0 0,-39 73-59 0 0,1 1-1 0 0,0 0 1 0 0,0 1-1 0 0,11-10 0 0 0,-16 17-109 0 0,0 0 1 0 0,-1 0-1 0 0,1 0 0 0 0,0 0 0 0 0,1 1 0 0 0,-1-1 0 0 0,0 1 0 0 0,1 0 1 0 0,-1 1-1 0 0,1-1 0 0 0,0 1 0 0 0,-1 0 0 0 0,1 0 0 0 0,0 0 0 0 0,6 0 0 0 0,-8 2-38 0 0,0-1-1 0 0,0 1 0 0 0,-1 0 0 0 0,1 0 0 0 0,0 0 0 0 0,0 0 0 0 0,-1 1 0 0 0,1-1 0 0 0,-1 1 0 0 0,1 0 0 0 0,-1 0 0 0 0,0 0 0 0 0,1 0 0 0 0,-1 0 0 0 0,0 0 1 0 0,0 0-1 0 0,-1 1 0 0 0,1-1 0 0 0,0 1 0 0 0,1 2 0 0 0,4 10 106 0 0,0-1 1 0 0,8 24-1 0 0,-11-25 20 0 0,22 59-290 0 0,27 66 66 0 0,-41-112-1428 0 0,23 35 0 0 0,-22-42-5817 0 0</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42.209"/>
    </inkml:context>
    <inkml:brush xml:id="br0">
      <inkml:brushProperty name="width" value="0.1" units="cm"/>
      <inkml:brushProperty name="height" value="0.1" units="cm"/>
    </inkml:brush>
  </inkml:definitions>
  <inkml:trace contextRef="#ctx0" brushRef="#br0">216 1 15203 0 0,'-11'3'648'0'0,"-1"1"1"0"0,1 1-1 0 0,0-1 0 0 0,0 2 0 0 0,1 0 0 0 0,0 0 0 0 0,-13 10 0 0 0,12-6-501 0 0,1-1 0 0 0,0 1 0 0 0,1 0-1 0 0,0 1 1 0 0,1 0 0 0 0,0 1-1 0 0,1 0 1 0 0,0 0 0 0 0,1 0 0 0 0,0 1-1 0 0,1 0 1 0 0,-6 25 0 0 0,8-26-113 0 0,0-1 0 0 0,2 1-1 0 0,-1 0 1 0 0,1 0 0 0 0,1 0 0 0 0,0 0 0 0 0,1 0 0 0 0,0-1 0 0 0,1 1 0 0 0,1 0 0 0 0,-1 0 0 0 0,2-1-1 0 0,-1 0 1 0 0,2 1 0 0 0,7 13 0 0 0,-9-20-14 0 0,0 0-1 0 0,0 0 0 0 0,1 0 0 0 0,-1-1 1 0 0,1 1-1 0 0,0-1 0 0 0,1 0 1 0 0,-1 0-1 0 0,1 0 0 0 0,-1-1 0 0 0,1 1 1 0 0,0-1-1 0 0,1 0 0 0 0,-1-1 1 0 0,0 1-1 0 0,1-1 0 0 0,0 0 0 0 0,-1-1 1 0 0,1 1-1 0 0,0-1 0 0 0,0 0 1 0 0,0 0-1 0 0,0-1 0 0 0,0 0 0 0 0,0 0 1 0 0,-1 0-1 0 0,1-1 0 0 0,0 0 1 0 0,0 0-1 0 0,0-1 0 0 0,0 1 0 0 0,-1-1 1 0 0,1 0-1 0 0,-1-1 0 0 0,1 1 1 0 0,-1-1-1 0 0,0 0 0 0 0,0-1 0 0 0,0 1 1 0 0,4-6-1 0 0,-1 1-16 0 0,0-1 1 0 0,-1-1-1 0 0,0 1 1 0 0,-1-1-1 0 0,0 0 0 0 0,0-1 1 0 0,-1 1-1 0 0,-1-1 0 0 0,0 0 1 0 0,0-1-1 0 0,-1 1 1 0 0,0 0-1 0 0,-1-1 0 0 0,1-18 1 0 0,-3 13 2 0 0,0 1 1 0 0,0-1 0 0 0,-2 0-1 0 0,0 1 1 0 0,-1-1 0 0 0,-1 1-1 0 0,0 0 1 0 0,-1 0 0 0 0,-13-26-1 0 0,15 36-21 0 0,0 1-1 0 0,0-1 1 0 0,-1 1-1 0 0,0 0 0 0 0,0 0 1 0 0,-1 0-1 0 0,1 1 0 0 0,-1-1 1 0 0,0 1-1 0 0,-10-6 0 0 0,12 8-95 0 0,0 0-1 0 0,-1 0 1 0 0,1 0-1 0 0,-1 1 1 0 0,1 0-1 0 0,-1-1 1 0 0,0 1-1 0 0,0 1 0 0 0,1-1 1 0 0,-1 0-1 0 0,0 1 1 0 0,0 0-1 0 0,0 0 1 0 0,0 0-1 0 0,1 0 0 0 0,-1 1 1 0 0,0 0-1 0 0,0-1 1 0 0,-4 3-1 0 0,7-3-15 0 0,0 0 0 0 0,0 1-1 0 0,0-1 1 0 0,1 0 0 0 0,-1 1-1 0 0,0-1 1 0 0,0 1 0 0 0,1-1-1 0 0,-1 1 1 0 0,0 0 0 0 0,1-1-1 0 0,-1 1 1 0 0,0 0 0 0 0,1-1-1 0 0,-1 1 1 0 0,0 1 0 0 0,-1 5-984 0 0</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42.430"/>
    </inkml:context>
    <inkml:brush xml:id="br0">
      <inkml:brushProperty name="width" value="0.1" units="cm"/>
      <inkml:brushProperty name="height" value="0.1" units="cm"/>
    </inkml:brush>
  </inkml:definitions>
  <inkml:trace contextRef="#ctx0" brushRef="#br0">0 1 17052 0 0,'2'3'457'0'0,"-1"0"1"0"0,1 0-1 0 0,-1 0 1 0 0,0 0-1 0 0,0 0 1 0 0,-1 0-1 0 0,1 0 0 0 0,0 6 1 0 0,0-4-196 0 0,4 37 436 0 0,-1 1 1 0 0,-2 0-1 0 0,-4 50 0 0 0,0-43-959 0 0,8 94 0 0 0,-1-122-919 0 0</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42.577"/>
    </inkml:context>
    <inkml:brush xml:id="br0">
      <inkml:brushProperty name="width" value="0.1" units="cm"/>
      <inkml:brushProperty name="height" value="0.1" units="cm"/>
    </inkml:brush>
  </inkml:definitions>
  <inkml:trace contextRef="#ctx0" brushRef="#br0">107 168 17972 0 0,'-11'-30'884'0'0,"-17"-42"351"0"0,24 65-1144 0 0,1 0 1 0 0,-1 1-1 0 0,0 0 0 0 0,-1 0 0 0 0,1 0 0 0 0,-1 0 0 0 0,-11-10 0 0 0,15 16-84 0 0,1-1-1 0 0,0 1 0 0 0,-1 0 1 0 0,1-1-1 0 0,-1 1 1 0 0,1-1-1 0 0,0 1 0 0 0,-1 0 1 0 0,1-1-1 0 0,-1 1 0 0 0,1 0 1 0 0,-1 0-1 0 0,1-1 0 0 0,-1 1 1 0 0,1 0-1 0 0,-1 0 0 0 0,0 0 1 0 0,1 0-1 0 0,-1 0 0 0 0,1 0 1 0 0,-1 0-1 0 0,1 0 1 0 0,-1 0-1 0 0,0 0 0 0 0,1 0 1 0 0,-1 0-1 0 0,1 0 0 0 0,-1 0 1 0 0,1 0-1 0 0,-1 0 0 0 0,1 1 1 0 0,-2-1-1 0 0,2 1-128 0 0,-1 0 1 0 0,0 1-1 0 0,1-1 1 0 0,-1 0-1 0 0,1 0 0 0 0,0 0 1 0 0,-1 0-1 0 0,1 1 1 0 0,0-1-1 0 0,0 0 1 0 0,0 0-1 0 0,-1 0 0 0 0,2 3 1 0 0,5 40-3960 0 0,11 8 1517 0 0,-5-27 2388 0 0</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43.603"/>
    </inkml:context>
    <inkml:brush xml:id="br0">
      <inkml:brushProperty name="width" value="0.1" units="cm"/>
      <inkml:brushProperty name="height" value="0.1" units="cm"/>
    </inkml:brush>
  </inkml:definitions>
  <inkml:trace contextRef="#ctx0" brushRef="#br0">86 15 10594 0 0,'16'-15'10314'0'0,"-23"27"-9657"0"0,-10 17-253 0 0,1 1 1 0 0,-15 39-1 0 0,25-52-337 0 0,0 0 0 0 0,1 0 0 0 0,1 1 0 0 0,1-1 1 0 0,0 1-1 0 0,0 18 0 0 0,3-31-63 0 0,0-1 0 0 0,0 1 0 0 0,1 0 0 0 0,-1 0 1 0 0,1-1-1 0 0,0 1 0 0 0,1-1 0 0 0,-1 1 0 0 0,1-1 1 0 0,0 1-1 0 0,0-1 0 0 0,0 0 0 0 0,1 0 0 0 0,-1 0 1 0 0,1 0-1 0 0,0 0 0 0 0,0-1 0 0 0,0 1 0 0 0,1-1 1 0 0,5 5-1 0 0,4 0-62 0 0,0-1 0 0 0,0 0 0 0 0,1 0 0 0 0,0-2 0 0 0,16 5 0 0 0,-28-9 43 0 0,3 1-17 0 0,-1-1 0 0 0,0 0 0 0 0,0 1 0 0 0,-1 0 1 0 0,1 0-1 0 0,0 0 0 0 0,-1 1 0 0 0,1-1 0 0 0,-1 1 0 0 0,0 0 0 0 0,6 5 1 0 0,-8-6 6 0 0,0 0 0 0 0,0 0 1 0 0,0 0-1 0 0,-1 0 1 0 0,1 0-1 0 0,-1 0 1 0 0,1 0-1 0 0,-1 1 0 0 0,1-1 1 0 0,-1 0-1 0 0,0 0 1 0 0,0 0-1 0 0,0 0 0 0 0,0 1 1 0 0,-1-1-1 0 0,1 0 1 0 0,-1 0-1 0 0,1 0 0 0 0,-1 0 1 0 0,0 0-1 0 0,1 0 1 0 0,-1 0-1 0 0,0 0 1 0 0,0 0-1 0 0,-2 2 0 0 0,-37 58-928 0 0,23-38-1534 0 0,113-147-7296 0 0,9-14 10569 0 0,10-43 10648 0 0,-114 179-11407 0 0,-1 1 0 0 0,0-1 0 0 0,1 1-1 0 0,-1-1 1 0 0,1 0 0 0 0,-1 1-1 0 0,1-1 1 0 0,-1 1 0 0 0,1-1 0 0 0,0 1-1 0 0,-1 0 1 0 0,1-1 0 0 0,0 1 0 0 0,-1 0-1 0 0,1-1 1 0 0,0 1 0 0 0,-1 0-1 0 0,1 0 1 0 0,0 0 0 0 0,0-1 0 0 0,-1 1-1 0 0,1 0 1 0 0,0 0 0 0 0,0 0-1 0 0,-1 0 1 0 0,1 0 0 0 0,0 0 0 0 0,0 1-1 0 0,-1-1 1 0 0,1 0 0 0 0,0 0-1 0 0,0 1 1 0 0,25 16 1208 0 0,4 2-543 0 0,-28-18-655 0 0,0 0 0 0 0,0-1-1 0 0,1 1 1 0 0,-1 0 0 0 0,1-1 0 0 0,-1 1-1 0 0,1-1 1 0 0,-1 0 0 0 0,1 0 0 0 0,-1 0 0 0 0,0 0-1 0 0,1 0 1 0 0,-1-1 0 0 0,1 1 0 0 0,-1-1-1 0 0,1 0 1 0 0,-1 1 0 0 0,0-1 0 0 0,1 0-1 0 0,3-3 1 0 0,-3 1 60 0 0,1-1-1 0 0,0 1 1 0 0,-1-1-1 0 0,0 0 1 0 0,0-1-1 0 0,0 1 1 0 0,-1 0-1 0 0,5-9 0 0 0,-7 12-69 0 0,1 0-1 0 0,0 0 1 0 0,-1 0-1 0 0,1 0 1 0 0,0 1-1 0 0,0-1 1 0 0,-1 0-1 0 0,1 1 1 0 0,0-1-1 0 0,0 0 1 0 0,0 1-1 0 0,0-1 1 0 0,0 1-1 0 0,0 0 1 0 0,0-1-1 0 0,0 1 1 0 0,0 0-1 0 0,0-1 1 0 0,0 1-1 0 0,0 0 1 0 0,0 0-1 0 0,1 0 1 0 0,-1 0-1 0 0,0 0 1 0 0,0 0-1 0 0,0 0 1 0 0,0 1-1 0 0,0-1 1 0 0,0 0-1 0 0,0 0 1 0 0,0 1-1 0 0,0-1 1 0 0,0 1-1 0 0,0-1 1 0 0,0 1-1 0 0,0-1 1 0 0,1 2-1 0 0,-1-1-11 0 0,1 0-1 0 0,-1 0 0 0 0,1 0 1 0 0,-1 0-1 0 0,1 0 0 0 0,-1 0 1 0 0,0 0-1 0 0,0 1 0 0 0,0-1 0 0 0,0 0 1 0 0,0 1-1 0 0,0-1 0 0 0,0 1 1 0 0,0-1-1 0 0,0 1 0 0 0,-1-1 1 0 0,1 1-1 0 0,-1 0 0 0 0,1-1 1 0 0,-1 1-1 0 0,1 0 0 0 0,-1 0 0 0 0,0-1 1 0 0,0 1-1 0 0,0 2 0 0 0,0 1-3 0 0,0 0-1 0 0,0-1 0 0 0,0 1 0 0 0,1-1 1 0 0,-1 1-1 0 0,1-1 0 0 0,0 1 0 0 0,1-1 1 0 0,3 9-1 0 0,4 18-283 0 0,-7-22 175 0 0,1 0 0 0 0,-1 0 0 0 0,2 0 0 0 0,-1 0 0 0 0,1-1 0 0 0,7 12 0 0 0,-9-17 69 0 0,-1-1-1 0 0,0 1 0 0 0,1-1 1 0 0,-1 0-1 0 0,1 0 1 0 0,0 0-1 0 0,-1 0 1 0 0,1 0-1 0 0,0 0 0 0 0,0-1 1 0 0,0 1-1 0 0,1-1 1 0 0,-1 1-1 0 0,0-1 1 0 0,1 0-1 0 0,-1 0 0 0 0,1 0 1 0 0,-1 0-1 0 0,1 0 1 0 0,-1 0-1 0 0,1-1 1 0 0,-1 1-1 0 0,1-1 0 0 0,0 0 1 0 0,-1 0-1 0 0,1 0 1 0 0,3 0-1 0 0,-3-2 23 0 0,-1 1 1 0 0,0 0-1 0 0,1-1 0 0 0,-1 1 0 0 0,0-1 1 0 0,0 0-1 0 0,0 0 0 0 0,0 0 1 0 0,0 0-1 0 0,0 0 0 0 0,-1 0 1 0 0,1 0-1 0 0,1-4 0 0 0,18-34 234 0 0,-19 37-205 0 0,12-29-24 0 0,-5 11 53 0 0,1 1 0 0 0,25-39-1 0 0,-35 59-39 0 0,0 0 1 0 0,0-1-1 0 0,1 1 0 0 0,-1 0 0 0 0,0-1 0 0 0,0 1 0 0 0,1 0 0 0 0,-1-1 0 0 0,0 1 0 0 0,0 0 0 0 0,1 0 0 0 0,-1-1 0 0 0,0 1 0 0 0,1 0 0 0 0,-1 0 0 0 0,0-1 1 0 0,1 1-1 0 0,-1 0 0 0 0,1 0 0 0 0,-1 0 0 0 0,0 0 0 0 0,1 0 0 0 0,-1 0 0 0 0,1 0 0 0 0,-1 0 0 0 0,0 0 0 0 0,1 0 0 0 0,-1 0 0 0 0,1 0 0 0 0,-1 0 0 0 0,0 0 1 0 0,1 0-1 0 0,-1 0 0 0 0,0 0 0 0 0,1 0 0 0 0,-1 0 0 0 0,1 1 0 0 0,9 14 200 0 0,0 23-106 0 0,-6-9-105 0 0,-2 0 1 0 0,0 0-1 0 0,-2 0 1 0 0,-2 0 0 0 0,0 0-1 0 0,-2 0 1 0 0,-1-1 0 0 0,-2 1-1 0 0,0-1 1 0 0,-2 0-1 0 0,-19 40 1 0 0,12-34 42 0 0,-1 0-1 0 0,-2-2 1 0 0,-2 0 0 0 0,0-1 0 0 0,-2-2-1 0 0,-2 0 1 0 0,0-1 0 0 0,-44 36 0 0 0,60-57-57 0 0,1-1 0 0 0,-1 0 0 0 0,0 0 1 0 0,-20 8-1 0 0,26-12-77 0 0,0-1-1 0 0,-1 0 1 0 0,0 0-1 0 0,1 0 1 0 0,-1 0-1 0 0,1 0 1 0 0,-1-1-1 0 0,0 0 1 0 0,1 0-1 0 0,-1 0 1 0 0,0 0-1 0 0,0 0 1 0 0,1-1-1 0 0,-1 0 1 0 0,1 0 0 0 0,-1 0-1 0 0,-6-3 1 0 0,-4-4-603 0 0</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44.093"/>
    </inkml:context>
    <inkml:brush xml:id="br0">
      <inkml:brushProperty name="width" value="0.1" units="cm"/>
      <inkml:brushProperty name="height" value="0.1" units="cm"/>
    </inkml:brush>
  </inkml:definitions>
  <inkml:trace contextRef="#ctx0" brushRef="#br0">145 5 14747 0 0,'-2'-1'317'0'0,"0"1"-1"0"0,0-1 1 0 0,0 0 0 0 0,0 1-1 0 0,0-1 1 0 0,0 1-1 0 0,0-1 1 0 0,0 1 0 0 0,-1 0-1 0 0,1 0 1 0 0,0 0-1 0 0,0 1 1 0 0,0-1 0 0 0,0 0-1 0 0,0 1 1 0 0,-3 0-1 0 0,0 1-80 0 0,1 0 0 0 0,-1 0 0 0 0,1 0 0 0 0,0 1 0 0 0,0 0 0 0 0,0 0 0 0 0,-4 3 0 0 0,0 2-135 0 0,0 1 1 0 0,0-1 0 0 0,1 1 0 0 0,0 1 0 0 0,-8 14 0 0 0,12-18-82 0 0,1-1 1 0 0,0 1-1 0 0,0 0 1 0 0,0 0 0 0 0,1 0-1 0 0,-1 0 1 0 0,2 0-1 0 0,-1 0 1 0 0,1 1 0 0 0,0-1-1 0 0,0 0 1 0 0,0 0-1 0 0,1 0 1 0 0,0 0 0 0 0,0 1-1 0 0,1-1 1 0 0,0-1 0 0 0,0 1-1 0 0,0 0 1 0 0,4 6-1 0 0,6 11 6 0 0,1-1 1 0 0,2 0-1 0 0,24 30 0 0 0,-20-28-6 0 0,14 14-98 0 0,-24-30 51 0 0,-1 2 0 0 0,1-1 0 0 0,-2 1 1 0 0,0 0-1 0 0,10 18 0 0 0,-17-27 12 0 0,1 1 0 0 0,-1-1 0 0 0,1 0 0 0 0,-1 1 0 0 0,1-1 0 0 0,-1 0 1 0 0,0 1-1 0 0,0-1 0 0 0,0 1 0 0 0,0-1 0 0 0,0 0 0 0 0,0 1 0 0 0,0-1 0 0 0,0 1 0 0 0,-1-1 0 0 0,1 0 0 0 0,0 1 0 0 0,-1-1 0 0 0,1 0 0 0 0,-1 0 0 0 0,0 1 0 0 0,1-1 0 0 0,-1 0 0 0 0,-1 2 0 0 0,0-1-16 0 0,-1 1-1 0 0,1-1 1 0 0,-1 0-1 0 0,0 0 1 0 0,1 0 0 0 0,-1 0-1 0 0,0 0 1 0 0,0-1-1 0 0,-6 3 1 0 0,-2 0-147 0 0,0-1 0 0 0,-1 0-1 0 0,1-1 1 0 0,-23 2 0 0 0,31-3-100 0 0,-1-1 0 0 0,1 0 0 0 0,0 0 0 0 0,-1 0 0 0 0,1-1 0 0 0,0 1-1 0 0,-1-1 1 0 0,1 0 0 0 0,0 0 0 0 0,-6-2 0 0 0</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44.268"/>
    </inkml:context>
    <inkml:brush xml:id="br0">
      <inkml:brushProperty name="width" value="0.1" units="cm"/>
      <inkml:brushProperty name="height" value="0.1" units="cm"/>
    </inkml:brush>
  </inkml:definitions>
  <inkml:trace contextRef="#ctx0" brushRef="#br0">0 4 12899 0 0,'3'-1'115'0'0,"0"0"1"0"0,0 1 0 0 0,0-1-1 0 0,0 1 1 0 0,0 0 0 0 0,0 0-1 0 0,0 0 1 0 0,0 0 0 0 0,0 1-1 0 0,0-1 1 0 0,0 1-1 0 0,0 0 1 0 0,-1 0 0 0 0,1 0-1 0 0,3 1 1 0 0,-2 1 228 0 0,-1 0 0 0 0,1 1 0 0 0,-1-1 0 0 0,1 0 0 0 0,-1 1 0 0 0,0 0 0 0 0,-1 0 0 0 0,1 0 0 0 0,2 5 0 0 0,3 6 81 0 0,-1 1 0 0 0,0 0 0 0 0,0 0 0 0 0,-2 0 0 0 0,0 1 0 0 0,-1 0 0 0 0,-1 0 0 0 0,0 0 0 0 0,-1 1 0 0 0,-1 19 0 0 0,-2 3-708 0 0,-2 0 1 0 0,-2 0-1 0 0,-12 50 0 0 0,14-79-718 0 0</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44.412"/>
    </inkml:context>
    <inkml:brush xml:id="br0">
      <inkml:brushProperty name="width" value="0.1" units="cm"/>
      <inkml:brushProperty name="height" value="0.1" units="cm"/>
    </inkml:brush>
  </inkml:definitions>
  <inkml:trace contextRef="#ctx0" brushRef="#br0">3 38 17052 0 0,'-1'-11'752'0'0,"-1"2"160"0"0,2 2-728 0 0,0 2-184 0 0,2 4 0 0 0,-1 1 0 0 0,0-1 424 0 0,2-1 56 0 0,0 1 0 0 0,2 2 8 0 0,-1 2-1440 0 0,0 6-288 0 0,-1 7-56 0 0,2 3-17 0 0,1 2 1097 0 0,1 0 216 0 0</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45.206"/>
    </inkml:context>
    <inkml:brush xml:id="br0">
      <inkml:brushProperty name="width" value="0.1" units="cm"/>
      <inkml:brushProperty name="height" value="0.1" units="cm"/>
    </inkml:brush>
  </inkml:definitions>
  <inkml:trace contextRef="#ctx0" brushRef="#br0">285 30 13827 0 0,'-1'-2'263'0'0,"-1"0"0"0"0,1 0-1 0 0,-1 0 1 0 0,0 1 0 0 0,0-1 0 0 0,0 1 0 0 0,0-1 0 0 0,0 1-1 0 0,0 0 1 0 0,0-1 0 0 0,0 1 0 0 0,0 0 0 0 0,-1 1-1 0 0,1-1 1 0 0,0 0 0 0 0,-1 1 0 0 0,1-1 0 0 0,0 1 0 0 0,-1-1-1 0 0,1 1 1 0 0,-1 0 0 0 0,1 0 0 0 0,-1 1 0 0 0,-4 0-1 0 0,-1-1 10 0 0,0 2 0 0 0,1-1 0 0 0,-1 1-1 0 0,0 0 1 0 0,0 0 0 0 0,-10 6-1 0 0,5 0-231 0 0,0 0-1 0 0,0 1 1 0 0,1 0-1 0 0,1 1 0 0 0,-1 0 1 0 0,2 1-1 0 0,-1 0 1 0 0,2 1-1 0 0,-1 0 0 0 0,2 0 1 0 0,0 1-1 0 0,0 1 0 0 0,1-1 1 0 0,-5 15-1 0 0,11-27-47 0 0,0 1-1 0 0,1-1 1 0 0,-1 1-1 0 0,1-1 0 0 0,0 1 1 0 0,-1-1-1 0 0,1 1 1 0 0,0-1-1 0 0,0 1 1 0 0,0-1-1 0 0,0 1 0 0 0,0-1 1 0 0,0 1-1 0 0,0-1 1 0 0,0 1-1 0 0,1-1 1 0 0,-1 1-1 0 0,1-1 1 0 0,-1 1-1 0 0,1-1 0 0 0,0 1 1 0 0,-1-1-1 0 0,1 0 1 0 0,0 0-1 0 0,0 1 1 0 0,0-1-1 0 0,0 0 0 0 0,0 0 1 0 0,0 0-1 0 0,0 0 1 0 0,0 0-1 0 0,1 0 1 0 0,-1 0-1 0 0,0 0 1 0 0,0-1-1 0 0,3 2 0 0 0,-1-1-4 0 0,-1-1-1 0 0,0 1 1 0 0,1-1-1 0 0,-1 0 0 0 0,1 1 1 0 0,-1-1-1 0 0,1-1 1 0 0,-1 1-1 0 0,1 0 0 0 0,-1 0 1 0 0,1-1-1 0 0,-1 0 1 0 0,0 1-1 0 0,1-1 1 0 0,-1 0-1 0 0,0 0 0 0 0,0 0 1 0 0,1-1-1 0 0,-1 1 1 0 0,0 0-1 0 0,0-1 0 0 0,2-1 1 0 0,11-14-7 0 0,0 0 0 0 0,-1 0 0 0 0,-1-2 0 0 0,14-24 0 0 0,-16 23 74 0 0,1 1 0 0 0,1 1-1 0 0,1 0 1 0 0,17-18 0 0 0,-30 35-40 0 0,1-1 1 0 0,-1 1-1 0 0,0 0 0 0 0,0 0 1 0 0,1-1-1 0 0,-1 1 0 0 0,1 0 1 0 0,-1 0-1 0 0,1 0 0 0 0,-1 1 1 0 0,1-1-1 0 0,0 0 0 0 0,-1 0 1 0 0,1 1-1 0 0,0-1 0 0 0,0 1 1 0 0,-1 0-1 0 0,1-1 0 0 0,0 1 1 0 0,0 0-1 0 0,0 0 0 0 0,-1 0 1 0 0,1 0-1 0 0,0 1 0 0 0,0-1 1 0 0,0 0-1 0 0,-1 1 0 0 0,1-1 1 0 0,0 1-1 0 0,2 1 0 0 0,-1 0 11 0 0,0 1 0 0 0,0 0 0 0 0,-1 0-1 0 0,1 0 1 0 0,-1 0 0 0 0,1 0 0 0 0,-1 0-1 0 0,0 0 1 0 0,-1 1 0 0 0,1-1 0 0 0,0 1-1 0 0,-1 0 1 0 0,2 6 0 0 0,2 10-1 0 0,-2 0 1 0 0,0 0-1 0 0,-1 0 1 0 0,0 0-1 0 0,-2 1 1 0 0,-1-1-1 0 0,-3 27 1 0 0,-5 9 45 0 0,-23 75 0 0 0,25-103-89 0 0,-18 38 1 0 0,22-58 5 0 0,-1 0 1 0 0,0-1-1 0 0,0 1 1 0 0,-1-1-1 0 0,0 0 0 0 0,-1 0 1 0 0,1 0-1 0 0,-1-1 1 0 0,-8 7-1 0 0,23-44-4553 0 0,8-8-2211 0 0,-4 16 1527 0 0</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45.539"/>
    </inkml:context>
    <inkml:brush xml:id="br0">
      <inkml:brushProperty name="width" value="0.1" units="cm"/>
      <inkml:brushProperty name="height" value="0.1" units="cm"/>
    </inkml:brush>
  </inkml:definitions>
  <inkml:trace contextRef="#ctx0" brushRef="#br0">0 340 544 0 0,'18'-38'0'0'0,"-11"23"0"0"0,1 0 0 0 0,15-22 0 0 0,-17 25 918 0 0,0 1 0 0 0,-1-1 0 0 0,5-13-1 0 0,4-10 1064 0 0,-14 34-1938 0 0,39-73 3695 0 0,-36 68-3237 0 0,1 0 1 0 0,1 0-1 0 0,-1 0 0 0 0,1 1 1 0 0,0 0-1 0 0,0 0 0 0 0,0 0 0 0 0,1 1 1 0 0,10-7-1 0 0,-15 10-372 0 0,1 0 1 0 0,-1 0-1 0 0,1 1 1 0 0,0-1-1 0 0,0 1 1 0 0,-1-1-1 0 0,1 1 0 0 0,0 0 1 0 0,0-1-1 0 0,0 1 1 0 0,-1 0-1 0 0,1 0 1 0 0,0 1-1 0 0,0-1 1 0 0,0 0-1 0 0,-1 0 1 0 0,1 1-1 0 0,0-1 0 0 0,-1 1 1 0 0,3 0-1 0 0,-1 1 58 0 0,0 0-1 0 0,0 0 0 0 0,0 0 1 0 0,0 1-1 0 0,0-1 0 0 0,0 1 1 0 0,-1-1-1 0 0,1 1 0 0 0,2 4 1 0 0,2 4 293 0 0,-1 0 0 0 0,0 0 0 0 0,-1 0-1 0 0,8 23 1 0 0,-7-8-250 0 0,0 0 0 0 0,-2 1 0 0 0,1 46 0 0 0,5 28 116 0 0,-10-101-347 0 0,0 0 0 0 0,0 0 0 0 0,0-1 0 0 0,0 1 1 0 0,0 0-1 0 0,0 0 0 0 0,0 0 0 0 0,0 0 0 0 0,0 0 0 0 0,0 0 0 0 0,0 0 0 0 0,0 0 0 0 0,1 0 1 0 0,-1 0-1 0 0,0 0 0 0 0,0-1 0 0 0,0 1 0 0 0,0 0 0 0 0,0 0 0 0 0,0 0 0 0 0,0 0 1 0 0,0 0-1 0 0,0 0 0 0 0,0 0 0 0 0,1 0 0 0 0,-1 0 0 0 0,0 0 0 0 0,0 0 0 0 0,0 0 0 0 0,0 0 1 0 0,0 0-1 0 0,0 0 0 0 0,0 0 0 0 0,0 0 0 0 0,0 0 0 0 0,1 0 0 0 0,-1 0 0 0 0,0 0 1 0 0,0 0-1 0 0,0 0 0 0 0,0 0 0 0 0,0 0 0 0 0,0 0 0 0 0,0 0 0 0 0,0 0 0 0 0,0 0 0 0 0,1 0 1 0 0,-1 1-1 0 0,0-1 0 0 0,0 0 0 0 0,0 0 0 0 0,0 0 0 0 0,0 0 0 0 0,0 0 0 0 0,0 0 1 0 0,0 0-1 0 0,0 0 0 0 0,0 0 0 0 0,0 0 0 0 0,0 1 0 0 0,0-1 0 0 0,0 0 0 0 0,0 0 0 0 0,0 0 1 0 0,0 0-1 0 0,0 0 0 0 0,8-13-131 0 0,4-18-74 0 0,1-19-120 0 0,-5 15 294 0 0,16-44 0 0 0,-20 70 109 0 0,-1 0 0 0 0,2 1 0 0 0,-1-1 0 0 0,1 1 1 0 0,0-1-1 0 0,1 2 0 0 0,0-1 0 0 0,0 1 0 0 0,13-12 0 0 0,-17 17-52 0 0,-1 1 1 0 0,1 0-1 0 0,-1-1 0 0 0,1 1 0 0 0,-1 0 1 0 0,1 0-1 0 0,0 0 0 0 0,0 0 0 0 0,0 0 1 0 0,-1 1-1 0 0,1-1 0 0 0,0 0 0 0 0,0 1 1 0 0,0-1-1 0 0,0 1 0 0 0,0 0 1 0 0,0 0-1 0 0,0 0 0 0 0,0 0 0 0 0,0 0 1 0 0,0 0-1 0 0,0 0 0 0 0,0 1 0 0 0,0-1 1 0 0,0 1-1 0 0,0-1 0 0 0,0 1 0 0 0,0 0 1 0 0,0 0-1 0 0,-1 0 0 0 0,1 0 1 0 0,0 0-1 0 0,1 1 0 0 0,4 5 49 0 0,0 1-1 0 0,-1-1 1 0 0,0 1-1 0 0,0 0 1 0 0,8 16-1 0 0,10 13-230 0 0,-17-29-304 0 0,0-1 0 0 0,0 0 0 0 0,0 0 0 0 0,1-1 1 0 0,0 0-1 0 0,15 8 0 0 0</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46.144"/>
    </inkml:context>
    <inkml:brush xml:id="br0">
      <inkml:brushProperty name="width" value="0.1" units="cm"/>
      <inkml:brushProperty name="height" value="0.1" units="cm"/>
    </inkml:brush>
  </inkml:definitions>
  <inkml:trace contextRef="#ctx0" brushRef="#br0">202 516 10594 0 0,'3'-7'564'0'0,"-1"-1"0"0"0,0 0 0 0 0,0 0-1 0 0,-1 0 1 0 0,0 0 0 0 0,0 0 0 0 0,-1-14-1 0 0,0 18-233 0 0,0 0 0 0 0,-1 0-1 0 0,1 0 1 0 0,-1 0-1 0 0,0 1 1 0 0,0-1-1 0 0,0 0 1 0 0,-1 0-1 0 0,1 1 1 0 0,-1-1 0 0 0,0 1-1 0 0,0 0 1 0 0,0-1-1 0 0,-1 1 1 0 0,1 0-1 0 0,-1 0 1 0 0,-5-5-1 0 0,7 7-272 0 0,-1 1 0 0 0,1-1-1 0 0,-1 0 1 0 0,1 1 0 0 0,-1-1-1 0 0,1 1 1 0 0,-1 0-1 0 0,0-1 1 0 0,1 1 0 0 0,-1 0-1 0 0,1 0 1 0 0,-1 0 0 0 0,0 0-1 0 0,1 0 1 0 0,-1 0-1 0 0,1 1 1 0 0,-1-1 0 0 0,0 1-1 0 0,1-1 1 0 0,-1 1 0 0 0,1-1-1 0 0,-1 1 1 0 0,1 0-1 0 0,0-1 1 0 0,-1 1 0 0 0,1 0-1 0 0,0 0 1 0 0,-1 0 0 0 0,1 0-1 0 0,0 1 1 0 0,0-1 0 0 0,-1 1-1 0 0,-5 6-25 0 0,0 1-1 0 0,0-1 1 0 0,-8 14-1 0 0,14-20-4 0 0,-16 27 9 0 0,1 0 1 0 0,-22 54-1 0 0,33-70-23 0 0,0 0 0 0 0,1 1 0 0 0,1 0 0 0 0,0-1 0 0 0,1 1 0 0 0,1 0 0 0 0,0 0 1 0 0,1 0-1 0 0,1 17 0 0 0,0-29-32 0 0,-1 1 1 0 0,0-1-1 0 0,1 1 1 0 0,-1-1-1 0 0,1 1 1 0 0,0-1-1 0 0,0 0 1 0 0,0 0-1 0 0,0 1 0 0 0,0-1 1 0 0,1 0-1 0 0,-1 0 1 0 0,1 0-1 0 0,1 2 1 0 0,-2-4 7 0 0,0 1 0 0 0,0-1 0 0 0,0 0 0 0 0,0 1-1 0 0,0-1 1 0 0,0 0 0 0 0,0 0 0 0 0,0 0 0 0 0,0 0 0 0 0,0 0 0 0 0,0 0 0 0 0,0 0 0 0 0,0 0 0 0 0,0 0 0 0 0,0 0-1 0 0,-1 0 1 0 0,1-1 0 0 0,0 1 0 0 0,0 0 0 0 0,0-1 0 0 0,0 1 0 0 0,0-1 0 0 0,0 1 0 0 0,0-1 0 0 0,-1 1 0 0 0,1-1-1 0 0,0 0 1 0 0,-1 1 0 0 0,1-1 0 0 0,0 0 0 0 0,-1 1 0 0 0,1-1 0 0 0,-1 0 0 0 0,1 0 0 0 0,-1 0 0 0 0,1 0 0 0 0,0-1-1 0 0,13-19-65 0 0,0-1-1 0 0,-1-1 0 0 0,12-31 0 0 0,-12 25 249 0 0,24-39-1 0 0,-36 66-144 0 0,0 0-1 0 0,0 1 1 0 0,0-1-1 0 0,0 0 0 0 0,0 1 1 0 0,0-1-1 0 0,1 1 1 0 0,-1-1-1 0 0,0 1 0 0 0,1 0 1 0 0,0-1-1 0 0,-1 1 0 0 0,1 0 1 0 0,0 0-1 0 0,-1 0 1 0 0,1 0-1 0 0,0 1 0 0 0,0-1 1 0 0,0 0-1 0 0,0 1 1 0 0,0-1-1 0 0,-1 1 0 0 0,1 0 1 0 0,0 0-1 0 0,3 0 0 0 0,-2 0 3 0 0,0 1-1 0 0,0 1 0 0 0,-1-1 0 0 0,1 0 0 0 0,0 1 0 0 0,-1-1 0 0 0,1 1 0 0 0,-1 0 0 0 0,0 0 0 0 0,0 0 1 0 0,1 0-1 0 0,-1 0 0 0 0,-1 0 0 0 0,1 1 0 0 0,0-1 0 0 0,1 3 0 0 0,19 32 153 0 0,-17-28-191 0 0,0-1 0 0 0,1 1 0 0 0,-1-1 0 0 0,2 0 0 0 0,8 9 0 0 0,-12-15-31 0 0,0 1 0 0 0,0-1 0 0 0,1 0 0 0 0,-1 0 0 0 0,1 0 0 0 0,-1 0-1 0 0,1 0 1 0 0,0-1 0 0 0,0 0 0 0 0,0 0 0 0 0,0 0 0 0 0,0 0-1 0 0,0 0 1 0 0,0-1 0 0 0,0 0 0 0 0,0 0 0 0 0,4 0 0 0 0,6-2-106 0 0,0-1 0 0 0,0 0 0 0 0,-1 0 0 0 0,1-1 0 0 0,-1-1 0 0 0,0 0 0 0 0,-1-1 0 0 0,1-1 0 0 0,-1 0 0 0 0,0 0 0 0 0,-1-1 0 0 0,0-1 0 0 0,0 0 0 0 0,-1 0 0 0 0,12-14 0 0 0,-5 4-90 0 0,-1-1 1 0 0,0 0-1 0 0,-2-1 1 0 0,-1-1-1 0 0,0-1 1 0 0,-2 1-1 0 0,14-38 1 0 0,-19 40 112 0 0,-1 1-1 0 0,-1-1 1 0 0,-1 0 0 0 0,0 0-1 0 0,-2 0 1 0 0,0-25-1 0 0,-2 30 448 0 0,0 0 0 0 0,-1 0 0 0 0,-1 0-1 0 0,0 0 1 0 0,-1 0 0 0 0,0 0-1 0 0,-1 1 1 0 0,-13-25 0 0 0,17 38-211 0 0,1 0-1 0 0,0 0 1 0 0,-1 0 0 0 0,1 0 0 0 0,-1 0-1 0 0,1 0 1 0 0,-1 1 0 0 0,1-1 0 0 0,-1 0-1 0 0,0 0 1 0 0,1 1 0 0 0,-1-1 0 0 0,0 0 0 0 0,0 1-1 0 0,1-1 1 0 0,-1 1 0 0 0,-2-2 0 0 0,0 14 1244 0 0,7 27-593 0 0,36 189-75 0 0,0-3-79 0 0,-19-159-2660 0 0,-16-54 614 0 0,1-1-1 0 0,0 0 0 0 0,10 15 1 0 0,0-6-6410 0 0</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46.584"/>
    </inkml:context>
    <inkml:brush xml:id="br0">
      <inkml:brushProperty name="width" value="0.1" units="cm"/>
      <inkml:brushProperty name="height" value="0.1" units="cm"/>
    </inkml:brush>
  </inkml:definitions>
  <inkml:trace contextRef="#ctx0" brushRef="#br0">46 217 7834 0 0,'-7'-11'1036'0'0,"1"0"1"0"0,0-1 0 0 0,1 0 0 0 0,0 0 0 0 0,1 0-1 0 0,1 0 1 0 0,0-1 0 0 0,-2-18 0 0 0,4 26-627 0 0,1 1 1 0 0,0 0-1 0 0,0-1 1 0 0,0 1-1 0 0,1 0 1 0 0,0 0-1 0 0,-1-1 1 0 0,1 1-1 0 0,1 0 1 0 0,-1 0-1 0 0,1 0 1 0 0,3-6-1 0 0,-4 7-359 0 0,1 1 0 0 0,0 0-1 0 0,0 0 1 0 0,0 0 0 0 0,0 0-1 0 0,1 0 1 0 0,-1 0-1 0 0,0 1 1 0 0,1-1 0 0 0,-1 1-1 0 0,1-1 1 0 0,0 1 0 0 0,0 0-1 0 0,-1 0 1 0 0,1 0 0 0 0,0 1-1 0 0,0-1 1 0 0,0 1 0 0 0,0-1-1 0 0,4 1 1 0 0,-4 0-7 0 0,0 0 1 0 0,1 0-1 0 0,-1 0 1 0 0,0 0-1 0 0,0 1 0 0 0,0-1 1 0 0,0 1-1 0 0,0 0 0 0 0,0 0 1 0 0,0 0-1 0 0,-1 0 1 0 0,1 1-1 0 0,0-1 0 0 0,0 1 1 0 0,-1-1-1 0 0,1 1 0 0 0,2 3 1 0 0,-1-1-11 0 0,-1 0 1 0 0,0 0-1 0 0,0 0 1 0 0,0 0 0 0 0,-1 1-1 0 0,1-1 1 0 0,-1 1-1 0 0,0-1 1 0 0,2 10-1 0 0,0-1-30 0 0,-2 1-1 0 0,0-1 1 0 0,-1 1 0 0 0,0 0-1 0 0,-1-1 1 0 0,-2 28 0 0 0,-5-9-134 0 0,0-1 1 0 0,-22 55 0 0 0,16-51 295 0 0,-12 54 0 0 0,24-89-118 0 0,1 1 1 0 0,0 0-1 0 0,0-1 0 0 0,0 1 1 0 0,0 0-1 0 0,-1-1 1 0 0,1 1-1 0 0,0 0 1 0 0,0-1-1 0 0,0 1 1 0 0,0 0-1 0 0,0-1 1 0 0,1 1-1 0 0,-1 0 0 0 0,0-1 1 0 0,0 1-1 0 0,0 0 1 0 0,0-1-1 0 0,1 1 1 0 0,-1 0-1 0 0,0-1 1 0 0,1 1-1 0 0,-1-1 1 0 0,0 1-1 0 0,1 0 1 0 0,0-1-18 0 0,0 0 0 0 0,0 1 1 0 0,-1-1-1 0 0,1 0 0 0 0,0 0 1 0 0,0 0-1 0 0,-1 0 1 0 0,1 0-1 0 0,0 0 0 0 0,0 0 1 0 0,0-1-1 0 0,-1 1 1 0 0,1 0-1 0 0,0 0 0 0 0,-1-1 1 0 0,1 1-1 0 0,0 0 1 0 0,1-1-1 0 0,38-27 180 0 0,-31 21-151 0 0,60-41-27 0 0,2-1-1084 0 0,-25 15-5856 0 0,-17 12-1212 0 0</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7:53.387"/>
    </inkml:context>
    <inkml:brush xml:id="br0">
      <inkml:brushProperty name="width" value="0.1" units="cm"/>
      <inkml:brushProperty name="height" value="0.1" units="cm"/>
    </inkml:brush>
  </inkml:definitions>
  <inkml:trace contextRef="#ctx0" brushRef="#br0">61 877 7834 0 0,'-29'-425'4870'0'0,"-3"-27"-148"0"0,35 506-1178 0 0,-2 40-2531 0 0,1 23-1075 0 0,129 1471 40 0 0,-127-1550-97 0 0,19 126-212 0 0,-17-133 230 0 0,2 0 0 0 0,1 0 0 0 0,14 33-1 0 0,-23-63 83 0 0,1 0-1 0 0,-1 1 0 0 0,1-1 0 0 0,-1 0 0 0 0,1 0 0 0 0,0 1 0 0 0,-1-1 0 0 0,1 0 0 0 0,0 0 0 0 0,0 0 0 0 0,0 0 1 0 0,0 0-1 0 0,0 0 0 0 0,0 0 0 0 0,0 0 0 0 0,2 1 0 0 0,-3-2-5 0 0,1 0 0 0 0,-1 0 0 0 0,1 0 0 0 0,-1 0 0 0 0,1-1 0 0 0,-1 1 0 0 0,1 0 0 0 0,-1 0 0 0 0,1 0 0 0 0,-1 0 0 0 0,1-1 0 0 0,-1 1 0 0 0,0 0 0 0 0,1 0 0 0 0,-1-1 1 0 0,1 1-1 0 0,-1 0 0 0 0,0-1 0 0 0,1 1 0 0 0,-1 0 0 0 0,0-1 0 0 0,0 1 0 0 0,1-1 0 0 0,-1 1 0 0 0,0 0 0 0 0,0-1 0 0 0,1 1 0 0 0,-1-1 0 0 0,0 0 0 0 0,2-4-115 0 0,0-1 1 0 0,0 0-1 0 0,-1 1 1 0 0,0-1-1 0 0,0 0 1 0 0,0-6-1 0 0,-4-85 611 0 0,-3 0-1 0 0,-26-122 1 0 0,11 82-183 0 0,6 31-254 0 0,-50-469 295 0 0,61 479-275 0 0,3-1 1 0 0,5 0-1 0 0,32-188 1 0 0,-32 269-52 0 0,-1-4 42 0 0,2 0 1 0 0,13-35 0 0 0,-15 121 1134 0 0,54 978-1009 0 0,-18-432-1206 0 0,-37-546 428 0 0,-2-38-385 0 0,0-24-109 0 0,-1-8-568 0 0,-26-679 1587 0 0,23 343 964 0 0,0 245-575 0 0,-2-79 963 0 0,23-268-1 0 0,-15 422-1144 0 0,0 0 136 0 0,1 0-1 0 0,0 0 1 0 0,11-32 0 0 0,-14 51-252 0 0,0 1 0 0 0,0 0 0 0 0,0 0 0 0 0,0 0 0 0 0,0 0-1 0 0,0-1 1 0 0,0 1 0 0 0,0 0 0 0 0,1 0 0 0 0,-1 0 0 0 0,0-1 0 0 0,0 1 0 0 0,0 0 0 0 0,0 0-1 0 0,0 0 1 0 0,0 0 0 0 0,0-1 0 0 0,1 1 0 0 0,-1 0 0 0 0,0 0 0 0 0,0 0 0 0 0,0 0 0 0 0,0 0-1 0 0,1 0 1 0 0,-1 0 0 0 0,0 0 0 0 0,0-1 0 0 0,0 1 0 0 0,0 0 0 0 0,1 0 0 0 0,-1 0 0 0 0,0 0-1 0 0,0 0 1 0 0,0 0 0 0 0,1 0 0 0 0,-1 0 0 0 0,0 0 0 0 0,0 0 0 0 0,0 0 0 0 0,1 0 0 0 0,-1 0-1 0 0,0 0 1 0 0,0 0 0 0 0,0 1 0 0 0,1-1 0 0 0,-1 0 0 0 0,0 0 0 0 0,0 0 0 0 0,0 0 0 0 0,0 0-1 0 0,1 0 1 0 0,-1 1 0 0 0,10 12 204 0 0,4 23-38 0 0,7 33-56 0 0,19 107 0 0 0,-4 76-103 0 0,-28-193-14 0 0,73 751-1058 0 0,-75-418 44 0 0,-7-253-1821 0 0,7-312-1035 0 0,-1 72 4080 0 0,21-915 4854 0 0,-7 731-3868 0 0,-11 222-721 0 0,3 1 0 0 0,27-92 0 0 0,-30 132-360 0 0,-7 21-105 0 0,-1 0 0 0 0,0 0 0 0 0,0 0 0 0 0,1 0 0 0 0,-1 1 0 0 0,0-1-1 0 0,1 0 1 0 0,-1 0 0 0 0,1 0 0 0 0,-1 1 0 0 0,1-1 0 0 0,-1 0 0 0 0,1 1 0 0 0,-1-1 0 0 0,1 0 0 0 0,0 1-1 0 0,-1-1 1 0 0,1 1 0 0 0,1-2 0 0 0,-1 4 12 0 0,0 0 1 0 0,0 0-1 0 0,0 0 0 0 0,-1 0 0 0 0,1 0 1 0 0,-1 0-1 0 0,0 0 0 0 0,1 0 0 0 0,-1 0 0 0 0,0 3 1 0 0,1 4 31 0 0,9 87 56 0 0,-3 141-1 0 0,-4-74-175 0 0,30 988-1358 0 0,-33-1112 1136 0 0,0-16-122 0 0,0 0 0 0 0,1 1 0 0 0,1-1 1 0 0,1 0-1 0 0,7 25 0 0 0,-10-47 340 0 0,0-1-1 0 0,0 0 0 0 0,0 1 0 0 0,0-1 0 0 0,0 1 0 0 0,0-1 0 0 0,0 0 0 0 0,1 1 0 0 0,-1-1 0 0 0,0 1 0 0 0,0-1 1 0 0,0 0-1 0 0,1 1 0 0 0,-1-1 0 0 0,0 0 0 0 0,0 1 0 0 0,1-1 0 0 0,-1 0 0 0 0,0 1 0 0 0,0-1 0 0 0,1 0 0 0 0,-1 0 1 0 0,1 1-1 0 0,-1-1 0 0 0,0 0 0 0 0,1 0 0 0 0,-1 0 0 0 0,0 0 0 0 0,1 1 0 0 0,0-1 0 0 0,5-10-1532 0 0,2-21-92 0 0,7-88 985 0 0,-2-175 0 0 0,-30-120 2712 0 0,1 192-668 0 0,-10-372 3091 0 0,27 578-4283 0 0,-2 12-82 0 0,1-1 1 0 0,-1 1-1 0 0,1-1 0 0 0,1 1 1 0 0,-1-1-1 0 0,1 1 0 0 0,0-1 1 0 0,0 1-1 0 0,0 0 0 0 0,0-1 1 0 0,1 1-1 0 0,3-7 0 0 0,-4 12-51 0 0,-1-1 0 0 0,1 1 0 0 0,0-1 0 0 0,-1 1 0 0 0,1-1 0 0 0,-1 1 0 0 0,1-1 0 0 0,-1 1-1 0 0,1 0 1 0 0,-1 0 0 0 0,1-1 0 0 0,-1 1 0 0 0,0 0 0 0 0,1-1 0 0 0,-1 1 0 0 0,0 0 0 0 0,0 0 0 0 0,1 0-1 0 0,-1-1 1 0 0,0 1 0 0 0,0 0 0 0 0,0 0 0 0 0,0 1 0 0 0,6 25 214 0 0,20 258 477 0 0,-16-135-608 0 0,116 891-3104 0 0,-124-1032 2920 0 0,0 5-93 0 0,0-1-1 0 0,1 1 0 0 0,0-1 1 0 0,1 0-1 0 0,7 16 0 0 0,-11-29 163 0 0,0 1 0 0 0,1-1 0 0 0,-1 1 0 0 0,0-1 0 0 0,0 1 0 0 0,1-1 0 0 0,-1 1 0 0 0,0-1 0 0 0,1 1 0 0 0,-1-1 1 0 0,1 1-1 0 0,-1-1 0 0 0,0 1 0 0 0,1-1 0 0 0,-1 0 0 0 0,1 1 0 0 0,-1-1 0 0 0,1 0 0 0 0,-1 1 0 0 0,1-1 0 0 0,0 0 0 0 0,-1 0 0 0 0,1 1 0 0 0,-1-1 0 0 0,1 0 0 0 0,-1 0 0 0 0,1 0 0 0 0,1 0 0 0 0,9-12-1160 0 0,3-26-585 0 0,1-46-32 0 0,6-168 0 0 0,-16 156 2041 0 0,3-307 3237 0 0,11-124 2042 0 0,1 392-3915 0 0,-16 116-1430 0 0,0 1 0 0 0,2-1 1 0 0,0 1-1 0 0,1 1 0 0 0,10-19 0 0 0,-16 35-173 0 0,-1 1-1 0 0,0-1 1 0 0,0 0-1 0 0,1 1 1 0 0,-1-1 0 0 0,0 1-1 0 0,1-1 1 0 0,-1 1 0 0 0,0-1-1 0 0,1 1 1 0 0,-1-1 0 0 0,1 1-1 0 0,-1-1 1 0 0,1 1 0 0 0,-1 0-1 0 0,1-1 1 0 0,-1 1-1 0 0,1 0 1 0 0,-1-1 0 0 0,1 1-1 0 0,-1 0 1 0 0,1 0 0 0 0,0-1-1 0 0,-1 1 1 0 0,2 0 0 0 0,-1 0 2 0 0,-1 1 1 0 0,1-1-1 0 0,0 1 0 0 0,-1-1 1 0 0,1 1-1 0 0,-1-1 1 0 0,1 1-1 0 0,-1-1 1 0 0,1 1-1 0 0,-1 0 1 0 0,0-1-1 0 0,1 1 1 0 0,-1 0-1 0 0,0-1 1 0 0,1 1-1 0 0,-1 0 0 0 0,0-1 1 0 0,0 2-1 0 0,8 45 186 0 0,-7-40-181 0 0,27 387 129 0 0,-18-212-96 0 0,13 149-397 0 0,12 219-602 0 0,-33-506 687 0 0,-1 7-628 0 0,15 91-1 0 0,-10-131 173 0 0,0-19 127 0 0,1-22-309 0 0,0-58-140 0 0,-5-92-1 0 0,-3 50 1520 0 0,0-236 1558 0 0,0-6 171 0 0,25 2-190 0 0,-20 335-1853 0 0,-3 19-64 0 0,1 0 1 0 0,0 0-1 0 0,1 0 1 0 0,7-21-1 0 0,0 95 368 0 0,105 1074-815 0 0,-112-1088 222 0 0,16 177-621 0 0,-14-188 258 0 0,2 1 1 0 0,1-1-1 0 0,1 0 0 0 0,20 44 0 0 0,-28-74 341 0 0,1 0 0 0 0,0 0 0 0 0,-1 0 0 0 0,1 0 0 0 0,0 0 0 0 0,1 0 0 0 0,-1-1 0 0 0,0 1 0 0 0,1-1 0 0 0,2 3 0 0 0,-4-5 79 0 0,-1 0 1 0 0,1 1-1 0 0,0-1 0 0 0,-1 0 1 0 0,1 1-1 0 0,-1-1 0 0 0,1 0 0 0 0,0 0 1 0 0,-1 0-1 0 0,1 0 0 0 0,0 1 1 0 0,-1-1-1 0 0,1 0 0 0 0,0 0 1 0 0,-1 0-1 0 0,1 0 0 0 0,0-1 1 0 0,-1 1-1 0 0,1 0 0 0 0,0 0 1 0 0,0-1-1 0 0,1 1-24 0 0,-1-1 0 0 0,0 0 0 0 0,0 0-1 0 0,0 0 1 0 0,0 0 0 0 0,0 0 0 0 0,-1 0 0 0 0,1 0 0 0 0,0 0 0 0 0,0 0 0 0 0,-1-1 0 0 0,1 1 0 0 0,0 0-1 0 0,-1 0 1 0 0,1-2 0 0 0,5-21-537 0 0,-1-1 0 0 0,-1 1 0 0 0,-1-1 0 0 0,-1 0 0 0 0,-1 0-1 0 0,-4-31 1 0 0,2 3 169 0 0,-14-454 731 0 0,3-183 5304 0 0,24 536-3376 0 0,-9 132-1651 0 0,1 1 0 0 0,1-1 0 0 0,1 1 0 0 0,16-39 0 0 0,-21 58-504 0 0,-1 1-1 0 0,0 0 1 0 0,1 0-1 0 0,-1 0 0 0 0,1 0 1 0 0,0 0-1 0 0,-1 0 0 0 0,1 0 1 0 0,0 0-1 0 0,-1 0 1 0 0,1 0-1 0 0,0 0 0 0 0,0 1 1 0 0,0-1-1 0 0,0 0 0 0 0,0 1 1 0 0,0-1-1 0 0,0 0 0 0 0,1 0 1 0 0,-1 1-14 0 0,0 1-1 0 0,-1-1 1 0 0,1 0 0 0 0,0 0 0 0 0,-1 0 0 0 0,1 0-1 0 0,0 1 1 0 0,-1-1 0 0 0,1 0 0 0 0,-1 1-1 0 0,1-1 1 0 0,-1 0 0 0 0,1 1 0 0 0,-1-1 0 0 0,1 1-1 0 0,-1-1 1 0 0,1 1 0 0 0,-1-1 0 0 0,1 1-1 0 0,-1-1 1 0 0,0 1 0 0 0,1-1 0 0 0,0 2 0 0 0,2 6 115 0 0,1 0 1 0 0,-1 1 0 0 0,3 14-1 0 0,-5-18-136 0 0,20 95 184 0 0,-5 2 1 0 0,3 112-1 0 0,-14-147-161 0 0,18 905-3121 0 0,-25-942 2580 0 0,1-21 249 0 0,0-1 0 0 0,0 1 0 0 0,1-1 0 0 0,0 1 0 0 0,1 0 0 0 0,-1-1 0 0 0,2 1 0 0 0,3 15 0 0 0,-5-24 245 0 0,0 0 0 0 0,0 0 1 0 0,0 0-1 0 0,1 0 1 0 0,-1 0-1 0 0,0 0 0 0 0,0 0 1 0 0,0 0-1 0 0,0 1 0 0 0,0-1 1 0 0,0 0-1 0 0,0 0 1 0 0,0 0-1 0 0,0 0 0 0 0,0 0 1 0 0,0 0-1 0 0,0 0 0 0 0,0 0 1 0 0,0 0-1 0 0,1 0 0 0 0,-1 0 1 0 0,0 0-1 0 0,0 0 1 0 0,0 0-1 0 0,0 0 0 0 0,0 0 1 0 0,0 0-1 0 0,0 0 0 0 0,0 0 1 0 0,0 0-1 0 0,0 0 1 0 0,1 0-1 0 0,-1 0 0 0 0,0 0 1 0 0,0 0-1 0 0,0 0 0 0 0,0 0 1 0 0,0 0-1 0 0,0 0 1 0 0,0 0-1 0 0,0 0 0 0 0,0 0 1 0 0,0 0-1 0 0,0 0 0 0 0,0 0 1 0 0,1-1-1 0 0,-1 1 0 0 0,0 0 1 0 0,0 0-1 0 0,0 0 1 0 0,0 0-1 0 0,0 0 0 0 0,0 0 1 0 0,0 0-1 0 0,0 0 0 0 0,0 0 1 0 0,0 0-1 0 0,0 0 1 0 0,0-1-1 0 0,0 1 0 0 0,0 0 1 0 0,0 0-1 0 0,0 0 0 0 0,0 0 1 0 0,0 0-1 0 0,0 0 0 0 0,0 0 1 0 0,4-12-1082 0 0,-1-15-505 0 0,-11-163-3759 0 0,0 42 4588 0 0,4 30 846 0 0,-5-284 2581 0 0,28 3 5020 0 0,-18 387-7422 0 0,1-17 1290 0 0,2 0-1 0 0,15-55 0 0 0,-7 155-649 0 0,39 419-695 0 0,44 251-1604 0 0,-92-729 1291 0 0,-1 2-139 0 0,1-1 0 0 0,1 1-1 0 0,0-1 1 0 0,0 0 0 0 0,1 0 0 0 0,12 21-1 0 0,-17-34 227 0 0,0 0-1 0 0,0 0 1 0 0,1 1-1 0 0,-1-1 1 0 0,0 0-1 0 0,0 0 1 0 0,0 1-1 0 0,0-1 1 0 0,1 0-1 0 0,-1 0 1 0 0,0 1-1 0 0,0-1 1 0 0,0 0-1 0 0,1 0 1 0 0,-1 0-1 0 0,0 1 0 0 0,0-1 1 0 0,1 0-1 0 0,-1 0 1 0 0,0 0-1 0 0,1 0 1 0 0,-1 0-1 0 0,0 0 1 0 0,0 0-1 0 0,1 0 1 0 0,-1 1-1 0 0,0-1 1 0 0,1 0-1 0 0,-1 0 1 0 0,0 0-1 0 0,1 0 1 0 0,-1-1-1 0 0,0 1 1 0 0,1 0-1 0 0,-1 0 1 0 0,0 0-1 0 0,0 0 1 0 0,1 0-1 0 0,-1 0 1 0 0,0 0-1 0 0,0 0 1 0 0,1-1-1 0 0,-1 1 0 0 0,0 0 1 0 0,0 0-1 0 0,1 0 1 0 0,-1-1-1 0 0,0 1 1 0 0,0 0-1 0 0,0 0 1 0 0,1-1-1 0 0,-1 1 1 0 0,0 0-1 0 0,0 0 1 0 0,0-1-1 0 0,0 1 1 0 0,0 0-1 0 0,1 0 1 0 0,-1-1-1 0 0,0 1 1 0 0,0 0-1 0 0,0-1 1 0 0,0 1-1 0 0,0 0 1 0 0,0-1-1 0 0,0 1 1 0 0,0-1-1 0 0,4-22-1194 0 0,6-157-2623 0 0,-15-93 3526 0 0,1 139 788 0 0,-1-22 286 0 0,-1-174 1733 0 0,9 233-972 0 0,20-133 0 0 0,-23 230-1504 0 0,24-117 1395 0 0,-20 106-1218 0 0,-1-1 0 0 0,1 0 1 0 0,1 1-1 0 0,0 0 1 0 0,1 0-1 0 0,0 1 0 0 0,13-17 1 0 0,-19 27-178 0 0,0-1 1 0 0,0 1-1 0 0,1-1 0 0 0,-1 1 1 0 0,1-1-1 0 0,-1 1 1 0 0,0 0-1 0 0,1-1 0 0 0,-1 1 1 0 0,1-1-1 0 0,-1 1 0 0 0,1 0 1 0 0,-1 0-1 0 0,1-1 1 0 0,-1 1-1 0 0,1 0 0 0 0,0 0 1 0 0,-1-1-1 0 0,1 1 1 0 0,-1 0-1 0 0,1 0 0 0 0,0 0 1 0 0,-1 0-1 0 0,1 0 1 0 0,-1 0-1 0 0,1 0 0 0 0,0 0 1 0 0,-1 0-1 0 0,1 0 1 0 0,-1 0-1 0 0,1 1 0 0 0,-1-1 1 0 0,1 0-1 0 0,0 0 1 0 0,-1 0-1 0 0,1 1 0 0 0,-1-1 1 0 0,1 0-1 0 0,-1 1 1 0 0,1-1-1 0 0,-1 1 0 0 0,0-1 1 0 0,1 0-1 0 0,-1 1 1 0 0,1-1-1 0 0,-1 1 0 0 0,0-1 1 0 0,1 1-1 0 0,-1-1 1 0 0,0 1-1 0 0,1 0 0 0 0,12 31 91 0 0,1 34 33 0 0,-2 1-1 0 0,5 132 1 0 0,-13-123-72 0 0,3 14-127 0 0,30 767-1554 0 0,-37-813 1306 0 0,-2 2-217 0 0,3 0-1 0 0,10 79 0 0 0,-11-124 493 0 0,0 0-1 0 0,0 0 1 0 0,0 1-1 0 0,1-1 1 0 0,-1 0-1 0 0,0 0 1 0 0,1 1 0 0 0,-1-1-1 0 0,1 0 1 0 0,-1 0-1 0 0,1 0 1 0 0,-1 0-1 0 0,1 0 1 0 0,0 1-1 0 0,0-1 1 0 0,1 1 0 0 0,-1-2-7 0 0,-1 0 1 0 0,1 0-1 0 0,-1 0 1 0 0,0-1 0 0 0,1 1-1 0 0,-1 0 1 0 0,1 0-1 0 0,-1-1 1 0 0,1 1 0 0 0,-1 0-1 0 0,0 0 1 0 0,1-1 0 0 0,-1 1-1 0 0,1 0 1 0 0,-1-1-1 0 0,0 1 1 0 0,0-1 0 0 0,1 1-1 0 0,-1 0 1 0 0,0-1-1 0 0,0 1 1 0 0,1-1 0 0 0,-1 1-1 0 0,0-1 1 0 0,0 1 0 0 0,0-1-1 0 0,0 0 1 0 0,13-44-1870 0 0,6-252-2324 0 0,-16 207 4198 0 0,3-332 680 0 0,8-156 3603 0 0,-11 528-3586 0 0,8-94 1315 0 0,-8 125-1537 0 0,0 0 0 0 0,1 1 0 0 0,2-1 0 0 0,-1 1 0 0 0,12-23 0 0 0,-17 40-402 0 0,1 1 1 0 0,-1-1-1 0 0,0 0 1 0 0,0 1 0 0 0,1-1-1 0 0,-1 0 1 0 0,0 1-1 0 0,1-1 1 0 0,-1 1-1 0 0,0-1 1 0 0,1 1-1 0 0,-1-1 1 0 0,1 1-1 0 0,-1-1 1 0 0,1 1-1 0 0,-1-1 1 0 0,1 1 0 0 0,0 0-1 0 0,-1-1 1 0 0,1 1-1 0 0,-1 0 1 0 0,1 0-1 0 0,0-1 1 0 0,-1 1-1 0 0,1 0 1 0 0,0 0-1 0 0,0 0 1 0 0,0 0-4 0 0,0 0 1 0 0,0 1-1 0 0,-1-1 0 0 0,1 1 0 0 0,0-1 1 0 0,0 1-1 0 0,-1 0 0 0 0,1-1 1 0 0,0 1-1 0 0,-1 0 0 0 0,1-1 1 0 0,0 1-1 0 0,-1 0 0 0 0,1 0 1 0 0,-1 0-1 0 0,1 1 0 0 0,15 44 295 0 0,-15-42-285 0 0,18 76 312 0 0,14 136 0 0 0,-12 85-124 0 0,-17-228-184 0 0,11 250 33 0 0,50 598-2778 0 0,-64-906 2481 0 0,-1-10 72 0 0,0-1-1 0 0,1 1 1 0 0,-1 0-1 0 0,1 0 1 0 0,0-1-1 0 0,0 1 1 0 0,1 0-1 0 0,-1-1 1 0 0,5 9-1 0 0,-5-13 112 0 0,-1 0-1 0 0,0 0 0 0 0,0 0 1 0 0,1 0-1 0 0,-1 0 1 0 0,0 0-1 0 0,0 0 1 0 0,0 0-1 0 0,1 0 0 0 0,-1 0 1 0 0,0 0-1 0 0,0 0 1 0 0,1 0-1 0 0,-1 0 1 0 0,0 0-1 0 0,0 0 0 0 0,0-1 1 0 0,1 1-1 0 0,-1 0 1 0 0,0 0-1 0 0,0 0 1 0 0,0 0-1 0 0,0 0 0 0 0,1-1 1 0 0,-1 1-1 0 0,0 0 1 0 0,0 0-1 0 0,0 0 0 0 0,0 0 1 0 0,0-1-1 0 0,0 1 1 0 0,0 0-1 0 0,0 0 1 0 0,1-1-1 0 0,-1 1 0 0 0,0 0 1 0 0,0 0-1 0 0,0 0 1 0 0,0-1-1 0 0,0 1 1 0 0,0 0-1 0 0,0-1 0 0 0,4-11-684 0 0,8-42-1136 0 0,-3-2 1 0 0,-1 1-1 0 0,-1-70 0 0 0,-5 71 1218 0 0,0-528 1289 0 0,12-143 5953 0 0,-11 686-6004 0 0,2 0 1 0 0,2 1-1 0 0,1 0 0 0 0,2 0 1 0 0,16-38-1 0 0,-25 73-518 0 0,0 0 1 0 0,1 0-1 0 0,-1 1 0 0 0,1-1 0 0 0,-1 0 1 0 0,1 1-1 0 0,0-1 0 0 0,0 1 0 0 0,0 0 1 0 0,0 0-1 0 0,1 0 0 0 0,-1 0 0 0 0,5-3 1 0 0,-6 5-45 0 0,0 0 0 0 0,0-1 0 0 0,1 1 0 0 0,-1 0 0 0 0,0 0 1 0 0,1 0-1 0 0,-1 0 0 0 0,0 0 0 0 0,1 0 0 0 0,-1 0 0 0 0,0 1 0 0 0,1-1 1 0 0,-1 0-1 0 0,0 1 0 0 0,1-1 0 0 0,-1 1 0 0 0,0-1 0 0 0,0 1 1 0 0,0 0-1 0 0,0 0 0 0 0,1-1 0 0 0,-1 1 0 0 0,0 0 0 0 0,0 0 0 0 0,-1 0 1 0 0,1 0-1 0 0,0 0 0 0 0,0 0 0 0 0,0 0 0 0 0,-1 0 0 0 0,1 1 0 0 0,1 1 1 0 0,8 15 141 0 0,0-1 0 0 0,-2 1 0 0 0,0 1 0 0 0,9 29 0 0 0,16 84 258 0 0,-25-96-361 0 0,71 427 312 0 0,-30 4-590 0 0,-29-255-63 0 0,-16-169-97 0 0,1 0 1 0 0,2-1-1 0 0,2 0 1 0 0,17 47-1 0 0,-26-88 285 0 0,0 0 0 0 0,1 0-1 0 0,-1 0 1 0 0,0 0 0 0 0,1 0 0 0 0,-1-1-1 0 0,1 1 1 0 0,-1 0 0 0 0,1 0 0 0 0,-1 0-1 0 0,1 0 1 0 0,0-1 0 0 0,-1 1-1 0 0,1 0 1 0 0,0 0 0 0 0,-1-1 0 0 0,1 1-1 0 0,0-1 1 0 0,2 2 0 0 0,-3-2-10 0 0,1 0 0 0 0,-1-1 0 0 0,1 1 0 0 0,-1 0 0 0 0,1 0 0 0 0,-1-1 0 0 0,1 1 0 0 0,-1 0 0 0 0,1 0 0 0 0,-1-1 0 0 0,1 1 0 0 0,-1 0 0 0 0,0-1 0 0 0,1 1 0 0 0,-1-1 0 0 0,0 1 0 0 0,1-1 0 0 0,-1 1 0 0 0,0-1 0 0 0,1 1 0 0 0,-1-1 0 0 0,0 1 0 0 0,0-1 0 0 0,1 0 0 0 0,10-42-3074 0 0,8-250-5041 0 0,-24-3 7064 0 0,5 286 1135 0 0,-11-246 844 0 0,4-354 8253 0 0,7 600-8752 0 0,1-14 622 0 0,0 0 1 0 0,2 0-1 0 0,1 0 0 0 0,0 0 0 0 0,13-34 0 0 0,-17 59-933 0 0,0-1-1 0 0,0 0 1 0 0,0 1 0 0 0,0-1-1 0 0,0 0 1 0 0,0 0-1 0 0,0 1 1 0 0,0-1 0 0 0,0 0-1 0 0,1 0 1 0 0,-1 1-1 0 0,0-1 1 0 0,0 0 0 0 0,0 0-1 0 0,1 1 1 0 0,-1-1-1 0 0,0 0 1 0 0,0 0 0 0 0,0 0-1 0 0,1 0 1 0 0,-1 1-1 0 0,0-1 1 0 0,0 0 0 0 0,1 0-1 0 0,-1 0 1 0 0,0 0 0 0 0,0 0-1 0 0,1 0 1 0 0,-1 0-1 0 0,0 0 1 0 0,1 0 0 0 0,-1 0-1 0 0,0 0 1 0 0,0 0-1 0 0,1 0 1 0 0,-1 0 0 0 0,0 0-1 0 0,1 0 1 0 0,-1 0-1 0 0,0 0 1 0 0,0 0 0 0 0,1 0-1 0 0,-1 0 1 0 0,0 0-1 0 0,0 0 1 0 0,1-1 0 0 0,-1 1-1 0 0,0 0 1 0 0,0 0 0 0 0,1 0-1 0 0,-1-1 1 0 0,0 1-1 0 0,0 0 1 0 0,0 0 0 0 0,1 0-1 0 0,-1-1 1 0 0,0 1-1 0 0,0 0 1 0 0,0 0 0 0 0,0-1-1 0 0,0 1 1 0 0,0 0-1 0 0,1 0 1 0 0,-1-1 0 0 0,0 1-1 0 0,0 0 1 0 0,0-1-1 0 0,0 1 1 0 0,9 26 292 0 0,-8-22-261 0 0,10 37 172 0 0,-2 1 1 0 0,4 64-1 0 0,-3 90-53 0 0,-8-127-141 0 0,6 422-57 0 0,-2-77-2254 0 0,6-139-4551 0 0,-9-254 3223 0 0,-1-47 364 0 0,-1 13 3251 0 0,26-398-6089 0 0,2-18 7082 0 0,9 3 4973 0 0,-37 418-5783 0 0,6-67 2919 0 0,3 0 0 0 0,3 1-1 0 0,25-75 1 0 0,-38 148-3068 0 0,0 0 0 0 0,0 1 0 0 0,0-1 0 0 0,0 1 0 0 0,0-1 0 0 0,1 1 0 0 0,-1-1 0 0 0,0 0 0 0 0,0 1 0 0 0,0-1 0 0 0,1 1 0 0 0,-1-1 0 0 0,0 1 0 0 0,1-1 0 0 0,-1 1 0 0 0,0 0 0 0 0,1-1 0 0 0,-1 1 0 0 0,0-1 0 0 0,1 1 0 0 0,-1 0 0 0 0,1-1 0 0 0,-1 1 0 0 0,1 0 0 0 0,-1-1 0 0 0,1 1 0 0 0,-1 0 0 0 0,1 0 0 0 0,-1 0 0 0 0,2-1 0 0 0,8 16 501 0 0,2 36-360 0 0,-11-46-99 0 0,40 322 601 0 0,-28 5-622 0 0,-8-146-580 0 0,33 224 0 0 0,-29-353 292 0 0,-5-21-256 0 0,2-1 0 0 0,18 57 0 0 0,-24-91 428 0 0,0 0-1 0 0,0 0 1 0 0,0-1 0 0 0,0 1-1 0 0,1 0 1 0 0,-1-1 0 0 0,0 1-1 0 0,1 0 1 0 0,-1-1 0 0 0,0 1-1 0 0,1 0 1 0 0,-1-1 0 0 0,1 1-1 0 0,-1-1 1 0 0,1 1 0 0 0,-1-1-1 0 0,1 1 1 0 0,-1-1-1 0 0,1 1 1 0 0,-1-1 0 0 0,1 0-1 0 0,1 1 1 0 0,5-11-1663 0 0,0-27-509 0 0,6-189-4668 0 0,-15-3 3693 0 0,2-30 2193 0 0,1 190 1052 0 0,8-174 3402 0 0,-4 185-1477 0 0,3 1-1 0 0,17-67 1 0 0,-23 116-1703 0 0,-1 1 39 0 0,0 1-1 0 0,1-1 1 0 0,0 0 0 0 0,0 0 0 0 0,1 1 0 0 0,0-1 0 0 0,0 1 0 0 0,1 0-1 0 0,-1 0 1 0 0,1 0 0 0 0,1 0 0 0 0,6-7 0 0 0,-10 12-263 0 0,-1 1-1 0 0,1-1 1 0 0,0 1 0 0 0,0 0 0 0 0,-1-1 0 0 0,1 1 0 0 0,0 0-1 0 0,0-1 1 0 0,0 1 0 0 0,0 0 0 0 0,-1 0 0 0 0,1 0 0 0 0,0 0 0 0 0,0 0-1 0 0,0 0 1 0 0,0 0 0 0 0,-1 0 0 0 0,1 0 0 0 0,0 0 0 0 0,0 0-1 0 0,0 1 1 0 0,0-1 0 0 0,-1 0 0 0 0,1 0 0 0 0,0 1 0 0 0,1 0 0 0 0,0 0 32 0 0,0 1 1 0 0,0 0-1 0 0,1 0 1 0 0,-1 0 0 0 0,-1 0-1 0 0,1 0 1 0 0,0 0 0 0 0,2 4-1 0 0,22 49 632 0 0,-25-53-653 0 0,16 47 228 0 0,-3 0 0 0 0,15 83 0 0 0,0 106 1 0 0,-23-186-229 0 0,10 115-61 0 0,48 336-1500 0 0,-60-477 1268 0 0,-3-15 2 0 0,0-1 0 0 0,2 1 0 0 0,-1 0 0 0 0,1-1 0 0 0,7 17 1 0 0,-9-27 210 0 0,-1 0 0 0 0,0 0 1 0 0,0 0-1 0 0,0 0 1 0 0,1 0-1 0 0,-1 1 0 0 0,0-1 1 0 0,0 0-1 0 0,0-1 1 0 0,1 1-1 0 0,-1 0 0 0 0,0 0 1 0 0,0 0-1 0 0,0 0 0 0 0,1 0 1 0 0,-1 0-1 0 0,0 0 1 0 0,0 0-1 0 0,0 0 0 0 0,1 0 1 0 0,-1 0-1 0 0,0 0 1 0 0,0-1-1 0 0,0 1 0 0 0,0 0 1 0 0,1 0-1 0 0,-1 0 1 0 0,0 0-1 0 0,0-1 0 0 0,0 1 1 0 0,0 0-1 0 0,0 0 1 0 0,0 0-1 0 0,1 0 0 0 0,-1-1 1 0 0,0 1-1 0 0,0 0 1 0 0,0 0-1 0 0,0 0 0 0 0,0-1 1 0 0,0 1-1 0 0,0 0 0 0 0,0 0 1 0 0,0-1-1 0 0,0 1 1 0 0,0 0-1 0 0,0 0 0 0 0,0 0 1 0 0,0-1-1 0 0,0 1 1 0 0,0 0-1 0 0,0 0 0 0 0,3-16-568 0 0,4-83-2278 0 0,-12-179 0 0 0,1 177 2400 0 0,-12-238 807 0 0,-6-327 8434 0 0,23 630-7919 0 0,0 28-324 0 0,2 25-182 0 0,17 576 293 0 0,-20-466-591 0 0,30 876-798 0 0,-26-964-110 0 0,-3 77 0 0 0,-2-157-4219 0 0,-8-40 2805 0 0,2 19 1049 0 0,-24-451 819 0 0,35-257 5536 0 0,-1 704-4054 0 0,2 0-1 0 0,3 0 1 0 0,24-94-1 0 0,-31 157-1003 0 0,-1 0 0 0 0,1 1-1 0 0,0-1 1 0 0,0 0 0 0 0,1 1 0 0 0,-1-1-1 0 0,0 1 1 0 0,1 0 0 0 0,0 0-1 0 0,3-5 1 0 0,-5 7-53 0 0,1 0 0 0 0,-1 0 0 0 0,0 0 0 0 0,1-1 0 0 0,-1 1 0 0 0,0 0-1 0 0,1 0 1 0 0,-1 0 0 0 0,1 0 0 0 0,-1-1 0 0 0,0 1 0 0 0,1 0 0 0 0,-1 0 0 0 0,1 0 0 0 0,-1 0-1 0 0,1 0 1 0 0,-1 0 0 0 0,0 0 0 0 0,1 0 0 0 0,-1 1 0 0 0,1-1 0 0 0,-1 0 0 0 0,0 0 0 0 0,1 0-1 0 0,-1 0 1 0 0,1 1 0 0 0,12 15 172 0 0,-2 10-85 0 0,-1 0 1 0 0,-2 0-1 0 0,8 35 1 0 0,9 88 154 0 0,-15-87-174 0 0,47 365 74 0 0,44 238-855 0 0,-93-625 341 0 0,1 0-1 0 0,3-1 1 0 0,0-1 0 0 0,26 52-1 0 0,-34-89-424 0 0,-1-8 231 0 0,0-11-154 0 0,-13-231-4696 0 0,2 132 4252 0 0,1-20 503 0 0,-12-268 568 0 0,27 3 4623 0 0,-6 377-3972 0 0,-2 4-58 0 0,1-1 1 0 0,2 1 0 0 0,0 0-1 0 0,1 0 1 0 0,1 0 0 0 0,1 1 0 0 0,9-21-1 0 0,-15 40-485 0 0,0 0 0 0 0,1 0 0 0 0,-1 0 0 0 0,1 0 0 0 0,-1 1 0 0 0,0-1 0 0 0,1 0 0 0 0,0 0 0 0 0,-1 1 0 0 0,1-1 0 0 0,-1 0 0 0 0,1 1 0 0 0,0-1 0 0 0,-1 1 0 0 0,1-1-1 0 0,0 1 1 0 0,0-1 0 0 0,0 1 0 0 0,-1-1 0 0 0,3 1 0 0 0,-3 0-11 0 0,1 0 0 0 0,0 0 0 0 0,-1 0 0 0 0,1 0 0 0 0,-1 1 0 0 0,1-1 0 0 0,0 0 0 0 0,-1 1 0 0 0,1-1 0 0 0,-1 0 0 0 0,1 1 0 0 0,-1-1 0 0 0,1 1 0 0 0,-1-1 0 0 0,1 0 0 0 0,-1 1 0 0 0,0-1 0 0 0,1 1 0 0 0,-1-1 0 0 0,0 1 0 0 0,1 1 0 0 0,13 38 432 0 0,-13-39-453 0 0,10 53 223 0 0,-2-1 0 0 0,3 64-1 0 0,-5 111 33 0 0,-6-176-240 0 0,11 222-711 0 0,54 305 1 0 0,-60-541 344 0 0,4 33 269 0 0,-6-50-941 0 0,-2-297-7458 0 0,-5 190 7558 0 0,-14-296 1160 0 0,6-394 6302 0 0,12 759-6190 0 0,0-10 134 0 0,1-1 1 0 0,1 1 0 0 0,1 0 0 0 0,1 0 0 0 0,2 0 0 0 0,13-34 0 0 0,-20 61-466 0 0,0-1 0 0 0,0 0 1 0 0,1 1-1 0 0,-1-1 0 0 0,0 1 0 0 0,0-1 0 0 0,1 1 1 0 0,-1-1-1 0 0,0 1 0 0 0,0-1 0 0 0,1 1 1 0 0,-1-1-1 0 0,1 1 0 0 0,-1-1 0 0 0,0 1 1 0 0,1-1-1 0 0,-1 1 0 0 0,1 0 0 0 0,-1-1 1 0 0,1 1-1 0 0,-1 0 0 0 0,1-1 0 0 0,-1 1 1 0 0,1 0-1 0 0,0 0 0 0 0,-1 0 0 0 0,1-1 1 0 0,-1 1-1 0 0,1 0 0 0 0,0 0 0 0 0,-1 0 1 0 0,2 0-1 0 0,-1 1 0 0 0,0 0 1 0 0,0-1-1 0 0,0 1 1 0 0,-1 0 0 0 0,1 0-1 0 0,0 0 1 0 0,0 0-1 0 0,0 0 1 0 0,-1 0-1 0 0,1 0 1 0 0,0 0-1 0 0,-1 0 1 0 0,1 0 0 0 0,0 2-1 0 0,14 47 156 0 0,-15-48-162 0 0,59 435 640 0 0,-52-370-642 0 0,18 215-11 0 0,37 323-503 0 0,-37-443-832 0 0,77 270-1 0 0,-99-420 1009 0 0,-2-8 57 0 0,0 0-1 0 0,0 0 1 0 0,0 0 0 0 0,0-1-1 0 0,1 1 1 0 0,-1 0-1 0 0,1-1 1 0 0,4 6 0 0 0,-6-9 202 0 0,0 0 0 0 0,0 0 0 0 0,1 0 0 0 0,-1 0 0 0 0,0 0 0 0 0,0 0 0 0 0,1 0 0 0 0,-1 0 0 0 0,0 0 0 0 0,0 0 0 0 0,0 0 0 0 0,1 0 1 0 0,-1 0-1 0 0,0 0 0 0 0,0 0 0 0 0,1 0 0 0 0,-1 0 0 0 0,0-1 0 0 0,0 1 0 0 0,0 0 0 0 0,1 0 0 0 0,-1 0 0 0 0,0 0 0 0 0,0 0 0 0 0,0-1 0 0 0,1 1 1 0 0,-1 0-1 0 0,0 0 0 0 0,0 0 0 0 0,0 0 0 0 0,0-1 0 0 0,0 1 0 0 0,0 0 0 0 0,1 0 0 0 0,-1 0 0 0 0,0-1 0 0 0,0 1 0 0 0,0 0 0 0 0,0 0 1 0 0,0-1-1 0 0,0 1 0 0 0,0 0 0 0 0,0 0 0 0 0,0-1 0 0 0,0 1 0 0 0,0 0 0 0 0,0 0 0 0 0,0 0 0 0 0,0-1 0 0 0,0 1 0 0 0,0 0 0 0 0,0 0 0 0 0,-1-1 1 0 0,1 1-1 0 0,0 0 0 0 0,1-17-1326 0 0,-11-153-5942 0 0,-4-1 4659 0 0,-8-112 2088 0 0,6-146 3921 0 0,32 3 4480 0 0,-13 393-7155 0 0,-1 6 313 0 0,0 0 0 0 0,2 0 0 0 0,1 0 0 0 0,2 1 0 0 0,15-42 0 0 0,-22 67-923 0 0,0 0 1 0 0,0 0-1 0 0,1 0 1 0 0,-1 0-1 0 0,0 1 1 0 0,1-1-1 0 0,-1 0 1 0 0,1 0 0 0 0,-1 1-1 0 0,1-1 1 0 0,-1 0-1 0 0,1 1 1 0 0,-1-1-1 0 0,1 1 1 0 0,0-1-1 0 0,-1 0 1 0 0,1 1-1 0 0,0 0 1 0 0,0-1-1 0 0,-1 1 1 0 0,1-1-1 0 0,0 1 1 0 0,0 0 0 0 0,1-1-1 0 0,-1 1-15 0 0,0 1 1 0 0,-1-1-1 0 0,1 0 0 0 0,0 1 1 0 0,0-1-1 0 0,-1 1 0 0 0,1-1 1 0 0,0 1-1 0 0,-1-1 0 0 0,1 1 1 0 0,0 0-1 0 0,-1-1 0 0 0,1 1 1 0 0,-1 0-1 0 0,1-1 0 0 0,-1 1 1 0 0,1 0-1 0 0,-1 0 0 0 0,1 0 1 0 0,14 44 404 0 0,9 76-277 0 0,-6 2 0 0 0,3 136 0 0 0,-15-166-118 0 0,8 188-360 0 0,4 50-388 0 0,25-4-4188 0 0,-41-444-2162 0 0,-14-103 1061 0 0,0-12 3601 0 0,8-118 2957 0 0,4 343-537 0 0,13-288 4270 0 0,-5 211-90 0 0,26-122 1 0 0,-31 194-3635 0 0,-3 8-304 0 0,1-1-1 0 0,0 1 1 0 0,0-1-1 0 0,0 1 0 0 0,0 0 1 0 0,1-1-1 0 0,-1 1 1 0 0,1 0-1 0 0,0 0 0 0 0,0 0 1 0 0,1 1-1 0 0,-1-1 0 0 0,1 0 1 0 0,0 1-1 0 0,4-5 1 0 0,-6 8-231 0 0,0 0 0 0 0,-1 0 0 0 0,1-1 0 0 0,0 1 0 0 0,-1 0 1 0 0,1 0-1 0 0,0 0 0 0 0,-1 0 0 0 0,1 0 0 0 0,0 0 0 0 0,-1 0 1 0 0,1 0-1 0 0,0 0 0 0 0,-1 0 0 0 0,1 1 0 0 0,0-1 0 0 0,-1 0 1 0 0,1 0-1 0 0,-1 1 0 0 0,1-1 0 0 0,0 0 0 0 0,-1 1 0 0 0,1-1 1 0 0,-1 0-1 0 0,1 1 0 0 0,-1-1 0 0 0,1 1 0 0 0,-1-1 0 0 0,1 1 1 0 0,-1-1-1 0 0,0 1 0 0 0,1-1 0 0 0,-1 1 0 0 0,0 0 0 0 0,1-1 1 0 0,-1 1-1 0 0,0 0 0 0 0,0-1 0 0 0,1 1 0 0 0,-1 1 0 0 0,10 31 319 0 0,-9-30-290 0 0,21 120 230 0 0,10 216 1 0 0,-16-118-384 0 0,-12-182 77 0 0,55 476-776 0 0,-58-504 723 0 0,-1-8 3 0 0,0 0 1 0 0,0 0-1 0 0,1-1 1 0 0,-1 1-1 0 0,1 0 1 0 0,0 0-1 0 0,-1-1 1 0 0,1 1-1 0 0,0 0 1 0 0,1-1-1 0 0,-1 1 1 0 0,2 2 0 0 0,3-40-2745 0 0,8-258-1622 0 0,-2-147 5759 0 0,-2 51 1982 0 0,-9 356-2878 0 0,9-169 1715 0 0,-5 153-1551 0 0,2 0 1 0 0,14-49-1 0 0,-21 97-584 0 0,0 0 0 0 0,0 0 0 0 0,0 0 0 0 0,1 0 0 0 0,-1-1 0 0 0,0 1 0 0 0,1 0 1 0 0,-1 0-1 0 0,1 0 0 0 0,0 0 0 0 0,-1 0 0 0 0,1 0 0 0 0,0 0 0 0 0,-1 0 0 0 0,1 0 0 0 0,2-1 0 0 0,-3 2-9 0 0,1 0 1 0 0,-1 0-1 0 0,0 0 1 0 0,1 1-1 0 0,-1-1 1 0 0,1 0-1 0 0,-1 0 1 0 0,1 0 0 0 0,-1 1-1 0 0,0-1 1 0 0,1 0-1 0 0,-1 0 1 0 0,0 1-1 0 0,1-1 1 0 0,-1 0-1 0 0,0 1 1 0 0,1-1-1 0 0,-1 1 1 0 0,0-1-1 0 0,0 0 1 0 0,1 1-1 0 0,-1-1 1 0 0,0 1-1 0 0,0-1 1 0 0,0 0-1 0 0,0 1 1 0 0,1 0-1 0 0,10 44 262 0 0,2 63-106 0 0,-5 1-1 0 0,-6 123 1 0 0,-3-134-174 0 0,13 318-183 0 0,-1-297-216 0 0,36 172 0 0 0,-25-202 214 0 0,-6-28-172 0 0,8 67 0 0 0,-52-374-5572 0 0,-4-167 5774 0 0,24 24 1204 0 0,11 296-13 0 0,4 1-1 0 0,23-109 0 0 0,-24 170-378 0 0,13-33 0 0 0,-17 55-534 0 0,2 1-1 0 0,-1 0 1 0 0,1-1 0 0 0,1 1-1 0 0,-1 1 1 0 0,1-1 0 0 0,1 1-1 0 0,10-12 1 0 0,-16 18-99 0 0,1 0 0 0 0,0 1 0 0 0,0-1 0 0 0,0 0 0 0 0,0 0 0 0 0,0 1 1 0 0,0-1-1 0 0,0 0 0 0 0,0 1 0 0 0,1-1 0 0 0,-1 1 0 0 0,0-1 0 0 0,0 1 0 0 0,0 0 0 0 0,1 0 0 0 0,-1-1 0 0 0,0 1 0 0 0,0 0 0 0 0,1 0 0 0 0,-1 0 0 0 0,0 0 0 0 0,0 1 0 0 0,0-1 0 0 0,1 0 0 0 0,-1 0 0 0 0,0 1 0 0 0,0-1 1 0 0,0 1-1 0 0,1-1 0 0 0,-1 1 0 0 0,0-1 0 0 0,0 1 0 0 0,0 0 0 0 0,0-1 0 0 0,0 1 0 0 0,0 0 0 0 0,0 0 0 0 0,-1 0 0 0 0,1 0 0 0 0,0 0 0 0 0,0 0 0 0 0,-1 0 0 0 0,2 2 0 0 0,3 5 62 0 0,0 1 0 0 0,0 0 0 0 0,-1 0 0 0 0,4 12 0 0 0,-6-16-60 0 0,16 49 209 0 0,21 103 1 0 0,-4 62-67 0 0,-23-137-140 0 0,18 126 12 0 0,67 395-1165 0 0,-93-582 973 0 0,5 26-988 0 0,23 70-1 0 0,-29-132-2973 0 0,-2-14 2696 0 0,-19-368-1998 0 0,-1-63 7553 0 0,35 3 699 0 0,-14 436-4534 0 0,12-87 860 0 0,-12 96-1061 0 0,1 1 0 0 0,0-1 0 0 0,0 1 0 0 0,2 0 0 0 0,-1 0 0 0 0,12-19 0 0 0,-16 30-81 0 0,0-1 0 0 0,0 1 0 0 0,0-1 1 0 0,1 1-1 0 0,-1-1 0 0 0,0 1 0 0 0,0-1 0 0 0,1 1 0 0 0,-1-1 0 0 0,1 1 0 0 0,-1-1 0 0 0,0 1 0 0 0,1 0 0 0 0,-1-1 0 0 0,1 1 0 0 0,-1 0 1 0 0,1-1-1 0 0,-1 1 0 0 0,1 0 0 0 0,-1 0 0 0 0,1-1 0 0 0,-1 1 0 0 0,1 0 0 0 0,0 0 0 0 0,-1 0 0 0 0,1 0 0 0 0,-1 0 0 0 0,1 0 1 0 0,-1 0-1 0 0,1 0 0 0 0,0 0 0 0 0,-1 0 0 0 0,1 0 0 0 0,-1 0 0 0 0,1 0 0 0 0,-1 0 0 0 0,1 0 0 0 0,0 1 0 0 0,-1-1 0 0 0,1 0 0 0 0,-1 0 1 0 0,1 1-1 0 0,-1-1 0 0 0,1 0 0 0 0,-1 1 0 0 0,0-1 0 0 0,1 1 0 0 0,-1-1 0 0 0,1 0 0 0 0,-1 1 0 0 0,0-1 0 0 0,1 1 0 0 0,-1-1 0 0 0,0 1 1 0 0,0-1-1 0 0,1 1 0 0 0,-1-1 0 0 0,0 1 0 0 0,0 0 0 0 0,1 0 0 0 0,13 40 293 0 0,-13-37-292 0 0,25 118 98 0 0,18 206-1 0 0,-31-208-214 0 0,2 14-59 0 0,59 433-898 0 0,-60-491-131 0 0,-18-128-4331 0 0,2-38 1804 0 0,1 10 2105 0 0,-7-294-378 0 0,33-186 9670 0 0,-5 412-4666 0 0,-15 127-2362 0 0,0-1-1 0 0,1 1 1 0 0,1 0-1 0 0,17-34 1 0 0,-24 54-627 0 0,1 0 1 0 0,-1 0 0 0 0,1 0-1 0 0,-1 0 1 0 0,1 0 0 0 0,-1 1-1 0 0,1-1 1 0 0,-1 0 0 0 0,1 0-1 0 0,-1 0 1 0 0,1 1 0 0 0,0-1-1 0 0,0 0 1 0 0,-1 1 0 0 0,1-1-1 0 0,0 1 1 0 0,0-1 0 0 0,0 1 0 0 0,0-1-1 0 0,0 1 1 0 0,0-1 0 0 0,-1 1-1 0 0,1 0 1 0 0,2-1 0 0 0,-2 2-20 0 0,0-1 0 0 0,-1 1 1 0 0,1-1-1 0 0,0 1 0 0 0,0-1 1 0 0,0 1-1 0 0,0-1 0 0 0,-1 1 1 0 0,1 0-1 0 0,0-1 0 0 0,-1 1 1 0 0,1 0-1 0 0,-1 0 1 0 0,1-1-1 0 0,0 1 0 0 0,-1 0 1 0 0,0 0-1 0 0,1 0 0 0 0,0 1 1 0 0,13 49 172 0 0,-14-51-174 0 0,9 68 187 0 0,-4 0-1 0 0,-2 81 1 0 0,-3-64-126 0 0,-2 389-8 0 0,16 361-418 0 0,-11-802 51 0 0</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8:05.770"/>
    </inkml:context>
    <inkml:brush xml:id="br0">
      <inkml:brushProperty name="width" value="0.1" units="cm"/>
      <inkml:brushProperty name="height" value="0.1" units="cm"/>
      <inkml:brushProperty name="color" value="#849398"/>
    </inkml:brush>
  </inkml:definitions>
  <inkml:trace contextRef="#ctx0" brushRef="#br0">25 0 7834 0 0,'-3'4'250'0'0,"1"-1"1"0"0,-1 1 0 0 0,1 0-1 0 0,-1-1 1 0 0,1 1 0 0 0,1 0-1 0 0,-1 0 1 0 0,1 0 0 0 0,-1 1 0 0 0,1-1-1 0 0,0 0 1 0 0,0 0 0 0 0,1 1-1 0 0,0-1 1 0 0,-1 7 0 0 0,2 9-202 0 0,0 1 0 0 0,5 21 0 0 0,-1-6 276 0 0,12 147 1073 0 0,36 334-850 0 0,-27-171-547 0 0,1 12 18 0 0,-8-199 509 0 0,-3 285 0 0 0,-17 57-431 0 0,3-225-58 0 0,5-22-57 0 0,0-122-14 0 0,-18 214 0 0 0,-11 236 458 0 0,22-514-380 0 0,-11 280 2289 0 0,3 8-1589 0 0,10-216-612 0 0,10 264 137 0 0,1 80-326 0 0,-6 199 301 0 0,3-166-188 0 0,-16-234-266 0 0,0 67 28 0 0,-9 490-588 0 0,14-828 768 0 0,-12 824 105 0 0,9-341-58 0 0,16 111-165 0 0,-2-337 84 0 0,24 419 729 0 0,-21-485-619 0 0,38 505 305 0 0,-21-321-354 0 0,-13-153 0 0 0,6 370 433 0 0,-18-19 90 0 0,9-7 211 0 0,-4-3-257 0 0,-33 325 277 0 0,17-711-687 0 0,8 0 1 0 0,38 277-1 0 0,-36-434-106 0 0,5 31-67 0 0,-7-59-1504 0 0</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8:08.542"/>
    </inkml:context>
    <inkml:brush xml:id="br0">
      <inkml:brushProperty name="width" value="0.1" units="cm"/>
      <inkml:brushProperty name="height" value="0.1" units="cm"/>
      <inkml:brushProperty name="color" value="#849398"/>
    </inkml:brush>
  </inkml:definitions>
  <inkml:trace contextRef="#ctx0" brushRef="#br0">89 53 2761 0 0,'-7'-12'603'0'0,"-9"-14"400"0"0,15 24-875 0 0,1 1 0 0 0,-1 0-1 0 0,0 0 1 0 0,0 0-1 0 0,0 0 1 0 0,0 1 0 0 0,0-1-1 0 0,0 0 1 0 0,0 0 0 0 0,0 0-1 0 0,0 1 1 0 0,0-1-1 0 0,0 1 1 0 0,0-1 0 0 0,0 1-1 0 0,-1-1 1 0 0,1 1-1 0 0,-2-1 1 0 0,3 2-46 0 0,-1-1-1 0 0,1 1 0 0 0,0-1 1 0 0,-1 0-1 0 0,1 1 1 0 0,0-1-1 0 0,-1 1 1 0 0,1-1-1 0 0,0 1 0 0 0,0-1 1 0 0,-1 1-1 0 0,1 0 1 0 0,0-1-1 0 0,0 1 1 0 0,0-1-1 0 0,0 1 0 0 0,0-1 1 0 0,0 1-1 0 0,0 0 1 0 0,0-1-1 0 0,0 1 0 0 0,0-1 1 0 0,0 1-1 0 0,0-1 1 0 0,0 1-1 0 0,0 0 1 0 0,0-1-1 0 0,1 1 0 0 0,4 26 559 0 0,-4-21-351 0 0,5 46 419 0 0,-3 1 0 0 0,-2 1-1 0 0,-2-1 1 0 0,-11 69 0 0 0,-2 60-118 0 0,-3 133 1587 0 0,3-96-1021 0 0,21 261-609 0 0,33-1 66 0 0,-33-404-489 0 0,54 629 380 0 0,2-160-493 0 0,52 239 509 0 0,-62-150-712 0 0,-28-261 115 0 0,27 702-345 0 0,-51-840 484 0 0,-4 134 60 0 0,-25 172-258 0 0,10-246-96 0 0,-1 65-80 0 0,-18 196 697 0 0,-5-186-65 0 0,23-203-273 0 0,-26 318 1313 0 0,16 30-411 0 0,23-334-737 0 0,-28 554-18 0 0,25-542-133 0 0,-6 352 200 0 0,30-165-346 0 0,-10-288 78 0 0,1 185 42 0 0,-2-37-6 0 0,-4 89-29 0 0,1 25 0 0 0,14 468 0 0 0,-8-209 0 0 0,35 85 144 0 0,-16-325-88 0 0,61 510 146 0 0,-70-735-204 0 0,-8-93-3496 0 0</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8:11.046"/>
    </inkml:context>
    <inkml:brush xml:id="br0">
      <inkml:brushProperty name="width" value="0.1" units="cm"/>
      <inkml:brushProperty name="height" value="0.1" units="cm"/>
      <inkml:brushProperty name="color" value="#849398"/>
    </inkml:brush>
  </inkml:definitions>
  <inkml:trace contextRef="#ctx0" brushRef="#br0">240 492 1376 0 0,'-10'-32'164'0'0,"-1"0"-1"0"0,-2 0 1 0 0,-20-36-1 0 0,-16-37-55 0 0,44 89 108 0 0,1 0 0 0 0,0-1 0 0 0,-3-32 0 0 0,-2-15-8 0 0,8 61 301 0 0,-1-1 0 0 0,0 0 0 0 0,1 1-1 0 0,-1-1 1 0 0,0 1 0 0 0,-1-1 0 0 0,1 1 0 0 0,0 0 0 0 0,-1 0-1 0 0,0 0 1 0 0,-4-3 0 0 0,6 4-158 0 0,-1 0 0 0 0,0 1 0 0 0,0-1 0 0 0,0 1 0 0 0,0-1 0 0 0,0 1 0 0 0,-1 0 0 0 0,1 0 0 0 0,0 0 0 0 0,-1 0 0 0 0,1 0 0 0 0,0 1 0 0 0,-1-1 0 0 0,1 1 0 0 0,-1-1 0 0 0,1 1 0 0 0,-1 0 0 0 0,1 0 0 0 0,-3 0-1 0 0,4 1-244 0 0,0-1-1 0 0,0 1 0 0 0,1 0 0 0 0,-1-1 0 0 0,0 1 1 0 0,0 0-1 0 0,1 0 0 0 0,-1-1 0 0 0,1 1 0 0 0,-1 0 1 0 0,1 0-1 0 0,-1 0 0 0 0,1 0 0 0 0,-1 0 0 0 0,1 0 1 0 0,0 0-1 0 0,0 0 0 0 0,-1 0 0 0 0,1 0 0 0 0,0 0 1 0 0,0 1-1 0 0,-2 30 762 0 0,2-22-618 0 0,-4 123 257 0 0,5 0 0 0 0,21 137-1 0 0,-9-130-383 0 0,38 803-122 0 0,-33-528 0 0 0,-10 161-20 0 0,-8-430-36 0 0,0-48 8 0 0,28 651-285 0 0,50-276 338 0 0,-36-243-110 0 0,6 21-26 0 0,17 110 226 0 0,-12-67 226 0 0,33 242 423 0 0,-48-182-419 0 0,-29-254-269 0 0,16 309 76 0 0,-16-218-165 0 0,10 193 97 0 0,21 124-14 0 0,-6-169-36 0 0,25 35-14 0 0,-17-129 0 0 0,12 274 192 0 0,-18-195-136 0 0,-9-109-48 0 0,21 179 116 0 0,-15-129-56 0 0,-16-136-61 0 0,14 171 39 0 0,-8 272 100 0 0,-11-240-89 0 0,-14 418-20 0 0,-3-149-10 0 0,5-549-27 0 0,19 702 0 0 0,23-225 0 0 0,-13-212 0 0 0,35 477 0 0 0,-1-196 204 0 0,-53-516-189 0 0,31 153-307 0 0,-3-27-195 0 0,-32-165 359 0 0,0-8-393 0 0,1 53 0 0 0,-8-90-23 0 0,0-6-7 0 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8:13.145"/>
    </inkml:context>
    <inkml:brush xml:id="br0">
      <inkml:brushProperty name="width" value="0.1" units="cm"/>
      <inkml:brushProperty name="height" value="0.1" units="cm"/>
      <inkml:brushProperty name="color" value="#849398"/>
    </inkml:brush>
  </inkml:definitions>
  <inkml:trace contextRef="#ctx0" brushRef="#br0">120 27 1840 0 0,'-1'-2'194'0'0,"0"0"0"0"0,0 1 0 0 0,0-1-1 0 0,0 0 1 0 0,0 1 0 0 0,0-1-1 0 0,-1 1 1 0 0,1-1 0 0 0,-1 1-1 0 0,1 0 1 0 0,-1-1 0 0 0,0 1 0 0 0,1 0-1 0 0,-1 0 1 0 0,0 0 0 0 0,0 1-1 0 0,1-1 1 0 0,-1 0 0 0 0,0 1 0 0 0,-4-2-1 0 0,4 3 35 0 0,0-1-1 0 0,0 0 1 0 0,0 1-1 0 0,0-1 1 0 0,0 1-1 0 0,0 0 0 0 0,0-1 1 0 0,0 1-1 0 0,0 0 1 0 0,0 0-1 0 0,0 1 1 0 0,0-1-1 0 0,1 0 1 0 0,-1 1-1 0 0,1-1 1 0 0,-1 1-1 0 0,1-1 1 0 0,-1 1-1 0 0,1-1 0 0 0,-2 3 1 0 0,-3 5 292 0 0,1 1 0 0 0,-1-1 0 0 0,2 1 1 0 0,-1 0-1 0 0,1 1 0 0 0,1-1 0 0 0,0 1 0 0 0,1-1 1 0 0,-1 1-1 0 0,0 19 0 0 0,1 13 193 0 0,5 60 0 0 0,-1-68-446 0 0,6 163 430 0 0,17 263 1558 0 0,75 548-1862 0 0,-46-629-333 0 0,-24-183 8 0 0,15 69-85 0 0,12 92-30 0 0,5 53 154 0 0,-4-31 156 0 0,-32-133-165 0 0,6 43 39 0 0,-10-118 220 0 0,72 393-271 0 0,-77-477-26 0 0,9 111 1 0 0,-9-51-134 0 0,78 427 137 0 0,-76-467-80 0 0,14 91 39 0 0,30 156 34 0 0,-20-193-23 0 0,-9-38 32 0 0,7 45-34 0 0,97 431-4 0 0,-38-121 276 0 0,-10 26-304 0 0,-47-120 231 0 0,-8-57-254 0 0,10 182 97 0 0,-27-254-76 0 0,-12-192 2 0 0,77 812 0 0 0,-12 48 0 0 0,-71-910 0 0 0,17 361 0 0 0,15 225 0 0 0,10-143 0 0 0,28 412 0 0 0,-9-95 167 0 0,28-1 232 0 0,-79-686-381 0 0,-9-76-90 0 0,-1-5-137 0 0,1-1-1 0 0,0 1 0 0 0,0-1 0 0 0,0 0 0 0 0,0 0 0 0 0,1 1 0 0 0,3 6 0 0 0,-4-9-823 0 0</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8:15.514"/>
    </inkml:context>
    <inkml:brush xml:id="br0">
      <inkml:brushProperty name="width" value="0.1" units="cm"/>
      <inkml:brushProperty name="height" value="0.1" units="cm"/>
      <inkml:brushProperty name="color" value="#849398"/>
    </inkml:brush>
  </inkml:definitions>
  <inkml:trace contextRef="#ctx0" brushRef="#br0">61 385 3057 0 0,'50'-123'-384'0'0,"-14"47"690"0"0,-28 63-297 0 0,-1-1-1 0 0,0 1 0 0 0,-1-2 0 0 0,0 1 1 0 0,-1 0-1 0 0,-1-1 0 0 0,0 0 1 0 0,2-31-1 0 0,-11 31 634 0 0,4 14-259 0 0,0 0 1 0 0,0 0 0 0 0,0 0 0 0 0,-1 0 0 0 0,1 1 0 0 0,0-1-1 0 0,0 0 1 0 0,-1 0 0 0 0,1 1 0 0 0,0-1 0 0 0,-1 1-1 0 0,1-1 1 0 0,-1 1 0 0 0,-2-1 0 0 0,3 1 69 0 0,-1 0 0 0 0,0 0 1 0 0,0 0-1 0 0,1 0 0 0 0,-1 0 1 0 0,0 0-1 0 0,1 0 0 0 0,-1 1 1 0 0,0-1-1 0 0,0 1 0 0 0,1-1 0 0 0,-4 2 1 0 0,-6 10 429 0 0,7-1-639 0 0,0 0 1 0 0,1 0-1 0 0,1 0 1 0 0,0 0-1 0 0,0 0 0 0 0,2 0 1 0 0,-1 12-1 0 0,-2 22 72 0 0,-34 201 264 0 0,-15 133-317 0 0,25 381 711 0 0,56 1-735 0 0,-23-655-99 0 0,76 1004-13 0 0,-69-970-122 0 0,40 306-37 0 0,40 55-112 0 0,-53-232 376 0 0,10 487 1 0 0,-12 28-169 0 0,-11-281-64 0 0,-17-231 0 0 0,1 119 257 0 0,29 337 24 0 0,-28-636-142 0 0,39 399 465 0 0,-43-367-592 0 0,28 360 119 0 0,62 111-3 0 0,-12-76-128 0 0,-19-82 0 0 0,-10-41 0 0 0,-14-110 0 0 0,38 284 0 0 0,-21-294 0 0 0,-16-92 0 0 0,5 42 23 0 0,43 265 71 0 0,-35-191 38 0 0,-46-250-125 0 0,41 232 100 0 0,-12-56-11 0 0,18 196 403 0 0,-46-313-441 0 0,65 453 333 0 0,-40-320-264 0 0,2 21 135 0 0,-28-94 260 0 0,-8-91-685 0 0,17 95 0 0 0,-20-172 65 0 0,0 0 0 0 0,0 0 0 0 0,0 0 0 0 0,0 0-1 0 0,0 0 1 0 0,0 0 0 0 0,0-1 0 0 0,1 1 0 0 0,-1 0 0 0 0,0 0-1 0 0,1 0 1 0 0,-1 0 0 0 0,1-1 0 0 0,-1 1 0 0 0,1 0 0 0 0,-1 0 0 0 0,1-1-1 0 0,0 1 1 0 0,-1 0 0 0 0,1-1 0 0 0,0 1 0 0 0,0-1 0 0 0,-1 1-1 0 0,1-1 1 0 0,0 1 0 0 0,0-1 0 0 0,1 1 0 0 0</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02.659"/>
    </inkml:context>
    <inkml:brush xml:id="br0">
      <inkml:brushProperty name="width" value="0.1" units="cm"/>
      <inkml:brushProperty name="height" value="0.1" units="cm"/>
      <inkml:brushProperty name="color" value="#849398"/>
    </inkml:brush>
  </inkml:definitions>
  <inkml:trace contextRef="#ctx0" brushRef="#br0">508 6 9218 0 0,'-1'-1'108'0'0,"0"1"0"0"0,0-1-1 0 0,0 1 1 0 0,0-1 0 0 0,0 1 0 0 0,0-1-1 0 0,0 1 1 0 0,0 0 0 0 0,0-1 0 0 0,0 1 0 0 0,0 0-1 0 0,0 0 1 0 0,-1 0 0 0 0,1 0 0 0 0,0 0 0 0 0,0 0-1 0 0,0 0 1 0 0,0 0 0 0 0,0 0 0 0 0,0 1 0 0 0,-2-1-1 0 0,-31 8 528 0 0,27-6-390 0 0,-30 10 101 0 0,0 2-1 0 0,1 2 1 0 0,1 1 0 0 0,0 1-1 0 0,1 2 1 0 0,1 2-1 0 0,1 1 1 0 0,-48 44-1 0 0,79-66-328 0 0,-14 13 406 0 0,-24 28 0 0 0,36-39-326 0 0,0 1-1 0 0,0 0 1 0 0,1 0 0 0 0,-1 0-1 0 0,1 0 1 0 0,0 0 0 0 0,0 0-1 0 0,1 1 1 0 0,-1-1 0 0 0,1 1-1 0 0,0-1 1 0 0,0 1 0 0 0,0-1-1 0 0,0 7 1 0 0,2-9-51 0 0,-1 0 1 0 0,1 0-1 0 0,0 1 1 0 0,-1-1-1 0 0,1 0 1 0 0,0 0-1 0 0,1 0 1 0 0,-1 0-1 0 0,0 0 1 0 0,0 0-1 0 0,1 0 1 0 0,-1 0 0 0 0,1-1-1 0 0,0 1 1 0 0,-1-1-1 0 0,1 1 1 0 0,0-1-1 0 0,0 1 1 0 0,0-1-1 0 0,0 0 1 0 0,0 0-1 0 0,0 0 1 0 0,0 0-1 0 0,0 0 1 0 0,4 0-1 0 0,6 3 49 0 0,0-1 0 0 0,0-1 0 0 0,17 2 0 0 0,154 8-236 0 0,-107-9-422 0 0,133 22 1 0 0,-160-10 516 0 0,-47-14 59 0 0,1 0-1 0 0,-1 0 1 0 0,0 0 0 0 0,1 0-1 0 0,-1 0 1 0 0,0 1-1 0 0,0-1 1 0 0,0 1 0 0 0,1-1-1 0 0,-2 1 1 0 0,1 0 0 0 0,0 0-1 0 0,0 0 1 0 0,-1 0 0 0 0,1 0-1 0 0,1 4 1 0 0,-3-4 50 0 0,0 0 1 0 0,0 0-1 0 0,0 0 0 0 0,0-1 1 0 0,0 1-1 0 0,0 0 0 0 0,-1 0 1 0 0,1 0-1 0 0,-1 0 0 0 0,0 0 1 0 0,1-1-1 0 0,-1 1 0 0 0,0 0 1 0 0,0 0-1 0 0,0-1 0 0 0,0 1 1 0 0,0-1-1 0 0,-1 1 0 0 0,1-1 1 0 0,0 1-1 0 0,-1-1 0 0 0,1 0 1 0 0,-1 0-1 0 0,-1 2 0 0 0,-45 28 1156 0 0,43-28-1130 0 0,-389 209 921 0 0,392-211-1139 0 0,-17 12-176 0 0,19-13 227 0 0,0 0 1 0 0,-1 0 0 0 0,1 1 0 0 0,0-1 0 0 0,0 0 0 0 0,-1 0 0 0 0,1 1 0 0 0,0-1 0 0 0,0 0 0 0 0,0 1 0 0 0,-1-1 0 0 0,1 0-1 0 0,0 0 1 0 0,0 1 0 0 0,0-1 0 0 0,0 0 0 0 0,0 1 0 0 0,0-1 0 0 0,0 1 0 0 0,0-1 0 0 0,0 0 0 0 0,0 1 0 0 0,0-1 0 0 0,0 0-1 0 0,0 1 1 0 0,0-1 0 0 0,0 0 0 0 0,0 1 0 0 0,0-1 0 0 0,0 0 0 0 0,1 1 0 0 0,-1-1 0 0 0,0 0 0 0 0,0 1 0 0 0,0-1 0 0 0,0 0-1 0 0,1 0 1 0 0,-1 1 0 0 0,0-1 0 0 0,0 0 0 0 0,1 0 0 0 0,-1 1 0 0 0,0-1 0 0 0,1 0 0 0 0,-1 0 0 0 0,0 0 0 0 0,0 0 0 0 0,1 1-1 0 0,-1-1 1 0 0,0 0 0 0 0,1 0 0 0 0,-1 0 0 0 0,0 0 0 0 0,1 0 0 0 0,-1 0 0 0 0,1 0 0 0 0,-1 0 0 0 0</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03.117"/>
    </inkml:context>
    <inkml:brush xml:id="br0">
      <inkml:brushProperty name="width" value="0.1" units="cm"/>
      <inkml:brushProperty name="height" value="0.1" units="cm"/>
      <inkml:brushProperty name="color" value="#849398"/>
    </inkml:brush>
  </inkml:definitions>
  <inkml:trace contextRef="#ctx0" brushRef="#br0">123 2 11522 0 0,'-1'-1'137'0'0,"1"1"0"0"0,-1 0 0 0 0,1 0 0 0 0,0 0-1 0 0,-1 0 1 0 0,1 0 0 0 0,-1 0 0 0 0,1 0 0 0 0,-1 0-1 0 0,1 0 1 0 0,0 0 0 0 0,-1 0 0 0 0,1 0 0 0 0,-1 0-1 0 0,1 0 1 0 0,-1 0 0 0 0,1 0 0 0 0,0 1 0 0 0,-1-1-1 0 0,1 0 1 0 0,-1 0 0 0 0,1 0 0 0 0,0 1-1 0 0,-1-1 1 0 0,1 0 0 0 0,-1 1 137 0 0,1-1-138 0 0,0 1 1 0 0,0-1 0 0 0,-1 0 0 0 0,1 1 0 0 0,0-1-1 0 0,0 0 1 0 0,0 1 0 0 0,-1-1 0 0 0,1 1 0 0 0,0-1-1 0 0,0 0 1 0 0,0 1 0 0 0,0-1 0 0 0,0 1 0 0 0,-8 19 1265 0 0,-4 31-624 0 0,2 1 0 0 0,-4 81 0 0 0,-8 45-512 0 0,14-140-439 0 0,-9 47-922 0 0,1-30-3061 0 0,14-49 2584 0 0</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03.465"/>
    </inkml:context>
    <inkml:brush xml:id="br0">
      <inkml:brushProperty name="width" value="0.1" units="cm"/>
      <inkml:brushProperty name="height" value="0.1" units="cm"/>
      <inkml:brushProperty name="color" value="#849398"/>
    </inkml:brush>
  </inkml:definitions>
  <inkml:trace contextRef="#ctx0" brushRef="#br0">0 139 6449 0 0,'1'-2'362'0'0,"-1"-1"0"0"0,0 1 0 0 0,0 0 0 0 0,1-1-1 0 0,-1 1 1 0 0,1 0 0 0 0,0-1 0 0 0,0 1 0 0 0,0 0 0 0 0,0 0-1 0 0,0 0 1 0 0,0 0 0 0 0,0 0 0 0 0,1 0 0 0 0,-1 0-1 0 0,1 0 1 0 0,-1 0 0 0 0,1 1 0 0 0,2-3 0 0 0,-3 4-254 0 0,0-1 1 0 0,0 1 0 0 0,0-1-1 0 0,0 1 1 0 0,0 0-1 0 0,0-1 1 0 0,0 1-1 0 0,0 0 1 0 0,0 0 0 0 0,0-1-1 0 0,0 1 1 0 0,0 0-1 0 0,1 0 1 0 0,-1 0 0 0 0,0 0-1 0 0,0 1 1 0 0,0-1-1 0 0,0 0 1 0 0,0 0 0 0 0,0 1-1 0 0,0-1 1 0 0,0 1-1 0 0,0-1 1 0 0,0 1 0 0 0,0-1-1 0 0,0 1 1 0 0,0-1-1 0 0,0 1 1 0 0,0 0-1 0 0,-1 0 1 0 0,1-1 0 0 0,0 1-1 0 0,0 0 1 0 0,-1 0-1 0 0,1 0 1 0 0,0 0 0 0 0,-1 0-1 0 0,1 0 1 0 0,-1 0-1 0 0,0 0 1 0 0,1 2 0 0 0,89 209 3086 0 0,-10-21-2434 0 0,-77-186-720 0 0,0 0 0 0 0,0 0-1 0 0,0 0 1 0 0,0 0 0 0 0,1-1-1 0 0,0 0 1 0 0,0 1 0 0 0,0-1-1 0 0,5 4 1 0 0,-8-8-25 0 0,1 1-1 0 0,-1 0 0 0 0,0-1 1 0 0,0 1-1 0 0,0-1 1 0 0,0 1-1 0 0,1-1 0 0 0,-1 1 1 0 0,0-1-1 0 0,0 0 1 0 0,0 0-1 0 0,1 0 0 0 0,-1 0 1 0 0,0 0-1 0 0,1 0 1 0 0,-1 0-1 0 0,0 0 1 0 0,2-1-1 0 0,-1 1 1 0 0,0-1 1 0 0,-1 0-1 0 0,1 0 0 0 0,-1 0 1 0 0,1 0-1 0 0,-1-1 0 0 0,1 1 1 0 0,-1 0-1 0 0,0-1 0 0 0,0 1 1 0 0,0 0-1 0 0,0-1 1 0 0,0 0-1 0 0,0 1 0 0 0,0-1 1 0 0,1-2-1 0 0,4-10 24 0 0,-2 0-1 0 0,1-1 1 0 0,-2 1-1 0 0,0-1 1 0 0,0 0 0 0 0,0-17-1 0 0,-2-93-94 0 0,-2 113 26 0 0,-5-90-270 0 0,-1 4-868 0 0,8 33-2456 0 0,1 43-3116 0 0</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03.784"/>
    </inkml:context>
    <inkml:brush xml:id="br0">
      <inkml:brushProperty name="width" value="0.1" units="cm"/>
      <inkml:brushProperty name="height" value="0.1" units="cm"/>
      <inkml:brushProperty name="color" value="#849398"/>
    </inkml:brush>
  </inkml:definitions>
  <inkml:trace contextRef="#ctx0" brushRef="#br0">1 1 11058 0 0,'20'15'2862'0'0,"-16"-13"-2275"0"0,-1 1-1 0 0,1 0 1 0 0,-1-1 0 0 0,1 1-1 0 0,-1 1 1 0 0,5 5 0 0 0,-1 3-64 0 0,0 0 1 0 0,-1 0 0 0 0,0 0 0 0 0,-1 1-1 0 0,-1 0 1 0 0,0 0 0 0 0,0 1-1 0 0,1 17 1 0 0,6 117-436 0 0,-9-85 142 0 0,1-21-288 0 0,1-1-77 0 0,-3 0 1 0 0,0 0-1 0 0,-3 1 0 0 0,-8 47 0 0 0,5-73-2416 0 0</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04.164"/>
    </inkml:context>
    <inkml:brush xml:id="br0">
      <inkml:brushProperty name="width" value="0.1" units="cm"/>
      <inkml:brushProperty name="height" value="0.1" units="cm"/>
      <inkml:brushProperty name="color" value="#849398"/>
    </inkml:brush>
  </inkml:definitions>
  <inkml:trace contextRef="#ctx0" brushRef="#br0">5 197 920 0 0,'-4'-50'1247'0'0,"4"38"-185"0"0,0 0 0 0 0,1 0 0 0 0,0 0-1 0 0,1 0 1 0 0,1 0 0 0 0,0 1 0 0 0,0-1 0 0 0,7-14 0 0 0,-9 24-842 0 0,0 1 0 0 0,0-1-1 0 0,0 0 1 0 0,1 1 0 0 0,-1-1 0 0 0,0 1 0 0 0,1-1 0 0 0,-1 1 0 0 0,1 0-1 0 0,0 0 1 0 0,-1-1 0 0 0,1 1 0 0 0,0 0 0 0 0,0 1 0 0 0,-1-1 0 0 0,1 0-1 0 0,0 0 1 0 0,0 1 0 0 0,3-1 0 0 0,0 0 74 0 0,0 1 1 0 0,0 0-1 0 0,0 0 0 0 0,0 0 0 0 0,-1 1 1 0 0,1-1-1 0 0,0 1 0 0 0,5 2 0 0 0,-1 0-11 0 0,1 0-1 0 0,-1 1 0 0 0,0 0 1 0 0,0 1-1 0 0,0 0 1 0 0,-1 0-1 0 0,13 10 0 0 0,-18-12-253 0 0,-1 0-1 0 0,0-1 1 0 0,1 2-1 0 0,-1-1 1 0 0,0 0-1 0 0,-1 0 1 0 0,1 1-1 0 0,-1-1 0 0 0,1 0 1 0 0,-1 1-1 0 0,0 0 1 0 0,0-1-1 0 0,-1 1 1 0 0,1 0-1 0 0,-1-1 0 0 0,1 1 1 0 0,-1 0-1 0 0,0 0 1 0 0,-1-1-1 0 0,1 1 1 0 0,-1 0-1 0 0,1-1 0 0 0,-1 1 1 0 0,0 0-1 0 0,-1-1 1 0 0,1 1-1 0 0,-3 4 1 0 0,-6 12-39 0 0,0-1 0 0 0,-1-1 0 0 0,-22 29 1 0 0,18-27 86 0 0,-8 10-6 0 0,15-21 18 0 0,0 1 0 0 0,1 0 0 0 0,0 0 0 0 0,0 1-1 0 0,1 0 1 0 0,1 0 0 0 0,-7 17 0 0 0,12-27-78 0 0,0 0 0 0 0,0 0 1 0 0,0-1-1 0 0,0 1 0 0 0,0 0 1 0 0,0 0-1 0 0,0 0 0 0 0,0-1 0 0 0,0 1 1 0 0,0 0-1 0 0,0 0 0 0 0,0-1 0 0 0,0 1 1 0 0,1 0-1 0 0,-1 0 0 0 0,0-1 1 0 0,1 1-1 0 0,-1 0 0 0 0,1-1 0 0 0,-1 1 1 0 0,0 0-1 0 0,1-1 0 0 0,-1 1 1 0 0,1-1-1 0 0,0 1 0 0 0,0 0 0 0 0,23 8 166 0 0,30-10 12 0 0,-52 1-174 0 0,-1 0-14 0 0,50-5-286 0 0,1 3 1 0 0,0 1-1 0 0,61 8 1 0 0,-88-3-584 0 0</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04.432"/>
    </inkml:context>
    <inkml:brush xml:id="br0">
      <inkml:brushProperty name="width" value="0.1" units="cm"/>
      <inkml:brushProperty name="height" value="0.1" units="cm"/>
      <inkml:brushProperty name="color" value="#849398"/>
    </inkml:brush>
  </inkml:definitions>
  <inkml:trace contextRef="#ctx0" brushRef="#br0">19 66 13363 0 0,'-19'-8'4270'0'0,"20"8"-4221"0"0,-1 0 0 0 0,0 0 0 0 0,0 0 0 0 0,32-14 4112 0 0,-21 10-4900 0 0,70-23-59 0 0,-27 16-3524 0 0,-39 9-1671 0 0</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04.623"/>
    </inkml:context>
    <inkml:brush xml:id="br0">
      <inkml:brushProperty name="width" value="0.1" units="cm"/>
      <inkml:brushProperty name="height" value="0.1" units="cm"/>
      <inkml:brushProperty name="color" value="#849398"/>
    </inkml:brush>
  </inkml:definitions>
  <inkml:trace contextRef="#ctx0" brushRef="#br0">20 75 2304 0 0,'-4'4'-1334'0'0,"-11"22"11282"0"0,29-26-5979 0 0,4-4-2643 0 0,0-1-1 0 0,0-1 1 0 0,-1 0 0 0 0,33-18-1 0 0,-10 5-530 0 0,32-14-1014 0 0,-55 26-299 0 0</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0.875"/>
    </inkml:context>
    <inkml:brush xml:id="br0">
      <inkml:brushProperty name="width" value="0.1" units="cm"/>
      <inkml:brushProperty name="height" value="0.1" units="cm"/>
      <inkml:brushProperty name="color" value="#849398"/>
    </inkml:brush>
  </inkml:definitions>
  <inkml:trace contextRef="#ctx0" brushRef="#br0">335 49 2304 0 0,'2'-2'462'0'0,"-1"0"-1"0"0,1 0 1 0 0,0 0-1 0 0,0 0 1 0 0,-1-1-1 0 0,1 1 1 0 0,-1 0-1 0 0,0-1 0 0 0,0 1 1 0 0,0-1-1 0 0,0 1 1 0 0,0-1-1 0 0,0 0 1 0 0,0-4-1 0 0,-1 6-333 0 0,0 1-1 0 0,0 0 1 0 0,0-1-1 0 0,0 1 1 0 0,0 0 0 0 0,0-1-1 0 0,0 1 1 0 0,-3-4 1658 0 0,2 4-1658 0 0,1-1-1 0 0,0 1 1 0 0,-1 0-1 0 0,1 0 1 0 0,0 0 0 0 0,-1 0-1 0 0,1-1 1 0 0,0 1-1 0 0,-1 0 1 0 0,1 0 0 0 0,0 0-1 0 0,-1 0 1 0 0,0 0-1 0 0,-1 0 84 0 0,0 1 0 0 0,0-1 0 0 0,0 1-1 0 0,0-1 1 0 0,-1 1 0 0 0,1 0 0 0 0,0 0 0 0 0,0 0 0 0 0,0 0-1 0 0,-2 2 1 0 0,-32 19 476 0 0,0 2 1 0 0,2 2-1 0 0,1 1 0 0 0,1 1 1 0 0,2 2-1 0 0,1 1 0 0 0,-32 45 1 0 0,57-71-619 0 0,0 1-1 0 0,0 0 1 0 0,1 0 0 0 0,0 0 0 0 0,1 0 0 0 0,-1 0 0 0 0,1 1 0 0 0,-2 6 0 0 0,4-11-66 0 0,0-1 1 0 0,0 1-1 0 0,0 0 1 0 0,0 0 0 0 0,0-1-1 0 0,0 1 1 0 0,0 0-1 0 0,0-1 1 0 0,1 1-1 0 0,-1 0 1 0 0,1-1-1 0 0,-1 1 1 0 0,1-1-1 0 0,0 1 1 0 0,-1 0-1 0 0,1-1 1 0 0,0 0-1 0 0,0 1 1 0 0,0-1-1 0 0,0 0 1 0 0,0 1 0 0 0,1-1-1 0 0,-1 0 1 0 0,0 0-1 0 0,1 0 1 0 0,-1 0-1 0 0,0 0 1 0 0,1 0-1 0 0,-1 0 1 0 0,1 0-1 0 0,0-1 1 0 0,-1 1-1 0 0,1-1 1 0 0,-1 1-1 0 0,1-1 1 0 0,3 1-1 0 0,11 1-126 0 0,0 0 0 0 0,1-1-1 0 0,-1-1 1 0 0,0-1-1 0 0,28-3 1 0 0,34-2-335 0 0,-76 6 447 0 0,30 1-289 0 0,50 7 1 0 0,-73-6 246 0 0,0 0 0 0 0,0 0 0 0 0,0 1 0 0 0,0 0 0 0 0,0 0 0 0 0,-1 1 0 0 0,1 1 0 0 0,-1-1 0 0 0,0 1 0 0 0,8 7 0 0 0,-14-10 57 0 0,0 0 0 0 0,0-1 0 0 0,0 1-1 0 0,0 0 1 0 0,-1 0 0 0 0,1 1 0 0 0,-1-1 0 0 0,1 0 0 0 0,-1 0-1 0 0,0 1 1 0 0,0-1 0 0 0,0 1 0 0 0,0-1 0 0 0,0 1-1 0 0,-1-1 1 0 0,1 1 0 0 0,-1 0 0 0 0,0-1 0 0 0,1 4-1 0 0,-2-1 40 0 0,0 0-1 0 0,1 0 1 0 0,-1-1-1 0 0,-1 1 1 0 0,1 0-1 0 0,-1-1 1 0 0,0 1-1 0 0,0-1 1 0 0,-5 8 0 0 0,-4 5 98 0 0,-2-1 0 0 0,0 0 1 0 0,-28 26-1 0 0,38-39-157 0 0,-105 94-403 0 0,61-55-6249 0 0</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1.112"/>
    </inkml:context>
    <inkml:brush xml:id="br0">
      <inkml:brushProperty name="width" value="0.1" units="cm"/>
      <inkml:brushProperty name="height" value="0.1" units="cm"/>
      <inkml:brushProperty name="color" value="#849398"/>
    </inkml:brush>
  </inkml:definitions>
  <inkml:trace contextRef="#ctx0" brushRef="#br0">1 0 11522 0 0,'32'48'2473'0'0,"-22"-34"-1892"0"0,0 0 1 0 0,-2 1-1 0 0,1 0 0 0 0,11 29 0 0 0,0 42-2271 0 0,-10-77 834 0 0,-11-14 856 0 0</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1.271"/>
    </inkml:context>
    <inkml:brush xml:id="br0">
      <inkml:brushProperty name="width" value="0.1" units="cm"/>
      <inkml:brushProperty name="height" value="0.1" units="cm"/>
      <inkml:brushProperty name="color" value="#849398"/>
    </inkml:brush>
  </inkml:definitions>
  <inkml:trace contextRef="#ctx0" brushRef="#br0">44 15 11058 0 0,'-5'-5'488'0'0,"2"2"105"0"0,0 0-473 0 0,1 2-120 0 0,1-1 0 0 0,-1 2 0 0 0,1-1 0 0 0,-1 1 0 0 0,-2 0-96 0 0,0 0 96 0 0,-2 4-1065 0 0,1 2-159 0 0,1 1-32 0 0,3 4-8 0 0,4 0 1072 0 0,-2 1 192 0 0,-1-2 96 0 0</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2.018"/>
    </inkml:context>
    <inkml:brush xml:id="br0">
      <inkml:brushProperty name="width" value="0.1" units="cm"/>
      <inkml:brushProperty name="height" value="0.1" units="cm"/>
      <inkml:brushProperty name="color" value="#849398"/>
    </inkml:brush>
  </inkml:definitions>
  <inkml:trace contextRef="#ctx0" brushRef="#br0">279 31 6913 0 0,'-22'4'3371'0'0,"-5"10"-2249"0"0,1 1 1 0 0,0 1 0 0 0,1 1 0 0 0,1 1 0 0 0,-38 36-1 0 0,23-21 373 0 0,33-27-1318 0 0,5-4-144 0 0,-1 0 0 0 0,0 0 0 0 0,0-1-1 0 0,1 1 1 0 0,-1-1 0 0 0,-1 1 0 0 0,1-1 0 0 0,0 0-1 0 0,-2 1 1 0 0,4-2-120 0 0,17-23-57 0 0,-6 12 272 0 0,0 0-1 0 0,0 0 0 0 0,1 1 1 0 0,0 1-1 0 0,1 0 0 0 0,0 0 1 0 0,23-10-1 0 0,-31 17-90 0 0,0 0 0 0 0,0 0 0 0 0,0 0 0 0 0,0 1 0 0 0,1-1 0 0 0,-1 2 1 0 0,1-1-1 0 0,-1 0 0 0 0,0 1 0 0 0,1 0 0 0 0,-1 0 0 0 0,1 1 0 0 0,-1-1 0 0 0,0 1 0 0 0,1 1 0 0 0,-1-1 1 0 0,0 1-1 0 0,0-1 0 0 0,0 1 0 0 0,0 1 0 0 0,0-1 0 0 0,0 1 0 0 0,-1 0 0 0 0,1 0 0 0 0,4 4 0 0 0,-6-3-45 0 0,1-1-1 0 0,-1 1 1 0 0,-1 0-1 0 0,1 0 0 0 0,-1 0 1 0 0,1 0-1 0 0,-1 0 1 0 0,0 0-1 0 0,-1 1 0 0 0,1-1 1 0 0,-1 1-1 0 0,0 0 1 0 0,0-1-1 0 0,0 1 0 0 0,0 0 1 0 0,-1-1-1 0 0,0 1 1 0 0,0 0-1 0 0,-1 6 0 0 0,0-2-5 0 0,0 0 0 0 0,-1 0 0 0 0,0 0 0 0 0,-1 0 0 0 0,0 0 0 0 0,0-1 0 0 0,-1 0 0 0 0,0 1 0 0 0,-5 8 0 0 0,8-16 19 0 0,1-1-1 0 0,0 1 0 0 0,0-1 0 0 0,-1 1 1 0 0,1 0-1 0 0,0-1 0 0 0,-1 1 0 0 0,1-1 0 0 0,0 1 1 0 0,-1-1-1 0 0,1 1 0 0 0,-1-1 0 0 0,1 1 1 0 0,-1-1-1 0 0,0 1 0 0 0,1-1 0 0 0,-1 0 0 0 0,1 1 1 0 0,-1-1-1 0 0,0 0 0 0 0,1 1 0 0 0,-1-1 1 0 0,0 0-1 0 0,1 0 0 0 0,-1 0 0 0 0,0 0 0 0 0,0 0 1 0 0,0 0-1 0 0,0-1-1 0 0,1 0 1 0 0,-1 1 0 0 0,1-1 0 0 0,-1 0 0 0 0,1 0 0 0 0,0 1-1 0 0,-1-1 1 0 0,1 0 0 0 0,0 0 0 0 0,-1 0 0 0 0,1 0-1 0 0,0 1 1 0 0,0-1 0 0 0,0 0 0 0 0,0 0 0 0 0,0-1 0 0 0,1-43-73 0 0,2 31 146 0 0,1 1-1 0 0,0 0 1 0 0,1 1 0 0 0,0-1 0 0 0,1 1-1 0 0,1 0 1 0 0,0 1 0 0 0,0-1-1 0 0,1 1 1 0 0,11-12 0 0 0,-15 19-43 0 0,0-1 1 0 0,1 1-1 0 0,-1 0 1 0 0,1 0-1 0 0,0 0 1 0 0,0 0-1 0 0,1 1 1 0 0,-1 0-1 0 0,1 0 1 0 0,-1 0-1 0 0,1 1 1 0 0,0 0-1 0 0,0 0 1 0 0,0 1-1 0 0,0-1 0 0 0,0 1 1 0 0,0 0-1 0 0,0 1 1 0 0,1 0-1 0 0,-1 0 1 0 0,0 0-1 0 0,0 1 1 0 0,1-1-1 0 0,6 3 1 0 0,-9-2-22 0 0,-1 0 0 0 0,0 1 0 0 0,1-1 1 0 0,-1 1-1 0 0,0 0 0 0 0,0-1 0 0 0,0 2 1 0 0,0-1-1 0 0,0 0 0 0 0,-1 0 0 0 0,1 1 1 0 0,-1-1-1 0 0,0 1 0 0 0,4 5 0 0 0,-1 1-62 0 0,0 0-1 0 0,-1 0 0 0 0,6 17 0 0 0,10 23-509 0 0,-20-49 550 0 0,1 1 1 0 0,-1 0-1 0 0,1-1 0 0 0,0 1 1 0 0,-1-1-1 0 0,1 1 1 0 0,0-1-1 0 0,0 1 1 0 0,-1-1-1 0 0,1 1 1 0 0,0-1-1 0 0,0 0 0 0 0,0 1 1 0 0,-1-1-1 0 0,1 0 1 0 0,0 0-1 0 0,0 1 1 0 0,0-1-1 0 0,0 0 1 0 0,0 0-1 0 0,-1 0 1 0 0,1 0-1 0 0,0 0 0 0 0,0 0 1 0 0,0-1-1 0 0,0 1 1 0 0,0 0-1 0 0,0 0 1 0 0,-1-1-1 0 0,1 1 1 0 0,0 0-1 0 0,0-1 0 0 0,0 1 1 0 0,-1-1-1 0 0,1 1 1 0 0,0-1-1 0 0,-1 1 1 0 0,1-1-1 0 0,0 1 1 0 0,-1-1-1 0 0,2-1 0 0 0,32-32-93 0 0,-29 28 96 0 0,43-49 123 0 0,-30 34 128 0 0,0 0 0 0 0,2 0 0 0 0,26-21 0 0 0,-44 41-239 0 0,-1 0-1 0 0,1 0 1 0 0,-1 0 0 0 0,0 0-1 0 0,1 0 1 0 0,0 0-1 0 0,-1 0 1 0 0,1 1 0 0 0,0-1-1 0 0,-1 0 1 0 0,1 1-1 0 0,0 0 1 0 0,-1-1 0 0 0,1 1-1 0 0,0 0 1 0 0,0 0-1 0 0,0 0 1 0 0,2 0 0 0 0,-3 0-2 0 0,0 1 1 0 0,1-1 0 0 0,-1 1 0 0 0,0 0 0 0 0,0 0 0 0 0,0-1 0 0 0,0 1 0 0 0,0 0 0 0 0,0 0 0 0 0,0 0 0 0 0,-1 0 0 0 0,1 0 0 0 0,0 0 0 0 0,0 0 0 0 0,-1 0 0 0 0,1 0 0 0 0,-1 0-1 0 0,1 1 1 0 0,0 1 0 0 0,2 8-74 0 0,-1 1-1 0 0,0-1 0 0 0,0 1 0 0 0,-1 19 1 0 0,0-6-449 0 0,1-12-45 0 0,1 0 0 0 0,0 0 0 0 0,0 0 0 0 0,8 15 0 0 0,-7-17-611 0 0,1 1 1 0 0,1-2 0 0 0,0 1 0 0 0,0-1 0 0 0,1 0 0 0 0,1 0-1 0 0,-1 0 1 0 0,14 11 0 0 0,-3-12 981 0 0,-12-8 139 0 0</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2.544"/>
    </inkml:context>
    <inkml:brush xml:id="br0">
      <inkml:brushProperty name="width" value="0.1" units="cm"/>
      <inkml:brushProperty name="height" value="0.1" units="cm"/>
      <inkml:brushProperty name="color" value="#849398"/>
    </inkml:brush>
  </inkml:definitions>
  <inkml:trace contextRef="#ctx0" brushRef="#br0">124 488 5065 0 0,'7'-14'702'0'0,"-1"0"1"0"0,-1-1-1 0 0,5-20 0 0 0,-8 29-170 0 0,-1 1 0 0 0,0-1-1 0 0,0 1 1 0 0,-1-1 0 0 0,1 0 0 0 0,-1 0 0 0 0,-1 1-1 0 0,1-1 1 0 0,-1 0 0 0 0,0 1 0 0 0,0-1-1 0 0,-3-6 1 0 0,4 11-445 0 0,-1 1 0 0 0,1-1 0 0 0,0 1 0 0 0,-1-1 1 0 0,1 0-1 0 0,-1 1 0 0 0,1-1 0 0 0,-1 1 0 0 0,1 0 0 0 0,-1-1 0 0 0,0 1 0 0 0,1-1 0 0 0,-1 1 0 0 0,0 0 0 0 0,1 0 0 0 0,-1-1 0 0 0,0 1 0 0 0,1 0 1 0 0,-1 0-1 0 0,0 0 0 0 0,1 0 0 0 0,-1 0 0 0 0,0 0 0 0 0,1 0 0 0 0,-1 0 0 0 0,0 0 0 0 0,1 0 0 0 0,-1 0 0 0 0,0 0 0 0 0,0 0 0 0 0,1 0 1 0 0,-1 1-1 0 0,0-1 0 0 0,1 0 0 0 0,-1 1 0 0 0,1-1 0 0 0,-1 0 0 0 0,0 1 0 0 0,1-1 0 0 0,-1 1 0 0 0,1-1 0 0 0,-1 1 0 0 0,1-1 0 0 0,-1 1 0 0 0,0 0 1 0 0,-24 26 948 0 0,25-27-1029 0 0,-17 20 249 0 0,1 2 0 0 0,-23 40 0 0 0,36-55-259 0 0,-1 0-1 0 0,1 0 0 0 0,0 0 1 0 0,0 0-1 0 0,1 1 0 0 0,0-1 1 0 0,0 1-1 0 0,1-1 1 0 0,0 1-1 0 0,0 0 0 0 0,1-1 1 0 0,0 1-1 0 0,0 0 0 0 0,2 8 1 0 0,-1-14-34 0 0,-1 0 1 0 0,1 0-1 0 0,0 0 1 0 0,-1 0-1 0 0,1 0 1 0 0,0 0-1 0 0,0-1 1 0 0,0 1-1 0 0,0 0 1 0 0,1-1-1 0 0,-1 1 1 0 0,0-1-1 0 0,1 1 1 0 0,-1-1-1 0 0,1 0 1 0 0,-1 0-1 0 0,1 1 1 0 0,0-1-1 0 0,-1 0 1 0 0,1 0-1 0 0,0-1 1 0 0,0 1-1 0 0,0 0 1 0 0,-1-1-1 0 0,1 1 1 0 0,0-1-1 0 0,0 1 1 0 0,0-1-1 0 0,0 0 1 0 0,0 0-1 0 0,0 0 1 0 0,0 0-1 0 0,0 0 1 0 0,0 0-1 0 0,0-1 1 0 0,0 1-1 0 0,0-1 1 0 0,0 1-1 0 0,0-1 1 0 0,2-1-1 0 0,4 0-252 0 0,-1-1 0 0 0,0-1 0 0 0,1 1 0 0 0,-1-1 0 0 0,-1 0 0 0 0,1-1 0 0 0,-1 1 0 0 0,12-11 0 0 0,7-19-618 0 0,-21 28 927 0 0,-1 0 1 0 0,1 0 0 0 0,0 1-1 0 0,1 0 1 0 0,0-1 0 0 0,-1 2-1 0 0,1-1 1 0 0,1 1 0 0 0,10-8-1 0 0,-14 11 81 0 0,1 1 0 0 0,-1-1 0 0 0,1 1 0 0 0,-1 0 0 0 0,1 0 0 0 0,-1 0 0 0 0,1 0 0 0 0,0 0 0 0 0,-1 0 0 0 0,1 1 0 0 0,-1-1 0 0 0,0 1 0 0 0,1 0 0 0 0,-1 0 0 0 0,1 0 0 0 0,-1 0 0 0 0,0 0 0 0 0,0 0 0 0 0,0 1 0 0 0,4 2 0 0 0,-4-3-90 0 0,1 1 0 0 0,-1 0 0 0 0,1-1 0 0 0,0 1 0 0 0,0-1-1 0 0,0 0 1 0 0,0 0 0 0 0,0 0 0 0 0,0 0 0 0 0,0-1 0 0 0,0 1 0 0 0,0-1 0 0 0,0 0 0 0 0,0 0-1 0 0,0 0 1 0 0,5 0 0 0 0,-3-2-204 0 0,0 0-1 0 0,-1 0 1 0 0,1-1-1 0 0,-1 1 1 0 0,0-1-1 0 0,1 0 1 0 0,-1 0 0 0 0,-1 0-1 0 0,1 0 1 0 0,0-1-1 0 0,-1 0 1 0 0,0 0-1 0 0,1 0 1 0 0,-2 0-1 0 0,1 0 1 0 0,0-1-1 0 0,-1 1 1 0 0,0-1 0 0 0,0 1-1 0 0,2-9 1 0 0,3-11-676 0 0,-1 0 1 0 0,-1-1-1 0 0,1-25 1 0 0,-2 19 592 0 0,9-47-23 0 0,9-95 5157 0 0,-28 158-97 0 0,5 17-4577 0 0,1-1 1 0 0,-1 0-1 0 0,0 0 1 0 0,0 1 0 0 0,0-1-1 0 0,1 1 1 0 0,-1-1 0 0 0,1 1-1 0 0,-1-1 1 0 0,1 0-1 0 0,0 1 1 0 0,-1 2 0 0 0,0 20 21 0 0,0 1 1 0 0,2 0-1 0 0,0-1 0 0 0,9 44 1 0 0,33 93 537 0 0,19-4-1712 0 0,-52-133-67 0 0,6 15-6772 0 0</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3.297"/>
    </inkml:context>
    <inkml:brush xml:id="br0">
      <inkml:brushProperty name="width" value="0.1" units="cm"/>
      <inkml:brushProperty name="height" value="0.1" units="cm"/>
      <inkml:brushProperty name="color" value="#849398"/>
    </inkml:brush>
  </inkml:definitions>
  <inkml:trace contextRef="#ctx0" brushRef="#br0">102 192 7370 0 0,'-23'5'1434'0'0,"17"-4"-1091"0"0,0 0 0 0 0,-1 0 0 0 0,1 1 0 0 0,0-1 1 0 0,0 1-1 0 0,0 1 0 0 0,1-1 0 0 0,-1 1 0 0 0,1 0 1 0 0,-11 7-1 0 0,16-10-277 0 0,0 1-1 0 0,-1-1 1 0 0,1 0 0 0 0,0 0 0 0 0,0 0 0 0 0,-1 1 0 0 0,1-1-1 0 0,0 0 1 0 0,0 1 0 0 0,-1-1 0 0 0,1 0 0 0 0,0 1 0 0 0,0-1-1 0 0,0 0 1 0 0,0 1 0 0 0,-1-1 0 0 0,1 0 0 0 0,0 1 0 0 0,0-1 0 0 0,0 0-1 0 0,0 1 1 0 0,0-1 0 0 0,0 0 0 0 0,0 1 0 0 0,0-1 0 0 0,0 1-1 0 0,0-1 1 0 0,0 0 0 0 0,0 1 0 0 0,0-1 0 0 0,1 0 0 0 0,-1 1-1 0 0,0-1 1 0 0,0 0 0 0 0,0 1 0 0 0,0-1 0 0 0,0 0 0 0 0,1 1 0 0 0,16 6 1015 0 0,21-2-269 0 0,75-11 70 0 0,148-25 1 0 0,-135 13-360 0 0,940-64 2480 0 0,-343 38-2809 0 0,-279-10-805 0 0,-344 40-1039 0 0,-87 13-349 0 0</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3.947"/>
    </inkml:context>
    <inkml:brush xml:id="br0">
      <inkml:brushProperty name="width" value="0.1" units="cm"/>
      <inkml:brushProperty name="height" value="0.1" units="cm"/>
      <inkml:brushProperty name="color" value="#849398"/>
    </inkml:brush>
  </inkml:definitions>
  <inkml:trace contextRef="#ctx0" brushRef="#br0">78 1 11522 0 0,'-3'7'7956'0'0,"1"15"-6826"0"0,2-18-279 0 0,-31 245 1465 0 0,4-68-2158 0 0,27-178-159 0 0,0 0 0 0 0,0-1 0 0 0,-1 1 0 0 0,1 0 0 0 0,-1 0-1 0 0,1 0 1 0 0,-1-1 0 0 0,0 1 0 0 0,0 0 0 0 0,0 0 0 0 0,-3 3 0 0 0,-1-33-441 0 0,6 3 408 0 0,0 0-1 0 0,1 0 0 0 0,1 0 0 0 0,1 0 0 0 0,2 1 1 0 0,0 0-1 0 0,1 0 0 0 0,2 1 0 0 0,0-1 0 0 0,22-36 1 0 0,-27 53 87 0 0,-1 1 1 0 0,1 0 0 0 0,0 0-1 0 0,1 1 1 0 0,-1-1 0 0 0,1 1-1 0 0,0 0 1 0 0,0 0-1 0 0,0 1 1 0 0,1-1 0 0 0,-1 1-1 0 0,1 1 1 0 0,6-4 0 0 0,-9 5-30 0 0,-1 1 1 0 0,0-1-1 0 0,1 1 0 0 0,-1-1 1 0 0,0 1-1 0 0,1-1 1 0 0,-1 1-1 0 0,1 0 0 0 0,-1 0 1 0 0,1 1-1 0 0,-1-1 0 0 0,0 0 1 0 0,1 1-1 0 0,-1-1 1 0 0,0 1-1 0 0,1 0 0 0 0,-1 0 1 0 0,0 0-1 0 0,0 0 1 0 0,0 0-1 0 0,0 0 0 0 0,0 1 1 0 0,0-1-1 0 0,0 1 1 0 0,0-1-1 0 0,0 1 0 0 0,-1 0 1 0 0,1 0-1 0 0,-1-1 1 0 0,1 1-1 0 0,-1 0 0 0 0,0 1 1 0 0,1-1-1 0 0,-1 0 0 0 0,0 0 1 0 0,0 3-1 0 0,10 24-170 0 0,12 57 1 0 0,-16-56-1191 0 0,1-1 0 0 0,13 32 0 0 0</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4.279"/>
    </inkml:context>
    <inkml:brush xml:id="br0">
      <inkml:brushProperty name="width" value="0.1" units="cm"/>
      <inkml:brushProperty name="height" value="0.1" units="cm"/>
      <inkml:brushProperty name="color" value="#849398"/>
    </inkml:brush>
  </inkml:definitions>
  <inkml:trace contextRef="#ctx0" brushRef="#br0">44 69 6913 0 0,'0'0'76'0'0,"0"-1"0"0"0,-1 1 0 0 0,1 0 0 0 0,-1 0 0 0 0,1-1 0 0 0,-1 1 0 0 0,1 0 0 0 0,-1 0 0 0 0,1 0-1 0 0,-1 0 1 0 0,1 0 0 0 0,-1 0 0 0 0,1 0 0 0 0,-1 0 0 0 0,1 0 0 0 0,-1 0 0 0 0,1 0 0 0 0,-1 0-1 0 0,1 0 1 0 0,-1 0 0 0 0,1 0 0 0 0,-1 0 0 0 0,1 1 0 0 0,-1-1 0 0 0,1 0 0 0 0,-1 0 0 0 0,1 1 0 0 0,-1-1-1 0 0,1 0 1 0 0,0 1 0 0 0,-1 0 0 0 0,-12 18 1628 0 0,-1 29 829 0 0,13-37-1986 0 0,1 0 0 0 0,0 0-1 0 0,0 0 1 0 0,1 0 0 0 0,1 0 0 0 0,0 0 0 0 0,0 0 0 0 0,1 0-1 0 0,0 0 1 0 0,9 18 0 0 0,-8-23-312 0 0,-1 1 0 0 0,1-1 0 0 0,0 1 0 0 0,1-1 0 0 0,-1 0 0 0 0,1-1 0 0 0,9 9 0 0 0,-11-11-172 0 0,1 0 0 0 0,-1-1 0 0 0,1 0 0 0 0,-1 0 0 0 0,1 0 0 0 0,0 0 0 0 0,-1 0 0 0 0,1-1 0 0 0,0 0 0 0 0,0 0 0 0 0,0 0 0 0 0,0 0 0 0 0,1-1 0 0 0,4 1 0 0 0,-5-1-41 0 0,0 0-1 0 0,0-1 0 0 0,0 0 0 0 0,-1 1 0 0 0,1-1 0 0 0,0-1 1 0 0,-1 1-1 0 0,1 0 0 0 0,-1-1 0 0 0,1 0 0 0 0,-1 0 0 0 0,0 0 0 0 0,0 0 1 0 0,0 0-1 0 0,0-1 0 0 0,0 1 0 0 0,0-1 0 0 0,-1 0 0 0 0,1 0 1 0 0,-1 0-1 0 0,0 0 0 0 0,0 0 0 0 0,0-1 0 0 0,0 1 0 0 0,0 0 0 0 0,-1-1 1 0 0,2-6-1 0 0,1-2-15 0 0,-1 1 1 0 0,0-1 0 0 0,-1 0-1 0 0,-1 0 1 0 0,0 0 0 0 0,0 0-1 0 0,-2-17 1 0 0,-2 6-79 0 0,0 2 0 0 0,-6-24-1 0 0,6 36-55 0 0,0 0-1 0 0,0 0 0 0 0,0 0 1 0 0,-1 0-1 0 0,-1 1 1 0 0,1 0-1 0 0,-8-11 0 0 0,11 19 51 0 0,1-1-1 0 0,-1 0 0 0 0,1 1 1 0 0,-1-1-1 0 0,1 0 0 0 0,-1 1 1 0 0,1-1-1 0 0,-1 1 0 0 0,0-1 1 0 0,1 0-1 0 0,-1 1 0 0 0,0 0 0 0 0,1-1 1 0 0,-1 1-1 0 0,0-1 0 0 0,0 1 1 0 0,0 0-1 0 0,1 0 0 0 0,-1-1 1 0 0,0 1-1 0 0,0 0 0 0 0,0 0 1 0 0,-1 0-1 0 0,-2 2-1144 0 0</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4.819"/>
    </inkml:context>
    <inkml:brush xml:id="br0">
      <inkml:brushProperty name="width" value="0.1" units="cm"/>
      <inkml:brushProperty name="height" value="0.1" units="cm"/>
      <inkml:brushProperty name="color" value="#849398"/>
    </inkml:brush>
  </inkml:definitions>
  <inkml:trace contextRef="#ctx0" brushRef="#br0">0 1 13827 0 0,'1'13'1673'0'0,"0"0"1"0"0,6 23-1 0 0,2 8-692 0 0,-5 17 14 0 0,-3-34-1354 0 0,1 0 1 0 0,8 35-1 0 0,-9-60 285 0 0,-1 1 0 0 0,1-1-1 0 0,0 0 1 0 0,0 0 0 0 0,0 0 0 0 0,0 0 0 0 0,0 0 0 0 0,0 0 0 0 0,3 3-1 0 0,3-1 50 0 0</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4.993"/>
    </inkml:context>
    <inkml:brush xml:id="br0">
      <inkml:brushProperty name="width" value="0.1" units="cm"/>
      <inkml:brushProperty name="height" value="0.1" units="cm"/>
      <inkml:brushProperty name="color" value="#849398"/>
    </inkml:brush>
  </inkml:definitions>
  <inkml:trace contextRef="#ctx0" brushRef="#br0">2 1 9674 0 0,'-1'0'1032'0'0,"1"1"-1104"0"0,0 1-56 0 0,0 2 0 0 0,0 2-8 0 0,1 4 136 0 0,4 5 0 0 0,2 2-64 0 0,0 2 64 0 0</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5.276"/>
    </inkml:context>
    <inkml:brush xml:id="br0">
      <inkml:brushProperty name="width" value="0.1" units="cm"/>
      <inkml:brushProperty name="height" value="0.1" units="cm"/>
      <inkml:brushProperty name="color" value="#849398"/>
    </inkml:brush>
  </inkml:definitions>
  <inkml:trace contextRef="#ctx0" brushRef="#br0">217 0 8290 0 0,'-11'5'345'0'0,"-1"1"0"0"0,1 0 1 0 0,0 1-1 0 0,1 0 0 0 0,0 1 0 0 0,0 0 1 0 0,1 0-1 0 0,-10 11 0 0 0,-6 10 1206 0 0,-30 42 0 0 0,51-65-1301 0 0,0 0-1 0 0,0 0 1 0 0,1 0 0 0 0,-1 0 0 0 0,1 0-1 0 0,1 1 1 0 0,-1-1 0 0 0,1 1-1 0 0,0 0 1 0 0,-1 10 0 0 0,3-14-163 0 0,0 0 0 0 0,1 0 0 0 0,-1 0 0 0 0,1 0 0 0 0,-1-1 0 0 0,1 1 0 0 0,0 0 0 0 0,0 0 0 0 0,0 0 0 0 0,0 0 0 0 0,1-1 0 0 0,-1 1 0 0 0,1-1 0 0 0,-1 1 1 0 0,1-1-1 0 0,0 1 0 0 0,0-1 0 0 0,0 0 0 0 0,0 0 0 0 0,1 0 0 0 0,-1 0 0 0 0,1-1 0 0 0,-1 1 0 0 0,1 0 0 0 0,-1-1 0 0 0,6 2 0 0 0,27 13-268 0 0,-14-7-288 0 0,36 21 1 0 0,-53-28 421 0 0,0 1 0 0 0,0-1-1 0 0,0 1 1 0 0,-1 1 0 0 0,1-1 0 0 0,-1 0 0 0 0,1 1 0 0 0,-1 0-1 0 0,0-1 1 0 0,0 1 0 0 0,-1 1 0 0 0,1-1 0 0 0,-1 0 0 0 0,2 6-1 0 0,-3-6 59 0 0,-1-1 0 0 0,0 1 0 0 0,0 0 0 0 0,0 0 0 0 0,0 0-1 0 0,-1 0 1 0 0,1-1 0 0 0,-1 1 0 0 0,0 0 0 0 0,0 0 0 0 0,-1-1 0 0 0,1 1-1 0 0,-1-1 1 0 0,1 1 0 0 0,-1-1 0 0 0,0 0 0 0 0,-1 0 0 0 0,1 1-1 0 0,0-2 1 0 0,-1 1 0 0 0,-5 5 0 0 0,-7 6 259 0 0,0-1 1 0 0,-29 20-1 0 0,44-33-278 0 0,-54 33-928 0 0,38-24-160 0 0</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5.578"/>
    </inkml:context>
    <inkml:brush xml:id="br0">
      <inkml:brushProperty name="width" value="0.1" units="cm"/>
      <inkml:brushProperty name="height" value="0.1" units="cm"/>
      <inkml:brushProperty name="color" value="#849398"/>
    </inkml:brush>
  </inkml:definitions>
  <inkml:trace contextRef="#ctx0" brushRef="#br0">1 267 10594 0 0,'18'-10'791'0'0,"0"-1"0"0"0,-1-1 0 0 0,0 0 0 0 0,-1-1-1 0 0,20-21 1 0 0,-31 29-577 0 0,-1 0 1 0 0,1 0-1 0 0,-1 0 0 0 0,-1 0 1 0 0,1-1-1 0 0,-1 1 0 0 0,0-1 0 0 0,0 0 1 0 0,-1 0-1 0 0,1 0 0 0 0,-1 0 1 0 0,-1-1-1 0 0,1 1 0 0 0,-1-1 1 0 0,0 1-1 0 0,-1-1 0 0 0,1 1 0 0 0,-1-1 1 0 0,-1 1-1 0 0,1-1 0 0 0,-3-7 1 0 0,3 13-188 0 0,0-1 0 0 0,0 0 0 0 0,0 1 0 0 0,-1-1 0 0 0,1 1 0 0 0,-1-1 0 0 0,1 1 0 0 0,-1-1 1 0 0,0 1-1 0 0,1-1 0 0 0,-1 1 0 0 0,0 0 0 0 0,0-1 0 0 0,0 1 0 0 0,0 0 0 0 0,0 0 0 0 0,-1-1 0 0 0,1 1 1 0 0,0 0-1 0 0,0 0 0 0 0,-1 1 0 0 0,1-1 0 0 0,-1 0 0 0 0,1 0 0 0 0,0 1 0 0 0,-1-1 0 0 0,0 0 0 0 0,1 1 1 0 0,-1 0-1 0 0,1-1 0 0 0,-1 1 0 0 0,1 0 0 0 0,-1 0 0 0 0,0 0 0 0 0,1 0 0 0 0,-1 0 0 0 0,0 0 1 0 0,1 0-1 0 0,-1 1 0 0 0,-1 0 0 0 0,-2 0 22 0 0,1 1 0 0 0,0 0 1 0 0,0 0-1 0 0,-1 1 0 0 0,1-1 0 0 0,1 1 0 0 0,-1 0 1 0 0,0 0-1 0 0,1 0 0 0 0,-1 0 0 0 0,1 1 0 0 0,-5 6 1 0 0,2 0 4 0 0,0 0 0 0 0,1 1 0 0 0,0 0 0 0 0,0 0 1 0 0,1 0-1 0 0,1 0 0 0 0,0 1 0 0 0,0-1 0 0 0,1 1 1 0 0,1 0-1 0 0,0 0 0 0 0,0-1 0 0 0,1 1 0 0 0,1 0 1 0 0,0 0-1 0 0,0 0 0 0 0,1 0 0 0 0,1-1 0 0 0,0 1 0 0 0,1-1 1 0 0,6 14-1 0 0,-5-13-163 0 0,1 0 0 0 0,1 0 0 0 0,0-1 0 0 0,0 1 0 0 0,1-2 0 0 0,1 1 0 0 0,0-1 0 0 0,0 0 0 0 0,1-1 0 0 0,0 0 0 0 0,1-1 0 0 0,-1 0 0 0 0,2-1 0 0 0,-1 0 0 0 0,1 0 0 0 0,0-1 0 0 0,1-1 0 0 0,20 7 0 0 0,-4-5-7422 0 0</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5.946"/>
    </inkml:context>
    <inkml:brush xml:id="br0">
      <inkml:brushProperty name="width" value="0.1" units="cm"/>
      <inkml:brushProperty name="height" value="0.1" units="cm"/>
      <inkml:brushProperty name="color" value="#849398"/>
    </inkml:brush>
  </inkml:definitions>
  <inkml:trace contextRef="#ctx0" brushRef="#br0">9 5 14283 0 0,'-1'0'55'0'0,"1"0"1"0"0,0 0-1 0 0,-1 0 0 0 0,1 0 0 0 0,0 0 0 0 0,-1 0 1 0 0,1 0-1 0 0,0 0 0 0 0,-1 0 0 0 0,1 1 1 0 0,0-1-1 0 0,-1 0 0 0 0,1 0 0 0 0,0 0 1 0 0,0 1-1 0 0,-1-1 0 0 0,1 0 0 0 0,0 0 0 0 0,0 0 1 0 0,0 1-1 0 0,-1-1 0 0 0,1 0 0 0 0,0 1 1 0 0,0-1-1 0 0,0 0 0 0 0,0 0 0 0 0,-1 1 1 0 0,1-1-1 0 0,0 0 0 0 0,0 1 0 0 0,0-1 0 0 0,0 1 1 0 0,11 2 369 0 0,22-4-815 0 0,-32 0 463 0 0,39-5-250 0 0,-1 0-3601 0 0,-35 7 3450 0 0</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6.072"/>
    </inkml:context>
    <inkml:brush xml:id="br0">
      <inkml:brushProperty name="width" value="0.1" units="cm"/>
      <inkml:brushProperty name="height" value="0.1" units="cm"/>
      <inkml:brushProperty name="color" value="#849398"/>
    </inkml:brush>
  </inkml:definitions>
  <inkml:trace contextRef="#ctx0" brushRef="#br0">1 40 10338 0 0,'0'4'224'0'0,"0"-2"56"0"0,1-1 8 0 0,1 1 0 0 0,1-2-288 0 0,0-2 0 0 0,2 2 0 0 0,4-1 0 0 0,4-2 593 0 0,5-1 63 0 0,4-2 16 0 0,1 0 0 0 0,-1 0-1248 0 0,-2 2-256 0 0,2 1-40 0 0,-3-3-17 0 0,0-1 697 0 0</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6.721"/>
    </inkml:context>
    <inkml:brush xml:id="br0">
      <inkml:brushProperty name="width" value="0.1" units="cm"/>
      <inkml:brushProperty name="height" value="0.1" units="cm"/>
      <inkml:brushProperty name="color" value="#849398"/>
    </inkml:brush>
  </inkml:definitions>
  <inkml:trace contextRef="#ctx0" brushRef="#br0">110 48 12443 0 0,'1'-2'330'0'0,"-1"-1"0"0"0,0 1 0 0 0,1 0 0 0 0,-1 0-1 0 0,0 0 1 0 0,0-1 0 0 0,0 1 0 0 0,-1 0 0 0 0,1 0 0 0 0,0-1 0 0 0,-1 1 0 0 0,0 0 0 0 0,1 0 0 0 0,-1 0 0 0 0,0 0 0 0 0,0 0 0 0 0,0 0 0 0 0,-2-2 0 0 0,3 3-228 0 0,0 1 0 0 0,-1 0 0 0 0,1-1 0 0 0,-1 1 0 0 0,1 0 0 0 0,-1-1 0 0 0,1 1 0 0 0,-1 0 0 0 0,1-1-1 0 0,-1 1 1 0 0,1 0 0 0 0,-1 0 0 0 0,0 0 0 0 0,1 0 0 0 0,-1-1 0 0 0,1 1 0 0 0,-1 0 0 0 0,0 0 0 0 0,1 0 0 0 0,-1 0 0 0 0,1 0 0 0 0,-1 0 0 0 0,1 0 0 0 0,-2 1 0 0 0,0 0-22 0 0,1-1 1 0 0,-1 1 0 0 0,1 0 0 0 0,-1 0-1 0 0,1 0 1 0 0,0 0 0 0 0,-1 1-1 0 0,1-1 1 0 0,0 0 0 0 0,0 0 0 0 0,0 1-1 0 0,-2 2 1 0 0,-6 11 3 0 0,0 1-1 0 0,1 1 1 0 0,1-1-1 0 0,0 1 1 0 0,1 1-1 0 0,1-1 1 0 0,-5 32-1 0 0,7-24-87 0 0,0 1-1 0 0,2-1 0 0 0,0 0 0 0 0,2 0 0 0 0,4 26 0 0 0,-2-32 5 0 0,1-1 0 0 0,1 0 0 0 0,1 0 0 0 0,0-1 0 0 0,2 0 0 0 0,0 0 0 0 0,0 0 0 0 0,13 16 0 0 0,-16-25 0 0 0,1 0 0 0 0,0 0 0 0 0,1 0 0 0 0,-1-1 0 0 0,1 0 0 0 0,1-1 0 0 0,-1 1 0 0 0,1-2 0 0 0,0 1 0 0 0,1-1 0 0 0,-1 0 0 0 0,1 0 0 0 0,0-1 0 0 0,0-1 0 0 0,0 1 0 0 0,1-2 0 0 0,9 3 0 0 0,-12-4 30 0 0,-1-1 1 0 0,1 0-1 0 0,-1 0 0 0 0,0 0 1 0 0,1 0-1 0 0,-1-1 0 0 0,1 0 1 0 0,-1-1-1 0 0,0 0 0 0 0,0 0 1 0 0,0 0-1 0 0,0 0 1 0 0,0-1-1 0 0,0 0 0 0 0,-1 0 1 0 0,1-1-1 0 0,-1 1 0 0 0,0-1 1 0 0,0-1-1 0 0,0 1 0 0 0,-1 0 1 0 0,1-1-1 0 0,-1 0 0 0 0,0 0 1 0 0,-1-1-1 0 0,1 1 1 0 0,-1-1-1 0 0,5-11 0 0 0,-3 5 55 0 0,0 0 0 0 0,-1-1 0 0 0,0 0 0 0 0,-1 0-1 0 0,-1 0 1 0 0,0-1 0 0 0,0 1 0 0 0,-1-1 0 0 0,-1 1 0 0 0,-1 0-1 0 0,0-1 1 0 0,-5-25 0 0 0,0 16-45 0 0,-1 1 0 0 0,-2 0 1 0 0,0 0-1 0 0,-1 1 0 0 0,-1 0 0 0 0,-18-25 1 0 0,21 34-184 0 0,-1 1 0 0 0,-1-1 0 0 0,1 1 0 0 0,-2 1 1 0 0,0 0-1 0 0,0 0 0 0 0,-1 1 0 0 0,0 1 0 0 0,0 0 0 0 0,-1 1 1 0 0,-16-7-1 0 0,10 8-1774 0 0,-1 4-5879 0 0</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7.245"/>
    </inkml:context>
    <inkml:brush xml:id="br0">
      <inkml:brushProperty name="width" value="0.1" units="cm"/>
      <inkml:brushProperty name="height" value="0.1" units="cm"/>
      <inkml:brushProperty name="color" value="#849398"/>
    </inkml:brush>
  </inkml:definitions>
  <inkml:trace contextRef="#ctx0" brushRef="#br0">455 111 6449 0 0,'-454'70'12832'0'0,"1013"-143"-10315"0"0,-317 46-1942 0 0,-60 9-766 0 0,120-18-348 0 0,-275 31-31 0 0,69-11 306 0 0,-31 11-6287 0 0,-46 5 407 0 0</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17.753"/>
    </inkml:context>
    <inkml:brush xml:id="br0">
      <inkml:brushProperty name="width" value="0.1" units="cm"/>
      <inkml:brushProperty name="height" value="0.1" units="cm"/>
      <inkml:brushProperty name="color" value="#849398"/>
    </inkml:brush>
  </inkml:definitions>
  <inkml:trace contextRef="#ctx0" brushRef="#br0">8 6 10594 0 0,'-7'-6'11711'0'0,"22"88"-10407"0"0,-4 1 0 0 0,3 133 0 0 0,-3-20-2828 0 0,-8-166-7278 0 0</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25.014"/>
    </inkml:context>
    <inkml:brush xml:id="br0">
      <inkml:brushProperty name="width" value="0.1" units="cm"/>
      <inkml:brushProperty name="height" value="0.1" units="cm"/>
      <inkml:brushProperty name="color" value="#849398"/>
    </inkml:brush>
  </inkml:definitions>
  <inkml:trace contextRef="#ctx0" brushRef="#br0">319 3 10594 0 0,'-1'0'143'0'0,"1"-1"-1"0"0,0 1 0 0 0,-1 0 1 0 0,1 0-1 0 0,-1-1 0 0 0,1 1 1 0 0,0 0-1 0 0,-1 0 1 0 0,1 0-1 0 0,-1 0 0 0 0,1-1 1 0 0,0 1-1 0 0,-1 0 0 0 0,1 0 1 0 0,-1 0-1 0 0,1 0 0 0 0,-1 0 1 0 0,1 0-1 0 0,0 0 1 0 0,-1 0-1 0 0,1 0 0 0 0,-1 1 1 0 0,1-1-1 0 0,-1 0 0 0 0,1 0 1 0 0,0 0-1 0 0,-1 0 0 0 0,1 1 1 0 0,-1-1-1 0 0,-15 6 742 0 0,-11 9-616 0 0,0 2 0 0 0,1 1-1 0 0,0 1 1 0 0,2 1 0 0 0,1 1 0 0 0,0 1 0 0 0,1 1 0 0 0,-33 48 0 0 0,50-64-188 0 0,0 0 0 0 0,1 0 0 0 0,0 0 0 0 0,1 1 1 0 0,-1 0-1 0 0,1-1 0 0 0,1 1 0 0 0,-3 16 0 0 0,4-21-60 0 0,1-1 0 0 0,0 1 0 0 0,0-1-1 0 0,0 1 1 0 0,0 0 0 0 0,0-1 0 0 0,0 1 0 0 0,1-1 0 0 0,-1 1 0 0 0,1-1-1 0 0,0 1 1 0 0,0-1 0 0 0,0 1 0 0 0,0-1 0 0 0,0 0 0 0 0,1 1-1 0 0,-1-1 1 0 0,1 0 0 0 0,-1 0 0 0 0,1 0 0 0 0,0 0 0 0 0,0 0 0 0 0,0 0-1 0 0,0-1 1 0 0,0 1 0 0 0,0-1 0 0 0,0 1 0 0 0,0-1 0 0 0,1 0 0 0 0,-1 0-1 0 0,5 2 1 0 0,10 1-15 0 0,-1-1 0 0 0,1 0-1 0 0,0-1 1 0 0,0-1 0 0 0,0 0 0 0 0,1-2 0 0 0,19-2-1 0 0,-8 1 12 0 0,35 3 0 0 0,-46 0 7 0 0,-1 2 1 0 0,0 0-1 0 0,21 6 1 0 0,-33-7 28 0 0,1 0-1 0 0,0 0 0 0 0,-1 1 1 0 0,1-1-1 0 0,-1 1 1 0 0,0 1-1 0 0,0-1 0 0 0,0 1 1 0 0,0 0-1 0 0,0 0 1 0 0,-1 0-1 0 0,6 8 0 0 0,-8-10 2 0 0,-1 0 1 0 0,0 1-1 0 0,-1-1 0 0 0,1 1 0 0 0,0-1 0 0 0,-1 1 0 0 0,1-1 0 0 0,-1 1 1 0 0,0 0-1 0 0,0-1 0 0 0,0 1 0 0 0,0 0 0 0 0,0-1 0 0 0,0 1 0 0 0,-1-1 0 0 0,1 1 1 0 0,-1-1-1 0 0,0 1 0 0 0,0-1 0 0 0,0 1 0 0 0,0-1 0 0 0,0 0 0 0 0,-1 1 0 0 0,1-1 1 0 0,-1 0-1 0 0,1 0 0 0 0,-5 4 0 0 0,-3 5 113 0 0,-2 0 0 0 0,0 0 1 0 0,-15 12-1 0 0,-72 44 324 0 0,62-43-601 0 0,-38 30-1 0 0,63-45-1493 0 0,1 1-1 0 0,0 0 0 0 0,-18 24 0 0 0</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25.507"/>
    </inkml:context>
    <inkml:brush xml:id="br0">
      <inkml:brushProperty name="width" value="0.1" units="cm"/>
      <inkml:brushProperty name="height" value="0.1" units="cm"/>
      <inkml:brushProperty name="color" value="#849398"/>
    </inkml:brush>
  </inkml:definitions>
  <inkml:trace contextRef="#ctx0" brushRef="#br0">8 4 11979 0 0,'-7'-4'8448'0'0,"7"10"-7897"0"0,1 247 1475 0 0,2-85-5207 0 0,-3-155 923 0 0</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25.809"/>
    </inkml:context>
    <inkml:brush xml:id="br0">
      <inkml:brushProperty name="width" value="0.1" units="cm"/>
      <inkml:brushProperty name="height" value="0.1" units="cm"/>
      <inkml:brushProperty name="color" value="#849398"/>
    </inkml:brush>
  </inkml:definitions>
  <inkml:trace contextRef="#ctx0" brushRef="#br0">1 317 11058 0 0,'1'-6'307'0'0,"0"1"-1"0"0,0-1 0 0 0,1 0 0 0 0,0 0 0 0 0,0 1 1 0 0,0-1-1 0 0,1 1 0 0 0,-1 0 0 0 0,1-1 1 0 0,1 1-1 0 0,4-5 0 0 0,-7 9-135 0 0,0-1-1 0 0,0 1 1 0 0,1 0-1 0 0,-1 0 1 0 0,0 0 0 0 0,1 0-1 0 0,-1 0 1 0 0,1 1-1 0 0,-1-1 1 0 0,1 0-1 0 0,-1 1 1 0 0,1-1 0 0 0,0 1-1 0 0,-1-1 1 0 0,1 1-1 0 0,-1 0 1 0 0,4 0-1 0 0,-3 0-3 0 0,1 1 0 0 0,-1-1-1 0 0,1 1 1 0 0,-1 0 0 0 0,0 0-1 0 0,1 0 1 0 0,-1 0 0 0 0,0 0-1 0 0,0 0 1 0 0,0 1 0 0 0,0-1-1 0 0,0 1 1 0 0,0-1-1 0 0,0 1 1 0 0,2 3 0 0 0,16 19 567 0 0,-1 0 0 0 0,18 30 0 0 0,26 34-345 0 0,-55-78-332 0 0,0-1-1 0 0,1 0 1 0 0,0-1 0 0 0,1 0 0 0 0,0-1 0 0 0,18 11-1 0 0,-27-17-46 0 0,1 0-1 0 0,-1 0 1 0 0,0-1-1 0 0,0 1 1 0 0,1 0-1 0 0,-1-1 1 0 0,0 1-1 0 0,1-1 1 0 0,-1 0-1 0 0,1 1 0 0 0,-1-1 1 0 0,0 0-1 0 0,1 0 1 0 0,-1 0-1 0 0,1 0 1 0 0,-1 0-1 0 0,0 0 1 0 0,1 0-1 0 0,-1-1 1 0 0,1 1-1 0 0,-1 0 1 0 0,0-1-1 0 0,1 1 1 0 0,-1-1-1 0 0,0 0 0 0 0,1 1 1 0 0,-1-1-1 0 0,0 0 1 0 0,0 0-1 0 0,0 0 1 0 0,0 0-1 0 0,0 0 1 0 0,0 0-1 0 0,0 0 1 0 0,0 0-1 0 0,0 0 1 0 0,0 0-1 0 0,-1 0 1 0 0,1-1-1 0 0,0 1 0 0 0,-1 0 1 0 0,1-1-1 0 0,-1 1 1 0 0,1 0-1 0 0,-1-1 1 0 0,0 1-1 0 0,1-3 1 0 0,2-10 55 0 0,-1 0 0 0 0,-1 1 0 0 0,0-29 0 0 0,-1 28-49 0 0,1-17-116 0 0,7-186 245 0 0,2 74-3745 0 0</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26.021"/>
    </inkml:context>
    <inkml:brush xml:id="br0">
      <inkml:brushProperty name="width" value="0.1" units="cm"/>
      <inkml:brushProperty name="height" value="0.1" units="cm"/>
      <inkml:brushProperty name="color" value="#849398"/>
    </inkml:brush>
  </inkml:definitions>
  <inkml:trace contextRef="#ctx0" brushRef="#br0">0 0 3393 0 0,'6'1'294'0'0,"-1"0"0"0"0,1 0 0 0 0,-1 0 0 0 0,0 0 0 0 0,0 1 0 0 0,1-1 0 0 0,-1 2 0 0 0,0-1 0 0 0,-1 0 0 0 0,1 1 0 0 0,0 0 0 0 0,-1 0 0 0 0,1 0 0 0 0,-1 1 0 0 0,0-1 0 0 0,0 1 0 0 0,-1 0 0 0 0,1 0 0 0 0,-1 1 0 0 0,0-1 0 0 0,0 1 0 0 0,0-1 0 0 0,3 9 0 0 0,3 6 1041 0 0,-1 0 0 0 0,-1 1 0 0 0,0 0 0 0 0,6 37 0 0 0,-5-10 547 0 0,3 66 0 0 0,-11-86-1898 0 0,0-1-1 0 0,-1 0 1 0 0,-2 1-1 0 0,-7 28 1 0 0,2-27-2455 0 0</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26.330"/>
    </inkml:context>
    <inkml:brush xml:id="br0">
      <inkml:brushProperty name="width" value="0.1" units="cm"/>
      <inkml:brushProperty name="height" value="0.1" units="cm"/>
      <inkml:brushProperty name="color" value="#849398"/>
    </inkml:brush>
  </inkml:definitions>
  <inkml:trace contextRef="#ctx0" brushRef="#br0">3 157 9218 0 0,'-1'-3'117'0'0,"0"0"1"0"0,1 0-1 0 0,-1 0 1 0 0,1-1-1 0 0,0 1 1 0 0,0 0-1 0 0,0 0 1 0 0,1 0-1 0 0,-1 0 1 0 0,1-1-1 0 0,0 1 1 0 0,0 0-1 0 0,2-6 1 0 0,0 4 196 0 0,1 0 0 0 0,-1 0 1 0 0,1 1-1 0 0,0-1 0 0 0,1 1 1 0 0,6-7-1 0 0,0 3 101 0 0,-1 0 1 0 0,2 1-1 0 0,-1 0 0 0 0,1 1 1 0 0,-1 0-1 0 0,2 1 0 0 0,-1 0 1 0 0,1 1-1 0 0,18-4 0 0 0,-24 6-207 0 0,0 1 1 0 0,0 1-1 0 0,0-1 0 0 0,0 1 0 0 0,0 0 0 0 0,0 1 0 0 0,0 0 0 0 0,12 3 0 0 0,-15-3-106 0 0,0 0 0 0 0,0 1-1 0 0,0 0 1 0 0,0 0 0 0 0,-1 0-1 0 0,1 0 1 0 0,-1 0 0 0 0,1 1-1 0 0,-1 0 1 0 0,0 0 0 0 0,0 0 0 0 0,0 0-1 0 0,0 0 1 0 0,-1 0 0 0 0,4 6-1 0 0,-3-4-69 0 0,-1 1 0 0 0,0-1 0 0 0,0 1 0 0 0,0-1 0 0 0,-1 1 0 0 0,0 0 0 0 0,0 0 0 0 0,0 0-1 0 0,-1 0 1 0 0,0-1 0 0 0,0 1 0 0 0,0 0 0 0 0,-1 0 0 0 0,-2 11 0 0 0,-3 7-34 0 0,-2 0 0 0 0,-11 27-1 0 0,11-29 28 0 0,-13 24-15 0 0,15-36 62 0 0,1 0 0 0 0,0 0 0 0 0,1 1 0 0 0,0 0 0 0 0,1 0-1 0 0,0 0 1 0 0,-2 22 0 0 0,5-31-41 0 0,0-1 0 0 0,0 1 1 0 0,0-1-1 0 0,0 0 0 0 0,0 1 0 0 0,0-1 0 0 0,1 1 1 0 0,-1-1-1 0 0,1 0 0 0 0,-1 1 0 0 0,1-1 0 0 0,-1 0 1 0 0,1 0-1 0 0,0 1 0 0 0,-1-1 0 0 0,1 0 0 0 0,0 0 1 0 0,0 0-1 0 0,0 0 0 0 0,0 0 0 0 0,0 0 0 0 0,0 0 1 0 0,0 0-1 0 0,2 1 0 0 0,-1-1 5 0 0,1 0 0 0 0,0 0-1 0 0,0-1 1 0 0,0 1 0 0 0,-1 0 0 0 0,1-1 0 0 0,0 0-1 0 0,0 0 1 0 0,0 0 0 0 0,0 0 0 0 0,3-1-1 0 0,7-1 47 0 0,1-1-1 0 0,-1 0 1 0 0,23-10-1 0 0,75-40-2447 0 0,-91 46-5182 0 0</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27.174"/>
    </inkml:context>
    <inkml:brush xml:id="br0">
      <inkml:brushProperty name="width" value="0.1" units="cm"/>
      <inkml:brushProperty name="height" value="0.1" units="cm"/>
      <inkml:brushProperty name="color" value="#849398"/>
    </inkml:brush>
  </inkml:definitions>
  <inkml:trace contextRef="#ctx0" brushRef="#br0">0 37 11979 0 0,'28'-12'6869'0'0,"13"-6"-7422"0"0,-38 16 23 0 0,0 1 1 0 0,0 0-1 0 0,0 0 0 0 0,0 1 1 0 0,1-1-1 0 0,-1 1 1 0 0,0-1-1 0 0,1 1 0 0 0,-1 0 1 0 0,5 1-1 0 0</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27.321"/>
    </inkml:context>
    <inkml:brush xml:id="br0">
      <inkml:brushProperty name="width" value="0.1" units="cm"/>
      <inkml:brushProperty name="height" value="0.1" units="cm"/>
      <inkml:brushProperty name="color" value="#849398"/>
    </inkml:brush>
  </inkml:definitions>
  <inkml:trace contextRef="#ctx0" brushRef="#br0">1 53 5065 0 0,'0'1'448'0'0,"1"1"-352"0"0,1-2-96 0 0,-1 1 0 0 0,2-1 896 0 0,0 0 169 0 0,4 2 31 0 0,4-2 8 0 0,5 0-72 0 0,3-5-7 0 0,2-1-9 0 0,3-2 0 0 0,-1-1-1352 0 0,2-1-272 0 0,-1 1-48 0 0,-2 2-17 0 0,-1 2 577 0 0</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28.870"/>
    </inkml:context>
    <inkml:brush xml:id="br0">
      <inkml:brushProperty name="width" value="0.1" units="cm"/>
      <inkml:brushProperty name="height" value="0.1" units="cm"/>
      <inkml:brushProperty name="color" value="#849398"/>
    </inkml:brush>
  </inkml:definitions>
  <inkml:trace contextRef="#ctx0" brushRef="#br0">63 69 7834 0 0,'2'-22'1960'0'0,"-1"19"-1335"0"0,0-1 0 0 0,-1 0-1 0 0,0 0 1 0 0,1 0 0 0 0,-1 0 0 0 0,-1 0 0 0 0,1 0-1 0 0,0 0 1 0 0,-3-7 0 0 0,3 11-538 0 0,-1 0 0 0 0,1 0 0 0 0,0 0 0 0 0,-1 0 0 0 0,1 1-1 0 0,0-1 1 0 0,-1 0 0 0 0,1 0 0 0 0,0 0 0 0 0,-1 1 0 0 0,1-1 0 0 0,0 0 0 0 0,-1 1-1 0 0,1-1 1 0 0,0 0 0 0 0,0 1 0 0 0,-1-1 0 0 0,1 0 0 0 0,0 1 0 0 0,0-1 0 0 0,0 0 0 0 0,0 1-1 0 0,0-1 1 0 0,-1 1 0 0 0,1-1 0 0 0,0 0 0 0 0,0 1 0 0 0,0-1 0 0 0,0 1 0 0 0,0-1-1 0 0,0 0 1 0 0,0 1 0 0 0,0 0 0 0 0,-4 19 465 0 0,-3 75-61 0 0,6 102 0 0 0,-3 47-1801 0 0,1-217-270 0 0,-2 0-1 0 0,-8 27 1 0 0,5-25-1592 0 0,-4 37 0 0 0</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29.356"/>
    </inkml:context>
    <inkml:brush xml:id="br0">
      <inkml:brushProperty name="width" value="0.1" units="cm"/>
      <inkml:brushProperty name="height" value="0.1" units="cm"/>
      <inkml:brushProperty name="color" value="#849398"/>
    </inkml:brush>
  </inkml:definitions>
  <inkml:trace contextRef="#ctx0" brushRef="#br0">154 177 2304 0 0,'4'-29'340'0'0,"-2"20"722"0"0,0 1 0 0 0,-1-1 1 0 0,0 1-1 0 0,0-1 0 0 0,-1 1 0 0 0,-1-14 0 0 0,0 22-937 0 0,1 0 0 0 0,-1 0-1 0 0,1 0 1 0 0,-1 0 0 0 0,1 0-1 0 0,-1 0 1 0 0,1 0-1 0 0,-1 0 1 0 0,1 0 0 0 0,-1 0-1 0 0,1 0 1 0 0,-1 0-1 0 0,1 1 1 0 0,-1-1 0 0 0,1 0-1 0 0,-1 0 1 0 0,1 0-1 0 0,0 1 1 0 0,-1-1 0 0 0,1 0-1 0 0,-1 0 1 0 0,1 1-1 0 0,0-1 1 0 0,-1 0 0 0 0,1 1-1 0 0,0-1 1 0 0,-1 1-1 0 0,1-1 1 0 0,0 0 0 0 0,0 1-1 0 0,-1-1 1 0 0,1 1 0 0 0,-14 14 634 0 0,-13 23-522 0 0,2 1 0 0 0,1 1 0 0 0,-26 64 0 0 0,41-74-300 0 0,9-30 59 0 0,0 0 1 0 0,0 0-1 0 0,0 0 0 0 0,-1 0 0 0 0,1 0 0 0 0,0 0 1 0 0,0 0-1 0 0,0 0 0 0 0,0 0 0 0 0,0 0 1 0 0,0 1-1 0 0,0-1 0 0 0,0 0 0 0 0,0 0 0 0 0,0 0 1 0 0,0 0-1 0 0,0 0 0 0 0,0 0 0 0 0,0 0 0 0 0,0 0 1 0 0,0 0-1 0 0,0 1 0 0 0,0-1 0 0 0,0 0 1 0 0,0 0-1 0 0,0 0 0 0 0,0 0 0 0 0,0 0 0 0 0,0 0 1 0 0,0 0-1 0 0,1 0 0 0 0,-1 0 0 0 0,0 1 1 0 0,0-1-1 0 0,0 0 0 0 0,0 0 0 0 0,0 0 0 0 0,0 0 1 0 0,0 0-1 0 0,0 0 0 0 0,0 0 0 0 0,0 0 1 0 0,0 0-1 0 0,0 0 0 0 0,1 0 0 0 0,-1 0 0 0 0,0 0 1 0 0,0 0-1 0 0,0 0 0 0 0,0 0 0 0 0,0 0 1 0 0,0 0-1 0 0,0 0 0 0 0,0 0 0 0 0,0 0 0 0 0,1 0 1 0 0,-1 0-1 0 0,0 0 0 0 0,0 0 0 0 0,0 0 1 0 0,0 0-1 0 0,0 0 0 0 0,0 0 0 0 0,0 0 0 0 0,11-14-375 0 0,2-11 580 0 0,-1 1-1 0 0,-2-2 0 0 0,15-51 1 0 0,-19 55 586 0 0,0 1 0 0 0,2-1 0 0 0,0 1 1 0 0,1 1-1 0 0,1 0 0 0 0,24-35 0 0 0,-34 54-765 0 0,1 1-1 0 0,-1 0 1 0 0,1-1 0 0 0,-1 1-1 0 0,1 0 1 0 0,-1 0-1 0 0,0-1 1 0 0,1 1 0 0 0,-1 0-1 0 0,1 0 1 0 0,0 0-1 0 0,-1 0 1 0 0,1-1 0 0 0,-1 1-1 0 0,1 0 1 0 0,-1 0-1 0 0,1 0 1 0 0,-1 0 0 0 0,1 0-1 0 0,-1 0 1 0 0,1 0-1 0 0,-1 1 1 0 0,1-1 0 0 0,-1 0-1 0 0,1 0 1 0 0,-1 0-1 0 0,1 0 1 0 0,-1 1 0 0 0,1-1-1 0 0,-1 0 1 0 0,1 0-1 0 0,-1 1 1 0 0,1-1 0 0 0,-1 0-1 0 0,0 1 1 0 0,1-1-1 0 0,-1 1 1 0 0,0-1-1 0 0,1 0 1 0 0,-1 1 0 0 0,0-1-1 0 0,1 1 1 0 0,-1-1-1 0 0,0 1 1 0 0,0-1 0 0 0,0 1-1 0 0,1-1 1 0 0,-1 2-1 0 0,18 34-6 0 0,-12-23 55 0 0,78 128-123 0 0,-41-71-927 0 0,-20-24-1830 0 0,-13-22-4074 0 0</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29.814"/>
    </inkml:context>
    <inkml:brush xml:id="br0">
      <inkml:brushProperty name="width" value="0.1" units="cm"/>
      <inkml:brushProperty name="height" value="0.1" units="cm"/>
      <inkml:brushProperty name="color" value="#849398"/>
    </inkml:brush>
  </inkml:definitions>
  <inkml:trace contextRef="#ctx0" brushRef="#br0">35 15 2761 0 0,'-35'-14'13075'0'0,"36"14"-12969"0"0,1 6 415 0 0,1-1 0 0 0,-1 1 1 0 0,0 0-1 0 0,0 0 0 0 0,1 10 0 0 0,-2-9-382 0 0,1-1 0 0 0,-1 0 0 0 0,1 0 1 0 0,0 0-1 0 0,1 0 0 0 0,4 8 0 0 0,-5-10-98 0 0,0-1 0 0 0,1 1 0 0 0,-1 0 0 0 0,1-1 0 0 0,0 0 0 0 0,1 0 0 0 0,-1 0 0 0 0,0 0 0 0 0,1 0 0 0 0,-1-1 0 0 0,1 1 0 0 0,0-1 0 0 0,0 0 0 0 0,0 0 0 0 0,0-1 0 0 0,0 1 0 0 0,0-1 0 0 0,1 0 0 0 0,-1 0 0 0 0,8 1 0 0 0,-5-2 95 0 0,0-1-1 0 0,1 0 1 0 0,-1 0-1 0 0,0 0 0 0 0,0-1 1 0 0,0 0-1 0 0,0 0 0 0 0,-1-1 1 0 0,1 0-1 0 0,-1 0 0 0 0,13-8 1 0 0,3-5-76 0 0,37-33 0 0 0,-35 28-564 0 0,-13 12-92 0 0</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32.161"/>
    </inkml:context>
    <inkml:brush xml:id="br0">
      <inkml:brushProperty name="width" value="0.1" units="cm"/>
      <inkml:brushProperty name="height" value="0.1" units="cm"/>
      <inkml:brushProperty name="color" value="#849398"/>
    </inkml:brush>
  </inkml:definitions>
  <inkml:trace contextRef="#ctx0" brushRef="#br0">20 4 8754 0 0,'-19'-3'7955'0'0,"19"4"-8164"0"0,1 1-1 0 0,-1-1 0 0 0,1 1 0 0 0,0-1 1 0 0,0 1-1 0 0,0-1 0 0 0,0 0 1 0 0,0 1-1 0 0,0-1 0 0 0,0 0 0 0 0,1 0 1 0 0,1 2-1 0 0</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32.462"/>
    </inkml:context>
    <inkml:brush xml:id="br0">
      <inkml:brushProperty name="width" value="0.1" units="cm"/>
      <inkml:brushProperty name="height" value="0.1" units="cm"/>
      <inkml:brushProperty name="color" value="#849398"/>
    </inkml:brush>
  </inkml:definitions>
  <inkml:trace contextRef="#ctx0" brushRef="#br0">3 90 7834 0 0,'0'0'39'0'0,"0"0"1"0"0,0 0-1 0 0,-1 0 1 0 0,1 0 0 0 0,0-1-1 0 0,0 1 1 0 0,0 0-1 0 0,0 0 1 0 0,-1 0 0 0 0,1-1-1 0 0,0 1 1 0 0,0 0-1 0 0,0 0 1 0 0,0-1 0 0 0,0 1-1 0 0,0 0 1 0 0,0 0-1 0 0,0-1 1 0 0,-1 1 0 0 0,1 0-1 0 0,0 0 1 0 0,0-1-1 0 0,0 1 1 0 0,0 0 0 0 0,0 0-1 0 0,0-1 1 0 0,0 1-1 0 0,1 0 1 0 0,-1 0 0 0 0,0-1-1 0 0,0 1 1 0 0,0 0-1 0 0,0 0 1 0 0,0-1 0 0 0,0 1-1 0 0,0 0 1 0 0,1 0-1 0 0,-1-1 1 0 0,0 1-1 0 0,0 0 1 0 0,13-15 859 0 0,18-8 21 0 0,21-17-5716 0 0,-46 37 3653 0 0</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32.700"/>
    </inkml:context>
    <inkml:brush xml:id="br0">
      <inkml:brushProperty name="width" value="0.1" units="cm"/>
      <inkml:brushProperty name="height" value="0.1" units="cm"/>
      <inkml:brushProperty name="color" value="#849398"/>
    </inkml:brush>
  </inkml:definitions>
  <inkml:trace contextRef="#ctx0" brushRef="#br0">20 0 3225 0 0,'-2'2'62'0'0,"1"-1"1"0"0,-1 0-1 0 0,1 1 1 0 0,-1-1-1 0 0,1 0 1 0 0,0 1-1 0 0,-1 0 1 0 0,1-1-1 0 0,0 1 1 0 0,0 0-1 0 0,0-1 1 0 0,1 1-1 0 0,-1 0 1 0 0,0 0-1 0 0,1 0 1 0 0,-1 0-1 0 0,0 2 1 0 0,1-2 100 0 0,0-1 0 0 0,1 1 0 0 0,-1-1 0 0 0,0 0 0 0 0,1 1 1 0 0,-1-1-1 0 0,1 0 0 0 0,-1 0 0 0 0,1 1 0 0 0,0-1 0 0 0,-1 0 0 0 0,1 0 0 0 0,0 0 0 0 0,0 0 1 0 0,0 0-1 0 0,0 0 0 0 0,0 0 0 0 0,0 0 0 0 0,0 0 0 0 0,0 0 0 0 0,0 0 0 0 0,0-1 0 0 0,0 1 1 0 0,1 0-1 0 0,-1-1 0 0 0,2 1 0 0 0,4 3 297 0 0,1-1 0 0 0,-1 1 0 0 0,0 0 0 0 0,-1 1 0 0 0,1-1 0 0 0,-1 1 1 0 0,0 1-1 0 0,10 9 0 0 0,-14-12-371 0 0,0 0 1 0 0,0 0 0 0 0,0 1 0 0 0,0-1-1 0 0,0 1 1 0 0,-1-1 0 0 0,0 1 0 0 0,1 0-1 0 0,-1-1 1 0 0,-1 1 0 0 0,1 0 0 0 0,0 0-1 0 0,-1-1 1 0 0,0 1 0 0 0,0 0-1 0 0,0 0 1 0 0,0 0 0 0 0,-1 0 0 0 0,1-1-1 0 0,-2 5 1 0 0,-32 82-2652 0 0,33-79 1723 0 0</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33.481"/>
    </inkml:context>
    <inkml:brush xml:id="br0">
      <inkml:brushProperty name="width" value="0.1" units="cm"/>
      <inkml:brushProperty name="height" value="0.1" units="cm"/>
      <inkml:brushProperty name="color" value="#849398"/>
    </inkml:brush>
  </inkml:definitions>
  <inkml:trace contextRef="#ctx0" brushRef="#br0">1 70 1376 0 0,'0'6'5694'0'0,"2"25"-3001"0"0,6 13-1181 0 0,22 80 0 0 0,-32-138-1423 0 0,0-1 1 0 0,1 1-1 0 0,0 0 0 0 0,1-1 1 0 0,2-14-1 0 0,-1 19-21 0 0,0 0 1 0 0,1 0-1 0 0,0 0 0 0 0,0 0 0 0 0,1 1 1 0 0,0-1-1 0 0,1 1 0 0 0,0-1 0 0 0,0 1 0 0 0,8-11 1 0 0,-12 20-22 0 0,0 0 0 0 0,0-1-1 0 0,0 1 1 0 0,1 0 0 0 0,-1 0 0 0 0,0-1 0 0 0,0 1 0 0 0,1 0 0 0 0,-1 0 0 0 0,0 0 0 0 0,0-1 0 0 0,1 1 0 0 0,-1 0 0 0 0,0 0-1 0 0,1 0 1 0 0,-1 0 0 0 0,0 0 0 0 0,0 0 0 0 0,1 0 0 0 0,-1 0 0 0 0,0-1 0 0 0,1 1 0 0 0,-1 0 0 0 0,0 0 0 0 0,1 0 0 0 0,-1 1 0 0 0,0-1-1 0 0,1 0 1 0 0,-1 0 0 0 0,0 0 0 0 0,0 0 0 0 0,1 0 0 0 0,-1 0 0 0 0,1 1 0 0 0,9 10 683 0 0,5 24-476 0 0,-12-28-102 0 0,-3-6-170 0 0,1 0 0 0 0,-1 1 0 0 0,1-1 0 0 0,-1 1 1 0 0,1-1-1 0 0,0 0 0 0 0,0 0 0 0 0,0 0 1 0 0,0 1-1 0 0,0-1 0 0 0,0 0 0 0 0,0 0 0 0 0,0 0 1 0 0,0 0-1 0 0,2 1 0 0 0,-2-2-7 0 0,-1 0 0 0 0,1 0 0 0 0,-1 0 0 0 0,1 0 0 0 0,-1 0 0 0 0,1 0-1 0 0,-1 0 1 0 0,1 0 0 0 0,-1 0 0 0 0,1-1 0 0 0,-1 1 0 0 0,1 0 0 0 0,-1 0 0 0 0,1 0 0 0 0,-1-1 0 0 0,1 1 0 0 0,-1 0-1 0 0,1-1 1 0 0,-1 1 0 0 0,1 0 0 0 0,-1-1 0 0 0,0 1 0 0 0,1 0 0 0 0,-1-1 0 0 0,0 1 0 0 0,1-1 0 0 0,-1 0 0 0 0,5-6-279 0 0,-2 0 0 0 0,1 0 1 0 0,-1 0-1 0 0,3-12 1 0 0,0 1 55 0 0,-4 13 430 0 0,0 1 0 0 0,0 0 1 0 0,0 0-1 0 0,1-1 0 0 0,-1 1 0 0 0,1 1 0 0 0,0-1 1 0 0,0 0-1 0 0,1 1 0 0 0,-1-1 0 0 0,6-3 0 0 0,-7 6-112 0 0,0 0 0 0 0,-1 1 0 0 0,1-1 0 0 0,0 1-1 0 0,0-1 1 0 0,-1 1 0 0 0,1-1 0 0 0,0 1-1 0 0,0 0 1 0 0,0 0 0 0 0,-1 0 0 0 0,1 0 0 0 0,0 1-1 0 0,0-1 1 0 0,-1 0 0 0 0,1 1 0 0 0,0-1-1 0 0,0 1 1 0 0,-1-1 0 0 0,1 1 0 0 0,0 0-1 0 0,-1 0 1 0 0,1 0 0 0 0,-1 0 0 0 0,1 0 0 0 0,-1 0-1 0 0,0 0 1 0 0,1 0 0 0 0,-1 1 0 0 0,0-1-1 0 0,0 1 1 0 0,2 1 0 0 0,7 9-218 0 0,16 16-1783 0 0,-7-11-2386 0 0</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33.783"/>
    </inkml:context>
    <inkml:brush xml:id="br0">
      <inkml:brushProperty name="width" value="0.1" units="cm"/>
      <inkml:brushProperty name="height" value="0.1" units="cm"/>
      <inkml:brushProperty name="color" value="#849398"/>
    </inkml:brush>
  </inkml:definitions>
  <inkml:trace contextRef="#ctx0" brushRef="#br0">8 261 8290 0 0,'-6'-5'1367'0'0,"5"11"181"0"0,1-2-1038 0 0,0 0-86 0 0,2 3-351 0 0,0 1 0 0 0,1-1 0 0 0,0 0 0 0 0,0 0 0 0 0,0 0 0 0 0,1 0-1 0 0,0 0 1 0 0,0-1 0 0 0,9 10 0 0 0,-11-13 22 0 0,0 0 0 0 0,0-1-1 0 0,1 1 1 0 0,0-1 0 0 0,-1 1-1 0 0,1-1 1 0 0,0 0 0 0 0,0 0-1 0 0,0 0 1 0 0,0-1 0 0 0,0 1 0 0 0,1-1-1 0 0,-1 0 1 0 0,1 0 0 0 0,-1 0-1 0 0,0 0 1 0 0,1 0 0 0 0,-1-1-1 0 0,1 0 1 0 0,0 1 0 0 0,-1-1-1 0 0,1-1 1 0 0,-1 1 0 0 0,7-1-1 0 0,-9 0 37 0 0,0 0-1 0 0,1 0 1 0 0,-1 0-1 0 0,0 0 1 0 0,0 0-1 0 0,1 0 1 0 0,-1 0-1 0 0,0 0 1 0 0,0 0-1 0 0,0 0 1 0 0,0-1-1 0 0,0 1 1 0 0,-1 0-1 0 0,1-1 1 0 0,0 1-1 0 0,-1 0 1 0 0,1-1-1 0 0,0-2 1 0 0,8-34 767 0 0,-6 25-534 0 0,47-160 1837 0 0,-39 142-3498 0 0,26-47 0 0 0,-25 56-5444 0 0</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35.010"/>
    </inkml:context>
    <inkml:brush xml:id="br0">
      <inkml:brushProperty name="width" value="0.1" units="cm"/>
      <inkml:brushProperty name="height" value="0.1" units="cm"/>
      <inkml:brushProperty name="color" value="#849398"/>
    </inkml:brush>
  </inkml:definitions>
  <inkml:trace contextRef="#ctx0" brushRef="#br0">1 61 4145 0 0,'11'-42'4695'0'0,"-7"24"-276"0"0,-5 41-2256 0 0,-4 74-1930 0 0,9 143-1 0 0,27 96 242 0 0,-17-206-415 0 0,74 379-487 0 0,-68-415 359 0 0,1 43-2757 0 0,-19-123-1957 0 0</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35.500"/>
    </inkml:context>
    <inkml:brush xml:id="br0">
      <inkml:brushProperty name="width" value="0.1" units="cm"/>
      <inkml:brushProperty name="height" value="0.1" units="cm"/>
      <inkml:brushProperty name="color" value="#849398"/>
    </inkml:brush>
  </inkml:definitions>
  <inkml:trace contextRef="#ctx0" brushRef="#br0">54 79 3225 0 0,'18'-15'1184'0'0,"-7"6"2790"0"0,-18 24-2117 0 0,-6 5-1526 0 0,1 1 0 0 0,0 1 0 0 0,2 0 0 0 0,1 0 0 0 0,-10 38 1 0 0,19-51-17 0 0,8-22 407 0 0,6-18 594 0 0,45-165 500 0 0,-59 195-1791 0 0,0 1 0 0 0,0 0 0 0 0,0 0 0 0 0,0-1 1 0 0,0 1-1 0 0,0 0 0 0 0,0 0 0 0 0,0 0 1 0 0,0-1-1 0 0,0 1 0 0 0,1 0 0 0 0,-1 0 1 0 0,0 0-1 0 0,0-1 0 0 0,0 1 0 0 0,0 0 1 0 0,0 0-1 0 0,1 0 0 0 0,-1-1 0 0 0,0 1 1 0 0,0 0-1 0 0,0 0 0 0 0,1 0 0 0 0,-1 0 1 0 0,0 0-1 0 0,0 0 0 0 0,0-1 0 0 0,1 1 1 0 0,-1 0-1 0 0,0 0 0 0 0,0 0 0 0 0,1 0 1 0 0,-1 0-1 0 0,0 0 0 0 0,0 0 0 0 0,1 0 1 0 0,-1 0-1 0 0,0 0 0 0 0,0 0 0 0 0,1 0 1 0 0,-1 0-1 0 0,0 0 0 0 0,12 10 549 0 0,15 27-223 0 0,-18-24-209 0 0,6 4-143 0 0,0-1-1 0 0,1-1 1 0 0,19 15 0 0 0,15 14-1906 0 0,-27-22-4095 0 0</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35.966"/>
    </inkml:context>
    <inkml:brush xml:id="br0">
      <inkml:brushProperty name="width" value="0.1" units="cm"/>
      <inkml:brushProperty name="height" value="0.1" units="cm"/>
      <inkml:brushProperty name="color" value="#849398"/>
    </inkml:brush>
  </inkml:definitions>
  <inkml:trace contextRef="#ctx0" brushRef="#br0">5 1 8754 0 0,'0'0'27'0'0,"-1"0"1"0"0,1 0-1 0 0,0 0 1 0 0,0 0-1 0 0,0 0 0 0 0,0 0 1 0 0,0 0-1 0 0,-1 0 1 0 0,1 0-1 0 0,0 0 1 0 0,0 0-1 0 0,0 0 1 0 0,0 0-1 0 0,0 0 0 0 0,-1 0 1 0 0,1 0-1 0 0,0 0 1 0 0,0 0-1 0 0,0 0 1 0 0,0 0-1 0 0,0 0 0 0 0,0 0 1 0 0,-1 0-1 0 0,1 0 1 0 0,0 0-1 0 0,0 1 1 0 0,0-1-1 0 0,0 0 1 0 0,0 0-1 0 0,0 0 0 0 0,0 0 1 0 0,0 0-1 0 0,0 0 1 0 0,0 1-1 0 0,-1-1 1 0 0,1 0-1 0 0,0 0 1 0 0,0 0-1 0 0,0 0 0 0 0,0 0 1 0 0,0 0-1 0 0,0 1 1 0 0,0-1-1 0 0,0 0 1 0 0,0 0-1 0 0,0 0 0 0 0,0 0 1 0 0,0 0-1 0 0,0 1 1 0 0,0-1-1 0 0,0 0 1 0 0,0 0-1 0 0,1 0 1 0 0,-1 0-1 0 0,0 0 0 0 0,0 1 1 0 0,0-1-1 0 0,0 0 1 0 0,0 0-1 0 0,6 17 1339 0 0,14 16 607 0 0,100 88 2780 0 0,-106-108-4113 0 0,-13-12-569 0 0,1 0 1 0 0,-1 0-1 0 0,0 1 1 0 0,0-1-1 0 0,1 0 1 0 0,-1 0-1 0 0,0 0 0 0 0,1 0 1 0 0,-1-1-1 0 0,1 1 1 0 0,-1 0-1 0 0,1-1 1 0 0,-1 1-1 0 0,1-1 0 0 0,0 1 1 0 0,-1-1-1 0 0,1 0 1 0 0,-1 0-1 0 0,1 1 0 0 0,0-1 1 0 0,0 0-1 0 0,-1-1 1 0 0,1 1-1 0 0,-1 0 1 0 0,1 0-1 0 0,0-1 0 0 0,-1 1 1 0 0,1-1-1 0 0,-1 1 1 0 0,1-1-1 0 0,-1 0 0 0 0,1 0 1 0 0,-1 0-1 0 0,1 1 1 0 0,-1-1-1 0 0,0 0 1 0 0,1-1-1 0 0,-1 1 0 0 0,0 0 1 0 0,0 0-1 0 0,1-2 1 0 0,5-7-101 0 0,0 0 1 0 0,-1 0-1 0 0,0 0 1 0 0,7-22-1 0 0,-5 15-902 0 0,8-16-6580 0 0</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38.161"/>
    </inkml:context>
    <inkml:brush xml:id="br0">
      <inkml:brushProperty name="width" value="0.1" units="cm"/>
      <inkml:brushProperty name="height" value="0.1" units="cm"/>
      <inkml:brushProperty name="color" value="#849398"/>
    </inkml:brush>
  </inkml:definitions>
  <inkml:trace contextRef="#ctx0" brushRef="#br0">0 1 4609 0 0,'0'0'759'0'0,"24"13"3024"0"0,-13-5-3247 0 0,-1 1-1 0 0,0 0 0 0 0,0 0 1 0 0,-1 1-1 0 0,0 0 1 0 0,-1 0-1 0 0,0 1 0 0 0,9 17 1 0 0,45 99-968 0 0,-32-53-4275 0 0,-21-51 893 0 0</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38.382"/>
    </inkml:context>
    <inkml:brush xml:id="br0">
      <inkml:brushProperty name="width" value="0.1" units="cm"/>
      <inkml:brushProperty name="height" value="0.1" units="cm"/>
      <inkml:brushProperty name="color" value="#849398"/>
    </inkml:brush>
  </inkml:definitions>
  <inkml:trace contextRef="#ctx0" brushRef="#br0">1 0 14283 0 0,'5'5'-3153'0'0,"20"4"3111"0"0,-14-7 28 0 0</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38.651"/>
    </inkml:context>
    <inkml:brush xml:id="br0">
      <inkml:brushProperty name="width" value="0.1" units="cm"/>
      <inkml:brushProperty name="height" value="0.1" units="cm"/>
      <inkml:brushProperty name="color" value="#849398"/>
    </inkml:brush>
  </inkml:definitions>
  <inkml:trace contextRef="#ctx0" brushRef="#br0">1 170 5065 0 0,'37'-32'4345'0'0,"23"-9"-2144"0"0,-10 8-1408 0 0,-32 19-823 0 0,-10 8-413 0 0,-1-1-1 0 0,1 2 1 0 0,0-1-1 0 0,1 1 1 0 0,0 1-1 0 0,-1-1 0 0 0,19-5 1 0 0,-20 9-245 0 0</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38.858"/>
    </inkml:context>
    <inkml:brush xml:id="br0">
      <inkml:brushProperty name="width" value="0.1" units="cm"/>
      <inkml:brushProperty name="height" value="0.1" units="cm"/>
      <inkml:brushProperty name="color" value="#849398"/>
    </inkml:brush>
  </inkml:definitions>
  <inkml:trace contextRef="#ctx0" brushRef="#br0">9 1 4145 0 0,'-1'1'135'0'0,"0"0"1"0"0,0 1-1 0 0,0-1 1 0 0,1 1-1 0 0,-1-1 1 0 0,0 1-1 0 0,1-1 1 0 0,-1 1-1 0 0,1 0 1 0 0,-1-1-1 0 0,1 1 0 0 0,0 0 1 0 0,0-1-1 0 0,-1 1 1 0 0,1 0-1 0 0,0 0 1 0 0,1-1-1 0 0,-1 1 1 0 0,0 0-1 0 0,0-1 1 0 0,1 1-1 0 0,-1 0 1 0 0,2 2-1 0 0,0-1 164 0 0,0 0-1 0 0,0 0 1 0 0,0-1-1 0 0,1 1 1 0 0,-1-1 0 0 0,1 0-1 0 0,-1 1 1 0 0,1-1-1 0 0,0 0 1 0 0,0 0 0 0 0,4 1-1 0 0,9 4 844 0 0,0 0 0 0 0,0-1-1 0 0,28 6 1 0 0,-43-12-1128 0 0,4 1 159 0 0,0 0 0 0 0,0 0 0 0 0,0 1 0 0 0,-1 0 0 0 0,1 0 0 0 0,6 4 0 0 0,-10-6-148 0 0,0 1 1 0 0,0 0-1 0 0,-1-1 1 0 0,1 1 0 0 0,0 0-1 0 0,-1 0 1 0 0,1 0-1 0 0,0 0 1 0 0,-1 0-1 0 0,1 0 1 0 0,-1 0 0 0 0,1 0-1 0 0,-1 0 1 0 0,0 0-1 0 0,0 0 1 0 0,1 0 0 0 0,-1 0-1 0 0,0 0 1 0 0,0 0-1 0 0,0 0 1 0 0,0 0 0 0 0,0 0-1 0 0,0 1 1 0 0,0-1-1 0 0,0 0 1 0 0,-1 0 0 0 0,1 0-1 0 0,0 0 1 0 0,-1 0-1 0 0,1 0 1 0 0,0 0-1 0 0,-1 0 1 0 0,0 0 0 0 0,1 0-1 0 0,-2 1 1 0 0,-27 39-429 0 0,16-25-74 0 0</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39.638"/>
    </inkml:context>
    <inkml:brush xml:id="br0">
      <inkml:brushProperty name="width" value="0.1" units="cm"/>
      <inkml:brushProperty name="height" value="0.1" units="cm"/>
      <inkml:brushProperty name="color" value="#849398"/>
    </inkml:brush>
  </inkml:definitions>
  <inkml:trace contextRef="#ctx0" brushRef="#br0">1 59 3681 0 0,'10'4'5788'0'0,"-10"-3"-5656"0"0,11 12 1357 0 0,-3 3-461 0 0,-2 0 0 0 0,8 27 0 0 0,-12-32-1068 0 0,1-1 1 0 0,0 1-1 0 0,1-1 1 0 0,1 0 0 0 0,-1 1-1 0 0,1-2 1 0 0,1 1-1 0 0,13 17 1 0 0,-19-27 27 0 0,0 0 0 0 0,0 0 0 0 0,0 0 1 0 0,0 0-1 0 0,0 1 0 0 0,1-1 0 0 0,-1 0 0 0 0,0 0 0 0 0,0 0 0 0 0,0 0 1 0 0,0 0-1 0 0,0 0 0 0 0,0 0 0 0 0,0 0 0 0 0,1 0 0 0 0,-1 0 1 0 0,0 0-1 0 0,0 1 0 0 0,0-1 0 0 0,0 0 0 0 0,0 0 0 0 0,1 0 0 0 0,-1 0 1 0 0,0 0-1 0 0,0 0 0 0 0,0 0 0 0 0,0 0 0 0 0,0 0 0 0 0,0 0 0 0 0,1-1 1 0 0,-1 1-1 0 0,0 0 0 0 0,0 0 0 0 0,0 0 0 0 0,0 0 0 0 0,0 0 1 0 0,1 0-1 0 0,-1 0 0 0 0,0 0 0 0 0,0 0 0 0 0,0 0 0 0 0,0 0 0 0 0,0 0 1 0 0,0-1-1 0 0,0 1 0 0 0,0 0 0 0 0,0 0 0 0 0,1 0 0 0 0,-1 0 0 0 0,0 0 1 0 0,0 0-1 0 0,0-1 0 0 0,3-12-621 0 0,-3-21-486 0 0,0 29 874 0 0,0 4 200 0 0,0-28-972 0 0,5-40-1 0 0,-4 61 1254 0 0,0 1 0 0 0,1 0 0 0 0,0 0 0 0 0,0-1 0 0 0,0 1 0 0 0,1 1 0 0 0,0-1 0 0 0,0 0 0 0 0,1 1 0 0 0,0-1 1 0 0,5-5-1 0 0,-9 12-173 0 0,0-1 0 0 0,1 1 0 0 0,-1-1 1 0 0,1 1-1 0 0,-1-1 0 0 0,1 1 0 0 0,-1 0 1 0 0,0-1-1 0 0,1 1 0 0 0,0 0 0 0 0,-1-1 1 0 0,1 1-1 0 0,-1 0 0 0 0,1-1 0 0 0,-1 1 1 0 0,1 0-1 0 0,-1 0 0 0 0,1 0 0 0 0,0 0 1 0 0,-1 0-1 0 0,1 0 0 0 0,0 0 1 0 0,-1 0-1 0 0,1 0 0 0 0,-1 0 0 0 0,1 0 1 0 0,0 0-1 0 0,-1 0 0 0 0,1 0 0 0 0,-1 0 1 0 0,1 1-1 0 0,0-1 0 0 0,-1 0 0 0 0,1 0 1 0 0,-1 1-1 0 0,1-1 0 0 0,-1 0 0 0 0,1 1 1 0 0,-1-1-1 0 0,1 1 0 0 0,-1-1 0 0 0,0 0 1 0 0,1 1-1 0 0,-1-1 0 0 0,1 1 0 0 0,-1-1 1 0 0,0 1-1 0 0,1 0 0 0 0,17 38 1328 0 0,-7-16-1050 0 0,-6-16-171 0 0,16 21-1006 0 0,-21-29 790 0 0,0 1 0 0 0,0 0-1 0 0,0-1 1 0 0,0 1-1 0 0,0 0 1 0 0,0 0-1 0 0,0-1 1 0 0,0 1 0 0 0,0 0-1 0 0,0 0 1 0 0,0-1-1 0 0,0 1 1 0 0,1 0 0 0 0,-1 0-1 0 0,0 0 1 0 0,0-1-1 0 0,0 1 1 0 0,0 0 0 0 0,1 0-1 0 0,-1 0 1 0 0,0-1-1 0 0,0 1 1 0 0,0 0-1 0 0,1 0 1 0 0,-1 0 0 0 0,0 0-1 0 0,0-1 1 0 0,1 1-1 0 0,-1 0 1 0 0,0 0 0 0 0,0 0-1 0 0,1 0 1 0 0,-1 0-1 0 0,0 0 1 0 0,0 0 0 0 0,1 0-1 0 0,-1 0 1 0 0,0 0-1 0 0,0 0 1 0 0,1 0-1 0 0,-1 0 1 0 0,0 0 0 0 0,0 0-1 0 0,1 0 1 0 0,-1 0-1 0 0,0 0 1 0 0,0 0 0 0 0,1 1-1 0 0,-1-1 1 0 0,0 0-1 0 0,0 0 1 0 0,1 0 0 0 0,-1 0-1 0 0,0 0 1 0 0,0 1-1 0 0,0-1 1 0 0,1 0-1 0 0,-1 0 1 0 0,0 0 0 0 0,0 1-1 0 0,0-1 1 0 0,0 0 185 0 0,1-5 18 0 0,0-6-48 0 0,1 0 0 0 0,1 0 0 0 0,-1 0 0 0 0,2 0 0 0 0,6-15 0 0 0,-9 24-25 0 0,0 0 0 0 0,0 0 0 0 0,0 0 0 0 0,0 0 0 0 0,1 0 0 0 0,-1 0 0 0 0,1 1 0 0 0,-1-1 0 0 0,1 1 0 0 0,-1-1 1 0 0,1 1-1 0 0,0-1 0 0 0,0 1 0 0 0,0 0 0 0 0,3-2 0 0 0,-3 3 9 0 0,0 0 1 0 0,0 0-1 0 0,-1 0 1 0 0,1 0-1 0 0,0 0 1 0 0,0 0-1 0 0,0 0 1 0 0,0 0-1 0 0,-1 1 1 0 0,1-1-1 0 0,0 1 1 0 0,0 0-1 0 0,-1-1 1 0 0,1 1-1 0 0,0 0 0 0 0,-1 0 1 0 0,1 0-1 0 0,-1 0 1 0 0,1 0-1 0 0,-1 0 1 0 0,1 0-1 0 0,1 3 1 0 0,27 29 61 0 0,-24-25-1010 0 0,0 0 0 0 0,1-1 0 0 0,12 11 0 0 0,-10-11-1043 0 0</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39.890"/>
    </inkml:context>
    <inkml:brush xml:id="br0">
      <inkml:brushProperty name="width" value="0.1" units="cm"/>
      <inkml:brushProperty name="height" value="0.1" units="cm"/>
      <inkml:brushProperty name="color" value="#849398"/>
    </inkml:brush>
  </inkml:definitions>
  <inkml:trace contextRef="#ctx0" brushRef="#br0">7 158 6449 0 0,'-1'0'35'0'0,"1"0"1"0"0,-1 0-1 0 0,1 0 0 0 0,0 0 0 0 0,-1 1 0 0 0,1-1 0 0 0,0 0 0 0 0,0 1 0 0 0,-1-1 1 0 0,1 0-1 0 0,0 0 0 0 0,0 1 0 0 0,-1-1 0 0 0,1 0 0 0 0,0 1 0 0 0,0-1 0 0 0,0 0 1 0 0,-1 1-1 0 0,1-1 0 0 0,0 1 0 0 0,0-1 0 0 0,0 0 0 0 0,0 1 0 0 0,0-1 0 0 0,0 1 0 0 0,0-1 1 0 0,0 0-1 0 0,0 1 0 0 0,0-1 0 0 0,0 1 0 0 0,0-1 0 0 0,0 0 0 0 0,0 1 0 0 0,1 0 1 0 0,8 20 986 0 0,17 13 1191 0 0,-23-31-1949 0 0,0-1-1 0 0,1 0 1 0 0,-1 0-1 0 0,0 0 0 0 0,1 0 1 0 0,-1 0-1 0 0,1-1 1 0 0,0 0-1 0 0,0 0 1 0 0,-1 0-1 0 0,1 0 0 0 0,0 0 1 0 0,0-1-1 0 0,5 0 1 0 0,-7 0-115 0 0,-1 0 1 0 0,0 0-1 0 0,1 0 1 0 0,-1 0 0 0 0,1-1-1 0 0,-1 1 1 0 0,0-1-1 0 0,1 1 1 0 0,-1-1 0 0 0,0 1-1 0 0,0-1 1 0 0,1 0-1 0 0,-1 0 1 0 0,0 1 0 0 0,0-1-1 0 0,0 0 1 0 0,0 0-1 0 0,0 0 1 0 0,0 0 0 0 0,0-1-1 0 0,0 1 1 0 0,-1 0-1 0 0,1 0 1 0 0,0 0 0 0 0,0-1-1 0 0,-1 1 1 0 0,1 0-1 0 0,-1-1 1 0 0,0 1 0 0 0,1 0-1 0 0,-1-1 1 0 0,0 1-1 0 0,0-1 1 0 0,0 1 0 0 0,0-1-1 0 0,0 1 1 0 0,0 0-1 0 0,0-1 1 0 0,0 1 0 0 0,-1-3-1 0 0,-2-11 187 0 0,0 0 0 0 0,-2 0 0 0 0,1 0 0 0 0,-11-20 0 0 0,8 19-472 0 0,0 0 1 0 0,2-1-1 0 0,-5-18 1 0 0,7 10-509 0 0</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43.055"/>
    </inkml:context>
    <inkml:brush xml:id="br0">
      <inkml:brushProperty name="width" value="0.1" units="cm"/>
      <inkml:brushProperty name="height" value="0.1" units="cm"/>
      <inkml:brushProperty name="color" value="#849398"/>
    </inkml:brush>
  </inkml:definitions>
  <inkml:trace contextRef="#ctx0" brushRef="#br0">1 93 3225 0 0,'15'-48'3664'0'0,"3"3"8904"0"0,-12 62-11253 0 0,65 309 854 0 0,-2-84-1513 0 0,18 74-3635 0 0,-81-287-4500 0 0</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43.338"/>
    </inkml:context>
    <inkml:brush xml:id="br0">
      <inkml:brushProperty name="width" value="0.1" units="cm"/>
      <inkml:brushProperty name="height" value="0.1" units="cm"/>
      <inkml:brushProperty name="color" value="#849398"/>
    </inkml:brush>
  </inkml:definitions>
  <inkml:trace contextRef="#ctx0" brushRef="#br0">0 0 9674 0 0,'1'2'8206'0'0,"5"2"-9449"0"0,41 38-5569 0 0,-37-34 6757 0 0</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43.672"/>
    </inkml:context>
    <inkml:brush xml:id="br0">
      <inkml:brushProperty name="width" value="0.1" units="cm"/>
      <inkml:brushProperty name="height" value="0.1" units="cm"/>
      <inkml:brushProperty name="color" value="#849398"/>
    </inkml:brush>
  </inkml:definitions>
  <inkml:trace contextRef="#ctx0" brushRef="#br0">24 78 10138 0 0,'-23'0'1096'0'0,"32"-1"-821"0"0,0-1-1 0 0,1 1 1 0 0,-1-2-1 0 0,0 1 0 0 0,10-6 1 0 0,20-4 588 0 0,105-18 1723 0 0,-48 14-5393 0 0,-84 14-2170 0 0</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43.942"/>
    </inkml:context>
    <inkml:brush xml:id="br0">
      <inkml:brushProperty name="width" value="0.1" units="cm"/>
      <inkml:brushProperty name="height" value="0.1" units="cm"/>
      <inkml:brushProperty name="color" value="#849398"/>
    </inkml:brush>
  </inkml:definitions>
  <inkml:trace contextRef="#ctx0" brushRef="#br0">143 0 8290 0 0,'-10'5'304'0'0,"0"1"0"0"0,0-1 0 0 0,0 2 0 0 0,1-1 0 0 0,0 1 0 0 0,1 1 0 0 0,-1-1 0 0 0,2 2 0 0 0,-11 12 0 0 0,13-15 16 0 0,0 0 0 0 0,1 0 0 0 0,0 1-1 0 0,0 0 1 0 0,1 0 0 0 0,0 0-1 0 0,0 0 1 0 0,0 1 0 0 0,1-1 0 0 0,0 1-1 0 0,0-1 1 0 0,1 1 0 0 0,0 0-1 0 0,1 11 1 0 0,0-15-198 0 0,1 0 0 0 0,-1 0 0 0 0,1 0 0 0 0,0-1 0 0 0,1 1 0 0 0,-1 0 1 0 0,1-1-1 0 0,0 1 0 0 0,-1-1 0 0 0,1 1 0 0 0,1-1 0 0 0,-1 0 0 0 0,0 0 0 0 0,1 0 0 0 0,0 0 0 0 0,6 4 0 0 0,3 2 220 0 0,0-1-1 0 0,1 0 0 0 0,17 8 1 0 0,-20-12-126 0 0,-1 0-1 0 0,0 1 1 0 0,0 0 0 0 0,0 1-1 0 0,0 0 1 0 0,-1 1 0 0 0,8 7 0 0 0,-15-13-199 0 0,-1 1-1 0 0,1-1 1 0 0,0 1 0 0 0,0-1 0 0 0,-1 1 0 0 0,1 0 0 0 0,-1-1 0 0 0,1 1 0 0 0,-1 0 0 0 0,0-1 0 0 0,0 1 0 0 0,1 0 0 0 0,-1-1 0 0 0,0 1 0 0 0,-1 0 0 0 0,1-1 0 0 0,0 1 0 0 0,0 0 0 0 0,-1 0 0 0 0,1-1 0 0 0,-1 1 0 0 0,1-1 0 0 0,-1 1 0 0 0,0-1 0 0 0,0 1 0 0 0,0-1 0 0 0,0 1 0 0 0,0-1 0 0 0,0 1 0 0 0,0-1 0 0 0,0 0 0 0 0,-2 2 0 0 0,-7 7 10 0 0,1-1 0 0 0,-2 0 0 0 0,-12 9 0 0 0,10-8-45 0 0,-52 39-1217 0 0,51-38 251 0 0</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44.589"/>
    </inkml:context>
    <inkml:brush xml:id="br0">
      <inkml:brushProperty name="width" value="0.1" units="cm"/>
      <inkml:brushProperty name="height" value="0.1" units="cm"/>
      <inkml:brushProperty name="color" value="#849398"/>
    </inkml:brush>
  </inkml:definitions>
  <inkml:trace contextRef="#ctx0" brushRef="#br0">398 286 10138 0 0,'-45'8'1262'0'0,"-299"61"2628"0"0,335-65-3075 0 0,26-3-348 0 0,29-4-243 0 0,485-86 954 0 0,-237 36-305 0 0,743-95 812 0 0,-842 121-1761 0 0,145-16-3038 0 0,-288 39 1559 0 0</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46.965"/>
    </inkml:context>
    <inkml:brush xml:id="br0">
      <inkml:brushProperty name="width" value="0.1" units="cm"/>
      <inkml:brushProperty name="height" value="0.1" units="cm"/>
      <inkml:brushProperty name="color" value="#849398"/>
    </inkml:brush>
  </inkml:definitions>
  <inkml:trace contextRef="#ctx0" brushRef="#br0">1 29 7834 0 0,'32'-17'5721'0'0,"-28"15"-5211"0"0,1 0 0 0 0,-1 0 0 0 0,1 1 1 0 0,-1 0-1 0 0,1 0 0 0 0,0 0 0 0 0,0 0 0 0 0,0 1 0 0 0,6 0 1 0 0,-10 0-454 0 0,0 0 1 0 0,1 1 0 0 0,-1-1 0 0 0,0 0 0 0 0,0 1 0 0 0,0-1 0 0 0,0 1-1 0 0,0-1 1 0 0,0 1 0 0 0,0 0 0 0 0,0-1 0 0 0,0 1 0 0 0,0 0 0 0 0,0 0-1 0 0,0-1 1 0 0,0 1 0 0 0,0 0 0 0 0,-1 0 0 0 0,1 0 0 0 0,0 0-1 0 0,-1 0 1 0 0,1 0 0 0 0,-1 1 0 0 0,1-1 0 0 0,-1 0 0 0 0,1 0 0 0 0,-1 0-1 0 0,0 0 1 0 0,0 1 0 0 0,1-1 0 0 0,-1 0 0 0 0,0 0 0 0 0,0 1 0 0 0,0-1-1 0 0,-1 0 1 0 0,1 0 0 0 0,0 0 0 0 0,0 1 0 0 0,-1-1 0 0 0,1 1 0 0 0,-8 55-2760 0 0,8-47 1259 0 0</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47.230"/>
    </inkml:context>
    <inkml:brush xml:id="br0">
      <inkml:brushProperty name="width" value="0.1" units="cm"/>
      <inkml:brushProperty name="height" value="0.1" units="cm"/>
      <inkml:brushProperty name="color" value="#849398"/>
    </inkml:brush>
  </inkml:definitions>
  <inkml:trace contextRef="#ctx0" brushRef="#br0">1 69 7834 0 0,'2'1'213'0'0,"0"1"1"0"0,1-1-1 0 0,-1 0 0 0 0,0 1 1 0 0,1-1-1 0 0,-1 0 1 0 0,1-1-1 0 0,0 1 1 0 0,-1 0-1 0 0,1-1 1 0 0,0 1-1 0 0,-1-1 0 0 0,1 0 1 0 0,0 0-1 0 0,-1 0 1 0 0,5-1-1 0 0,49-7 1708 0 0,-41 5-1413 0 0,6-2 81 0 0,0-1 0 0 0,37-14 0 0 0,6-9-5685 0 0,-46 20 543 0 0</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47.483"/>
    </inkml:context>
    <inkml:brush xml:id="br0">
      <inkml:brushProperty name="width" value="0.1" units="cm"/>
      <inkml:brushProperty name="height" value="0.1" units="cm"/>
      <inkml:brushProperty name="color" value="#849398"/>
    </inkml:brush>
  </inkml:definitions>
  <inkml:trace contextRef="#ctx0" brushRef="#br0">127 1 5529 0 0,'-15'8'234'0'0,"1"0"0"0"0,0 2 0 0 0,1-1 0 0 0,-14 14 0 0 0,23-19-62 0 0,0 0-1 0 0,0 0 1 0 0,0 1-1 0 0,1 0 0 0 0,0-1 1 0 0,0 1-1 0 0,0 0 1 0 0,0 0-1 0 0,1 1 0 0 0,0-1 1 0 0,0 0-1 0 0,0 1 1 0 0,1 0-1 0 0,0-1 1 0 0,-1 9-1 0 0,2-10 17 0 0,0-1 1 0 0,1 0-1 0 0,0 0 1 0 0,-1 0-1 0 0,1 0 1 0 0,0 0-1 0 0,0 0 1 0 0,1 0-1 0 0,-1 0 0 0 0,1 0 1 0 0,-1 0-1 0 0,1-1 1 0 0,0 1-1 0 0,0-1 1 0 0,0 1-1 0 0,0-1 0 0 0,1 0 1 0 0,-1 1-1 0 0,1-1 1 0 0,3 2-1 0 0,8 5 661 0 0,0 0 0 0 0,26 11 0 0 0,-25-12-423 0 0,49 18 867 0 0,-48-21-1073 0 0,-1 1 0 0 0,0 1 1 0 0,0 0-1 0 0,-1 1 0 0 0,23 16 1 0 0,-35-23-214 0 0,-1 1-1 0 0,1 0 1 0 0,-1 0 0 0 0,1 0 0 0 0,-1 0 0 0 0,0 0 0 0 0,0 0 0 0 0,0 0-1 0 0,0 0 1 0 0,0 0 0 0 0,0 0 0 0 0,0 1 0 0 0,-1-1 0 0 0,1 0 0 0 0,-1 0 0 0 0,0 1-1 0 0,0-1 1 0 0,0 0 0 0 0,0 1 0 0 0,0-1 0 0 0,0 1 0 0 0,-1-1 0 0 0,1 0-1 0 0,-1 0 1 0 0,1 1 0 0 0,-1-1 0 0 0,0 0 0 0 0,0 0 0 0 0,0 0 0 0 0,0 0-1 0 0,0 0 1 0 0,-3 4 0 0 0,-5 7-369 0 0,-1 0 0 0 0,0 0 0 0 0,-20 18 0 0 0,18-19-842 0 0</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48.228"/>
    </inkml:context>
    <inkml:brush xml:id="br0">
      <inkml:brushProperty name="width" value="0.1" units="cm"/>
      <inkml:brushProperty name="height" value="0.1" units="cm"/>
      <inkml:brushProperty name="color" value="#849398"/>
    </inkml:brush>
  </inkml:definitions>
  <inkml:trace contextRef="#ctx0" brushRef="#br0">35 31 456 0 0,'-5'-6'-335'0'0,"-24"-18"12017"0"0,35 35-7240 0 0,13 15-3848 0 0,-1 1 1 0 0,-1 0 0 0 0,-1 2-1 0 0,-1-1 1 0 0,14 40-1 0 0,-25-53-514 0 0,8 24 18 0 0,-12-37-200 0 0,1 0 1 0 0,0 0-1 0 0,0 0 1 0 0,-1-1-1 0 0,1 1 1 0 0,1 0-1 0 0,-1-1 1 0 0,0 1 0 0 0,0 0-1 0 0,0-1 1 0 0,1 0-1 0 0,-1 1 1 0 0,1-1-1 0 0,2 2 1 0 0,-3-3-36 0 0,0 0 1 0 0,1 0 0 0 0,-1 0-1 0 0,0 0 1 0 0,0 0-1 0 0,0 0 1 0 0,1-1-1 0 0,-1 1 1 0 0,0-1-1 0 0,0 1 1 0 0,0-1 0 0 0,0 1-1 0 0,0-1 1 0 0,0 1-1 0 0,0-1 1 0 0,0 0-1 0 0,0 0 1 0 0,0 1-1 0 0,0-1 1 0 0,0 0 0 0 0,-1 0-1 0 0,1 0 1 0 0,0 0-1 0 0,-1 0 1 0 0,1 0-1 0 0,0-1 1 0 0,17-29-1333 0 0,41-81 1713 0 0,-52 100 93 0 0,1 1-1 0 0,0 0 1 0 0,1 0-1 0 0,0 1 1 0 0,0 1-1 0 0,1-1 1 0 0,14-9-1 0 0,-23 18-279 0 0,1-1 0 0 0,0 1 0 0 0,-1 0 0 0 0,1 0 0 0 0,0 0 0 0 0,0 0-1 0 0,0 0 1 0 0,0 0 0 0 0,0 1 0 0 0,0-1 0 0 0,0 1 0 0 0,1-1 0 0 0,-1 1-1 0 0,0 0 1 0 0,0 0 0 0 0,0 0 0 0 0,0 0 0 0 0,1 0 0 0 0,-1 0 0 0 0,0 0-1 0 0,0 1 1 0 0,0-1 0 0 0,0 1 0 0 0,0 0 0 0 0,0 0 0 0 0,0-1 0 0 0,0 1-1 0 0,0 0 1 0 0,0 1 0 0 0,0-1 0 0 0,-1 0 0 0 0,1 1 0 0 0,3 2 0 0 0,2 5 418 0 0,0 0 1 0 0,-1 0 0 0 0,1 1-1 0 0,-2 0 1 0 0,7 15 0 0 0,9 14 218 0 0,-12-24-803 0 0,-7-11 40 0 0,0 0 0 0 0,0 0 0 0 0,1-1 0 0 0,-1 1-1 0 0,1 0 1 0 0,0-1 0 0 0,0 0 0 0 0,0 1 0 0 0,1-1 0 0 0,-1-1 0 0 0,5 4 0 0 0,3-35-950 0 0,-7 18 962 0 0,1 0 0 0 0,1 0 0 0 0,0 1 0 0 0,0 0 0 0 0,1 0 0 0 0,15-17 0 0 0,-19 24 56 0 0,-1 0 0 0 0,0 1-1 0 0,1-1 1 0 0,-1 1 0 0 0,1 0-1 0 0,0 0 1 0 0,0 0 0 0 0,0 0-1 0 0,0 0 1 0 0,0 0 0 0 0,1 1-1 0 0,-1 0 1 0 0,0-1 0 0 0,1 1-1 0 0,-1 1 1 0 0,1-1 0 0 0,-1 0-1 0 0,1 1 1 0 0,-1 0 0 0 0,1-1-1 0 0,-1 1 1 0 0,1 1 0 0 0,0-1-1 0 0,-1 1 1 0 0,1-1 0 0 0,-1 1-1 0 0,5 2 1 0 0,-4-1-16 0 0,-1 0 0 0 0,0 1-1 0 0,0 0 1 0 0,0 0 0 0 0,0 0-1 0 0,0 0 1 0 0,-1 0 0 0 0,1 0 0 0 0,-1 1-1 0 0,0-1 1 0 0,0 1 0 0 0,0 0 0 0 0,-1-1-1 0 0,3 8 1 0 0,3 6-533 0 0,2 0-177 0 0</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48.655"/>
    </inkml:context>
    <inkml:brush xml:id="br0">
      <inkml:brushProperty name="width" value="0.1" units="cm"/>
      <inkml:brushProperty name="height" value="0.1" units="cm"/>
      <inkml:brushProperty name="color" value="#849398"/>
    </inkml:brush>
  </inkml:definitions>
  <inkml:trace contextRef="#ctx0" brushRef="#br0">25 202 7370 0 0,'-2'-2'-59'0'0,"-16"-19"1880"0"0,18 21-1585 0 0,-1-1 0 0 0,1 0 0 0 0,-1 1 1 0 0,1-1-1 0 0,-1 0 0 0 0,1 0 0 0 0,0 0 0 0 0,-1 1 0 0 0,1-1 1 0 0,0 0-1 0 0,0 0 0 0 0,-1 0 0 0 0,1 0 0 0 0,0 0 0 0 0,0 1 1 0 0,0-1-1 0 0,0 0 0 0 0,0 0 0 0 0,0 0 0 0 0,1 0 1 0 0,-1 0-1 0 0,0 0 0 0 0,0 1 0 0 0,0-1 0 0 0,1 0 0 0 0,0-1 1 0 0,-1 2-152 0 0,1-1 0 0 0,-1 1 0 0 0,1 0 0 0 0,0 0 0 0 0,-1 0 0 0 0,1 0 0 0 0,0 0 0 0 0,-1 0 0 0 0,1 0 0 0 0,-1 0 1 0 0,1 0-1 0 0,0 0 0 0 0,-1 0 0 0 0,1 0 0 0 0,-1 0 0 0 0,1 1 0 0 0,0-1 0 0 0,-1 0 0 0 0,1 0 0 0 0,-1 1 0 0 0,1-1 0 0 0,-1 0 1 0 0,1 1-1 0 0,-1-1 0 0 0,1 0 0 0 0,-1 1 0 0 0,1-1 0 0 0,-1 1 0 0 0,0-1 0 0 0,1 1 0 0 0,-1-1 0 0 0,0 1 0 0 0,1-1 0 0 0,-1 1 1 0 0,1 0-1 0 0,14 20 684 0 0,31 61 731 0 0,-30-49-968 0 0,36 50 1 0 0,-46-74-467 0 0,1-1 1 0 0,1 1 0 0 0,0-1 0 0 0,0-1-1 0 0,0 1 1 0 0,1-1 0 0 0,0-1-1 0 0,0 0 1 0 0,18 10 0 0 0,-24-15-46 0 0,-1 0 0 0 0,0-1 1 0 0,0 1-1 0 0,0 0 0 0 0,0-1 0 0 0,1 1 1 0 0,-1-1-1 0 0,0 1 0 0 0,1-1 0 0 0,-1 0 1 0 0,0 0-1 0 0,1 0 0 0 0,-1 0 0 0 0,0-1 1 0 0,1 1-1 0 0,-1-1 0 0 0,0 1 0 0 0,0-1 1 0 0,3-1-1 0 0,-2 0 19 0 0,0 0-1 0 0,0 0 1 0 0,0 0-1 0 0,-1-1 1 0 0,1 1 0 0 0,-1-1-1 0 0,1 1 1 0 0,-1-1-1 0 0,0 0 1 0 0,0 0 0 0 0,3-5-1 0 0,2-8 101 0 0,0 0 0 0 0,-1-1 1 0 0,-1 0-1 0 0,4-20 0 0 0,-5 19-93 0 0,3-12-436 0 0,34-117 1595 0 0,-12 77-2884 0 0,-21 53-470 0 0,1 1 1 0 0,12-15-1 0 0</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49.145"/>
    </inkml:context>
    <inkml:brush xml:id="br0">
      <inkml:brushProperty name="width" value="0.1" units="cm"/>
      <inkml:brushProperty name="height" value="0.1" units="cm"/>
      <inkml:brushProperty name="color" value="#849398"/>
    </inkml:brush>
  </inkml:definitions>
  <inkml:trace contextRef="#ctx0" brushRef="#br0">318 163 4145 0 0,'-75'-2'2037'0'0,"0"4"0"0"0,-92 15 0 0 0,273-20 1089 0 0,515-65 1928 0 0,-278 28-3288 0 0,317-16-860 0 0,-219 43-3309 0 0,-397 14 1270 0 0,-5 1-212 0 0</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49.905"/>
    </inkml:context>
    <inkml:brush xml:id="br0">
      <inkml:brushProperty name="width" value="0.1" units="cm"/>
      <inkml:brushProperty name="height" value="0.1" units="cm"/>
      <inkml:brushProperty name="color" value="#849398"/>
    </inkml:brush>
  </inkml:definitions>
  <inkml:trace contextRef="#ctx0" brushRef="#br0">7 52 8290 0 0,'-1'1'288'0'0,"1"-1"0"0"0,-1 1 1 0 0,0 0-1 0 0,1 0 0 0 0,-1 0 0 0 0,1 0 0 0 0,0 0 1 0 0,-1 0-1 0 0,1 0 0 0 0,0 0 0 0 0,-1 0 1 0 0,1 0-1 0 0,0 0 0 0 0,0 0 0 0 0,0 0 1 0 0,0 0-1 0 0,0 0 0 0 0,0 0 0 0 0,0 0 1 0 0,0 1-1 0 0,4 30 1225 0 0,-2-18-688 0 0,-1-7-674 0 0,0 0-1 0 0,1 0 1 0 0,0 0 0 0 0,0 0-1 0 0,5 10 1 0 0,-7-16-137 0 0,0 1 0 0 0,1-1 0 0 0,-1 0 0 0 0,1 1 0 0 0,-1-1 0 0 0,1 0 0 0 0,0 0 0 0 0,0 1 0 0 0,0-1 0 0 0,-1 0 0 0 0,1 0 0 0 0,0 0 0 0 0,0 0 0 0 0,0 0 0 0 0,1 0 0 0 0,-1 0 0 0 0,0 0 0 0 0,0-1 0 0 0,0 1 0 0 0,1 0 0 0 0,-1-1 1 0 0,0 1-1 0 0,1-1 0 0 0,-1 1 0 0 0,0-1 0 0 0,1 0 0 0 0,-1 1 0 0 0,1-1 0 0 0,-1 0 0 0 0,0 0 0 0 0,1 0 0 0 0,-1 0 0 0 0,1 0 0 0 0,1-1 0 0 0,2-2-2 0 0,1-1 0 0 0,-2 0 0 0 0,1 0 0 0 0,0-1-1 0 0,-1 1 1 0 0,1-1 0 0 0,-1 0 0 0 0,5-9 0 0 0,6-5 4 0 0,-8 11 35 0 0,40-40 316 0 0,-44 45-324 0 0,0 0-1 0 0,0 1 1 0 0,0-1-1 0 0,0 1 1 0 0,1 0-1 0 0,-1 0 1 0 0,1 1-1 0 0,-1-1 1 0 0,1 1-1 0 0,0-1 1 0 0,0 1-1 0 0,0 0 1 0 0,6 0-1 0 0,-8 1 2 0 0,0 1 1 0 0,0-1-1 0 0,0 1 0 0 0,0 0 0 0 0,0 0 0 0 0,0 0 1 0 0,0 0-1 0 0,0 0 0 0 0,-1 1 0 0 0,1-1 1 0 0,0 0-1 0 0,-1 1 0 0 0,1 0 0 0 0,-1-1 0 0 0,1 1 1 0 0,-1 0-1 0 0,0-1 0 0 0,0 1 0 0 0,1 2 1 0 0,19 38 564 0 0,-20-42-603 0 0,27 86 559 0 0,-12-107-1091 0 0,-4 2 308 0 0,0 0 0 0 0,2 1 0 0 0,0 1 0 0 0,0 0-1 0 0,2 1 1 0 0,0 0 0 0 0,1 1 0 0 0,25-16 0 0 0,-40 30 258 0 0,0-1-1 0 0,0 1 1 0 0,0 0-1 0 0,0 0 1 0 0,0 0-1 0 0,0 0 1 0 0,0 0-1 0 0,0 0 1 0 0,1 1-1 0 0,-1-1 1 0 0,0 1-1 0 0,1-1 1 0 0,-1 1-1 0 0,0 0 1 0 0,1 0-1 0 0,-1 0 1 0 0,1 0-1 0 0,-1 0 1 0 0,0 1-1 0 0,1-1 1 0 0,-1 1-1 0 0,0 0 1 0 0,0-1-1 0 0,1 1 1 0 0,-1 0-1 0 0,0 0 1 0 0,0 1-1 0 0,0-1 1 0 0,0 0-1 0 0,2 2 1 0 0,2 4-14 0 0,1 0 0 0 0,-1 1 0 0 0,-1 0-1 0 0,1 0 1 0 0,-1 0 0 0 0,4 10 0 0 0,3 4-2635 0 0</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39:50.222"/>
    </inkml:context>
    <inkml:brush xml:id="br0">
      <inkml:brushProperty name="width" value="0.1" units="cm"/>
      <inkml:brushProperty name="height" value="0.1" units="cm"/>
      <inkml:brushProperty name="color" value="#849398"/>
    </inkml:brush>
  </inkml:definitions>
  <inkml:trace contextRef="#ctx0" brushRef="#br0">3 361 10138 0 0,'-3'-9'1832'0'0,"4"9"-1698"0"0,-1-1 0 0 0,0 1 1 0 0,1 0-1 0 0,-1 0 1 0 0,0 0-1 0 0,1-1 1 0 0,-1 1-1 0 0,1 0 1 0 0,-1 0-1 0 0,0 0 1 0 0,1 0-1 0 0,-1 0 1 0 0,1 0-1 0 0,-1 0 1 0 0,0 0-1 0 0,1 0 0 0 0,-1 0 1 0 0,1 0-1 0 0,-1 0 1 0 0,0 0-1 0 0,1 0 1 0 0,-1 0-1 0 0,1 0 1 0 0,-1 0-1 0 0,0 1 1 0 0,1-1-1 0 0,-1 0 1 0 0,0 0-1 0 0,1 0 0 0 0,0 2 539 0 0,0-1-539 0 0,16 10 937 0 0,0 1 0 0 0,-1 1 0 0 0,0 1 0 0 0,26 30 0 0 0,-29-29-955 0 0,-1-2 0 0 0,2 1 0 0 0,0-2 0 0 0,0 0 0 0 0,1 0 0 0 0,1-2 0 0 0,28 16 0 0 0,-43-25-96 0 0,1-1-1 0 0,-1 1 1 0 0,1 0 0 0 0,0 0-1 0 0,-1-1 1 0 0,1 1 0 0 0,0-1-1 0 0,0 0 1 0 0,-1 1 0 0 0,1-1-1 0 0,0 0 1 0 0,0 0 0 0 0,0 0-1 0 0,-1 0 1 0 0,1 0 0 0 0,0-1 0 0 0,0 1-1 0 0,-1-1 1 0 0,1 1 0 0 0,0-1-1 0 0,-1 1 1 0 0,1-1 0 0 0,0 0-1 0 0,-1 0 1 0 0,1 0 0 0 0,-1 0-1 0 0,1 0 1 0 0,-1 0 0 0 0,0 0-1 0 0,1 0 1 0 0,-1-1 0 0 0,0 1-1 0 0,0 0 1 0 0,0-1 0 0 0,0 1-1 0 0,0-1 1 0 0,0 1 0 0 0,0-1-1 0 0,0-2 1 0 0,3-7 124 0 0,-1 0 0 0 0,0-1 0 0 0,-1 1 0 0 0,-1 0 0 0 0,1-14 0 0 0,0 2-51 0 0,6-33-28 0 0,2 0 0 0 0,2 0 0 0 0,25-64 1 0 0,-22 81-3785 0 0,21-38 0 0 0,-20 45-3883 0 0</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6:54.930"/>
    </inkml:context>
    <inkml:brush xml:id="br0">
      <inkml:brushProperty name="width" value="0.3" units="cm"/>
      <inkml:brushProperty name="height" value="0.6" units="cm"/>
      <inkml:brushProperty name="color" value="#FF2500"/>
      <inkml:brushProperty name="tip" value="rectangle"/>
      <inkml:brushProperty name="rasterOp" value="maskPen"/>
    </inkml:brush>
  </inkml:definitions>
  <inkml:trace contextRef="#ctx0" brushRef="#br0">88 0 456 0 0,'-82'52'0'0'0,"78"-49"0"0"0,3-2 0 0 0</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7:02.214"/>
    </inkml:context>
    <inkml:brush xml:id="br0">
      <inkml:brushProperty name="width" value="0.3" units="cm"/>
      <inkml:brushProperty name="height" value="0.6" units="cm"/>
      <inkml:brushProperty name="color" value="#FF2500"/>
      <inkml:brushProperty name="tip" value="rectangle"/>
      <inkml:brushProperty name="rasterOp" value="maskPen"/>
    </inkml:brush>
  </inkml:definitions>
  <inkml:trace contextRef="#ctx0" brushRef="#br0">188 176 3225 0 0,'-29'-6'1419'0'0,"-1"0"0"0"0,-55-2 0 0 0,127 5-750 0 0,-1-2 1 0 0,63-15-1 0 0,-10 2-22 0 0,-4 3-274 0 0,355-74-111 0 0,-407 83-1192 0 0,-41 7 599 0 0,-1 0 0 0 0,0 0 0 0 0,1 1 0 0 0,-1-1 0 0 0,1 1 0 0 0,-7 3 0 0 0,-7 4 24 0 0,-221 78-815 0 0,62-23 1006 0 0,89-28 144 0 0,2 3-1 0 0,-110 71 1 0 0,181-102-188 0 0,7-5 60 0 0,1 0 0 0 0,0 1 0 0 0,1 0 0 0 0,-1 0 0 0 0,1 1 1 0 0,-9 8-1 0 0,13-12 89 0 0,1-1 1 0 0,-1 1-1 0 0,1 0 1 0 0,-1 0 0 0 0,1 0-1 0 0,-1 0 1 0 0,1 0-1 0 0,0 0 1 0 0,-1 0 0 0 0,1 0-1 0 0,0 0 1 0 0,0 0-1 0 0,0 0 1 0 0,0 0 0 0 0,0 0-1 0 0,0 0 1 0 0,0 0-1 0 0,0 0 1 0 0,0 0 0 0 0,1 2-1 0 0,-1-1 13 0 0,2 0-1 0 0,-1 0 0 0 0,0-1 1 0 0,0 1-1 0 0,0 0 1 0 0,1 0-1 0 0,-1-1 1 0 0,1 1-1 0 0,0-1 0 0 0,-1 1 1 0 0,1-1-1 0 0,0 1 1 0 0,2 0-1 0 0,7 4-6 0 0,1 0 0 0 0,-1-1 0 0 0,1 0 0 0 0,0-1 0 0 0,0 0 0 0 0,0-1 1 0 0,1 0-1 0 0,23 2 0 0 0,12-3 360 0 0,49-3 1 0 0,-30-1 8 0 0,508-35 1815 0 0,-145-21-1052 0 0,-395 52-1271 0 0,60-1 0 0 0,-121 10 284 0 0,0 0 0 0 0,-1 2-1 0 0,1 1 1 0 0,-35 13 0 0 0,0-1-428 0 0,-258 46-1473 0 0,64-15 673 0 0,-130 45-2981 0 0,365-88 3511 0 0,26-5 1045 0 0,36-6 1240 0 0,-29 3-1602 0 0,1104-59 3165 0 0,-1014 60-3391 0 0,-1-4 0 0 0,187-34 0 0 0,-153 7 90 0 0,66-13 1161 0 0,-175 43-1035 0 0,-19 6-194 0 0,-16 7-149 0 0,-10 2 53 0 0,0 0 1 0 0,-1-1 0 0 0,-1-1 0 0 0,0-1-1 0 0,0-1 1 0 0,-1 0 0 0 0,-41 10-1 0 0,-160 22-1164 0 0,191-37 1033 0 0,-562 32-521 0 0,457-34 932 0 0,29-4-104 0 0,-107-16 0 0 0,140 10 59 0 0,53 6 21 0 0,0 1 0 0 0,-1 0 0 0 0,-42 5 0 0 0,115 2-2775 0 0,70-12 1717 0 0,129-2 618 0 0,-14 15 476 0 0,251-1 62 0 0,-450-7-153 0 0,0-2-1 0 0,0-1 0 0 0,-1-2 1 0 0,1-2-1 0 0,-2-1 0 0 0,1-2 1 0 0,50-28 3302 0 0,-111 35-2555 0 0,-38 2-1306 0 0,58 2 691 0 0,-103-3-368 0 0,1-5 1 0 0,1-5 0 0 0,-140-34-1 0 0,176 30 254 0 0,-1 3 0 0 0,-83-4 0 0 0,148 17-96 0 0,0 1-10 0 0,0 0 1 0 0,0 0-1 0 0,0-1 0 0 0,0 0 0 0 0,0 0 0 0 0,0-1 0 0 0,0 0 1 0 0,1 0-1 0 0,-1 0 0 0 0,-6-4 0 0 0,12 6 43 0 0,0-1 0 0 0,0 1 0 0 0,1-1-1 0 0,-1 1 1 0 0,0 0 0 0 0,0-1 0 0 0,1 1 0 0 0,-1 0-1 0 0,0-1 1 0 0,0 1 0 0 0,1 0 0 0 0,-1 0 0 0 0,0-1-1 0 0,1 1 1 0 0,-1 0 0 0 0,1 0 0 0 0,-1 0 0 0 0,0-1-1 0 0,1 1 1 0 0,-1 0 0 0 0,0 0 0 0 0,1 0 0 0 0,-1 0-1 0 0,1 0 1 0 0,-1 0 0 0 0,1 0 0 0 0,-1 0 0 0 0,0 0-1 0 0,1 0 1 0 0,-1 0 0 0 0,1 0 0 0 0,18-4-620 0 0,255-48-689 0 0,-16 2 1451 0 0,-250 49-131 0 0,28-6 150 0 0,-34 7-68 0 0,0-1 1 0 0,0 1-1 0 0,-1-1 1 0 0,1 0-1 0 0,0 1 1 0 0,0-1-1 0 0,-1 0 1 0 0,1 0-1 0 0,-1 0 1 0 0,1 0-1 0 0,-1-1 1 0 0,1 1-1 0 0,-1 0 1 0 0,3-3-1 0 0,-4 2 3 0 0,0 1 0 0 0,0 0-1 0 0,0 0 1 0 0,0 0 0 0 0,0 0-1 0 0,0 0 1 0 0,0 0 0 0 0,0 0-1 0 0,0 0 1 0 0,0-1 0 0 0,-1 1-1 0 0,1 0 1 0 0,0 0 0 0 0,-1 0-1 0 0,1 0 1 0 0,-1 0 0 0 0,1 0-1 0 0,-1 0 1 0 0,0 0 0 0 0,1 1 0 0 0,-1-1-1 0 0,0 0 1 0 0,0 0 0 0 0,1 0-1 0 0,-1 1 1 0 0,0-1 0 0 0,0 0-1 0 0,0 1 1 0 0,0-1 0 0 0,0 1-1 0 0,0-1 1 0 0,0 1 0 0 0,0 0-1 0 0,-1-1 1 0 0,-38-15 1041 0 0,25 13-1309 0 0,0 1 0 0 0,0 1-1 0 0,0 0 1 0 0,-1 1 0 0 0,1 1-1 0 0,0 0 1 0 0,0 1 0 0 0,0 1-1 0 0,-19 5 1 0 0,-13 7-884 0 0,-67 32-1 0 0,104-42 1063 0 0,-15 4 13 0 0,1-2 0 0 0</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39.124"/>
    </inkml:context>
    <inkml:brush xml:id="br0">
      <inkml:brushProperty name="width" value="0.1" units="cm"/>
      <inkml:brushProperty name="height" value="0.1" units="cm"/>
      <inkml:brushProperty name="color" value="#FF0066"/>
    </inkml:brush>
  </inkml:definitions>
  <inkml:trace contextRef="#ctx0" brushRef="#br0">393 36 4145 0 0,'1'-1'166'0'0,"-1"0"1"0"0,1 0-1 0 0,0 0 1 0 0,0 0-1 0 0,0 0 1 0 0,-1 0-1 0 0,1 0 1 0 0,-1-1-1 0 0,1 1 1 0 0,-1 0-1 0 0,1 0 1 0 0,-1-1 0 0 0,0 1-1 0 0,1 0 1 0 0,-1 0-1 0 0,0-1 1 0 0,0 1-1 0 0,0 0 1 0 0,0-1-1 0 0,0 1 1 0 0,-1-3-1 0 0,0 4-42 0 0,1-1-1 0 0,-1 0 1 0 0,0 1 0 0 0,0-1-1 0 0,1 1 1 0 0,-1-1 0 0 0,0 1-1 0 0,0 0 1 0 0,0-1 0 0 0,0 1-1 0 0,0 0 1 0 0,0-1 0 0 0,0 1-1 0 0,1 0 1 0 0,-1 0 0 0 0,0 0-1 0 0,0 0 1 0 0,0 0 0 0 0,0 0-1 0 0,0 0 1 0 0,-2 1 0 0 0,-5 0 263 0 0,0 0 0 0 0,0 1 0 0 0,0 0 0 0 0,1 1 0 0 0,-11 5 0 0 0,-1 2-23 0 0,2 2 0 0 0,-1 0 0 0 0,1 1 0 0 0,1 1 1 0 0,0 1-1 0 0,-25 30 0 0 0,21-19-186 0 0,1 0 0 0 0,1 1 1 0 0,-26 55-1 0 0,41-77-161 0 0,0 1 0 0 0,1 0 0 0 0,0 0 0 0 0,0 0 0 0 0,0 0 0 0 0,1 0 0 0 0,0 1 0 0 0,0-1 0 0 0,0 0 0 0 0,1 13 0 0 0,1-16-11 0 0,0-1 0 0 0,0 1 0 0 0,0 0 0 0 0,0-1 0 0 0,0 1 0 0 0,0-1 0 0 0,1 1 1 0 0,-1-1-1 0 0,1 1 0 0 0,0-1 0 0 0,-1 0 0 0 0,1 0 0 0 0,0 0 0 0 0,0 0 0 0 0,1 0 0 0 0,-1 0 0 0 0,0-1 0 0 0,1 1 0 0 0,-1-1 0 0 0,1 0 0 0 0,-1 1 0 0 0,1-1 0 0 0,0 0 0 0 0,-1 0 0 0 0,1-1 0 0 0,4 2 1 0 0,21 3-155 0 0,0 0 0 0 0,49 1 0 0 0,-42-4 11 0 0,41 8-1 0 0,-70-9 143 0 0,19 4-23 0 0,43 15-1 0 0,-61-18 42 0 0,-1 0-1 0 0,0 1 0 0 0,0 0 0 0 0,0 0 0 0 0,0 1 1 0 0,-1 0-1 0 0,1 0 0 0 0,-1 0 0 0 0,0 0 0 0 0,0 1 1 0 0,0 0-1 0 0,4 6 0 0 0,-8-8 37 0 0,1 0 0 0 0,-1 0 0 0 0,0 0 0 0 0,0 1 0 0 0,0-1-1 0 0,-1 0 1 0 0,1 0 0 0 0,-1 1 0 0 0,0-1 0 0 0,0 0 0 0 0,0 1 0 0 0,0-1 0 0 0,0 0-1 0 0,-1 1 1 0 0,1-1 0 0 0,-1 0 0 0 0,0 0 0 0 0,0 1 0 0 0,0-1 0 0 0,-1 0 0 0 0,1 0 0 0 0,-1 0-1 0 0,1-1 1 0 0,-1 1 0 0 0,0 0 0 0 0,-2 2 0 0 0,-7 9 264 0 0,0 0 0 0 0,-1-1 0 0 0,-20 16 0 0 0,11-10-24 0 0,-2-1 1 0 0,0-1-1 0 0,-1-1 0 0 0,-1-1 0 0 0,0-2 0 0 0,-37 15 1 0 0,42-21-443 0 0,-1 0 0 0 0,-1-1 0 0 0,1-1 1 0 0,-1-1-1 0 0,0-1 0 0 0,0-1 0 0 0,-1-1 0 0 0,-38-3 1 0 0,49 0-803 0 0,3 0-200 0 0</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39.521"/>
    </inkml:context>
    <inkml:brush xml:id="br0">
      <inkml:brushProperty name="width" value="0.1" units="cm"/>
      <inkml:brushProperty name="height" value="0.1" units="cm"/>
      <inkml:brushProperty name="color" value="#FF0066"/>
    </inkml:brush>
  </inkml:definitions>
  <inkml:trace contextRef="#ctx0" brushRef="#br0">1 11 10138 0 0,'0'-1'94'0'0,"1"0"1"0"0,-1 1-1 0 0,0-1 0 0 0,1 0 0 0 0,-1 1 1 0 0,1-1-1 0 0,-1 1 0 0 0,1-1 0 0 0,0 1 1 0 0,-1-1-1 0 0,1 1 0 0 0,0-1 0 0 0,-1 1 1 0 0,1-1-1 0 0,0 1 0 0 0,-1 0 0 0 0,1-1 1 0 0,0 1-1 0 0,0 0 0 0 0,-1 0 0 0 0,1 0 1 0 0,0-1-1 0 0,0 1 0 0 0,-1 0 0 0 0,1 0 1 0 0,0 0-1 0 0,0 0 0 0 0,0 0 0 0 0,-1 1 1 0 0,1-1-1 0 0,0 0 0 0 0,0 0 0 0 0,-1 0 1 0 0,1 1-1 0 0,1-1 0 0 0,1 1 156 0 0,0-1 0 0 0,0 1 0 0 0,0 0-1 0 0,0 0 1 0 0,0 0 0 0 0,0 0 0 0 0,0 0 0 0 0,4 3-1 0 0,-4-1-101 0 0,-1 1-1 0 0,1-1 0 0 0,-1 1 1 0 0,1-1-1 0 0,-1 1 1 0 0,0 0-1 0 0,0 0 0 0 0,-1 0 1 0 0,1 0-1 0 0,-1 0 0 0 0,0 1 1 0 0,0-1-1 0 0,0 8 0 0 0,1 63 531 0 0,-3-49-475 0 0,-14 258 987 0 0,0-66-2011 0 0,16-73-3388 0 0,0-133 2753 0 0</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39.938"/>
    </inkml:context>
    <inkml:brush xml:id="br0">
      <inkml:brushProperty name="width" value="0.1" units="cm"/>
      <inkml:brushProperty name="height" value="0.1" units="cm"/>
      <inkml:brushProperty name="color" value="#FF0066"/>
    </inkml:brush>
  </inkml:definitions>
  <inkml:trace contextRef="#ctx0" brushRef="#br0">0 238 4145 0 0,'1'-4'235'0'0,"-1"1"-1"0"0,0 0 1 0 0,1-1 0 0 0,-1 1-1 0 0,1 0 1 0 0,0-1 0 0 0,0 1 0 0 0,0 0-1 0 0,1 0 1 0 0,-1 0 0 0 0,1 0-1 0 0,-1 0 1 0 0,1 0 0 0 0,0 1 0 0 0,0-1-1 0 0,1 0 1 0 0,-1 1 0 0 0,0-1 0 0 0,1 1-1 0 0,0 0 1 0 0,-1 0 0 0 0,1 0-1 0 0,0 0 1 0 0,0 1 0 0 0,0-1 0 0 0,0 1-1 0 0,0 0 1 0 0,0 0 0 0 0,1 0-1 0 0,-1 0 1 0 0,5-1 0 0 0,-5 2-55 0 0,1 0-1 0 0,0 1 1 0 0,0-1 0 0 0,0 1 0 0 0,0 0 0 0 0,0 0-1 0 0,-1 0 1 0 0,1 0 0 0 0,0 0 0 0 0,-1 1 0 0 0,1 0-1 0 0,-1 0 1 0 0,0 0 0 0 0,1 0 0 0 0,-1 0 0 0 0,0 1-1 0 0,0-1 1 0 0,-1 1 0 0 0,5 5 0 0 0,6 7 254 0 0,-1 1 1 0 0,16 26 0 0 0,-23-33-235 0 0,43 75 552 0 0,-26-42-653 0 0,42 58 1 0 0,-56-89 18 0 0,1 0 0 0 0,0-1 0 0 0,0-1 1 0 0,0 0-1 0 0,2 0 0 0 0,-1 0 1 0 0,1-2-1 0 0,0 1 0 0 0,0-1 1 0 0,14 5-1 0 0,-23-10-23 0 0,0-1-1 0 0,1 0 1 0 0,-1 0 0 0 0,0-1 0 0 0,1 1-1 0 0,-1 0 1 0 0,0-1 0 0 0,1 1-1 0 0,-1-1 1 0 0,1 0 0 0 0,-1 0 0 0 0,1 0-1 0 0,-1 0 1 0 0,1 0 0 0 0,-1-1-1 0 0,0 1 1 0 0,1-1 0 0 0,-1 0 0 0 0,0 1-1 0 0,1-1 1 0 0,-1 0 0 0 0,0 0-1 0 0,0-1 1 0 0,0 1 0 0 0,3-2 0 0 0,-1-1 8 0 0,-1 0 1 0 0,0 0 0 0 0,0 0-1 0 0,0-1 1 0 0,0 1-1 0 0,-1-1 1 0 0,0 0 0 0 0,0 0-1 0 0,0 0 1 0 0,0 0 0 0 0,0-5-1 0 0,11-51 76 0 0,-4 1 0 0 0,-2-1 0 0 0,-2-107-1 0 0,-3 72-2550 0 0,3 2-3322 0 0</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0.267"/>
    </inkml:context>
    <inkml:brush xml:id="br0">
      <inkml:brushProperty name="width" value="0.1" units="cm"/>
      <inkml:brushProperty name="height" value="0.1" units="cm"/>
      <inkml:brushProperty name="color" value="#FF0066"/>
    </inkml:brush>
  </inkml:definitions>
  <inkml:trace contextRef="#ctx0" brushRef="#br0">0 4 1376 0 0,'0'0'110'0'0,"1"0"0"0"0,-1-1-1 0 0,1 1 1 0 0,-1 0-1 0 0,1-1 1 0 0,-1 1 0 0 0,1 0-1 0 0,-1 0 1 0 0,1-1-1 0 0,-1 1 1 0 0,1 0 0 0 0,0 0-1 0 0,-1 0 1 0 0,1 0 0 0 0,-1 0-1 0 0,1-1 1 0 0,0 1-1 0 0,-1 0 1 0 0,1 1 0 0 0,-1-1-1 0 0,1 0 1 0 0,-1 0-1 0 0,1 0 1 0 0,0 0 0 0 0,-1 0-1 0 0,1 0 1 0 0,0 1 0 0 0,17 13 2626 0 0,6 23 956 0 0,-19-24-2999 0 0,-1 0-1 0 0,0 1 0 0 0,-1-1 1 0 0,-1 1-1 0 0,0 0 0 0 0,-1 18 1 0 0,-6 88 1135 0 0,2-71-1358 0 0,0 10-226 0 0,-4 37-658 0 0,13 173-1 0 0,-5-246-124 0 0,3 14-643 0 0,2-13-3621 0 0</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0.759"/>
    </inkml:context>
    <inkml:brush xml:id="br0">
      <inkml:brushProperty name="width" value="0.1" units="cm"/>
      <inkml:brushProperty name="height" value="0.1" units="cm"/>
      <inkml:brushProperty name="color" value="#FF0066"/>
    </inkml:brush>
  </inkml:definitions>
  <inkml:trace contextRef="#ctx0" brushRef="#br0">1 121 1840 0 0,'4'-5'194'0'0,"1"0"-1"0"0,0 1 1 0 0,0 0 0 0 0,0 0-1 0 0,0 0 1 0 0,1 1-1 0 0,0 0 1 0 0,-1 0-1 0 0,1 0 1 0 0,0 1-1 0 0,8-3 1 0 0,8-4 572 0 0,6-4 561 0 0,0 2-1 0 0,0 1 1 0 0,2 1 0 0 0,47-8 0 0 0,-59 14-831 0 0,-1 1 1 0 0,1 1 0 0 0,-1 0 0 0 0,1 2 0 0 0,-1 0 0 0 0,0 1 0 0 0,1 0 0 0 0,-1 2 0 0 0,25 7 0 0 0,-37-9-428 0 0,-1-1 0 0 0,0 1 0 0 0,1 0 1 0 0,-1 0-1 0 0,0 1 0 0 0,0-1 1 0 0,0 1-1 0 0,-1 0 0 0 0,1 0 0 0 0,-1 0 1 0 0,0 0-1 0 0,1 1 0 0 0,-1-1 1 0 0,-1 1-1 0 0,1 0 0 0 0,-1 0 1 0 0,1 0-1 0 0,-1 0 0 0 0,0 1 0 0 0,0-1 1 0 0,-1 0-1 0 0,2 6 0 0 0,-2-3-31 0 0,-1-1 0 0 0,1 1 1 0 0,-1-1-1 0 0,-1 1 0 0 0,1-1 0 0 0,-1 1 0 0 0,0-1 0 0 0,-1 0 0 0 0,1 1 0 0 0,-1-1 0 0 0,-1 0 0 0 0,1 0 0 0 0,-1 0 1 0 0,0-1-1 0 0,-6 9 0 0 0,-8 10-185 0 0,-2-1 0 0 0,0-1 0 0 0,-2-1 0 0 0,-32 27 1 0 0,-15 14 694 0 0,68-61-500 0 0,-1-1 0 0 0,1 1 0 0 0,-1-1 0 0 0,1 1-1 0 0,0 0 1 0 0,0-1 0 0 0,-1 1 0 0 0,1 0 0 0 0,0 0-1 0 0,0-1 1 0 0,0 1 0 0 0,0 0 0 0 0,0 0 0 0 0,0-1 0 0 0,0 1-1 0 0,0 0 1 0 0,0-1 0 0 0,0 1 0 0 0,0 0 0 0 0,0 0-1 0 0,1-1 1 0 0,-1 1 0 0 0,0 0 0 0 0,0-1 0 0 0,1 1 0 0 0,-1 0-1 0 0,0-1 1 0 0,1 1 0 0 0,-1-1 0 0 0,1 1 0 0 0,-1 0-1 0 0,1-1 1 0 0,-1 1 0 0 0,1-1 0 0 0,-1 0 0 0 0,1 1 0 0 0,0-1-1 0 0,-1 1 1 0 0,1-1 0 0 0,0 0 0 0 0,-1 1 0 0 0,1-1-1 0 0,1 0 1 0 0,35 18 769 0 0,-32-16-674 0 0,31 12 41 0 0,1-2 0 0 0,0-1 0 0 0,1-2 0 0 0,0-2 0 0 0,0-2 0 0 0,0-1 0 0 0,60-2 0 0 0,-55-3-77 0 0,33 1-2444 0 0</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2.046"/>
    </inkml:context>
    <inkml:brush xml:id="br0">
      <inkml:brushProperty name="width" value="0.1" units="cm"/>
      <inkml:brushProperty name="height" value="0.1" units="cm"/>
      <inkml:brushProperty name="color" value="#FF0066"/>
    </inkml:brush>
  </inkml:definitions>
  <inkml:trace contextRef="#ctx0" brushRef="#br0">176 66 10594 0 0,'0'-3'194'0'0,"0"0"0"0"0,0 0 0 0 0,0 0 0 0 0,0 0 1 0 0,1 0-1 0 0,0 0 0 0 0,1-5 0 0 0,-1 6 47 0 0,0 0 0 0 0,-1-1 1 0 0,1 1-1 0 0,-1 0 1 0 0,1 0-1 0 0,-1-1 0 0 0,0 1 1 0 0,0 0-1 0 0,0-1 0 0 0,0 1 1 0 0,0 0-1 0 0,-1-4 1 0 0,0 6-216 0 0,1 0 1 0 0,0-1-1 0 0,0 1 1 0 0,-1 0 0 0 0,1 0-1 0 0,-1-1 1 0 0,1 1-1 0 0,0 0 1 0 0,-1 0 0 0 0,1 0-1 0 0,0-1 1 0 0,-1 1-1 0 0,1 0 1 0 0,-1 0-1 0 0,1 0 1 0 0,0 0 0 0 0,-1 0-1 0 0,1 0 1 0 0,-1 0-1 0 0,1 0 1 0 0,0 0 0 0 0,-1 0-1 0 0,1 0 1 0 0,-1 0-1 0 0,1 0 1 0 0,0 0 0 0 0,-1 1-1 0 0,1-1 1 0 0,-1 0-1 0 0,1 0 1 0 0,0 0 0 0 0,-1 1-1 0 0,1-1 1 0 0,0 0-1 0 0,-1 0 1 0 0,1 1 0 0 0,-1-1-1 0 0,-14 12 158 0 0,14-12-158 0 0,0 1-24 0 0,-22 17 152 0 0,1 2 0 0 0,1 1 0 0 0,-22 26 0 0 0,37-40-90 0 0,1 1 0 0 0,0 0 0 0 0,1-1 0 0 0,-1 2 0 0 0,1-1 0 0 0,-4 13 0 0 0,7-16-28 0 0,0-1 0 0 0,0 1 1 0 0,1 0-1 0 0,-1-1 0 0 0,1 1 1 0 0,0 0-1 0 0,0 0 1 0 0,0-1-1 0 0,1 1 0 0 0,-1 0 1 0 0,1-1-1 0 0,1 1 0 0 0,1 6 1 0 0,0-5-72 0 0,0-1-1 0 0,0 1 1 0 0,0-1 0 0 0,1 0 0 0 0,0 0 0 0 0,0 0 0 0 0,0 0-1 0 0,1-1 1 0 0,-1 1 0 0 0,9 5 0 0 0,8 3-447 0 0,31 17 1 0 0,-33-20 86 0 0,31 22 1 0 0,-42-26 418 0 0,-1 0-1 0 0,0 0 1 0 0,0 0 0 0 0,-1 1 0 0 0,0 0 0 0 0,0 0-1 0 0,-1 0 1 0 0,0 1 0 0 0,8 14 0 0 0,-12-17 25 0 0,1 0 0 0 0,-1 0 0 0 0,0-1 1 0 0,0 1-1 0 0,0 0 0 0 0,-1 0 0 0 0,0 0 1 0 0,0 0-1 0 0,0 0 0 0 0,0 0 0 0 0,-1 0 1 0 0,0 0-1 0 0,0 0 0 0 0,0 0 0 0 0,-1 0 1 0 0,0-1-1 0 0,0 1 0 0 0,0-1 0 0 0,-4 8 1 0 0,-8 10 231 0 0,-1 0 0 0 0,-1-1 0 0 0,-1-1 1 0 0,-1 0-1 0 0,-29 25 0 0 0,-18 4-2315 0 0,50-39-4045 0 0</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2.251"/>
    </inkml:context>
    <inkml:brush xml:id="br0">
      <inkml:brushProperty name="width" value="0.1" units="cm"/>
      <inkml:brushProperty name="height" value="0.1" units="cm"/>
      <inkml:brushProperty name="color" value="#FF0066"/>
    </inkml:brush>
  </inkml:definitions>
  <inkml:trace contextRef="#ctx0" brushRef="#br0">0 1 1840 0 0,'9'0'1924'0'0,"-1"1"0"0"0,1 0-1 0 0,-1 0 1 0 0,0 1-1 0 0,14 4 1 0 0,-14-3-1034 0 0,0 0 1 0 0,-1 1-1 0 0,0-1 0 0 0,0 2 1 0 0,0-1-1 0 0,6 6 0 0 0,-8-6-842 0 0,0 0 0 0 0,-1 1 0 0 0,0-1-1 0 0,0 1 1 0 0,0 0 0 0 0,-1 0 0 0 0,0 0 0 0 0,4 9-1 0 0,-5-10-580 0 0,0 1 0 0 0,0 1 0 0 0,-1-1 0 0 0,0 0-1 0 0,0 0 1 0 0,0 1 0 0 0,-1-1 0 0 0,1 0-1 0 0,-1 1 1 0 0,-1 7 0 0 0</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2.426"/>
    </inkml:context>
    <inkml:brush xml:id="br0">
      <inkml:brushProperty name="width" value="0.1" units="cm"/>
      <inkml:brushProperty name="height" value="0.1" units="cm"/>
      <inkml:brushProperty name="color" value="#FF0066"/>
    </inkml:brush>
  </inkml:definitions>
  <inkml:trace contextRef="#ctx0" brushRef="#br0">11 2 12443 0 0,'-11'-1'1509'0'0,"16"11"-530"0"0,2 2-1148 0 0,1 6-961 0 0,2-1 1 0 0,0-1-1 0 0,1 0 1 0 0,1 0-1 0 0,0-1 0 0 0,27 25 1 0 0,-15-15 987 0 0</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3.157"/>
    </inkml:context>
    <inkml:brush xml:id="br0">
      <inkml:brushProperty name="width" value="0.1" units="cm"/>
      <inkml:brushProperty name="height" value="0.1" units="cm"/>
      <inkml:brushProperty name="color" value="#FF0066"/>
    </inkml:brush>
  </inkml:definitions>
  <inkml:trace contextRef="#ctx0" brushRef="#br0">366 97 4145 0 0,'0'-2'116'0'0,"0"-1"1"0"0,0 1-1 0 0,0-1 1 0 0,0 1-1 0 0,-1 0 0 0 0,0-1 1 0 0,1 1-1 0 0,-1 0 1 0 0,0-1-1 0 0,0 1 1 0 0,0 0-1 0 0,0 0 0 0 0,-1 0 1 0 0,1 0-1 0 0,0 0 1 0 0,-1 0-1 0 0,1 0 1 0 0,-1 0-1 0 0,0 1 0 0 0,0-1 1 0 0,-3-2-1 0 0,-2-1 236 0 0,0-1 0 0 0,0 2 0 0 0,-1-1 0 0 0,-13-6 0 0 0,11 8-164 0 0,0-1 0 0 0,-1 2 0 0 0,1-1 0 0 0,-1 2 0 0 0,1-1 0 0 0,-1 1 1 0 0,0 1-1 0 0,0 0 0 0 0,1 0 0 0 0,-1 1 0 0 0,1 1 0 0 0,-1 0 0 0 0,-15 5 0 0 0,18-5-81 0 0,0 1 0 0 0,0 0-1 0 0,0 0 1 0 0,0 1 0 0 0,1 0-1 0 0,0 1 1 0 0,-1 0-1 0 0,2 0 1 0 0,-1 0 0 0 0,0 1-1 0 0,1 0 1 0 0,0 0 0 0 0,1 0-1 0 0,-1 1 1 0 0,1 0 0 0 0,1 0-1 0 0,-6 11 1 0 0,9-18-151 0 0,1 0 0 0 0,0 0 0 0 0,0 1 0 0 0,-1-1 0 0 0,1 0 0 0 0,0 1 0 0 0,0-1 0 0 0,0 0 0 0 0,-1 1 0 0 0,1-1 0 0 0,0 0 0 0 0,0 1 0 0 0,0-1 0 0 0,0 1 0 0 0,0-1 0 0 0,0 0 0 0 0,0 1 0 0 0,0-1 0 0 0,0 1 0 0 0,0-1 0 0 0,0 0 0 0 0,0 1 0 0 0,0-1 0 0 0,0 0 0 0 0,0 1 0 0 0,0-1 0 0 0,0 1 0 0 0,1-1 0 0 0,-1 0 1 0 0,0 1-1 0 0,0-1 0 0 0,0 0 0 0 0,1 1 0 0 0,-1-1 0 0 0,0 0 0 0 0,0 0 0 0 0,1 1 0 0 0,-1-1 0 0 0,0 0 0 0 0,1 0 0 0 0,-1 1 0 0 0,1-1 0 0 0,20-2-1251 0 0,22-17-94 0 0,-22 7 1482 0 0,2-1 277 0 0,32-13 1 0 0,-49 24-221 0 0,-1 0-1 0 0,1 0 1 0 0,-1 0 0 0 0,1 1 0 0 0,0 0 0 0 0,-1 0 0 0 0,1 0-1 0 0,0 1 1 0 0,0 0 0 0 0,0 0 0 0 0,11 2 0 0 0,-14 0-50 0 0,1-1 0 0 0,-1 1 0 0 0,0 0-1 0 0,0 0 1 0 0,1 0 0 0 0,-1 0 0 0 0,-1 1 0 0 0,1-1 0 0 0,0 1 0 0 0,-1 0 0 0 0,1 0 0 0 0,-1 0 0 0 0,0 0 0 0 0,0 0 0 0 0,0 0 0 0 0,0 0 0 0 0,0 1 0 0 0,-1-1 0 0 0,0 1 0 0 0,1 0-1 0 0,-1-1 1 0 0,-1 1 0 0 0,1 0 0 0 0,0 4 0 0 0,2 10 173 0 0,-2 0 1 0 0,0 0-1 0 0,-2 30 0 0 0,-1-12-62 0 0,-2 1 0 0 0,-1-1 0 0 0,-3 0 0 0 0,0-1 0 0 0,-2 1-1 0 0,-2-2 1 0 0,-32 66 0 0 0,44-100-207 0 0,0 0-1 0 0,0 0 1 0 0,0 0-1 0 0,0 0 1 0 0,0-1-1 0 0,0 1 1 0 0,0 0-1 0 0,0 0 1 0 0,0 0 0 0 0,0 0-1 0 0,0 0 1 0 0,0 0-1 0 0,0 0 1 0 0,0-1-1 0 0,0 1 1 0 0,0 0-1 0 0,0 0 1 0 0,0 0-1 0 0,0 0 1 0 0,0 0-1 0 0,0 0 1 0 0,0 0 0 0 0,0 0-1 0 0,0-1 1 0 0,0 1-1 0 0,0 0 1 0 0,0 0-1 0 0,0 0 1 0 0,-1 0-1 0 0,1 0 1 0 0,0 0-1 0 0,0 0 1 0 0,0 0-1 0 0,0 0 1 0 0,0 0-1 0 0,0 0 1 0 0,0 0 0 0 0,0 0-1 0 0,-1 0 1 0 0,1 0-1 0 0,0-1 1 0 0,0 1-1 0 0,0 0 1 0 0,0 0-1 0 0,0 0 1 0 0,0 0-1 0 0,0 0 1 0 0,-1 0-1 0 0,1 1 1 0 0,0-1 0 0 0,0 0-1 0 0,0 0 1 0 0,0 0-1 0 0,0 0 1 0 0,0 0-1 0 0,0 0 1 0 0,-1 0-1 0 0,1 0 1 0 0,0 0-1 0 0,0 0 1 0 0,0 0-1 0 0,0 0 1 0 0,0 0 0 0 0,0 0-1 0 0,0 1 1 0 0,-3-21-267 0 0,2-23-675 0 0,1 9 637 0 0,2 0 0 0 0,2 0 0 0 0,1 0 0 0 0,12-41 0 0 0,-12 57 332 0 0,1 0 1 0 0,0 0-1 0 0,2 1 0 0 0,0 0 1 0 0,0 1-1 0 0,2 0 1 0 0,0 0-1 0 0,1 1 1 0 0,18-20-1 0 0,-25 31 140 0 0,0 0 0 0 0,0 0 0 0 0,1 1 0 0 0,-1 0-1 0 0,1 0 1 0 0,0 0 0 0 0,0 0 0 0 0,0 1-1 0 0,0 0 1 0 0,10-4 0 0 0,-12 6-77 0 0,-1 0 1 0 0,0-1-1 0 0,0 1 1 0 0,0 0-1 0 0,1 0 1 0 0,-1 0-1 0 0,0 1 0 0 0,0-1 1 0 0,1 0-1 0 0,-1 1 1 0 0,0 0-1 0 0,0-1 1 0 0,0 1-1 0 0,0 0 1 0 0,0 0-1 0 0,0 0 0 0 0,0 0 1 0 0,0 1-1 0 0,0-1 1 0 0,-1 0-1 0 0,1 1 1 0 0,0-1-1 0 0,-1 1 0 0 0,1 0 1 0 0,-1-1-1 0 0,0 1 1 0 0,1 0-1 0 0,-1 0 1 0 0,1 3-1 0 0,3 6 26 0 0,0 0 1 0 0,-2 0-1 0 0,1 1 1 0 0,-1 0-1 0 0,-1 0 1 0 0,0 0-1 0 0,-1 0 1 0 0,0 20-1 0 0,0-17-7 0 0,0-1 0 0 0,0 1-1 0 0,1-1 1 0 0,1 1 0 0 0,6 17-1 0 0,-9-31-114 0 0,0 0-1 0 0,0-1 0 0 0,1 1 1 0 0,-1 0-1 0 0,0 0 0 0 0,0-1 1 0 0,1 1-1 0 0,-1 0 0 0 0,1 0 0 0 0,-1-1 1 0 0,0 1-1 0 0,1-1 0 0 0,0 1 1 0 0,-1 0-1 0 0,1-1 0 0 0,-1 1 1 0 0,1-1-1 0 0,0 1 0 0 0,-1-1 1 0 0,1 1-1 0 0,0-1 0 0 0,-1 0 0 0 0,1 1 1 0 0,0-1-1 0 0,0 0 0 0 0,-1 1 1 0 0,1-1-1 0 0,0 0 0 0 0,0 0 1 0 0,0 0-1 0 0,0 0 0 0 0,1 0-11 0 0,0-1 0 0 0,-1 0 0 0 0,1 0 0 0 0,0 1 1 0 0,-1-1-1 0 0,1 0 0 0 0,-1 0 0 0 0,1-1 0 0 0,-1 1 0 0 0,1 0 0 0 0,-1 0 0 0 0,0-1 0 0 0,1-1 0 0 0,7-8-96 0 0,-2 0 0 0 0,11-20-1 0 0,-17 29 107 0 0,10-18-15 0 0,0 0-1 0 0,2 1 1 0 0,25-31-1 0 0,-34 45 50 0 0,1 0-1 0 0,0 0 1 0 0,0 0-1 0 0,0 1 1 0 0,0-1-1 0 0,1 1 0 0 0,-1 1 1 0 0,1-1-1 0 0,0 1 1 0 0,0 0-1 0 0,1 0 1 0 0,-1 1-1 0 0,1 0 1 0 0,-1 0-1 0 0,1 0 0 0 0,0 1 1 0 0,7 0-1 0 0,-12 1 12 0 0,1 0 0 0 0,-1 0 0 0 0,0 1-1 0 0,0-1 1 0 0,0 1 0 0 0,0 0 0 0 0,0-1-1 0 0,-1 1 1 0 0,1 0 0 0 0,0 0 0 0 0,0 0-1 0 0,0 1 1 0 0,-1-1 0 0 0,1 0 0 0 0,-1 1-1 0 0,1-1 1 0 0,-1 1 0 0 0,1-1 0 0 0,-1 1-1 0 0,0 0 1 0 0,0-1 0 0 0,2 4 0 0 0,3 6 12 0 0,-1 1 0 0 0,7 22 0 0 0,7 11-2062 0 0,-10-31 972 0 0,1 1-10 0 0</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3.744"/>
    </inkml:context>
    <inkml:brush xml:id="br0">
      <inkml:brushProperty name="width" value="0.1" units="cm"/>
      <inkml:brushProperty name="height" value="0.1" units="cm"/>
      <inkml:brushProperty name="color" value="#FF0066"/>
    </inkml:brush>
  </inkml:definitions>
  <inkml:trace contextRef="#ctx0" brushRef="#br0">194 455 12963 0 0,'0'-4'38'0'0,"0"3"81"0"0,0 0 0 0 0,0 1 0 0 0,1-1 0 0 0,-1 0 0 0 0,0 0 0 0 0,0 0 0 0 0,-1 0 0 0 0,1 0 0 0 0,0 1 0 0 0,0-1 0 0 0,0 0 0 0 0,-1 0 0 0 0,1 0 0 0 0,0 1-1 0 0,0-1 1 0 0,-1 0 0 0 0,0-1 0 0 0,0 2 4 0 0,-1 0 0 0 0,1 0 0 0 0,0 0-1 0 0,-1 0 1 0 0,1 0 0 0 0,0 0 0 0 0,-1 0-1 0 0,1 1 1 0 0,0-1 0 0 0,-1 0 0 0 0,1 1-1 0 0,0-1 1 0 0,0 1 0 0 0,0-1 0 0 0,-2 2-1 0 0,-10 4 8 0 0,1 1-1 0 0,0 0 1 0 0,0 1 0 0 0,1 0-1 0 0,0 1 1 0 0,0 0-1 0 0,-12 14 1 0 0,16-16-137 0 0,0 1 0 0 0,1 0 0 0 0,0 0 0 0 0,0 0 0 0 0,1 1 0 0 0,0 0 0 0 0,1 0 0 0 0,0 0 0 0 0,0 1 0 0 0,-4 17 1 0 0,7-23-42 0 0,1 0 0 0 0,-1 0 0 0 0,1-1 0 0 0,0 1 1 0 0,1 0-1 0 0,-1-1 0 0 0,0 1 0 0 0,1 0 1 0 0,0-1-1 0 0,0 1 0 0 0,0-1 0 0 0,0 1 1 0 0,4 6-1 0 0,-4-9-2 0 0,0 0-1 0 0,0 0 1 0 0,0 1 0 0 0,0-1 0 0 0,0 0 0 0 0,0 0 0 0 0,0 0 0 0 0,1 0 0 0 0,-1 0-1 0 0,0 0 1 0 0,1-1 0 0 0,-1 1 0 0 0,1 0 0 0 0,-1-1 0 0 0,0 1 0 0 0,1-1 0 0 0,-1 1-1 0 0,1-1 1 0 0,0 0 0 0 0,-1 0 0 0 0,1 0 0 0 0,-1 1 0 0 0,1-2 0 0 0,-1 1 0 0 0,1 0-1 0 0,0 0 1 0 0,-1 0 0 0 0,1-1 0 0 0,-1 1 0 0 0,1-1 0 0 0,-1 1 0 0 0,0-1 0 0 0,1 1-1 0 0,2-3 1 0 0,6-3 0 0 0,0-1 0 0 0,0-1 0 0 0,0 0 0 0 0,-1 0 0 0 0,0-1 1 0 0,-1 0-1 0 0,0 0 0 0 0,0-1 0 0 0,-1 0 0 0 0,10-18 0 0 0,-5 10 297 0 0,-12 18-221 0 0,1 0 0 0 0,-1 0 1 0 0,0 0-1 0 0,1 0 1 0 0,-1 0-1 0 0,1 0 1 0 0,-1 0-1 0 0,0 0 1 0 0,1 0-1 0 0,-1 1 1 0 0,0-1-1 0 0,1 0 0 0 0,-1 0 1 0 0,0 0-1 0 0,1 0 1 0 0,-1 1-1 0 0,0-1 1 0 0,1 0-1 0 0,-1 0 1 0 0,0 1-1 0 0,1-1 0 0 0,-1 0 1 0 0,0 1-1 0 0,0-1 1 0 0,1 0-1 0 0,-1 1 1 0 0,0-1-1 0 0,0 0 1 0 0,0 1-1 0 0,0-1 0 0 0,1 0 1 0 0,-1 1-1 0 0,0-1 1 0 0,0 0-1 0 0,0 1 1 0 0,0-1-1 0 0,0 1 1 0 0,12 26 225 0 0,-8-17-134 0 0,-2-6-240 0 0,0-1 0 0 0,0 1 0 0 0,0-1 1 0 0,0 0-1 0 0,1 1 0 0 0,-1-1 1 0 0,1 0-1 0 0,0-1 0 0 0,0 1 1 0 0,0 0-1 0 0,0-1 0 0 0,0 0 1 0 0,1 1-1 0 0,-1-1 0 0 0,1-1 0 0 0,-1 1 1 0 0,1 0-1 0 0,0-1 0 0 0,-1 0 1 0 0,1 0-1 0 0,0 0 0 0 0,0 0 1 0 0,0-1-1 0 0,0 1 0 0 0,0-1 1 0 0,0 0-1 0 0,0 0 0 0 0,0-1 0 0 0,0 1 1 0 0,0-1-1 0 0,0 0 0 0 0,0 0 1 0 0,-1 0-1 0 0,6-2 0 0 0,-2 0-235 0 0,0 0-1 0 0,0 0 0 0 0,0-1 0 0 0,-1 0 1 0 0,1 0-1 0 0,-1-1 0 0 0,0 1 1 0 0,0-2-1 0 0,-1 1 0 0 0,0 0 0 0 0,1-1 1 0 0,-2 0-1 0 0,1 0 0 0 0,-1-1 0 0 0,0 1 1 0 0,0-1-1 0 0,3-8 0 0 0,-2-6-102 0 0,0 0 0 0 0,-2-1 0 0 0,0 1 0 0 0,-2-1 0 0 0,0 1 0 0 0,-3-35-1 0 0,1-32 356 0 0,16-61 1331 0 0,-1 32 3980 0 0,-23 95 1283 0 0,8 22-6408 0 0,-1 3 265 0 0,0-1-1 0 0,0 1 1 0 0,1 0 0 0 0,-1-1 0 0 0,0 1 0 0 0,1 0-1 0 0,0 0 1 0 0,0 0 0 0 0,-2 6 0 0 0,-4 29 36 0 0,1 0 1 0 0,3 1 0 0 0,1 0-1 0 0,1 0 1 0 0,2-1 0 0 0,2 1-1 0 0,2 0 1 0 0,1-1-1 0 0,18 57 1 0 0,-7-38-903 0 0,45 98 0 0 0,46 39-5320 0 0,-89-162 4243 0 0,-3-3 996 0 0</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4.124"/>
    </inkml:context>
    <inkml:brush xml:id="br0">
      <inkml:brushProperty name="width" value="0.1" units="cm"/>
      <inkml:brushProperty name="height" value="0.1" units="cm"/>
      <inkml:brushProperty name="color" value="#FF0066"/>
    </inkml:brush>
  </inkml:definitions>
  <inkml:trace contextRef="#ctx0" brushRef="#br0">50 45 10594 0 0,'-20'-19'586'0'0,"2"2"462"0"0,7 8 2934 0 0,16 21 82 0 0,5 20-3074 0 0,-4-12-447 0 0,16 54-59 0 0,-3 1-1 0 0,16 140 1 0 0,-21-56-7156 0 0,-11-117-456 0 0</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4.551"/>
    </inkml:context>
    <inkml:brush xml:id="br0">
      <inkml:brushProperty name="width" value="0.1" units="cm"/>
      <inkml:brushProperty name="height" value="0.1" units="cm"/>
      <inkml:brushProperty name="color" value="#FF0066"/>
    </inkml:brush>
  </inkml:definitions>
  <inkml:trace contextRef="#ctx0" brushRef="#br0">26 158 5985 0 0,'-2'-1'-43'0'0,"-20"-6"1343"0"0,22 6-1214 0 0,-1 0 1 0 0,1 1-1 0 0,0-1 0 0 0,0 0 1 0 0,-1 1-1 0 0,1-1 0 0 0,0 0 1 0 0,0 0-1 0 0,0 1 0 0 0,0-1 1 0 0,0 0-1 0 0,0 1 0 0 0,0-1 1 0 0,0 0-1 0 0,0 0 0 0 0,1 1 1 0 0,-1-1-1 0 0,0 0 0 0 0,0 1 0 0 0,1-1 1 0 0,-1 0-1 0 0,0 1 0 0 0,1-1 1 0 0,-1 0-1 0 0,1 1 0 0 0,-1-1 1 0 0,1 1-1 0 0,-1-1 0 0 0,1 1 1 0 0,0-1-1 0 0,8-10 191 0 0,0 0 0 0 0,1 1 1 0 0,0 1-1 0 0,1 0 0 0 0,0 0 0 0 0,1 1 0 0 0,-1 0 0 0 0,1 1 0 0 0,1 1 1 0 0,0 0-1 0 0,-1 0 0 0 0,2 1 0 0 0,-1 1 0 0 0,0 0 0 0 0,17-2 0 0 0,-8 2 140 0 0,0 1-1 0 0,0 1 1 0 0,0 1-1 0 0,0 1 0 0 0,0 1 1 0 0,0 1-1 0 0,0 1 0 0 0,41 11 1 0 0,-58-13-418 0 0,1 1 0 0 0,-1 0 1 0 0,0 0-1 0 0,1 1 0 0 0,-1 0 0 0 0,0 0 0 0 0,0 0 1 0 0,-1 0-1 0 0,1 1 0 0 0,-1 0 0 0 0,6 5 1 0 0,-8-6-22 0 0,-1-1 0 0 0,1 0 0 0 0,-1 1 0 0 0,0-1 0 0 0,1 0 0 0 0,-1 1-1 0 0,0 0 1 0 0,0-1 0 0 0,-1 1 0 0 0,1 0 0 0 0,-1-1 0 0 0,1 1 0 0 0,-1 0 0 0 0,0 0 0 0 0,0-1 0 0 0,0 1 0 0 0,0 0 0 0 0,-1 0 0 0 0,1 0 0 0 0,-1-1 0 0 0,1 1 0 0 0,-1 0 0 0 0,0-1 0 0 0,0 1 0 0 0,-2 2 0 0 0,-1 4 196 0 0,0 0 0 0 0,1 0 0 0 0,0 0 0 0 0,0 1 0 0 0,1-1-1 0 0,0 1 1 0 0,1-1 0 0 0,0 1 0 0 0,1 0 0 0 0,0 10 0 0 0,0-15-129 0 0,1-1 1 0 0,0 0 0 0 0,0 0-1 0 0,0 1 1 0 0,1-1 0 0 0,-1 0-1 0 0,1 0 1 0 0,0 0 0 0 0,0 0-1 0 0,0-1 1 0 0,1 1 0 0 0,-1-1-1 0 0,1 1 1 0 0,0-1 0 0 0,0 0-1 0 0,0 0 1 0 0,1 0 0 0 0,-1 0-1 0 0,1 0 1 0 0,-1-1 0 0 0,1 0-1 0 0,0 0 1 0 0,0 0 0 0 0,6 3-1 0 0,-6-4-10 0 0,-1 0-1 0 0,0 0 0 0 0,1 0 0 0 0,-1 0 0 0 0,1 0 0 0 0,-1-1 1 0 0,1 0-1 0 0,-1 1 0 0 0,1-1 0 0 0,-1 0 0 0 0,1-1 1 0 0,-1 1-1 0 0,1-1 0 0 0,-1 1 0 0 0,0-1 0 0 0,1 0 0 0 0,-1 0 1 0 0,0-1-1 0 0,1 1 0 0 0,-1-1 0 0 0,0 0 0 0 0,0 1 0 0 0,0-1 1 0 0,-1-1-1 0 0,1 1 0 0 0,0 0 0 0 0,-1-1 0 0 0,1 1 0 0 0,-1-1 1 0 0,0 0-1 0 0,0 1 0 0 0,0-1 0 0 0,0 0 0 0 0,0-1 1 0 0,-1 1-1 0 0,1 0 0 0 0,-1 0 0 0 0,0-1 0 0 0,0 1 0 0 0,0 0 1 0 0,-1-1-1 0 0,1 1 0 0 0,-1-1 0 0 0,0 1 0 0 0,0-1 0 0 0,0 1 1 0 0,-1-5-1 0 0,0-9-25 0 0,-1 1-1 0 0,0 0 1 0 0,-2 0 0 0 0,0 0 0 0 0,0 0 0 0 0,-2 0 0 0 0,0 1 0 0 0,-1 0-1 0 0,0 0 1 0 0,-1 1 0 0 0,-1 0 0 0 0,0 0 0 0 0,-12-13 0 0 0,4 11-605 0 0</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5.536"/>
    </inkml:context>
    <inkml:brush xml:id="br0">
      <inkml:brushProperty name="width" value="0.1" units="cm"/>
      <inkml:brushProperty name="height" value="0.1" units="cm"/>
      <inkml:brushProperty name="color" value="#FF0066"/>
    </inkml:brush>
  </inkml:definitions>
  <inkml:trace contextRef="#ctx0" brushRef="#br0">0 75 9674 0 0,'0'-2'346'0'0,"1"1"1"0"0,-1-1-1 0 0,0 0 0 0 0,1 0 0 0 0,-1 1 1 0 0,1-1-1 0 0,0 0 0 0 0,-1 0 0 0 0,1 1 1 0 0,0-1-1 0 0,0 1 0 0 0,0-1 0 0 0,0 1 1 0 0,0-1-1 0 0,0 1 0 0 0,1 0 0 0 0,-1-1 1 0 0,2-1-1 0 0,-2 3-240 0 0,-1 0 0 0 0,1-1 1 0 0,-1 1-1 0 0,1 0 0 0 0,0 0 0 0 0,-1-1 1 0 0,1 1-1 0 0,-1 0 0 0 0,1 0 0 0 0,-1 0 1 0 0,1 0-1 0 0,0 0 0 0 0,-1 0 0 0 0,1 0 1 0 0,-1 0-1 0 0,1 0 0 0 0,0 0 0 0 0,-1 0 1 0 0,1 0-1 0 0,-1 0 0 0 0,1 0 1 0 0,0 1-1 0 0,0-1-45 0 0,0 1 0 0 0,0 0 0 0 0,0 0 0 0 0,0 0 0 0 0,0-1 0 0 0,-1 1 0 0 0,1 0 0 0 0,0 0 0 0 0,-1 0 0 0 0,1 0 0 0 0,-1 0 1 0 0,1 0-1 0 0,-1 0 0 0 0,1 1 0 0 0,-1-1 0 0 0,1 2 0 0 0,6 32 395 0 0,-1 0 1 0 0,-2 1-1 0 0,-1 57 1 0 0,-3-56-427 0 0,2 1 0 0 0,2-1 1 0 0,8 41-1 0 0,-12-77-50 0 0,0 1 0 0 0,0-1 0 0 0,1 0 0 0 0,-1 0 0 0 0,0 0 0 0 0,1 1 0 0 0,-1-1 0 0 0,0 0 0 0 0,1 0 0 0 0,-1 0 0 0 0,1 0 1 0 0,0 0-1 0 0,-1 0 0 0 0,1 0 0 0 0,0 0 0 0 0,0 0 0 0 0,-1 0 0 0 0,1 0 0 0 0,0 0 0 0 0,0-1 0 0 0,0 1 0 0 0,0 0 0 0 0,2 0 0 0 0,-2-1-10 0 0,0 0 0 0 0,0 0 0 0 0,0-1 0 0 0,0 1-1 0 0,0 0 1 0 0,0-1 0 0 0,0 1 0 0 0,0-1 0 0 0,0 0 0 0 0,0 1 0 0 0,0-1 0 0 0,0 0 0 0 0,0 1-1 0 0,-1-1 1 0 0,1 0 0 0 0,0 0 0 0 0,0 0 0 0 0,-1 0 0 0 0,1 1 0 0 0,0-3 0 0 0,6-9-347 0 0,0 0 0 0 0,9-24 0 0 0,-15 33 336 0 0,35-96-1650 0 0,-18 48 994 0 0,2 1 0 0 0,38-71 0 0 0,-53 114 768 0 0,0 0 0 0 0,0 0 0 0 0,0 0 1 0 0,1 1-1 0 0,0 0 0 0 0,0 0 0 0 0,1 0 1 0 0,13-8-1 0 0,-18 12 26 0 0,0 1 0 0 0,-1 0 0 0 0,1 0 0 0 0,0 0 0 0 0,0 1 0 0 0,0-1 0 0 0,0 0 0 0 0,0 1 0 0 0,1-1 0 0 0,-1 1 0 0 0,0 0 0 0 0,0 0 0 0 0,0 0 0 0 0,0 0 0 0 0,0 0 0 0 0,0 0 0 0 0,0 0 0 0 0,1 1 0 0 0,-1-1 0 0 0,0 1 0 0 0,0-1 0 0 0,0 1 0 0 0,0 0 0 0 0,0 0 0 0 0,-1 0 0 0 0,1 0 0 0 0,0 0 0 0 0,0 0 0 0 0,-1 1 0 0 0,1-1 0 0 0,0 1 0 0 0,-1-1 0 0 0,1 1 0 0 0,-1-1 0 0 0,0 1 0 0 0,0 0 0 0 0,0 0 0 0 0,0 0 0 0 0,0 0 0 0 0,2 3 0 0 0,9 23 627 0 0,0 1-1 0 0,12 47 1 0 0,-4-9-440 0 0,-7-25-697 0 0,-1 1 1 0 0,-2 1-1 0 0,7 83 0 0 0,-16-109-7135 0 0</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5.836"/>
    </inkml:context>
    <inkml:brush xml:id="br0">
      <inkml:brushProperty name="width" value="0.1" units="cm"/>
      <inkml:brushProperty name="height" value="0.1" units="cm"/>
      <inkml:brushProperty name="color" value="#FF0066"/>
    </inkml:brush>
  </inkml:definitions>
  <inkml:trace contextRef="#ctx0" brushRef="#br0">11 43 11979 0 0,'-10'-8'2254'0'0,"9"20"-247"0"0,1-8-1741 0 0,1 22 475 0 0,1 0 1 0 0,0 0-1 0 0,12 44 0 0 0,-12-60-635 0 0,1 0 0 0 0,0 0-1 0 0,1 0 1 0 0,0-1 0 0 0,0 1 0 0 0,1-1-1 0 0,1 0 1 0 0,-1 0 0 0 0,1 0 0 0 0,1-1-1 0 0,0 0 1 0 0,10 10 0 0 0,-14-15-82 0 0,1-1 0 0 0,-1 0-1 0 0,1 1 1 0 0,-1-1 0 0 0,1-1 0 0 0,0 1 0 0 0,0 0 0 0 0,0-1 0 0 0,0 0 0 0 0,0 0-1 0 0,0 0 1 0 0,0 0 0 0 0,0-1 0 0 0,0 0 0 0 0,0 1 0 0 0,0-1 0 0 0,1-1 0 0 0,-1 1 0 0 0,6-2-1 0 0,-7 1-27 0 0,0 0 0 0 0,0 0 0 0 0,-1-1 0 0 0,1 1 0 0 0,0-1-1 0 0,0 0 1 0 0,-1 1 0 0 0,1-1 0 0 0,-1 0 0 0 0,0-1 0 0 0,0 1-1 0 0,1 0 1 0 0,-1-1 0 0 0,-1 1 0 0 0,1-1 0 0 0,0 1 0 0 0,-1-1-1 0 0,1 0 1 0 0,-1 0 0 0 0,0 0 0 0 0,0 0 0 0 0,0 0 0 0 0,0 0 0 0 0,0 0-1 0 0,0-6 1 0 0,-1-9-40 0 0,0 0 1 0 0,-1 0-1 0 0,-1 1 0 0 0,0-1 0 0 0,-1 0 0 0 0,-1 1 1 0 0,-1-1-1 0 0,-1 1 0 0 0,0 0 0 0 0,-1 1 0 0 0,-1 0 1 0 0,-19-30-1 0 0,2 17-2869 0 0</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6.074"/>
    </inkml:context>
    <inkml:brush xml:id="br0">
      <inkml:brushProperty name="width" value="0.1" units="cm"/>
      <inkml:brushProperty name="height" value="0.1" units="cm"/>
      <inkml:brushProperty name="color" value="#FF0066"/>
    </inkml:brush>
  </inkml:definitions>
  <inkml:trace contextRef="#ctx0" brushRef="#br0">9 1 2761 0 0,'-1'1'577'0'0,"0"1"1"0"0,0 0-1 0 0,0 0 1 0 0,0 0-1 0 0,0 0 1 0 0,1 0-1 0 0,-1 0 1 0 0,0 0-1 0 0,1 0 1 0 0,0 0-1 0 0,0 0 1 0 0,-1 0-1 0 0,1 0 1 0 0,1 0-1 0 0,-1 1 1 0 0,0-1-1 0 0,0 0 1 0 0,1 2-1 0 0,12 45 3561 0 0,-9-36-4013 0 0,2 7 265 0 0,2 0 0 0 0,19 38 0 0 0,9 2-2815 0 0,-32-55 1266 0 0</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6.233"/>
    </inkml:context>
    <inkml:brush xml:id="br0">
      <inkml:brushProperty name="width" value="0.1" units="cm"/>
      <inkml:brushProperty name="height" value="0.1" units="cm"/>
      <inkml:brushProperty name="color" value="#FF0066"/>
    </inkml:brush>
  </inkml:definitions>
  <inkml:trace contextRef="#ctx0" brushRef="#br0">6 110 9674 0 0,'-3'-24'251'0'0,"0"-21"1665"0"0,3 41-1328 0 0,1 0 1 0 0,-1 0-1 0 0,0 0 1 0 0,1 0-1 0 0,0 0 1 0 0,0 0-1 0 0,0 0 1 0 0,2-4-1 0 0,-2 8-609 0 0,-1 0 0 0 0,1 0 1 0 0,-1 0-1 0 0,1 0 0 0 0,0 1 0 0 0,-1-1 0 0 0,1 0 0 0 0,-1 0 1 0 0,1 1-1 0 0,-1-1 0 0 0,1 0 0 0 0,-1 1 0 0 0,1-1 0 0 0,-1 0 1 0 0,1 1-1 0 0,-1-1 0 0 0,1 1 0 0 0,-1-1 0 0 0,1 1 0 0 0,-1-1 1 0 0,0 1-1 0 0,1-1 0 0 0,-1 1 0 0 0,0-1 0 0 0,0 1 1 0 0,1-1-1 0 0,-1 1 0 0 0,0 0 0 0 0,0-1 0 0 0,0 1 0 0 0,0 0 1 0 0,14 26-1492 0 0,-13-26 1652 0 0,16 29-238 0 0,-7-16 84 0 0</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6.511"/>
    </inkml:context>
    <inkml:brush xml:id="br0">
      <inkml:brushProperty name="width" value="0.1" units="cm"/>
      <inkml:brushProperty name="height" value="0.1" units="cm"/>
      <inkml:brushProperty name="color" value="#FF0066"/>
    </inkml:brush>
  </inkml:definitions>
  <inkml:trace contextRef="#ctx0" brushRef="#br0">167 25 7834 0 0,'9'-19'1195'0'0,"-9"18"-1128"0"0,0 1 1 0 0,0 0-1 0 0,0 0 0 0 0,0 0 1 0 0,0 0-1 0 0,0-1 1 0 0,0 1-1 0 0,0 0 1 0 0,-2-3 1281 0 0,2 3-1282 0 0,0 0 1 0 0,0 0-1 0 0,-1 0 1 0 0,1-1-1 0 0,0 1 1 0 0,0 0-1 0 0,0 0 1 0 0,0 0-1 0 0,-1 0 1 0 0,1 0-1 0 0,0 0 1 0 0,0 0-1 0 0,0 0 0 0 0,-1 0 1 0 0,1 0-1 0 0,0 0 1 0 0,-3 1 251 0 0,0 0 0 0 0,0 0 0 0 0,0 1 0 0 0,0-1 0 0 0,0 1 0 0 0,0-1 0 0 0,0 1 0 0 0,1 0 0 0 0,-3 3 0 0 0,-15 11 227 0 0,1 0 0 0 0,-30 37-1 0 0,43-47-452 0 0,0 2-1 0 0,1-1 0 0 0,0 1 0 0 0,1 0 1 0 0,-1 0-1 0 0,1 0 0 0 0,1 0 1 0 0,0 1-1 0 0,0-1 0 0 0,0 1 0 0 0,-1 12 1 0 0,4-17-83 0 0,0 0-1 0 0,0 0 1 0 0,0 0 0 0 0,0 0 0 0 0,1 0 0 0 0,0 0 0 0 0,0-1 0 0 0,0 1 0 0 0,0 0 0 0 0,0 0 0 0 0,1-1 0 0 0,0 1 0 0 0,0-1 0 0 0,0 1 0 0 0,0-1 0 0 0,3 4 0 0 0,3 2-100 0 0,1 0-1 0 0,0-1 1 0 0,18 13-1 0 0,-18-15-33 0 0,-1 1 1 0 0,1 0-1 0 0,-2 0 0 0 0,1 0 0 0 0,9 13 1 0 0,-17-19 94 0 0,1-1 1 0 0,-1 1-1 0 0,1 0 0 0 0,-1 0 1 0 0,0 0-1 0 0,1-1 1 0 0,-1 1-1 0 0,0 0 1 0 0,0 0-1 0 0,0 0 0 0 0,0 0 1 0 0,0-1-1 0 0,1 1 1 0 0,-1 0-1 0 0,-1 0 1 0 0,1 0-1 0 0,0 0 0 0 0,0 0 1 0 0,0-1-1 0 0,0 1 1 0 0,-1 0-1 0 0,1 0 1 0 0,0 0-1 0 0,-1-1 0 0 0,1 1 1 0 0,0 0-1 0 0,-1 0 1 0 0,1-1-1 0 0,-2 2 1 0 0,-19 14-1823 0 0</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6.868"/>
    </inkml:context>
    <inkml:brush xml:id="br0">
      <inkml:brushProperty name="width" value="0.1" units="cm"/>
      <inkml:brushProperty name="height" value="0.1" units="cm"/>
      <inkml:brushProperty name="color" value="#FF0066"/>
    </inkml:brush>
  </inkml:definitions>
  <inkml:trace contextRef="#ctx0" brushRef="#br0">1 348 6449 0 0,'77'-40'2876'0'0,"-49"27"-922"0"0,46-29 0 0 0,-68 38-1587 0 0,1-1-1 0 0,0 0 1 0 0,-1-1-1 0 0,0 0 0 0 0,0 0 1 0 0,-1 0-1 0 0,0 0 1 0 0,0-1-1 0 0,0 0 1 0 0,-1 0-1 0 0,4-9 0 0 0,-5 8-201 0 0,-1 1-1 0 0,0-1 0 0 0,-1 0 0 0 0,0 0 0 0 0,0 0 0 0 0,-1 0 0 0 0,0 0 0 0 0,0 0 0 0 0,-2-9 1 0 0,2 12-109 0 0,-1 1 0 0 0,0-1 1 0 0,1 0-1 0 0,-2 1 0 0 0,1-1 1 0 0,-1 1-1 0 0,1-1 0 0 0,-1 1 1 0 0,0 0-1 0 0,-1-1 1 0 0,1 1-1 0 0,-1 0 0 0 0,0 1 1 0 0,0-1-1 0 0,0 0 0 0 0,-5-4 1 0 0,6 7-56 0 0,1 0 1 0 0,0 1-1 0 0,-1-1 0 0 0,1 0 1 0 0,-1 1-1 0 0,1-1 1 0 0,-1 1-1 0 0,1-1 0 0 0,-1 1 1 0 0,1 0-1 0 0,-1-1 1 0 0,1 1-1 0 0,-1 0 1 0 0,0 0-1 0 0,1 0 0 0 0,-1 0 1 0 0,1 0-1 0 0,-1 1 1 0 0,1-1-1 0 0,-1 0 1 0 0,0 1-1 0 0,-1 0 0 0 0,0 1 20 0 0,0 0-1 0 0,0-1 0 0 0,1 1 0 0 0,-1 1 0 0 0,0-1 1 0 0,1 0-1 0 0,-1 1 0 0 0,1-1 0 0 0,-4 6 0 0 0,1 0 54 0 0,0 0 0 0 0,0 0 0 0 0,1 0-1 0 0,0 1 1 0 0,1-1 0 0 0,-5 19-1 0 0,7-18 25 0 0,-1 0 0 0 0,2 0 0 0 0,-1 0 0 0 0,1 0 0 0 0,1 0 0 0 0,0 0 0 0 0,0 1 0 0 0,1-1-1 0 0,0-1 1 0 0,0 1 0 0 0,1 0 0 0 0,0 0 0 0 0,1-1 0 0 0,0 0 0 0 0,0 0 0 0 0,1 0-1 0 0,0 0 1 0 0,0-1 0 0 0,1 1 0 0 0,11 11 0 0 0,-9-12-165 0 0,0-1 1 0 0,0 1-1 0 0,1-1 1 0 0,-1 0-1 0 0,1-1 1 0 0,0 0-1 0 0,19 7 1 0 0,-18-9-616 0 0,0 0 1 0 0,0-1 0 0 0,0 0 0 0 0,1 0 0 0 0,-1-1 0 0 0,0 0 0 0 0,1-1 0 0 0,13-2 0 0 0,2 0-6355 0 0</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7.549"/>
    </inkml:context>
    <inkml:brush xml:id="br0">
      <inkml:brushProperty name="width" value="0.1" units="cm"/>
      <inkml:brushProperty name="height" value="0.1" units="cm"/>
      <inkml:brushProperty name="color" value="#FF0066"/>
    </inkml:brush>
  </inkml:definitions>
  <inkml:trace contextRef="#ctx0" brushRef="#br0">1 121 11979 0 0,'5'0'697'0'0,"1"1"0"0"0,0-1 0 0 0,0 1 0 0 0,-1 1 0 0 0,1-1 0 0 0,0 1 0 0 0,-1 0 1 0 0,0 0-1 0 0,9 6 0 0 0,-3-2-157 0 0,0 2 1 0 0,0-1-1 0 0,17 18 1 0 0,-7-2-290 0 0,0 1 0 0 0,31 47 0 0 0,-43-59-274 0 0,-2 1 0 0 0,0 0 0 0 0,0 1 0 0 0,-1-1 0 0 0,-1 1 0 0 0,0 0 1 0 0,-1 0-1 0 0,0 1 0 0 0,-1-1 0 0 0,-1 1 0 0 0,0 0 0 0 0,-1 23 0 0 0,-1-38 25 0 0,0 0-1 0 0,0 0 1 0 0,-1 0 0 0 0,1 0-1 0 0,0 0 1 0 0,0 0-1 0 0,0 0 1 0 0,0 0-1 0 0,0 0 1 0 0,0 0-1 0 0,0 0 1 0 0,0 0 0 0 0,0 0-1 0 0,-1 0 1 0 0,1 0-1 0 0,0 0 1 0 0,0 0-1 0 0,0 0 1 0 0,0 0-1 0 0,0 0 1 0 0,0 0 0 0 0,0 0-1 0 0,0 0 1 0 0,0 0-1 0 0,0 0 1 0 0,0 1-1 0 0,-1-1 1 0 0,1 0 0 0 0,0 0-1 0 0,0 0 1 0 0,0 0-1 0 0,0 0 1 0 0,0 0-1 0 0,0 0 1 0 0,0 0-1 0 0,0 0 1 0 0,0 0 0 0 0,0 0-1 0 0,0 1 1 0 0,0-1-1 0 0,0 0 1 0 0,0 0-1 0 0,0 0 1 0 0,0 0-1 0 0,0 0 1 0 0,0 0 0 0 0,0 0-1 0 0,0 0 1 0 0,0 0-1 0 0,0 1 1 0 0,0-1-1 0 0,0 0 1 0 0,0 0 0 0 0,0 0-1 0 0,0 0 1 0 0,0 0-1 0 0,-4-11 158 0 0,-1-18 168 0 0,1-4-288 0 0,2-1-1 0 0,1 0 0 0 0,2 0 1 0 0,1 1-1 0 0,2-1 1 0 0,1 1-1 0 0,2 0 1 0 0,1 0-1 0 0,1 0 0 0 0,25-55 1 0 0,-19 62-933 0 0,0 4-269 0 0</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7.962"/>
    </inkml:context>
    <inkml:brush xml:id="br0">
      <inkml:brushProperty name="width" value="0.1" units="cm"/>
      <inkml:brushProperty name="height" value="0.1" units="cm"/>
      <inkml:brushProperty name="color" value="#FF0066"/>
    </inkml:brush>
  </inkml:definitions>
  <inkml:trace contextRef="#ctx0" brushRef="#br0">261 123 1376 0 0,'0'-6'574'0'0,"1"-1"0"0"0,-1 1-1 0 0,0 0 1 0 0,-1 0-1 0 0,1-1 1 0 0,-1 1 0 0 0,0 0-1 0 0,-1 0 1 0 0,0 0 0 0 0,0 0-1 0 0,0 0 1 0 0,0 1 0 0 0,-6-9-1 0 0,7 12-356 0 0,0-1 1 0 0,0 2-1 0 0,-1-1 0 0 0,1 0 1 0 0,-1 0-1 0 0,1 0 0 0 0,-1 1 1 0 0,0-1-1 0 0,0 1 0 0 0,0-1 1 0 0,1 1-1 0 0,-1 0 0 0 0,-1 0 1 0 0,1-1-1 0 0,0 2 0 0 0,0-1 1 0 0,0 0-1 0 0,0 0 0 0 0,-1 1 0 0 0,1-1 1 0 0,0 1-1 0 0,-1-1 0 0 0,1 1 1 0 0,0 0-1 0 0,-1 0 0 0 0,1 0 1 0 0,0 1-1 0 0,-1-1 0 0 0,1 0 1 0 0,0 1-1 0 0,-1 0 0 0 0,1-1 1 0 0,0 1-1 0 0,0 0 0 0 0,0 0 1 0 0,0 0-1 0 0,0 0 0 0 0,-2 2 0 0 0,-8 5 181 0 0,1 0-1 0 0,1 1 0 0 0,0 1 1 0 0,0-1-1 0 0,1 1 0 0 0,0 1 0 0 0,-8 11 1 0 0,1 3-329 0 0,0 1 0 0 0,-14 31 1 0 0,28-53-133 0 0,1 0 0 0 0,-1 1 0 0 0,1-1 0 0 0,0 0 1 0 0,0 1-1 0 0,0-1 0 0 0,0 1 0 0 0,1-1 0 0 0,0 1 1 0 0,0-1-1 0 0,0 1 0 0 0,0-1 0 0 0,1 1 0 0 0,1 6 1 0 0,-1-10-2 0 0,-1 1 1 0 0,1-1 0 0 0,0 0 0 0 0,-1 1 0 0 0,1-1-1 0 0,0 0 1 0 0,0 1 0 0 0,0-1 0 0 0,0 0 0 0 0,0 0-1 0 0,0 0 1 0 0,0 0 0 0 0,0 0 0 0 0,1 0 0 0 0,-1 0-1 0 0,0 0 1 0 0,3 1 0 0 0,-1-1-31 0 0,-1-1 0 0 0,0 1 0 0 0,1-1 0 0 0,-1 0 0 0 0,0 1 0 0 0,1-1 0 0 0,-1 0 0 0 0,1-1 0 0 0,-1 1 1 0 0,0 0-1 0 0,1-1 0 0 0,-1 1 0 0 0,1-1 0 0 0,3-1 0 0 0,7-4-34 0 0,0-1 0 0 0,0 0 0 0 0,-1 0 0 0 0,0-1 0 0 0,0-1 0 0 0,-1 0 0 0 0,0 0 0 0 0,-1-1 0 0 0,0-1 0 0 0,0 0-1 0 0,-1 0 1 0 0,13-22 0 0 0,-14 23 474 0 0,-9 19 672 0 0,0 16-357 0 0,2-12-552 0 0,1 1 1 0 0,1 0 0 0 0,0-1-1 0 0,9 24 1 0 0,-9-31-190 0 0,0 1 0 0 0,0-1 0 0 0,1 0 0 0 0,0-1 0 0 0,0 1 0 0 0,0-1 1 0 0,0 1-1 0 0,1-1 0 0 0,0-1 0 0 0,0 1 0 0 0,9 6 0 0 0,3-1-861 0 0</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8.184"/>
    </inkml:context>
    <inkml:brush xml:id="br0">
      <inkml:brushProperty name="width" value="0.1" units="cm"/>
      <inkml:brushProperty name="height" value="0.1" units="cm"/>
      <inkml:brushProperty name="color" value="#FF0066"/>
    </inkml:brush>
  </inkml:definitions>
  <inkml:trace contextRef="#ctx0" brushRef="#br0">0 9 5985 0 0,'2'-8'6910'0'0,"11"26"-1843"0"0,-7-10-5979 0 0,10 25 1725 0 0,-1 1-1 0 0,-2 1 0 0 0,-2 1 1 0 0,-1-1-1 0 0,-1 2 0 0 0,5 57 0 0 0,-2 223-2005 0 0,-12-260 338 0 0,1-37-1316 0 0,0-3-4639 0 0</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8.375"/>
    </inkml:context>
    <inkml:brush xml:id="br0">
      <inkml:brushProperty name="width" value="0.1" units="cm"/>
      <inkml:brushProperty name="height" value="0.1" units="cm"/>
      <inkml:brushProperty name="color" value="#FF0066"/>
    </inkml:brush>
  </inkml:definitions>
  <inkml:trace contextRef="#ctx0" brushRef="#br0">1 41 9674 0 0,'0'0'748'0'0,"24"-3"2966"0"0,32-10-1410 0 0,38-6-2368 0 0,-75 16-1114 0 0,0 2 0 0 0,0 0 0 0 0,20 1 0 0 0,-10 3-604 0 0</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8.565"/>
    </inkml:context>
    <inkml:brush xml:id="br0">
      <inkml:brushProperty name="width" value="0.1" units="cm"/>
      <inkml:brushProperty name="height" value="0.1" units="cm"/>
      <inkml:brushProperty name="color" value="#FF0066"/>
    </inkml:brush>
  </inkml:definitions>
  <inkml:trace contextRef="#ctx0" brushRef="#br0">11 0 17972 0 0,'-1'1'44'0'0,"0"0"0"0"0,0 0 0 0 0,0 1-1 0 0,0-1 1 0 0,1 0 0 0 0,-1 0 0 0 0,0 1 0 0 0,1-1 0 0 0,-1 0 0 0 0,0 1 0 0 0,1-1 0 0 0,0 0-1 0 0,-1 1 1 0 0,1-1 0 0 0,0 1 0 0 0,0-1 0 0 0,-1 1 0 0 0,1-1 0 0 0,1 1 0 0 0,-1-1 0 0 0,0 0-1 0 0,0 1 1 0 0,0-1 0 0 0,1 1 0 0 0,-1-1 0 0 0,1 1 0 0 0,-1-1 0 0 0,1 0 0 0 0,-1 1 0 0 0,1-1-1 0 0,0 0 1 0 0,0 0 0 0 0,-1 0 0 0 0,3 2 0 0 0,4 11 3 0 0,7 19 353 0 0,-2 0-1 0 0,-1 0 1 0 0,-2 2 0 0 0,-1-1-1 0 0,-2 1 1 0 0,2 37 0 0 0,-5-50-1727 0 0</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8.738"/>
    </inkml:context>
    <inkml:brush xml:id="br0">
      <inkml:brushProperty name="width" value="0.1" units="cm"/>
      <inkml:brushProperty name="height" value="0.1" units="cm"/>
      <inkml:brushProperty name="color" value="#FF0066"/>
    </inkml:brush>
  </inkml:definitions>
  <inkml:trace contextRef="#ctx0" brushRef="#br0">13 1 9218 0 0,'-9'4'6753'0'0,"8"1"-5920"0"0,-2 2-145 0 0,3 3-24 0 0,0 0-8 0 0,2 1-1512 0 0,0 2-296 0 0,4 0-65 0 0,-1 0-15 0 0,4-2 984 0 0,-1-2 248 0 0</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9.055"/>
    </inkml:context>
    <inkml:brush xml:id="br0">
      <inkml:brushProperty name="width" value="0.1" units="cm"/>
      <inkml:brushProperty name="height" value="0.1" units="cm"/>
      <inkml:brushProperty name="color" value="#FF0066"/>
    </inkml:brush>
  </inkml:definitions>
  <inkml:trace contextRef="#ctx0" brushRef="#br0">111 87 9674 0 0,'0'-3'405'0'0,"-3"-25"2263"0"0,3 28-2624 0 0,0-1 1 0 0,0 1-1 0 0,0 0 0 0 0,-1-1 1 0 0,1 1-1 0 0,0 0 1 0 0,0 0-1 0 0,0-1 1 0 0,-1 1-1 0 0,1 0 0 0 0,0 0 1 0 0,0-1-1 0 0,-1 1 1 0 0,1 0-1 0 0,0 0 1 0 0,-1 0-1 0 0,1-1 1 0 0,0 1-1 0 0,-1 0 0 0 0,1 0 1 0 0,0 0-1 0 0,-1 0 1 0 0,1 0-1 0 0,0 0 1 0 0,-1 0-1 0 0,1 0 0 0 0,0 0 1 0 0,-1 0-1 0 0,-15 9 1600 0 0,7 1-1267 0 0,1-1-1 0 0,0 1 0 0 0,1 1 1 0 0,0-1-1 0 0,0 1 0 0 0,1 0 1 0 0,1 1-1 0 0,0 0 0 0 0,0 0 1 0 0,1 0-1 0 0,1 0 1 0 0,0 0-1 0 0,1 1 0 0 0,-2 25 1 0 0,4-34-344 0 0,0-1 0 0 0,1 1 0 0 0,-1 0 0 0 0,1 0 0 0 0,0-1 0 0 0,0 1 0 0 0,1 0 0 0 0,-1-1 0 0 0,1 1 0 0 0,-1-1 0 0 0,1 0 0 0 0,0 1 0 0 0,0-1 0 0 0,1 0 0 0 0,-1 0 0 0 0,1 0 0 0 0,-1-1 0 0 0,1 1 0 0 0,0-1 0 0 0,0 1 0 0 0,0-1 0 0 0,0 0 0 0 0,1 0 0 0 0,-1 0 0 0 0,0 0 0 0 0,1-1 0 0 0,0 0 0 0 0,-1 1 0 0 0,1-1 0 0 0,0-1 0 0 0,-1 1 0 0 0,1 0 0 0 0,0-1 0 0 0,0 0 0 0 0,0 0 0 0 0,-1 0 0 0 0,1 0 0 0 0,0-1 0 0 0,0 1 0 0 0,0-1 0 0 0,-1 0 0 0 0,1 0 0 0 0,-1 0 0 0 0,1-1 0 0 0,-1 1 0 0 0,1-1 0 0 0,-1 0 0 0 0,0 0 0 0 0,1 0 0 0 0,-1 0 0 0 0,0-1 0 0 0,5-5 0 0 0,-2 2 8 0 0,-1-1-1 0 0,1 0 1 0 0,-1 0 0 0 0,0-1-1 0 0,-1 1 1 0 0,0-1-1 0 0,0 0 1 0 0,-1 0 0 0 0,0-1-1 0 0,0 1 1 0 0,-1-1-1 0 0,0 1 1 0 0,0-1 0 0 0,-1 0-1 0 0,0 0 1 0 0,-1-9-1 0 0,0 7-181 0 0,0 0 0 0 0,-1 0 0 0 0,0 0 0 0 0,-1 0 0 0 0,-1 0 0 0 0,1 0 0 0 0,-2 1 0 0 0,1-1-1 0 0,-2 1 1 0 0,1 0 0 0 0,-1 1 0 0 0,-10-16 0 0 0,2 11-1217 0 0</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28:49.267"/>
    </inkml:context>
    <inkml:brush xml:id="br0">
      <inkml:brushProperty name="width" value="0.1" units="cm"/>
      <inkml:brushProperty name="height" value="0.1" units="cm"/>
      <inkml:brushProperty name="color" value="#FF0066"/>
    </inkml:brush>
  </inkml:definitions>
  <inkml:trace contextRef="#ctx0" brushRef="#br0">0 0 19812 0 0,'3'7'880'0'0,"0"-3"177"0"0,1-1-841 0 0,-1-2-216 0 0,1-1 0 0 0,-2-1 0 0 0,1 0 0 0 0,1-1-72 0 0,4-2 0 0 0</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16.175"/>
    </inkml:context>
    <inkml:brush xml:id="br0">
      <inkml:brushProperty name="width" value="0.1" units="cm"/>
      <inkml:brushProperty name="height" value="0.1" units="cm"/>
      <inkml:brushProperty name="color" value="#FF0066"/>
    </inkml:brush>
  </inkml:definitions>
  <inkml:trace contextRef="#ctx0" brushRef="#br0">0 1434 2304 0 0,'1'1'125'0'0,"-1"1"-1"0"0,1-1 1 0 0,0 0-1 0 0,-1 0 1 0 0,1 0-1 0 0,0 0 0 0 0,0 0 1 0 0,0 0-1 0 0,0 0 1 0 0,0 0-1 0 0,0 0 0 0 0,0 0 1 0 0,0-1-1 0 0,0 1 1 0 0,0 0-1 0 0,1-1 1 0 0,0 2-1 0 0,23 9 1533 0 0,-21-11-1454 0 0,0 1-1 0 0,0-1 0 0 0,0 0 0 0 0,1 0 1 0 0,-1 0-1 0 0,0-1 0 0 0,0 1 1 0 0,0-1-1 0 0,0 0 0 0 0,0 0 0 0 0,0-1 1 0 0,0 1-1 0 0,0-1 0 0 0,0 0 1 0 0,-1 0-1 0 0,1 0 0 0 0,-1 0 0 0 0,1-1 1 0 0,-1 1-1 0 0,0-1 0 0 0,0 0 1 0 0,0 0-1 0 0,0 0 0 0 0,-1 0 0 0 0,1 0 1 0 0,-1-1-1 0 0,3-5 0 0 0,0 0-66 0 0,-1-1 0 0 0,0 0-1 0 0,0 0 1 0 0,-1 0 0 0 0,0 0-1 0 0,-1 0 1 0 0,0 0 0 0 0,-1-1-1 0 0,0 1 1 0 0,0-1 0 0 0,-1 0-1 0 0,-1 1 1 0 0,0-1 0 0 0,-4-17-1 0 0,-6-22 336 0 0,2-1 1 0 0,2 0-1 0 0,-1-69 0 0 0,14-155 428 0 0,-4 231-741 0 0,0-2 75 0 0,2 0-1 0 0,2 1 0 0 0,1 0 1 0 0,15-45-1 0 0,4 20 181 0 0,38-72-1 0 0,-49 110-373 0 0,-11 24-35 0 0,1 0-1 0 0,0 0 1 0 0,0 0-1 0 0,0 0 1 0 0,1 1-1 0 0,0 0 1 0 0,12-11-1 0 0,-16 16-3 0 0,0 0-1 0 0,1 0 1 0 0,-1 0-1 0 0,1 1 1 0 0,-1-1-1 0 0,1 1 1 0 0,0-1-1 0 0,0 1 1 0 0,-1 0 0 0 0,1 0-1 0 0,0 0 1 0 0,0 1-1 0 0,0-1 1 0 0,0 1-1 0 0,0-1 1 0 0,0 1-1 0 0,0 0 1 0 0,0 0 0 0 0,0 0-1 0 0,0 1 1 0 0,0-1-1 0 0,0 1 1 0 0,0-1-1 0 0,0 1 1 0 0,0 0-1 0 0,4 3 1 0 0,4 1-92 0 0,-1 1 0 0 0,0 0 0 0 0,0 1 0 0 0,-1 0 0 0 0,1 1 0 0 0,-2 0 0 0 0,1 0 0 0 0,-1 1 0 0 0,0 0 0 0 0,-1 0 0 0 0,0 1 0 0 0,-1 0 0 0 0,0 0 0 0 0,0 0 0 0 0,4 15 0 0 0,6 16-245 0 0,-2 1 1 0 0,-3 0 0 0 0,-1 1 0 0 0,-2 0-1 0 0,5 79 1 0 0,-13-109 305 0 0,1 0 1 0 0,1 0-1 0 0,0 0 1 0 0,1-1 0 0 0,0 1-1 0 0,1-1 1 0 0,0 1-1 0 0,1-1 1 0 0,0-1-1 0 0,1 1 1 0 0,0-1-1 0 0,1 0 1 0 0,1 0-1 0 0,-1 0 1 0 0,2-1-1 0 0,-1-1 1 0 0,2 0-1 0 0,-1 0 1 0 0,1 0-1 0 0,0-1 1 0 0,13 7-1 0 0,-20-13 23 0 0,0 0 1 0 0,0-1-1 0 0,0 1 0 0 0,0-1 0 0 0,0 1 0 0 0,0-1 1 0 0,1 0-1 0 0,-1 0 0 0 0,1-1 0 0 0,-1 1 0 0 0,0-1 1 0 0,1 0-1 0 0,-1 0 0 0 0,1 0 0 0 0,-1 0 0 0 0,1 0 1 0 0,-1-1-1 0 0,1 0 0 0 0,-1 1 0 0 0,0-1 0 0 0,1 0 1 0 0,-1-1-1 0 0,0 1 0 0 0,0-1 0 0 0,0 1 0 0 0,0-1 1 0 0,0 0-1 0 0,0 0 0 0 0,0 0 0 0 0,-1-1 0 0 0,1 1 1 0 0,-1-1-1 0 0,3-3 0 0 0,6-9 287 0 0,0-1 0 0 0,-2 0 0 0 0,0 0 0 0 0,0-1 1 0 0,6-19-1 0 0,0 0-109 0 0,-7 20-2 0 0,1 0-1 0 0,1 1 0 0 0,0 0 0 0 0,16-18 1 0 0,-22 28-164 0 0,1 0 1 0 0,-1 0 0 0 0,1 0 0 0 0,0 1 0 0 0,1 0-1 0 0,-1 0 1 0 0,1 0 0 0 0,0 1 0 0 0,0-1 0 0 0,0 2-1 0 0,0-1 1 0 0,0 1 0 0 0,0-1 0 0 0,12-1 0 0 0,-15 4-4 0 0,0 0 0 0 0,-1 0 0 0 0,1 0 0 0 0,0 0 0 0 0,-1 1 0 0 0,1-1 0 0 0,0 1 0 0 0,-1 0 0 0 0,1-1 0 0 0,-1 1 0 0 0,1 0 0 0 0,-1 1 0 0 0,0-1 0 0 0,1 0 0 0 0,-1 1 0 0 0,0-1 0 0 0,0 1 0 0 0,0 0 0 0 0,0 0 0 0 0,0-1 0 0 0,0 1 0 0 0,0 1 1 0 0,-1-1-1 0 0,1 0 0 0 0,-1 0 0 0 0,1 1 0 0 0,-1-1 0 0 0,0 0 0 0 0,0 1 0 0 0,0-1 0 0 0,1 4 0 0 0,2 10-23 0 0,0 1-1 0 0,-1-1 1 0 0,-1 0 0 0 0,0 20 0 0 0,1-3-108 0 0,8 55-135 0 0,4-1 0 0 0,3-1-1 0 0,39 111 1 0 0,-55-191 251 0 0,1 0-1 0 0,-1-1 0 0 0,1 1 1 0 0,0-1-1 0 0,1 0 0 0 0,-1 0 1 0 0,1 0-1 0 0,0 0 0 0 0,0 0 1 0 0,0-1-1 0 0,1 0 0 0 0,0 0 1 0 0,0 0-1 0 0,0-1 0 0 0,0 1 1 0 0,0-1-1 0 0,1 0 0 0 0,-1-1 1 0 0,1 1-1 0 0,9 2 0 0 0,-12-5 16 0 0,3 2 18 0 0,1 0 0 0 0,0-1 0 0 0,0 1 0 0 0,12-1 0 0 0,-15-1-10 0 0,-1 0 0 0 0,0-1 0 0 0,0 0 0 0 0,0 1 0 0 0,0-1 0 0 0,0 0 1 0 0,-1-1-1 0 0,1 1 0 0 0,0 0 0 0 0,0-1 0 0 0,-1 0 0 0 0,1 1 0 0 0,4-5 0 0 0,5-4 37 0 0,0-1 0 0 0,0 0 0 0 0,-1-1-1 0 0,0 0 1 0 0,-1-1 0 0 0,-1 0 0 0 0,0-1 0 0 0,-1 0-1 0 0,0 0 1 0 0,-1 0 0 0 0,-1-1 0 0 0,0 0 0 0 0,5-23 0 0 0,-1-12 310 0 0,-2 0 1 0 0,1-69 0 0 0,-10-102 798 0 0,7-94 354 0 0,-1 270-1035 0 0,20-85 1 0 0,-25 128-477 0 0,1 0-1 0 0,-1 0 1 0 0,1 0-1 0 0,0 0 1 0 0,0 0-1 0 0,0 0 1 0 0,0 0-1 0 0,0 0 1 0 0,0 0-1 0 0,0 0 1 0 0,0 1-1 0 0,1-1 1 0 0,-1 0-1 0 0,1 1 1 0 0,-1-1-1 0 0,1 1 1 0 0,0 0-1 0 0,-1-1 1 0 0,1 1-1 0 0,0 0 1 0 0,0 0-1 0 0,0 0 1 0 0,0 0-1 0 0,0 1 1 0 0,0-1-1 0 0,0 1 1 0 0,0-1-1 0 0,0 1 1 0 0,0-1-1 0 0,1 1 1 0 0,1 0-1 0 0,0 1-40 0 0,-1-1-1 0 0,1 1 1 0 0,-1 0-1 0 0,1 0 1 0 0,-1 0-1 0 0,0 1 1 0 0,1-1-1 0 0,-1 1 1 0 0,0 0-1 0 0,0 0 1 0 0,0 0-1 0 0,0 0 1 0 0,0 0-1 0 0,-1 1 0 0 0,1-1 1 0 0,-1 1-1 0 0,0 0 1 0 0,3 4-1 0 0,20 33-386 0 0,-2 2 0 0 0,21 55 0 0 0,-38-82 319 0 0,26 70 70 0 0,-28-68 38 0 0,2 1 0 0 0,0-1 0 0 0,1-1 0 0 0,0 1 0 0 0,2-1 0 0 0,0 0 0 0 0,1-1 0 0 0,0 0 0 0 0,13 14 0 0 0,-19-25-59 0 0,1 1 0 0 0,-1-1-1 0 0,1 0 1 0 0,0-1 0 0 0,0 1 0 0 0,0-1-1 0 0,0 0 1 0 0,10 4 0 0 0,-13-6 39 0 0,0-1-1 0 0,1 1 1 0 0,-1-1 0 0 0,1 0-1 0 0,-1 0 1 0 0,1 0 0 0 0,-1 0-1 0 0,1 0 1 0 0,-1 0 0 0 0,0-1-1 0 0,1 0 1 0 0,-1 1-1 0 0,1-1 1 0 0,-1 0 0 0 0,0 0-1 0 0,0 0 1 0 0,1 0 0 0 0,-1 0-1 0 0,0-1 1 0 0,0 1 0 0 0,0-1-1 0 0,0 1 1 0 0,2-4 0 0 0,10-10 152 0 0,0 0 0 0 0,-1-1 0 0 0,11-18 0 0 0,-10 15 89 0 0,30-35 0 0 0,-36 45-238 0 0,1 1 1 0 0,1-1-1 0 0,-1 2 0 0 0,1-1 0 0 0,0 2 1 0 0,18-10-1 0 0,-25 15 15 0 0,-1 0 0 0 0,1 0 1 0 0,-1 0-1 0 0,1 0 0 0 0,-1 1 0 0 0,1-1 0 0 0,-1 1 1 0 0,1 0-1 0 0,0 0 0 0 0,-1 0 0 0 0,1 0 0 0 0,0 0 1 0 0,-1 0-1 0 0,1 1 0 0 0,0-1 0 0 0,-1 1 1 0 0,1 0-1 0 0,-1 0 0 0 0,1 0 0 0 0,-1 0 0 0 0,0 0 1 0 0,1 0-1 0 0,-1 1 0 0 0,0-1 0 0 0,0 1 0 0 0,0 0 1 0 0,0-1-1 0 0,0 1 0 0 0,0 0 0 0 0,0 0 0 0 0,-1 0 1 0 0,1 0-1 0 0,-1 1 0 0 0,0-1 0 0 0,1 0 0 0 0,-1 1 1 0 0,1 3-1 0 0,11 26-70 0 0,-1 0-1 0 0,-1 1 1 0 0,-3 1 0 0 0,9 51-1 0 0,14 57 429 0 0,-18-94-470 0 0,-8-26 359 0 0,2 1 0 0 0,16 37-1 0 0,-20-53-106 0 0,1-1 0 0 0,0 1 0 0 0,0-1 0 0 0,1 0 1 0 0,0 0-1 0 0,0 0 0 0 0,0-1 0 0 0,0 0 0 0 0,1 0 0 0 0,0 0 0 0 0,0 0 0 0 0,11 5 0 0 0,-12-7-104 0 0,0-1 0 0 0,1 1-1 0 0,-1-1 1 0 0,1 0 0 0 0,-1 0-1 0 0,1-1 1 0 0,0 0-1 0 0,0 0 1 0 0,0 0 0 0 0,-1-1-1 0 0,1 0 1 0 0,0 0 0 0 0,0 0-1 0 0,0-1 1 0 0,0 1 0 0 0,-1-2-1 0 0,10-2 1 0 0,0-2-376 0 0,-1-1 0 0 0,1 0 0 0 0,-2-1 0 0 0,1-1-1 0 0,14-13 1 0 0,-20 17-1462 0 0</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1.477"/>
    </inkml:context>
    <inkml:brush xml:id="br0">
      <inkml:brushProperty name="width" value="0.1" units="cm"/>
      <inkml:brushProperty name="height" value="0.1" units="cm"/>
      <inkml:brushProperty name="color" value="#FF0066"/>
    </inkml:brush>
  </inkml:definitions>
  <inkml:trace contextRef="#ctx0" brushRef="#br0">66 1541 456 0 0,'-1'-1'80'0'0,"0"1"0"0"0,0 0-1 0 0,-1-1 1 0 0,1 1 0 0 0,0-1 0 0 0,0 1-1 0 0,0-1 1 0 0,0 0 0 0 0,0 1 0 0 0,0-1-1 0 0,0 0 1 0 0,0 0 0 0 0,0 0 0 0 0,0 0-1 0 0,0 0 1 0 0,1 1 0 0 0,-1-2 0 0 0,0 1-1 0 0,0 0 1 0 0,1 0 0 0 0,-1 0 0 0 0,1 0-1 0 0,-1-2 1 0 0,-7-26 3311 0 0,17-152-1257 0 0,-9 147-1684 0 0,0 14 71 0 0,0 0 1 0 0,1 0 0 0 0,2 0-1 0 0,0 0 1 0 0,6-22-1 0 0,-9 41-489 0 0,0 1 0 0 0,0-1 0 0 0,0 0 0 0 0,0 1 0 0 0,1-1 0 0 0,-1 1 0 0 0,0-1 0 0 0,0 1 0 0 0,1-1 0 0 0,-1 1 0 0 0,0-1 0 0 0,0 1 0 0 0,1-1 0 0 0,-1 1 0 0 0,0-1 0 0 0,1 1 0 0 0,-1 0 0 0 0,1-1 0 0 0,-1 1 0 0 0,1 0 0 0 0,-1-1 0 0 0,1 1 0 0 0,-1 0 0 0 0,1 0 0 0 0,-1-1 0 0 0,1 1 0 0 0,-1 0 0 0 0,1 0-1 0 0,-1 0 1 0 0,1 0 0 0 0,0-1 0 0 0,13 13 425 0 0,5 24-400 0 0,-15-23-149 0 0,-2-7-19 0 0,1 0 0 0 0,-2 0 0 0 0,1 0 0 0 0,0 0 0 0 0,-1 0 0 0 0,-1 0 0 0 0,1 0 0 0 0,-1 1 0 0 0,0-1 0 0 0,-1 13 1 0 0,-13-54 5 0 0,4 1 479 0 0,-1 0 0 0 0,-17-33 0 0 0,17 44-79 0 0,0-2-1 0 0,2 1 1 0 0,1-1 0 0 0,1-1 0 0 0,-4-32-1 0 0,58 140-982 0 0,-60-176 39 0 0,7 63 772 0 0,2-1-1 0 0,0-58 1 0 0,8 98-85 0 0,-1-1 0 0 0,1 0 0 0 0,1 0 0 0 0,6 9 0 0 0,17 28 28 0 0,-16-21-91 0 0,-6-12-191 0 0,0-1-1 0 0,-1 1 1 0 0,0 0-1 0 0,0 0 1 0 0,-1 0-1 0 0,-1 1 1 0 0,4 20 0 0 0,-9-60 321 0 0,-2-1 1 0 0,0 0 0 0 0,-12-37 0 0 0,-7-41 307 0 0,20 89-289 0 0,1 8-26 0 0,1 1 1 0 0,0-1-1 0 0,0-19 0 0 0,26 86 765 0 0,8 35-674 0 0,16 37-231 0 0,-48-129 39 0 0,-1 0 0 0 0,0 0 0 0 0,0 1 0 0 0,0-1 0 0 0,0 0 0 0 0,0 0 0 0 0,0 0 0 0 0,0 0 1 0 0,0 0-1 0 0,0 1 0 0 0,0-1 0 0 0,0 0 0 0 0,1 0 0 0 0,-1 0 0 0 0,0 0 0 0 0,0 0 0 0 0,0 0 0 0 0,0 0 0 0 0,0 0 1 0 0,0 1-1 0 0,1-1 0 0 0,-1 0 0 0 0,0 0 0 0 0,0 0 0 0 0,0 0 0 0 0,0 0 0 0 0,0 0 0 0 0,1 0 0 0 0,-1 0 0 0 0,0 0 0 0 0,0 0 1 0 0,0 0-1 0 0,0 0 0 0 0,1 0 0 0 0,-1 0 0 0 0,0 0 0 0 0,0 0 0 0 0,0 0 0 0 0,0 0 0 0 0,0 0 0 0 0,1 0 0 0 0,-1 0 1 0 0,0-1-1 0 0,0 1 0 0 0,0 0 0 0 0,0 0 0 0 0,0 0 0 0 0,1 0 0 0 0,-1 0 0 0 0,0 0 0 0 0,0 0 0 0 0,0 0 0 0 0,0-1 1 0 0,8-12-148 0 0,4-18-197 0 0,-5-18 276 0 0,-3 0 0 0 0,-1 0 0 0 0,-7-89-1 0 0,-1-15 821 0 0,5 139-588 0 0,0 7-56 0 0,0-1 1 0 0,0 1 0 0 0,0-1 0 0 0,1 1 0 0 0,0 0 0 0 0,0-1-1 0 0,1 1 1 0 0,0 0 0 0 0,0 0 0 0 0,6-11 0 0 0,-8 17-102 0 0,0 1 1 0 0,0 0 0 0 0,0 0-1 0 0,0 0 1 0 0,0 0-1 0 0,0 0 1 0 0,1 0 0 0 0,-1 0-1 0 0,0 0 1 0 0,0 0 0 0 0,0 0-1 0 0,0 0 1 0 0,0 0 0 0 0,0 0-1 0 0,1 0 1 0 0,-1-1 0 0 0,0 1-1 0 0,0 0 1 0 0,0 0-1 0 0,0 0 1 0 0,0 0 0 0 0,0 0-1 0 0,1 0 1 0 0,-1 1 0 0 0,0-1-1 0 0,0 0 1 0 0,0 0 0 0 0,0 0-1 0 0,0 0 1 0 0,0 0 0 0 0,1 0-1 0 0,-1 0 1 0 0,0 0-1 0 0,0 0 1 0 0,0 0 0 0 0,0 0-1 0 0,0 0 1 0 0,0 0 0 0 0,0 0-1 0 0,0 1 1 0 0,1-1 0 0 0,-1 0-1 0 0,0 0 1 0 0,0 0 0 0 0,0 0-1 0 0,0 0 1 0 0,0 0-1 0 0,0 0 1 0 0,0 1 0 0 0,6 10 165 0 0,1 13 24 0 0,-7-24-188 0 0,6 21-51 0 0,-2-1-1 0 0,0 0 0 0 0,0 32 1 0 0,-4-52-53 0 0,6-32-1382 0 0,2 4 1075 0 0,0 0 1 0 0,2 1-1 0 0,2 0 0 0 0,0 1 0 0 0,24-37 1 0 0,-34 59 386 0 0,0 1 1 0 0,0 0 0 0 0,0 0-1 0 0,0 0 1 0 0,1 0 0 0 0,-1 1-1 0 0,1-1 1 0 0,0 1 0 0 0,0 0 0 0 0,4-4-1 0 0,-6 6 32 0 0,0 0-1 0 0,0-1 1 0 0,1 1 0 0 0,-1 0-1 0 0,0 0 1 0 0,0 0-1 0 0,0-1 1 0 0,0 1 0 0 0,0 1-1 0 0,0-1 1 0 0,0 0-1 0 0,0 0 1 0 0,0 0 0 0 0,1 0-1 0 0,-1 1 1 0 0,0-1-1 0 0,0 1 1 0 0,0-1 0 0 0,0 1-1 0 0,0-1 1 0 0,0 1-1 0 0,-1-1 1 0 0,1 1 0 0 0,0 0-1 0 0,0-1 1 0 0,0 1-1 0 0,0 0 1 0 0,-1 0 0 0 0,1 0-1 0 0,0 0 1 0 0,-1 0-1 0 0,1 0 1 0 0,-1 0 0 0 0,1 0-1 0 0,-1 0 1 0 0,0 0-1 0 0,1 0 1 0 0,-1 1 0 0 0,6 12-29 0 0,0-1 1 0 0,-2 2-1 0 0,1-1 1 0 0,-2 0-1 0 0,0 1 1 0 0,-1-1-1 0 0,0 1 1 0 0,-1 25 0 0 0,-3 8-89 0 0,-11 61 0 0 0,33-174-128 0 0,-15 43 187 0 0,4-16-189 0 0,14-42 0 0 0,-19 70 197 0 0,0 0 0 0 0,1 0 0 0 0,0 0 0 0 0,0 0 0 0 0,1 1 0 0 0,0 0 0 0 0,0 1 0 0 0,16-17 0 0 0,-21 25 40 0 0,-1-1-1 0 0,1 1 1 0 0,-1-1-1 0 0,1 1 1 0 0,-1-1-1 0 0,1 1 1 0 0,-1 0-1 0 0,1-1 1 0 0,-1 1-1 0 0,1 0 1 0 0,0-1-1 0 0,-1 1 1 0 0,1 0-1 0 0,0 0 1 0 0,-1-1-1 0 0,1 1 1 0 0,0 0-1 0 0,-1 0 1 0 0,1 0-1 0 0,0 0 0 0 0,-1 0 1 0 0,1 0-1 0 0,0 0 1 0 0,-1 0-1 0 0,1 0 1 0 0,0 1-1 0 0,-1-1 1 0 0,1 0-1 0 0,0 0 1 0 0,0 1-1 0 0,0 0 18 0 0,1 0-1 0 0,-1 1 1 0 0,0-1-1 0 0,0 0 1 0 0,0 1-1 0 0,0-1 1 0 0,0 1-1 0 0,0-1 1 0 0,0 1-1 0 0,0-1 1 0 0,0 4-1 0 0,10 44 418 0 0,-10-30-319 0 0,0 0 0 0 0,-1 0 0 0 0,-1 0 0 0 0,0-1 0 0 0,-2 1 0 0 0,-5 21 0 0 0,35-70-1048 0 0,-18 14 508 0 0,-6 10 96 0 0,0 0 0 0 0,1 0-1 0 0,0 0 1 0 0,0 0 0 0 0,0 0 0 0 0,1 1 0 0 0,0-1 0 0 0,0 1 0 0 0,7-5 0 0 0,-12 10 316 0 0,1 0 0 0 0,-1 0 0 0 0,1 0 0 0 0,0 0 0 0 0,-1 0 0 0 0,1 0 0 0 0,-1 0 1 0 0,1 0-1 0 0,0 0 0 0 0,-1 0 0 0 0,1 1 0 0 0,-1-1 0 0 0,1 0 0 0 0,-1 0 0 0 0,1 1 0 0 0,-1-1 0 0 0,1 0 1 0 0,0 1-1 0 0,-1-1 0 0 0,0 0 0 0 0,1 1 0 0 0,-1-1 0 0 0,1 1 0 0 0,-1-1 0 0 0,1 0 0 0 0,-1 1 1 0 0,0-1-1 0 0,1 1 0 0 0,-1 0 0 0 0,0-1 0 0 0,0 1 0 0 0,1-1 0 0 0,-1 1 0 0 0,0-1 0 0 0,0 1 0 0 0,0 0 1 0 0,0-1-1 0 0,0 1 0 0 0,0-1 0 0 0,0 1 0 0 0,0 0 0 0 0,0 0 0 0 0,5 31 536 0 0,-5-30-510 0 0,1 42 564 0 0,-1-33-468 0 0,-1-1 0 0 0,2 0 1 0 0,-1 1-1 0 0,2-1 0 0 0,-1 0 0 0 0,7 18 1 0 0,-8-27-111 0 0,0-1 1 0 0,0 0-1 0 0,0 1 1 0 0,0-1-1 0 0,0 0 1 0 0,0 0-1 0 0,0 1 1 0 0,0-1-1 0 0,0 0 1 0 0,1 0-1 0 0,-1 1 1 0 0,0-1-1 0 0,0 0 0 0 0,0 0 1 0 0,1 1-1 0 0,-1-1 1 0 0,0 0-1 0 0,0 0 1 0 0,0 0-1 0 0,1 0 1 0 0,-1 1-1 0 0,0-1 1 0 0,0 0-1 0 0,1 0 1 0 0,-1 0-1 0 0,0 0 1 0 0,0 0-1 0 0,1 0 1 0 0,-1 0-1 0 0,0 0 1 0 0,1 0-1 0 0,-1 0 1 0 0,0 0-1 0 0,0 0 1 0 0,1 0-1 0 0,-1 0 1 0 0,0 0-1 0 0,1 0 1 0 0,-1 0-1 0 0,0 0 1 0 0,0 0-1 0 0,1 0 1 0 0,-1 0-1 0 0,0 0 1 0 0,0-1-1 0 0,1 1 0 0 0,-1 0 1 0 0,0 0-1 0 0,15-15 279 0 0,0 0-408 0 0,-15 15 103 0 0,1-1 0 0 0,-1 1 0 0 0,0 0 1 0 0,0 0-1 0 0,1 0 0 0 0,-1 0 0 0 0,0 0 0 0 0,1 0 0 0 0,-1 0 0 0 0,0 0 1 0 0,1 0-1 0 0,-1 0 0 0 0,0 0 0 0 0,1 0 0 0 0,-1 0 0 0 0,0 0 0 0 0,1 0 1 0 0,-1 0-1 0 0,0 0 0 0 0,0 0 0 0 0,1 0 0 0 0,-1 0 0 0 0,0 0 1 0 0,1 0-1 0 0,-1 1 0 0 0,0-1 0 0 0,0 0 0 0 0,1 0 0 0 0,-1 0 0 0 0,0 1 1 0 0,0-1-1 0 0,1 0 0 0 0,-1 0 0 0 0,0 0 0 0 0,0 1 0 0 0,0-1 0 0 0,1 0 1 0 0,-1 1-1 0 0,0-1 0 0 0,0 0 0 0 0,0 0 0 0 0,0 1 0 0 0,0-1 0 0 0,0 0 1 0 0,0 1-1 0 0,0-1 0 0 0,0 0 0 0 0,0 1 0 0 0,4 15-70 0 0,-1 1-1 0 0,-1-1 1 0 0,0 1 0 0 0,-2 0-1 0 0,0 0 1 0 0,-3 24 0 0 0,1 31-22 0 0,2-65 114 0 0,0-1-1 0 0,1 1 1 0 0,0 0-1 0 0,4 10 1 0 0,-5-16 0 0 0,0-1-1 0 0,0 1 1 0 0,0 0 0 0 0,0-1-1 0 0,1 1 1 0 0,-1-1-1 0 0,0 1 1 0 0,1-1 0 0 0,-1 1-1 0 0,0-1 1 0 0,1 0 0 0 0,-1 1-1 0 0,0-1 1 0 0,1 1-1 0 0,-1-1 1 0 0,1 0 0 0 0,-1 1-1 0 0,1-1 1 0 0,-1 0 0 0 0,1 1-1 0 0,-1-1 1 0 0,1 0 0 0 0,-1 0-1 0 0,1 0 1 0 0,0 1-1 0 0,0-2-6 0 0,1 1 0 0 0,-1 0 0 0 0,0-1 0 0 0,0 1-1 0 0,0-1 1 0 0,0 1 0 0 0,0-1 0 0 0,0 0-1 0 0,0 0 1 0 0,0 1 0 0 0,0-1 0 0 0,0 0 0 0 0,-1 0-1 0 0,1 0 1 0 0,0 0 0 0 0,0 0 0 0 0,-1 0 0 0 0,1-1-1 0 0,7-10-192 0 0,-6 9 64 0 0,0-1-1 0 0,0 1 1 0 0,1 0-1 0 0,-1 0 0 0 0,0 0 1 0 0,1 0-1 0 0,0 0 0 0 0,0 0 1 0 0,0 1-1 0 0,0-1 1 0 0,5-2-1 0 0,-8 5 125 0 0,1 0 0 0 0,-1 1 0 0 0,1-1 0 0 0,-1 0 0 0 0,1 0 0 0 0,-1 1 0 0 0,1-1 0 0 0,-1 0 1 0 0,0 1-1 0 0,1-1 0 0 0,-1 0 0 0 0,0 1 0 0 0,1-1 0 0 0,-1 1 0 0 0,0-1 0 0 0,0 1 0 0 0,1-1 0 0 0,-1 0 0 0 0,0 1 0 0 0,0-1 0 0 0,0 1 0 0 0,1-1 0 0 0,-1 1 1 0 0,0-1-1 0 0,0 1 0 0 0,0-1 0 0 0,0 2 0 0 0,4 18 53 0 0,-4-16-53 0 0,7 43 10 0 0,1 62 0 0 0,2 18 341 0 0,-10-127-292 0 0,0 1 1 0 0,0-1-1 0 0,0 1 0 0 0,0-1 0 0 0,0 0 1 0 0,0 1-1 0 0,0-1 0 0 0,0 1 0 0 0,0-1 1 0 0,0 0-1 0 0,0 1 0 0 0,0-1 0 0 0,0 0 0 0 0,0 1 1 0 0,0-1-1 0 0,1 0 0 0 0,-1 1 0 0 0,0-1 1 0 0,0 0-1 0 0,0 1 0 0 0,1-1 0 0 0,-1 0 1 0 0,0 1-1 0 0,0-1 0 0 0,1 0 0 0 0,-1 0 0 0 0,0 1 1 0 0,1-1-1 0 0,-1 0 0 0 0,0 0 0 0 0,1 0 1 0 0,-1 1-1 0 0,0-1 0 0 0,1 0 0 0 0,-1 0 1 0 0,0 0-1 0 0,1 0 0 0 0,0 0 0 0 0,11-12 621 0 0,11-33-1154 0 0,-20 39 267 0 0,2 0-569 0 0,-3 7 346 0 0,0 18 318 0 0,-6 39 980 0 0,4-48-818 0 0,-3 18 342 0 0,1 3 572 0 0,1 55-1 0 0,1-76-833 0 0,2-1 0 0 0,-1 0 0 0 0,1 1 0 0 0,0-1 0 0 0,1 0 0 0 0,0 0 0 0 0,1 0 0 0 0,0-1 0 0 0,0 1 0 0 0,6 9 0 0 0,3 2-117 0 0,-11-15 0 0 0,0-1 0 0 0,1 1 0 0 0,-1-1 0 0 0,1 0 0 0 0,0 0 0 0 0,0-1 0 0 0,0 1 0 0 0,1 0 0 0 0,-1-1 0 0 0,1 0 0 0 0,0 0 0 0 0,-1 0 0 0 0,1 0 0 0 0,8 3 0 0 0,-12-6-3 0 0,1 1-1 0 0,-1-1 1 0 0,1 0 0 0 0,-1 0-1 0 0,1 0 1 0 0,-1 0-1 0 0,1 0 1 0 0,0 0 0 0 0,-1 0-1 0 0,1 0 1 0 0,-1 0-1 0 0,1 0 1 0 0,-1 0 0 0 0,1 0-1 0 0,-1 0 1 0 0,1 0 0 0 0,-1 0-1 0 0,1-1 1 0 0,-1 1-1 0 0,1 0 1 0 0,-1 0 0 0 0,1-1-1 0 0,-1 1 1 0 0,0 0-1 0 0,1-1 1 0 0,-1 1 0 0 0,1 0-1 0 0,-1-1 1 0 0,0 1-1 0 0,1-1 1 0 0,-1 1 0 0 0,1-1-1 0 0,4-18-518 0 0,0 2 820 0 0,-4 20 165 0 0,1 0 0 0 0,-1 1 0 0 0,0 0 0 0 0,0-1 0 0 0,0 1 0 0 0,0 6 0 0 0,-1 44 771 0 0,-1-44-1270 0 0,1 0 0 0 0,0 0 0 0 0,0 0 0 0 0,1 0 0 0 0,1 0 0 0 0,2 9-1 0 0,-4-19 36 0 0,1 0-1 0 0,-1 0 0 0 0,1 0 1 0 0,-1 0-1 0 0,1 0 0 0 0,0 0 1 0 0,-1 0-1 0 0,1 0 0 0 0,-1 0 1 0 0,1-1-1 0 0,-1 1 0 0 0,1 0 1 0 0,-1-1-1 0 0,1 1 0 0 0,-1 0 1 0 0,1-1-1 0 0,-1 1 0 0 0,1 0 1 0 0,-1-1-1 0 0,0 1 0 0 0,1-1 1 0 0,-1 1-1 0 0,0-1 0 0 0,1 1 0 0 0,-1-1 1 0 0,0 1-1 0 0,1-1 0 0 0,-1 0 1 0 0,13-17-28 0 0,2-16-191 0 0,-14 30 177 0 0,1-1-1 0 0,-1 1 1 0 0,1-1 0 0 0,0 1 0 0 0,0 0-1 0 0,0 0 1 0 0,1-1 0 0 0,-1 2 0 0 0,1-1-1 0 0,0 0 1 0 0,0 0 0 0 0,0 1 0 0 0,1 0-1 0 0,-1 0 1 0 0,5-3 0 0 0,-7 6 65 0 0,0 0 0 0 0,0 0 0 0 0,0 0 0 0 0,-1 0-1 0 0,1 0 1 0 0,0 0 0 0 0,0 1 0 0 0,0-1 0 0 0,0 0 0 0 0,-1 1 0 0 0,1-1 0 0 0,0 1 0 0 0,0-1 0 0 0,-1 1-1 0 0,1-1 1 0 0,0 1 0 0 0,-1-1 0 0 0,1 1 0 0 0,-1-1 0 0 0,1 1 0 0 0,-1 0 0 0 0,1 0 0 0 0,-1-1 0 0 0,1 1-1 0 0,-1 0 1 0 0,1 0 0 0 0,-1-1 0 0 0,0 1 0 0 0,0 0 0 0 0,1 0 0 0 0,-1 0 0 0 0,0-1 0 0 0,0 1 0 0 0,0 0-1 0 0,0 2 1 0 0,6 31 829 0 0,7 31-233 0 0,-8-44-627 0 0,-3-13 18 0 0,1 1-1 0 0,0-1 0 0 0,1 0 1 0 0,7 14-1 0 0,-9-20-28 0 0,-1 1 0 0 0,1-1 0 0 0,-1 0 0 0 0,1 0 0 0 0,0 0 0 0 0,0-1-1 0 0,0 1 1 0 0,0 0 0 0 0,3 2 0 0 0,-4-4-13 0 0,0 1 0 0 0,0-1 0 0 0,0 0 0 0 0,0 1 0 0 0,0-1 0 0 0,0 0 0 0 0,0 0 0 0 0,0 0 0 0 0,0 0 0 0 0,0 0 0 0 0,0 0 0 0 0,0 0 0 0 0,0 0 0 0 0,0 0 0 0 0,0 0 0 0 0,0 0 0 0 0,0-1 0 0 0,0 1 0 0 0,0 0 0 0 0,-1-1 0 0 0,1 1 0 0 0,0 0 0 0 0,0-1 0 0 0,0 1 0 0 0,1-2 0 0 0,1-2-143 0 0,0 0 0 0 0,0 0 0 0 0,0-1 0 0 0,-1 0 0 0 0,0 1 0 0 0,0-1 0 0 0,0 0 0 0 0,0 0 0 0 0,-1 0 0 0 0,1 0 0 0 0,-1 0 0 0 0,0-10 0 0 0,5-11 185 0 0,8-24 60 0 0,-2-1 0 0 0,6-53 0 0 0,-15 76-27 0 0,-2 1 0 0 0,-1-1 0 0 0,-1 1 0 0 0,-1-1 0 0 0,-9-44-1 0 0,-59-197 2145 0 0,65 251-1940 0 0,1 0-1 0 0,0 0 1 0 0,1 0-1 0 0,1-1 1 0 0,1 1 0 0 0,0 0-1 0 0,4-27 1 0 0,12 11 50 0 0,-12 31-268 0 0,-1 0 0 0 0,0 0-1 0 0,-1-1 1 0 0,1 1 0 0 0,-1 0-1 0 0,1-1 1 0 0,-1 0 0 0 0,0 1-1 0 0,1-5 1 0 0,24-21 157 0 0,-12 6-53 0 0,-1 0 0 0 0,0-1 0 0 0,-2 0 0 0 0,11-36 0 0 0,25-106 686 0 0,-44 154-859 0 0,9-47 59 0 0,-9 40-15 0 0,0 1 0 0 0,2-1-1 0 0,0 1 1 0 0,1 0 0 0 0,0 1-1 0 0,17-31 1 0 0,-23 48-3 0 0,0 0-1 0 0,0 0 0 0 0,0 0 1 0 0,0 0-1 0 0,1 0 1 0 0,-1 0-1 0 0,0 0 0 0 0,0 0 1 0 0,0 0-1 0 0,0 0 1 0 0,0 0-1 0 0,0 0 1 0 0,0 0-1 0 0,1 0 0 0 0,-1 0 1 0 0,0 0-1 0 0,0 0 1 0 0,0 0-1 0 0,0 0 1 0 0,0 0-1 0 0,0 0 0 0 0,1 0 1 0 0,-1 0-1 0 0,0 0 1 0 0,0 0-1 0 0,0 0 0 0 0,0 0 1 0 0,0 0-1 0 0,0 0 1 0 0,0 0-1 0 0,0 1 1 0 0,1-1-1 0 0,-1 0 0 0 0,0 0 1 0 0,0 0-1 0 0,0 0 1 0 0,0 0-1 0 0,0 0 0 0 0,0 0 1 0 0,0 0-1 0 0,0 1 1 0 0,0-1-1 0 0,0 0 1 0 0,0 0-1 0 0,0 0 0 0 0,0 0 1 0 0,0 0-1 0 0,0 0 1 0 0,0 0-1 0 0,0 1 0 0 0,0-1 1 0 0,0 0-1 0 0,0 0 1 0 0,0 0-1 0 0,0 0 1 0 0,0 0-1 0 0,0 0 0 0 0,0 1 1 0 0,0-1-1 0 0,0 0 1 0 0,3 17-81 0 0,-1 19-59 0 0,-2-17 80 0 0,16 524-800 0 0,-15-531 837 0 0,0 0-1 0 0,1 0 1 0 0,1-1 0 0 0,0 1-1 0 0,0-1 1 0 0,1 0 0 0 0,10 19 0 0 0,-13-28-16 0 0,0 0 0 0 0,1 0 0 0 0,-1 0 0 0 0,0 0 0 0 0,1 0 1 0 0,0 0-1 0 0,-1 0 0 0 0,1 0 0 0 0,0-1 0 0 0,0 1 1 0 0,0-1-1 0 0,0 1 0 0 0,0-1 0 0 0,1 0 0 0 0,-1 0 1 0 0,0 1-1 0 0,0-2 0 0 0,1 1 0 0 0,-1 0 0 0 0,1 0 0 0 0,-1-1 1 0 0,1 0-1 0 0,-1 1 0 0 0,1-1 0 0 0,-1 0 0 0 0,1 0 1 0 0,-1 0-1 0 0,1-1 0 0 0,-1 1 0 0 0,1 0 0 0 0,-1-1 1 0 0,1 0-1 0 0,-1 0 0 0 0,0 1 0 0 0,1-1 0 0 0,-1-1 1 0 0,0 1-1 0 0,0 0 0 0 0,0 0 0 0 0,0-1 0 0 0,4-3 0 0 0,1-1-59 0 0,1 0 0 0 0,-1-1-1 0 0,-1 0 1 0 0,1 0-1 0 0,7-12 1 0 0,-7 10-128 0 0,-1 1 1 0 0,2 0 0 0 0,15-15-1 0 0,-23 23 211 0 0,1-1 1 0 0,-1 1-1 0 0,1-1 0 0 0,-1 1 1 0 0,1 0-1 0 0,0-1 0 0 0,-1 1 0 0 0,1 0 1 0 0,-1 0-1 0 0,1-1 0 0 0,0 1 0 0 0,-1 0 1 0 0,1 0-1 0 0,0 0 0 0 0,-1 0 0 0 0,1 0 1 0 0,0-1-1 0 0,-1 1 0 0 0,1 1 1 0 0,0-1-1 0 0,-1 0 0 0 0,1 0 0 0 0,-1 0 1 0 0,1 0-1 0 0,0 0 0 0 0,-1 0 0 0 0,1 1 1 0 0,0-1-1 0 0,0 1 0 0 0,0 0 11 0 0,0 0 0 0 0,1 0 0 0 0,-1 1 0 0 0,0-1 0 0 0,0 0-1 0 0,0 1 1 0 0,0-1 0 0 0,0 1 0 0 0,-1-1 0 0 0,1 1 0 0 0,0 1 0 0 0,11 47 259 0 0,-12-47-252 0 0,3 27 108 0 0,-1 0-1 0 0,-3 32 1 0 0,0-36-29 0 0,1 0 1 0 0,1 0-1 0 0,7 38 0 0 0,-8-62-90 0 0,0 1 0 0 0,1-1 0 0 0,-1 0 0 0 0,1 0 0 0 0,-1 1 0 0 0,1-1 0 0 0,0 0 0 0 0,0 0 0 0 0,0 0 0 0 0,0 0 0 0 0,0 0 0 0 0,1 0 0 0 0,-1 0 0 0 0,1-1 0 0 0,-1 1 0 0 0,1 0 0 0 0,0-1 0 0 0,-1 1 0 0 0,1-1 0 0 0,0 0 1 0 0,0 1-1 0 0,0-1 0 0 0,0 0 0 0 0,4 1 0 0 0,-2-1-9 0 0,-1-1 0 0 0,0 0 1 0 0,1 0-1 0 0,-1 0 1 0 0,1-1-1 0 0,-1 1 1 0 0,0-1-1 0 0,1 0 0 0 0,-1 0 1 0 0,0 0-1 0 0,1 0 1 0 0,-1-1-1 0 0,0 1 1 0 0,0-1-1 0 0,0 0 0 0 0,2-2 1 0 0,17-12-421 0 0,-19 12 318 0 0,1 1 0 0 0,0-1-1 0 0,0 1 1 0 0,0 1 0 0 0,0-1 0 0 0,0 0 0 0 0,1 1-1 0 0,-1 0 1 0 0,1 0 0 0 0,0 0 0 0 0,8-2 0 0 0,-12 5 126 0 0,1-1-1 0 0,-1 0 1 0 0,0 1 0 0 0,0-1 0 0 0,0 0 0 0 0,0 1 0 0 0,0 0-1 0 0,0-1 1 0 0,0 1 0 0 0,0-1 0 0 0,0 1 0 0 0,0 0 0 0 0,-1 0-1 0 0,1 0 1 0 0,0-1 0 0 0,0 1 0 0 0,-1 0 0 0 0,1 0 0 0 0,0 0-1 0 0,-1 0 1 0 0,1 0 0 0 0,-1 0 0 0 0,1 0 0 0 0,-1 1 0 0 0,0-1-1 0 0,1 0 1 0 0,-1 1 0 0 0,7 39 391 0 0,-6-31-279 0 0,4 23 210 0 0,-1-3-201 0 0,2 1 1 0 0,9 33-1 0 0,-12-56-59 0 0,0 1 1 0 0,0-1-1 0 0,1 0 1 0 0,0 0-1 0 0,0-1 0 0 0,1 1 1 0 0,0-1-1 0 0,1 0 1 0 0,-1 0-1 0 0,1 0 0 0 0,0-1 1 0 0,9 7-1 0 0,-12-12-180 0 0,0 1-1 0 0,1 0 0 0 0,-1-1 0 0 0,1 0 1 0 0,-1 0-1 0 0,1 0 0 0 0,0 0 0 0 0,-1-1 1 0 0,1 1-1 0 0,0-1 0 0 0,-1 0 0 0 0,1 0 1 0 0,0 0-1 0 0,7-2 0 0 0,-7 1 40 0 0,0 1-1 0 0,0-1 0 0 0,1 1 1 0 0,-1 0-1 0 0,0 0 1 0 0,1 1-1 0 0,-1-1 0 0 0,0 1 1 0 0,0 0-1 0 0,1 0 1 0 0,-1 0-1 0 0,0 1 0 0 0,4 2 1 0 0,2 3 285 0 0,-2 1 1 0 0,1 0-1 0 0,-1 0 1 0 0,0 1-1 0 0,-1 1 1 0 0,0-1-1 0 0,0 1 1 0 0,-1 0-1 0 0,-1 0 1 0 0,9 22-1 0 0,-8-20 118 0 0,0 1 0 0 0,0-1 0 0 0,1 0 1 0 0,1 0-1 0 0,0-1 0 0 0,0 0 0 0 0,16 16 0 0 0,-21-24-199 0 0,0-1 1 0 0,0 1 0 0 0,0 0 0 0 0,1-1-1 0 0,-1 1 1 0 0,0-1 0 0 0,1 0 0 0 0,0 0-1 0 0,-1 0 1 0 0,1-1 0 0 0,0 0 0 0 0,0 1-1 0 0,0-1 1 0 0,0 0 0 0 0,0-1 0 0 0,0 1-1 0 0,0-1 1 0 0,0 0 0 0 0,0 0 0 0 0,0 0-1 0 0,0 0 1 0 0,0-1 0 0 0,0 1 0 0 0,0-1-1 0 0,0 0 1 0 0,0-1 0 0 0,5-1 0 0 0,8-1-220 0 0,1 1 1 0 0,-1 1-1 0 0,27 0 1 0 0,-15 1 596 0 0,30 1 345 0 0,-55 0-908 0 0,0 1-1 0 0,-1-1 0 0 0,1 1 1 0 0,0 0-1 0 0,0 0 1 0 0,-1 0-1 0 0,1 0 0 0 0,0 1 1 0 0,-1 0-1 0 0,0 0 1 0 0,1 0-1 0 0,4 4 0 0 0</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3.330"/>
    </inkml:context>
    <inkml:brush xml:id="br0">
      <inkml:brushProperty name="width" value="0.1" units="cm"/>
      <inkml:brushProperty name="height" value="0.1" units="cm"/>
      <inkml:brushProperty name="color" value="#FF0066"/>
    </inkml:brush>
  </inkml:definitions>
  <inkml:trace contextRef="#ctx0" brushRef="#br0">120 434 456 0 0,'-1'-13'198'0'0,"1"-1"1"0"0,0 0-1 0 0,1 1 0 0 0,0-1 0 0 0,1 1 1 0 0,0-1-1 0 0,7-19 0 0 0,-1-1 194 0 0,3-13 1510 0 0,2 1 0 0 0,2 0 0 0 0,42-87 0 0 0,-74 177 1685 0 0,-8 52-2987 0 0,7-28-381 0 0,-77 239-27 0 0,42-141-210 0 0,53-166 17 0 0,-8 27-48 0 0,0-1-1 0 0,-6 48 0 0 0,17-62-755 0 0</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3.567"/>
    </inkml:context>
    <inkml:brush xml:id="br0">
      <inkml:brushProperty name="width" value="0.1" units="cm"/>
      <inkml:brushProperty name="height" value="0.1" units="cm"/>
      <inkml:brushProperty name="color" value="#FF0066"/>
    </inkml:brush>
  </inkml:definitions>
  <inkml:trace contextRef="#ctx0" brushRef="#br0">10 69 920 0 0,'-1'-2'154'0'0,"0"-1"1"0"0,-1 1-1 0 0,1 0 0 0 0,0-1 0 0 0,1 1 1 0 0,-1 0-1 0 0,0-1 0 0 0,1 0 0 0 0,-1 1 1 0 0,1-1-1 0 0,0 1 0 0 0,-1-1 0 0 0,1 1 1 0 0,1-1-1 0 0,-1 0 0 0 0,0 1 0 0 0,1-1 0 0 0,-1 1 1 0 0,1-1-1 0 0,0 1 0 0 0,0-1 0 0 0,0 1 1 0 0,0 0-1 0 0,0-1 0 0 0,2-1 0 0 0,-3 3-90 0 0,0 1-1 0 0,0 0 0 0 0,0 0 0 0 0,1 0 0 0 0,-1-1 0 0 0,0 1 1 0 0,0 0-1 0 0,1 0 0 0 0,-1 0 0 0 0,0 0 0 0 0,1 0 0 0 0,-1-1 1 0 0,0 1-1 0 0,0 0 0 0 0,1 0 0 0 0,-1 0 0 0 0,0 0 0 0 0,1 0 1 0 0,-1 0-1 0 0,0 0 0 0 0,0 0 0 0 0,1 0 0 0 0,-1 0 0 0 0,0 0 1 0 0,1 0-1 0 0,-1 0 0 0 0,0 0 0 0 0,1 1 0 0 0,-1-1 0 0 0,0 0 1 0 0,0 0-1 0 0,1 0 0 0 0,-1 0 0 0 0,0 0 0 0 0,1 1 0 0 0,8 11 1231 0 0,1 17 149 0 0,-4 1-504 0 0,3 45 1 0 0,-6-41-849 0 0,9 44-1 0 0,-9-68-4 0 0,-1-1 0 0 0,1 0 0 0 0,1 1 0 0 0,0-1 0 0 0,0-1 0 0 0,1 1 0 0 0,0 0 0 0 0,0-1 0 0 0,7 8 0 0 0,-10-14-33 0 0,-1 0-1 0 0,1-1 1 0 0,0 1-1 0 0,0 0 1 0 0,0-1-1 0 0,0 1 1 0 0,0-1-1 0 0,0 0 0 0 0,0 0 1 0 0,0 0-1 0 0,0 0 1 0 0,0 0-1 0 0,1 0 1 0 0,-1 0-1 0 0,1-1 1 0 0,-1 1-1 0 0,0-1 0 0 0,1 0 1 0 0,-1 0-1 0 0,1 0 1 0 0,-1 0-1 0 0,0 0 1 0 0,1 0-1 0 0,-1-1 1 0 0,1 1-1 0 0,-1-1 0 0 0,0 1 1 0 0,1-1-1 0 0,-1 0 1 0 0,0 0-1 0 0,0 0 1 0 0,0 0-1 0 0,0-1 0 0 0,0 1 1 0 0,0-1-1 0 0,3-2 1 0 0,5-4-248 0 0,-1 0 0 0 0,0-1-1 0 0,-1 0 1 0 0,0-1 0 0 0,13-19 0 0 0,-4 2-865 0 0</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4.235"/>
    </inkml:context>
    <inkml:brush xml:id="br0">
      <inkml:brushProperty name="width" value="0.1" units="cm"/>
      <inkml:brushProperty name="height" value="0.1" units="cm"/>
      <inkml:brushProperty name="color" value="#FF0066"/>
    </inkml:brush>
  </inkml:definitions>
  <inkml:trace contextRef="#ctx0" brushRef="#br0">9 1 6913 0 0,'-1'2'269'0'0,"0"-1"-1"0"0,0 1 0 0 0,0 0 0 0 0,0 0 0 0 0,0-1 0 0 0,1 1 1 0 0,-1 0-1 0 0,1 0 0 0 0,-1 0 0 0 0,1 0 0 0 0,0 0 0 0 0,0 0 0 0 0,0 2 1 0 0,0 80 1312 0 0,17 121 1 0 0,-17-204-1574 0 0,2 13 32 0 0,0 0 0 0 0,0 0-1 0 0,1-1 1 0 0,1 1 0 0 0,0 0 0 0 0,1-1 0 0 0,7 14 0 0 0,-10-23-37 0 0,1 0 1 0 0,-1 0 0 0 0,1 0 0 0 0,0-1 0 0 0,0 1-1 0 0,0-1 1 0 0,0 0 0 0 0,1 0 0 0 0,-1 0 0 0 0,1-1-1 0 0,0 1 1 0 0,0-1 0 0 0,0 0 0 0 0,0 0 0 0 0,0 0-1 0 0,0 0 1 0 0,0-1 0 0 0,1 0 0 0 0,-1 0 0 0 0,1 0-1 0 0,-1 0 1 0 0,1-1 0 0 0,-1 1 0 0 0,1-1 0 0 0,8-1-1 0 0,-8 1-24 0 0,0-1 0 0 0,-1 1-1 0 0,1-1 1 0 0,0 0-1 0 0,0 0 1 0 0,-1-1 0 0 0,1 1-1 0 0,-1-1 1 0 0,1 0-1 0 0,-1 0 1 0 0,0 0 0 0 0,0-1-1 0 0,0 0 1 0 0,0 0-1 0 0,0 0 1 0 0,0 0-1 0 0,-1 0 1 0 0,0-1 0 0 0,1 1-1 0 0,-1-1 1 0 0,-1 0-1 0 0,1 0 1 0 0,0 0 0 0 0,-1-1-1 0 0,0 1 1 0 0,0 0-1 0 0,0-1 1 0 0,-1 0 0 0 0,0 1-1 0 0,1-1 1 0 0,-2 0-1 0 0,1 1 1 0 0,0-1 0 0 0,-1 0-1 0 0,0 0 1 0 0,0 0-1 0 0,-1 0 1 0 0,0-7 0 0 0,-1 3-8 0 0,1 0 1 0 0,-1 0-1 0 0,-1 0 1 0 0,0 0-1 0 0,0 1 1 0 0,0-1-1 0 0,-7-10 1 0 0,-3-2 172 0 0,-23-27 0 0 0,35 47-135 0 0,1 0 39 0 0,-1 0 0 0 0,0 0 0 0 0,1 0 0 0 0,-1 0 0 0 0,1 1 0 0 0,-1-1-1 0 0,1 0 1 0 0,0 0 0 0 0,-1 0 0 0 0,1 0 0 0 0,0 0 0 0 0,-1 0 0 0 0,1 0 0 0 0,0 0 0 0 0,0 0 0 0 0,0 0 0 0 0,0 0 0 0 0,0 0 0 0 0,0 0 0 0 0,0 0 0 0 0,0 0 0 0 0,1 0 0 0 0,-1 0-1 0 0,0 0 1 0 0,1 0 0 0 0,-1 0 0 0 0,0 0 0 0 0,1 0 0 0 0,0-1 0 0 0,2-1-21 0 0,-1 0 0 0 0,0 1 1 0 0,1 0-1 0 0,-1 0 0 0 0,1-1 0 0 0,0 1 0 0 0,0 1 1 0 0,0-1-1 0 0,4-2 0 0 0,5-1-15 0 0,0 1 1 0 0,0 0-1 0 0,0 0 1 0 0,17-2-1 0 0,-26 6 66 0 0,0 0-1 0 0,0-1 1 0 0,1 2-1 0 0,-1-1 1 0 0,0 0 0 0 0,0 1-1 0 0,1-1 1 0 0,-1 1-1 0 0,0 0 1 0 0,0 0-1 0 0,0 0 1 0 0,0 0-1 0 0,0 1 1 0 0,0-1 0 0 0,0 1-1 0 0,0 0 1 0 0,-1 0-1 0 0,1 0 1 0 0,-1 0-1 0 0,1 0 1 0 0,-1 0-1 0 0,0 1 1 0 0,0-1 0 0 0,0 1-1 0 0,0 0 1 0 0,0-1-1 0 0,-1 1 1 0 0,3 4-1 0 0,3 10 160 0 0,-1-1 0 0 0,-1 1 0 0 0,0 0 0 0 0,3 22 0 0 0,-1-7-42 0 0,14 59-2171 0 0,-18-81 494 0 0,-2-4 371 0 0</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4.551"/>
    </inkml:context>
    <inkml:brush xml:id="br0">
      <inkml:brushProperty name="width" value="0.1" units="cm"/>
      <inkml:brushProperty name="height" value="0.1" units="cm"/>
      <inkml:brushProperty name="color" value="#FF0066"/>
    </inkml:brush>
  </inkml:definitions>
  <inkml:trace contextRef="#ctx0" brushRef="#br0">32 7 1840 0 0,'0'0'109'0'0,"0"0"-1"0"0,0-1 1 0 0,0 1 0 0 0,0 0-1 0 0,-1-1 1 0 0,1 1-1 0 0,0 0 1 0 0,0-1-1 0 0,0 1 1 0 0,-1 0-1 0 0,1 0 1 0 0,0-1-1 0 0,0 1 1 0 0,0 0-1 0 0,-1 0 1 0 0,1-1-1 0 0,0 1 1 0 0,-1 0-1 0 0,1 0 1 0 0,0 0 0 0 0,0 0-1 0 0,-1-1 1 0 0,1 1-1 0 0,0 0 1 0 0,-1 0-1 0 0,1 0 1 0 0,0 0-1 0 0,-1 0 1 0 0,1 0-1 0 0,-1 0 1 0 0,1 0-1 0 0,0 0 1 0 0,-1 0-1 0 0,1 0 1 0 0,-1 0 0 0 0,-9 11 2501 0 0,-1 21 242 0 0,10-23-2564 0 0,1-1 0 0 0,0 0 0 0 0,1 1 0 0 0,0-1 1 0 0,0 0-1 0 0,1 0 0 0 0,0 0 0 0 0,0 0 0 0 0,1 0 0 0 0,0 0 0 0 0,6 10 0 0 0,-7-15-281 0 0,-1 0 1 0 0,1 1-1 0 0,0-1 1 0 0,1 0-1 0 0,-1 0 1 0 0,0 0-1 0 0,1 0 1 0 0,0-1 0 0 0,-1 1-1 0 0,1-1 1 0 0,0 1-1 0 0,1-1 1 0 0,-1 0-1 0 0,0 0 1 0 0,1 0-1 0 0,-1-1 1 0 0,1 1-1 0 0,-1-1 1 0 0,1 0 0 0 0,-1 0-1 0 0,1 0 1 0 0,0-1-1 0 0,0 1 1 0 0,-1-1-1 0 0,1 0 1 0 0,0 0-1 0 0,4 0 1 0 0,-5 0-3 0 0,-1-1 0 0 0,0 1 0 0 0,0 0 0 0 0,1-1 1 0 0,-1 1-1 0 0,0-1 0 0 0,0 0 0 0 0,1 0 0 0 0,-1 0 0 0 0,0 0 0 0 0,0 0 0 0 0,0 0 1 0 0,0-1-1 0 0,-1 1 0 0 0,1-1 0 0 0,0 1 0 0 0,0-1 0 0 0,-1 0 0 0 0,1 1 1 0 0,-1-1-1 0 0,0 0 0 0 0,1 0 0 0 0,-1 0 0 0 0,0 0 0 0 0,0 0 0 0 0,0 0 0 0 0,-1-1 1 0 0,1 1-1 0 0,0 0 0 0 0,-1 0 0 0 0,1-1 0 0 0,-1 1 0 0 0,0 0 0 0 0,0-1 1 0 0,0 1-1 0 0,0 0 0 0 0,0-1 0 0 0,-1-3 0 0 0,0 1 55 0 0,0 1 0 0 0,-1 0 0 0 0,1-1 0 0 0,-1 1 0 0 0,0 0 0 0 0,0 0 0 0 0,0 0 0 0 0,0 0 0 0 0,-1 1 0 0 0,1-1 0 0 0,-1 0 0 0 0,0 1 0 0 0,0 0 0 0 0,-1 0 0 0 0,1 0 0 0 0,-1 0 0 0 0,1 0 0 0 0,-1 1 0 0 0,-5-3 0 0 0,4 3-89 0 0,-1 0 0 0 0,1 1 1 0 0,0 0-1 0 0,0 0 0 0 0,-1 0 0 0 0,1 0 0 0 0,-1 1 1 0 0,1 0-1 0 0,-1 0 0 0 0,1 1 0 0 0,0 0 0 0 0,-8 1 0 0 0,-2 2-655 0 0</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5.123"/>
    </inkml:context>
    <inkml:brush xml:id="br0">
      <inkml:brushProperty name="width" value="0.1" units="cm"/>
      <inkml:brushProperty name="height" value="0.1" units="cm"/>
      <inkml:brushProperty name="color" value="#FF0066"/>
    </inkml:brush>
  </inkml:definitions>
  <inkml:trace contextRef="#ctx0" brushRef="#br0">68 1 656 0 0,'-15'10'10615'0'0,"10"-4"-10908"0"0,-43 31 6781 0 0,51-29-7955 0 0,2 1 1543 0 0,1 1-1 0 0,-2 0 0 0 0,1 1 0 0 0,-1-1 0 0 0,4 23 1 0 0,13 31 327 0 0,-19-60-416 0 0,1 1 0 0 0,-1 0 0 0 0,1-1 0 0 0,0 1 0 0 0,0-1 0 0 0,0 0 0 0 0,0 0 0 0 0,1 0 0 0 0,7 6 0 0 0,-10-9 12 0 0,0 0 0 0 0,0 0 1 0 0,0 0-1 0 0,0 0 1 0 0,0-1-1 0 0,0 1 1 0 0,0 0-1 0 0,0-1 1 0 0,0 1-1 0 0,0-1 0 0 0,0 1 1 0 0,1-1-1 0 0,-1 0 1 0 0,0 1-1 0 0,0-1 1 0 0,1 0-1 0 0,-1 0 0 0 0,0 0 1 0 0,0 0-1 0 0,1 0 1 0 0,-1 0-1 0 0,0 0 1 0 0,1-1-1 0 0,-1 1 1 0 0,0 0-1 0 0,0-1 0 0 0,0 1 1 0 0,1-1-1 0 0,-1 1 1 0 0,0-1-1 0 0,0 1 1 0 0,0-1-1 0 0,0 0 0 0 0,0 0 1 0 0,0 1-1 0 0,0-1 1 0 0,0 0-1 0 0,0 0 1 0 0,-1 0-1 0 0,1 0 1 0 0,0 0-1 0 0,0 0 0 0 0,-1 0 1 0 0,1-1-1 0 0,-1 1 1 0 0,1 0-1 0 0,-1 0 1 0 0,1 0-1 0 0,-1-3 0 0 0,2-2 69 0 0,0 0 0 0 0,0-1 0 0 0,-1 1-1 0 0,0-1 1 0 0,0 1 0 0 0,-1-1 0 0 0,0 1-1 0 0,-1-11 1 0 0,-1 6-43 0 0,0 0 1 0 0,-2 0-1 0 0,1 0 1 0 0,-1 0-1 0 0,-1 1 1 0 0,1-1-1 0 0,-11-14 1 0 0,12 20-203 0 0,0 0 1 0 0,-1 1 0 0 0,0-1 0 0 0,0 1-1 0 0,0 0 1 0 0,0 0 0 0 0,0 0 0 0 0,-1 0-1 0 0,0 1 1 0 0,0 0 0 0 0,0 0 0 0 0,0 0-1 0 0,0 0 1 0 0,-1 1 0 0 0,1 0 0 0 0,-10-2-1 0 0</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5.582"/>
    </inkml:context>
    <inkml:brush xml:id="br0">
      <inkml:brushProperty name="width" value="0.1" units="cm"/>
      <inkml:brushProperty name="height" value="0.1" units="cm"/>
      <inkml:brushProperty name="color" value="#FF0066"/>
    </inkml:brush>
  </inkml:definitions>
  <inkml:trace contextRef="#ctx0" brushRef="#br0">104 318 2761 0 0,'16'-5'183'0'0,"-25"18"647"0"0,-1 0 38 0 0,-32 31 1289 0 0,34-36-1640 0 0,-1 0 0 0 0,1 1 0 0 0,1 0 0 0 0,-1 0 0 0 0,-8 17 0 0 0,16-26-485 0 0,-1 0 0 0 0,1 1 0 0 0,0-1-1 0 0,0 0 1 0 0,0 0 0 0 0,-1 1 0 0 0,1-1 0 0 0,0 1 0 0 0,0-1 0 0 0,0 0 0 0 0,0 1 0 0 0,0-1 0 0 0,0 0 0 0 0,0 1 0 0 0,0-1-1 0 0,0 0 1 0 0,0 1 0 0 0,0-1 0 0 0,0 1 0 0 0,0-1 0 0 0,0 0 0 0 0,0 1 0 0 0,0-1 0 0 0,0 0 0 0 0,1 1 0 0 0,-1-1 0 0 0,0 0-1 0 0,0 1 1 0 0,0-1 0 0 0,0 0 0 0 0,1 1 0 0 0,-1-1 0 0 0,0 0 0 0 0,0 0 0 0 0,1 1 0 0 0,-1-1 0 0 0,0 0 0 0 0,1 0 0 0 0,-1 1-1 0 0,20 1 540 0 0,20-10-303 0 0,-35 7-291 0 0,-1-1 0 0 0,1 0 0 0 0,-1 0 0 0 0,0-1 0 0 0,0 1 0 0 0,0-1 1 0 0,0 0-1 0 0,0 0 0 0 0,-1 0 0 0 0,1 0 0 0 0,-1-1 0 0 0,0 1 0 0 0,0-1 0 0 0,0 0 0 0 0,2-4 0 0 0,-1 0-93 0 0,-1 1-1 0 0,1-1 0 0 0,-2 0 0 0 0,1 0 0 0 0,-1 0 0 0 0,0 0 0 0 0,-1 0 0 0 0,1-9 1 0 0,-2-7-57 0 0,0 0 1 0 0,-2-1 0 0 0,0 2 0 0 0,-2-1 0 0 0,-7-26 0 0 0,8 38 294 0 0,-20-65 687 0 0,21 71-522 0 0,0 1 0 0 0,0-1 0 0 0,-1 1-1 0 0,0-1 1 0 0,0 1 0 0 0,-1 0 0 0 0,0 0 0 0 0,1 1-1 0 0,-2-1 1 0 0,-6-6 0 0 0,11 11-212 0 0,-1-1 0 0 0,1 1 0 0 0,0-1 0 0 0,-1 1 0 0 0,1-1 0 0 0,-1 1 0 0 0,1-1 0 0 0,0 1 0 0 0,-1 0 1 0 0,1-1-1 0 0,-1 1 0 0 0,1 0 0 0 0,-1 0 0 0 0,1-1 0 0 0,-1 1 0 0 0,0 0 0 0 0,1 0 0 0 0,-1 0 0 0 0,1-1 0 0 0,-1 1 0 0 0,1 0 0 0 0,-1 0 0 0 0,0 0 0 0 0,1 0 0 0 0,-1 0 1 0 0,1 0-1 0 0,-1 0 0 0 0,1 0 0 0 0,-1 1 0 0 0,0-1 0 0 0,1 0 0 0 0,-1 0 0 0 0,1 0 0 0 0,-1 1 0 0 0,1-1 0 0 0,-1 0 0 0 0,1 0 0 0 0,-1 1 0 0 0,1-1 0 0 0,-1 1 0 0 0,1-1 0 0 0,-1 0 1 0 0,1 1-1 0 0,0-1 0 0 0,-1 1 0 0 0,1-1 0 0 0,0 1 0 0 0,-1-1 0 0 0,1 1 0 0 0,0-1 0 0 0,0 1 0 0 0,-1-1 0 0 0,1 1 0 0 0,0 0 0 0 0,0-1 0 0 0,0 1 0 0 0,0-1 0 0 0,0 1 1 0 0,0-1-1 0 0,0 1 0 0 0,0 1 0 0 0,0 2 171 0 0,0 1 1 0 0,0-1-1 0 0,0 1 0 0 0,1-1 1 0 0,0 1-1 0 0,2 7 1 0 0,26 58 263 0 0,43 72 0 0 0,-36-72-107 0 0,-3-4-92 0 0,8 14-384 0 0,-14-28-5711 0 0,-13-26-1041 0 0</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6.294"/>
    </inkml:context>
    <inkml:brush xml:id="br0">
      <inkml:brushProperty name="width" value="0.1" units="cm"/>
      <inkml:brushProperty name="height" value="0.1" units="cm"/>
      <inkml:brushProperty name="color" value="#FF0066"/>
    </inkml:brush>
  </inkml:definitions>
  <inkml:trace contextRef="#ctx0" brushRef="#br0">73 122 10594 0 0,'2'-36'606'0'0,"-1"28"-340"0"0,0-1-1 0 0,0 1 1 0 0,-1 0-1 0 0,-1 0 1 0 0,1 0-1 0 0,-1-1 1 0 0,-1 1-1 0 0,-2-10 1 0 0,4 18-240 0 0,0 0 0 0 0,0 0 0 0 0,0 0 0 0 0,0 0 1 0 0,0 0-1 0 0,0 0 0 0 0,0-1 0 0 0,0 1 0 0 0,0 0 1 0 0,0 0-1 0 0,0 0 0 0 0,-1 0 0 0 0,1 0 0 0 0,0 0 1 0 0,0 0-1 0 0,0 0 0 0 0,0 0 0 0 0,0 0 0 0 0,0 0 1 0 0,0 0-1 0 0,0 0 0 0 0,0 0 0 0 0,0 0 0 0 0,-1 0 1 0 0,1 0-1 0 0,0 0 0 0 0,0 0 0 0 0,0 0 0 0 0,0 0 1 0 0,0 0-1 0 0,0 0 0 0 0,0 0 0 0 0,0 0 0 0 0,0 0 1 0 0,-1 0-1 0 0,1 0 0 0 0,0 0 0 0 0,0 0 0 0 0,0 0 1 0 0,0 0-1 0 0,0 0 0 0 0,0 0 0 0 0,0 0 1 0 0,0 0-1 0 0,0 0 0 0 0,0 0 0 0 0,0 0 0 0 0,-1 1 1 0 0,1-1-1 0 0,0 0 0 0 0,0 0 0 0 0,0 0 0 0 0,0 0 1 0 0,0 0-1 0 0,0 0 0 0 0,0 0 0 0 0,0 0 0 0 0,0 0 1 0 0,0 0-1 0 0,0 1 0 0 0,0-1 0 0 0,0 0 0 0 0,0 0 1 0 0,0 0-1 0 0,0 0 0 0 0,0 0 0 0 0,0 0 0 0 0,-5 14 852 0 0,-2 14-77 0 0,-5 186 1622 0 0,4-50-1500 0 0,-23 80-3547 0 0,28-226 1584 0 0</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6.580"/>
    </inkml:context>
    <inkml:brush xml:id="br0">
      <inkml:brushProperty name="width" value="0.1" units="cm"/>
      <inkml:brushProperty name="height" value="0.1" units="cm"/>
      <inkml:brushProperty name="color" value="#FF0066"/>
    </inkml:brush>
  </inkml:definitions>
  <inkml:trace contextRef="#ctx0" brushRef="#br0">39 0 2761 0 0,'-3'2'278'0'0,"1"-1"1"0"0,-1 0 0 0 0,0 1 0 0 0,1 0 0 0 0,0-1-1 0 0,-1 1 1 0 0,1 0 0 0 0,0 0 0 0 0,0 0 0 0 0,0 0-1 0 0,0 1 1 0 0,1-1 0 0 0,-1 1 0 0 0,0-1 0 0 0,1 1-1 0 0,0-1 1 0 0,-2 5 0 0 0,3-4-81 0 0,0-1 0 0 0,0 0 0 0 0,1 0 0 0 0,-1 1 0 0 0,1-1 0 0 0,-1 0 0 0 0,1 0 0 0 0,0 0 0 0 0,0 0 0 0 0,0 0 0 0 0,0 0 0 0 0,0 0 0 0 0,0 0 0 0 0,0 0 0 0 0,1 0 0 0 0,-1-1 0 0 0,1 1 0 0 0,-1-1 0 0 0,1 1 0 0 0,0-1 0 0 0,-1 1 0 0 0,1-1 0 0 0,4 2 0 0 0,10 10 374 0 0,1-1 1 0 0,1-1-1 0 0,0-1 0 0 0,0 0 1 0 0,1-1-1 0 0,0-1 1 0 0,1-1-1 0 0,0-1 1 0 0,0 0-1 0 0,0-2 0 0 0,1 0 1 0 0,35 1-1 0 0,-55-5-648 0 0,0 0 0 0 0,0 0-1 0 0,0 0 1 0 0,0 0 0 0 0,0 0-1 0 0,0 0 1 0 0,0 0 0 0 0,0 0-1 0 0,0-1 1 0 0,0 1 0 0 0,0 0-1 0 0,0-1 1 0 0,0 1 0 0 0,0-1-1 0 0,0 1 1 0 0,0-1 0 0 0,0 0-1 0 0,0 1 1 0 0,0-1 0 0 0,-1 0-1 0 0,1 1 1 0 0,0-1 0 0 0,-1 0-1 0 0,1 0 1 0 0,0 0-1 0 0,-1 0 1 0 0,1 0 0 0 0,0-1-1 0 0</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7.161"/>
    </inkml:context>
    <inkml:brush xml:id="br0">
      <inkml:brushProperty name="width" value="0.1" units="cm"/>
      <inkml:brushProperty name="height" value="0.1" units="cm"/>
      <inkml:brushProperty name="color" value="#FF0066"/>
    </inkml:brush>
  </inkml:definitions>
  <inkml:trace contextRef="#ctx0" brushRef="#br0">2 163 6913 0 0,'0'-3'54'0'0,"-1"0"-1"0"0,1 0 0 0 0,0 1 1 0 0,0-1-1 0 0,0 0 0 0 0,0 0 0 0 0,1 0 1 0 0,-1 0-1 0 0,1 0 0 0 0,-1 1 0 0 0,2-5 1 0 0,-1 5 205 0 0,-1 0 0 0 0,1 1 0 0 0,-1-1 0 0 0,1 0 0 0 0,0 0 0 0 0,0 0 0 0 0,-1 1 0 0 0,1-1 0 0 0,0 0 0 0 0,1 1 0 0 0,-1-1 1 0 0,0 1-1 0 0,0-1 0 0 0,1 1 0 0 0,-1 0 0 0 0,1 0 0 0 0,1-2 0 0 0,-2 3-138 0 0,0 0 0 0 0,0 0-1 0 0,0 1 1 0 0,0-1 0 0 0,0 0 0 0 0,0 1 0 0 0,0-1-1 0 0,0 0 1 0 0,0 1 0 0 0,-1-1 0 0 0,1 1 0 0 0,0 0 0 0 0,0-1-1 0 0,0 1 1 0 0,-1 0 0 0 0,1-1 0 0 0,0 1 0 0 0,-1 0-1 0 0,1 0 1 0 0,-1 0 0 0 0,1-1 0 0 0,-1 1 0 0 0,2 2 0 0 0,11 26 835 0 0,-10-22-652 0 0,26 74 1215 0 0,-21-56-1509 0 0,18 41-1 0 0,-24-67-98 0 0,-1-1 0 0 0,1 0 0 0 0,0 0 0 0 0,-1-1 0 0 0,0 1 0 0 0,1 0 0 0 0,-1 0 0 0 0,0-1 0 0 0,0 1-1 0 0,1-5 1 0 0,20-71 220 0 0,8-23-247 0 0,-26 89 264 0 0,1 1-1 0 0,0 0 0 0 0,1 0 0 0 0,0 0 0 0 0,1 1 1 0 0,9-12-1 0 0,-14 20-65 0 0,-1 0 0 0 0,0 1 1 0 0,1-1-1 0 0,-1 1 0 0 0,1-1 0 0 0,-1 1 1 0 0,1-1-1 0 0,0 1 0 0 0,0 0 0 0 0,-1 0 1 0 0,1 0-1 0 0,0 0 0 0 0,0 0 0 0 0,0 1 1 0 0,0-1-1 0 0,0 0 0 0 0,0 1 0 0 0,0-1 0 0 0,1 1 1 0 0,-1 0-1 0 0,2 0 0 0 0,-2 1-18 0 0,0-1-1 0 0,0 1 1 0 0,0 0 0 0 0,0 0-1 0 0,0 0 1 0 0,-1 0-1 0 0,1 0 1 0 0,-1 1 0 0 0,1-1-1 0 0,-1 0 1 0 0,1 1-1 0 0,-1-1 1 0 0,1 1 0 0 0,-1-1-1 0 0,0 1 1 0 0,0 0-1 0 0,0 0 1 0 0,0-1 0 0 0,0 1-1 0 0,-1 0 1 0 0,2 4 0 0 0,10 28 116 0 0,-6-14-440 0 0,1-1 0 0 0,18 34 1 0 0,-22-49-266 0 0,-1 1 1 0 0,1-1-1 0 0,0 0 1 0 0,0 0-1 0 0,0-1 1 0 0,1 1-1 0 0,-1-1 1 0 0,1 1-1 0 0,0-1 1 0 0,0 0-1 0 0,0 0 1 0 0,0-1-1 0 0,1 1 1 0 0,-1-1-1 0 0,1 0 1 0 0,9 3-1 0 0,-3-4-1546 0 0</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7.453"/>
    </inkml:context>
    <inkml:brush xml:id="br0">
      <inkml:brushProperty name="width" value="0.1" units="cm"/>
      <inkml:brushProperty name="height" value="0.1" units="cm"/>
      <inkml:brushProperty name="color" value="#FF0066"/>
    </inkml:brush>
  </inkml:definitions>
  <inkml:trace contextRef="#ctx0" brushRef="#br0">17 46 5065 0 0,'-16'77'3242'0'0,"16"-73"-3142"0"0,-1 1-1 0 0,1-1 1 0 0,1 0-1 0 0,-1 0 1 0 0,0 0 0 0 0,1 0-1 0 0,0 1 1 0 0,0-1-1 0 0,0 0 1 0 0,1 0 0 0 0,-1-1-1 0 0,1 1 1 0 0,0 0-1 0 0,0 0 1 0 0,0-1 0 0 0,1 1-1 0 0,-1-1 1 0 0,1 0-1 0 0,0 0 1 0 0,0 0 0 0 0,0 0-1 0 0,0 0 1 0 0,0-1-1 0 0,1 1 1 0 0,-1-1 0 0 0,1 0-1 0 0,-1 0 1 0 0,1 0-1 0 0,0 0 1 0 0,0-1 0 0 0,0 0-1 0 0,0 0 1 0 0,0 0-1 0 0,0 0 1 0 0,0 0-1 0 0,1-1 1 0 0,-1 0 0 0 0,0 0-1 0 0,0 0 1 0 0,0 0-1 0 0,0-1 1 0 0,1 1 0 0 0,-1-1-1 0 0,0 0 1 0 0,0-1-1 0 0,0 1 1 0 0,0-1 0 0 0,-1 1-1 0 0,1-1 1 0 0,0 0-1 0 0,-1 0 1 0 0,6-5 0 0 0,-5 4-40 0 0,0 0 1 0 0,-1-1 0 0 0,1 0 0 0 0,0 0 0 0 0,-1 0 0 0 0,0 0 0 0 0,0-1 0 0 0,0 1 0 0 0,-1-1 0 0 0,0 0 0 0 0,1 0 0 0 0,-2 0-1 0 0,1 0 1 0 0,0 0 0 0 0,-1 0 0 0 0,0 0 0 0 0,0 0 0 0 0,-1-1 0 0 0,0 1 0 0 0,1 0 0 0 0,-2-1 0 0 0,1 1 0 0 0,-2-10 0 0 0,1 11-17 0 0,0 0 0 0 0,0 0 0 0 0,0 0 0 0 0,0 0 0 0 0,-1 0 0 0 0,0 0 0 0 0,1 0 0 0 0,-2 0 0 0 0,1 0 0 0 0,0 1 1 0 0,-1-1-1 0 0,1 1 0 0 0,-1 0 0 0 0,0 0 0 0 0,0 0 0 0 0,0 0 0 0 0,-1 0 0 0 0,1 1 0 0 0,-1-1 0 0 0,1 1 0 0 0,-1 0 0 0 0,0 0 1 0 0,0 0-1 0 0,0 1 0 0 0,0-1 0 0 0,0 1 0 0 0,0 0 0 0 0,0 0 0 0 0,-8 0 0 0 0,-12 5-2402 0 0</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7.640"/>
    </inkml:context>
    <inkml:brush xml:id="br0">
      <inkml:brushProperty name="width" value="0.1" units="cm"/>
      <inkml:brushProperty name="height" value="0.1" units="cm"/>
      <inkml:brushProperty name="color" value="#FF0066"/>
    </inkml:brush>
  </inkml:definitions>
  <inkml:trace contextRef="#ctx0" brushRef="#br0">1 0 9674 0 0,'8'21'2492'0'0,"21"37"0"0"0,-6-12-361 0 0,-12-22-956 0 0,3 8-391 0 0,1-1-1 0 0,26 38 1 0 0</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7.813"/>
    </inkml:context>
    <inkml:brush xml:id="br0">
      <inkml:brushProperty name="width" value="0.1" units="cm"/>
      <inkml:brushProperty name="height" value="0.1" units="cm"/>
      <inkml:brushProperty name="color" value="#FF0066"/>
    </inkml:brush>
  </inkml:definitions>
  <inkml:trace contextRef="#ctx0" brushRef="#br0">8 1 6913 0 0,'-2'1'673'0'0,"2"1"-601"0"0,0 0-72 0 0,0 0 0 0 0,0 0 0 0 0,0 2 96 0 0,0 6 8 0 0,-1 4 0 0 0,0 6 0 0 0,-1 5 336 0 0,1-1 64 0 0,1 1 8 0 0,1-3 8 0 0,3 0-424 0 0,2-6-96 0 0,2-5 0 0 0,0-5 0 0 0</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8.669"/>
    </inkml:context>
    <inkml:brush xml:id="br0">
      <inkml:brushProperty name="width" value="0.1" units="cm"/>
      <inkml:brushProperty name="height" value="0.1" units="cm"/>
      <inkml:brushProperty name="color" value="#FF0066"/>
    </inkml:brush>
  </inkml:definitions>
  <inkml:trace contextRef="#ctx0" brushRef="#br0">46 2 1840 0 0,'0'0'124'0'0,"0"0"0"0"0,0 0-1 0 0,1-1 1 0 0,-1 1 0 0 0,0 0-1 0 0,1 0 1 0 0,-1 0-1 0 0,0 0 1 0 0,1-1 0 0 0,-1 1-1 0 0,1 0 1 0 0,-1 0 0 0 0,0 0-1 0 0,1 0 1 0 0,-1 0-1 0 0,0 0 1 0 0,1 0 0 0 0,-1 0-1 0 0,1 0 1 0 0,-1 0 0 0 0,0 0-1 0 0,1 0 1 0 0,-1 0-1 0 0,0 1 1 0 0,1-1 0 0 0,-1 0-1 0 0,0 0 1 0 0,1 0 0 0 0,-1 0-1 0 0,0 1 1 0 0,2 0 494 0 0,-2-1-494 0 0,0 0-1 0 0,1 1 1 0 0,1 18 2932 0 0,-11 20-330 0 0,-3 2-1394 0 0,3-14-741 0 0,1 2-1 0 0,1-1 1 0 0,1 1-1 0 0,-3 49 1 0 0,9-75-599 0 0,-1-1 1 0 0,1 1 0 0 0,0-1-1 0 0,0 1 1 0 0,1 0-1 0 0,-1-1 1 0 0,0 1-1 0 0,1-1 1 0 0,0 1 0 0 0,-1-1-1 0 0,1 1 1 0 0,0-1-1 0 0,0 0 1 0 0,1 1-1 0 0,-1-1 1 0 0,0 0 0 0 0,1 0-1 0 0,-1 0 1 0 0,1 0-1 0 0,0 0 1 0 0,0 0 0 0 0,-1 0-1 0 0,1-1 1 0 0,0 1-1 0 0,1-1 1 0 0,-1 1-1 0 0,0-1 1 0 0,0 0 0 0 0,1 0-1 0 0,-1 0 1 0 0,0 0-1 0 0,1 0 1 0 0,4 1-1 0 0,6-1-243 0 0,0-1 0 0 0,0 0 0 0 0,0 0 0 0 0,0-1-1 0 0,23-6 1 0 0,-23 5 105 0 0,1 0 0 0 0,26 0 0 0 0,-37 2 119 0 0,0 0 0 0 0,0 0 1 0 0,0 1-1 0 0,-1-1 0 0 0,1 1 0 0 0,0 0 0 0 0,-1 0 0 0 0,1 0 0 0 0,0 0 1 0 0,-1 0-1 0 0,1 1 0 0 0,-1-1 0 0 0,0 1 0 0 0,1-1 0 0 0,2 4 0 0 0,-4-4 4 0 0,-1 0-1 0 0,1 0 0 0 0,0 0 0 0 0,-1 1 0 0 0,0-1 0 0 0,1 0 0 0 0,-1 0 1 0 0,0 0-1 0 0,1 1 0 0 0,-1-1 0 0 0,0 0 0 0 0,0 0 0 0 0,0 1 1 0 0,0-1-1 0 0,0 0 0 0 0,0 0 0 0 0,0 1 0 0 0,-1-1 0 0 0,1 0 1 0 0,0 0-1 0 0,-1 1 0 0 0,1-1 0 0 0,-1 0 0 0 0,1 0 0 0 0,-1 0 0 0 0,0 0 1 0 0,1 0-1 0 0,-1 0 0 0 0,0 0 0 0 0,0 0 0 0 0,0 0 0 0 0,0 0 1 0 0,0 0-1 0 0,-2 1 0 0 0,-6 7-197 0 0,-2-1 0 0 0,1 0 0 0 0,-1-1 0 0 0,0 0 1 0 0,0 0-1 0 0,-1-1 0 0 0,0-1 0 0 0,0 0 0 0 0,-15 4 0 0 0,26-9 188 0 0,1 0-1 0 0,0 0 0 0 0,0 0 0 0 0,0 0 0 0 0,0 0 1 0 0,0 0-1 0 0,0 0 0 0 0,-1 0 0 0 0,1 1 0 0 0,0-1 1 0 0,0 0-1 0 0,0 0 0 0 0,0 0 0 0 0,0 0 0 0 0,-1 0 1 0 0,1 0-1 0 0,0 0 0 0 0,0 0 0 0 0,0 0 0 0 0,0 0 1 0 0,0 0-1 0 0,0 0 0 0 0,-1 0 0 0 0,1 0 0 0 0,0 0 1 0 0,0-1-1 0 0,0 1 0 0 0,0 0 0 0 0,0 0 1 0 0,-1 0-1 0 0,1 0 0 0 0,0 0 0 0 0,0 0 0 0 0,0 0 1 0 0,0 0-1 0 0,0 0 0 0 0,0 0 0 0 0,0-1 0 0 0,0 1 1 0 0,-1 0-1 0 0,1 0 0 0 0,0 0 0 0 0,0 0 0 0 0,0 0 1 0 0,0 0-1 0 0,0-1 0 0 0,0 1 0 0 0,0 0 0 0 0,0 0 1 0 0,0 0-1 0 0,0 0 0 0 0,0 0 0 0 0,0-1 0 0 0,0 1 1 0 0,0 0-1 0 0,0 0 0 0 0,0 0 0 0 0,0 0 0 0 0,0 0 1 0 0,0-1-1 0 0,0 1 0 0 0,8-13-638 0 0,14-14 856 0 0,18-13 1595 0 0,36-48-1 0 0,-60 66-995 0 0,-1 0 0 0 0,-1 0 0 0 0,-1-2 0 0 0,15-36 0 0 0,-20 41-182 0 0,13-37 831 0 0,-20 54-1316 0 0,0-1 0 0 0,-1 0 0 0 0,1 1-1 0 0,-1-1 1 0 0,0 0 0 0 0,0 0 0 0 0,0 0-1 0 0,0 1 1 0 0,0-1 0 0 0,0 0 0 0 0,-1 0-1 0 0,1 0 1 0 0,-1 1 0 0 0,0-1 0 0 0,0 0 0 0 0,-2-4-1 0 0,4 9 405 0 0,-1-1-555 0 0,0-1 0 0 0,0 1 0 0 0,0-1 0 0 0,0 1 0 0 0,0-1 0 0 0,0 1 0 0 0,0-1 0 0 0,0 1 0 0 0,0-1 0 0 0,1 1 0 0 0,-1-1 0 0 0,0 1 0 0 0,0-1 0 0 0,0 0 0 0 0,1 1 0 0 0,-1-1-1 0 0,0 1 1 0 0,1-1 0 0 0,-1 0 0 0 0,0 1 0 0 0,1-1 0 0 0,-1 0 0 0 0,1 1 0 0 0,-1-1 0 0 0,1 0 0 0 0,-1 0 0 0 0,0 1 0 0 0,1-1 0 0 0,-1 0 0 0 0,1 0 0 0 0,-1 0 0 0 0,1 0 0 0 0,-1 0 0 0 0,1 1 0 0 0,-1-1 0 0 0,1 0 0 0 0,-1 0 0 0 0,1 0 0 0 0,-1 0 0 0 0,1-1 0 0 0,-1 1 0 0 0,1 0 0 0 0,-1 0 0 0 0,1 0 0 0 0,-1 0 0 0 0,1 0 0 0 0,-1-1 0 0 0,1 1 0 0 0,-1 0 0 0 0,0 0 0 0 0,1-1 0 0 0,-1 1 0 0 0,1 0 0 0 0,-1-1 0 0 0,0 1 0 0 0,1 0 0 0 0,0-1 0 0 0</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29.144"/>
    </inkml:context>
    <inkml:brush xml:id="br0">
      <inkml:brushProperty name="width" value="0.1" units="cm"/>
      <inkml:brushProperty name="height" value="0.1" units="cm"/>
      <inkml:brushProperty name="color" value="#FF0066"/>
    </inkml:brush>
  </inkml:definitions>
  <inkml:trace contextRef="#ctx0" brushRef="#br0">37 129 5529 0 0,'-19'-23'5113'0'0,"18"22"-4867"0"0,0 1 0 0 0,1-1 0 0 0,-1 1 0 0 0,1 0 0 0 0,-1 0 0 0 0,0-1 0 0 0,1 1 0 0 0,-1 0 0 0 0,0 0 0 0 0,0 0 0 0 0,1 0 1 0 0,-1 0-1 0 0,0-1 0 0 0,1 2 0 0 0,-1-1 0 0 0,0 0 0 0 0,1 0 0 0 0,-1 0 0 0 0,0 0 0 0 0,1 0 0 0 0,-2 1 0 0 0,2 0-48 0 0,-1-1 0 0 0,1 1 0 0 0,0 0-1 0 0,0 0 1 0 0,0 0 0 0 0,0-1 0 0 0,0 1-1 0 0,0 0 1 0 0,0 0 0 0 0,0 0 0 0 0,0-1-1 0 0,0 1 1 0 0,1 0 0 0 0,-1 0 0 0 0,0 0-1 0 0,0-1 1 0 0,1 2 0 0 0,13 27 774 0 0,-14-28-852 0 0,11 17 277 0 0,0 1-1 0 0,1-2 1 0 0,17 21 0 0 0,-22-30-358 0 0,0-1 0 0 0,1 1-1 0 0,-1-1 1 0 0,2 0 0 0 0,-1-1 0 0 0,1 0 0 0 0,0 0 0 0 0,14 6 0 0 0,-21-11-46 0 0,1 0 0 0 0,0 0 1 0 0,0 0-1 0 0,0 0 1 0 0,0 0-1 0 0,0-1 1 0 0,0 1-1 0 0,0-1 1 0 0,0 0-1 0 0,0 0 0 0 0,0 0 1 0 0,0 0-1 0 0,0-1 1 0 0,1 1-1 0 0,-1-1 1 0 0,-1 0-1 0 0,1 0 1 0 0,0 0-1 0 0,5-2 0 0 0,-4 0-62 0 0,-1 0 0 0 0,1 1 0 0 0,-1-1-1 0 0,0 0 1 0 0,0-1 0 0 0,-1 1 0 0 0,1 0-1 0 0,-1-1 1 0 0,1 0 0 0 0,-1 1 0 0 0,0-1-1 0 0,2-6 1 0 0,1-6-191 0 0,0 0 0 0 0,-1 1 0 0 0,-1-1-1 0 0,-1-1 1 0 0,0 1 0 0 0,-1-21 0 0 0,-2-14 381 0 0,-1-8 282 0 0,4 45 1207 0 0,-2 14-1579 0 0,0 0 1 0 0,0 0 0 0 0,0 0-1 0 0,0 0 1 0 0,0 0 0 0 0,0 0-1 0 0,0 0 1 0 0,0 0 0 0 0,1 0-1 0 0,-1 0 1 0 0,0 0 0 0 0,0 0-1 0 0,0 0 1 0 0,0 0-1 0 0,0 0 1 0 0,0 0 0 0 0,0 0-1 0 0,0 0 1 0 0,0 0 0 0 0,0 0-1 0 0,1 0 96 0 0,-1 0-95 0 0,14 32 153 0 0,2 0 0 0 0,1-2 0 0 0,30 41 1 0 0,-28-44-133 0 0,-1 1 0 0 0,-1 1 1 0 0,-1 0-1 0 0,16 44 1 0 0,-24-45-40 0 0,-1 0 0 0 0,-1 0 0 0 0,-2 0 0 0 0,0 1 0 0 0,-2 0 0 0 0,-2 32 1 0 0,-3-18 19 0 0,-2-1 0 0 0,-1 1 1 0 0,-19 61-1 0 0,-11 2-248 0 0,-4-2-1 0 0,-67 123 1 0 0,69-151-34 0 0</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37.270"/>
    </inkml:context>
    <inkml:brush xml:id="br0">
      <inkml:brushProperty name="width" value="0.1" units="cm"/>
      <inkml:brushProperty name="height" value="0.1" units="cm"/>
      <inkml:brushProperty name="color" value="#FF0066"/>
    </inkml:brush>
  </inkml:definitions>
  <inkml:trace contextRef="#ctx0" brushRef="#br0">1 122 6913 0 0,'0'-15'901'0'0,"0"2"-148"0"0,-1 0 0 0 0,2 0 1 0 0,0 0-1 0 0,0 1 0 0 0,2-1 1 0 0,4-16-1 0 0,-7 29-714 0 0,0 0 1 0 0,1 0 0 0 0,-1 0 0 0 0,0 0-1 0 0,1 0 1 0 0,-1 0 0 0 0,0 0-1 0 0,1 0 1 0 0,-1 0 0 0 0,0 0-1 0 0,1 0 1 0 0,-1 0 0 0 0,1 0-1 0 0,-1 0 1 0 0,0 0 0 0 0,1 0 0 0 0,-1 1-1 0 0,0-1 1 0 0,1 0 0 0 0,-1 0-1 0 0,0 0 1 0 0,0 1 0 0 0,1-1-1 0 0,-1 0 1 0 0,0 0 0 0 0,0 1-1 0 0,1-1 1 0 0,-1 0 0 0 0,0 1-1 0 0,0-1 1 0 0,0 0 0 0 0,1 1 0 0 0,-1-1-1 0 0,0 0 1 0 0,0 1 0 0 0,0-1-1 0 0,0 0 1 0 0,0 1 0 0 0,0-1-1 0 0,0 0 1 0 0,0 1 0 0 0,10 19 485 0 0,11 34-214 0 0,-3 2 0 0 0,-2 0 0 0 0,-2 1 0 0 0,6 69 0 0 0,-1 234-4134 0 0,-19-322 1250 0 0</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37.478"/>
    </inkml:context>
    <inkml:brush xml:id="br0">
      <inkml:brushProperty name="width" value="0.1" units="cm"/>
      <inkml:brushProperty name="height" value="0.1" units="cm"/>
      <inkml:brushProperty name="color" value="#FF0066"/>
    </inkml:brush>
  </inkml:definitions>
  <inkml:trace contextRef="#ctx0" brushRef="#br0">48 486 3225 0 0,'-10'-25'197'0'0,"2"0"0"0"0,0-1 0 0 0,1 0 0 0 0,2-1 0 0 0,-4-40 0 0 0,9 57 67 0 0,0 1 0 0 0,0 0 1 0 0,1 0-1 0 0,0 0 0 0 0,1 0 0 0 0,-1 0 0 0 0,2 0 0 0 0,-1 1 0 0 0,1-1 0 0 0,1 1 0 0 0,0-1 0 0 0,0 1 0 0 0,0 0 0 0 0,1 0 0 0 0,0 1 0 0 0,1 0 1 0 0,0 0-1 0 0,0 0 0 0 0,13-11 0 0 0,6-3 1096 0 0,49-28 0 0 0,-63 42-1608 0 0,0 1 0 0 0,1 1 0 0 0,0 0 0 0 0,0 0 1 0 0,0 1-1 0 0,0 1 0 0 0,19-3 0 0 0,-18 5-3577 0 0</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37.698"/>
    </inkml:context>
    <inkml:brush xml:id="br0">
      <inkml:brushProperty name="width" value="0.1" units="cm"/>
      <inkml:brushProperty name="height" value="0.1" units="cm"/>
      <inkml:brushProperty name="color" value="#FF0066"/>
    </inkml:brush>
  </inkml:definitions>
  <inkml:trace contextRef="#ctx0" brushRef="#br0">4 233 6913 0 0,'0'0'17'0'0,"0"1"-1"0"0,-1 0 1 0 0,1-1-1 0 0,-1 1 0 0 0,1 0 1 0 0,0 0-1 0 0,0 0 0 0 0,-1-1 1 0 0,1 1-1 0 0,0 0 1 0 0,0 0-1 0 0,0 0 0 0 0,0-1 1 0 0,0 1-1 0 0,0 0 1 0 0,0 0-1 0 0,0 0 0 0 0,0 0 1 0 0,0-1-1 0 0,0 1 0 0 0,1 0 1 0 0,-1 0-1 0 0,0-1 1 0 0,1 1-1 0 0,-1 0 0 0 0,0 0 1 0 0,1-1-1 0 0,-1 1 0 0 0,1 0 1 0 0,-1-1-1 0 0,1 1 1 0 0,-1 0-1 0 0,1-1 0 0 0,0 1 1 0 0,-1-1-1 0 0,1 1 0 0 0,0-1 1 0 0,-1 1-1 0 0,1-1 1 0 0,0 0-1 0 0,0 1 0 0 0,-1-1 1 0 0,1 0-1 0 0,0 0 0 0 0,0 1 1 0 0,0-1-1 0 0,1 0 1 0 0,1 0 102 0 0,0 1-1 0 0,0-1 1 0 0,0 0 0 0 0,0 1 0 0 0,0-2 0 0 0,0 1 0 0 0,0 0 0 0 0,0-1 0 0 0,0 1 0 0 0,0-1 0 0 0,0 0 0 0 0,4-2 0 0 0,16-11-866 0 0,-2-1 0 0 0,1-1 0 0 0,-2-1 0 0 0,26-27 0 0 0,12-10 909 0 0,-49 46-176 0 0,-1 0 0 0 0,0 0 0 0 0,0-1 1 0 0,-1 0-1 0 0,0-1 0 0 0,9-14 0 0 0,-4 2-73 0 0</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37.922"/>
    </inkml:context>
    <inkml:brush xml:id="br0">
      <inkml:brushProperty name="width" value="0.1" units="cm"/>
      <inkml:brushProperty name="height" value="0.1" units="cm"/>
      <inkml:brushProperty name="color" value="#FF0066"/>
    </inkml:brush>
  </inkml:definitions>
  <inkml:trace contextRef="#ctx0" brushRef="#br0">16 1 1376 0 0,'-3'4'275'0'0,"1"0"0"0"0,0 1-1 0 0,1-1 1 0 0,-1 1 0 0 0,1 0 0 0 0,0-1-1 0 0,0 1 1 0 0,0 0 0 0 0,1 0-1 0 0,0 9 1 0 0,-1-3 387 0 0,0 18 375 0 0,2 1 1 0 0,1-1 0 0 0,2 1 0 0 0,0-1-1 0 0,2 0 1 0 0,12 33 0 0 0,9 52-38 0 0,-19-59-1146 0 0,2 9-1801 0 0,-1-22-2925 0 0,-12-57 1554 0 0,-6 6 3318 0 0</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38.064"/>
    </inkml:context>
    <inkml:brush xml:id="br0">
      <inkml:brushProperty name="width" value="0.1" units="cm"/>
      <inkml:brushProperty name="height" value="0.1" units="cm"/>
      <inkml:brushProperty name="color" value="#FF0066"/>
    </inkml:brush>
  </inkml:definitions>
  <inkml:trace contextRef="#ctx0" brushRef="#br0">0 298 6913 0 0,'0'-17'254'0'0,"1"1"0"0"0,1-1 0 0 0,1 1 0 0 0,0 0 0 0 0,1 0 0 0 0,0 0 0 0 0,2 0-1 0 0,0 1 1 0 0,0 0 0 0 0,18-28 0 0 0,-16 29 511 0 0,2 0 0 0 0,18-23 0 0 0,-26 35-781 0 0,0 0 0 0 0,0-1 1 0 0,0 1-1 0 0,0 0 0 0 0,0 0 1 0 0,0 0-1 0 0,1 0 0 0 0,-1 1 1 0 0,1-1-1 0 0,0 0 0 0 0,-1 1 1 0 0,1 0-1 0 0,0 0 1 0 0,0 0-1 0 0,0 0 0 0 0,0 0 1 0 0,0 1-1 0 0,0-1 0 0 0,0 1 1 0 0,0 0-1 0 0,0 0 0 0 0,0 0 1 0 0,4 0-1 0 0,-5 1-207 0 0,-1-1 0 0 0,1 1-1 0 0,-1 0 1 0 0,0 0 0 0 0,1-1-1 0 0,-1 1 1 0 0,0 0 0 0 0,0 0-1 0 0,0 0 1 0 0,0 0 0 0 0,1 0 0 0 0,-1 1-1 0 0,0-1 1 0 0,-1 0 0 0 0,2 2-1 0 0,3 7-2875 0 0</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38.224"/>
    </inkml:context>
    <inkml:brush xml:id="br0">
      <inkml:brushProperty name="width" value="0.1" units="cm"/>
      <inkml:brushProperty name="height" value="0.1" units="cm"/>
      <inkml:brushProperty name="color" value="#FF0066"/>
    </inkml:brush>
  </inkml:definitions>
  <inkml:trace contextRef="#ctx0" brushRef="#br0">9 159 1584 0 0,'-8'20'-1'0'0,"8"-20"27"0"0,0 1 0 0 0,0-1 0 0 0,0 1 0 0 0,0-1 0 0 0,0 0 0 0 0,0 1-1 0 0,0-1 1 0 0,0 1 0 0 0,0-1 0 0 0,0 0 0 0 0,0 1 0 0 0,0-1 0 0 0,0 0 0 0 0,1 1 0 0 0,-1-1 0 0 0,0 0 0 0 0,0 1 0 0 0,1-1 0 0 0,-1 0-1 0 0,0 0 1 0 0,0 1 0 0 0,1-1 0 0 0,-1 0 0 0 0,0 0 0 0 0,1 1 0 0 0,-1-1 0 0 0,0 0 0 0 0,1 0 0 0 0,1 1 98 0 0,0-1-1 0 0,1 0 1 0 0,-1 0 0 0 0,0 0 0 0 0,0 0 0 0 0,0 0-1 0 0,1 0 1 0 0,-1-1 0 0 0,0 1 0 0 0,0-1-1 0 0,0 0 1 0 0,0 1 0 0 0,0-1 0 0 0,2-1 0 0 0,15-7 570 0 0,0-1 0 0 0,-1-1 1 0 0,-1-1-1 0 0,23-18 1 0 0,59-63-269 0 0,-81 76-826 0 0</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38.510"/>
    </inkml:context>
    <inkml:brush xml:id="br0">
      <inkml:brushProperty name="width" value="0.1" units="cm"/>
      <inkml:brushProperty name="height" value="0.1" units="cm"/>
      <inkml:brushProperty name="color" value="#FF0066"/>
    </inkml:brush>
  </inkml:definitions>
  <inkml:trace contextRef="#ctx0" brushRef="#br0">1 185 7834 0 0,'2'-5'286'0'0,"0"1"1"0"0,1 0-1 0 0,0 0 1 0 0,-1 0-1 0 0,1 1 0 0 0,1-1 1 0 0,-1 1-1 0 0,0-1 1 0 0,1 1-1 0 0,0 0 1 0 0,7-4-1 0 0,-2 0 199 0 0,14-11 291 0 0,0 0 0 0 0,2 2-1 0 0,41-21 1 0 0,-44 27-2667 0 0,0 1 0 0 0,35-10 0 0 0,-45 16-2078 0 0</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38.781"/>
    </inkml:context>
    <inkml:brush xml:id="br0">
      <inkml:brushProperty name="width" value="0.1" units="cm"/>
      <inkml:brushProperty name="height" value="0.1" units="cm"/>
      <inkml:brushProperty name="color" value="#FF0066"/>
    </inkml:brush>
  </inkml:definitions>
  <inkml:trace contextRef="#ctx0" brushRef="#br0">0 1 3681 0 0,'2'12'1980'0'0,"-1"0"-1"0"0,7 24 1 0 0,-1-2 297 0 0,18 117-229 0 0,0-1-5107 0 0,-23-136 2083 0 0,1 1-1 0 0,1-1 1 0 0,1 0-1 0 0,8 20 1 0 0,-1-12 381 0 0</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39.686"/>
    </inkml:context>
    <inkml:brush xml:id="br0">
      <inkml:brushProperty name="width" value="0.1" units="cm"/>
      <inkml:brushProperty name="height" value="0.1" units="cm"/>
      <inkml:brushProperty name="color" value="#FF0066"/>
    </inkml:brush>
  </inkml:definitions>
  <inkml:trace contextRef="#ctx0" brushRef="#br0">261 139 456 0 0,'-2'-3'103'0'0,"0"0"0"0"0,0 0 0 0 0,-1 0 0 0 0,1 1 0 0 0,-1-1 0 0 0,0 1 0 0 0,1 0 0 0 0,-1 0 0 0 0,0 0 0 0 0,-1 0 0 0 0,1 0 0 0 0,-5-1 0 0 0,5 1 212 0 0,0 1 0 0 0,-1-1 0 0 0,1 0 0 0 0,0 1 0 0 0,0-2 0 0 0,0 1 0 0 0,0 0 0 0 0,1-1-1 0 0,-1 1 1 0 0,0-1 0 0 0,1 0 0 0 0,-3-4 0 0 0,-1 31 4985 0 0,-13 34-5910 0 0,17-52 893 0 0,-6 21-357 0 0,-37 95-81 0 0,39-110 197 0 0,0 0 1 0 0,0 0-1 0 0,-1 0 0 0 0,-1-1 0 0 0,0 0 0 0 0,-1 0 0 0 0,-12 11 0 0 0,20-20-30 0 0,0-1 0 0 0,-1 0-1 0 0,1 0 1 0 0,-1 1-1 0 0,1-1 1 0 0,-1 0-1 0 0,0 0 1 0 0,1-1 0 0 0,-1 1-1 0 0,0 0 1 0 0,0-1-1 0 0,-3 2 1 0 0,0-7-54 0 0,7-12 172 0 0,15-23 159 0 0,2 1 0 0 0,1 0-1 0 0,50-69 1 0 0,-54 83-69 0 0,-4 5 248 0 0,1 1 0 0 0,1 0 0 0 0,1 1 0 0 0,0 1 0 0 0,1 0-1 0 0,22-18 1 0 0,-36 34-360 0 0,0 0-1 0 0,0 0 0 0 0,0 0 1 0 0,1 0-1 0 0,-1 0 1 0 0,0 0-1 0 0,0 0 0 0 0,1 1 1 0 0,-1-1-1 0 0,0 1 0 0 0,1 0 1 0 0,-1-1-1 0 0,0 1 0 0 0,1 0 1 0 0,-1 1-1 0 0,1-1 0 0 0,-1 0 1 0 0,0 1-1 0 0,1-1 1 0 0,-1 1-1 0 0,0 0 0 0 0,0-1 1 0 0,1 1-1 0 0,-1 0 0 0 0,0 1 1 0 0,0-1-1 0 0,2 2 0 0 0,7 5 4 0 0,-2 0 0 0 0,1 1-1 0 0,-1 0 1 0 0,9 12-1 0 0,11 10-585 0 0,0-7-1110 0 0,4-2-4699 0 0</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34.189"/>
    </inkml:context>
    <inkml:brush xml:id="br0">
      <inkml:brushProperty name="width" value="0.1" units="cm"/>
      <inkml:brushProperty name="height" value="0.1" units="cm"/>
      <inkml:brushProperty name="color" value="#FF0066"/>
    </inkml:brush>
  </inkml:definitions>
  <inkml:trace contextRef="#ctx0" brushRef="#br0">1 1 920 0 0,'20'14'373'0'0,"-19"-14"-331"0"0,-1 0 1 0 0,1 1-1 0 0,-1-1 1 0 0,1 1-1 0 0,-1-1 1 0 0,1 0-1 0 0,0 0 1 0 0,-1 1-1 0 0,1-1 1 0 0,-1 0-1 0 0,1 0 1 0 0,0 0-1 0 0,-1 0 1 0 0,1 0-1 0 0,0 1 1 0 0,-1-1-1 0 0,1 0 1 0 0,-1-1-1 0 0,1 1 1 0 0,0 0-1 0 0,-1 0 1 0 0,1 0-1 0 0,0 0 1 0 0,-1 0-1 0 0,1-1 1 0 0,-1 1-1 0 0,1 0 1 0 0,0 0-1 0 0,-1-1 1 0 0,1 1-1 0 0,-1 0 1 0 0,1-2-1 0 0,-1 2-49 0 0,0-1 0 0 0,-1 0 0 0 0,1 0 0 0 0,-1 0 0 0 0,1 0 0 0 0,-1 1 0 0 0,0-1 0 0 0,1 0 0 0 0,-1 1 0 0 0,0-1 0 0 0,1 0 0 0 0,-1 1 1 0 0,0-1-1 0 0,0 1 0 0 0,0-1 0 0 0,1 1 0 0 0,-1-1 0 0 0,0 1 0 0 0,0 0 0 0 0,0 0 0 0 0,0-1 0 0 0,-1 1 0 0 0,-17-1 8048 0 0,38 86-7273 0 0,-4 2 0 0 0,6 131 1 0 0,-7-55-589 0 0,21 190-69 0 0,8 85 243 0 0,-25-283 234 0 0,-7 1 1 0 0,-13 198-1 0 0,-6-246-546 0 0,0-29-23 0 0,4 84 0 0 0,5-136-268 0 0,0 1-1015 0 0,7 45-1 0 0</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34.808"/>
    </inkml:context>
    <inkml:brush xml:id="br0">
      <inkml:brushProperty name="width" value="0.1" units="cm"/>
      <inkml:brushProperty name="height" value="0.1" units="cm"/>
      <inkml:brushProperty name="color" value="#FF0066"/>
    </inkml:brush>
  </inkml:definitions>
  <inkml:trace contextRef="#ctx0" brushRef="#br0">129 55 4145 0 0,'-22'6'3961'0'0,"-40"5"-1"0"0,18-3-664 0 0,73-11-2976 0 0,0 2 0 0 0,0 1-1 0 0,36 4 1 0 0,27 1 139 0 0,25-10-908 0 0,156-28 1 0 0,-9 0-74 0 0,192 19 284 0 0,478 23 378 0 0,-495-12 524 0 0,-350 2-530 0 0,0 4-1 0 0,1 3 0 0 0,118 25 0 0 0,-126-7-127 0 0,-64-18-498 0 0,0 0 1 0 0,0-1 0 0 0,0-1 0 0 0,0 0-1 0 0,1-2 1 0 0,0 0 0 0 0,-1-1-1 0 0,36-3 1 0 0,70-27-4281 0 0,-110 25 1957 0 0</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35.320"/>
    </inkml:context>
    <inkml:brush xml:id="br0">
      <inkml:brushProperty name="width" value="0.1" units="cm"/>
      <inkml:brushProperty name="height" value="0.1" units="cm"/>
      <inkml:brushProperty name="color" value="#FF0066"/>
    </inkml:brush>
  </inkml:definitions>
  <inkml:trace contextRef="#ctx0" brushRef="#br0">175 93 1840 0 0,'-31'-35'2694'0'0,"24"27"-1519"0"0,-1 0 0 0 0,1-1 0 0 0,0 0 0 0 0,-9-15 0 0 0,25 37 4337 0 0,12 11-4254 0 0,8 9-1665 0 0,-8-2 344 0 0,1 0 0 0 0,1-2 1 0 0,2-1-1 0 0,1-1 0 0 0,30 25 1 0 0,-42-42 53 0 0,0 1 0 0 0,-1 0 1 0 0,-1 1-1 0 0,0 1 0 0 0,12 15 1 0 0,-22-24 23 0 0,1 0-1 0 0,-1 0 1 0 0,0 0 0 0 0,0 0 0 0 0,0 0 0 0 0,-1 1 0 0 0,1-1 0 0 0,-1 0 0 0 0,0 1 0 0 0,-1-1 0 0 0,1 1 0 0 0,-1 0 0 0 0,1-1 0 0 0,-2 1 0 0 0,1-1 0 0 0,0 1 0 0 0,-1-1 0 0 0,0 1 0 0 0,0-1 0 0 0,0 1 0 0 0,0-1 0 0 0,-1 0 0 0 0,0 1 0 0 0,-3 5 0 0 0,-3 3 234 0 0,0 0-1 0 0,-2 0 0 0 0,1-1 1 0 0,-2 0-1 0 0,1-1 0 0 0,-2 0 1 0 0,1 0-1 0 0,-2-1 0 0 0,1-1 1 0 0,-1 0-1 0 0,-1-1 0 0 0,-13 6 1 0 0,-7 3-383 0 0,-36 11 0 0 0,-35 8-3997 0 0,84-30 2579 0 0,-16 6-4458 0 0</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50.692"/>
    </inkml:context>
    <inkml:brush xml:id="br0">
      <inkml:brushProperty name="width" value="0.1" units="cm"/>
      <inkml:brushProperty name="height" value="0.1" units="cm"/>
      <inkml:brushProperty name="color" value="#FF0066"/>
    </inkml:brush>
  </inkml:definitions>
  <inkml:trace contextRef="#ctx0" brushRef="#br0">85 9 3801 0 0,'-5'8'50'0'0,"0"-1"0"0"0,-1 0 0 0 0,0 0 0 0 0,0 0 0 0 0,-1-1 0 0 0,1 0 0 0 0,-16 10 0 0 0,22-16-38 0 0,0 0 0 0 0,-1 1 0 0 0,1-1 1 0 0,0 0-1 0 0,-1 0 0 0 0,1 0 0 0 0,0 0 0 0 0,-1 0 1 0 0,1 0-1 0 0,0 0 0 0 0,-1 0 0 0 0,1 0 0 0 0,0 0 1 0 0,-1 0-1 0 0,1 0 0 0 0,-1 0 0 0 0,1 0 0 0 0,0 0 0 0 0,-1-1 1 0 0,1 1-1 0 0,0 0 0 0 0,0 0 0 0 0,-1 0 0 0 0,1 0 1 0 0,0-1-1 0 0,-1 1 0 0 0,1 0 0 0 0,0 0 0 0 0,0-1 1 0 0,-1 1-1 0 0,1 0 0 0 0,0 0 0 0 0,0-1 0 0 0,0 1 1 0 0,-1 0-1 0 0,1-1 0 0 0,0 1 0 0 0,-8-21 1032 0 0,5-26 3723 0 0,4 47-4711 0 0,5 7 761 0 0,5 10-748 0 0,1 15-492 0 0,-2 1 0 0 0,-2 1 0 0 0,-1 0 0 0 0,-1 0 0 0 0,1 59 0 0 0,-7-91 298 0 0,1 1 0 0 0,-1-1 1 0 0,0 0-1 0 0,1 1 0 0 0,-1-1 0 0 0,1 0 0 0 0,0 1 0 0 0,-1-1 0 0 0,1 0 0 0 0,0 0 1 0 0,1 0-1 0 0,-1 0 0 0 0,3 3 0 0 0</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51.668"/>
    </inkml:context>
    <inkml:brush xml:id="br0">
      <inkml:brushProperty name="width" value="0.1" units="cm"/>
      <inkml:brushProperty name="height" value="0.1" units="cm"/>
      <inkml:brushProperty name="color" value="#FF0066"/>
    </inkml:brush>
  </inkml:definitions>
  <inkml:trace contextRef="#ctx0" brushRef="#br0">18 0 5529 0 0,'-1'1'160'0'0,"0"-1"1"0"0,0 0-1 0 0,0 1 0 0 0,0-1 0 0 0,0 1 0 0 0,0 0 1 0 0,1-1-1 0 0,-1 1 0 0 0,0 0 0 0 0,0-1 1 0 0,0 1-1 0 0,1 0 0 0 0,-1 0 0 0 0,0 0 0 0 0,1 0 1 0 0,-1 0-1 0 0,1 0 0 0 0,-1 0 0 0 0,1 0 0 0 0,-1 0 1 0 0,1 0-1 0 0,0 0 0 0 0,-1 0 0 0 0,1 0 1 0 0,0 0-1 0 0,0 0 0 0 0,0 0 0 0 0,0 0 0 0 0,0 0 1 0 0,0 0-1 0 0,0 2 0 0 0,2 43 572 0 0,-2-41-462 0 0,29 249 289 0 0,-24-226-1214 0 0</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52.778"/>
    </inkml:context>
    <inkml:brush xml:id="br0">
      <inkml:brushProperty name="width" value="0.1" units="cm"/>
      <inkml:brushProperty name="height" value="0.1" units="cm"/>
      <inkml:brushProperty name="color" value="#FF0066"/>
    </inkml:brush>
  </inkml:definitions>
  <inkml:trace contextRef="#ctx0" brushRef="#br0">85 87 4145 0 0,'-2'-2'362'0'0,"-1"0"0"0"0,1 1 0 0 0,-1-1-1 0 0,0 0 1 0 0,0 1 0 0 0,0 0 0 0 0,0 0 0 0 0,0 0 0 0 0,0 0 0 0 0,0 0 0 0 0,0 1-1 0 0,0-1 1 0 0,-4 1 0 0 0,5 0-252 0 0,0 1 0 0 0,0-1 0 0 0,1 1-1 0 0,-1 0 1 0 0,1-1 0 0 0,-1 1 0 0 0,0 0 0 0 0,1 0 0 0 0,-1 0-1 0 0,1 0 1 0 0,0 1 0 0 0,-1-1 0 0 0,1 0 0 0 0,0 1 0 0 0,0-1-1 0 0,0 0 1 0 0,0 1 0 0 0,0-1 0 0 0,0 1 0 0 0,0 0-1 0 0,1-1 1 0 0,-1 1 0 0 0,0 0 0 0 0,1-1 0 0 0,-1 4 0 0 0,-2 7-134 0 0,1 1 1 0 0,0 0 0 0 0,1 0-1 0 0,0-1 1 0 0,1 1 0 0 0,1 0-1 0 0,0 0 1 0 0,0 0 0 0 0,2-1-1 0 0,-1 1 1 0 0,2-1 0 0 0,-1 1-1 0 0,2-1 1 0 0,0 0 0 0 0,0-1-1 0 0,1 1 1 0 0,10 13-1 0 0,-14-21-19 0 0,1-1 0 0 0,-1 0 0 0 0,1-1 0 0 0,0 1 0 0 0,0 0 0 0 0,0-1 0 0 0,0 0 0 0 0,0 0 0 0 0,1 1 0 0 0,-1-2 0 0 0,1 1-1 0 0,-1 0 1 0 0,1-1 0 0 0,7 2 0 0 0,-9-3-39 0 0,0 1-1 0 0,0-1 0 0 0,0 0 1 0 0,0 0-1 0 0,0 0 1 0 0,0 0-1 0 0,0-1 1 0 0,0 1-1 0 0,0 0 0 0 0,0-1 1 0 0,0 0-1 0 0,0 1 1 0 0,0-1-1 0 0,0 0 1 0 0,-1 0-1 0 0,1 0 1 0 0,0 0-1 0 0,-1 0 0 0 0,1-1 1 0 0,0 1-1 0 0,-1 0 1 0 0,1-1-1 0 0,-1 1 1 0 0,0-1-1 0 0,1 1 0 0 0,-1-1 1 0 0,0 0-1 0 0,0 0 1 0 0,1-3-1 0 0,1-1 121 0 0,1-1-1 0 0,-2 1 1 0 0,1-1 0 0 0,-1 0-1 0 0,0 0 1 0 0,0 0 0 0 0,-1-1-1 0 0,0 1 1 0 0,0 0 0 0 0,-1 0-1 0 0,0-1 1 0 0,0 1 0 0 0,-1 0-1 0 0,0-1 1 0 0,-2-8-1 0 0,0 9 139 0 0,1 0-1 0 0,-1 0 1 0 0,0 1-1 0 0,-1-1 1 0 0,1 1-1 0 0,-1 0 0 0 0,-1 0 1 0 0,1 0-1 0 0,-10-9 1 0 0,13 14-85 0 0,0 0 0 0 0,0-1 0 0 0,0 1 1 0 0,0-1-1 0 0,0 1 0 0 0,0-1 0 0 0,1 1 1 0 0,-1-1-1 0 0,0 1 0 0 0,1-1 0 0 0,-1 1 1 0 0,1-1-1 0 0,0 0 0 0 0,-1 1 1 0 0,1-1-1 0 0,0 0 0 0 0,0 0 0 0 0,0 1 1 0 0,0-1-1 0 0,1-2 0 0 0,0-1-60 0 0,0 1 0 0 0,1-1 0 0 0,-1 1 0 0 0,1-1 0 0 0,0 1 0 0 0,0 0 1 0 0,5-6-1 0 0,-3 3-86 0 0,2 0 1 0 0,-1 0-1 0 0,1 1 1 0 0,0 0-1 0 0,0 0 1 0 0,0 0 0 0 0,1 1-1 0 0,10-7 1 0 0,-15 11 33 0 0,0 1 0 0 0,-1-1 0 0 0,1 0 0 0 0,0 1 0 0 0,0-1 1 0 0,-1 1-1 0 0,1-1 0 0 0,0 1 0 0 0,0 0 0 0 0,0 0 0 0 0,0 0 1 0 0,0 0-1 0 0,0 0 0 0 0,-1 0 0 0 0,1 0 0 0 0,0 1 0 0 0,0-1 1 0 0,0 1-1 0 0,-1-1 0 0 0,1 1 0 0 0,0 0 0 0 0,0 0 0 0 0,-1-1 1 0 0,1 1-1 0 0,-1 1 0 0 0,1-1 0 0 0,-1 0 0 0 0,1 0 0 0 0,-1 0 1 0 0,0 1-1 0 0,1-1 0 0 0,-1 1 0 0 0,0-1 0 0 0,0 1 0 0 0,0-1 1 0 0,0 1-1 0 0,0 0 0 0 0,-1-1 0 0 0,2 5 0 0 0,3 7-335 0 0,0 0-1 0 0,-1 1 1 0 0,0 0 0 0 0,1 16-1 0 0,-2-15 220 0 0,1 10-232 0 0,8 37-331 0 0,-11-60 738 0 0,0 1 1 0 0,0 0-1 0 0,0 0 1 0 0,0-1 0 0 0,1 1-1 0 0,-1-1 1 0 0,1 1-1 0 0,-1-1 1 0 0,1 0 0 0 0,0 1-1 0 0,0-1 1 0 0,0 0-1 0 0,0 0 1 0 0,0 0 0 0 0,0-1-1 0 0,1 1 1 0 0,2 1-1 0 0,-4-2-14 0 0,0-1-1 0 0,0 0 0 0 0,0 1 0 0 0,0-1 0 0 0,0 0 0 0 0,0 0 1 0 0,0 0-1 0 0,0 0 0 0 0,0 0 0 0 0,0 0 0 0 0,0 0 1 0 0,0 0-1 0 0,0 0 0 0 0,0 0 0 0 0,0-1 0 0 0,-1 1 0 0 0,1 0 1 0 0,0-1-1 0 0,0 1 0 0 0,0-1 0 0 0,0 1 0 0 0,0-1 1 0 0,1 0-1 0 0,16-22 23 0 0,3-31 696 0 0,-21 53-715 0 0,8-20 461 0 0,-2-1-1 0 0,-1 1 0 0 0,-1-1 0 0 0,0 0 1 0 0,0-39-1 0 0,-4 60-494 0 0,0 0 1 0 0,-1 0-1 0 0,1-1 0 0 0,-1 1 1 0 0,1 0-1 0 0,-1 0 0 0 0,1 0 1 0 0,-1 0-1 0 0,0 0 0 0 0,0 1 1 0 0,1-1-1 0 0,-1 0 0 0 0,0 0 1 0 0,0 0-1 0 0,0 1 0 0 0,0-1 1 0 0,0 0-1 0 0,0 1 0 0 0,0-1 1 0 0,0 1-1 0 0,0-1 0 0 0,0 1 1 0 0,0 0-1 0 0,0-1 0 0 0,0 1 1 0 0,-1 0-1 0 0,1 0 1 0 0,0 0-1 0 0,0 0 0 0 0,0 0 1 0 0,0 0-1 0 0,0 0 0 0 0,-1 0 1 0 0,1 0-1 0 0,0 0 0 0 0,0 1 1 0 0,-2-1-1 0 0,-49 14-933 0 0,46-13 755 0 0,1 1-126 0 0,1-1 0 0 0,-1 1 0 0 0,0 0 0 0 0,1 0 0 0 0,0 0 0 0 0,-1 0 0 0 0,1 1 0 0 0,-4 3 0 0 0</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53.187"/>
    </inkml:context>
    <inkml:brush xml:id="br0">
      <inkml:brushProperty name="width" value="0.1" units="cm"/>
      <inkml:brushProperty name="height" value="0.1" units="cm"/>
      <inkml:brushProperty name="color" value="#FF0066"/>
    </inkml:brush>
  </inkml:definitions>
  <inkml:trace contextRef="#ctx0" brushRef="#br0">15 1 5985 0 0,'-1'4'481'0'0,"-1"0"-1"0"0,1 0 0 0 0,0 0 1 0 0,0 1-1 0 0,0-1 0 0 0,0 0 1 0 0,0 9-1 0 0,1-8-263 0 0,-3 26 157 0 0,1 1 0 0 0,2 0 0 0 0,1-1 0 0 0,8 53-1 0 0,3-22-2202 0 0,27 82 0 0 0,-35-133 1818 0 0,0 1 0 0 0,1-1 0 0 0,10 17 0 0 0,-8-16-55 0 0</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53.427"/>
    </inkml:context>
    <inkml:brush xml:id="br0">
      <inkml:brushProperty name="width" value="0.1" units="cm"/>
      <inkml:brushProperty name="height" value="0.1" units="cm"/>
      <inkml:brushProperty name="color" value="#FF0066"/>
    </inkml:brush>
  </inkml:definitions>
  <inkml:trace contextRef="#ctx0" brushRef="#br0">0 1 4609 0 0,'1'0'407'0'0,"1"0"-193"0"0,0 1-1 0 0,1-1 1 0 0,-1 1 0 0 0,0 0 0 0 0,0 0 0 0 0,1 0 0 0 0,-1 0-1 0 0,0 0 1 0 0,0 0 0 0 0,0 1 0 0 0,0-1 0 0 0,0 1 0 0 0,-1-1-1 0 0,1 1 1 0 0,0 0 0 0 0,-1-1 0 0 0,1 1 0 0 0,-1 0-1 0 0,2 3 1 0 0,21 40 1259 0 0,-18-25-1129 0 0,0 1-1 0 0,-1 0 1 0 0,3 35 0 0 0,-4-28-1872 0 0,9 35-1 0 0,-10-54-1873 0 0</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53.646"/>
    </inkml:context>
    <inkml:brush xml:id="br0">
      <inkml:brushProperty name="width" value="0.1" units="cm"/>
      <inkml:brushProperty name="height" value="0.1" units="cm"/>
      <inkml:brushProperty name="color" value="#FF0066"/>
    </inkml:brush>
  </inkml:definitions>
  <inkml:trace contextRef="#ctx0" brushRef="#br0">0 92 5065 0 0,'5'-7'10266'0'0,"9"-14"-7133"0"0,27-42-10877 0 0</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54.044"/>
    </inkml:context>
    <inkml:brush xml:id="br0">
      <inkml:brushProperty name="width" value="0.1" units="cm"/>
      <inkml:brushProperty name="height" value="0.1" units="cm"/>
      <inkml:brushProperty name="color" value="#FF0066"/>
    </inkml:brush>
  </inkml:definitions>
  <inkml:trace contextRef="#ctx0" brushRef="#br0">7 53 3225 0 0,'-1'-1'124'0'0,"0"0"-1"0"0,1 0 1 0 0,-1-1 0 0 0,0 1 0 0 0,1 0 0 0 0,-1-1 0 0 0,1 1-1 0 0,-1 0 1 0 0,1 0 0 0 0,0-1 0 0 0,-1 1 0 0 0,1-1 0 0 0,0 1-1 0 0,0 0 1 0 0,0-1 0 0 0,0 1 0 0 0,0-1 0 0 0,0 1 0 0 0,1 0-1 0 0,-1-1 1 0 0,0 1 0 0 0,1 0 0 0 0,-1-1 0 0 0,1 1 0 0 0,-1 0-1 0 0,1-1 1 0 0,0 1 0 0 0,-1 0 0 0 0,1 0 0 0 0,0 0 0 0 0,1-2-1 0 0,-1 3-96 0 0,-1-1 0 0 0,1 0 1 0 0,0 0-1 0 0,0 0 0 0 0,0 1 0 0 0,-1-1 0 0 0,1 0 0 0 0,0 1 0 0 0,0-1 0 0 0,0 1 0 0 0,0-1 0 0 0,0 1 0 0 0,0 0 0 0 0,0-1 0 0 0,0 1 0 0 0,0 0 0 0 0,0-1 0 0 0,0 1 0 0 0,0 0 0 0 0,0 0 1 0 0,0 0-1 0 0,0 0 0 0 0,1 0 0 0 0,-1 0 0 0 0,0 1 0 0 0,0-1 0 0 0,0 0 0 0 0,0 0 0 0 0,0 1 0 0 0,0-1 0 0 0,0 1 0 0 0,0-1 0 0 0,0 1 0 0 0,0-1 0 0 0,-1 1 0 0 0,1-1 0 0 0,0 1 0 0 0,0 0 1 0 0,0 0-1 0 0,-1-1 0 0 0,1 1 0 0 0,0 0 0 0 0,0 1 0 0 0,4 5 16 0 0,0-1 0 0 0,-1 1 0 0 0,0 0 0 0 0,-1 0 0 0 0,0 1 0 0 0,0-1 0 0 0,0 0 0 0 0,2 12 0 0 0,5 63 786 0 0,-9-69-726 0 0,0 0-1 0 0,0 0 1 0 0,1 0-1 0 0,0-1 0 0 0,1 1 1 0 0,1-1-1 0 0,0 1 0 0 0,1-1 1 0 0,7 14-1 0 0,-12-25-104 0 0,1 0-1 0 0,0 0 1 0 0,-1 0-1 0 0,1 0 1 0 0,0 0-1 0 0,-1 0 0 0 0,1 0 1 0 0,0-1-1 0 0,0 1 1 0 0,0 0-1 0 0,0-1 1 0 0,0 1-1 0 0,0 0 1 0 0,0-1-1 0 0,0 1 0 0 0,0-1 1 0 0,0 0-1 0 0,0 1 1 0 0,0-1-1 0 0,1 0 1 0 0,-1 1-1 0 0,0-1 1 0 0,0 0-1 0 0,2 0 1 0 0,-1-1-12 0 0,1 1 0 0 0,-1-1 0 0 0,1 0 0 0 0,-1 0 1 0 0,0 0-1 0 0,0 0 0 0 0,1 0 0 0 0,-1 0 0 0 0,0 0 1 0 0,0-1-1 0 0,2-1 0 0 0,6-7-107 0 0,0 0 1 0 0,-1 0-1 0 0,11-16 1 0 0,-15 19 26 0 0,39-48-2705 0 0,-32 39 2162 0 0</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1:54.263"/>
    </inkml:context>
    <inkml:brush xml:id="br0">
      <inkml:brushProperty name="width" value="0.1" units="cm"/>
      <inkml:brushProperty name="height" value="0.1" units="cm"/>
      <inkml:brushProperty name="color" value="#FF0066"/>
    </inkml:brush>
  </inkml:definitions>
  <inkml:trace contextRef="#ctx0" brushRef="#br0">10 215 8754 0 0,'-1'0'64'0'0,"1"0"1"0"0,0 0 0 0 0,-1 0-1 0 0,1 0 1 0 0,0 0-1 0 0,-1 0 1 0 0,1 0-1 0 0,0-1 1 0 0,-1 1 0 0 0,1 0-1 0 0,-1 0 1 0 0,1 0-1 0 0,0 0 1 0 0,-1-1 0 0 0,1 1-1 0 0,0 0 1 0 0,0 0-1 0 0,-1 0 1 0 0,1-1-1 0 0,0 1 1 0 0,0 0 0 0 0,-1-1-1 0 0,1 1 1 0 0,0 0-1 0 0,0-1 1 0 0,-1 1-1 0 0,1 0 1 0 0,0-1 0 0 0,0 1-1 0 0,0 0 1 0 0,0-1-1 0 0,0 1 1 0 0,0 0-1 0 0,0-1 1 0 0,0 1 0 0 0,0 0-1 0 0,0-1 1 0 0,0 1-1 0 0,0-1 1 0 0,6-23 1599 0 0,17-20 122 0 0,25-25-1962 0 0,-39 59-1009 0 0,0 0 0 0 0,1 0 1 0 0,0 1-1 0 0,12-9 0 0 0,-7 7-853 0 0</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2:00.221"/>
    </inkml:context>
    <inkml:brush xml:id="br0">
      <inkml:brushProperty name="width" value="0.1" units="cm"/>
      <inkml:brushProperty name="height" value="0.1" units="cm"/>
      <inkml:brushProperty name="color" value="#FF0066"/>
    </inkml:brush>
  </inkml:definitions>
  <inkml:trace contextRef="#ctx0" brushRef="#br0">163 4058 6393 0 0,'1'-14'209'0'0,"0"1"-1"0"0,0 0 0 0 0,1 0 0 0 0,1 0 1 0 0,0 1-1 0 0,8-20 0 0 0,-8 22-286 0 0,0-1 0 0 0,0 1 0 0 0,-1-1 1 0 0,-1 0-1 0 0,0 1 0 0 0,-1-1 0 0 0,0-14 0 0 0,-13-78 1590 0 0,5 51-738 0 0,-64-387 2769 0 0,1 39-2364 0 0,59 298-552 0 0,2-104 0 0 0,3 38-58 0 0,3 73-89 0 0,12-155 1 0 0,24 22 15 0 0,-26 185-326 0 0,-2 1 0 0 0,-2-1 0 0 0,-1 0 0 0 0,-8-61 1 0 0,-2-19 666 0 0,9 118-850 0 0,0 0 0 0 0,0 0 0 0 0,1 0 0 0 0,0 0 0 0 0,0 0 0 0 0,0 0 0 0 0,1 0 0 0 0,0 0 0 0 0,0 0 0 0 0,0 1 0 0 0,4-7 0 0 0,-5 9 4 0 0,1 0 0 0 0,0-1 0 0 0,0 1 0 0 0,0 0 1 0 0,0 0-1 0 0,0 1 0 0 0,0-1 0 0 0,0 0 0 0 0,1 1 0 0 0,-1-1 0 0 0,0 1 0 0 0,1 0 0 0 0,0-1 0 0 0,-1 1 0 0 0,1 1 1 0 0,0-1-1 0 0,-1 0 0 0 0,1 1 0 0 0,0-1 0 0 0,0 1 0 0 0,3 0 0 0 0,-5 0-3 0 0,1 0 0 0 0,-1 1 0 0 0,1-1 0 0 0,-1 1-1 0 0,1-1 1 0 0,-1 1 0 0 0,0 0 0 0 0,1-1 0 0 0,-1 1 0 0 0,0 0 0 0 0,0 0 0 0 0,1 0-1 0 0,-1 0 1 0 0,0 0 0 0 0,0 0 0 0 0,0 0 0 0 0,0 1 0 0 0,0-1 0 0 0,-1 0 0 0 0,1 1-1 0 0,0-1 1 0 0,0 0 0 0 0,-1 1 0 0 0,1-1 0 0 0,0 3 0 0 0,11 44-379 0 0,-10-36 353 0 0,23 86-208 0 0,-16-69 99 0 0,-1 1 0 0 0,-2 0 0 0 0,-1 0 1 0 0,-1 0-1 0 0,-1 1 0 0 0,-2 37 0 0 0,-2-54 144 0 0,-6 55-28 0 0,3 0 1 0 0,11 129 0 0 0,0-95 30 0 0,-6-64 0 0 0,11 63 0 0 0,0-23-80 0 0,-10-53 35 0 0,2-1 0 0 0,1 0 0 0 0,1 1 0 0 0,10 26 1 0 0,13 38-131 0 0,60 193-115 0 0,-62-191 183 0 0,33 100-218 0 0,-52-174 239 0 0,1 1-1 0 0,1-2 1 0 0,16 23 0 0 0,5 9-73 0 0,46 105-500 0 0,-69-138 566 0 0,0 0 0 0 0,1-1-1 0 0,20 25 1 0 0,-25-34 94 0 0,0 0 0 0 0,-1 1-1 0 0,1-1 1 0 0,2 10 0 0 0,-4-11-9 0 0,0-1-1 0 0,0 1 1 0 0,0-1 0 0 0,0 1-1 0 0,1-1 1 0 0,0 0 0 0 0,0 0-1 0 0,0 0 1 0 0,0 0 0 0 0,1 0-1 0 0,4 3 1 0 0,7 3-504 0 0,0-1 1 0 0,21 8-1 0 0,7 5-85 0 0,-36-18 631 0 0,-2-1-122 0 0,0 0 0 0 0,0 0 0 0 0,0-1 0 0 0,0 0 0 0 0,11 3 0 0 0,-15-5 90 0 0,0 1 0 0 0,0-1 0 0 0,0 0 0 0 0,1 0 0 0 0,-1 0 0 0 0,0 0 0 0 0,0 0 0 0 0,0-1-1 0 0,0 1 1 0 0,1 0 0 0 0,-1 0 0 0 0,0-1 0 0 0,0 1 0 0 0,0-1 0 0 0,0 1 0 0 0,0-1 0 0 0,0 0 0 0 0,0 1 0 0 0,0-1 0 0 0,0 0-1 0 0,0 0 1 0 0,0 1 0 0 0,0-1 0 0 0,0 0 0 0 0,-1 0 0 0 0,1 0 0 0 0,0 0 0 0 0,-1 0 0 0 0,1 0 0 0 0,-1 0 0 0 0,1 0 0 0 0,-1-1-1 0 0,1-1 1 0 0,5-19 98 0 0,0 0-1 0 0,-2 0 0 0 0,0-1 1 0 0,0-28-1 0 0,0-1-18 0 0,10-174 155 0 0,-11 135 868 0 0,19-115 0 0 0,5-38 112 0 0,-8 49-1341 0 0,17 13 113 0 0,-1 2 0 0 0,-32 143 327 0 0,-2 1-1 0 0,-2-1 0 0 0,-8-63 1 0 0,-1-4 186 0 0,7-499 605 0 0,30 402-648 0 0,-5 57-161 0 0,-19 103-206 0 0,-4-56 0 0 0,-1 63-53 0 0,2 0 0 0 0,7-62 0 0 0,41-222-20 0 0,-45 299 102 0 0,1 1-1 0 0,12-35 0 0 0,-3 13-18 0 0,-6-1-204 0 0,-7 33 79 0 0,1 0 0 0 0,1 0 0 0 0,-1 0 0 0 0,2 1-1 0 0,3-12 1 0 0,28-69 360 0 0,-31 82-275 0 0,-1 0-1 0 0,0-1 0 0 0,0 1 1 0 0,0-1-1 0 0,-1 1 1 0 0,1-8-1 0 0,-2 13 15 0 0,8 21-270 0 0,22 56-528 0 0,-19-52 702 0 0,-2 0 0 0 0,-1 0 0 0 0,8 36 0 0 0,2 76-107 0 0,10 49 32 0 0,-13-101 17 0 0,5 119-1 0 0,-14-124 36 0 0,-1-44-20 0 0,17 63 0 0 0,1 4 64 0 0,24 116-19 0 0,-24-119 60 0 0,-5 14-32 0 0,0 5-21 0 0,34 161 12 0 0,-12-55 0 0 0,-21-123 0 0 0,16 70 0 0 0,5 23 25 0 0,-27-117-5 0 0,33 106-1 0 0,-9-81 31 0 0,-17-49 3 0 0,-2 1 0 0 0,12 59-1 0 0,-25-96-18 0 0,0 0 1 0 0,1-1-1 0 0,1 0 0 0 0,0 0 0 0 0,10 15 1 0 0,17 37-73 0 0,-13-20 99 0 0,3-1 0 0 0,1-1 0 0 0,3-1-1 0 0,57 72 1 0 0,-54-82 108 0 0,1-1 0 0 0,73 59 0 0 0,-96-86-103 0 0,2 0 1 0 0,-1 0-1 0 0,1-1 1 0 0,0-1-1 0 0,0 0 1 0 0,1 0-1 0 0,0-1 0 0 0,-1 0 1 0 0,1-1-1 0 0,20 2 1 0 0,25 9-28 0 0,-44-10-30 0 0,-1 0 0 0 0,1-1 0 0 0,23 2-1 0 0,217 8 321 0 0,-149-9-292 0 0,-49-3 8 0 0,74 11 1 0 0,-113-11-92 0 0,0-1 1 0 0,0 0-1 0 0,0-1 1 0 0,0-1-1 0 0,-1 0 1 0 0,1-1-1 0 0,21-7 1 0 0,-12 3-57 0 0,43-5-1 0 0,-1 2-3077 0 0</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34.147"/>
    </inkml:context>
    <inkml:brush xml:id="br0">
      <inkml:brushProperty name="width" value="0.1" units="cm"/>
      <inkml:brushProperty name="height" value="0.1" units="cm"/>
    </inkml:brush>
  </inkml:definitions>
  <inkml:trace contextRef="#ctx0" brushRef="#br0">103 1484 5985 0 0,'15'-31'6010'0'0,"-14"27"-5648"0"0,-1 1 0 0 0,0-1 0 0 0,0 0 0 0 0,0 1 0 0 0,0-1 0 0 0,-1 0 0 0 0,1 1 0 0 0,-2-5 0 0 0,1 4-100 0 0,0 0-1 0 0,0 0 1 0 0,1-1 0 0 0,-1 1 0 0 0,1 0-1 0 0,1-8 1 0 0,2-23 736 0 0,-1 0 1 0 0,-2 0-1 0 0,-1 0 0 0 0,-11-62 0 0 0,5 44-401 0 0,0-54-1 0 0,7-7-402 0 0,-12-359 196 0 0,5 424-344 0 0,-2 1 1 0 0,-16-52-1 0 0,-12-62-1089 0 0,36 127-3221 0 0</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34.781"/>
    </inkml:context>
    <inkml:brush xml:id="br0">
      <inkml:brushProperty name="width" value="0.1" units="cm"/>
      <inkml:brushProperty name="height" value="0.1" units="cm"/>
    </inkml:brush>
  </inkml:definitions>
  <inkml:trace contextRef="#ctx0" brushRef="#br0">2943 104 3681 0 0,'0'-3'303'0'0,"0"-1"-1"0"0,0 1 1 0 0,0-1 0 0 0,0 1 0 0 0,1-1-1 0 0,-1 1 1 0 0,1 0 0 0 0,0-1 0 0 0,0 1-1 0 0,3-6 1 0 0,-3 7 145 0 0,0 0 1 0 0,0 0-1 0 0,0 0 0 0 0,0 0 1 0 0,-1 0-1 0 0,1 0 0 0 0,-1 0 1 0 0,1 0-1 0 0,-1-1 1 0 0,0 1-1 0 0,0 0 0 0 0,0 0 1 0 0,0 0-1 0 0,0-1 0 0 0,0 1 1 0 0,-1 0-1 0 0,1 0 0 0 0,-1 0 1 0 0,0-3-1 0 0,-1 3-309 0 0,0 1-1 0 0,1-1 1 0 0,-1 1 0 0 0,0 0-1 0 0,0 0 1 0 0,1-1 0 0 0,-1 1 0 0 0,0 1-1 0 0,0-1 1 0 0,0 0 0 0 0,-1 0-1 0 0,1 1 1 0 0,0-1 0 0 0,0 1-1 0 0,0 0 1 0 0,0-1 0 0 0,0 1-1 0 0,-1 0 1 0 0,-1 1 0 0 0,-48 5-248 0 0,37-3 526 0 0,-163 25-759 0 0,-230 30 529 0 0,122-38 145 0 0,-1-13 0 0 0,-296-30-1 0 0,299 11 763 0 0,-421 34 1 0 0,685-20-1275 0 0,0-2 0 0 0,-21-2 1 0 0,8-4-6881 0 0</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36.984"/>
    </inkml:context>
    <inkml:brush xml:id="br0">
      <inkml:brushProperty name="width" value="0.1" units="cm"/>
      <inkml:brushProperty name="height" value="0.1" units="cm"/>
    </inkml:brush>
  </inkml:definitions>
  <inkml:trace contextRef="#ctx0" brushRef="#br0">176 67 6913 0 0,'-11'-8'389'0'0,"0"0"-1"0"0,0 1 1 0 0,-1 0-1 0 0,0 1 0 0 0,0 0 1 0 0,-1 1-1 0 0,1 0 0 0 0,-1 1 1 0 0,-24-4-1 0 0,36 8-292 0 0,0-1 0 0 0,0 1 0 0 0,0 0 0 0 0,0-1 0 0 0,0 1 0 0 0,-1 0 0 0 0,1 0 0 0 0,0 0 0 0 0,0 0 1 0 0,0 0-1 0 0,0 0 0 0 0,0 0 0 0 0,-1 0 0 0 0,1 0 0 0 0,0 1 0 0 0,0-1 0 0 0,0 0 0 0 0,0 1 0 0 0,0-1 0 0 0,0 1 0 0 0,0-1 0 0 0,0 1 0 0 0,0 0 0 0 0,0-1 0 0 0,0 1 0 0 0,0 0 0 0 0,0 0 0 0 0,-1 1 1 0 0,2-1-65 0 0,0 0 0 0 0,0 0 0 0 0,1 0 1 0 0,-1 0-1 0 0,0 0 0 0 0,0 0 1 0 0,0 0-1 0 0,1 0 0 0 0,-1 0 1 0 0,1 0-1 0 0,-1 0 0 0 0,0-1 1 0 0,1 1-1 0 0,0 0 0 0 0,-1 0 0 0 0,1 0 1 0 0,0 0-1 0 0,-1-1 0 0 0,1 1 1 0 0,0 0-1 0 0,0-1 0 0 0,-1 1 1 0 0,1 0-1 0 0,0-1 0 0 0,0 1 1 0 0,0-1-1 0 0,0 1 0 0 0,0-1 1 0 0,0 0-1 0 0,0 1 0 0 0,2-1 0 0 0,23 10 166 0 0,0-1-1 0 0,1-1 0 0 0,0-1 1 0 0,31 3-1 0 0,116 6 591 0 0,-81-9-607 0 0,405 13 622 0 0,-247-14-462 0 0,-60 0-70 0 0,241 11 370 0 0,107 26 47 0 0,-236-29-601 0 0,-124-8 162 0 0,31-3 186 0 0,83 6-1925 0 0,-276-8 546 0 0,0-1 0 0 0,1 0-1 0 0,-1-1 1 0 0,20-3 0 0 0,-28 2-199 0 0,-1 0 0 0 0,1 0 0 0 0,0-1 0 0 0,-1 0 1 0 0,14-8-1 0 0,-18 8-759 0 0</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38.176"/>
    </inkml:context>
    <inkml:brush xml:id="br0">
      <inkml:brushProperty name="width" value="0.1" units="cm"/>
      <inkml:brushProperty name="height" value="0.1" units="cm"/>
    </inkml:brush>
  </inkml:definitions>
  <inkml:trace contextRef="#ctx0" brushRef="#br0">3089 0 6913 0 0,'-1'1'80'0'0,"1"-1"-1"0"0,-1 1 1 0 0,1-1-1 0 0,-1 0 1 0 0,1 1-1 0 0,-1-1 1 0 0,1 1-1 0 0,-1-1 0 0 0,1 1 1 0 0,-1 0-1 0 0,1-1 1 0 0,0 1-1 0 0,0-1 1 0 0,-1 1-1 0 0,1 0 1 0 0,0-1-1 0 0,0 1 0 0 0,-1-1 1 0 0,1 1-1 0 0,0 0 1 0 0,0-1-1 0 0,0 1 1 0 0,0 0-1 0 0,0-1 1 0 0,0 1-1 0 0,0 0 0 0 0,0-1 1 0 0,1 1-1 0 0,-1 0 1 0 0,0-1-1 0 0,0 1 1 0 0,0 0-1 0 0,1 0 1 0 0,6 29 2388 0 0,-7-28-2004 0 0,6 31 768 0 0,-1 0 1 0 0,-1 1 0 0 0,-2-1-1 0 0,-3 41 1 0 0,1 32-643 0 0,43 224-109 0 0,1 25-10 0 0,-40-246-297 0 0,13 215 146 0 0,10 244 93 0 0,-5-66-87 0 0,-15 231 147 0 0,-12-232-190 0 0,61 230 156 0 0,-46-656-400 0 0,81 561 404 0 0,-3 134 395 0 0,-40-155-1233 0 0,-40-542 161 0 0,30 338-396 0 0,-37-382 652 0 0,5 52-468 0 0,-5-72 239 0 0,1-1 1 0 0,0 0 0 0 0,0 0-1 0 0,0 0 1 0 0,1 0-1 0 0,0 0 1 0 0,6 9 0 0 0,6 1-625 0 0,-15-17 799 0 0,1-1 1 0 0,-1 1-1 0 0,1 0 0 0 0,-1-1 1 0 0,1 1-1 0 0,0-1 1 0 0,-1 1-1 0 0,1-1 0 0 0,0 1 1 0 0,-1-1-1 0 0,1 0 0 0 0,0 1 1 0 0,0-1-1 0 0,0 0 1 0 0,-1 1-1 0 0,1-1 0 0 0,0 0 1 0 0,0 0-1 0 0,0 0 1 0 0,-1 0-1 0 0,1 0 0 0 0,0 0 1 0 0,1 0-1 0 0,-3 0 89 0 0,0 0 1 0 0,0 0-1 0 0,0 0 0 0 0,0 0 1 0 0,0 0-1 0 0,0 0 0 0 0,0 0 1 0 0,0 0-1 0 0,0 0 0 0 0,0-1 1 0 0,0 1-1 0 0,0 0 0 0 0,0-1 1 0 0,0 1-1 0 0,-1-1 0 0 0,-20-6 712 0 0,-82 5-81 0 0,-199 24 1 0 0,6 0-705 0 0,-195-25-2060 0 0,344-5 810 0 0,-194-36 1 0 0,-270-41 2602 0 0,85 58 1253 0 0,410 30-2704 0 0,0 5-1 0 0,-171 34 0 0 0,273-39-62 0 0,-13 3-350 0 0,0 0 0 0 0,-48 1-1 0 0,69-7-18 0 0,-1 0-1 0 0,1 0 1 0 0,0-1-1 0 0,0 1 1 0 0,0-2 0 0 0,0 1-1 0 0,1-1 1 0 0,-1 0-1 0 0,0 0 1 0 0,1-1-1 0 0,-1 0 1 0 0,1 0-1 0 0,0-1 1 0 0,0 0-1 0 0,0 0 1 0 0,-7-6-1 0 0,-2-7-213 0 0</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39.031"/>
    </inkml:context>
    <inkml:brush xml:id="br0">
      <inkml:brushProperty name="width" value="0.1" units="cm"/>
      <inkml:brushProperty name="height" value="0.1" units="cm"/>
    </inkml:brush>
  </inkml:definitions>
  <inkml:trace contextRef="#ctx0" brushRef="#br0">15 1 9674 0 0,'11'18'372'0'0,"-2"0"0"0"0,0 0 0 0 0,-1 1-1 0 0,-1 0 1 0 0,-1 1 0 0 0,0 0 0 0 0,-1 0 0 0 0,-2 0 0 0 0,0 0-1 0 0,0 26 1 0 0,-2 28 364 0 0,-14 111-1 0 0,6-113-335 0 0,-56 1149 1305 0 0,61-648-968 0 0,2 179 742 0 0,6-331-1208 0 0,31 643 482 0 0,20 238 745 0 0,-45-839-1139 0 0,-14-76 209 0 0,-2-182-415 0 0,25 223-1 0 0,-18-389-753 0 0,9 51-56 0 0,-10-81-955 0 0,1 0-1 0 0,0 0 1 0 0,0 0-1 0 0,5 10 1 0 0</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39.622"/>
    </inkml:context>
    <inkml:brush xml:id="br0">
      <inkml:brushProperty name="width" value="0.1" units="cm"/>
      <inkml:brushProperty name="height" value="0.1" units="cm"/>
    </inkml:brush>
  </inkml:definitions>
  <inkml:trace contextRef="#ctx0" brushRef="#br0">240 53 9674 0 0,'0'-17'1313'0'0,"0"14"-749"0"0,0 1-1 0 0,1-1 0 0 0,-1 0 0 0 0,0 0 1 0 0,-1 1-1 0 0,1-1 0 0 0,0 0 0 0 0,-1 1 1 0 0,0-1-1 0 0,1 0 0 0 0,-3-2 0 0 0,3 5-460 0 0,-1 0 0 0 0,1 0 0 0 0,-1 0 0 0 0,1 0-1 0 0,-1 0 1 0 0,1 0 0 0 0,-1 1 0 0 0,1-1-1 0 0,-1 0 1 0 0,1 0 0 0 0,-1 1 0 0 0,1-1 0 0 0,-1 0-1 0 0,1 0 1 0 0,-1 1 0 0 0,1-1 0 0 0,-1 1-1 0 0,1-1 1 0 0,0 0 0 0 0,-1 1 0 0 0,1-1-1 0 0,0 1 1 0 0,-1-1 0 0 0,1 1 0 0 0,0-1 0 0 0,-1 2-1 0 0,-11 18 357 0 0,10-16-254 0 0,-26 48 14 0 0,3 1 1 0 0,1 1 0 0 0,-21 78 0 0 0,-27 178-778 0 0,70-301 415 0 0,-9 77-436 0 0,10-79 113 0 0,1-1-1 0 0,0 1 1 0 0,0 0 0 0 0,1 0 0 0 0,-1-1-1 0 0,2 1 1 0 0,-1 0 0 0 0,1-1 0 0 0,0 1 0 0 0,4 7-1 0 0,-2-8-1733 0 0</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39.888"/>
    </inkml:context>
    <inkml:brush xml:id="br0">
      <inkml:brushProperty name="width" value="0.1" units="cm"/>
      <inkml:brushProperty name="height" value="0.1" units="cm"/>
    </inkml:brush>
  </inkml:definitions>
  <inkml:trace contextRef="#ctx0" brushRef="#br0">0 64 2761 0 0,'13'-36'3481'0'0,"-13"34"-3002"0"0,1 0 0 0 0,-1 1 0 0 0,1-1 0 0 0,0 0 0 0 0,0 0 0 0 0,0 1 0 0 0,0-1 0 0 0,0 0 0 0 0,1 1 0 0 0,-1-1 0 0 0,0 1 0 0 0,1-1 0 0 0,-1 1 0 0 0,1 0-1 0 0,-1 0 1 0 0,3-2 0 0 0,-3 4-249 0 0,0-1 0 0 0,1 0 0 0 0,-1 1 1 0 0,0-1-1 0 0,1 0 0 0 0,-1 1 0 0 0,0 0 0 0 0,0-1 0 0 0,0 1 0 0 0,1 0 0 0 0,-1-1 0 0 0,0 1 0 0 0,0 0 0 0 0,0 0 0 0 0,0 0 0 0 0,0 0 0 0 0,-1 0 0 0 0,3 2 0 0 0,16 25 1082 0 0,-16-23-1033 0 0,12 19 243 0 0,-1 1-1 0 0,-2 0 1 0 0,15 41 0 0 0,19 86-254 0 0,-10-33-284 0 0,-25-84-97 0 0,36 94 220 0 0,-41-116-446 0 0,0-1 1 0 0,1 0-1 0 0,0 0 1 0 0,1 0-1 0 0,0-1 1 0 0,1 0-1 0 0,16 14 1 0 0,-23-22-4 0 0,1-1 0 0 0,0 0-1 0 0,-1 0 1 0 0,1-1 0 0 0,0 1 0 0 0,0 0 0 0 0,0-1 0 0 0,0 0 0 0 0,1 0-1 0 0,-1 0 1 0 0,6 1 0 0 0,-7-2-101 0 0,-1 0-1 0 0,1 0 1 0 0,0 0-1 0 0,0 0 1 0 0,0 0-1 0 0,0 0 1 0 0,0-1 0 0 0,0 1-1 0 0,0-1 1 0 0,0 0-1 0 0,0 1 1 0 0,0-1-1 0 0,-1 0 1 0 0,1 0-1 0 0,0 0 1 0 0,-1 0 0 0 0,1 0-1 0 0,-1 0 1 0 0,1-1-1 0 0,-1 1 1 0 0,2-2-1 0 0,2-3-328 0 0</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40.077"/>
    </inkml:context>
    <inkml:brush xml:id="br0">
      <inkml:brushProperty name="width" value="0.1" units="cm"/>
      <inkml:brushProperty name="height" value="0.1" units="cm"/>
    </inkml:brush>
  </inkml:definitions>
  <inkml:trace contextRef="#ctx0" brushRef="#br0">0 108 9674 0 0,'53'-6'5026'0'0,"-32"0"-4463"0"0,-1-1 0 0 0,34-17 0 0 0,37-27-7513 0 0,-68 37 4488 0 0</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40.539"/>
    </inkml:context>
    <inkml:brush xml:id="br0">
      <inkml:brushProperty name="width" value="0.1" units="cm"/>
      <inkml:brushProperty name="height" value="0.1" units="cm"/>
    </inkml:brush>
  </inkml:definitions>
  <inkml:trace contextRef="#ctx0" brushRef="#br0">1 98 1376 0 0,'-1'-1'16500'0'0,"12"7"-16235"0"0,-1 1 0 0 0,0 0 0 0 0,0 1 0 0 0,0 0 0 0 0,-1 0 0 0 0,-1 1 0 0 0,1 0 0 0 0,11 17 0 0 0,3 9 690 0 0,23 48 1 0 0,-45-81-955 0 0,2 3 23 0 0,-1 0 0 0 0,1 0 0 0 0,0-1 0 0 0,1 1 0 0 0,-1-1 0 0 0,1 0 0 0 0,-1 0 0 0 0,1 0 0 0 0,6 5 0 0 0,-15-49 560 0 0,1 19-600 0 0,1 0 0 0 0,1 0-1 0 0,1 0 1 0 0,1 0 0 0 0,5-39 0 0 0,-4 51-279 0 0,1 1 1 0 0,-1-1-1 0 0,2 0 1 0 0,-1 1-1 0 0,1-1 0 0 0,0 1 1 0 0,1 0-1 0 0,0 0 1 0 0,1 0-1 0 0,-1 1 0 0 0,1-1 1 0 0,1 1-1 0 0,-1 0 1 0 0,1 0-1 0 0,0 1 0 0 0,10-8 1 0 0,-1 5-1050 0 0</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41.108"/>
    </inkml:context>
    <inkml:brush xml:id="br0">
      <inkml:brushProperty name="width" value="0.1" units="cm"/>
      <inkml:brushProperty name="height" value="0.1" units="cm"/>
    </inkml:brush>
  </inkml:definitions>
  <inkml:trace contextRef="#ctx0" brushRef="#br0">356 571 2304 0 0,'0'0'8'0'0,"1"0"-1"0"0,0 0 1 0 0,-1 0-1 0 0,1 0 1 0 0,0 0-1 0 0,-1 0 1 0 0,1 0-1 0 0,0 0 1 0 0,-1 0-1 0 0,1 0 1 0 0,0 0-1 0 0,-1-1 1 0 0,1 1-1 0 0,0 0 1 0 0,-1 0-1 0 0,1-1 1 0 0,-1 1-1 0 0,1 0 1 0 0,-1-1-1 0 0,1 1 1 0 0,0 0-1 0 0,-1-1 1 0 0,1 1-1 0 0,-1-1 1 0 0,0 1-1 0 0,1-1 1 0 0,-1 0 47 0 0,0 0 1 0 0,0 0 0 0 0,0 0 0 0 0,0 1-1 0 0,0-1 1 0 0,0 0 0 0 0,0 1 0 0 0,-1-1-1 0 0,1 0 1 0 0,0 0 0 0 0,-1 1 0 0 0,1-1-1 0 0,0 0 1 0 0,-1 1 0 0 0,1-1 0 0 0,-1 1-1 0 0,1-1 1 0 0,-2 0 0 0 0,-27-24 2483 0 0,20 20-2093 0 0,0 0-1 0 0,-1 1 0 0 0,1 0 0 0 0,-1 1 0 0 0,0 0 1 0 0,0 0-1 0 0,0 1 0 0 0,0 0 0 0 0,0 1 1 0 0,0 0-1 0 0,0 1 0 0 0,-1 0 0 0 0,1 1 1 0 0,0 0-1 0 0,0 0 0 0 0,0 1 0 0 0,0 0 1 0 0,0 1-1 0 0,0 0 0 0 0,1 1 0 0 0,-1 0 1 0 0,1 0-1 0 0,0 1 0 0 0,0 0 0 0 0,1 1 0 0 0,-1 0 1 0 0,-7 7-1 0 0,15-12-412 0 0,-9 8 277 0 0,1-1 0 0 0,1 1 0 0 0,-9 11 0 0 0,15-18-298 0 0,1 0 0 0 0,0 0 0 0 0,-1 0 0 0 0,1 0 0 0 0,0 0 0 0 0,0 0 0 0 0,0 1 0 0 0,0-1 0 0 0,0 0 0 0 0,0 0 0 0 0,1 1 0 0 0,-1-1 0 0 0,1 1 0 0 0,0-1 0 0 0,-1 1 0 0 0,1-1 0 0 0,0 0 0 0 0,1 1 0 0 0,-1-1 0 0 0,0 1 1 0 0,1-1-1 0 0,-1 1 0 0 0,2 2 0 0 0,-1-4-54 0 0,-1 1 1 0 0,1-1 0 0 0,0 0-1 0 0,0 0 1 0 0,0 1-1 0 0,0-1 1 0 0,0 0 0 0 0,0 0-1 0 0,0 0 1 0 0,0 0 0 0 0,0 0-1 0 0,0 0 1 0 0,0 0 0 0 0,1-1-1 0 0,-1 1 1 0 0,0 0 0 0 0,1-1-1 0 0,-1 1 1 0 0,1-1-1 0 0,-1 1 1 0 0,3-1 0 0 0,-1 1-30 0 0,0-1 0 0 0,0 0 1 0 0,0-1-1 0 0,0 1 0 0 0,0-1 0 0 0,0 1 1 0 0,-1-1-1 0 0,1 0 0 0 0,0 0 0 0 0,4-2 1 0 0,1-1-74 0 0,1-1 1 0 0,-1 0 0 0 0,0-1 0 0 0,0 0 0 0 0,11-11-1 0 0,-8 5-47 0 0,-1 0 0 0 0,0-1 0 0 0,-1 0-1 0 0,-1-1 1 0 0,0 0 0 0 0,-1-1 0 0 0,0 1-1 0 0,-2-1 1 0 0,1-1 0 0 0,-2 1-1 0 0,5-24 1 0 0,-2-9 349 0 0,-2 0-1 0 0,-1-74 0 0 0,-4 100 383 0 0,-1 0 0 0 0,-1 0 0 0 0,-1 1 0 0 0,-1-1 0 0 0,-1 1 0 0 0,-1 0 0 0 0,0 0 0 0 0,-12-25 0 0 0,20 55-187 0 0,0 1-1 0 0,-1-1 1 0 0,0 0-1 0 0,0 16 1 0 0,2 8-214 0 0,8 51 168 0 0,5 0 1 0 0,3-2-1 0 0,3 0 1 0 0,52 121-1 0 0,-63-177-406 0 0,-5-10-808 0 0,1-1 0 0 0,17 29 0 0 0</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58.516"/>
    </inkml:context>
    <inkml:brush xml:id="br0">
      <inkml:brushProperty name="width" value="0.1" units="cm"/>
      <inkml:brushProperty name="height" value="0.1" units="cm"/>
    </inkml:brush>
  </inkml:definitions>
  <inkml:trace contextRef="#ctx0" brushRef="#br0">1 1 9218 0 0,'0'0'1036'0'0,"0"22"1957"0"0,12 105 135 0 0,33 139 1 0 0,-6-45-3301 0 0,-37-208-425 0 0,4 24-859 0 0,-1-13-3830 0 0,-1-12 102 0 0</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58.840"/>
    </inkml:context>
    <inkml:brush xml:id="br0">
      <inkml:brushProperty name="width" value="0.1" units="cm"/>
      <inkml:brushProperty name="height" value="0.1" units="cm"/>
    </inkml:brush>
  </inkml:definitions>
  <inkml:trace contextRef="#ctx0" brushRef="#br0">1 179 6449 0 0,'0'-3'75'0'0,"-1"-1"-1"0"0,1 0 0 0 0,0 1 0 0 0,1-1 0 0 0,-1 0 1 0 0,1 1-1 0 0,-1-1 0 0 0,1 0 0 0 0,0 1 1 0 0,0-1-1 0 0,1 1 0 0 0,-1-1 0 0 0,3-2 0 0 0,1-2 131 0 0,1 0-1 0 0,0 1 0 0 0,1 0 1 0 0,7-6-1 0 0,-5 4 304 0 0,0 1 0 0 0,1 0 0 0 0,0 1-1 0 0,1 0 1 0 0,0 0 0 0 0,0 1 0 0 0,0 1 0 0 0,1 0 0 0 0,0 0 0 0 0,0 1 0 0 0,0 1 0 0 0,19-4 0 0 0,-23 6-362 0 0,0 1-1 0 0,0-1 1 0 0,0 2 0 0 0,0-1 0 0 0,0 1 0 0 0,0 0 0 0 0,-1 0 0 0 0,1 1 0 0 0,0 0 0 0 0,-1 1 0 0 0,1 0-1 0 0,-1 0 1 0 0,0 0 0 0 0,0 1 0 0 0,0 0 0 0 0,-1 1 0 0 0,1-1 0 0 0,-1 1 0 0 0,0 0 0 0 0,0 1 0 0 0,5 6 0 0 0,-4-3-76 0 0,0 0 0 0 0,0 0 1 0 0,-1 1-1 0 0,0 0 0 0 0,-1 0 1 0 0,0 1-1 0 0,-1-1 0 0 0,0 1 1 0 0,0 0-1 0 0,2 17 1 0 0,-3-11-62 0 0,-2 0 1 0 0,0 0 0 0 0,-1 0 0 0 0,0 0 0 0 0,-1 0 0 0 0,-6 26 0 0 0,0-12-5 0 0,-2 0 0 0 0,-2-1 0 0 0,0 0 0 0 0,-2 0 0 0 0,-1-1 1 0 0,-1-1-1 0 0,-21 29 0 0 0,16-29 223 0 0,-35 38-1 0 0,44-55-266 0 0,0 0-1 0 0,0-1 1 0 0,-1-1-1 0 0,-1 1 1 0 0,-23 12-1 0 0,35-21-74 0 0,0 0-1 0 0,-1-1 0 0 0,1 1 0 0 0,0-1 0 0 0,0 1 0 0 0,-1-1 0 0 0,1 1 0 0 0,0-1 0 0 0,-1 0 0 0 0,1 0 0 0 0,0 1 0 0 0,-1-1 0 0 0,1 0 1 0 0,0 0-1 0 0,-1-1 0 0 0,-2 1 0 0 0,0-3-1442 0 0</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59.022"/>
    </inkml:context>
    <inkml:brush xml:id="br0">
      <inkml:brushProperty name="width" value="0.1" units="cm"/>
      <inkml:brushProperty name="height" value="0.1" units="cm"/>
    </inkml:brush>
  </inkml:definitions>
  <inkml:trace contextRef="#ctx0" brushRef="#br0">1 0 8290 0 0,'4'4'313'0'0,"1"1"0"0"0,-1-1-1 0 0,0 1 1 0 0,-1 0 0 0 0,1 0 0 0 0,-1 1 0 0 0,0-1 0 0 0,0 1 0 0 0,-1-1 0 0 0,1 1 0 0 0,2 11 0 0 0,1 8 1511 0 0,5 34 0 0 0,-8-38-816 0 0,-1 0 1 0 0,-2 0-1 0 0,-2 37 1 0 0,-12 22-1333 0 0,11-73-803 0 0</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59.195"/>
    </inkml:context>
    <inkml:brush xml:id="br0">
      <inkml:brushProperty name="width" value="0.1" units="cm"/>
      <inkml:brushProperty name="height" value="0.1" units="cm"/>
    </inkml:brush>
  </inkml:definitions>
  <inkml:trace contextRef="#ctx0" brushRef="#br0">32 14 9218 0 0,'0'-3'816'0'0,"0"-1"696"0"0,-2-1-31 0 0,0 4-1025 0 0,-2 2-56 0 0,-1 4 368 0 0,-8 19-2616 0 0,10-9 760 0 0,0-1-17 0 0,5 1 857 0 0</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59.657"/>
    </inkml:context>
    <inkml:brush xml:id="br0">
      <inkml:brushProperty name="width" value="0.1" units="cm"/>
      <inkml:brushProperty name="height" value="0.1" units="cm"/>
    </inkml:brush>
  </inkml:definitions>
  <inkml:trace contextRef="#ctx0" brushRef="#br0">236 0 3681 0 0,'-10'1'520'0'0,"1"0"0"0"0,-1 1 0 0 0,1 0 0 0 0,-1 0 0 0 0,1 1 0 0 0,0 1 0 0 0,0-1 1 0 0,0 1-1 0 0,1 1 0 0 0,-11 6 0 0 0,-3 3 786 0 0,0 2 1 0 0,-28 27 0 0 0,47-40-1089 0 0,0-1-25 0 0,0 1 0 0 0,0-1-1 0 0,1 1 1 0 0,-1-1 0 0 0,1 1 0 0 0,-1 0 0 0 0,1 0 0 0 0,0 0 0 0 0,-3 6 0 0 0,9-9-234 0 0,0-1 0 0 0,-1 1 0 0 0,1-1 0 0 0,-1 0 0 0 0,1 0 0 0 0,-1-1 0 0 0,1 1 0 0 0,4-4 1 0 0,36-20-144 0 0,-26 13 232 0 0,0 2 1 0 0,25-12-1 0 0,-38 21 35 0 0,-1-1 0 0 0,1 0 0 0 0,0 1 0 0 0,-1 0-1 0 0,1 0 1 0 0,0 0 0 0 0,0 1 0 0 0,0-1 0 0 0,-1 1 0 0 0,1 0-1 0 0,0 1 1 0 0,0-1 0 0 0,0 1 0 0 0,0 0 0 0 0,5 2-1 0 0,-8-2 10 0 0,0 1-1 0 0,1-1 0 0 0,-1 1 0 0 0,0 0 1 0 0,0-1-1 0 0,0 1 0 0 0,0 0 0 0 0,0 0 1 0 0,-1 1-1 0 0,1-1 0 0 0,-1 0 0 0 0,1 0 1 0 0,-1 1-1 0 0,0-1 0 0 0,0 1 0 0 0,0-1 1 0 0,0 1-1 0 0,0 0 0 0 0,-1-1 0 0 0,1 1 1 0 0,-1 0-1 0 0,1-1 0 0 0,-1 1 0 0 0,0 0 0 0 0,0 0 1 0 0,-1 3-1 0 0,0 10 379 0 0,0 0 0 0 0,-2 0-1 0 0,-4 16 1 0 0,7-30-433 0 0,-5 19 190 0 0,-1 0 1 0 0,0 0-1 0 0,-13 25 0 0 0,15-38-216 0 0,0-1 0 0 0,0 0 0 0 0,0 0 0 0 0,-1 0 1 0 0,0-1-1 0 0,0 0 0 0 0,-1 0 0 0 0,0 0 0 0 0,0-1 0 0 0,0 1 0 0 0,0-1 1 0 0,-9 4-1 0 0,13-8-36 0 0,1 1 1 0 0,0-1-1 0 0,-1-1 1 0 0,1 1-1 0 0,-1 0 1 0 0,0 0-1 0 0,1-1 1 0 0,-1 1-1 0 0,1 0 1 0 0,-1-1-1 0 0,0 0 1 0 0,0 1-1 0 0,1-1 0 0 0,-1 0 1 0 0,0 0-1 0 0,0 0 1 0 0,1 0-1 0 0,-1 0 1 0 0,0-1-1 0 0,0 1 1 0 0,1 0-1 0 0,-1-1 1 0 0,0 1-1 0 0,1-1 1 0 0,-1 0-1 0 0,1 1 1 0 0,-1-1-1 0 0,1 0 1 0 0,-1 0-1 0 0,1 0 1 0 0,-1 0-1 0 0,1 0 1 0 0,0-1-1 0 0,-1 1 1 0 0,1 0-1 0 0,0 0 1 0 0,0-1-1 0 0,-1-2 1 0 0,0 1-140 0 0,1 0 1 0 0,0-1 0 0 0,0 1-1 0 0,0 0 1 0 0,1-1 0 0 0,-1 1-1 0 0,1-1 1 0 0,0 1 0 0 0,0-1-1 0 0,0 1 1 0 0,0-1 0 0 0,1 0-1 0 0,-1 1 1 0 0,1 0-1 0 0,0-1 1 0 0,0 1 0 0 0,0-1-1 0 0,3-4 1 0 0,11-19-1465 0 0,-4 9-2740 0 0,2 2-716 0 0</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00.020"/>
    </inkml:context>
    <inkml:brush xml:id="br0">
      <inkml:brushProperty name="width" value="0.1" units="cm"/>
      <inkml:brushProperty name="height" value="0.1" units="cm"/>
    </inkml:brush>
  </inkml:definitions>
  <inkml:trace contextRef="#ctx0" brushRef="#br0">1 1 9218 0 0,'1'0'212'0'0,"0"1"0"0"0,0 0 1 0 0,0-1-1 0 0,-1 1 0 0 0,1 0 0 0 0,0 0 0 0 0,0 0 1 0 0,-1 0-1 0 0,1 0 0 0 0,0 0 0 0 0,-1 0 0 0 0,1 0 1 0 0,-1 0-1 0 0,1 0 0 0 0,-1 0 0 0 0,0 0 0 0 0,0 1 0 0 0,1-1 1 0 0,-1 0-1 0 0,0 0 0 0 0,0 0 0 0 0,0 0 0 0 0,0 0 1 0 0,0 1-1 0 0,-1 1 0 0 0,2-1 352 0 0,3 115 5923 0 0,-3-37-6482 0 0,8-1-3669 0 0</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00.178"/>
    </inkml:context>
    <inkml:brush xml:id="br0">
      <inkml:brushProperty name="width" value="0.1" units="cm"/>
      <inkml:brushProperty name="height" value="0.1" units="cm"/>
    </inkml:brush>
  </inkml:definitions>
  <inkml:trace contextRef="#ctx0" brushRef="#br0">3 0 4145 0 0,'-1'10'368'0'0,"0"-5"-296"0"0,1 1-72 0 0,0-1 0 0 0,0 0 0 0 0,0-1 0 0 0,1 2 0 0 0,-1 4 0 0 0,0 6 0 0 0,0 6 0 0 0,1 1 0 0 0,1 1 0 0 0</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00.448"/>
    </inkml:context>
    <inkml:brush xml:id="br0">
      <inkml:brushProperty name="width" value="0.1" units="cm"/>
      <inkml:brushProperty name="height" value="0.1" units="cm"/>
    </inkml:brush>
  </inkml:definitions>
  <inkml:trace contextRef="#ctx0" brushRef="#br0">1 7 12443 0 0,'0'0'104'0'0,"0"0"-52"0"0,0 0 0 0 0,0 0 0 0 0,0 0 1 0 0,0-1-1 0 0,0 1 0 0 0,0 0 0 0 0,-1 0 0 0 0,1 0 0 0 0,0 0 1 0 0,0 0-1 0 0,0-1 0 0 0,0 1 0 0 0,0 0 0 0 0,0 0 0 0 0,0 0 1 0 0,0 0-1 0 0,0-1 0 0 0,0 1 0 0 0,0 0 0 0 0,0 0 0 0 0,0 0 0 0 0,0 0 1 0 0,0-1-1 0 0,0 1 0 0 0,0 0 0 0 0,0 0 0 0 0,0 0 0 0 0,1 0 1 0 0,-1 0-1 0 0,0-1 0 0 0,0 1 0 0 0,0 0 0 0 0,0 0 0 0 0,0 0 53 0 0,0 0-53 0 0,0 0 0 0 0,1-1 0 0 0,-1 1 0 0 0,0 0 1 0 0,0 0-1 0 0,0 0 0 0 0,0 0 0 0 0,0 0 0 0 0,1 0 0 0 0,-1 0 0 0 0,0 0 1 0 0,0 0-1 0 0,0 0 0 0 0,0 0 0 0 0,1 0 0 0 0,-1 0 0 0 0,0 0 1 0 0,0 0-1 0 0,0 0 0 0 0,0 0 0 0 0,1 0 0 0 0,-1 0 0 0 0,0 0 1 0 0,0 0-1 0 0,0 0 0 0 0,0 0 0 0 0,1 0 0 0 0,8 14 1873 0 0,8 22 125 0 0,-11-11-1376 0 0,0 0-1 0 0,-2 1 1 0 0,-1-1-1 0 0,0 41 0 0 0,-2-40-843 0 0,0 1 0 0 0,2-1-1 0 0,1 0 1 0 0,8 32-1 0 0,7 3-6243 0 0,-19-57 6360 0 0,-2-3 54 0 0</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00.847"/>
    </inkml:context>
    <inkml:brush xml:id="br0">
      <inkml:brushProperty name="width" value="0.1" units="cm"/>
      <inkml:brushProperty name="height" value="0.1" units="cm"/>
    </inkml:brush>
  </inkml:definitions>
  <inkml:trace contextRef="#ctx0" brushRef="#br0">9 127 4145 0 0,'-1'0'24'0'0,"0"-1"-1"0"0,0 1 1 0 0,1-1 0 0 0,-1 0 0 0 0,1 0 0 0 0,-1 1-1 0 0,1-1 1 0 0,-1 0 0 0 0,1 0 0 0 0,-1 0 0 0 0,1 0-1 0 0,0 0 1 0 0,-1 1 0 0 0,1-1 0 0 0,0 0-1 0 0,0 0 1 0 0,0 0 0 0 0,-1 0 0 0 0,1 0 0 0 0,0 0-1 0 0,1 0 1 0 0,-1 0 0 0 0,0 0 0 0 0,0 0 0 0 0,1-1-1 0 0,0-1 67 0 0,0 2 0 0 0,0-1-1 0 0,0 0 1 0 0,0 0-1 0 0,1 0 1 0 0,-1 0 0 0 0,1 1-1 0 0,-1-1 1 0 0,1 1-1 0 0,3-3 1 0 0,5-2 370 0 0,-1 0 0 0 0,1 0-1 0 0,15-5 1 0 0,5 0-48 0 0,1 1 0 0 0,-1 1 1 0 0,2 2-1 0 0,-1 1 0 0 0,0 2 0 0 0,1 0 0 0 0,0 3 0 0 0,0 0 0 0 0,33 5 0 0 0,-41 3-353 0 0,-24-7-55 0 0,1 0 0 0 0,-1 1 0 0 0,0-1 0 0 0,0 0 0 0 0,1 0 0 0 0,-1 1 0 0 0,0-1 0 0 0,0 0 0 0 0,0 1 0 0 0,1-1 1 0 0,-1 0-1 0 0,0 0 0 0 0,0 1 0 0 0,0-1 0 0 0,0 1 0 0 0,0-1 0 0 0,0 0 0 0 0,0 1 0 0 0,0-1 0 0 0,0 0 1 0 0,1 1-1 0 0,-2-1 0 0 0,1 0 0 0 0,0 1 0 0 0,0-1 0 0 0,0 0 0 0 0,0 1 0 0 0,0-1 0 0 0,0 0 0 0 0,0 1 0 0 0,0-1 1 0 0,-1 1-1 0 0,-2 3 125 0 0,0-1 0 0 0,0 1 0 0 0,0-1 0 0 0,-1 1 0 0 0,1-1 0 0 0,-8 4 0 0 0,8-5-11 0 0,-37 31 1898 0 0,-40 43 0 0 0,78-75-1989 0 0,1 0 0 0 0,0 0 0 0 0,0 0 0 0 0,0 1 0 0 0,0-1 0 0 0,0 0 0 0 0,0 1 0 0 0,0-1 0 0 0,0 1 0 0 0,1-1 1 0 0,-1 1-1 0 0,0-1 0 0 0,1 1 0 0 0,-1 2 0 0 0,1-4-33 0 0,0 1 1 0 0,0 0-1 0 0,0-1 1 0 0,0 1-1 0 0,0 0 0 0 0,1-1 1 0 0,-1 1-1 0 0,0-1 1 0 0,0 1-1 0 0,0 0 0 0 0,1-1 1 0 0,-1 1-1 0 0,0-1 1 0 0,1 1-1 0 0,-1-1 0 0 0,1 1 1 0 0,-1-1-1 0 0,0 1 1 0 0,1-1-1 0 0,-1 1 1 0 0,1-1-1 0 0,-1 0 0 0 0,1 1 1 0 0,0-1-1 0 0,0 1 1 0 0,1 0-22 0 0,1-1 0 0 0,0 1 0 0 0,0 0 0 0 0,-1-1 0 0 0,1 1 0 0 0,0-1 0 0 0,0 0 0 0 0,0 0 0 0 0,0 0 0 0 0,-1 0 0 0 0,1 0 0 0 0,0-1 0 0 0,0 1 0 0 0,5-2 0 0 0,18-8 432 0 0,-11 4-131 0 0,0 1 0 0 0,-1 1-1 0 0,1 0 1 0 0,1 1-1 0 0,19-2 1 0 0,-31 5-231 0 0,0 0 1 0 0,0 1-1 0 0,0-1 1 0 0,0 1-1 0 0,0-1 0 0 0,0 1 1 0 0,0 0-1 0 0,0 1 0 0 0,0-1 1 0 0,-1 1-1 0 0,1-1 1 0 0,0 1-1 0 0,-1 0 0 0 0,0 1 1 0 0,1-1-1 0 0,-1 1 1 0 0,0-1-1 0 0,0 1 0 0 0,0 0 1 0 0,-1 0-1 0 0,1 0 0 0 0,-1 0 1 0 0,1 1-1 0 0,-1-1 1 0 0,2 5-1 0 0,4 7-51 0 0,-1 0-889 0 0</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01.045"/>
    </inkml:context>
    <inkml:brush xml:id="br0">
      <inkml:brushProperty name="width" value="0.1" units="cm"/>
      <inkml:brushProperty name="height" value="0.1" units="cm"/>
    </inkml:brush>
  </inkml:definitions>
  <inkml:trace contextRef="#ctx0" brushRef="#br0">8 37 9218 0 0,'-5'-36'5810'0'0,"3"54"-2577"0"0,2-4-2509 0 0,0 1 0 0 0,2-1 0 0 0,-1 0 0 0 0,2 0-1 0 0,6 22 1 0 0,29 71-396 0 0,-13-42-39 0 0,51 203-2076 0 0,-67-231-5900 0 0</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01.730"/>
    </inkml:context>
    <inkml:brush xml:id="br0">
      <inkml:brushProperty name="width" value="0.1" units="cm"/>
      <inkml:brushProperty name="height" value="0.1" units="cm"/>
    </inkml:brush>
  </inkml:definitions>
  <inkml:trace contextRef="#ctx0" brushRef="#br0">205 112 4145 0 0,'0'-2'258'0'0,"0"0"0"0"0,0 1 0 0 0,0-1 1 0 0,0 0-1 0 0,0 0 0 0 0,0 0 0 0 0,-1 0 0 0 0,1 0 1 0 0,-1 0-1 0 0,1 0 0 0 0,-1 1 0 0 0,0-1 0 0 0,1 0 0 0 0,-1 0 1 0 0,0 1-1 0 0,0-1 0 0 0,0 1 0 0 0,-1-1 0 0 0,1 1 1 0 0,0-1-1 0 0,-1 1 0 0 0,1 0 0 0 0,0-1 0 0 0,-1 1 0 0 0,0 0 1 0 0,1 0-1 0 0,-1 0 0 0 0,0 0 0 0 0,1 0 0 0 0,-1 1 1 0 0,0-1-1 0 0,-3 0 0 0 0,1 0 50 0 0,1 1 0 0 0,0 0 0 0 0,-1 0 0 0 0,1 1 0 0 0,0-1 0 0 0,-1 1 0 0 0,1-1 0 0 0,0 1 0 0 0,-1 0 0 0 0,1 1 0 0 0,0-1 0 0 0,0 0 0 0 0,0 1 0 0 0,0 0 0 0 0,0-1 0 0 0,0 1 0 0 0,1 0 0 0 0,-4 3 0 0 0,-5 6-106 0 0,1 1-1 0 0,0 0 1 0 0,1 0-1 0 0,0 1 0 0 0,1 0 1 0 0,0 0-1 0 0,1 1 1 0 0,1 0-1 0 0,0 1 1 0 0,1-1-1 0 0,0 1 1 0 0,1 0-1 0 0,1 0 0 0 0,1 0 1 0 0,0 1-1 0 0,1-1 1 0 0,0 21-1 0 0,2-25-211 0 0,0-1 0 0 0,0 1 0 0 0,1-1 0 0 0,1 1 1 0 0,0-1-1 0 0,0 0 0 0 0,1 0 0 0 0,0 0 0 0 0,0 0 0 0 0,1-1 0 0 0,8 12 0 0 0,-7-13 8 0 0,0-1 0 0 0,0-1 0 0 0,1 1 0 0 0,-1-1 0 0 0,2 0 1 0 0,-1-1-1 0 0,0 0 0 0 0,1 0 0 0 0,0 0 0 0 0,0-1 0 0 0,1 0 0 0 0,-1-1 0 0 0,1 0 0 0 0,14 3 0 0 0,-16-4-20 0 0,-1-1 0 0 0,1 0 0 0 0,0 0-1 0 0,-1 0 1 0 0,1-1 0 0 0,0 0 0 0 0,0-1-1 0 0,-1 1 1 0 0,1-1 0 0 0,0-1 0 0 0,-1 1-1 0 0,1-1 1 0 0,-1 0 0 0 0,1-1 0 0 0,-1 0-1 0 0,0 0 1 0 0,0 0 0 0 0,0 0 0 0 0,-1-1-1 0 0,1 0 1 0 0,-1 0 0 0 0,0-1 0 0 0,0 1-1 0 0,0-1 1 0 0,0 0 0 0 0,-1-1 0 0 0,6-8-1 0 0,-3 2 63 0 0,0-1 0 0 0,0 0 0 0 0,-2-1 0 0 0,1 1 0 0 0,-2-1 1 0 0,0 0-1 0 0,0 0 0 0 0,-2 0 0 0 0,1-1 0 0 0,-2 1 0 0 0,0-29 0 0 0,-2 17 29 0 0,-2 0 1 0 0,0 0 0 0 0,-2 1 0 0 0,-12-38-1 0 0,15 54-178 0 0,-1 0-1 0 0,-1 1 0 0 0,1-1 0 0 0,-1 1 0 0 0,-1 0 1 0 0,0 0-1 0 0,0 1 0 0 0,0-1 0 0 0,-1 1 1 0 0,0 0-1 0 0,-1 1 0 0 0,1-1 0 0 0,-1 1 0 0 0,0 0 1 0 0,-1 1-1 0 0,-8-5 0 0 0,-2 3-1917 0 0,-1 3-4679 0 0</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02.473"/>
    </inkml:context>
    <inkml:brush xml:id="br0">
      <inkml:brushProperty name="width" value="0.1" units="cm"/>
      <inkml:brushProperty name="height" value="0.1" units="cm"/>
    </inkml:brush>
  </inkml:definitions>
  <inkml:trace contextRef="#ctx0" brushRef="#br0">110 62 11522 0 0,'-4'1'237'0'0,"0"-1"0"0"0,0 1 0 0 0,0 0 0 0 0,1 0-1 0 0,-1 1 1 0 0,1-1 0 0 0,-1 1 0 0 0,1-1-1 0 0,-1 1 1 0 0,1 0 0 0 0,0 1 0 0 0,0-1-1 0 0,0 0 1 0 0,0 1 0 0 0,0 0 0 0 0,1 0 0 0 0,-1 0-1 0 0,1 0 1 0 0,0 0 0 0 0,-3 4 0 0 0,0 2 88 0 0,-1 1 1 0 0,1 0 0 0 0,0 0 0 0 0,1 0-1 0 0,-5 21 1 0 0,7-23-280 0 0,0 0 0 0 0,1 0 0 0 0,0 0-1 0 0,1 0 1 0 0,-1 0 0 0 0,2 0 0 0 0,-1 0-1 0 0,1 0 1 0 0,0 0 0 0 0,1 0 0 0 0,0 0-1 0 0,0 0 1 0 0,1-1 0 0 0,0 1 0 0 0,0-1 0 0 0,1 0-1 0 0,0 1 1 0 0,5 6 0 0 0,-4-8-4 0 0,1 1 1 0 0,0-1 0 0 0,0 1 0 0 0,1-2-1 0 0,0 1 1 0 0,0-1 0 0 0,0 0-1 0 0,1 0 1 0 0,-1-1 0 0 0,1 0-1 0 0,0-1 1 0 0,0 1 0 0 0,1-2-1 0 0,-1 1 1 0 0,1-1 0 0 0,13 2-1 0 0,-11-4-61 0 0,-1 1 0 0 0,0-2 0 0 0,1 1 0 0 0,-1-2 0 0 0,0 1 0 0 0,0-1 0 0 0,0-1 0 0 0,0 0 0 0 0,0 0 0 0 0,-1-1 0 0 0,1 0 0 0 0,-1-1 0 0 0,0 0 0 0 0,0 0 0 0 0,-1-1 0 0 0,1 0 0 0 0,-1-1 0 0 0,-1 1 0 0 0,13-15 0 0 0,-7 6-19 0 0,0 0 0 0 0,0-1 0 0 0,-2-1 0 0 0,0 0 0 0 0,-1 0 0 0 0,-1-1 0 0 0,0-1 0 0 0,-2 0 0 0 0,7-22 0 0 0,-11 32-172 0 0,-1 0-1 0 0,-1-1 1 0 0,0 1-1 0 0,0 0 1 0 0,-1 0-1 0 0,0 0 1 0 0,0-1-1 0 0,-1 1 1 0 0,-1 0-1 0 0,1 0 1 0 0,-1 0-1 0 0,-4-9 1 0 0,0 3-5816 0 0</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02.698"/>
    </inkml:context>
    <inkml:brush xml:id="br0">
      <inkml:brushProperty name="width" value="0.1" units="cm"/>
      <inkml:brushProperty name="height" value="0.1" units="cm"/>
    </inkml:brush>
  </inkml:definitions>
  <inkml:trace contextRef="#ctx0" brushRef="#br0">0 105 11522 0 0,'4'1'332'0'0,"-1"0"0"0"0,1 0-1 0 0,-1 0 1 0 0,1-1 0 0 0,0 1-1 0 0,0-1 1 0 0,-1 0 0 0 0,1 0-1 0 0,0 0 1 0 0,5-1-1 0 0,40-9 2293 0 0,-42 8-2043 0 0,46-13 1770 0 0,67-28 0 0 0,-17 4-7576 0 0</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02.888"/>
    </inkml:context>
    <inkml:brush xml:id="br0">
      <inkml:brushProperty name="width" value="0.1" units="cm"/>
      <inkml:brushProperty name="height" value="0.1" units="cm"/>
    </inkml:brush>
  </inkml:definitions>
  <inkml:trace contextRef="#ctx0" brushRef="#br0">17 1 10594 0 0,'-3'7'483'0'0,"0"0"0"0"0,1 0 0 0 0,-1 1 0 0 0,2-1 0 0 0,-1 1 0 0 0,1-1-1 0 0,0 1 1 0 0,0 0 0 0 0,1 0 0 0 0,0-1 0 0 0,1 1 0 0 0,2 13 0 0 0,2 11 1455 0 0,17 50-1 0 0,-18-71-1624 0 0,25 78 1432 0 0,19 69-2851 0 0,-44-135-6662 0 0</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03.348"/>
    </inkml:context>
    <inkml:brush xml:id="br0">
      <inkml:brushProperty name="width" value="0.1" units="cm"/>
      <inkml:brushProperty name="height" value="0.1" units="cm"/>
    </inkml:brush>
  </inkml:definitions>
  <inkml:trace contextRef="#ctx0" brushRef="#br0">55 1 14747 0 0,'-12'4'1312'0'0,"6"-3"-1056"0"0,0 2-256 0 0,-1-1 0 0 0,4-1-920 0 0,0 1-232 0 0,-1-2-56 0 0,-1 0-8 0 0,-3 1 1015 0 0</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08.640"/>
    </inkml:context>
    <inkml:brush xml:id="br0">
      <inkml:brushProperty name="width" value="0.1" units="cm"/>
      <inkml:brushProperty name="height" value="0.1" units="cm"/>
    </inkml:brush>
  </inkml:definitions>
  <inkml:trace contextRef="#ctx0" brushRef="#br0">24 460 6913 0 0,'1'2'390'0'0,"1"0"-1"0"0,-1 0 0 0 0,0 1 1 0 0,1-1-1 0 0,-1 0 0 0 0,0 1 1 0 0,0-1-1 0 0,0 5 0 0 0,0-4 9 0 0,0 0-1 0 0,0 0 1 0 0,0 0-1 0 0,0 0 1 0 0,0-1-1 0 0,1 1 1 0 0,0 0-1 0 0,-1-1 1 0 0,3 3-1 0 0,-1-2-122 0 0,1 0 0 0 0,-1-1 0 0 0,1 0-1 0 0,-1 0 1 0 0,1 0 0 0 0,0 0-1 0 0,0 0 1 0 0,-1-1 0 0 0,1 0 0 0 0,7 2-1 0 0,-9-3-152 0 0,1 1 0 0 0,-1-1-1 0 0,0 0 1 0 0,1 1-1 0 0,-1-1 1 0 0,0 0-1 0 0,1 0 1 0 0,-1-1-1 0 0,0 1 1 0 0,1 0 0 0 0,-1-1-1 0 0,0 1 1 0 0,1-1-1 0 0,-1 0 1 0 0,0 0-1 0 0,0 0 1 0 0,0 0-1 0 0,1 0 1 0 0,2-3 0 0 0,-4 3-51 0 0,-1 0 0 0 0,1-1 0 0 0,0 1 0 0 0,0 0 0 0 0,-1-1 0 0 0,1 1 0 0 0,-1 0 0 0 0,0-1 0 0 0,1 1 1 0 0,-1-1-1 0 0,0 1 0 0 0,0-1 0 0 0,0 1 0 0 0,0 0 0 0 0,0-1 0 0 0,0 1 0 0 0,0-1 0 0 0,0 1 1 0 0,0-1-1 0 0,-1 1 0 0 0,1-1 0 0 0,-2-1 0 0 0,-15-36-523 0 0,11 25 636 0 0,-19-44-151 0 0,2 0 1 0 0,3-2 0 0 0,3-1 0 0 0,-13-81 0 0 0,20 86-3734 0 0,10 50 2678 0 0</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09.163"/>
    </inkml:context>
    <inkml:brush xml:id="br0">
      <inkml:brushProperty name="width" value="0.1" units="cm"/>
      <inkml:brushProperty name="height" value="0.1" units="cm"/>
    </inkml:brush>
  </inkml:definitions>
  <inkml:trace contextRef="#ctx0" brushRef="#br0">12 119 3225 0 0,'-2'-2'123'0'0,"1"-1"1"0"0,0 1 0 0 0,0 0-1 0 0,0 0 1 0 0,0-1 0 0 0,0 1-1 0 0,0 0 1 0 0,0-1 0 0 0,1 1-1 0 0,0-1 1 0 0,-1 1 0 0 0,1-1-1 0 0,0 1 1 0 0,0-1 0 0 0,0 1 0 0 0,0-1-1 0 0,1 1 1 0 0,-1-1 0 0 0,1 1-1 0 0,-1 0 1 0 0,2-4 0 0 0,0 3 173 0 0,0 0-1 0 0,0-1 1 0 0,1 1 0 0 0,-1 0 0 0 0,1 0 0 0 0,-1 1 0 0 0,1-1 0 0 0,0 1 0 0 0,0-1 0 0 0,0 1 0 0 0,0 0 0 0 0,6-3 0 0 0,0 1 137 0 0,0 0 0 0 0,0 1 0 0 0,0-1 1 0 0,0 2-1 0 0,1-1 0 0 0,-1 2 0 0 0,1-1 0 0 0,-1 1 0 0 0,1 1 1 0 0,10 0-1 0 0,59 13-97 0 0,-52-7-677 0 0,0-2 0 0 0,43 2 0 0 0,8-3 5091 0 0,-73 4-2747 0 0,-4-6-2031 0 0,0 0 0 0 0,0 0 0 0 0,0 0 0 0 0,0 0 0 0 0,-1 0 0 0 0,1 1 0 0 0,0-1 0 0 0,-1 0 1 0 0,1 0-1 0 0,-1 1 0 0 0,1-1 0 0 0,-1 0 0 0 0,0 1 0 0 0,1-1 0 0 0,-1 0 0 0 0,0 2 0 0 0,1 25 589 0 0,2 33-217 0 0,2 1-1 0 0,3-1 0 0 0,16 63 0 0 0,-16-93-853 0 0,11 35-64 0 0,2-26-7106 0 0</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09.400"/>
    </inkml:context>
    <inkml:brush xml:id="br0">
      <inkml:brushProperty name="width" value="0.1" units="cm"/>
      <inkml:brushProperty name="height" value="0.1" units="cm"/>
    </inkml:brush>
  </inkml:definitions>
  <inkml:trace contextRef="#ctx0" brushRef="#br0">0 73 6913 0 0,'52'-27'833'0'0,"-26"19"210"0"0,1 1-1 0 0,-1 1 1 0 0,1 2 0 0 0,0 0 0 0 0,40 1 0 0 0,-51 2-907 0 0,6 0-913 0 0,39-8-1 0 0,-48 7-324 0 0</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10.054"/>
    </inkml:context>
    <inkml:brush xml:id="br0">
      <inkml:brushProperty name="width" value="0.1" units="cm"/>
      <inkml:brushProperty name="height" value="0.1" units="cm"/>
    </inkml:brush>
  </inkml:definitions>
  <inkml:trace contextRef="#ctx0" brushRef="#br0">2 0 1376 0 0,'0'1'75'0'0,"-1"-1"0"0"0,1 1 0 0 0,0-1 0 0 0,0 1 0 0 0,0-1-1 0 0,-1 1 1 0 0,1-1 0 0 0,0 1 0 0 0,0-1 0 0 0,0 1 0 0 0,0-1 0 0 0,0 1 0 0 0,0-1-1 0 0,0 1 1 0 0,0-1 0 0 0,0 1 0 0 0,1-1 0 0 0,-1 1 0 0 0,0-1 0 0 0,0 1-1 0 0,0-1 1 0 0,0 1 0 0 0,1-1 0 0 0,-1 1 0 0 0,0-1 0 0 0,1 1 0 0 0,-1-1 0 0 0,1 1-1 0 0,1 0-63 0 0,-1-1-12 0 0,0 0 0 0 0,0 0 0 0 0,-1 1 1 0 0,1-1-1 0 0,0 0 0 0 0,0 1 0 0 0,0-1 1 0 0,0 1-1 0 0,0-1 0 0 0,0 1 0 0 0,-1-1 1 0 0,1 1-1 0 0,0-1 0 0 0,-1 1 0 0 0,1 0 1 0 0,0-1-1 0 0,-1 1 0 0 0,1 0 0 0 0,0 0 1 0 0,-1 0-1 0 0,1-1 0 0 0,-1 1 0 0 0,0 0 1 0 0,1 0-1 0 0,-1 0 0 0 0,0 0 0 0 0,1 0 1 0 0,-1 0-1 0 0,0 0 0 0 0,0 0 0 0 0,0 0 1 0 0,0 1-1 0 0,-1 2 13 0 0</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10.377"/>
    </inkml:context>
    <inkml:brush xml:id="br0">
      <inkml:brushProperty name="width" value="0.1" units="cm"/>
      <inkml:brushProperty name="height" value="0.1" units="cm"/>
    </inkml:brush>
  </inkml:definitions>
  <inkml:trace contextRef="#ctx0" brushRef="#br0">21 21 7370 0 0,'0'-1'211'0'0,"0"-1"1"0"0,-1 1-1 0 0,1 0 1 0 0,-1-1 0 0 0,0 1-1 0 0,0 0 1 0 0,1-1-1 0 0,-1 1 1 0 0,0 0 0 0 0,0 0-1 0 0,0 0 1 0 0,0 0-1 0 0,0 0 1 0 0,0 0 0 0 0,-1 0-1 0 0,-1-1 1 0 0,3 3-31 0 0,-1-1 1 0 0,1 1 0 0 0,0-1-1 0 0,-1 1 1 0 0,1-1 0 0 0,-1 1-1 0 0,1-1 1 0 0,0 1 0 0 0,-1-1-1 0 0,1 1 1 0 0,0 0 0 0 0,0-1-1 0 0,0 1 1 0 0,-1 0 0 0 0,1-1-1 0 0,0 1 1 0 0,0 0-1 0 0,0-1 1 0 0,0 1 0 0 0,0 0-1 0 0,0-1 1 0 0,0 1 0 0 0,0 1-1 0 0,2 29 2903 0 0,2-4-3315 0 0,6 36 630 0 0,26 127 1924 0 0,0-67-9049 0 0,-28-103 617 0 0</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10.820"/>
    </inkml:context>
    <inkml:brush xml:id="br0">
      <inkml:brushProperty name="width" value="0.1" units="cm"/>
      <inkml:brushProperty name="height" value="0.1" units="cm"/>
    </inkml:brush>
  </inkml:definitions>
  <inkml:trace contextRef="#ctx0" brushRef="#br0">13 106 1840 0 0,'0'0'108'0'0,"-1"0"0"0"0,0 0 0 0 0,1 0 0 0 0,-1 0-1 0 0,1 0 1 0 0,-1 0 0 0 0,1-1 0 0 0,-1 1-1 0 0,1 0 1 0 0,-1 0 0 0 0,1-1 0 0 0,-1 1 0 0 0,1 0-1 0 0,-1-1 1 0 0,1 1 0 0 0,-1 0 0 0 0,1-1 0 0 0,0 1-1 0 0,-1-1 1 0 0,1 1 0 0 0,0-1 0 0 0,-1 1-1 0 0,1-1 1 0 0,0 1 0 0 0,0-1 0 0 0,-1 1 0 0 0,1-1-1 0 0,0 1 1 0 0,0-1 0 0 0,0 0 0 0 0,0 1 0 0 0,0-1-1 0 0,0-1 63 0 0,0 1 0 0 0,1 0 0 0 0,0 0 0 0 0,-1 0 0 0 0,1 0 0 0 0,0 0 0 0 0,-1 0 0 0 0,1 0 0 0 0,0 0 0 0 0,0 0 0 0 0,0 0-1 0 0,0 0 1 0 0,1-1 0 0 0,37-21 1623 0 0,-2 9-45 0 0,51-14 1 0 0,-73 24-1516 0 0,-1 1 1 0 0,1 1-1 0 0,0 0 0 0 0,0 1 1 0 0,-1 1-1 0 0,29 2 0 0 0,-23 2-280 0 0,-1 1 0 0 0,0 1 0 0 0,0 0 0 0 0,28 14 0 0 0,-44-18 172 0 0,0 0 0 0 0,0 0-1 0 0,-1 0 1 0 0,1 0-1 0 0,0 0 1 0 0,-1 1-1 0 0,0-1 1 0 0,1 1 0 0 0,-1 0-1 0 0,0 0 1 0 0,-1-1-1 0 0,1 1 1 0 0,0 0-1 0 0,-1 1 1 0 0,1-1 0 0 0,0 6-1 0 0,2 5 698 0 0,-1 1-1 0 0,3 25 1 0 0,1 11 194 0 0,4-9-542 0 0,-3-16-416 0 0,-1 1 0 0 0,-1 0-1 0 0,-2 0 1 0 0,2 41 0 0 0,-6-62-675 0 0,1 0 1 0 0,-1 0-1 0 0,1 0 0 0 0,0-1 1 0 0,3 11-1 0 0</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11.075"/>
    </inkml:context>
    <inkml:brush xml:id="br0">
      <inkml:brushProperty name="width" value="0.1" units="cm"/>
      <inkml:brushProperty name="height" value="0.1" units="cm"/>
    </inkml:brush>
  </inkml:definitions>
  <inkml:trace contextRef="#ctx0" brushRef="#br0">1 127 2761 0 0,'0'-2'65'0'0,"1"1"0"0"0,0-1 1 0 0,-1 1-1 0 0,1 0 0 0 0,0-1 1 0 0,0 1-1 0 0,0 0 0 0 0,0 0 0 0 0,0-1 1 0 0,0 1-1 0 0,0 0 0 0 0,0 0 1 0 0,1 0-1 0 0,-1 0 0 0 0,3-1 1 0 0,23-14 1060 0 0,-25 15-969 0 0,26-13 1354 0 0,0 0-1 0 0,54-16 1 0 0,-47 21-1630 0 0,1 1 0 0 0,41-4 1 0 0,-58 10-3210 0 0</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11.392"/>
    </inkml:context>
    <inkml:brush xml:id="br0">
      <inkml:brushProperty name="width" value="0.1" units="cm"/>
      <inkml:brushProperty name="height" value="0.1" units="cm"/>
    </inkml:brush>
  </inkml:definitions>
  <inkml:trace contextRef="#ctx0" brushRef="#br0">15 40 6913 0 0,'-14'-40'7572'0'0,"23"56"-4061"0"0,0 0-2954 0 0,-1 1 1 0 0,-1 0-1 0 0,-1 0 0 0 0,0 1 1 0 0,-2-1-1 0 0,5 32 1 0 0,3 114-1281 0 0,-7-68-1455 0 0,-2-68 481 0 0</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11.885"/>
    </inkml:context>
    <inkml:brush xml:id="br0">
      <inkml:brushProperty name="width" value="0.1" units="cm"/>
      <inkml:brushProperty name="height" value="0.1" units="cm"/>
    </inkml:brush>
  </inkml:definitions>
  <inkml:trace contextRef="#ctx0" brushRef="#br0">20 52 456 0 0,'-6'-2'-24'0'0,"-6"-3"279"0"0,12 5-219 0 0,0 0-1 0 0,0 0 0 0 0,0 0 0 0 0,0 0 0 0 0,-1 0 0 0 0,1 0 0 0 0,0-1 1 0 0,0 1-1 0 0,0 0 0 0 0,0 0 0 0 0,0 0 0 0 0,0 0 0 0 0,0 0 0 0 0,0-1 1 0 0,0 1-1 0 0,0 0 0 0 0,0 0 0 0 0,0 0 0 0 0,0 0 0 0 0,0 0 0 0 0,0-1 1 0 0,0 1-1 0 0,0 0 0 0 0,0 0 0 0 0,0 0 0 0 0,0 0 0 0 0,0-1 0 0 0,0 1 1 0 0,0 0-1 0 0,0 0 0 0 0,0 0 0 0 0,0 0 0 0 0,0 0 0 0 0,0-1 0 0 0,0 1 1 0 0,0 0-1 0 0,1 0 0 0 0,-1 0 0 0 0,0 0 0 0 0,0 0 0 0 0,0 0 0 0 0,0 0 1 0 0,0 0-1 0 0,0-1 0 0 0,0 1 0 0 0,1 0 0 0 0,-1 0 0 0 0,0 0 0 0 0,0 0 1 0 0,0 0-1 0 0,0 0 0 0 0,0 0 0 0 0,1 0 0 0 0,2 0 1233 0 0,1-2-573 0 0,23-7 351 0 0,-1 2 0 0 0,2 0 0 0 0,-1 2 1 0 0,56-4-1 0 0,50 10-2028 0 0,-89-1-1345 0 0,11 0 1994 0 0,-53 1 519 0 0,-1-1-1 0 0,0 1 0 0 0,1 0 1 0 0,-1-1-1 0 0,0 1 0 0 0,0 0 1 0 0,1 0-1 0 0,-1 0 0 0 0,0 0 0 0 0,0 0 1 0 0,0 0-1 0 0,0 0 0 0 0,0 0 1 0 0,0 0-1 0 0,0 0 0 0 0,-1 0 1 0 0,1 1-1 0 0,0-1 0 0 0,-1 0 1 0 0,1 1-1 0 0,0 0 0 0 0,11 39 3084 0 0,-6-18-1717 0 0,28 47 1388 0 0,-23-50-2637 0 0,-1 0 0 0 0,-1 1 0 0 0,11 41 0 0 0,-17-16-5175 0 0,-4-33 3304 0 0</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12.505"/>
    </inkml:context>
    <inkml:brush xml:id="br0">
      <inkml:brushProperty name="width" value="0.1" units="cm"/>
      <inkml:brushProperty name="height" value="0.1" units="cm"/>
    </inkml:brush>
  </inkml:definitions>
  <inkml:trace contextRef="#ctx0" brushRef="#br0">27 63 3225 0 0,'-9'-16'1163'0'0,"6"13"-526"0"0,1-1 1 0 0,0 1-1 0 0,0-1 0 0 0,0 1 1 0 0,0-1-1 0 0,0 0 0 0 0,1 0 0 0 0,0 0 1 0 0,2-9 2897 0 0,8 17-1648 0 0,4 10-87 0 0,-5 3-1330 0 0,0 1 0 0 0,-2 0-1 0 0,0 1 1 0 0,-1-1-1 0 0,-1 1 1 0 0,3 38 0 0 0,0-4-236 0 0,9 32-1114 0 0,-4-29-4572 0 0,-9-43-50 0 0</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12.738"/>
    </inkml:context>
    <inkml:brush xml:id="br0">
      <inkml:brushProperty name="width" value="0.1" units="cm"/>
      <inkml:brushProperty name="height" value="0.1" units="cm"/>
    </inkml:brush>
  </inkml:definitions>
  <inkml:trace contextRef="#ctx0" brushRef="#br0">4 138 3225 0 0,'-1'-1'-14'0'0,"1"1"0"0"0,0-1 1 0 0,-1 1-1 0 0,1-1 0 0 0,0 0 0 0 0,0 1 1 0 0,-1-1-1 0 0,1 1 0 0 0,0-1 1 0 0,0 0-1 0 0,0 1 0 0 0,0-1 1 0 0,0 0-1 0 0,0 1 0 0 0,0-1 0 0 0,0 0 1 0 0,0 1-1 0 0,0-1 0 0 0,0 1 1 0 0,0-1-1 0 0,1 0 0 0 0,-1 1 1 0 0,0-1-1 0 0,0 1 0 0 0,1-1 0 0 0,-1 0 1 0 0,0 1-1 0 0,1-1 0 0 0,18-14 1305 0 0,27-3 1160 0 0,-12 10-1040 0 0,0 1 0 0 0,56-3-1 0 0,27-4-1693 0 0,-102 11-454 0 0,-1-1 0 0 0,1 0 0 0 0,0-1 0 0 0,-1-1 0 0 0,21-10 0 0 0,-20 7 722 0 0</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13.024"/>
    </inkml:context>
    <inkml:brush xml:id="br0">
      <inkml:brushProperty name="width" value="0.1" units="cm"/>
      <inkml:brushProperty name="height" value="0.1" units="cm"/>
    </inkml:brush>
  </inkml:definitions>
  <inkml:trace contextRef="#ctx0" brushRef="#br0">85 5 3209 0 0,'-2'-1'225'0'0,"0"0"0"0"0,0 1 1 0 0,0-1-1 0 0,-1 1 0 0 0,1-1 1 0 0,0 1-1 0 0,0 0 0 0 0,0 0 0 0 0,0 0 1 0 0,0 0-1 0 0,0 0 0 0 0,0 0 1 0 0,-1 0-1 0 0,1 1 0 0 0,0-1 1 0 0,0 1-1 0 0,0 0 0 0 0,0-1 1 0 0,0 1-1 0 0,0 0 0 0 0,1 0 0 0 0,-1 0 1 0 0,0 1-1 0 0,0-1 0 0 0,1 0 1 0 0,-3 3-1 0 0,1-1 254 0 0,1 1 1 0 0,-1 0-1 0 0,1 0 0 0 0,0 0 0 0 0,0 0 1 0 0,0 0-1 0 0,1 1 0 0 0,0-1 0 0 0,0 0 1 0 0,0 1-1 0 0,-1 6 0 0 0,-2 32 1204 0 0,1 69 0 0 0,6-63-1725 0 0,2-2 0 0 0,21 88 0 0 0,-11-70-3893 0 0,-12-46-1411 0 0</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13.294"/>
    </inkml:context>
    <inkml:brush xml:id="br0">
      <inkml:brushProperty name="width" value="0.1" units="cm"/>
      <inkml:brushProperty name="height" value="0.1" units="cm"/>
    </inkml:brush>
  </inkml:definitions>
  <inkml:trace contextRef="#ctx0" brushRef="#br0">0 77 2761 0 0,'16'-7'1418'0'0,"23"-1"-628"0"0,-26 5-413 0 0,41-10 657 0 0,0 0-412 0 0,2 1 1 0 0,-1 3-1 0 0,73-2 1 0 0,-107 11-963 0 0</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13.583"/>
    </inkml:context>
    <inkml:brush xml:id="br0">
      <inkml:brushProperty name="width" value="0.1" units="cm"/>
      <inkml:brushProperty name="height" value="0.1" units="cm"/>
    </inkml:brush>
  </inkml:definitions>
  <inkml:trace contextRef="#ctx0" brushRef="#br0">10 1 3225 0 0,'2'11'11383'0'0,"-2"40"-9254"0"0,-6 56-1 0 0,0 33-2316 0 0,7-119-802 0 0,0 0 1 0 0,2 0-1 0 0,0-1 1 0 0,10 36 0 0 0,-7-37-4139 0 0</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13.834"/>
    </inkml:context>
    <inkml:brush xml:id="br0">
      <inkml:brushProperty name="width" value="0.1" units="cm"/>
      <inkml:brushProperty name="height" value="0.1" units="cm"/>
    </inkml:brush>
  </inkml:definitions>
  <inkml:trace contextRef="#ctx0" brushRef="#br0">0 104 2761 0 0,'124'-10'10089'0'0,"94"-26"-6313"0"0,-22 3-3025 0 0,-193 32-817 0 0,106-13-123 0 0,-36 7-4621 0 0,-30 4-485 0 0</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14.547"/>
    </inkml:context>
    <inkml:brush xml:id="br0">
      <inkml:brushProperty name="width" value="0.1" units="cm"/>
      <inkml:brushProperty name="height" value="0.1" units="cm"/>
    </inkml:brush>
  </inkml:definitions>
  <inkml:trace contextRef="#ctx0" brushRef="#br0">251 9 920 0 0,'-10'2'2232'0'0,"0"-1"0"0"0,0 0 0 0 0,0 0 0 0 0,-16-1 0 0 0,-40-7 2463 0 0,42 4-5017 0 0,-42-1 0 0 0,37 5-5439 0 0</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31.406"/>
    </inkml:context>
    <inkml:brush xml:id="br0">
      <inkml:brushProperty name="width" value="0.1" units="cm"/>
      <inkml:brushProperty name="height" value="0.1" units="cm"/>
    </inkml:brush>
  </inkml:definitions>
  <inkml:trace contextRef="#ctx0" brushRef="#br0">1 89 2761 0 0,'8'-8'511'0'0,"5"-6"542"0"0,0 2-1 0 0,23-17 1 0 0,-32 26-561 0 0,1 0 0 0 0,1 0 1 0 0,-1 0-1 0 0,0 1 1 0 0,1 0-1 0 0,-1 0 1 0 0,1 0-1 0 0,0 0 0 0 0,0 1 1 0 0,0 0-1 0 0,11 0 1 0 0,-16 1-427 0 0,0 0 0 0 0,-1 0 1 0 0,1 0-1 0 0,0 0 0 0 0,0 0 0 0 0,0 0 1 0 0,-1 0-1 0 0,1 1 0 0 0,0-1 1 0 0,0 0-1 0 0,-1 0 0 0 0,1 1 1 0 0,0-1-1 0 0,-1 0 0 0 0,1 1 1 0 0,0-1-1 0 0,-1 1 0 0 0,1-1 1 0 0,0 1-1 0 0,-1-1 0 0 0,1 1 0 0 0,-1 0 1 0 0,1-1-1 0 0,-1 1 0 0 0,1 0 1 0 0,-1-1-1 0 0,1 2 0 0 0,-1 0-15 0 0,1 0 0 0 0,-1 0 0 0 0,1 0 0 0 0,-1 1 0 0 0,0-1-1 0 0,0 0 1 0 0,0 0 0 0 0,0 0 0 0 0,0 0 0 0 0,-1 3 0 0 0,-1 4-237 0 0,-1-1 0 0 0,1 1 0 0 0,-8 15 0 0 0,-13 15-563 0 0,16-29 553 0 0,1 0 0 0 0,0 0 0 0 0,1 1-1 0 0,-7 20 1 0 0,12-30 173 0 0,0 0 0 0 0,0-1-1 0 0,0 1 1 0 0,0 0-1 0 0,0-1 1 0 0,0 1 0 0 0,0 0-1 0 0,1-1 1 0 0,-1 1-1 0 0,0 0 1 0 0,0-1 0 0 0,1 1-1 0 0,-1-1 1 0 0,0 1-1 0 0,1-1 1 0 0,-1 1 0 0 0,1-1-1 0 0,-1 1 1 0 0,1-1-1 0 0,-1 1 1 0 0,1-1 0 0 0,-1 1-1 0 0,1-1 1 0 0,-1 0 0 0 0,1 1-1 0 0,0-1 1 0 0,-1 0-1 0 0,1 0 1 0 0,0 1 0 0 0,-1-1-1 0 0,1 0 1 0 0,0 0-1 0 0,-1 0 1 0 0,1 0 0 0 0,0 0-1 0 0,-1 0 1 0 0,1 0-1 0 0,0 0 1 0 0,-1 0 0 0 0,1 0-1 0 0,0 0 1 0 0,0 0 0 0 0,36-3-815 0 0,-32 2 690 0 0,3 0 133 0 0,1 1 1 0 0,-1-1-1 0 0,1 1 0 0 0,-1 1 0 0 0,1-1 0 0 0,-1 2 1 0 0,12 2-1 0 0,-18-3 60 0 0,1-1-1 0 0,-1 1 1 0 0,-1 0 0 0 0,1 0 0 0 0,0 0-1 0 0,0 0 1 0 0,0 1 0 0 0,0-1 0 0 0,-1 0-1 0 0,1 1 1 0 0,-1-1 0 0 0,1 1 0 0 0,-1 0-1 0 0,1-1 1 0 0,-1 1 0 0 0,0 0 0 0 0,0 0 0 0 0,0 0-1 0 0,0 0 1 0 0,0 0 0 0 0,0 0 0 0 0,-1 0-1 0 0,1 0 1 0 0,-1 0 0 0 0,1 0 0 0 0,-1 0-1 0 0,0 0 1 0 0,0 1 0 0 0,0-1 0 0 0,0 0-1 0 0,0 0 1 0 0,0 0 0 0 0,-1 0 0 0 0,0 3 0 0 0,-1 5 316 0 0,-1-1 0 0 0,0 0 1 0 0,-1 0-1 0 0,0-1 1 0 0,0 1-1 0 0,-1-1 1 0 0,0 0-1 0 0,0 0 1 0 0,-8 8-1 0 0,-3 2-545 0 0,0 0 0 0 0,-27 22-1 0 0,34-33-1239 0 0</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31.626"/>
    </inkml:context>
    <inkml:brush xml:id="br0">
      <inkml:brushProperty name="width" value="0.1" units="cm"/>
      <inkml:brushProperty name="height" value="0.1" units="cm"/>
    </inkml:brush>
  </inkml:definitions>
  <inkml:trace contextRef="#ctx0" brushRef="#br0">83 0 10138 0 0,'-9'8'752'0'0,"0"1"-1"0"0,0 0 0 0 0,1 1 1 0 0,-13 19-1 0 0,2 1-3342 0 0,14-18 1049 0 0,2-8 1502 0 0</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32.036"/>
    </inkml:context>
    <inkml:brush xml:id="br0">
      <inkml:brushProperty name="width" value="0.1" units="cm"/>
      <inkml:brushProperty name="height" value="0.1" units="cm"/>
    </inkml:brush>
  </inkml:definitions>
  <inkml:trace contextRef="#ctx0" brushRef="#br0">1 42 4609 0 0,'0'-2'256'0'0,"1"1"0"0"0,-1-1-1 0 0,1 1 1 0 0,0-1 0 0 0,-1 1 0 0 0,1-1 0 0 0,0 1 0 0 0,0 0 0 0 0,0-1-1 0 0,0 1 1 0 0,0 0 0 0 0,0 0 0 0 0,0 0 0 0 0,1 0 0 0 0,-1 0-1 0 0,0 0 1 0 0,1 0 0 0 0,-1 0 0 0 0,1 0 0 0 0,-1 0 0 0 0,3 0-1 0 0,32-12 3383 0 0,-33 13-3441 0 0,-1-1-1 0 0,1 1 1 0 0,0-1-1 0 0,-1 1 1 0 0,1 0-1 0 0,0 0 1 0 0,-1 0-1 0 0,1 1 1 0 0,0-1-1 0 0,2 1 1 0 0,-4 0-130 0 0,0-1 0 0 0,-1 0 1 0 0,1 1-1 0 0,0-1 0 0 0,0 1 0 0 0,-1-1 1 0 0,1 0-1 0 0,0 1 0 0 0,-1 0 0 0 0,1-1 0 0 0,-1 1 1 0 0,1-1-1 0 0,-1 1 0 0 0,1 0 0 0 0,-1 0 1 0 0,1-1-1 0 0,-1 1 0 0 0,1 0 0 0 0,-1 0 0 0 0,0-1 1 0 0,1 2-1 0 0,-1 4 85 0 0,0-1 0 0 0,0 0 0 0 0,0 0-1 0 0,-1 0 1 0 0,1 1 0 0 0,-1-1 0 0 0,-1 0 0 0 0,-1 6 0 0 0,2-8-157 0 0,-1 1 0 0 0,1 0 0 0 0,0 0 0 0 0,0 0 1 0 0,1 1-1 0 0,-1-1 0 0 0,1 0 0 0 0,0 0 0 0 0,0 0 0 0 0,0 0 1 0 0,1 0-1 0 0,1 8 0 0 0,0-10-9 0 0,0 0-1 0 0,0 0 1 0 0,0 0-1 0 0,1 0 1 0 0,-1-1-1 0 0,1 1 1 0 0,-1-1 0 0 0,1 0-1 0 0,0 1 1 0 0,-1-1-1 0 0,1 0 1 0 0,0-1-1 0 0,0 1 1 0 0,0 0 0 0 0,0-1-1 0 0,0 1 1 0 0,0-1-1 0 0,0 0 1 0 0,0 0-1 0 0,5-1 1 0 0,-4 1 49 0 0,0 0 0 0 0,0 0-1 0 0,1 0 1 0 0,-1 1 0 0 0,0-1 0 0 0,0 1 0 0 0,0 0 0 0 0,0 0-1 0 0,-1 1 1 0 0,6 1 0 0 0,-9-2-26 0 0,1-1 1 0 0,-1 0-1 0 0,1 1 1 0 0,-1-1-1 0 0,0 1 0 0 0,1-1 1 0 0,-1 1-1 0 0,1-1 1 0 0,-1 1-1 0 0,0-1 0 0 0,0 1 1 0 0,1-1-1 0 0,-1 1 1 0 0,0-1-1 0 0,0 1 0 0 0,0 0 1 0 0,0-1-1 0 0,1 1 1 0 0,-1-1-1 0 0,0 1 0 0 0,0-1 1 0 0,0 1-1 0 0,0 0 1 0 0,0-1-1 0 0,-1 1 0 0 0,1-1 1 0 0,0 1-1 0 0,0 1 1 0 0,-13 18 285 0 0,-20 12 393 0 0,-31 20-2801 0 0,48-40-4424 0 0</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41.69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83 6449 0 0,'1'2'83'0'0,"0"0"-1"0"0,0-1 1 0 0,0 1-1 0 0,0-1 1 0 0,0 1-1 0 0,0-1 1 0 0,0 1 0 0 0,1-1-1 0 0,-1 1 1 0 0,1-1-1 0 0,-1 0 1 0 0,1 0-1 0 0,-1 0 1 0 0,1 0-1 0 0,3 1 1 0 0,6-1 335 0 0,0-1 0 0 0,0 0 0 0 0,0-1 0 0 0,0 0 0 0 0,0-1 0 0 0,19-5 0 0 0,6 0 1441 0 0,-8-1-103 0 0,-22 6-1434 0 0,-1 0 0 0 0,0 1 0 0 0,1 0 0 0 0,-1 0 0 0 0,11-1 0 0 0,37-1 37 0 0,-42 1-294 0 0,-1 1-1 0 0,1 0 1 0 0,0 1-1 0 0,0 1 1 0 0,0-1-1 0 0,-1 2 1 0 0,17 3-1 0 0,35 10 81 0 0,112 11 0 0 0,-82-14 5 0 0,-43-6-119 0 0,0-2-1 0 0,91-6 0 0 0,95-25 647 0 0,-216 25-567 0 0,39-3 87 0 0,0 3 0 0 0,117 11-1 0 0,-21 1-10 0 0,714-27 622 0 0,-780 7-808 0 0,117-29 0 0 0,-120 20 0 0 0,122-11 0 0 0,-169 29 0 0 0,52 5 0 0 0,3 1 0 0 0,-93-5 2 0 0,7 0-9 0 0,0 0 1 0 0,-1 0 0 0 0,1 1-1 0 0,-1 0 1 0 0,10 2 0 0 0,-15-2 12 0 0,0-1 1 0 0,1 1-1 0 0,-1 0 0 0 0,1-1 1 0 0,-1 1-1 0 0,0 0 1 0 0,0 0-1 0 0,1 0 1 0 0,-1-1-1 0 0,0 1 1 0 0,0 1-1 0 0,0-1 1 0 0,0 0-1 0 0,0 0 1 0 0,0 0-1 0 0,-1 0 1 0 0,1 1-1 0 0,0-1 1 0 0,-1 0-1 0 0,1 1 0 0 0,0-1 1 0 0,-1 1-1 0 0,0-1 1 0 0,1 1-1 0 0,-1-1 1 0 0,0 1-1 0 0,0-1 1 0 0,0 1-1 0 0,0 1 1 0 0,-2 22 516 0 0,-4-23-719 0 0,-4-10-1070 0 0,3-20-2709 0 0,7 27 3899 0 0,0-1 0 0 0,1 0 0 0 0,0-2 0 0 0</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41.94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66 6449 0 0,'3'-3'264'0'0,"0"0"0"0"0,0 0 0 0 0,0 1 0 0 0,0 0-1 0 0,0-1 1 0 0,1 1 0 0 0,-1 0 0 0 0,1 1 0 0 0,-1-1-1 0 0,1 1 1 0 0,-1-1 0 0 0,1 1 0 0 0,6-1 0 0 0,1-1-369 0 0,13-7 104 0 0,-16 6-192 0 0,1 0 0 0 0,0 1 0 0 0,1 0 0 0 0,-1 0 0 0 0,1 1-1 0 0,-1 0 1 0 0,1 1 0 0 0,15-1 0 0 0,-24 3 195 0 0,1-1 0 0 0,0 0 0 0 0,-1 1 0 0 0,1 0 0 0 0,0-1 0 0 0,-1 1 0 0 0,1 0 0 0 0,-1 0-1 0 0,1 0 1 0 0,-1 0 0 0 0,1 0 0 0 0,-1 0 0 0 0,0 0 0 0 0,0 1 0 0 0,1-1 0 0 0,-1 0 0 0 0,0 1 0 0 0,0-1 0 0 0,0 1 0 0 0,0-1 0 0 0,-1 1-1 0 0,1-1 1 0 0,0 1 0 0 0,0 2 0 0 0,0 0-66 0 0,0 0 0 0 0,0 0 0 0 0,0 0 0 0 0,0 0 0 0 0,-1 0 0 0 0,0 1 0 0 0,0-1 0 0 0,0 0 0 0 0,-1 5 0 0 0</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42.81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68 58 8754 0 0,'-1'-2'72'0'0,"0"1"1"0"0,0 0-1 0 0,0 0 0 0 0,0-1 1 0 0,1 1-1 0 0,-1 0 0 0 0,0-1 1 0 0,1 1-1 0 0,-1 0 0 0 0,1-1 1 0 0,0 1-1 0 0,-1-1 0 0 0,1 1 1 0 0,0-1-1 0 0,0 1 0 0 0,0-1 1 0 0,0 1-1 0 0,0-1 0 0 0,0 1 1 0 0,1-1-1 0 0,-1 1 1 0 0,0 0-1 0 0,1-1 0 0 0,-1 1 1 0 0,1-1-1 0 0,-1 1 0 0 0,1 0 1 0 0,0-1-1 0 0,0 1 0 0 0,-1 0 1 0 0,1 0-1 0 0,0 0 0 0 0,0-1 1 0 0,0 1-1 0 0,0 0 0 0 0,1 0 1 0 0,-1 0-1 0 0,0 1 0 0 0,0-1 1 0 0,1 0-1 0 0,-1 0 1 0 0,0 1-1 0 0,1-1 0 0 0,-1 1 1 0 0,0-1-1 0 0,1 1 0 0 0,-1-1 1 0 0,1 1-1 0 0,-1 0 0 0 0,1 0 1 0 0,7 4 877 0 0,-9-3-883 0 0,1-1 1 0 0,-1 1-1 0 0,0-1 1 0 0,0 1-1 0 0,1-1 1 0 0,-1 1 0 0 0,0-1-1 0 0,0 1 1 0 0,0-1-1 0 0,0 1 1 0 0,1-1-1 0 0,-1 1 1 0 0,0 0-1 0 0,0-1 1 0 0,0 1-1 0 0,0-1 1 0 0,-1 1-1 0 0,1-1 1 0 0,0 1-1 0 0,0-1 1 0 0,0 1-1 0 0,0 0 1 0 0,-5 28 998 0 0,3-21-837 0 0,-1 8-732 0 0,-2 1 0 0 0,0 0 0 0 0,0-1-1 0 0,-16 30 1 0 0,14-34 198 0 0,2 0 0 0 0,-1-1 0 0 0,2 2-1 0 0,-1-1 1 0 0,2 1 0 0 0,0-1 0 0 0,0 1 0 0 0,1 0-1 0 0,-1 25 1 0 0,-3 255 6148 0 0,-2-139-4255 0 0,19 58-611 0 0,1-48-468 0 0,5 495 1545 0 0,-13-568-1866 0 0,3-1 1 0 0,35 157-1 0 0,16 92 384 0 0,-46-251-402 0 0,-11-79-150 0 0,1 9 20 0 0,1 1 0 0 0,0-1 0 0 0,1 0 0 0 0,1 0 1 0 0,1 0-1 0 0,9 20 0 0 0</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4:46.19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390 104 1376 0 0,'-2'-6'71'0'0,"0"0"-1"0"0,0 0 0 0 0,-1 0 0 0 0,1 1 0 0 0,-2-1 1 0 0,1 1-1 0 0,0 0 0 0 0,-1 0 0 0 0,0 0 0 0 0,0 0 1 0 0,0 0-1 0 0,-1 1 0 0 0,0 0 0 0 0,0 0 1 0 0,0 0-1 0 0,0 1 0 0 0,0-1 0 0 0,-8-2 0 0 0,9 4 55 0 0,1 0 0 0 0,-1 1 0 0 0,0 0 0 0 0,0 0 0 0 0,0 0 0 0 0,0 0 0 0 0,0 1 0 0 0,1 0 0 0 0,-1-1 0 0 0,0 1 0 0 0,0 1 0 0 0,0-1 0 0 0,0 0 0 0 0,0 1 0 0 0,0 0 0 0 0,0 0 0 0 0,0 0 0 0 0,1 1 0 0 0,-1-1 0 0 0,0 1 0 0 0,1 0 0 0 0,-1 0 0 0 0,1 0 0 0 0,0 0 0 0 0,0 1 0 0 0,0-1 0 0 0,0 1 0 0 0,0 0 0 0 0,-3 4 0 0 0,-6 10-32 0 0,0 0 0 0 0,2 1 1 0 0,0 0-1 0 0,1 1 0 0 0,1 0 0 0 0,0 0 0 0 0,2 1 0 0 0,0 0 0 0 0,1 0 1 0 0,2 1-1 0 0,0-1 0 0 0,1 1 0 0 0,0 0 0 0 0,2-1 0 0 0,1 1 1 0 0,0 0-1 0 0,2 0 0 0 0,0-1 0 0 0,7 22 0 0 0,-2-18 368 0 0,1 1 0 0 0,1-1 0 0 0,2 0 0 0 0,18 30 0 0 0,-21-41-216 0 0,-1-1 0 0 0,1 0 1 0 0,1 0-1 0 0,0-1 0 0 0,1 0 0 0 0,0-1 0 0 0,1 0 1 0 0,25 16-1 0 0,-32-23-204 0 0,0 0 0 0 0,1-1 0 0 0,-1 1 0 0 0,1-1 0 0 0,0 0 0 0 0,-1-1 0 0 0,1 1 0 0 0,0-1 0 0 0,0-1 0 0 0,0 1 0 0 0,0-1 0 0 0,0 0 0 0 0,0 0 0 0 0,0-1 1 0 0,0 1-1 0 0,11-4 0 0 0,-10 1 87 0 0,1 0 0 0 0,0 0 0 0 0,-1-1 0 0 0,0 0 1 0 0,0-1-1 0 0,0 1 0 0 0,0-1 0 0 0,-1-1 1 0 0,0 1-1 0 0,0-1 0 0 0,5-7 0 0 0,0-1 78 0 0,-1 0 1 0 0,0-1-1 0 0,-1 0 0 0 0,-1 0 0 0 0,0-1 1 0 0,-1 0-1 0 0,-1 0 0 0 0,-1-1 0 0 0,0 0 0 0 0,4-34 1 0 0,-8 28-227 0 0,-1 0 0 0 0,-1 0 0 0 0,-1 0 0 0 0,-1 0 1 0 0,-1 1-1 0 0,-2-1 0 0 0,0 1 0 0 0,-1 0 0 0 0,-1 1 0 0 0,-1 0 1 0 0,0 0-1 0 0,-2 1 0 0 0,-1 0 0 0 0,-22-29 0 0 0,32 46-2 0 0,-1 0-1 0 0,1 1 0 0 0,-1-1 1 0 0,1 1-1 0 0,-1 0 1 0 0,0 0-1 0 0,0 0 0 0 0,1 0 1 0 0,-1 0-1 0 0,-1 1 0 0 0,1-1 1 0 0,0 1-1 0 0,0 0 1 0 0,-1 0-1 0 0,1 0 0 0 0,0 0 1 0 0,-1 1-1 0 0,1-1 0 0 0,-4 1 1 0 0,1 0-9 0 0,1 1 0 0 0,-1 0 0 0 0,1 0 0 0 0,0 0 0 0 0,-1 1-1 0 0,1 0 1 0 0,0 0 0 0 0,0 0 0 0 0,0 1 0 0 0,0 0 0 0 0,-4 3 0 0 0,-5 5-113 0 0,0 0 0 0 0,1 1 0 0 0,0 0 1 0 0,1 1-1 0 0,1 1 0 0 0,-15 21 0 0 0,9-7-18 0 0,0 0 0 0 0,2 1 0 0 0,2 1 0 0 0,1 0 0 0 0,1 1 0 0 0,-10 44 0 0 0,16-54 120 0 0,2 0 1 0 0,0 0 0 0 0,1 0 0 0 0,2 0-1 0 0,0 1 1 0 0,1-1 0 0 0,1 0-1 0 0,0 0 1 0 0,2 0 0 0 0,12 37 0 0 0,-13-50 39 0 0,1 0 0 0 0,0 0 0 0 0,0 0 0 0 0,1 0 0 0 0,0-1 1 0 0,1 1-1 0 0,-1-2 0 0 0,1 1 0 0 0,1 0 0 0 0,-1-1 0 0 0,1 0 1 0 0,0-1-1 0 0,0 0 0 0 0,1 0 0 0 0,0 0 0 0 0,0-1 0 0 0,0 0 1 0 0,0 0-1 0 0,1-1 0 0 0,-1 0 0 0 0,1-1 0 0 0,0 0 0 0 0,0 0 1 0 0,-1-1-1 0 0,1 0 0 0 0,14-1 0 0 0,-10 0 86 0 0,0 0-1 0 0,0-1 1 0 0,0-1-1 0 0,0 0 1 0 0,0-1-1 0 0,-1 0 1 0 0,1-1-1 0 0,-1 0 1 0 0,0-1-1 0 0,0 0 1 0 0,0-1-1 0 0,-1-1 1 0 0,0 1-1 0 0,0-2 1 0 0,-1 0-1 0 0,0 0 1 0 0,17-18-1 0 0,-15 12 107 0 0,-2 0 0 0 0,0 0 0 0 0,0-1 0 0 0,-1 0 0 0 0,-1-1 0 0 0,-1 0 0 0 0,0 0 0 0 0,8-30 0 0 0,-13 35-115 0 0,0-1-1 0 0,0 0 1 0 0,-1 0-1 0 0,-1 0 1 0 0,0 0 0 0 0,-1 0-1 0 0,0 0 1 0 0,-1 0-1 0 0,0 0 1 0 0,-1 1-1 0 0,0-1 1 0 0,0 1 0 0 0,-10-19-1 0 0,5 14-63 0 0,-1 0 0 0 0,0 1 0 0 0,-1 0-1 0 0,0 1 1 0 0,-2 0 0 0 0,0 1 0 0 0,0 0 0 0 0,-1 1 0 0 0,-1 0 0 0 0,0 1-1 0 0,-24-15 1 0 0,30 21-62 0 0,1 1 0 0 0,0 0-1 0 0,-1 1 1 0 0,0 0 0 0 0,0 0 0 0 0,0 1-1 0 0,0 0 1 0 0,0 1 0 0 0,-1-1 0 0 0,1 1-1 0 0,0 1 1 0 0,-1 0 0 0 0,1 0 0 0 0,-1 1-1 0 0,1-1 1 0 0,0 2 0 0 0,0-1 0 0 0,-1 1-1 0 0,1 1 1 0 0,0 0 0 0 0,1 0 0 0 0,-1 0 0 0 0,0 1-1 0 0,1 0 1 0 0,0 0 0 0 0,-12 10 0 0 0,3 0 23 0 0,0 1 0 0 0,1 1 1 0 0,1 0-1 0 0,1 1 0 0 0,0 1 1 0 0,-12 21-1 0 0,1 4-373 0 0,-29 73 1 0 0,44-92 124 0 0,1 0 0 0 0,1 0 0 0 0,1 1 0 0 0,1 0 0 0 0,1 0 1 0 0,2 0-1 0 0,0 0 0 0 0,2 1 0 0 0,3 32 0 0 0,-2-43 226 0 0,2 0-1 0 0,0-1 1 0 0,0 1 0 0 0,2-1-1 0 0,0 0 1 0 0,0 0-1 0 0,1-1 1 0 0,1 1-1 0 0,0-1 1 0 0,1-1 0 0 0,0 1-1 0 0,1-1 1 0 0,0-1-1 0 0,1 0 1 0 0,1 0-1 0 0,-1-1 1 0 0,16 11 0 0 0,-18-16 32 0 0,0 0 0 0 0,-1 0 0 0 0,2-1 0 0 0,-1-1 0 0 0,0 1 0 0 0,1-1 1 0 0,0-1-1 0 0,-1 0 0 0 0,1 0 0 0 0,12 1 0 0 0,-6-2 95 0 0,0-1 0 0 0,0 0 0 0 0,0-2-1 0 0,0 1 1 0 0,26-8 0 0 0,-16 2 176 0 0,0-2-1 0 0,-1 0 1 0 0,1-2-1 0 0,-2 0 1 0 0,0-2-1 0 0,38-27 1 0 0,-45 27-54 0 0,-1 0-1 0 0,-1 0 1 0 0,0-2 0 0 0,0 1 0 0 0,-1-2-1 0 0,-1 0 1 0 0,-1 0 0 0 0,0-1 0 0 0,-2 0-1 0 0,12-26 1 0 0,-15 27-91 0 0,-1-1-1 0 0,0 1 1 0 0,-1-1-1 0 0,-1 0 1 0 0,0 0 0 0 0,-2 0-1 0 0,0 0 1 0 0,0 0-1 0 0,-2 0 1 0 0,0 0 0 0 0,-1 0-1 0 0,-5-22 1 0 0,0 15-137 0 0,0-1 0 0 0,-2 2 0 0 0,0-1 0 0 0,-1 1 1 0 0,-2 1-1 0 0,0-1 0 0 0,-2 2 0 0 0,0 0 0 0 0,-1 1 1 0 0,-2 0-1 0 0,-18-17 0 0 0,26 28-70 0 0,-1 0-1 0 0,0 1 1 0 0,-1 0 0 0 0,1 1 0 0 0,-1 0-1 0 0,-1 1 1 0 0,1 0 0 0 0,-1 1-1 0 0,0 0 1 0 0,0 1 0 0 0,-1 0 0 0 0,1 1-1 0 0,-1 0 1 0 0,0 1 0 0 0,1 1-1 0 0,-1 0 1 0 0,0 1 0 0 0,0 0 0 0 0,0 1-1 0 0,0 0 1 0 0,0 1 0 0 0,1 0-1 0 0,-17 6 1 0 0,12-1 33 0 0,0 0-1 0 0,1 1 0 0 0,0 1 1 0 0,0 0-1 0 0,1 1 1 0 0,0 1-1 0 0,1 0 1 0 0,0 1-1 0 0,1 1 1 0 0,-12 14-1 0 0,10-10-3 0 0,1 1 1 0 0,1 0-1 0 0,1 1 1 0 0,1 0-1 0 0,0 1 1 0 0,2 0-1 0 0,-14 40 1 0 0,19-43 62 0 0,0 1 0 0 0,1-1 0 0 0,1 1 1 0 0,1 0-1 0 0,1 0 0 0 0,0-1 0 0 0,1 1 0 0 0,1 0 1 0 0,1 0-1 0 0,0-1 0 0 0,2 0 0 0 0,0 0 0 0 0,0 0 1 0 0,2 0-1 0 0,0-1 0 0 0,1 0 0 0 0,0 0 0 0 0,13 16 1 0 0,-11-17-6 0 0,1-1 1 0 0,1 0 0 0 0,0-1 0 0 0,1 0 0 0 0,0-1-1 0 0,1 0 1 0 0,0-1 0 0 0,1-1 0 0 0,0 0 0 0 0,1-1-1 0 0,0-1 1 0 0,0 0 0 0 0,1-1 0 0 0,0-1 0 0 0,0 0 0 0 0,0-2-1 0 0,34 5 1 0 0,-26-7-170 0 0,0-1 0 0 0,1-1 1 0 0,-1-2-1 0 0,49-9 0 0 0,-32 2-224 0 0</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02.414"/>
    </inkml:context>
    <inkml:brush xml:id="br0">
      <inkml:brushProperty name="width" value="0.35" units="cm"/>
      <inkml:brushProperty name="height" value="0.35" units="cm"/>
      <inkml:brushProperty name="color" value="#FFC114"/>
    </inkml:brush>
  </inkml:definitions>
  <inkml:trace contextRef="#ctx0" brushRef="#br0">0 3447 2961 0 0,'34'32'754'0'0,"-31"-28"-615"0"0,0 0-1 0 0,1 0 0 0 0,0 0 0 0 0,-1-1 0 0 0,2 1 0 0 0,-1-1 0 0 0,0 0 0 0 0,0 0 1 0 0,1 0-1 0 0,0-1 0 0 0,-1 1 0 0 0,1-1 0 0 0,6 1 0 0 0,-4-1 33 0 0,0-1 0 0 0,1-1-1 0 0,-1 1 1 0 0,0-1 0 0 0,0-1-1 0 0,0 1 1 0 0,0-1 0 0 0,0 0 0 0 0,9-3-1 0 0,36-12 519 0 0,-1-3 0 0 0,-1-1-1 0 0,-1-3 1 0 0,62-38 0 0 0,-72 37-303 0 0,-2-2 1 0 0,0-2 0 0 0,-2-1 0 0 0,35-37 0 0 0,117-146 1132 0 0,-93 100-1353 0 0,-13 12-95 0 0,-4-3-1 0 0,-6-4 1 0 0,71-139 0 0 0,-87 129-149 0 0,78-242 1 0 0,-121 317-170 0 0,-2 1 1 0 0,-2-1-1 0 0,6-78 0 0 0,-12-129-1248 0 0,-2 235 1425 0 0,2-455-653 0 0,0 452 754 0 0,0-1 0 0 0,1 1 1 0 0,1 0-1 0 0,1 1 1 0 0,0-1-1 0 0,1 1 0 0 0,15-28 1 0 0,7-4 121 0 0,37-50-1 0 0,21-35 1562 0 0,-66 99-1525 0 0,1 1 0 0 0,2 1 0 0 0,0 1 0 0 0,3 1 0 0 0,0 1 0 0 0,2 2 0 0 0,1 0 0 0 0,57-40 0 0 0,-65 58-235 0 0,-20 9 33 0 0,-1 1 0 0 0,0-1 0 0 0,1 0 1 0 0,-1 1-1 0 0,0-1 0 0 0,1 1 0 0 0,-1-1 0 0 0,0 1 0 0 0,0-1 0 0 0,1 1 1 0 0,-1-1-1 0 0,0 1 0 0 0,0-1 0 0 0,0 1 0 0 0,0-1 0 0 0,1 1 0 0 0,-1-1 1 0 0,0 1-1 0 0,0 0 0 0 0,0-1 0 0 0,0 1 0 0 0,0-1 0 0 0,-1 1 1 0 0,1-1-1 0 0,0 1 0 0 0,0-1 0 0 0,0 1 0 0 0,0 0 0 0 0,-1-1 0 0 0,1 1 1 0 0,0-1-1 0 0,0 0 0 0 0,-1 1 0 0 0,0 0 0 0 0,-1 21-267 0 0,0-8 197 0 0,1-14 62 0 0,0 1 0 0 0,-1-1-1 0 0,1 1 1 0 0,0-1 0 0 0,0 0 0 0 0,0 1-1 0 0,0-1 1 0 0,-1 0 0 0 0,1 0 0 0 0,0 0-1 0 0,0 0 1 0 0,0 0 0 0 0,-1 0 0 0 0,1 0-1 0 0,0-1 1 0 0,-2 1 0 0 0,-164-33-3327 0 0,114 21 3465 0 0,39 9 66 0 0,1-1 0 0 0,-1 0 0 0 0,1-2 1 0 0,0 1-1 0 0,-13-9 0 0 0,21 12-2 0 0,0-1 0 0 0,0 0 0 0 0,0 0 0 0 0,1-1 0 0 0,0 1 0 0 0,0-1 0 0 0,0 0 0 0 0,0 0 0 0 0,0-1 0 0 0,1 1 0 0 0,-1-1 0 0 0,1 1 0 0 0,1-1 0 0 0,-1 0 0 0 0,-3-9 0 0 0,6 13-179 0 0,0 1 0 0 0,0 0 0 0 0,0 0 0 0 0,0-1 0 0 0,0 1 0 0 0,0 0 0 0 0,0 0 0 0 0,0-1 0 0 0,0 1-1 0 0,0 0 1 0 0,1 0 0 0 0,-1 0 0 0 0,0-1 0 0 0,0 1 0 0 0,0 0 0 0 0,0 0 0 0 0,0-1 0 0 0,1 1 0 0 0,-1 0 0 0 0,0 0 0 0 0,0 0 0 0 0,0 0 0 0 0,1-1-1 0 0,-1 1 1 0 0,0 0 0 0 0,0 0 0 0 0,0 0 0 0 0,1 0 0 0 0,-1 0 0 0 0,0 0 0 0 0,0 0 0 0 0,1 0 0 0 0,-1 0 0 0 0,0 0 0 0 0,0-1 0 0 0,1 1 0 0 0,-1 0 0 0 0,0 0-1 0 0,0 0 1 0 0,1 1 0 0 0,-1-1 0 0 0,0 0 0 0 0,0 0 0 0 0,1 0 0 0 0,-1 0 0 0 0,0 0 0 0 0,0 0 0 0 0,1 0 0 0 0,1 3 351 0 0,3-4-242 0 0,166-5-515 0 0,-68 4 409 0 0,-55 0 11 0 0,-17-1-40 0 0,-1 2 0 0 0,1 2 0 0 0,25-2 3440 0 0,-57 1-3360 0 0,0 0 1 0 0,-1-1-1 0 0,1 1 0 0 0,-1 0 0 0 0,1 0 0 0 0,-1 0 1 0 0,1 0-1 0 0,-1 0 0 0 0,1 1 0 0 0,-1-1 0 0 0,1 0 0 0 0,-1 1 1 0 0,1-1-1 0 0,0 1 0 0 0,-1-1 0 0 0,1 1 0 0 0,0 0 0 0 0,-1 0 1 0 0,1-1-1 0 0,0 1 0 0 0,0 0 0 0 0,0 0 0 0 0,0 0 1 0 0,0 0-1 0 0,0 0 0 0 0,0 1 0 0 0,-2 1 235 0 0,2 2-186 0 0,-31 127 227 0 0,-10 43 430 0 0,38-149-676 0 0,1 0-1 0 0,1 0 0 0 0,1 0 0 0 0,4 45 1 0 0,-1-59-439 0 0,1 0-1 0 0,0 0 1 0 0,0 0 0 0 0,2-1 0 0 0,-1 0 0 0 0,2 0 0 0 0,-1 0 0 0 0,12 16 0 0 0,-5-7-750 0 0</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42.828"/>
    </inkml:context>
    <inkml:brush xml:id="br0">
      <inkml:brushProperty name="width" value="0.1" units="cm"/>
      <inkml:brushProperty name="height" value="0.1" units="cm"/>
      <inkml:brushProperty name="color" value="#849398"/>
    </inkml:brush>
  </inkml:definitions>
  <inkml:trace contextRef="#ctx0" brushRef="#br0">25 207 5065 0 0,'-1'-25'1176'0'0,"-1"0"-1"0"0,-7-28 1 0 0,4 28 590 0 0,2 0 0 0 0,-1-28 1 0 0,24 120 1620 0 0,-1 26-2537 0 0,-5 1 0 0 0,2 103 0 0 0,-31 359-792 0 0,-3-35-28 0 0,71 320 952 0 0,-40-680-880 0 0,74 581 1375 0 0,-55-512-1315 0 0,0 173-86 0 0,-25 0 0 0 0,-6-291-70 0 0,90 1362 247 0 0,-65-1252-243 0 0,44 533 207 0 0,-57-278-195 0 0,22 395 32 0 0,-8-503 150 0 0,67 731 228 0 0,61-236-283 0 0,-9-67-18 0 0,-87-257-131 0 0,-26-212 0 0 0,-5-95 0 0 0,28 427 0 0 0,-56-191 0 0 0,2 140 0 0 0,76 483 323 0 0,-23-554-326 0 0,-30 62-309 0 0,0 216 472 0 0,-15-420 611 0 0,-1-6-330 0 0,-9-331-642 0 0,-2-1 0 0 0,-3 1-1 0 0,-3 0 1 0 0,-27 101 0 0 0,-13 75-3085 0 0</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47.487"/>
    </inkml:context>
    <inkml:brush xml:id="br0">
      <inkml:brushProperty name="width" value="0.1" units="cm"/>
      <inkml:brushProperty name="height" value="0.1" units="cm"/>
      <inkml:brushProperty name="color" value="#849398"/>
    </inkml:brush>
  </inkml:definitions>
  <inkml:trace contextRef="#ctx0" brushRef="#br0">172 3 16131 0 0,'-32'7'1422'0'0,"1"-1"0"0"0,-1-2 0 0 0,-45 2 0 0 0,574 1-417 0 0,-24-5-860 0 0,-310-4-133 0 0,1525-20-420 0 0,-1160 12 408 0 0,703 39 64 0 0,-660-5-64 0 0,11 1 0 0 0,-464-24 3 0 0,121-17 0 0 0,-62 2-19 0 0,-134 12-92 0 0,4 1-737 0 0,0-2 0 0 0,0-3 0 0 0,82-20 0 0 0,-113 21-1008 0 0</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47.851"/>
    </inkml:context>
    <inkml:brush xml:id="br0">
      <inkml:brushProperty name="width" value="0.1" units="cm"/>
      <inkml:brushProperty name="height" value="0.1" units="cm"/>
      <inkml:brushProperty name="color" value="#849398"/>
    </inkml:brush>
  </inkml:definitions>
  <inkml:trace contextRef="#ctx0" brushRef="#br0">4 0 11058 0 0,'-3'19'12401'0'0,"8"-15"-13977"0"0,9 4 1769 0 0,0-1 0 0 0,0 0-1 0 0,1-1 1 0 0,0-1-1 0 0,0 0 1 0 0,26 4 0 0 0,13 5 137 0 0,17 8-207 0 0,121 56-1 0 0,-164-64-80 0 0,-1 1 0 0 0,-1 1 0 0 0,0 1 1 0 0,-1 1-1 0 0,0 2 0 0 0,-2 0 0 0 0,22 26 0 0 0,-41-43 5 0 0,-1 1 1 0 0,0 0-1 0 0,0-1 1 0 0,-1 1-1 0 0,1 1 1 0 0,-1-1-1 0 0,0 0 0 0 0,0 1 1 0 0,0-1-1 0 0,-1 1 1 0 0,1-1-1 0 0,-1 1 1 0 0,0 0-1 0 0,-1-1 1 0 0,1 8-1 0 0,-1-8-17 0 0,-1 0-1 0 0,0 1 1 0 0,0-1 0 0 0,0 0 0 0 0,-1 0-1 0 0,1 0 1 0 0,-1 0 0 0 0,0 0-1 0 0,0 0 1 0 0,0 0 0 0 0,-1-1-1 0 0,1 1 1 0 0,-1-1 0 0 0,0 0-1 0 0,0 1 1 0 0,0-1 0 0 0,-5 3-1 0 0,-13 11 57 0 0,-1-1 0 0 0,-1-1-1 0 0,0-1 1 0 0,-1-1 0 0 0,-34 13-1 0 0,-135 40-893 0 0,77-29-2165 0 0,85-26-5050 0 0</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45.827"/>
    </inkml:context>
    <inkml:brush xml:id="br0">
      <inkml:brushProperty name="width" value="0.1" units="cm"/>
      <inkml:brushProperty name="height" value="0.1" units="cm"/>
      <inkml:brushProperty name="color" value="#849398"/>
    </inkml:brush>
  </inkml:definitions>
  <inkml:trace contextRef="#ctx0" brushRef="#br0">406 257 2761 0 0,'-19'-9'-1050'0'0,"-11"-7"1516"0"0,-57-19-1 0 0,67 30 792 0 0,0 2 0 0 0,0 0 0 0 0,0 2 1 0 0,-1 0-1 0 0,1 1 0 0 0,-36 5 0 0 0,-26-1 3536 0 0,71-7-1620 0 0,30-6-2001 0 0,29-6-757 0 0,90-23 509 0 0,-49 13-580 0 0,135-21 1 0 0,-94 29-289 0 0,185-20-3 0 0,-285 35-205 0 0,1 1-1 0 0,0 2 1 0 0,36 5 0 0 0,-52-3-964 0 0,0 0 1 0 0,20 7-1 0 0,-14-1-5762 0 0</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46.129"/>
    </inkml:context>
    <inkml:brush xml:id="br0">
      <inkml:brushProperty name="width" value="0.1" units="cm"/>
      <inkml:brushProperty name="height" value="0.1" units="cm"/>
      <inkml:brushProperty name="color" value="#849398"/>
    </inkml:brush>
  </inkml:definitions>
  <inkml:trace contextRef="#ctx0" brushRef="#br0">41 1 10594 0 0,'-3'2'645'0'0,"-1"0"1"0"0,1 1-1 0 0,0-1 0 0 0,1 1 0 0 0,-1-1 0 0 0,0 1 0 0 0,1 0 0 0 0,-1 0 1 0 0,1 1-1 0 0,0-1 0 0 0,-2 5 0 0 0,3-5-271 0 0,-1 1 0 0 0,1-1 0 0 0,0 1 1 0 0,1 0-1 0 0,-1 0 0 0 0,1-1 0 0 0,-1 1 0 0 0,1 0 0 0 0,1 7 0 0 0,2 3-141 0 0,0-1-1 0 0,1 0 0 0 0,1 0 0 0 0,0 0 0 0 0,8 15 0 0 0,3 8 144 0 0,35 111 470 0 0,52 241-1 0 0,-61-212-871 0 0,-39-163-286 0 0,40 138 878 0 0,-14-79-2189 0 0,-20-55-676 0 0,0-1 0 0 0,13 17 0 0 0</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46.383"/>
    </inkml:context>
    <inkml:brush xml:id="br0">
      <inkml:brushProperty name="width" value="0.1" units="cm"/>
      <inkml:brushProperty name="height" value="0.1" units="cm"/>
      <inkml:brushProperty name="color" value="#849398"/>
    </inkml:brush>
  </inkml:definitions>
  <inkml:trace contextRef="#ctx0" brushRef="#br0">0 6 11522 0 0,'3'-5'4139'0'0,"-3"5"-4053"0"0,12 3 4002 0 0,-8 1-2975 0 0,29 22-399 0 0,-1 2-1 0 0,-1 2 0 0 0,-2 0 1 0 0,28 40-1 0 0,48 48-351 0 0,-84-97-956 0 0,42 41 606 0 0,-19-24-7473 0 0,-27-25 221 0 0</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46.678"/>
    </inkml:context>
    <inkml:brush xml:id="br0">
      <inkml:brushProperty name="width" value="0.1" units="cm"/>
      <inkml:brushProperty name="height" value="0.1" units="cm"/>
      <inkml:brushProperty name="color" value="#849398"/>
    </inkml:brush>
  </inkml:definitions>
  <inkml:trace contextRef="#ctx0" brushRef="#br0">550 54 6913 0 0,'-10'-22'5222'0'0,"9"19"-4522"0"0,1 1 0 0 0,-1-1 0 0 0,0 0 0 0 0,-1 1 0 0 0,1 0 0 0 0,0-1-1 0 0,-1 1 1 0 0,-2-4 0 0 0,3 5-574 0 0,0 0 0 0 0,0 1 0 0 0,0-1 0 0 0,0 1 0 0 0,-1-1 0 0 0,1 1 0 0 0,0-1 0 0 0,0 1 0 0 0,0 0 0 0 0,0 0 0 0 0,0-1 0 0 0,-1 1 0 0 0,1 0 0 0 0,0 0 0 0 0,0 0 0 0 0,0 0 0 0 0,-1 1 0 0 0,1-1 0 0 0,0 0 0 0 0,0 0 0 0 0,0 1 0 0 0,0-1-1 0 0,0 1 1 0 0,0-1 0 0 0,-1 1 0 0 0,0 0 0 0 0,-6 3 67 0 0,1 1 0 0 0,-1-1-1 0 0,1 1 1 0 0,0 1-1 0 0,0-1 1 0 0,0 1 0 0 0,-9 13-1 0 0,-39 53 89 0 0,40-51-133 0 0,-29 45-38 0 0,-50 100 0 0 0,-21 80 114 0 0,79-168-204 0 0,32-69-13 0 0,-8 18-464 0 0,0-1 0 0 0,1 1 0 0 0,2 1-1 0 0,-8 40 1 0 0,14-43-7458 0 0</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48.756"/>
    </inkml:context>
    <inkml:brush xml:id="br0">
      <inkml:brushProperty name="width" value="0.1" units="cm"/>
      <inkml:brushProperty name="height" value="0.1" units="cm"/>
      <inkml:brushProperty name="color" value="#849398"/>
    </inkml:brush>
  </inkml:definitions>
  <inkml:trace contextRef="#ctx0" brushRef="#br0">4483 227 14283 0 0,'1'0'134'0'0,"0"0"0"0"0,0 0 0 0 0,0 0 0 0 0,0 0 0 0 0,0 0-1 0 0,0 0 1 0 0,0 0 0 0 0,0-1 0 0 0,1 1 0 0 0,-1 0 0 0 0,0-1 0 0 0,0 1 0 0 0,0-1 0 0 0,0 1 0 0 0,0-1-1 0 0,-1 1 1 0 0,1-1 0 0 0,2-1 0 0 0,-6-2 1408 0 0,-12 2-171 0 0,-131 7 1402 0 0,-60-2-1969 0 0,-89-25-29 0 0,-117-2-934 0 0,-638-24 571 0 0,1022 44-423 0 0,-957-96 648 0 0,918 96-517 0 0,-421-16 298 0 0,395 22-466 0 0,-1 4 0 0 0,1 4 0 0 0,-110 26 0 0 0,-80 45 793 0 0,260-76-831 0 0,22-5 12 0 0,1 1 0 0 0,-1-1 0 0 0,0 0 0 0 0,0 0 0 0 0,1 0 0 0 0,-1 1-1 0 0,0-1 1 0 0,0 0 0 0 0,0 0 0 0 0,1 0 0 0 0,-1 0 0 0 0,0 0 0 0 0,0 0-1 0 0,0-1 1 0 0,1 1 0 0 0,-1 0 0 0 0,0 0 0 0 0,0-1 0 0 0,1 1 0 0 0,-1 0 0 0 0,0-1-1 0 0,0 1 1 0 0,0-1 0 0 0,20-7-5286 0 0</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49.104"/>
    </inkml:context>
    <inkml:brush xml:id="br0">
      <inkml:brushProperty name="width" value="0.1" units="cm"/>
      <inkml:brushProperty name="height" value="0.1" units="cm"/>
      <inkml:brushProperty name="color" value="#849398"/>
    </inkml:brush>
  </inkml:definitions>
  <inkml:trace contextRef="#ctx0" brushRef="#br0">565 11 6913 0 0,'-2'-2'654'0'0,"-1"1"0"0"0,0-1-1 0 0,0 1 1 0 0,0 0-1 0 0,0 0 1 0 0,0 0 0 0 0,0 1-1 0 0,0-1 1 0 0,0 1-1 0 0,0-1 1 0 0,-1 1-1 0 0,1 0 1 0 0,0 0 0 0 0,0 1-1 0 0,0-1 1 0 0,-5 2-1 0 0,3 0-288 0 0,0 0-1 0 0,0 0 0 0 0,1 1 1 0 0,-1-1-1 0 0,1 1 1 0 0,-5 4-1 0 0,-27 23 133 0 0,2 2 0 0 0,2 1 1 0 0,1 1-1 0 0,-41 58 0 0 0,-87 166 310 0 0,148-239-749 0 0,-5 10 73 0 0,0-1-1 0 0,1 2 1 0 0,2 0-1 0 0,2 0 1 0 0,-11 40-1 0 0,21-65-103 0 0,0-1 0 0 0,0 1 1 0 0,1 0-1 0 0,0-1 0 0 0,0 1 0 0 0,0-1 0 0 0,0 1 0 0 0,1 0 0 0 0,-1-1 0 0 0,1 1 0 0 0,0-1 1 0 0,1 1-1 0 0,-1-1 0 0 0,1 0 0 0 0,0 1 0 0 0,0-1 0 0 0,0 0 0 0 0,1 0 0 0 0,-1 0 0 0 0,1-1 0 0 0,0 1 1 0 0,0 0-1 0 0,0-1 0 0 0,1 0 0 0 0,-1 0 0 0 0,1 0 0 0 0,0 0 0 0 0,-1-1 0 0 0,1 1 0 0 0,0-1 0 0 0,1 0 1 0 0,7 3-1 0 0,0-1 12 0 0,1-1 1 0 0,0 0-1 0 0,0 0 1 0 0,1-1-1 0 0,-1-1 1 0 0,0 0 0 0 0,1-1-1 0 0,-1 0 1 0 0,0-1-1 0 0,18-4 1 0 0,168-40-3470 0 0,-156 38-4760 0 0</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49.910"/>
    </inkml:context>
    <inkml:brush xml:id="br0">
      <inkml:brushProperty name="width" value="0.1" units="cm"/>
      <inkml:brushProperty name="height" value="0.1" units="cm"/>
      <inkml:brushProperty name="color" value="#849398"/>
    </inkml:brush>
  </inkml:definitions>
  <inkml:trace contextRef="#ctx0" brushRef="#br0">1 119 17972 0 0,'20'1'1824'0'0,"59"-5"-8"0"0,124-22 0 0 0,-139 15-1936 0 0,181-37 1310 0 0,-181 35-3341 0 0,0-1-3379 0 0,-44 11-1709 0 0</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50.164"/>
    </inkml:context>
    <inkml:brush xml:id="br0">
      <inkml:brushProperty name="width" value="0.1" units="cm"/>
      <inkml:brushProperty name="height" value="0.1" units="cm"/>
      <inkml:brushProperty name="color" value="#849398"/>
    </inkml:brush>
  </inkml:definitions>
  <inkml:trace contextRef="#ctx0" brushRef="#br0">4 1 13827 0 0,'0'1'225'0'0,"-1"1"0"0"0,1-1 0 0 0,-1 1 0 0 0,1 0 0 0 0,-1-1 0 0 0,1 1 0 0 0,0 0 0 0 0,0-1 0 0 0,0 1 0 0 0,0 0 0 0 0,0-1 0 0 0,0 1 0 0 0,0 0 0 0 0,1-1 0 0 0,0 3 0 0 0,11 33 2685 0 0,-5-18-2130 0 0,18 91 671 0 0,-5 0 0 0 0,6 124 1 0 0,-20-176-1156 0 0,-2-1-625 0 0,5 33 13 0 0,3-30-7340 0 0</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50.528"/>
    </inkml:context>
    <inkml:brush xml:id="br0">
      <inkml:brushProperty name="width" value="0.1" units="cm"/>
      <inkml:brushProperty name="height" value="0.1" units="cm"/>
      <inkml:brushProperty name="color" value="#849398"/>
    </inkml:brush>
  </inkml:definitions>
  <inkml:trace contextRef="#ctx0" brushRef="#br0">0 204 6449 0 0,'20'-23'9004'0'0,"-18"21"-8720"0"0,-1 1 0 0 0,1-1 0 0 0,0 0 0 0 0,0 1 0 0 0,0-1 0 0 0,0 1 0 0 0,0 0 0 0 0,0 0 0 0 0,0 0 0 0 0,0 0 0 0 0,1 0 0 0 0,-1 0 0 0 0,0 1 0 0 0,1-1 0 0 0,-1 1 0 0 0,0 0 0 0 0,1-1 0 0 0,-1 1 0 0 0,1 0 0 0 0,-1 0 1 0 0,3 1-1 0 0,0 0-114 0 0,-1 0 1 0 0,0 1 0 0 0,0-1 0 0 0,0 1 0 0 0,0 0 0 0 0,0 1 0 0 0,-1-1-1 0 0,1 0 1 0 0,-1 1 0 0 0,1 0 0 0 0,2 3 0 0 0,3 3-121 0 0,0 1 1 0 0,-1 0 0 0 0,-1 0-1 0 0,0 1 1 0 0,0 0 0 0 0,-1 0-1 0 0,7 17 1 0 0,-12-25-35 0 0,0-1-1 0 0,0 1 0 0 0,-1-1 1 0 0,1 0-1 0 0,-1 1 1 0 0,0-1-1 0 0,1 1 0 0 0,-1-1 1 0 0,0 1-1 0 0,-1-1 1 0 0,1 1-1 0 0,0-1 1 0 0,-1 1-1 0 0,1-1 0 0 0,-1 1 1 0 0,0-1-1 0 0,0 1 1 0 0,0-1-1 0 0,0 0 1 0 0,0 0-1 0 0,-3 4 0 0 0,4-5-7 0 0,-1 0 0 0 0,0-1 0 0 0,0 1 0 0 0,0 0 0 0 0,0 0-1 0 0,0-1 1 0 0,0 1 0 0 0,0-1 0 0 0,0 1 0 0 0,0-1 0 0 0,0 1 0 0 0,0-1-1 0 0,0 0 1 0 0,0 1 0 0 0,0-1 0 0 0,-1 0 0 0 0,1 0 0 0 0,0 0 0 0 0,-1 0-1 0 0,0 0-1 0 0,-1-1-1 0 0,1 1 0 0 0,0-1 1 0 0,0 1-1 0 0,0-1 0 0 0,0 0 1 0 0,0 0-1 0 0,0 0 0 0 0,0 0 1 0 0,1 0-1 0 0,-1-1 0 0 0,0 1 1 0 0,-2-3-1 0 0,0 0-14 0 0,1-1-1 0 0,0 1 1 0 0,0-1 0 0 0,0 0 0 0 0,1 0-1 0 0,-1 0 1 0 0,1-1 0 0 0,0 1 0 0 0,1 0-1 0 0,-1-1 1 0 0,1 1 0 0 0,0-1 0 0 0,1 0-1 0 0,-1 1 1 0 0,1-1 0 0 0,0 1 0 0 0,1-8 0 0 0,1-14-54 0 0,2 0 0 0 0,7-29 0 0 0,-11 54 63 0 0,2-8-87 0 0,1 0 0 0 0,0 1 0 0 0,0-1-1 0 0,1 1 1 0 0,0 0 0 0 0,0 0 0 0 0,10-14 0 0 0,-12 19 43 0 0,1 1 0 0 0,0 0 0 0 0,0 0-1 0 0,0 1 1 0 0,0-1 0 0 0,0 0 0 0 0,0 1 0 0 0,1 0 0 0 0,-1 0 0 0 0,1 0 0 0 0,-1 0 0 0 0,1 0 0 0 0,0 1 0 0 0,0 0 0 0 0,0 0 0 0 0,0 0 0 0 0,0 0-1 0 0,0 0 1 0 0,0 1 0 0 0,0 0 0 0 0,6 0 0 0 0,33 5-3284 0 0,-30-3-487 0 0,8 1-2890 0 0</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51.280"/>
    </inkml:context>
    <inkml:brush xml:id="br0">
      <inkml:brushProperty name="width" value="0.1" units="cm"/>
      <inkml:brushProperty name="height" value="0.1" units="cm"/>
      <inkml:brushProperty name="color" value="#849398"/>
    </inkml:brush>
  </inkml:definitions>
  <inkml:trace contextRef="#ctx0" brushRef="#br0">345 10 5065 0 0,'-8'-3'1541'0'0,"1"1"0"0"0,-1 1 0 0 0,1-1 1 0 0,-1 1-1 0 0,-15 0 0 0 0,15 2-599 0 0,0-1-1 0 0,1 2 1 0 0,-1-1 0 0 0,0 1 0 0 0,-10 3-1 0 0,7 0-527 0 0,0 0 0 0 0,1 0-1 0 0,-1 1 1 0 0,1 1 0 0 0,0 0-1 0 0,1 0 1 0 0,0 1-1 0 0,-10 10 1 0 0,3-1-457 0 0,2 1-1 0 0,0 0 0 0 0,1 1 1 0 0,1 0-1 0 0,1 1 1 0 0,1 0-1 0 0,0 1 1 0 0,-12 41-1 0 0,21-58-1 0 0,0 0 0 0 0,0 0 0 0 0,0-1-1 0 0,1 1 1 0 0,-1 0 0 0 0,1 0 0 0 0,0 0 0 0 0,0 0 0 0 0,0 0 0 0 0,1 0-1 0 0,0-1 1 0 0,0 1 0 0 0,0 0 0 0 0,0 0 0 0 0,2 5 0 0 0,-2-8-24 0 0,1 1 0 0 0,-1-1 0 0 0,0 1 0 0 0,1-1 0 0 0,-1 1 0 0 0,1-1 0 0 0,-1 0 0 0 0,1 0 0 0 0,-1 0 0 0 0,1 0 0 0 0,0 0 0 0 0,0 0 0 0 0,0 0 0 0 0,-1-1 0 0 0,1 1 1 0 0,0 0-1 0 0,0-1 0 0 0,0 0 0 0 0,0 1 0 0 0,0-1 0 0 0,0 0 0 0 0,0 0 0 0 0,0 0 0 0 0,0 0 0 0 0,0-1 0 0 0,0 1 0 0 0,0 0 0 0 0,0-1 0 0 0,0 0 0 0 0,-1 1 0 0 0,4-2 0 0 0,1-1-73 0 0,0 1-1 0 0,0-1 0 0 0,0-1 0 0 0,0 1 0 0 0,-1-1 0 0 0,1 0 1 0 0,-1 0-1 0 0,0 0 0 0 0,0-1 0 0 0,-1 0 0 0 0,1 0 1 0 0,-1 0-1 0 0,5-8 0 0 0,5-10 669 0 0,23-51 0 0 0,-12 23 893 0 0,-23 46-1274 0 0,1 1 0 0 0,0 0 0 0 0,0-1 0 0 0,0 1 0 0 0,0 0 0 0 0,1 0 0 0 0,-1 1 0 0 0,1-1 0 0 0,5-3 0 0 0,-8 7-123 0 0,1-1 0 0 0,-1 0 0 0 0,0 1 0 0 0,0-1 0 0 0,1 1 0 0 0,-1-1-1 0 0,0 1 1 0 0,1-1 0 0 0,-1 1 0 0 0,1 0 0 0 0,-1 0 0 0 0,0 0 0 0 0,1 0-1 0 0,-1 0 1 0 0,1 0 0 0 0,-1 0 0 0 0,0 0 0 0 0,1 1 0 0 0,-1-1 0 0 0,0 0-1 0 0,1 1 1 0 0,-1-1 0 0 0,0 1 0 0 0,1 0 0 0 0,-1-1 0 0 0,0 1 0 0 0,0 0-1 0 0,0 0 1 0 0,1 0 0 0 0,-1 0 0 0 0,0-1 0 0 0,0 2 0 0 0,-1-1 0 0 0,1 0-1 0 0,0 0 1 0 0,0 0 0 0 0,1 2 0 0 0,28 51 346 0 0,-26-45-387 0 0,0 0 1 0 0,1 0 0 0 0,0-1-1 0 0,1 1 1 0 0,-1-1-1 0 0,1 0 1 0 0,1 0 0 0 0,0-1-1 0 0,14 12 1 0 0,-20-18-14 0 0,0-1-1 0 0,-1 1 1 0 0,1-1-1 0 0,0 1 1 0 0,0-1-1 0 0,0 0 1 0 0,0 1 0 0 0,0-1-1 0 0,0 0 1 0 0,0 0-1 0 0,-1 0 1 0 0,1 0 0 0 0,0 0-1 0 0,0 0 1 0 0,0 0-1 0 0,0 0 1 0 0,0 0-1 0 0,0 0 1 0 0,0 0 0 0 0,0 0-1 0 0,0-1 1 0 0,0 1-1 0 0,0 0 1 0 0,1-2 0 0 0,0 1-12 0 0,0 0 0 0 0,0-1 0 0 0,-1 0 0 0 0,1 1 0 0 0,0-1 0 0 0,-1 0 1 0 0,1 0-1 0 0,-1 0 0 0 0,2-4 0 0 0,3-6 59 0 0,-2 0 1 0 0,1 0-1 0 0,2-12 0 0 0,-6 17 94 0 0,2-3 49 0 0,0 0 1 0 0,0 0-1 0 0,1 1 0 0 0,0-1 0 0 0,10-17 1 0 0,-12 25-133 0 0,-1 1-1 0 0,0-1 1 0 0,0 1 0 0 0,1 0 0 0 0,-1-1-1 0 0,1 1 1 0 0,-1 0 0 0 0,1 0 0 0 0,-1 0 0 0 0,1 0-1 0 0,0 0 1 0 0,-1 0 0 0 0,1 0 0 0 0,0 0-1 0 0,0 1 1 0 0,0-1 0 0 0,0 1 0 0 0,0 0 0 0 0,0-1-1 0 0,0 1 1 0 0,-1 0 0 0 0,1 0 0 0 0,0 0-1 0 0,0 0 1 0 0,0 0 0 0 0,0 1 0 0 0,0-1 0 0 0,0 1-1 0 0,0-1 1 0 0,0 1 0 0 0,-1 0 0 0 0,1-1 0 0 0,0 1-1 0 0,0 0 1 0 0,-1 0 0 0 0,1 0 0 0 0,-1 1-1 0 0,4 1 1 0 0,1 3-31 0 0,0-1-1 0 0,0 1 0 0 0,0 0 1 0 0,-1 0-1 0 0,0 0 1 0 0,0 1-1 0 0,7 13 0 0 0,-8-12-51 0 0,1 0-1 0 0,1-1 0 0 0,-1 1 1 0 0,1-1-1 0 0,7 6 0 0 0,-12-12 49 0 0,0 0 0 0 0,1 0-1 0 0,-1 0 1 0 0,0 0 0 0 0,0-1-1 0 0,0 1 1 0 0,1-1 0 0 0,-1 1-1 0 0,0-1 1 0 0,1 1 0 0 0,-1-1-1 0 0,1 0 1 0 0,-1 1 0 0 0,0-1-1 0 0,1 0 1 0 0,-1 0 0 0 0,1 0-1 0 0,-1 0 1 0 0,1-1 0 0 0,1 1-1 0 0,1-1-20 0 0,-1-1 0 0 0,1 1 0 0 0,-1-1 0 0 0,1 1 0 0 0,-1-1 0 0 0,0 0 0 0 0,6-4 0 0 0,3-5-82 0 0,-1 0 1 0 0,19-23-1 0 0,-26 30 106 0 0,8-11-32 0 0,-6 6 126 0 0,1 1 0 0 0,-1 0-1 0 0,1 0 1 0 0,1 1 0 0 0,-1 0 0 0 0,1 0 0 0 0,1 1-1 0 0,17-10 1 0 0,-24 15-42 0 0,1 1-1 0 0,-1-1 1 0 0,1 1-1 0 0,-1 0 1 0 0,1 0 0 0 0,-1 0-1 0 0,1 1 1 0 0,-1-1 0 0 0,1 0-1 0 0,-1 1 1 0 0,1 0-1 0 0,-1 0 1 0 0,1-1 0 0 0,-1 1-1 0 0,0 1 1 0 0,4 1-1 0 0,39 26 189 0 0,-32-20-164 0 0,3 3-446 0 0,0 1 0 0 0,0 1-1 0 0,25 30 1 0 0,-18-18-5767 0 0</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51.790"/>
    </inkml:context>
    <inkml:brush xml:id="br0">
      <inkml:brushProperty name="width" value="0.1" units="cm"/>
      <inkml:brushProperty name="height" value="0.1" units="cm"/>
      <inkml:brushProperty name="color" value="#849398"/>
    </inkml:brush>
  </inkml:definitions>
  <inkml:trace contextRef="#ctx0" brushRef="#br0">210 64 11522 0 0,'4'-4'480'0'0,"-1"1"0"0"0,-1-1 0 0 0,1 0 0 0 0,-1 0 0 0 0,1 0 0 0 0,-1 0 0 0 0,0 0 0 0 0,1-5 0 0 0,-3 8-310 0 0,1 0 0 0 0,-1 1 1 0 0,0-1-1 0 0,0 0 0 0 0,0 0 1 0 0,1 0-1 0 0,-1 0 0 0 0,0 1 0 0 0,0-1 1 0 0,-1 0-1 0 0,1 0 0 0 0,0 0 0 0 0,0 0 1 0 0,0 1-1 0 0,0-1 0 0 0,-1 0 1 0 0,1 0-1 0 0,0 0 0 0 0,-1 1 0 0 0,0-2 1 0 0,0 1-45 0 0,0 1 0 0 0,1-1 0 0 0,-1 1 0 0 0,0-1 0 0 0,0 1 0 0 0,0-1 0 0 0,-1 1 0 0 0,1-1 0 0 0,0 1 0 0 0,0 0 0 0 0,0 0 0 0 0,0 0 0 0 0,0 0 0 0 0,0 0 0 0 0,0 0 0 0 0,0 0 0 0 0,0 0 1 0 0,-1 0-1 0 0,1 0 0 0 0,-2 1 0 0 0,-5 1 27 0 0,-1 1 0 0 0,0 0 0 0 0,1 0 0 0 0,-1 1 0 0 0,1 0 0 0 0,0 0 0 0 0,0 1 0 0 0,1 0 0 0 0,-11 9 0 0 0,-1 3-14 0 0,1 0-1 0 0,-19 24 0 0 0,32-36-126 0 0,1 1-1 0 0,-1 0 1 0 0,1 0-1 0 0,1 0 0 0 0,-1 0 1 0 0,1 1-1 0 0,0 0 0 0 0,0 0 1 0 0,1 0-1 0 0,0 0 0 0 0,-2 9 1 0 0,4-13-36 0 0,0 0 1 0 0,0 1 0 0 0,0-1 0 0 0,0 0-1 0 0,1 0 1 0 0,-1 0 0 0 0,1 0-1 0 0,0 0 1 0 0,0 0 0 0 0,0 0-1 0 0,0 0 1 0 0,0-1 0 0 0,1 1-1 0 0,-1 0 1 0 0,1-1 0 0 0,0 1-1 0 0,0-1 1 0 0,0 1 0 0 0,0-1-1 0 0,0 0 1 0 0,0 0 0 0 0,1 0-1 0 0,-1 0 1 0 0,1 0 0 0 0,-1 0-1 0 0,1-1 1 0 0,0 1 0 0 0,5 1-1 0 0,12 5-58 0 0,0-2-1 0 0,1 0 0 0 0,0-1 0 0 0,23 2 1 0 0,-26-5 60 0 0,0 1 1 0 0,1 1 0 0 0,-1 1 0 0 0,-1 0 0 0 0,1 1 0 0 0,17 10 0 0 0,-34-16 21 0 0,1 1-1 0 0,-1-1 1 0 0,0 1 0 0 0,1 0-1 0 0,-1 0 1 0 0,0 0-1 0 0,0 0 1 0 0,0 0 0 0 0,0 0-1 0 0,0 0 1 0 0,0 0 0 0 0,0 0-1 0 0,0 0 1 0 0,-1 0 0 0 0,1 0-1 0 0,0 1 1 0 0,-1-1 0 0 0,1 0-1 0 0,-1 1 1 0 0,1-1 0 0 0,-1 0-1 0 0,1 1 1 0 0,-1-1 0 0 0,0 1-1 0 0,0-1 1 0 0,0 2 0 0 0,0 0-7 0 0,-1 0 1 0 0,0 0 0 0 0,0-1-1 0 0,0 1 1 0 0,0-1 0 0 0,0 1-1 0 0,-1-1 1 0 0,1 1 0 0 0,-1-1 0 0 0,0 0-1 0 0,0 1 1 0 0,-2 2 0 0 0,-8 5-63 0 0,0 0 0 0 0,0 0 0 0 0,-22 12 0 0 0,1-4-600 0 0,11-7-2878 0 0,14-8 1180 0 0,-11 6-4494 0 0</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52.406"/>
    </inkml:context>
    <inkml:brush xml:id="br0">
      <inkml:brushProperty name="width" value="0.1" units="cm"/>
      <inkml:brushProperty name="height" value="0.1" units="cm"/>
      <inkml:brushProperty name="color" value="#849398"/>
    </inkml:brush>
  </inkml:definitions>
  <inkml:trace contextRef="#ctx0" brushRef="#br0">0 21 7370 0 0,'43'-14'506'0'0,"-35"12"499"0"0,0 0-1 0 0,0 1 1 0 0,0 0-1 0 0,0 1 0 0 0,0-1 1 0 0,11 2-1 0 0,-15 0-481 0 0,0 0 0 0 0,0-1 0 0 0,-1 1 0 0 0,1 0 0 0 0,0 1 0 0 0,-1-1 0 0 0,1 1 0 0 0,-1-1 0 0 0,1 1 0 0 0,-1 0 0 0 0,0 1 0 0 0,1-1 0 0 0,4 6 0 0 0,-5-5-421 0 0,0 0 1 0 0,-1 1-1 0 0,1-1 1 0 0,-1 1-1 0 0,0 0 0 0 0,0 0 1 0 0,0 0-1 0 0,-1 0 1 0 0,2 4-1 0 0,3 18 194 0 0,-1 1 1 0 0,1 36-1 0 0,-3-34-2081 0 0,9 47-1 0 0,-12-75 1639 0 0,0 0-1 0 0,0-1 1 0 0,0 1-1 0 0,0 0 1 0 0,0-1 0 0 0,0 1-1 0 0,0 0 1 0 0,0-1-1 0 0,1 1 1 0 0,-1 0-1 0 0,0-1 1 0 0,0 1 0 0 0,1 0-1 0 0,-1-1 1 0 0,0 1-1 0 0,1-1 1 0 0,-1 1-1 0 0,1-1 1 0 0,-1 1 0 0 0,1-1-1 0 0,-1 1 1 0 0,1-1-1 0 0,0 1 1 0 0,4-15-320 0 0,-3-28 1481 0 0,-4 20-581 0 0,1 8 277 0 0,0 1 0 0 0,1 0 0 0 0,0 0 0 0 0,3-24 0 0 0,-2 32-597 0 0,0 1 0 0 0,1 0 1 0 0,-1 0-1 0 0,1 0 0 0 0,0 1 1 0 0,0-1-1 0 0,0 0 0 0 0,0 1 1 0 0,0-1-1 0 0,1 1 0 0 0,0 0 1 0 0,0-1-1 0 0,0 2 0 0 0,0-1 1 0 0,0 0-1 0 0,0 0 0 0 0,1 1 0 0 0,-1 0 1 0 0,7-3-1 0 0,-4 2-71 0 0,-1 0 1 0 0,1 1-1 0 0,-1 0 0 0 0,1 1 1 0 0,0-1-1 0 0,0 1 1 0 0,0 0-1 0 0,0 1 0 0 0,0-1 1 0 0,0 1-1 0 0,0 0 0 0 0,0 1 1 0 0,0-1-1 0 0,-1 1 0 0 0,1 0 1 0 0,0 1-1 0 0,0-1 0 0 0,0 1 1 0 0,-1 0-1 0 0,7 4 0 0 0,-6-3-80 0 0,0 1 0 0 0,0 0 0 0 0,0 1 0 0 0,-1-1-1 0 0,1 1 1 0 0,-1 0 0 0 0,0 1 0 0 0,-1-1 0 0 0,1 1 0 0 0,-1 0-1 0 0,0 0 1 0 0,0 0 0 0 0,-1 0 0 0 0,0 1 0 0 0,0 0-1 0 0,2 10 1 0 0,2 14-399 0 0,-5-22 274 0 0,0 0-1 0 0,0-1 1 0 0,0 1-1 0 0,1-1 1 0 0,5 12 0 0 0,-7-20 151 0 0,-1 0 1 0 0,0 0 0 0 0,0 1-1 0 0,0-1 1 0 0,0 0 0 0 0,0 0 0 0 0,0 0-1 0 0,1 0 1 0 0,-1 0 0 0 0,0 0 0 0 0,0 1-1 0 0,0-1 1 0 0,0 0 0 0 0,1 0 0 0 0,-1 0-1 0 0,0 0 1 0 0,0 0 0 0 0,0 0 0 0 0,1 0-1 0 0,-1 0 1 0 0,0 0 0 0 0,0 0 0 0 0,0 0-1 0 0,0 0 1 0 0,1 0 0 0 0,-1 0 0 0 0,0 0-1 0 0,0 0 1 0 0,0 0 0 0 0,1 0 0 0 0,-1 0-1 0 0,0 0 1 0 0,0 0 0 0 0,0-1 0 0 0,0 1-1 0 0,1 0 1 0 0,-1 0 0 0 0,0 0 0 0 0,0 0-1 0 0,0 0 1 0 0,1-1 0 0 0,8-9-160 0 0,9-19 185 0 0,-16 26-31 0 0,7-12 178 0 0,-4 4-43 0 0,1 1 0 0 0,1 0 1 0 0,0 0-1 0 0,0 0 0 0 0,9-8 0 0 0,-14 16-58 0 0,0 1-1 0 0,-1-1 1 0 0,1 1-1 0 0,0-1 1 0 0,0 1-1 0 0,0 0 0 0 0,0 0 1 0 0,0 0-1 0 0,0 0 1 0 0,0 0-1 0 0,1 0 1 0 0,-1 0-1 0 0,0 1 1 0 0,0-1-1 0 0,1 1 1 0 0,-1 0-1 0 0,0 0 0 0 0,1 0 1 0 0,-1 0-1 0 0,0 0 1 0 0,1 0-1 0 0,-1 0 1 0 0,0 1-1 0 0,1-1 1 0 0,-1 1-1 0 0,0 0 1 0 0,0 0-1 0 0,0 0 0 0 0,0 0 1 0 0,1 0-1 0 0,-1 0 1 0 0,1 2-1 0 0,4 2-50 0 0,0 1-1 0 0,0 1 1 0 0,-1-1-1 0 0,0 1 1 0 0,-1 0-1 0 0,1 0 1 0 0,-1 1 0 0 0,-1 0-1 0 0,1 0 1 0 0,-1 0-1 0 0,4 11 1 0 0,13 25-1223 0 0,-11-28 669 0 0</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52.612"/>
    </inkml:context>
    <inkml:brush xml:id="br0">
      <inkml:brushProperty name="width" value="0.1" units="cm"/>
      <inkml:brushProperty name="height" value="0.1" units="cm"/>
      <inkml:brushProperty name="color" value="#849398"/>
    </inkml:brush>
  </inkml:definitions>
  <inkml:trace contextRef="#ctx0" brushRef="#br0">0 0 14283 0 0,'8'18'1993'0'0,"-1"1"-1"0"0,-1-1 0 0 0,6 30 1 0 0,-9-32-1939 0 0,0-1-1 0 0,2 1 1 0 0,0-1 0 0 0,0 0 0 0 0,15 27-1 0 0,-15-35-551 0 0</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52.786"/>
    </inkml:context>
    <inkml:brush xml:id="br0">
      <inkml:brushProperty name="width" value="0.1" units="cm"/>
      <inkml:brushProperty name="height" value="0.1" units="cm"/>
      <inkml:brushProperty name="color" value="#849398"/>
    </inkml:brush>
  </inkml:definitions>
  <inkml:trace contextRef="#ctx0" brushRef="#br0">42 0 13827 0 0,'1'3'6817'0'0,"-2"4"-6200"0"0,-4 4-153 0 0,1 0-32 0 0,-2 2-8 0 0,-1-1-1184 0 0,-1 1-233 0 0,3 0-55 0 0,-1 0-8 0 0</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53.103"/>
    </inkml:context>
    <inkml:brush xml:id="br0">
      <inkml:brushProperty name="width" value="0.1" units="cm"/>
      <inkml:brushProperty name="height" value="0.1" units="cm"/>
      <inkml:brushProperty name="color" value="#849398"/>
    </inkml:brush>
  </inkml:definitions>
  <inkml:trace contextRef="#ctx0" brushRef="#br0">19 0 13363 0 0,'-2'1'279'0'0,"1"0"-1"0"0,0 0 1 0 0,0 0 0 0 0,-1 0-1 0 0,1 0 1 0 0,0 1 0 0 0,0-1 0 0 0,0 0-1 0 0,1 1 1 0 0,-1-1 0 0 0,0 0-1 0 0,0 1 1 0 0,1-1 0 0 0,-1 1 0 0 0,1-1-1 0 0,-1 1 1 0 0,1 0 0 0 0,0-1 0 0 0,0 1-1 0 0,0-1 1 0 0,-1 1 0 0 0,2 2-1 0 0,-3 50 1794 0 0,2-37-1536 0 0,0 52-101 0 0,2-1-1 0 0,4 0 1 0 0,2 0 0 0 0,3-1 0 0 0,26 83-1 0 0,-7-69-2380 0 0,7-3-3564 0 0,-24-53-2029 0 0</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53.308"/>
    </inkml:context>
    <inkml:brush xml:id="br0">
      <inkml:brushProperty name="width" value="0.1" units="cm"/>
      <inkml:brushProperty name="height" value="0.1" units="cm"/>
      <inkml:brushProperty name="color" value="#849398"/>
    </inkml:brush>
  </inkml:definitions>
  <inkml:trace contextRef="#ctx0" brushRef="#br0">8 0 1376 0 0,'-1'1'333'0'0,"0"0"-1"0"0,0 0 1 0 0,1 0 0 0 0,-1 0-1 0 0,1 0 1 0 0,-1 0-1 0 0,1 0 1 0 0,-1 0 0 0 0,1 0-1 0 0,-1 0 1 0 0,1 0-1 0 0,0 0 1 0 0,0 0 0 0 0,0 0-1 0 0,-1 1 1 0 0,1-1-1 0 0,0 0 1 0 0,0 0 0 0 0,1 0-1 0 0,-1 0 1 0 0,0 0-1 0 0,0 0 1 0 0,0 0-1 0 0,1 0 1 0 0,-1 1 0 0 0,1-1-1 0 0,-1 0 1 0 0,1 1-1 0 0,1 1 416 0 0,1 0-1 0 0,-1 0 0 0 0,1 0 0 0 0,-1-1 1 0 0,1 1-1 0 0,0 0 0 0 0,0-1 0 0 0,6 4 0 0 0,5 2 261 0 0,0-1-1 0 0,1 0 0 0 0,18 5 0 0 0,-23-8-838 0 0,1-1 0 0 0,0-1 0 0 0,0 0 0 0 0,1 0 1 0 0,-1-1-1 0 0,0-1 0 0 0,0 0 0 0 0,1 0 0 0 0,-1-1 0 0 0,0-1 0 0 0,12-2 0 0 0,-1-3-221 0 0,0 0 0 0 0,-1-2 1 0 0,0 0-1 0 0,29-18 0 0 0,0-1-256 0 0</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23.805"/>
    </inkml:context>
    <inkml:brush xml:id="br0">
      <inkml:brushProperty name="width" value="0.1" units="cm"/>
      <inkml:brushProperty name="height" value="0.1" units="cm"/>
    </inkml:brush>
  </inkml:definitions>
  <inkml:trace contextRef="#ctx0" brushRef="#br0">116 123 5985 0 0,'-115'10'6028'0'0,"193"-25"-1767"0"0,66-5-2474 0 0,451-52 1184 0 0,-484 62-2830 0 0,-28 0-636 0 0,0 4-1 0 0,165 10 1 0 0,-244-4 283 0 0,1 1-333 0 0,1-1-1 0 0,0 1 1 0 0,-1 1-1 0 0,0-1 1 0 0,1 1-1 0 0,6 2 1 0 0</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24.185"/>
    </inkml:context>
    <inkml:brush xml:id="br0">
      <inkml:brushProperty name="width" value="0.1" units="cm"/>
      <inkml:brushProperty name="height" value="0.1" units="cm"/>
    </inkml:brush>
  </inkml:definitions>
  <inkml:trace contextRef="#ctx0" brushRef="#br0">1 1 6913 0 0,'13'11'1347'0'0,"1"0"-1"0"0,1-1 0 0 0,-1 0 1 0 0,20 8-1 0 0,6 5 726 0 0,123 84 2612 0 0,-112-70-3890 0 0,-1 2 0 0 0,71 73-1 0 0,-38-26-452 0 0,4-4 0 0 0,176 127 0 0 0,-214-172-313 0 0,-32-23-349 0 0,0-1 0 0 0,0-1 0 0 0,29 15 0 0 0,-39-25-431 0 0</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24.442"/>
    </inkml:context>
    <inkml:brush xml:id="br0">
      <inkml:brushProperty name="width" value="0.1" units="cm"/>
      <inkml:brushProperty name="height" value="0.1" units="cm"/>
    </inkml:brush>
  </inkml:definitions>
  <inkml:trace contextRef="#ctx0" brushRef="#br0">437 79 11522 0 0,'14'-29'934'0'0,"4"-21"8629"0"0,-28 60-8746 0 0,-10 15-705 0 0,-47 69 187 0 0,-89 169 1 0 0,-20 119-357 0 0,167-359-138 0 0,1 0 1 0 0,-10 47-1 0 0,13-20-2811 0 0</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24.727"/>
    </inkml:context>
    <inkml:brush xml:id="br0">
      <inkml:brushProperty name="width" value="0.1" units="cm"/>
      <inkml:brushProperty name="height" value="0.1" units="cm"/>
    </inkml:brush>
  </inkml:definitions>
  <inkml:trace contextRef="#ctx0" brushRef="#br0">41 0 12899 0 0,'-1'0'169'0'0,"0"0"0"0"0,0 0 1 0 0,1 1-1 0 0,-1-1 0 0 0,0 0 0 0 0,0 0 1 0 0,0 0-1 0 0,1 1 0 0 0,-1-1 1 0 0,0 0-1 0 0,0 1 0 0 0,1-1 0 0 0,-1 1 1 0 0,0-1-1 0 0,1 1 0 0 0,-1-1 1 0 0,1 1-1 0 0,-1-1 0 0 0,0 1 0 0 0,1-1 1 0 0,-1 1-1 0 0,1 0 0 0 0,0-1 1 0 0,-1 1-1 0 0,1 0 0 0 0,-1 0 0 0 0,1-1 1 0 0,0 1-1 0 0,0 0 0 0 0,-1 0 1 0 0,1 0-1 0 0,0-1 0 0 0,0 1 0 0 0,0 1 1 0 0,-8 31 1716 0 0,7-33-1824 0 0,-5 58 573 0 0,1-1-1 0 0,3 1 0 0 0,9 95 0 0 0,-1-50-275 0 0,3 96 102 0 0,4 171-145 0 0,-13-357-501 0 0,-2 75 32 0 0,-8-31-2931 0 0</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25.152"/>
    </inkml:context>
    <inkml:brush xml:id="br0">
      <inkml:brushProperty name="width" value="0.1" units="cm"/>
      <inkml:brushProperty name="height" value="0.1" units="cm"/>
    </inkml:brush>
  </inkml:definitions>
  <inkml:trace contextRef="#ctx0" brushRef="#br0">197 1349 7370 0 0,'-3'-2'3168'0'0,"2"2"-3122"0"0,-2-13 1666 0 0,0-16 396 0 0,-18-331 4875 0 0,15 190-6392 0 0,-7 0 0 0 0,-55-258 0 0 0,65 415-625 0 0,-1-6-48 0 0,0 0-1 0 0,-1 1 1 0 0,-1-1-1 0 0,-1 1 1 0 0,0 0-1 0 0,-13-21 1 0 0,11 29-98 0 0,9 10 154 0 0,0-1 0 0 0,-1 1 0 0 0,1 0 0 0 0,0 0 0 0 0,0 0 0 0 0,0-1 0 0 0,0 1 0 0 0,-1 0 0 0 0,1 0 1 0 0,0 0-1 0 0,0 0 0 0 0,-1 0 0 0 0,1 0 0 0 0,0-1 0 0 0,0 1 0 0 0,0 0 0 0 0,-1 0 0 0 0,1 0 0 0 0,0 0 1 0 0,0 0-1 0 0,-1 0 0 0 0,1 0 0 0 0,0 0 0 0 0,0 0 0 0 0,-1 0 0 0 0,1 0 0 0 0,0 0 0 0 0,0 0 0 0 0,-1 0 0 0 0,1 0 1 0 0,0 0-1 0 0,0 0 0 0 0,-1 1 0 0 0,1-1 0 0 0,0 0 0 0 0,0 0 0 0 0,0 0 0 0 0,-1 0 0 0 0,1 0 0 0 0,0 1 0 0 0,0-1 1 0 0,0 0-1 0 0,-1 0 0 0 0,1 0 0 0 0,0 0 0 0 0,0 1 0 0 0,0-1 0 0 0,0 0 0 0 0,-4 11-1077 0 0</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25.661"/>
    </inkml:context>
    <inkml:brush xml:id="br0">
      <inkml:brushProperty name="width" value="0.1" units="cm"/>
      <inkml:brushProperty name="height" value="0.1" units="cm"/>
    </inkml:brush>
  </inkml:definitions>
  <inkml:trace contextRef="#ctx0" brushRef="#br0">335 214 7370 0 0,'-121'40'1000'0'0,"-74"21"4544"0"0,176-58-3888 0 0,23-9-62 0 0,27-12-515 0 0,36-8-705 0 0,2 3 0 0 0,1 2 0 0 0,90-13 0 0 0,223-14 817 0 0,-309 40-860 0 0,301-30 589 0 0,378-42-2655 0 0,-614 70-1638 0 0,-66 7 2924 0 0,-42 0 437 0 0</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25.990"/>
    </inkml:context>
    <inkml:brush xml:id="br0">
      <inkml:brushProperty name="width" value="0.1" units="cm"/>
      <inkml:brushProperty name="height" value="0.1" units="cm"/>
    </inkml:brush>
  </inkml:definitions>
  <inkml:trace contextRef="#ctx0" brushRef="#br0">626 69 9674 0 0,'11'-15'647'0'0,"-7"11"-222"0"0,-1 0 1 0 0,1-1-1 0 0,-1 1 1 0 0,0-1 0 0 0,-1 1-1 0 0,1-1 1 0 0,-1 0-1 0 0,2-6 1 0 0,-4 10-361 0 0,0 1 0 0 0,0 0 0 0 0,0 0 0 0 0,0 0 0 0 0,0-1 0 0 0,0 1 0 0 0,0 0 0 0 0,0 0-1 0 0,0 0 1 0 0,0-1 0 0 0,0 1 0 0 0,0 0 0 0 0,0 0 0 0 0,0 0 0 0 0,0-1 0 0 0,0 1 0 0 0,0 0 0 0 0,0 0 0 0 0,0 0 0 0 0,-1-1 324 0 0,1 1-324 0 0,-1 0 0 0 0,1-1 0 0 0,0 1 0 0 0,0 0 0 0 0,0 0 0 0 0,0 0 0 0 0,-1 0 0 0 0,1 0 0 0 0,0 0 0 0 0,0 0 0 0 0,0 0 0 0 0,-1 0 0 0 0,1 0-1 0 0,0 0 1 0 0,0 0 0 0 0,0 0 0 0 0,-1 0 0 0 0,1 0 0 0 0,0 0 0 0 0,0 0 0 0 0,-15 5 1601 0 0,-14 11-296 0 0,-21 25-758 0 0,2 2 0 0 0,-82 93 0 0 0,-8 8-546 0 0,44-58-723 0 0,0 0-1437 0 0,32-26-2078 0 0</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26.403"/>
    </inkml:context>
    <inkml:brush xml:id="br0">
      <inkml:brushProperty name="width" value="0.1" units="cm"/>
      <inkml:brushProperty name="height" value="0.1" units="cm"/>
    </inkml:brush>
  </inkml:definitions>
  <inkml:trace contextRef="#ctx0" brushRef="#br0">514 34 920 0 0,'4'-2'352'0'0,"38"-29"6922"0"0,-62 34-3281 0 0,-28 16-2227 0 0,2 3 1 0 0,-58 36-1 0 0,35-18-1115 0 0,-41 17-232 0 0,-52 31-244 0 0,181-115 114 0 0,34-20-278 0 0,2 3 1 0 0,2 3-1 0 0,64-35 0 0 0,-111 70 54 0 0,50-26 390 0 0,-57 30-368 0 0,1 1 0 0 0,0-1 0 0 0,0 1 0 0 0,0 0 0 0 0,0 0 0 0 0,0 0 0 0 0,0 1 0 0 0,0-1 0 0 0,0 1 0 0 0,1 0 0 0 0,-1 0 0 0 0,0 0 0 0 0,5 2 0 0 0,-6-1-31 0 0,0 1-1 0 0,0 0 0 0 0,0-1 1 0 0,0 2-1 0 0,0-1 0 0 0,-1 0 1 0 0,1 0-1 0 0,0 1 0 0 0,-1 0 1 0 0,0-1-1 0 0,0 1 0 0 0,0 0 1 0 0,0 0-1 0 0,0 0 0 0 0,-1 0 1 0 0,1 0-1 0 0,-1 1 1 0 0,0-1-1 0 0,0 0 0 0 0,0 1 1 0 0,0-1-1 0 0,0 1 0 0 0,-1-1 1 0 0,0 4-1 0 0,2 7 13 0 0,-1 0-1 0 0,-1 0 1 0 0,-1 0-1 0 0,-3 25 1 0 0,-16 52 45 0 0,-5 27-3591 0 0,22-95-3623 0 0</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26.799"/>
    </inkml:context>
    <inkml:brush xml:id="br0">
      <inkml:brushProperty name="width" value="0.1" units="cm"/>
      <inkml:brushProperty name="height" value="0.1" units="cm"/>
    </inkml:brush>
  </inkml:definitions>
  <inkml:trace contextRef="#ctx0" brushRef="#br0">655 9 9218 0 0,'1'0'311'0'0,"0"-1"0"0"0,0 0 0 0 0,0 0 0 0 0,0 0 0 0 0,1 0 0 0 0,-1 1 0 0 0,0-1 0 0 0,0 1 0 0 0,1-1 0 0 0,-1 1 0 0 0,1-1 0 0 0,-1 1 0 0 0,0 0 0 0 0,1 0 0 0 0,-1 0 0 0 0,1 0 0 0 0,-1 0 0 0 0,0 0 0 0 0,1 0 0 0 0,-1 0-1 0 0,1 0 1 0 0,-1 1 0 0 0,2 0 0 0 0,-2-1-184 0 0,0 1-1 0 0,-1 0 1 0 0,1 0-1 0 0,-1 0 1 0 0,0 0-1 0 0,1 0 1 0 0,-1 0-1 0 0,0 0 1 0 0,1 0-1 0 0,-1 0 1 0 0,0 0-1 0 0,0 0 1 0 0,0 0-1 0 0,0 0 1 0 0,0 0-1 0 0,0 0 1 0 0,0 0-1 0 0,0 0 0 0 0,-1 0 1 0 0,1 0-1 0 0,0 0 1 0 0,-1 0-1 0 0,1 0 1 0 0,0 0-1 0 0,-1 0 1 0 0,1 0-1 0 0,-1 0 1 0 0,0-1-1 0 0,1 1 1 0 0,-1 0-1 0 0,0 0 1 0 0,0 1-1 0 0,-118 177 733 0 0,-191 220 0 0 0,162-203-308 0 0,95-122-2335 0 0,-2-2-4098 0 0</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27.148"/>
    </inkml:context>
    <inkml:brush xml:id="br0">
      <inkml:brushProperty name="width" value="0.1" units="cm"/>
      <inkml:brushProperty name="height" value="0.1" units="cm"/>
    </inkml:brush>
  </inkml:definitions>
  <inkml:trace contextRef="#ctx0" brushRef="#br0">448 25 5497 0 0,'1'0'26'0'0,"-1"-1"0"0"0,0 1-1 0 0,1-1 1 0 0,-1 1 0 0 0,0-1-1 0 0,1 0 1 0 0,-1 1 0 0 0,0-1 0 0 0,0 0-1 0 0,0 1 1 0 0,0-1 0 0 0,1 0 0 0 0,-1 1-1 0 0,0-1 1 0 0,0 0 0 0 0,0 1-1 0 0,0-1 1 0 0,0 0 0 0 0,-1 1 0 0 0,1-1-1 0 0,0 0 1 0 0,0 1 0 0 0,0-1-1 0 0,-1 0 1 0 0,1 1 0 0 0,0-1 0 0 0,-1 1-1 0 0,1-1 1 0 0,0 0 0 0 0,-1 1-1 0 0,1-1 1 0 0,-1 1 0 0 0,1-1 0 0 0,-1 1-1 0 0,1-1 1 0 0,-1 1 0 0 0,1 0-1 0 0,-1-1 1 0 0,1 1 0 0 0,-1 0 0 0 0,1-1-1 0 0,-1 1 1 0 0,-1 0 0 0 0,-2-1 321 0 0,0 1 0 0 0,0 0 0 0 0,0 0 1 0 0,0 1-1 0 0,0-1 0 0 0,-7 3 0 0 0,-30 9 503 0 0,1 2 0 0 0,-72 35 0 0 0,51-21-448 0 0,-89 40 3772 0 0,185-91-849 0 0,1-2-3095 0 0,-6 8-7 0 0,0 2 0 0 0,1 1-1 0 0,52-17 1 0 0,-75 29-181 0 0,1 0 1 0 0,0 0-1 0 0,0 0 0 0 0,-1 1 0 0 0,1 1 1 0 0,0 0-1 0 0,0 0 0 0 0,0 0 0 0 0,0 1 1 0 0,0 1-1 0 0,0-1 0 0 0,0 1 0 0 0,-1 1 1 0 0,1 0-1 0 0,-1 0 0 0 0,0 0 0 0 0,0 1 1 0 0,15 10-1 0 0,-6 0 45 0 0,0 0 0 0 0,-1 1 0 0 0,-1 1 1 0 0,0 0-1 0 0,-2 2 0 0 0,17 24 0 0 0,-9-7-257 0 0,-1 2-1 0 0,23 55 1 0 0,-33-66-86 0 0</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45.337"/>
    </inkml:context>
    <inkml:brush xml:id="br0">
      <inkml:brushProperty name="width" value="0.1" units="cm"/>
      <inkml:brushProperty name="height" value="0.1" units="cm"/>
    </inkml:brush>
  </inkml:definitions>
  <inkml:trace contextRef="#ctx0" brushRef="#br0">22 1 5457 0 0,'1'4'3978'0'0,"-8"3"-2707"0"0,-2-3-1592 0 0,9-4 347 0 0,0 1 0 0 0,-1-1 0 0 0,1 0 0 0 0,0 0 0 0 0,-1 0 0 0 0,1 0 0 0 0,0 1 0 0 0,-1-1 0 0 0,1 0 1 0 0,0 0-1 0 0,-1 0 0 0 0,1 1 0 0 0,0-1 0 0 0,0 0 0 0 0,0 1 0 0 0,-1-1 0 0 0,1 0 0 0 0,0 0 0 0 0,0 1 0 0 0,0-1 0 0 0,-1 0 0 0 0,1 1 0 0 0,0-1 0 0 0,0 0 0 0 0,0 1 1 0 0,0-1-1 0 0,0 1 0 0 0,0-1 0 0 0,0 0 0 0 0,0 1 0 0 0,0-1 0 0 0,0 0 0 0 0,0 1 0 0 0,0-1 0 0 0,0 0 0 0 0,0 1 0 0 0,0-1 0 0 0,0 0 0 0 0,1 1 0 0 0,-1-1 0 0 0,0 0 1 0 0,0 1-1 0 0,0-1 0 0 0,0 0 0 0 0,1 1 0 0 0,-1-1 0 0 0,0 0 0 0 0,0 0 0 0 0,1 1 0 0 0,-1-1 0 0 0,0 0 0 0 0,1 0 0 0 0,-1 1 0 0 0,0-1 0 0 0,1 0 0 0 0,-1 0 0 0 0,0 0 1 0 0,1 0-1 0 0,-1 0 0 0 0,0 1 0 0 0,1-1 0 0 0,-1 0 0 0 0,0 0 0 0 0,1 0 0 0 0,0 0 0 0 0,25 7 256 0 0,-13-4 3713 0 0,-25-9-2877 0 0,8 4-1006 0 0,4 2-152 0 0,0 0-1 0 0,0 0 1 0 0,0 0 0 0 0,0 0 0 0 0,0 1 0 0 0,0-1-1 0 0,0 0 1 0 0,0 0 0 0 0,0 0 0 0 0,0 0 0 0 0,0 1-1 0 0,0-1 1 0 0,0 0 0 0 0,0 0 0 0 0,0 0 0 0 0,0 0 0 0 0,0 0-1 0 0,0 1 1 0 0,-1-1 0 0 0,1 0 0 0 0,0 0 0 0 0,0 0-1 0 0,0 0 1 0 0,0 0 0 0 0,0 0 0 0 0,-1 1 0 0 0,1-1-1 0 0,0 0 1 0 0,0 0 0 0 0,0 0 0 0 0,0 0 0 0 0,0 0-1 0 0,-1 0 1 0 0,1 0 0 0 0,0 0 0 0 0,0 0 0 0 0,0 0-1 0 0,-1 0 1 0 0,1 0 0 0 0,0 0 0 0 0,0 0 0 0 0,0 0-1 0 0,0 0 1 0 0,-1 0 0 0 0,1 0 0 0 0,0 0 0 0 0,0 0-1 0 0,0 0 1 0 0,-1 0 0 0 0</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47.276"/>
    </inkml:context>
    <inkml:brush xml:id="br0">
      <inkml:brushProperty name="width" value="0.1" units="cm"/>
      <inkml:brushProperty name="height" value="0.1" units="cm"/>
    </inkml:brush>
  </inkml:definitions>
  <inkml:trace contextRef="#ctx0" brushRef="#br0">44 0 4313 0 0,'-1'0'130'0'0,"1"0"0"0"0,0 0 0 0 0,-1 0 1 0 0,1 0-1 0 0,-1 0 0 0 0,1 0 0 0 0,0 0 0 0 0,-1 0 0 0 0,1 0 1 0 0,-1 0-1 0 0,1 0 0 0 0,0 1 0 0 0,-1-1 0 0 0,1 0 1 0 0,-1 0-1 0 0,1 0 0 0 0,0 0 0 0 0,-1 1 0 0 0,1-1 0 0 0,0 0 1 0 0,-1 0-1 0 0,1 1 130 0 0,-1-1-130 0 0,1 1 0 0 0,0-1 1 0 0,0 0-1 0 0,0 1 0 0 0,-1-1 0 0 0,1 0 0 0 0,0 1 0 0 0,0-1 1 0 0,0 0-1 0 0,0 1 0 0 0,-1-1 0 0 0,1 1 0 0 0,0-1 1 0 0,0 1-1 0 0,0-1 0 0 0,0 0 0 0 0,0 1 0 0 0,0-1 0 0 0,0 1 1 0 0,0-1-1 0 0,0 0 0 0 0,0 1 0 0 0,1-1 0 0 0,-1 1 0 0 0,0-1 1 0 0,0 0-1 0 0,0 1 0 0 0,0-1 0 0 0,1 0 0 0 0,-1 1 0 0 0,0-1 1 0 0,0 0-1 0 0,0 1 0 0 0,1-1 130 0 0,-1 1-130 0 0,1-1 1 0 0,1 3-1257 0 0,-2-2 1157 0 0,1-1 1 0 0,-1 0 0 0 0,0 1-1 0 0,1-1 1 0 0,-1 0-1 0 0,1 1 1 0 0,-1-1-1 0 0,1 0 1 0 0,-1 1-1 0 0,1-1 1 0 0,0 0-1 0 0,-1 0 1 0 0,1 0-1 0 0,-1 0 1 0 0,1 0 0 0 0,-1 1-1 0 0,1-1 1 0 0,0 0-1 0 0,-1 0 1 0 0,1 0-1 0 0,-1-1 1 0 0,1 1-1 0 0,0 0 1 0 0,0 0-1 0 0,19-5 1507 0 0,-13 4-1248 0 0,-3 0-226 0 0,29-4 641 0 0,1 2-1 0 0,0 1 0 0 0,57 4 1 0 0,-83-1-578 0 0,0 0 0 0 0,0 0 1 0 0,0 1-1 0 0,-1 0 1 0 0,1 0-1 0 0,8 4 0 0 0,-15-5-120 0 0,0-1 0 0 0,0 1 0 0 0,0-1 0 0 0,0 1 0 0 0,0 0 0 0 0,0-1-1 0 0,-1 1 1 0 0,1 0 0 0 0,0 0 0 0 0,0 0 0 0 0,-1 0 0 0 0,1 0 0 0 0,0 0 0 0 0,-1 0-1 0 0,1 0 1 0 0,-1 0 0 0 0,1 0 0 0 0,-1 0 0 0 0,0 0 0 0 0,1 1 0 0 0,-1 0-22 0 0,0 0 0 0 0,0 0 0 0 0,-1 0 0 0 0,1 0 1 0 0,-1 0-1 0 0,1 0 0 0 0,-1-1 0 0 0,0 1 0 0 0,1 0 0 0 0,-1 0 1 0 0,0-1-1 0 0,0 1 0 0 0,0-1 0 0 0,0 1 0 0 0,-1-1 1 0 0,-1 3-1 0 0,-7 7-83 0 0,-1 0 1 0 0,0-1-1 0 0,-1 0 0 0 0,0 0 1 0 0,-19 10-1 0 0,-71 33-107 0 0,73-40 307 0 0,0 1 1 0 0,1 2-1 0 0,-28 21 0 0 0,55-37-90 0 0,1 0-1 0 0,0 0 1 0 0,-1 0 0 0 0,1 0-1 0 0,0 0 1 0 0,-1 0-1 0 0,1 0 1 0 0,0 0-1 0 0,-1 1 1 0 0,1-1-1 0 0,0 0 1 0 0,-1 0-1 0 0,1 0 1 0 0,0 1 0 0 0,0-1-1 0 0,-1 0 1 0 0,1 0-1 0 0,0 1 1 0 0,0-1-1 0 0,-1 0 1 0 0,1 1-1 0 0,0-1 1 0 0,0 0 0 0 0,0 0-1 0 0,0 1 1 0 0,0-1-1 0 0,-1 1 1 0 0,1-1-1 0 0,0 0 1 0 0,0 1-1 0 0,0-1 1 0 0,0 0-1 0 0,0 1 1 0 0,0-1 0 0 0,0 0-1 0 0,0 1 1 0 0,0-1-1 0 0,0 0 1 0 0,0 1-1 0 0,0-1 1 0 0,1 0-1 0 0,-1 1 1 0 0,0-1 0 0 0,0 0-1 0 0,0 1 1 0 0,0-1-1 0 0,1 0 1 0 0,-1 1-1 0 0,0-1 1 0 0,0 0-1 0 0,25 4 89 0 0,34-10-74 0 0,98-10 707 0 0,-128 15-467 0 0,0 1-1 0 0,1 1 1 0 0,39 7-1 0 0,-68-8-261 0 0,1 0 0 0 0,-1 0 0 0 0,0 0 0 0 0,0 0 0 0 0,1 1 0 0 0,-1-1 0 0 0,0 0-1 0 0,0 1 1 0 0,1-1 0 0 0,-1 1 0 0 0,0-1 0 0 0,0 1 0 0 0,0 0 0 0 0,0-1 0 0 0,0 1 0 0 0,0 0 0 0 0,0 0-1 0 0,0 0 1 0 0,0 0 0 0 0,0 0 0 0 0,0 0 0 0 0,-1 0 0 0 0,2 2 0 0 0,-2-2-28 0 0,0 1 1 0 0,0-1-1 0 0,0 0 1 0 0,0 0-1 0 0,-1 1 1 0 0,1-1-1 0 0,0 0 1 0 0,-1 0-1 0 0,1 1 1 0 0,-1-1-1 0 0,1 0 1 0 0,-1 0-1 0 0,0 0 1 0 0,1 0-1 0 0,-1 0 1 0 0,0 0-1 0 0,0 0 0 0 0,0 0 1 0 0,-1 1-1 0 0,-8 7-174 0 0,0-1-1 0 0,0 0 1 0 0,-16 9 0 0 0,23-15 224 0 0,-65 37-101 0 0,41-25 96 0 0,1 2 0 0 0,0 0-1 0 0,1 2 1 0 0,-25 23 0 0 0,48-40-37 0 0,1 1 0 0 0,0-1 0 0 0,0 0 0 0 0,0 0 0 0 0,0 1 0 0 0,0-1-1 0 0,0 1 1 0 0,0-1 0 0 0,0 1 0 0 0,1-1 0 0 0,-1 1 0 0 0,0-1 0 0 0,0 3 0 0 0,1-3-7 0 0,0 0 1 0 0,0-1-1 0 0,0 1 1 0 0,1 0-1 0 0,-1 0 1 0 0,0-1-1 0 0,0 1 1 0 0,0 0-1 0 0,0-1 1 0 0,1 1-1 0 0,-1 0 1 0 0,0-1-1 0 0,1 1 1 0 0,-1-1-1 0 0,0 1 1 0 0,1 0-1 0 0,-1-1 1 0 0,1 1-1 0 0,-1-1 1 0 0,1 1-1 0 0,-1-1 1 0 0,2 1-1 0 0,0 1-35 0 0,1-1 0 0 0,0 0-1 0 0,-1 0 1 0 0,1 0 0 0 0,0 0-1 0 0,0 0 1 0 0,0 0 0 0 0,0-1-1 0 0,0 1 1 0 0,0-1-1 0 0,0 0 1 0 0,5 0 0 0 0,110-15 1072 0 0,-20 2-147 0 0,-84 12-731 0 0,46-2 329 0 0,-56 3-433 0 0,-1 1-1 0 0,0-1 1 0 0,0 0 0 0 0,0 1 0 0 0,0 0 0 0 0,0-1 0 0 0,0 1 0 0 0,0 0 0 0 0,0 1 0 0 0,0-1 0 0 0,-1 1 0 0 0,1-1 0 0 0,0 1-1 0 0,-1 0 1 0 0,5 3 0 0 0,-6-3-22 0 0,-1-1 1 0 0,1 0-1 0 0,-1 0 0 0 0,1 0 0 0 0,-1 0 0 0 0,0 1 0 0 0,1-1 0 0 0,-1 0 0 0 0,0 0 1 0 0,0 1-1 0 0,0-1 0 0 0,0 0 0 0 0,0 1 0 0 0,0-1 0 0 0,0 0 0 0 0,-1 0 0 0 0,1 1 1 0 0,0-1-1 0 0,-1 0 0 0 0,1 0 0 0 0,-1 0 0 0 0,1 1 0 0 0,-1-1 0 0 0,1 0 0 0 0,-1 0 1 0 0,0 0-1 0 0,0 0 0 0 0,1 0 0 0 0,-1 0 0 0 0,0 0 0 0 0,0 0 0 0 0,0-1 1 0 0,-1 2-1 0 0,-37 29-95 0 0,36-29 57 0 0,-105 67-100 0 0,-119 57 0 0 0,216-121 118 0 0,6-3-1 0 0,1 0-1 0 0,0-1 1 0 0,0 2-1 0 0,-1-1 0 0 0,2 0 1 0 0,-1 1-1 0 0,0 0 1 0 0,0-1-1 0 0,1 2 1 0 0,0-1-1 0 0,-1 0 1 0 0,-4 7-1 0 0,8-9-12 0 0,0 0-1 0 0,1-1 1 0 0,-1 1-1 0 0,0 0 1 0 0,0 0-1 0 0,0-1 1 0 0,1 1-1 0 0,-1 0 1 0 0,0-1-1 0 0,1 1 1 0 0,-1 0-1 0 0,0-1 1 0 0,1 1-1 0 0,-1 0 1 0 0,1-1-1 0 0,-1 1 1 0 0,1-1-1 0 0,-1 1 1 0 0,1-1-1 0 0,0 1 1 0 0,-1-1-1 0 0,1 0 1 0 0,0 1-1 0 0,-1-1 1 0 0,1 0-1 0 0,0 1 1 0 0,-1-1-1 0 0,1 0 1 0 0,0 0-1 0 0,0 0 1 0 0,-1 1-1 0 0,1-1 1 0 0,0 0-1 0 0,1 0 1 0 0,31 5-302 0 0,-31-5 346 0 0,58 5 11 0 0,-21-3 328 0 0,0 2 0 0 0,-1 1 0 0 0,58 17 0 0 0,-96-22-389 0 0,1 0 0 0 0,0 0 0 0 0,-1 0 1 0 0,1 0-1 0 0,-1 0 0 0 0,1 1 0 0 0,0-1 0 0 0,-1 0 0 0 0,1 0 0 0 0,-1 1 0 0 0,1-1 0 0 0,0 1 0 0 0,-1-1 0 0 0,1 0 0 0 0,-1 1 0 0 0,0-1 0 0 0,1 1 0 0 0,-1-1 0 0 0,1 1 0 0 0,-1-1 0 0 0,0 1 0 0 0,1-1 0 0 0,-1 1 1 0 0,0 0-1 0 0,1-1 0 0 0,-1 1 0 0 0,0-1 0 0 0,0 1 0 0 0,0 0 0 0 0,0-1 0 0 0,0 1 0 0 0,0 0 0 0 0,1-1 0 0 0,-2 1 0 0 0,1 0 0 0 0,0-1 0 0 0,0 1 0 0 0,0 0 0 0 0,0-1 0 0 0,0 1 0 0 0,0-1 0 0 0,-1 2 0 0 0,0 0-849 0 0,-1 0-1 0 0,1 1 1 0 0,0-1-1 0 0,-15 11-5276 0 0</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47.673"/>
    </inkml:context>
    <inkml:brush xml:id="br0">
      <inkml:brushProperty name="width" value="0.1" units="cm"/>
      <inkml:brushProperty name="height" value="0.1" units="cm"/>
    </inkml:brush>
  </inkml:definitions>
  <inkml:trace contextRef="#ctx0" brushRef="#br0">3 1 2745 0 0,'-3'6'13217'0'0,"3"68"-8292"0"0,10 46-3488 0 0,-2-19-1234 0 0,-3-5-30 0 0,4 0 0 0 0,3-1 0 0 0,37 134-1 0 0,-37-191-98 0 0,-2 1 0 0 0,-1 0 0 0 0,-3 0 0 0 0,-1 1 0 0 0,-2 0 0 0 0,-2 53 0 0 0,-1-76-542 0 0,-2 12 75 0 0,-3-12-6872 0 0</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48.106"/>
    </inkml:context>
    <inkml:brush xml:id="br0">
      <inkml:brushProperty name="width" value="0.1" units="cm"/>
      <inkml:brushProperty name="height" value="0.1" units="cm"/>
    </inkml:brush>
  </inkml:definitions>
  <inkml:trace contextRef="#ctx0" brushRef="#br0">0 67 3225 0 0,'17'-6'1850'0'0,"0"0"0"0"0,0 0 0 0 0,0 2 0 0 0,0 0 0 0 0,24-1 0 0 0,116-7 2686 0 0,-65 6-2618 0 0,-2-2-1136 0 0,7-1-5133 0 0,-90 8 3200 0 0</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48.467"/>
    </inkml:context>
    <inkml:brush xml:id="br0">
      <inkml:brushProperty name="width" value="0.1" units="cm"/>
      <inkml:brushProperty name="height" value="0.1" units="cm"/>
    </inkml:brush>
  </inkml:definitions>
  <inkml:trace contextRef="#ctx0" brushRef="#br0">1 0 4145 0 0,'0'0'428'0'0,"1"0"100"0"0,1 1 1 0 0,12 6 5810 0 0,-11-5-5811 0 0,22 30 2577 0 0,-18-23-1921 0 0,74 87 2927 0 0,-46-59-3079 0 0,66 54 0 0 0,-24-27-1429 0 0,-45-36-4194 0 0</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2:48.737"/>
    </inkml:context>
    <inkml:brush xml:id="br0">
      <inkml:brushProperty name="width" value="0.1" units="cm"/>
      <inkml:brushProperty name="height" value="0.1" units="cm"/>
    </inkml:brush>
  </inkml:definitions>
  <inkml:trace contextRef="#ctx0" brushRef="#br0">341 3 6913 0 0,'16'-3'8641'0'0,"-18"8"-7303"0"0,-4 11-563 0 0,-1 0 1 0 0,0 0-1 0 0,-2-1 1 0 0,0 0-1 0 0,-14 18 0 0 0,-63 71 271 0 0,73-90-938 0 0,-39 44 85 0 0,18-22-992 0 0,-58 83 1 0 0,75-94-6837 0 0</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3.948"/>
    </inkml:context>
    <inkml:brush xml:id="br0">
      <inkml:brushProperty name="width" value="0.1" units="cm"/>
      <inkml:brushProperty name="height" value="0.1" units="cm"/>
    </inkml:brush>
  </inkml:definitions>
  <inkml:trace contextRef="#ctx0" brushRef="#br0">370 94 1376 0 0,'-2'-3'133'0'0,"0"-1"-1"0"0,0 1 1 0 0,0 0-1 0 0,-1 0 1 0 0,1 0-1 0 0,-1 0 1 0 0,0 1-1 0 0,-4-5 1 0 0,5 6-178 0 0,1 0 0 0 0,0 0-1 0 0,-1 1 1 0 0,1-1 0 0 0,-1 0 0 0 0,1 0 0 0 0,-1 1 0 0 0,1-1 0 0 0,-1 1 0 0 0,1-1 0 0 0,-1 1-1 0 0,0 0 1 0 0,1-1 0 0 0,-1 1 0 0 0,0 0 0 0 0,1 0 0 0 0,-1 0 0 0 0,0 0 0 0 0,1 1 0 0 0,-1-1-1 0 0,-2 1 1 0 0,-27 2 7235 0 0,34-19-5871 0 0,-2 14-969 0 0,-1 1 0 0 0,0-1 0 0 0,0 0 0 0 0,0 1 0 0 0,0-1 0 0 0,0 1 0 0 0,-1-1-1 0 0,1 0 1 0 0,0 1 0 0 0,-1-1 0 0 0,1 1 0 0 0,-1-1 0 0 0,0 1 0 0 0,1-1 0 0 0,-1 1-1 0 0,0 0 1 0 0,0-1 0 0 0,0 1 0 0 0,0 0 0 0 0,0 0 0 0 0,0-1 0 0 0,0 1 0 0 0,0 0-1 0 0,-1 0 1 0 0,-1-1 0 0 0,-17-2-321 0 0,11 5 108 0 0,-1 0 0 0 0,1 1 0 0 0,0 0 0 0 0,0 0 1 0 0,0 1-1 0 0,0 0 0 0 0,0 1 0 0 0,1 0 0 0 0,-1 1 1 0 0,1-1-1 0 0,0 2 0 0 0,0-1 0 0 0,1 1 0 0 0,0 0 0 0 0,0 0 1 0 0,-7 9-1 0 0,4-4-108 0 0,0 1 0 0 0,0 0 1 0 0,1 1-1 0 0,0 0 0 0 0,1 1 0 0 0,1-1 1 0 0,0 1-1 0 0,1 1 0 0 0,-4 15 0 0 0,8-22 2 0 0,0 0-1 0 0,1 0 0 0 0,0 0 1 0 0,0 0-1 0 0,1 0 0 0 0,0 0 1 0 0,1 0-1 0 0,0 0 0 0 0,0 0 1 0 0,0 0-1 0 0,1 0 0 0 0,0-1 1 0 0,1 1-1 0 0,0-1 1 0 0,0 1-1 0 0,0-1 0 0 0,1 0 1 0 0,7 9-1 0 0,-8-11-74 0 0,2 0 0 0 0,-1 0 0 0 0,0-1 0 0 0,1 1 0 0 0,0-1 0 0 0,0 0 0 0 0,0-1 1 0 0,1 1-1 0 0,-1-1 0 0 0,1 0 0 0 0,0 0 0 0 0,0-1 0 0 0,0 0 0 0 0,0 0 0 0 0,0 0 0 0 0,0-1 0 0 0,0 0 0 0 0,1 0 0 0 0,-1 0 1 0 0,1-1-1 0 0,-1 0 0 0 0,0 0 0 0 0,10-2 0 0 0,24-7-2539 0 0,-20 2-4261 0 0</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4.452"/>
    </inkml:context>
    <inkml:brush xml:id="br0">
      <inkml:brushProperty name="width" value="0.1" units="cm"/>
      <inkml:brushProperty name="height" value="0.1" units="cm"/>
    </inkml:brush>
  </inkml:definitions>
  <inkml:trace contextRef="#ctx0" brushRef="#br0">21 9 14283 0 0,'-2'1'69'0'0,"1"0"0"0"0,0 0 0 0 0,-1 0 0 0 0,1 0 1 0 0,0 0-1 0 0,0 0 0 0 0,0 0 0 0 0,-1 1 0 0 0,1-1 0 0 0,0 0 0 0 0,1 1 0 0 0,-1-1 0 0 0,0 0 0 0 0,0 1 0 0 0,1-1 1 0 0,-1 1-1 0 0,0-1 0 0 0,1 1 0 0 0,0 0 0 0 0,-1-1 0 0 0,1 1 0 0 0,0 0 0 0 0,0-1 0 0 0,0 1 0 0 0,0-1 0 0 0,0 1 1 0 0,0 0-1 0 0,0-1 0 0 0,1 1 0 0 0,0 2 0 0 0,1 9 771 0 0,1 0-1 0 0,7 21 1 0 0,-7-25-619 0 0,0-1-6 0 0,0 0 0 0 0,0-1-1 0 0,1 1 1 0 0,0-1-1 0 0,0 0 1 0 0,1 0 0 0 0,7 8-1 0 0,-11-13-181 0 0,0-1 0 0 0,0 0 1 0 0,0 0-1 0 0,0 1 0 0 0,0-1 0 0 0,0 0 0 0 0,1 0 0 0 0,-1 0 0 0 0,0-1 0 0 0,0 1 1 0 0,1 0-1 0 0,-1 0 0 0 0,1-1 0 0 0,-1 1 0 0 0,1-1 0 0 0,-1 1 0 0 0,1-1 0 0 0,-1 1 1 0 0,1-1-1 0 0,-1 0 0 0 0,1 0 0 0 0,0 0 0 0 0,-1 0 0 0 0,1 0 0 0 0,-1 0 0 0 0,1-1 1 0 0,-1 1-1 0 0,1 0 0 0 0,-1-1 0 0 0,1 1 0 0 0,-1-1 0 0 0,1 1 0 0 0,-1-1 0 0 0,1 0 1 0 0,-1 0-1 0 0,0 0 0 0 0,1 0 0 0 0,-1 0 0 0 0,0 0 0 0 0,0 0 0 0 0,0 0 0 0 0,0 0 1 0 0,0 0-1 0 0,1-2 0 0 0,12-16-418 0 0,0-1 0 0 0,-2-1 0 0 0,11-23 0 0 0,20-34-588 0 0,-43 77 988 0 0,1 1 0 0 0,-1-1 0 0 0,0 1 1 0 0,0-1-1 0 0,0 1 0 0 0,1-1 0 0 0,-1 1 0 0 0,0-1 0 0 0,1 1 0 0 0,-1 0 0 0 0,0-1 0 0 0,1 1 0 0 0,-1 0 0 0 0,1-1 0 0 0,-1 1 1 0 0,0 0-1 0 0,1-1 0 0 0,-1 1 0 0 0,1 0 0 0 0,-1 0 0 0 0,1 0 0 0 0,-1-1 0 0 0,1 1 0 0 0,-1 0 0 0 0,1 0 0 0 0,-1 0 0 0 0,1 0 1 0 0,-1 0-1 0 0,1 0 0 0 0,-1 0 0 0 0,1 0 0 0 0,-1 0 0 0 0,1 0 0 0 0,-1 0 0 0 0,1 0 0 0 0,-1 1 0 0 0,1-1 0 0 0,-1 0 0 0 0,1 0 1 0 0,-1 0-1 0 0,1 1 0 0 0,-1-1 0 0 0,1 0 0 0 0,-1 1 0 0 0,1-1 0 0 0,-1 0 0 0 0,0 1 0 0 0,1-1 0 0 0,-1 0 0 0 0,0 1 0 0 0,1-1 0 0 0,-1 1 1 0 0,0-1-1 0 0,0 1 0 0 0,1-1 0 0 0,-1 1 0 0 0,0-1 0 0 0,0 1 0 0 0,15 38 1361 0 0,-10-26-1115 0 0,0-3-249 0 0,1 1 0 0 0,0-1-1 0 0,1 0 1 0 0,0-1-1 0 0,0 1 1 0 0,1-2 0 0 0,1 1-1 0 0,17 14 1 0 0,20 7-7752 0 0</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4.755"/>
    </inkml:context>
    <inkml:brush xml:id="br0">
      <inkml:brushProperty name="width" value="0.1" units="cm"/>
      <inkml:brushProperty name="height" value="0.1" units="cm"/>
    </inkml:brush>
  </inkml:definitions>
  <inkml:trace contextRef="#ctx0" brushRef="#br0">1 148 5065 0 0,'4'-7'8282'0'0,"-1"9"-7275"0"0,3 5-554 0 0,1 0-1 0 0,-2 0 1 0 0,1 0 0 0 0,-1 1 0 0 0,0-1-1 0 0,-1 1 1 0 0,0 1 0 0 0,0-1 0 0 0,-1 0 0 0 0,0 1-1 0 0,3 10 1 0 0,10 26 1462 0 0,-19-56-1678 0 0,1-1 0 0 0,1 1 0 0 0,0 0-1 0 0,0-1 1 0 0,1 1 0 0 0,1-1 0 0 0,2-15 0 0 0,2-7-575 0 0,15-59 0 0 0,2 35-2832 0 0</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5.119"/>
    </inkml:context>
    <inkml:brush xml:id="br0">
      <inkml:brushProperty name="width" value="0.1" units="cm"/>
      <inkml:brushProperty name="height" value="0.1" units="cm"/>
    </inkml:brush>
  </inkml:definitions>
  <inkml:trace contextRef="#ctx0" brushRef="#br0">1 139 6913 0 0,'0'-3'206'0'0,"1"1"0"0"0,-1-1 0 0 0,1 0 0 0 0,-1 1 0 0 0,1-1-1 0 0,0 1 1 0 0,0-1 0 0 0,1 1 0 0 0,-1-1 0 0 0,0 1 0 0 0,1-1-1 0 0,-1 1 1 0 0,1 0 0 0 0,0 0 0 0 0,0 0 0 0 0,0 0-1 0 0,0 0 1 0 0,0 1 0 0 0,0-1 0 0 0,0 0 0 0 0,0 1 0 0 0,1 0-1 0 0,-1-1 1 0 0,1 1 0 0 0,-1 0 0 0 0,1 0 0 0 0,3 0 0 0 0,-3-1 122 0 0,1 1 1 0 0,0 0 0 0 0,-1 0 0 0 0,1 1 0 0 0,0-1-1 0 0,0 1 1 0 0,0 0 0 0 0,0 0 0 0 0,0 0 0 0 0,-1 1 0 0 0,1-1-1 0 0,0 1 1 0 0,0 0 0 0 0,0 0 0 0 0,-1 0 0 0 0,1 0-1 0 0,-1 1 1 0 0,8 3 0 0 0,-5 1-82 0 0,-1-1 0 0 0,1 1 0 0 0,-1 0-1 0 0,0 1 1 0 0,-1-1 0 0 0,1 1 0 0 0,-1 0 0 0 0,-1 0 0 0 0,1 0-1 0 0,-1 1 1 0 0,2 7 0 0 0,0-1-40 0 0,-1 1-1 0 0,-1-1 1 0 0,0 0 0 0 0,-1 1 0 0 0,0 18-1 0 0,1-52-41 0 0,1 0-1 0 0,0 1 0 0 0,2 0 0 0 0,0 0 1 0 0,18-34-1 0 0,-22 46-183 0 0,6-11-189 0 0,0 1 0 0 0,1-1 0 0 0,12-15 1 0 0,-17 26-270 0 0,1 1 0 0 0,0-1 0 0 0,0 1 0 0 0,1 0 0 0 0,-1 0 0 0 0,10-5 0 0 0,-4 3-642 0 0</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5.722"/>
    </inkml:context>
    <inkml:brush xml:id="br0">
      <inkml:brushProperty name="width" value="0.1" units="cm"/>
      <inkml:brushProperty name="height" value="0.1" units="cm"/>
    </inkml:brush>
  </inkml:definitions>
  <inkml:trace contextRef="#ctx0" brushRef="#br0">1 217 456 0 0,'2'0'242'0'0,"-1"1"0"0"0,1-1 0 0 0,0-1 0 0 0,-1 1-1 0 0,1 0 1 0 0,0 0 0 0 0,0 0 0 0 0,-1-1 0 0 0,1 1 0 0 0,0-1-1 0 0,-1 0 1 0 0,1 1 0 0 0,-1-1 0 0 0,1 0 0 0 0,-1 0 0 0 0,1 0 0 0 0,-1 0-1 0 0,0 0 1 0 0,3-2 0 0 0,25-24 3693 0 0,-29 27-3889 0 0,6-6 548 0 0,-1-1 1 0 0,0 0-1 0 0,0 0 0 0 0,-1 0 0 0 0,0-1 1 0 0,0 1-1 0 0,-1-1 0 0 0,4-12 1 0 0,-5 14-422 0 0,0 0 1 0 0,-1 0-1 0 0,0 1 1 0 0,0-1-1 0 0,0 0 1 0 0,-1 0-1 0 0,0 0 1 0 0,0-1-1 0 0,0 1 1 0 0,-1 0-1 0 0,0 0 1 0 0,-2-9-1 0 0,2 14-170 0 0,1 1-1 0 0,0-1 0 0 0,0 0 0 0 0,0 1 1 0 0,-1-1-1 0 0,1 0 0 0 0,0 1 1 0 0,-1-1-1 0 0,1 1 0 0 0,0-1 1 0 0,-1 1-1 0 0,1-1 0 0 0,-1 1 0 0 0,1-1 1 0 0,-1 1-1 0 0,1-1 0 0 0,-1 1 1 0 0,0-1-1 0 0,1 1 0 0 0,-1 0 0 0 0,1-1 1 0 0,-1 1-1 0 0,0 0 0 0 0,1 0 1 0 0,-1-1-1 0 0,0 1 0 0 0,1 0 1 0 0,-1 0-1 0 0,-1 0 0 0 0,1 0 4 0 0,-1 1 0 0 0,1-1-1 0 0,-1 1 1 0 0,1-1 0 0 0,0 1 0 0 0,-1 0-1 0 0,1 0 1 0 0,0-1 0 0 0,0 1 0 0 0,-1 0-1 0 0,1 0 1 0 0,-2 3 0 0 0,-25 35-403 0 0,22-27 192 0 0,1 0 1 0 0,0 1 0 0 0,0 0-1 0 0,1 0 1 0 0,1 0-1 0 0,0 0 1 0 0,1 0 0 0 0,-1 17-1 0 0,3-26 173 0 0,0 1 0 0 0,-1-1 0 0 0,2 1 0 0 0,-1 0 0 0 0,0-1 0 0 0,1 1 0 0 0,0-1 0 0 0,0 0 0 0 0,0 1 0 0 0,1-1 0 0 0,-1 0 0 0 0,1 1 0 0 0,0-1 0 0 0,0 0 0 0 0,1 0 0 0 0,-1-1 0 0 0,1 1 0 0 0,0 0 0 0 0,0-1 0 0 0,0 0 1 0 0,0 1-1 0 0,1-1 0 0 0,-1 0 0 0 0,1-1 0 0 0,0 1 0 0 0,-1-1 0 0 0,8 4 0 0 0,-8-6 36 0 0,-1 1-1 0 0,1-1 1 0 0,0 1 0 0 0,-1-1 0 0 0,1 0 0 0 0,-1 0 0 0 0,1 0 0 0 0,-1-1 0 0 0,1 1 0 0 0,-1 0 0 0 0,1-1-1 0 0,-1 0 1 0 0,1 1 0 0 0,-1-1 0 0 0,1 0 0 0 0,-1-1 0 0 0,0 1 0 0 0,0 0 0 0 0,1 0 0 0 0,-1-1 0 0 0,0 0-1 0 0,0 1 1 0 0,0-1 0 0 0,-1 0 0 0 0,1 0 0 0 0,0 0 0 0 0,2-4 0 0 0,6-7-92 0 0,-1-1 0 0 0,-1 1 0 0 0,9-19 1 0 0,-11 20 250 0 0,13-30 241 0 0,-15 30 74 0 0,1 0 0 0 0,0 1-1 0 0,1 0 1 0 0,13-18 0 0 0,-18 29-418 0 0,-1 0 0 0 0,1-1 1 0 0,-1 1-1 0 0,1 0 0 0 0,-1-1 1 0 0,1 1-1 0 0,-1 0 0 0 0,1-1 1 0 0,0 1-1 0 0,-1 0 0 0 0,1 0 1 0 0,-1 0-1 0 0,1 0 0 0 0,0 0 1 0 0,-1 0-1 0 0,1 0 0 0 0,0 0 0 0 0,-1 0 1 0 0,1 0-1 0 0,-1 0 0 0 0,1 0 1 0 0,0 0-1 0 0,-1 0 0 0 0,1 1 1 0 0,-1-1-1 0 0,1 0 0 0 0,0 0 1 0 0,-1 1-1 0 0,1-1 0 0 0,-1 0 1 0 0,1 1-1 0 0,-1-1 0 0 0,1 1 1 0 0,-1-1-1 0 0,0 0 0 0 0,1 1 1 0 0,-1-1-1 0 0,1 1 0 0 0,-1 0 1 0 0,22 26 998 0 0,-16-19-587 0 0,0 0-295 0 0,1 0-1 0 0,1 0 1 0 0,-1-1-1 0 0,1 0 1 0 0,0 0 0 0 0,1-1-1 0 0,11 7 1 0 0,-18-12-176 0 0,1 0 1 0 0,-1 0-1 0 0,0 0 1 0 0,0 0 0 0 0,1-1-1 0 0,-1 1 1 0 0,1-1-1 0 0,-1 1 1 0 0,0-1-1 0 0,1 0 1 0 0,-1 0 0 0 0,1 0-1 0 0,-1 0 1 0 0,1-1-1 0 0,-1 1 1 0 0,0-1-1 0 0,1 1 1 0 0,-1-1 0 0 0,0 0-1 0 0,1 0 1 0 0,-1 0-1 0 0,0 0 1 0 0,0 0 0 0 0,0-1-1 0 0,0 1 1 0 0,0 0-1 0 0,0-1 1 0 0,0 0-1 0 0,0 1 1 0 0,-1-1 0 0 0,1 0-1 0 0,-1 0 1 0 0,1 0-1 0 0,-1 0 1 0 0,0 0 0 0 0,0 0-1 0 0,1-3 1 0 0,8-13 55 0 0,14-25-121 0 0,-23 41 63 0 0,1 0 0 0 0,-1 1 0 0 0,0-1 0 0 0,1 0 0 0 0,-1 0 0 0 0,1 1 0 0 0,0-1 0 0 0,-1 1 0 0 0,1-1 0 0 0,0 1 0 0 0,0 0 0 0 0,0 0 0 0 0,0 0 0 0 0,0 0 0 0 0,0 0 0 0 0,3-1 0 0 0,-4 3 1 0 0,0-1 0 0 0,1 0 0 0 0,-1 0 0 0 0,0 1 0 0 0,0-1 0 0 0,1 0 0 0 0,-1 1 0 0 0,0 0 0 0 0,0-1 0 0 0,0 1 0 0 0,0-1 0 0 0,1 1 0 0 0,-1 0 0 0 0,0 0 0 0 0,0 0 0 0 0,-1 0 0 0 0,1 0 0 0 0,0 0 0 0 0,0 0 0 0 0,0 0 0 0 0,-1 0 0 0 0,1 0 0 0 0,0 0 0 0 0,-1 0 0 0 0,2 3 0 0 0,13 38 0 0 0,-11-30 0 0 0,-2-6-54 0 0,0 1-1 0 0,1-1 1 0 0,0 0 0 0 0,0 0 0 0 0,1 0 0 0 0,0 0 0 0 0,0 0-1 0 0,0-1 1 0 0,10 10 0 0 0,-11-13-376 0 0,0 0-1 0 0,0 0 0 0 0,0 0 1 0 0,0 0-1 0 0,0 0 1 0 0,0-1-1 0 0,7 2 1 0 0</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5.959"/>
    </inkml:context>
    <inkml:brush xml:id="br0">
      <inkml:brushProperty name="width" value="0.1" units="cm"/>
      <inkml:brushProperty name="height" value="0.1" units="cm"/>
    </inkml:brush>
  </inkml:definitions>
  <inkml:trace contextRef="#ctx0" brushRef="#br0">0 0 11058 0 0,'1'37'3129'0'0,"2"-1"-1"0"0,8 45 1 0 0,-3-44-2721 0 0,2 0 0 0 0,1 0 0 0 0,1-1 1 0 0,25 49-1 0 0,-31-74-526 0 0,98 209 709 0 0,-71-123-4996 0 0,-28-71 190 0 0,-2-9 994 0 0,-2-14 2311 0 0,0-5 830 0 0,-2-7 27 0 0</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6.117"/>
    </inkml:context>
    <inkml:brush xml:id="br0">
      <inkml:brushProperty name="width" value="0.1" units="cm"/>
      <inkml:brushProperty name="height" value="0.1" units="cm"/>
    </inkml:brush>
  </inkml:definitions>
  <inkml:trace contextRef="#ctx0" brushRef="#br0">61 251 920 0 0,'-25'-26'196'0'0,"20"21"937"0"0,1-1 1 0 0,0 0-1 0 0,0 0 0 0 0,0 0 0 0 0,-4-12 1 0 0,6 15-508 0 0,1-1 1 0 0,0 1 0 0 0,0-1 0 0 0,1 0-1 0 0,-1 1 1 0 0,1-1 0 0 0,-1 0-1 0 0,1 0 1 0 0,0 1 0 0 0,0-1 0 0 0,2-7-1 0 0,-1 7-462 0 0,0 1 1 0 0,1-1-1 0 0,-1 1 0 0 0,1 0 0 0 0,-1-1 1 0 0,1 1-1 0 0,0 0 0 0 0,4-5 0 0 0,0 2 108 0 0,1 0 0 0 0,-1 0 0 0 0,1 0 0 0 0,0 1 0 0 0,1 0-1 0 0,-1 0 1 0 0,1 1 0 0 0,15-6 0 0 0,70-21-832 0 0,-85 29 402 0 0,15-4-681 0 0</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6.627"/>
    </inkml:context>
    <inkml:brush xml:id="br0">
      <inkml:brushProperty name="width" value="0.1" units="cm"/>
      <inkml:brushProperty name="height" value="0.1" units="cm"/>
    </inkml:brush>
  </inkml:definitions>
  <inkml:trace contextRef="#ctx0" brushRef="#br0">2 1 14283 0 0,'-1'7'5331'0'0,"1"32"-3791"0"0,11 179-1572 0 0,-6-177-2062 0 0,-1-23 1006 0 0</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6.798"/>
    </inkml:context>
    <inkml:brush xml:id="br0">
      <inkml:brushProperty name="width" value="0.1" units="cm"/>
      <inkml:brushProperty name="height" value="0.1" units="cm"/>
    </inkml:brush>
  </inkml:definitions>
  <inkml:trace contextRef="#ctx0" brushRef="#br0">41 1 11058 0 0,'-2'0'985'0'0,"-1"0"-793"0"0,2 1-192 0 0,1 3 1792 0 0,-3-1-800 0 0,-1 5 0 0 0,-1 3-824 0 0,-2 2-168 0 0,3 2 0 0 0,-1 1 0 0 0,1 4-1432 0 0,1-1-240 0 0,3 3-57 0 0,0 1 1 0 0,2 4 1344 0 0,-1 2 280 0 0</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7.068"/>
    </inkml:context>
    <inkml:brush xml:id="br0">
      <inkml:brushProperty name="width" value="0.1" units="cm"/>
      <inkml:brushProperty name="height" value="0.1" units="cm"/>
    </inkml:brush>
  </inkml:definitions>
  <inkml:trace contextRef="#ctx0" brushRef="#br0">1 1 6289 0 0,'4'0'0'0'0</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7.463"/>
    </inkml:context>
    <inkml:brush xml:id="br0">
      <inkml:brushProperty name="width" value="0.1" units="cm"/>
      <inkml:brushProperty name="height" value="0.1" units="cm"/>
    </inkml:brush>
  </inkml:definitions>
  <inkml:trace contextRef="#ctx0" brushRef="#br0">24 0 11522 0 0,'-1'4'336'0'0,"0"-1"0"0"0,0 1 0 0 0,0-1 0 0 0,0 1 0 0 0,0 0 0 0 0,1-1 0 0 0,0 1-1 0 0,0 6 1 0 0,-1 8 176 0 0,-7 30 575 0 0,3 1 0 0 0,1 95 0 0 0,7-107-2001 0 0,1-1 0 0 0,12 52 1 0 0,-7-53-4782 0 0</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8.368"/>
    </inkml:context>
    <inkml:brush xml:id="br0">
      <inkml:brushProperty name="width" value="0.1" units="cm"/>
      <inkml:brushProperty name="height" value="0.1" units="cm"/>
    </inkml:brush>
  </inkml:definitions>
  <inkml:trace contextRef="#ctx0" brushRef="#br0">1 116 9218 0 0,'4'0'335'0'0,"-1"1"0"0"0,1-1 0 0 0,0 1 1 0 0,-1 0-1 0 0,1 0 0 0 0,0 0 0 0 0,-1 0 0 0 0,1 1 0 0 0,-1-1 1 0 0,0 1-1 0 0,0 0 0 0 0,1 0 0 0 0,-1 0 0 0 0,0 1 1 0 0,-1-1-1 0 0,1 1 0 0 0,4 4 0 0 0,-1 0-179 0 0,-1 0 0 0 0,0 1 0 0 0,0-1 0 0 0,0 1 0 0 0,5 16 0 0 0,-5-21-20 0 0,0-10-115 0 0,0-11-34 0 0,-3 3-188 0 0,0 1 89 0 0,0 0 1 0 0,2 0-1 0 0,6-21 1 0 0,-9 32 145 0 0,0 0 0 0 0,1 0 1 0 0,-1 1-1 0 0,0-1 0 0 0,1 1 1 0 0,-1-1-1 0 0,1 1 0 0 0,0 0 1 0 0,0-1-1 0 0,0 1 0 0 0,0 0 1 0 0,0 0-1 0 0,1 0 0 0 0,-1 1 1 0 0,0-1-1 0 0,1 0 0 0 0,-1 1 1 0 0,1 0-1 0 0,0 0 0 0 0,-1 0 1 0 0,1 0-1 0 0,0 0 0 0 0,5-1 1 0 0,-6 2 23 0 0,-1 0 1 0 0,1 0 0 0 0,-1 1-1 0 0,1-1 1 0 0,-1 1 0 0 0,1-1 0 0 0,-1 1-1 0 0,1-1 1 0 0,-1 1 0 0 0,1 0 0 0 0,-1-1-1 0 0,0 1 1 0 0,1 0 0 0 0,-1 0-1 0 0,0 0 1 0 0,0 0 0 0 0,1 0 0 0 0,-1 0-1 0 0,0 1 1 0 0,0-1 0 0 0,-1 0 0 0 0,1 1-1 0 0,0-1 1 0 0,0 0 0 0 0,-1 1-1 0 0,1-1 1 0 0,0 3 0 0 0,15 51 1361 0 0,-12-37-1189 0 0,-1-6-76 0 0,-2-8-140 0 0,0 1-1 0 0,0 0 1 0 0,1-1-1 0 0,0 1 1 0 0,-1 0-1 0 0,1-1 1 0 0,1 0-1 0 0,-1 1 1 0 0,1-1-1 0 0,0 0 1 0 0,4 5-1 0 0,-6-9-14 0 0,0 0-1 0 0,0 0 0 0 0,0 0 1 0 0,0 0-1 0 0,0 0 1 0 0,0 0-1 0 0,0 0 0 0 0,0 0 1 0 0,0 0-1 0 0,0 0 1 0 0,0-1-1 0 0,0 1 0 0 0,0-1 1 0 0,0 1-1 0 0,0 0 1 0 0,0-1-1 0 0,0 0 0 0 0,0 1 1 0 0,0-1-1 0 0,0 1 1 0 0,0-1-1 0 0,-1 0 0 0 0,1 0 1 0 0,0 1-1 0 0,-1-1 1 0 0,2-2-1 0 0,18-21-172 0 0,-20 24 172 0 0,29-51-642 0 0,2-4 302 0 0,-29 52 393 0 0,1-1-1 0 0,-1 1 1 0 0,1-1-1 0 0,0 1 1 0 0,1 0-1 0 0,-1 0 0 0 0,0 0 1 0 0,1 1-1 0 0,-1-1 1 0 0,8-3-1 0 0,-10 6-12 0 0,0 0-1 0 0,0-1 1 0 0,0 1 0 0 0,1 0-1 0 0,-1 0 1 0 0,0 0 0 0 0,0 0-1 0 0,1 0 1 0 0,-1 0-1 0 0,0 0 1 0 0,0 0 0 0 0,0 1-1 0 0,1-1 1 0 0,-1 0-1 0 0,0 1 1 0 0,0-1 0 0 0,0 1-1 0 0,0-1 1 0 0,0 1 0 0 0,0-1-1 0 0,0 1 1 0 0,0 0-1 0 0,0 0 1 0 0,0-1 0 0 0,0 1-1 0 0,0 0 1 0 0,0 0 0 0 0,0 0-1 0 0,-1 0 1 0 0,1 0-1 0 0,0 2 1 0 0,23 43 259 0 0,-12-21-594 0 0,-11-23 195 0 0,0 0 1 0 0,0 0 0 0 0,0 0 0 0 0,1 0-1 0 0,-1-1 1 0 0,1 1 0 0 0,-1 0-1 0 0,1-1 1 0 0,-1 1 0 0 0,1-1-1 0 0,0 0 1 0 0,0 1 0 0 0,0-1-1 0 0,0 0 1 0 0,0 0 0 0 0,0 0 0 0 0,0 0-1 0 0,0-1 1 0 0,0 1 0 0 0,0 0-1 0 0,0-1 1 0 0,1 0 0 0 0,-1 1-1 0 0,0-1 1 0 0,0 0 0 0 0,3 0-1 0 0,-2-1-88 0 0,0 0 0 0 0,0 0 0 0 0,0-1 0 0 0,0 1 0 0 0,0-1 0 0 0,-1 0 0 0 0,1 1 0 0 0,-1-1 0 0 0,1 0 0 0 0,-1-1-1 0 0,1 1 1 0 0,-1 0 0 0 0,0-1 0 0 0,0 1 0 0 0,-1-1 0 0 0,1 1 0 0 0,2-6 0 0 0,10-19-1112 0 0,13-25-482 0 0,-26 49 1760 0 0,1 0 1 0 0,0 0-1 0 0,0 0 0 0 0,1 0 0 0 0,-1 1 1 0 0,0-1-1 0 0,1 1 0 0 0,-1 0 0 0 0,1-1 1 0 0,0 1-1 0 0,0 1 0 0 0,4-3 0 0 0,-6 3 121 0 0,0 1 0 0 0,0 0 0 0 0,0 0 0 0 0,1 0 0 0 0,-1-1-1 0 0,0 1 1 0 0,0 0 0 0 0,0 0 0 0 0,0 1 0 0 0,1-1-1 0 0,-1 0 1 0 0,0 0 0 0 0,0 1 0 0 0,0-1 0 0 0,0 0 0 0 0,0 1-1 0 0,0-1 1 0 0,0 1 0 0 0,0 0 0 0 0,0-1 0 0 0,0 1-1 0 0,0 0 1 0 0,0-1 0 0 0,0 1 0 0 0,0 0 0 0 0,0 0 0 0 0,-1 0-1 0 0,2 2 1 0 0,20 37 2666 0 0,-6-11-1889 0 0,4-9-3028 0 0</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8.637"/>
    </inkml:context>
    <inkml:brush xml:id="br0">
      <inkml:brushProperty name="width" value="0.1" units="cm"/>
      <inkml:brushProperty name="height" value="0.1" units="cm"/>
    </inkml:brush>
  </inkml:definitions>
  <inkml:trace contextRef="#ctx0" brushRef="#br0">21 2 11058 0 0,'-1'0'203'0'0,"1"0"0"0"0,-1-1-1 0 0,0 1 1 0 0,1 0 0 0 0,-1 0-1 0 0,1 0 1 0 0,-1 0-1 0 0,0 0 1 0 0,1 0 0 0 0,-1 0-1 0 0,0 0 1 0 0,1 0 0 0 0,-1 0-1 0 0,0 0 1 0 0,1 1 0 0 0,-1-1-1 0 0,1 0 1 0 0,-1 0 0 0 0,0 1-1 0 0,1-1 1 0 0,-1 0-1 0 0,1 1 1 0 0,-1-1 0 0 0,1 0-1 0 0,-1 1 204 0 0,0 0-204 0 0,1-1 1 0 0,0 1 0 0 0,-1-1-1 0 0,1 1 1 0 0,0-1-1 0 0,-1 1 1 0 0,1 0 0 0 0,0-1-1 0 0,0 1 1 0 0,-1-1 0 0 0,1 1-1 0 0,0 0 1 0 0,0-1 0 0 0,0 1-1 0 0,0 0 1 0 0,0 0 0 0 0,13 29 1009 0 0,-6-18-3142 0 0</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9.128"/>
    </inkml:context>
    <inkml:brush xml:id="br0">
      <inkml:brushProperty name="width" value="0.1" units="cm"/>
      <inkml:brushProperty name="height" value="0.1" units="cm"/>
    </inkml:brush>
  </inkml:definitions>
  <inkml:trace contextRef="#ctx0" brushRef="#br0">1 0 13331 0 0,'8'3'8130'0'0,"-8"-1"-7837"0"0,7 35 172 0 0,-2 1-1 0 0,-2 0 1 0 0,-2 48-1 0 0,7 70-351 0 0,-3-122-293 0 0,15 59 0 0 0,0-42-3050 0 0</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9.430"/>
    </inkml:context>
    <inkml:brush xml:id="br0">
      <inkml:brushProperty name="width" value="0.1" units="cm"/>
      <inkml:brushProperty name="height" value="0.1" units="cm"/>
    </inkml:brush>
  </inkml:definitions>
  <inkml:trace contextRef="#ctx0" brushRef="#br0">0 97 9218 0 0,'7'-1'444'0'0,"-1"-1"0"0"0,0 0 0 0 0,1 0 0 0 0,-1-1 0 0 0,8-4 1 0 0,15-6 356 0 0,21-6 408 0 0,-29 10-749 0 0,0 0-1 0 0,0 2 0 0 0,1 1 0 0 0,0 0 0 0 0,0 2 0 0 0,31-3 1 0 0,-49 8-344 0 0,-1-1 0 0 0,1 1 1 0 0,-1 0-1 0 0,0 0 1 0 0,0 0-1 0 0,1 0 1 0 0,-1 0-1 0 0,0 1 0 0 0,0 0 1 0 0,0-1-1 0 0,0 1 1 0 0,-1 0-1 0 0,1 1 0 0 0,0-1 1 0 0,-1 0-1 0 0,1 1 1 0 0,-1-1-1 0 0,0 1 1 0 0,0 0-1 0 0,0 0 0 0 0,0 0 1 0 0,-1 0-1 0 0,1 0 1 0 0,-1 0-1 0 0,2 6 0 0 0,4 9 292 0 0,-1 2 0 0 0,-1-1 0 0 0,4 24 0 0 0,-7-29-313 0 0,-2-12-79 0 0,3 15 28 0 0,0-1 1 0 0,1 1 0 0 0,0 0 0 0 0,1-1 0 0 0,1 0 0 0 0,1 0 0 0 0,10 17-1 0 0,-14-31-737 0 0,-2-8-372 0 0,-3-9-689 0 0,-1 1 675 0 0</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9.572"/>
    </inkml:context>
    <inkml:brush xml:id="br0">
      <inkml:brushProperty name="width" value="0.1" units="cm"/>
      <inkml:brushProperty name="height" value="0.1" units="cm"/>
    </inkml:brush>
  </inkml:definitions>
  <inkml:trace contextRef="#ctx0" brushRef="#br0">0 22 4609 0 0,'5'-21'13674'0'0,"-3"24"-13662"0"0,19 34-4739 0 0,-18-28 2882 0 0</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19.937"/>
    </inkml:context>
    <inkml:brush xml:id="br0">
      <inkml:brushProperty name="width" value="0.1" units="cm"/>
      <inkml:brushProperty name="height" value="0.1" units="cm"/>
    </inkml:brush>
  </inkml:definitions>
  <inkml:trace contextRef="#ctx0" brushRef="#br0">1 24 10162 0 0,'0'4'584'0'0,"1"0"-1"0"0,-1 0 0 0 0,1 0 1 0 0,0-1-1 0 0,0 1 1 0 0,0 0-1 0 0,1-1 0 0 0,-1 1 1 0 0,1 0-1 0 0,2 3 1 0 0,5 14 570 0 0,4 34 447 0 0,-9-36-1065 0 0,1 0-1 0 0,0 0 0 0 0,14 30 1 0 0,-9-93-1450 0 0,-5 23 591 0 0,2-1 0 0 0,0 1 0 0 0,13-24-1 0 0,-15 35 196 0 0,1 0 0 0 0,-1 1 0 0 0,1 0-1 0 0,1 0 1 0 0,0 0 0 0 0,0 1-1 0 0,1 0 1 0 0,12-11 0 0 0,-19 18 126 0 0,0 1 1 0 0,0-1 0 0 0,-1 0-1 0 0,1 1 1 0 0,0-1-1 0 0,0 1 1 0 0,0-1-1 0 0,0 1 1 0 0,0 0 0 0 0,0-1-1 0 0,0 1 1 0 0,0 0-1 0 0,0 0 1 0 0,0-1-1 0 0,0 1 1 0 0,0 0-1 0 0,0 0 1 0 0,0 0 0 0 0,0 0-1 0 0,0 0 1 0 0,0 1-1 0 0,0-1 1 0 0,0 0-1 0 0,0 0 1 0 0,0 1 0 0 0,1 0-1 0 0,0 0-6 0 0,-1 0-1 0 0,1 0 1 0 0,-1 1 0 0 0,1-1-1 0 0,-1 1 1 0 0,0-1 0 0 0,0 1 0 0 0,0 0-1 0 0,0-1 1 0 0,0 1 0 0 0,0 0-1 0 0,0 0 1 0 0,0 2 0 0 0,3 8-109 0 0,-1 2 1 0 0,0-1-1 0 0,0 18 1 0 0,-2-22-15 0 0,6 39-3374 0 0,-5-37 2377 0 0</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20.302"/>
    </inkml:context>
    <inkml:brush xml:id="br0">
      <inkml:brushProperty name="width" value="0.1" units="cm"/>
      <inkml:brushProperty name="height" value="0.1" units="cm"/>
    </inkml:brush>
  </inkml:definitions>
  <inkml:trace contextRef="#ctx0" brushRef="#br0">1 33 6913 0 0,'0'-4'116'0'0,"0"2"-98"0"0,0 1 0 0 0,0-1-1 0 0,0 0 1 0 0,1 0-1 0 0,-1 1 1 0 0,0-1 0 0 0,1 0-1 0 0,-1 1 1 0 0,1-1-1 0 0,0 1 1 0 0,-1-1 0 0 0,1 0-1 0 0,0 1 1 0 0,0-1-1 0 0,2-1 1 0 0,-2 7 438 0 0,-1 0 1 0 0,1 0-1 0 0,-1 0 1 0 0,0 0-1 0 0,0 0 1 0 0,0 5-1 0 0,-1 4 55 0 0,0-7-141 0 0,0 0 0 0 0,0 0 0 0 0,1 1 0 0 0,0-1 1 0 0,0 0-1 0 0,1 0 0 0 0,0 1 0 0 0,0-1 0 0 0,0 0 1 0 0,1 0-1 0 0,0 0 0 0 0,0 0 0 0 0,3 6 0 0 0,-4-12-270 0 0,-1 0-1 0 0,1 0 0 0 0,-1 0 1 0 0,1 0-1 0 0,-1 0 0 0 0,1 0 0 0 0,-1 0 1 0 0,1-1-1 0 0,-1 1 0 0 0,1 0 0 0 0,-1 0 1 0 0,1 0-1 0 0,-1 0 0 0 0,1-1 0 0 0,-1 1 1 0 0,1 0-1 0 0,-1-1 0 0 0,1 1 0 0 0,-1 0 1 0 0,0-1-1 0 0,1 1 0 0 0,-1 0 0 0 0,1-1 1 0 0,-1 1-1 0 0,0-1 0 0 0,1 1 0 0 0,-1 0 1 0 0,0-1-1 0 0,0 1 0 0 0,1-1 0 0 0,-1 0 1 0 0,13-18 399 0 0,-12 18-371 0 0,5-9 108 0 0,0 1 1 0 0,1 1 0 0 0,0-1-1 0 0,1 1 1 0 0,13-11-1 0 0,-20 17-207 0 0,0 1 1 0 0,1 0-1 0 0,-1 0 1 0 0,1 0-1 0 0,-1 0 0 0 0,1 0 1 0 0,0 0-1 0 0,-1 0 0 0 0,1 0 1 0 0,0 0-1 0 0,0 1 0 0 0,-1-1 1 0 0,1 1-1 0 0,0-1 1 0 0,0 1-1 0 0,0 0 0 0 0,0 0 1 0 0,0 0-1 0 0,0 0 0 0 0,-1 0 1 0 0,1 0-1 0 0,0 0 1 0 0,0 1-1 0 0,0-1 0 0 0,0 1 1 0 0,-1-1-1 0 0,1 1 0 0 0,0 0 1 0 0,0 0-1 0 0,-1 0 0 0 0,1 0 1 0 0,-1 0-1 0 0,1 0 1 0 0,-1 0-1 0 0,1 0 0 0 0,-1 1 1 0 0,1-1-1 0 0,-1 0 0 0 0,0 1 1 0 0,1 1-1 0 0,4 6 31 0 0,-2 0 0 0 0,1 0 0 0 0,-1 1-1 0 0,-1-1 1 0 0,1 1 0 0 0,-2 0 0 0 0,1 0 0 0 0,-1 0-1 0 0,-1 0 1 0 0,0 0 0 0 0,0 1 0 0 0,-1-1 0 0 0,-2 16-1 0 0,0-10-72 0 0,0-1-1 0 0,0 0 1 0 0,-2 0 0 0 0,0 0-1 0 0,-1 0 1 0 0,0-1-1 0 0,-1 1 1 0 0,-11 17-1 0 0,13-25-16 0 0,-1 0 0 0 0,0 0 0 0 0,0-1 1 0 0,-1 0-1 0 0,0 0 0 0 0,-7 5 0 0 0,-11 5-6198 0 0</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20.920"/>
    </inkml:context>
    <inkml:brush xml:id="br0">
      <inkml:brushProperty name="width" value="0.1" units="cm"/>
      <inkml:brushProperty name="height" value="0.1" units="cm"/>
    </inkml:brush>
  </inkml:definitions>
  <inkml:trace contextRef="#ctx0" brushRef="#br0">1 194 12899 0 0,'25'-9'4302'0'0,"-21"8"-4073"0"0,1 0 1 0 0,-1 0-1 0 0,1 0 0 0 0,0 0 1 0 0,-1 1-1 0 0,1 0 1 0 0,0 0-1 0 0,-1 1 0 0 0,1-1 1 0 0,-1 1-1 0 0,1 0 0 0 0,0 0 1 0 0,-1 0-1 0 0,0 1 0 0 0,1-1 1 0 0,-1 1-1 0 0,6 4 0 0 0,-3-1-103 0 0,1 1-1 0 0,-2 0 1 0 0,1 1-1 0 0,-1-1 1 0 0,0 1-1 0 0,0 1 0 0 0,9 15 1 0 0,3 5-9 0 0,15 34-1 0 0,-29-54-63 0 0,-1 0-1 0 0,1 1 0 0 0,-2-1 0 0 0,1 1 1 0 0,-1 0-1 0 0,0 0 0 0 0,-1 0 0 0 0,0 0 1 0 0,0 12-1 0 0,-1-21-38 0 0,0 1 0 0 0,0 0 0 0 0,0 0-1 0 0,0 0 1 0 0,0-1 0 0 0,0 1 0 0 0,0 0 0 0 0,0 0 0 0 0,0 0 0 0 0,0-1 0 0 0,0 1 0 0 0,0 0-1 0 0,-1 0 1 0 0,1 0 0 0 0,0-1 0 0 0,-1 1 0 0 0,1 0 0 0 0,0 0 0 0 0,-1-1 0 0 0,1 1 0 0 0,-1-1-1 0 0,0 1 1 0 0,1 0 0 0 0,-1-1 0 0 0,1 1 0 0 0,-1-1 0 0 0,0 1 0 0 0,1-1 0 0 0,-1 1 0 0 0,0-1-1 0 0,1 0 1 0 0,-1 1 0 0 0,0-1 0 0 0,0 0 0 0 0,0 1 0 0 0,1-1 0 0 0,-1 0 0 0 0,0 0-1 0 0,0 0 1 0 0,0 0 0 0 0,1 0 0 0 0,-1 0 0 0 0,0 0 0 0 0,0 0 0 0 0,0 0 0 0 0,1 0 0 0 0,-2-1-1 0 0,-1 0 9 0 0,1 0 0 0 0,0 0 0 0 0,0 0-1 0 0,0 0 1 0 0,0-1 0 0 0,1 1 0 0 0,-1-1-1 0 0,0 1 1 0 0,0-1 0 0 0,1 0 0 0 0,-1 1-1 0 0,1-1 1 0 0,0 0 0 0 0,-1 0 0 0 0,1 0-1 0 0,-1-3 1 0 0,-1-5-15 0 0,0-1-1 0 0,1 1 1 0 0,0-1-1 0 0,1 0 1 0 0,0 0-1 0 0,0 0 1 0 0,1 0-1 0 0,1 0 1 0 0,2-15-1 0 0,24-98-390 0 0,-26 119 367 0 0,9-31-518 0 0,20-45-1 0 0,-7 33-5754 0 0,-7 19-776 0 0</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21.283"/>
    </inkml:context>
    <inkml:brush xml:id="br0">
      <inkml:brushProperty name="width" value="0.1" units="cm"/>
      <inkml:brushProperty name="height" value="0.1" units="cm"/>
    </inkml:brush>
  </inkml:definitions>
  <inkml:trace contextRef="#ctx0" brushRef="#br0">0 326 4609 0 0,'19'-34'1586'0'0,"-1"0"0"0"0,-2-1 1 0 0,-2 0-1 0 0,-1-1 0 0 0,-2-1 0 0 0,10-53 1 0 0,-21 88-1546 0 0,0 1 0 0 0,1 0 1 0 0,-1 0-1 0 0,0-1 0 0 0,0 1 0 0 0,0 0 1 0 0,0 0-1 0 0,0-1 0 0 0,0 1 1 0 0,0 0-1 0 0,-1 0 0 0 0,1-1 0 0 0,0 1 1 0 0,-1 0-1 0 0,1 0 0 0 0,-2-2 1 0 0,2 3-12 0 0,-1-1 1 0 0,1 1 0 0 0,0 0 0 0 0,-1 0 0 0 0,1 0 0 0 0,-1 0 0 0 0,1 0 0 0 0,-1 0-1 0 0,1 0 1 0 0,-1 0 0 0 0,1 0 0 0 0,0 0 0 0 0,-1 0 0 0 0,1 0 0 0 0,-1 0 0 0 0,1 0 0 0 0,-1 0-1 0 0,1 0 1 0 0,0 0 0 0 0,-1 1 0 0 0,1-1 0 0 0,-1 0 0 0 0,1 0 0 0 0,0 0 0 0 0,-1 1 0 0 0,1-1-1 0 0,0 0 1 0 0,-1 1 0 0 0,0-1 0 0 0,-2 3 118 0 0,0 1-1 0 0,0-1 1 0 0,0 0 0 0 0,0 1 0 0 0,0 0-1 0 0,0 0 1 0 0,-2 6 0 0 0,2-3-25 0 0,0 1-1 0 0,1 0 1 0 0,0 0 0 0 0,0 0 0 0 0,0 0 0 0 0,1 0 0 0 0,1 0 0 0 0,0 0-1 0 0,0 0 1 0 0,0 1 0 0 0,1-1 0 0 0,0 0 0 0 0,0 0 0 0 0,1 0 0 0 0,0 0 0 0 0,1-1-1 0 0,0 1 1 0 0,0 0 0 0 0,6 9 0 0 0,-6-12-242 0 0,0 0 0 0 0,1 0 0 0 0,-1-1 0 0 0,1 1 0 0 0,0-1 0 0 0,0 0 0 0 0,0 0 0 0 0,1 0-1 0 0,0-1 1 0 0,-1 0 0 0 0,1 0 0 0 0,0 0 0 0 0,1 0 0 0 0,-1-1 0 0 0,0 0 0 0 0,1 0 0 0 0,-1 0 0 0 0,1-1 0 0 0,0 1 0 0 0,-1-1 0 0 0,1-1 0 0 0,0 1 0 0 0,0-1 0 0 0,0 0 0 0 0,-1 0 0 0 0,1-1 0 0 0,9-2-1 0 0,7-2-1960 0 0,0-2-3734 0 0</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21.566"/>
    </inkml:context>
    <inkml:brush xml:id="br0">
      <inkml:brushProperty name="width" value="0.1" units="cm"/>
      <inkml:brushProperty name="height" value="0.1" units="cm"/>
    </inkml:brush>
  </inkml:definitions>
  <inkml:trace contextRef="#ctx0" brushRef="#br0">76 18 2304 0 0,'-10'-17'11964'0'0,"9"18"-11740"0"0,-29 24 4855 0 0,26-20-4872 0 0,0 0 1 0 0,1 0-1 0 0,0 0 1 0 0,-1 1-1 0 0,2-1 1 0 0,-1 1-1 0 0,1 0 0 0 0,-1-1 1 0 0,2 1-1 0 0,-1 0 1 0 0,1 0-1 0 0,0 0 1 0 0,0 1-1 0 0,0-1 1 0 0,1 0-1 0 0,0 0 1 0 0,1 9-1 0 0,1-6-149 0 0,0-1-1 0 0,1 1 1 0 0,0 0 0 0 0,0-1-1 0 0,1 0 1 0 0,0 0 0 0 0,0 0-1 0 0,1 0 1 0 0,0-1 0 0 0,1 1-1 0 0,7 7 1 0 0,17 16-210 0 0,-16-18 118 0 0,-1 0 1 0 0,20 27 0 0 0,-31-36 13 0 0,0 0 1 0 0,1-1 0 0 0,-1 1-1 0 0,0 0 1 0 0,-1 0 0 0 0,1 0-1 0 0,-1 0 1 0 0,0 0 0 0 0,0 1-1 0 0,0-1 1 0 0,0 0 0 0 0,-1 1 0 0 0,1-1-1 0 0,-1 0 1 0 0,0 1 0 0 0,-1-1-1 0 0,0 5 1 0 0,0-5-131 0 0,-1-1 1 0 0,1 1-1 0 0,-1-1 0 0 0,0 1 1 0 0,0-1-1 0 0,0 0 0 0 0,0 0 1 0 0,-1 0-1 0 0,1 0 0 0 0,-1 0 1 0 0,0 0-1 0 0,0 0 1 0 0,-5 3-1 0 0,1-1-876 0 0</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3:21.709"/>
    </inkml:context>
    <inkml:brush xml:id="br0">
      <inkml:brushProperty name="width" value="0.1" units="cm"/>
      <inkml:brushProperty name="height" value="0.1" units="cm"/>
    </inkml:brush>
  </inkml:definitions>
  <inkml:trace contextRef="#ctx0" brushRef="#br0">3 1 17508 0 0,'10'1'776'0'0,"-2"-1"160"0"0,-1 2-744 0 0,-4-1-192 0 0,-2 1 0 0 0,-1 2 1665 0 0,0 2-753 0 0,-1-2 8 0 0,-2 2-920 0 0,-4 0-160 0 0,-2 1-48 0 0,-3-1-8 0 0</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9.238"/>
    </inkml:context>
    <inkml:brush xml:id="br0">
      <inkml:brushProperty name="width" value="0.1" units="cm"/>
      <inkml:brushProperty name="height" value="0.1" units="cm"/>
    </inkml:brush>
  </inkml:definitions>
  <inkml:trace contextRef="#ctx0" brushRef="#br0">10 24 4609 0 0,'-10'-24'9543'0'0,"16"35"-6999"0"0,10 30-1696 0 0,-1 1 0 0 0,12 54 0 0 0,9 90-355 0 0,-35-176-422 0 0,13 121 187 0 0,-10-70 292 0 0,-4-61-526 0 0,0 1 0 0 0,0-1 0 0 0,0 0 0 0 0,0 1 0 0 0,0-1 0 0 0,1 0 0 0 0,-1 1 0 0 0,0-1 0 0 0,0 0 0 0 0,0 1-1 0 0,0-1 1 0 0,0 0 0 0 0,0 1 0 0 0,0-1 0 0 0,1 0 0 0 0,-1 1 0 0 0,0-1 0 0 0,0 0 0 0 0,0 0 0 0 0,1 1 0 0 0,-1-1 0 0 0,0 0 0 0 0,0 0-1 0 0,1 0 1 0 0,-1 1 0 0 0,0-1 0 0 0,1 0 0 0 0,-1 0 0 0 0,0 0 0 0 0,0 0 0 0 0,1 1 0 0 0,-1-1 0 0 0,0 0 0 0 0,1 0 0 0 0,-1 0-1 0 0,0 0 1 0 0,1 0 0 0 0,0 0 0 0 0,16-8 421 0 0,23-25-230 0 0,-31 25-118 0 0,22-19-117 0 0,65-41 0 0 0,-78 58-1064 0 0,0 1 1 0 0,0 0-1 0 0,23-7 1 0 0,-20 10-5507 0 0</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9.506"/>
    </inkml:context>
    <inkml:brush xml:id="br0">
      <inkml:brushProperty name="width" value="0.1" units="cm"/>
      <inkml:brushProperty name="height" value="0.1" units="cm"/>
    </inkml:brush>
  </inkml:definitions>
  <inkml:trace contextRef="#ctx0" brushRef="#br0">13 0 3225 0 0,'-12'7'6017'0'0,"11"-6"-5802"0"0,2 18 3400 0 0,17 28-846 0 0,-12-35-2149 0 0,6 18 124 0 0,28 46 0 0 0,-26-52-1355 0 0,2-2 1 0 0,24 27 0 0 0,-30-36-497 0 0,-1-1-221 0 0</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9.728"/>
    </inkml:context>
    <inkml:brush xml:id="br0">
      <inkml:brushProperty name="width" value="0.1" units="cm"/>
      <inkml:brushProperty name="height" value="0.1" units="cm"/>
    </inkml:brush>
  </inkml:definitions>
  <inkml:trace contextRef="#ctx0" brushRef="#br0">4 282 1376 0 0,'-1'-11'438'0'0,"-1"1"1"0"0,2 0-1 0 0,0-1 0 0 0,0 1 0 0 0,0-1 0 0 0,2 1 0 0 0,-1-1 0 0 0,1 1 0 0 0,1 0 0 0 0,0 0 1 0 0,0 0-1 0 0,1 0 0 0 0,0 1 0 0 0,1-1 0 0 0,0 1 0 0 0,6-9 0 0 0,-5 10-93 0 0,1-1-1 0 0,-1 1 1 0 0,2 1-1 0 0,-1-1 1 0 0,1 1-1 0 0,0 0 1 0 0,0 1-1 0 0,17-10 1 0 0,-17 12-595 0 0,0 0 0 0 0,0 1 0 0 0,1 0 0 0 0,-1 0 0 0 0,1 1 0 0 0,13-3 1 0 0,-20 5 247 0 0,0-1 1 0 0,0 1 0 0 0,1 0 0 0 0,-1-1 0 0 0,0 1 0 0 0,0 0 0 0 0,0 0 0 0 0,1 0 0 0 0,-1 1 0 0 0,0-1 0 0 0,0 0 0 0 0,0 1 0 0 0,0-1 0 0 0,0 1 0 0 0,1 0-1 0 0,-1 0 1 0 0,0 0 0 0 0,-1 0 0 0 0,1 0 0 0 0,0 0 0 0 0,0 1 0 0 0,0-1 0 0 0,-1 0 0 0 0,4 4 0 0 0,1 8-66 0 0</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30.031"/>
    </inkml:context>
    <inkml:brush xml:id="br0">
      <inkml:brushProperty name="width" value="0.1" units="cm"/>
      <inkml:brushProperty name="height" value="0.1" units="cm"/>
    </inkml:brush>
  </inkml:definitions>
  <inkml:trace contextRef="#ctx0" brushRef="#br0">1 187 3681 0 0,'36'-47'2719'0'0,"-19"28"-2193"0"0,47-47 103 0 0,-56 59-1019 0 0,0 0-1 0 0,1 0 1 0 0,0 0-1 0 0,0 1 1 0 0,1 1 0 0 0,10-5-1 0 0,-19 9 388 0 0,1 0 1 0 0,-1 1-1 0 0,0-1 0 0 0,0 1 0 0 0,1-1 0 0 0,-1 1 0 0 0,0 0 0 0 0,0-1 0 0 0,1 1 0 0 0,-1 0 0 0 0,0 0 0 0 0,1 0 0 0 0,-1 0 0 0 0,1 0 1 0 0,-1 0-1 0 0,0 0 0 0 0,1 1 0 0 0,-1-1 0 0 0,0 0 0 0 0,0 1 0 0 0,1-1 0 0 0,-1 1 0 0 0,0-1 0 0 0,2 2 0 0 0,-2-1-2 0 0,0 0-1 0 0,-1 1 0 0 0,1-1 0 0 0,0 0 0 0 0,0 1 1 0 0,-1-1-1 0 0,1 1 0 0 0,-1-1 0 0 0,1 1 1 0 0,-1-1-1 0 0,0 1 0 0 0,0 0 0 0 0,1-1 1 0 0,-1 1-1 0 0,0-1 0 0 0,0 1 0 0 0,-1 1 1 0 0,0 9-22 0 0,-2-1 1 0 0,1 1-1 0 0,-1-1 1 0 0,-5 13-1 0 0,-19 37-43 0 0,18-43 30 0 0,1 0-1 0 0,1 1 1 0 0,1 0 0 0 0,0 0-1 0 0,-4 24 1 0 0,10-41 135 0 0,0 0 0 0 0,0 1-1 0 0,-1-1 1 0 0,1 1 0 0 0,0-1 0 0 0,1 0 0 0 0,-1 1 0 0 0,0-1 0 0 0,1 1-1 0 0,0-1 1 0 0,-1 0 0 0 0,1 0 0 0 0,0 1 0 0 0,0-1 0 0 0,0 0 0 0 0,0 0-1 0 0,3 3 1 0 0,-3-4 92 0 0,1 1-1 0 0,-1-1 1 0 0,1 0-1 0 0,-1 0 1 0 0,1 0-1 0 0,0 0 1 0 0,0 0-1 0 0,0 0 1 0 0,-1 0-1 0 0,1-1 1 0 0,0 1-1 0 0,0-1 1 0 0,0 1-1 0 0,0-1 0 0 0,0 0 1 0 0,4 1-1 0 0,0-2 38 0 0,1 1 0 0 0,0-1 0 0 0,-1 0-1 0 0,1-1 1 0 0,0 0 0 0 0,-1 0 0 0 0,0 0 0 0 0,1-1-1 0 0,-1 1 1 0 0,11-8 0 0 0,-1-1-918 0 0,-6 5 531 0 0,1-1 1 0 0,-1 0-1 0 0,0-1 0 0 0,0-1 0 0 0,-1 1 0 0 0,13-16 0 0 0,-11 8 99 0 0</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30.237"/>
    </inkml:context>
    <inkml:brush xml:id="br0">
      <inkml:brushProperty name="width" value="0.1" units="cm"/>
      <inkml:brushProperty name="height" value="0.1" units="cm"/>
    </inkml:brush>
  </inkml:definitions>
  <inkml:trace contextRef="#ctx0" brushRef="#br0">10 1 5065 0 0,'0'0'132'0'0,"-1"1"0"0"0,0-1 0 0 0,0 0 0 0 0,1 1 0 0 0,-1-1-1 0 0,1 1 1 0 0,-1 0 0 0 0,1-1 0 0 0,-1 1 0 0 0,1 0 0 0 0,-1-1 0 0 0,1 1 0 0 0,-1 0 0 0 0,1-1-1 0 0,0 1 1 0 0,-1 0 0 0 0,1 0 0 0 0,0-1 0 0 0,0 1 0 0 0,-1 0 0 0 0,1 0 0 0 0,0 0 0 0 0,0-1-1 0 0,0 1 1 0 0,0 0 0 0 0,0 0 0 0 0,0 0 0 0 0,0 0 0 0 0,1-1 0 0 0,-1 1 0 0 0,0 0 0 0 0,0 0 0 0 0,1-1-1 0 0,-1 2 1 0 0,8 31 1171 0 0,70 140 3690 0 0,-16-42-7330 0 0,-53-109-2653 0 0</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30.522"/>
    </inkml:context>
    <inkml:brush xml:id="br0">
      <inkml:brushProperty name="width" value="0.1" units="cm"/>
      <inkml:brushProperty name="height" value="0.1" units="cm"/>
    </inkml:brush>
  </inkml:definitions>
  <inkml:trace contextRef="#ctx0" brushRef="#br0">13 79 1368 0 0,'-1'-1'76'0'0,"0"-1"0"0"0,-1 1-1 0 0,1-1 1 0 0,0 1-1 0 0,0-1 1 0 0,0 0 0 0 0,0 1-1 0 0,1-1 1 0 0,-1 0-1 0 0,0 0 1 0 0,1 0 0 0 0,-1 1-1 0 0,1-1 1 0 0,0 0 0 0 0,0 0-1 0 0,-1 0 1 0 0,1 0-1 0 0,1 0 1 0 0,-1 0 0 0 0,0 0-1 0 0,0 0 1 0 0,1 1-1 0 0,-1-1 1 0 0,2-3 0 0 0,-1 3 120 0 0,0 0 1 0 0,1-1 0 0 0,-1 1 0 0 0,1 1-1 0 0,-1-1 1 0 0,1 0 0 0 0,0 0 0 0 0,0 1-1 0 0,0-1 1 0 0,0 0 0 0 0,0 1 0 0 0,0 0-1 0 0,0 0 1 0 0,1 0 0 0 0,-1 0 0 0 0,0 0-1 0 0,1 0 1 0 0,-1 0 0 0 0,4 0 0 0 0,1 0 115 0 0,1 1 1 0 0,0-1 0 0 0,0 1-1 0 0,0 1 1 0 0,0 0 0 0 0,0 0 0 0 0,-1 0-1 0 0,1 1 1 0 0,0 0 0 0 0,-1 1 0 0 0,1-1-1 0 0,-1 1 1 0 0,0 1 0 0 0,0 0-1 0 0,9 6 1 0 0,-4-3-6 0 0,-1 1-1 0 0,0 1 1 0 0,-1 0-1 0 0,0 0 0 0 0,0 1 1 0 0,-1 1-1 0 0,0-1 1 0 0,8 13-1 0 0,-15-18-168 0 0,1 0 0 0 0,-1 0-1 0 0,1 0 1 0 0,-1 0 0 0 0,-1 1-1 0 0,1-1 1 0 0,-1 0 0 0 0,0 1-1 0 0,0-1 1 0 0,-1 1 0 0 0,1-1-1 0 0,-2 11 1 0 0,0-6 100 0 0,-1-1 1 0 0,0 1 0 0 0,0-1-1 0 0,-1 0 1 0 0,0 0-1 0 0,-9 16 1 0 0,-3 1 467 0 0,-2 0 0 0 0,-1-2 0 0 0,-33 37 0 0 0,-41 30-84 0 0,80-80-958 0 0</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32.571"/>
    </inkml:context>
    <inkml:brush xml:id="br0">
      <inkml:brushProperty name="width" value="0.1" units="cm"/>
      <inkml:brushProperty name="height" value="0.1" units="cm"/>
    </inkml:brush>
  </inkml:definitions>
  <inkml:trace contextRef="#ctx0" brushRef="#br0">77 49 3225 0 0,'-11'-28'745'0'0,"10"26"-449"0"0,-1 0 0 0 0,1 1-1 0 0,-1-1 1 0 0,1 0 0 0 0,-1 1-1 0 0,0-1 1 0 0,0 1 0 0 0,0-1-1 0 0,1 1 1 0 0,-1 0 0 0 0,-1 0 0 0 0,1 0-1 0 0,0 0 1 0 0,0 0 0 0 0,-30 4 13413 0 0,27 14-13875 0 0,5-16 248 0 0,-1 1 1 0 0,1 0-1 0 0,0-1 1 0 0,0 1-1 0 0,0 0 1 0 0,0-1-1 0 0,0 1 1 0 0,0-1 0 0 0,0 1-1 0 0,1 0 1 0 0,-1-1-1 0 0,1 4 1 0 0,3 23 268 0 0,-4-2-331 0 0,1 0 1 0 0,2-1-1 0 0,0 1 1 0 0,2-1-1 0 0,12 39 0 0 0,0 9-14 0 0,15 107-6 0 0,14 293 0 0 0,-42-390-35 0 0,25 302 569 0 0,-18-334-522 0 0,-8-40-17 0 0,0 0-1 0 0,-1 0 1 0 0,0 1 0 0 0,-1-1-1 0 0,0 1 1 0 0,-1-1 0 0 0,0 1-1 0 0,-2 15 1 0 0</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5.853"/>
    </inkml:context>
    <inkml:brush xml:id="br0">
      <inkml:brushProperty name="width" value="0.1" units="cm"/>
      <inkml:brushProperty name="height" value="0.1" units="cm"/>
    </inkml:brush>
  </inkml:definitions>
  <inkml:trace contextRef="#ctx0" brushRef="#br0">6 7 11522 0 0,'3'-6'3527'0'0,"2"13"-1617"0"0,4 15-398 0 0,-3 6-830 0 0,-1 0 1 0 0,-2 1 0 0 0,0 54 0 0 0,-14 89-449 0 0,4-98-89 0 0,-4 43-643 0 0,3-39-3203 0 0,5-60-2687 0 0</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6.171"/>
    </inkml:context>
    <inkml:brush xml:id="br0">
      <inkml:brushProperty name="width" value="0.1" units="cm"/>
      <inkml:brushProperty name="height" value="0.1" units="cm"/>
    </inkml:brush>
  </inkml:definitions>
  <inkml:trace contextRef="#ctx0" brushRef="#br0">1 25 2288 0 0,'1'-2'199'0'0,"2"-1"0"0"0,-1 1 0 0 0,0 0 0 0 0,0 0-1 0 0,1 1 1 0 0,-1-1 0 0 0,1 0 0 0 0,-1 1 0 0 0,1 0-1 0 0,0-1 1 0 0,0 1 0 0 0,0 0 0 0 0,-1 0 0 0 0,1 1-1 0 0,0-1 1 0 0,0 1 0 0 0,0-1 0 0 0,0 1-1 0 0,0 0 1 0 0,4 0 0 0 0,12 1 2740 0 0,39 4-1 0 0,-39-2-2191 0 0,1-1-289 0 0,0 0 1 0 0,0 2-1 0 0,-1 1 1 0 0,1 0-1 0 0,-1 1 0 0 0,36 18 1 0 0,-50-22-359 0 0,0 1-1 0 0,0 0 1 0 0,0 0 0 0 0,-1 1 0 0 0,1-1-1 0 0,-1 1 1 0 0,0 0 0 0 0,0 0-1 0 0,0 1 1 0 0,-1-1 0 0 0,1 1 0 0 0,-1 0-1 0 0,0 0 1 0 0,0 0 0 0 0,-1 0 0 0 0,0 0-1 0 0,0 1 1 0 0,0-1 0 0 0,0 1 0 0 0,-1-1-1 0 0,0 1 1 0 0,0 0 0 0 0,-1-1-1 0 0,1 1 1 0 0,-1 0 0 0 0,0 0 0 0 0,-1-1-1 0 0,-1 11 1 0 0,-1-3 40 0 0,0 0 1 0 0,-1-1-1 0 0,-1 1 1 0 0,0-1-1 0 0,0 0 0 0 0,-1 0 1 0 0,-1-1-1 0 0,0 0 0 0 0,-1 0 1 0 0,0 0-1 0 0,0-1 0 0 0,-10 9 1 0 0,14-15-164 0 0,-1 0 0 0 0,1 0 0 0 0,0-1 0 0 0,-1 1 0 0 0,0-1-1 0 0,0 0 1 0 0,0 0 0 0 0,0-1 0 0 0,0 0 0 0 0,0 0 0 0 0,-1 0 0 0 0,1 0 0 0 0,-1-1 0 0 0,1 0 0 0 0,-1 0 0 0 0,1 0 0 0 0,-1-1 0 0 0,0 0 0 0 0,0 0-1 0 0,1 0 1 0 0,-1-1 0 0 0,0 0 0 0 0,1 0 0 0 0,-1 0 0 0 0,1-1 0 0 0,-1 0 0 0 0,1 0 0 0 0,0 0 0 0 0,0 0 0 0 0,-5-4 0 0 0,8 5-188 0 0,1 0 1 0 0,0 0 0 0 0,-1 0 0 0 0,1 0 0 0 0,0 0 0 0 0,-1 0-1 0 0,1 0 1 0 0,0 0 0 0 0,0 0 0 0 0,0-1 0 0 0,0 1 0 0 0,0 0-1 0 0,1-1 1 0 0,-1 1 0 0 0,0-1 0 0 0,0 1 0 0 0,1-1-1 0 0,-1 1 1 0 0,1-1 0 0 0,0 0 0 0 0,-1 1 0 0 0,1-1 0 0 0,0 0-1 0 0,0-1 1 0 0</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6.504"/>
    </inkml:context>
    <inkml:brush xml:id="br0">
      <inkml:brushProperty name="width" value="0.1" units="cm"/>
      <inkml:brushProperty name="height" value="0.1" units="cm"/>
    </inkml:brush>
  </inkml:definitions>
  <inkml:trace contextRef="#ctx0" brushRef="#br0">17 3 12211 0 0,'-1'-1'85'0'0,"1"1"1"0"0,-1 0 0 0 0,1 0 0 0 0,-1-1 0 0 0,1 1 0 0 0,-1 0-1 0 0,1 0 1 0 0,-1 0 0 0 0,1 0 0 0 0,-1 0 0 0 0,1 0 0 0 0,-1-1-1 0 0,1 1 1 0 0,-1 0 0 0 0,1 0 0 0 0,-1 1 0 0 0,1-1 0 0 0,-1 0-1 0 0,0 0 1 0 0,1 0 0 0 0,-1 0 0 0 0,1 0 0 0 0,-1 1 0 0 0,1-1-1 0 0,-1 0 1 0 0,1 0 0 0 0,0 1 0 0 0,-1-1 0 0 0,0 17 3773 0 0,1-12-3587 0 0,3 49 1618 0 0,18 238 82 0 0,14-124-4105 0 0,-28-136-1331 0 0</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6.759"/>
    </inkml:context>
    <inkml:brush xml:id="br0">
      <inkml:brushProperty name="width" value="0.1" units="cm"/>
      <inkml:brushProperty name="height" value="0.1" units="cm"/>
    </inkml:brush>
  </inkml:definitions>
  <inkml:trace contextRef="#ctx0" brushRef="#br0">20 234 1840 0 0,'-11'-42'246'0'0,"8"26"1276"0"0,1 1 1 0 0,-1-25 0 0 0,3 34-1143 0 0,0 0 1 0 0,0 1-1 0 0,0-1 1 0 0,1 0-1 0 0,0 1 1 0 0,0-1 0 0 0,1 1-1 0 0,-1-1 1 0 0,1 1-1 0 0,0 0 1 0 0,1 0-1 0 0,-1 0 1 0 0,1 0 0 0 0,0 0-1 0 0,0 0 1 0 0,0 1-1 0 0,1-1 1 0 0,4-3-1 0 0,-5 6-216 0 0,-1 0 0 0 0,1 0-1 0 0,-1 1 1 0 0,1-1 0 0 0,0 1-1 0 0,0-1 1 0 0,-1 1 0 0 0,1 0 0 0 0,0 0-1 0 0,0 1 1 0 0,0-1 0 0 0,0 0-1 0 0,0 1 1 0 0,0 0 0 0 0,6 0 0 0 0,-3 1 66 0 0,0 0 0 0 0,0 0 1 0 0,0 0-1 0 0,0 1 0 0 0,-1 0 1 0 0,1 0-1 0 0,9 5 0 0 0,-3 1 116 0 0,1 0 0 0 0,-1 0-1 0 0,-1 2 1 0 0,0-1 0 0 0,19 22-1 0 0,-21-22-267 0 0,-1 2-1 0 0,-1-1 1 0 0,1 1-1 0 0,-2 0 1 0 0,1 1-1 0 0,-2-1 1 0 0,0 1-1 0 0,0 0 1 0 0,-1 1-1 0 0,0-1 1 0 0,-1 1-1 0 0,-1-1 1 0 0,0 1-1 0 0,0 0 0 0 0,-1 0 1 0 0,-1 0-1 0 0,-1 0 1 0 0,1 0-1 0 0,-2 0 1 0 0,0 0-1 0 0,-1 0 1 0 0,0-1-1 0 0,0 1 1 0 0,-2-1-1 0 0,1 0 1 0 0,-2 0-1 0 0,1 0 1 0 0,-2-1-1 0 0,0 0 1 0 0,0 0-1 0 0,-13 15 1 0 0,7-11-62 0 0,-1 0 1 0 0,0-1-1 0 0,-1 0 1 0 0,-1-2 0 0 0,-18 13-1 0 0,-20 4-2627 0 0</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7.346"/>
    </inkml:context>
    <inkml:brush xml:id="br0">
      <inkml:brushProperty name="width" value="0.1" units="cm"/>
      <inkml:brushProperty name="height" value="0.1" units="cm"/>
    </inkml:brush>
  </inkml:definitions>
  <inkml:trace contextRef="#ctx0" brushRef="#br0">345 60 7370 0 0,'-9'-7'534'0'0,"1"1"1"0"0,-1 0 0 0 0,-1 0 0 0 0,1 1 0 0 0,-1 0 0 0 0,0 0 0 0 0,0 1 0 0 0,0 0-1 0 0,-1 1 1 0 0,1 0 0 0 0,-1 1 0 0 0,-18-2 0 0 0,22 4-318 0 0,1 0 1 0 0,0 1 0 0 0,-1-1-1 0 0,1 1 1 0 0,0 0 0 0 0,0 1-1 0 0,0-1 1 0 0,0 1-1 0 0,0 0 1 0 0,0 1 0 0 0,0 0-1 0 0,1 0 1 0 0,-1 0-1 0 0,1 0 1 0 0,0 1 0 0 0,0 0-1 0 0,0 0 1 0 0,0 0-1 0 0,1 1 1 0 0,0-1 0 0 0,0 1-1 0 0,0 0 1 0 0,-3 6 0 0 0,-4 7-57 0 0,2 0 1 0 0,0 0 0 0 0,1 1 0 0 0,1 0 0 0 0,-6 23 0 0 0,10-33-216 0 0,1-1-1 0 0,1 1 1 0 0,0-1-1 0 0,0 1 1 0 0,0 0-1 0 0,1-1 1 0 0,0 1-1 0 0,1 0 1 0 0,0 0 0 0 0,0-1-1 0 0,1 1 1 0 0,0-1-1 0 0,1 1 1 0 0,5 11-1 0 0,-7-18-41 0 0,0 1 1 0 0,0-1-1 0 0,0 0 0 0 0,0 0 0 0 0,1 0 0 0 0,-1 0 0 0 0,1-1 0 0 0,0 1 1 0 0,-1 0-1 0 0,1 0 0 0 0,0-1 0 0 0,0 0 0 0 0,0 1 0 0 0,0-1 1 0 0,0 0-1 0 0,0 0 0 0 0,1 0 0 0 0,-1 0 0 0 0,0 0 0 0 0,0 0 1 0 0,1-1-1 0 0,-1 1 0 0 0,3-1 0 0 0,-1 0-10 0 0,0 0 0 0 0,0-1 0 0 0,0 0 0 0 0,0 0 0 0 0,-1 0 0 0 0,1 0 0 0 0,0 0 0 0 0,-1-1 0 0 0,1 0 0 0 0,0 0 0 0 0,-1 0 0 0 0,6-4 0 0 0,4-6 120 0 0,0 1 1 0 0,0-2-1 0 0,-1 0 0 0 0,-1 0 0 0 0,11-17 0 0 0,42-75 1146 0 0,-14 20 337 0 0,-47 79-1291 0 0,2 0-1 0 0,-1 0 1 0 0,1 0 0 0 0,0 0 0 0 0,0 1-1 0 0,0 0 1 0 0,11-7 0 0 0,-15 11-166 0 0,1 0-1 0 0,-1 0 1 0 0,1 0 0 0 0,-1 0 0 0 0,1 1 0 0 0,0-1 0 0 0,-1 1-1 0 0,1-1 1 0 0,0 1 0 0 0,0 0 0 0 0,-1-1 0 0 0,1 1-1 0 0,0 0 1 0 0,0 0 0 0 0,-1 0 0 0 0,1 0 0 0 0,0 1 0 0 0,0-1-1 0 0,-1 0 1 0 0,1 1 0 0 0,0-1 0 0 0,-1 1 0 0 0,1 0 0 0 0,0-1-1 0 0,-1 1 1 0 0,1 0 0 0 0,-1 0 0 0 0,1 0 0 0 0,-1 0 0 0 0,1 0-1 0 0,-1 0 1 0 0,0 1 0 0 0,0-1 0 0 0,0 0 0 0 0,1 1 0 0 0,0 2-1 0 0,5 6 36 0 0,-2 0-1 0 0,1 0 1 0 0,-1 1-1 0 0,-1-1 1 0 0,0 1-1 0 0,5 22 1 0 0,10 72 6 0 0,-18-99-80 0 0,2 19 65 0 0,-1-1 0 0 0,0 1 0 0 0,-2 0 1 0 0,-1 0-1 0 0,-5 29 0 0 0,5-46-39 0 0,-1 0 1 0 0,0 0 0 0 0,0 0-1 0 0,0 0 1 0 0,-1-1 0 0 0,0 1-1 0 0,-1-1 1 0 0,0 1 0 0 0,0-1-1 0 0,0-1 1 0 0,-1 1 0 0 0,0 0-1 0 0,0-1 1 0 0,-1 0 0 0 0,0 0-1 0 0,0-1 1 0 0,0 0 0 0 0,0 0-1 0 0,-13 7 1 0 0,17-11-164 0 0,0-1 0 0 0,0 1 0 0 0,0 0 0 0 0,0-1 0 0 0,0 0 0 0 0,0 1 0 0 0,0-1 0 0 0,0 0 0 0 0,-1 0 0 0 0,1 0 0 0 0,0 0 0 0 0,0-1 0 0 0,0 1 0 0 0,0-1 0 0 0,0 1 0 0 0,-3-2 0 0 0</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7.537"/>
    </inkml:context>
    <inkml:brush xml:id="br0">
      <inkml:brushProperty name="width" value="0.1" units="cm"/>
      <inkml:brushProperty name="height" value="0.1" units="cm"/>
    </inkml:brush>
  </inkml:definitions>
  <inkml:trace contextRef="#ctx0" brushRef="#br0">0 0 5985 0 0,'10'21'1666'0'0,"-2"-1"1"0"0,0 1-1 0 0,-1 0 0 0 0,-2 1 0 0 0,5 32 0 0 0,12 40 1717 0 0,-18-83-3441 0 0,9 37 1282 0 0,-14-18-7689 0 0</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7.703"/>
    </inkml:context>
    <inkml:brush xml:id="br0">
      <inkml:brushProperty name="width" value="0.1" units="cm"/>
      <inkml:brushProperty name="height" value="0.1" units="cm"/>
    </inkml:brush>
  </inkml:definitions>
  <inkml:trace contextRef="#ctx0" brushRef="#br0">1 240 1840 0 0,'-1'-8'-233'0'0,"1"-104"3988"0"0,1 98-2364 0 0,0 1 0 0 0,2-1 0 0 0,-1 1 0 0 0,2-1 0 0 0,-1 1 0 0 0,7-13 0 0 0,-10 25-1327 0 0,0 1 0 0 0,0-1 0 0 0,1 0 1 0 0,-1 1-1 0 0,0-1 0 0 0,0 1 0 0 0,0-1 0 0 0,1 1 0 0 0,-1-1 0 0 0,0 1 0 0 0,1-1 0 0 0,-1 1 0 0 0,0-1 0 0 0,1 1 0 0 0,-1-1 0 0 0,0 1 1 0 0,1 0-1 0 0,-1-1 0 0 0,1 1 0 0 0,-1-1 0 0 0,1 1 0 0 0,-1 0 0 0 0,1 0 0 0 0,-1-1 0 0 0,1 1 0 0 0,0 0 0 0 0,-1 0 0 0 0,1 0 0 0 0,-1 0 1 0 0,1-1-1 0 0,-1 1 0 0 0,1 0 0 0 0,0 0 0 0 0,-1 0 0 0 0,2 0 0 0 0,-1 1-81 0 0,1 0 1 0 0,-1 0 0 0 0,0 0-1 0 0,0 1 1 0 0,1-1-1 0 0,-1 0 1 0 0,0 0-1 0 0,0 1 1 0 0,0-1-1 0 0,0 1 1 0 0,-1-1-1 0 0,2 3 1 0 0,18 48-2366 0 0,-20-51 2358 0 0,22 70-375 0 0,-15-48 399 0 0</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8.013"/>
    </inkml:context>
    <inkml:brush xml:id="br0">
      <inkml:brushProperty name="width" value="0.1" units="cm"/>
      <inkml:brushProperty name="height" value="0.1" units="cm"/>
    </inkml:brush>
  </inkml:definitions>
  <inkml:trace contextRef="#ctx0" brushRef="#br0">0 51 4609 0 0,'6'4'6760'0'0,"20"20"-2523"0"0,45 58 908 0 0,24 25-3119 0 0,-95-107-2014 0 0,0 0 1 0 0,0 1 0 0 0,0-1-1 0 0,1 0 1 0 0,-1 1 0 0 0,0-1-1 0 0,0 0 1 0 0,1 0 0 0 0,-1 1-1 0 0,0-1 1 0 0,1 0-1 0 0,-1 0 1 0 0,0 1 0 0 0,1-1-1 0 0,-1 0 1 0 0,0 0 0 0 0,1 0-1 0 0,-1 0 1 0 0,1 0 0 0 0,-1 0-1 0 0,0 1 1 0 0,1-1-1 0 0,-1 0 1 0 0,1 0 0 0 0,-1 0-1 0 0,0 0 1 0 0,1 0 0 0 0,-1 0-1 0 0,1-1 1 0 0,-1 1 0 0 0,0 0-1 0 0,1 0 1 0 0,-1 0-1 0 0,1 0 1 0 0,4-15 256 0 0,-6-32-12 0 0,0 38-189 0 0,0-12-82 0 0,1 0 0 0 0,1 0 0 0 0,1 0 0 0 0,9-39 1 0 0,-8 50-1884 0 0,0 0 0 0 0,1 0 0 0 0,9-16 1 0 0</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8.314"/>
    </inkml:context>
    <inkml:brush xml:id="br0">
      <inkml:brushProperty name="width" value="0.1" units="cm"/>
      <inkml:brushProperty name="height" value="0.1" units="cm"/>
    </inkml:brush>
  </inkml:definitions>
  <inkml:trace contextRef="#ctx0" brushRef="#br0">19 218 4145 0 0,'-1'2'122'0'0,"1"-1"0"0"0,0 0-1 0 0,0 0 1 0 0,-1 0 0 0 0,1 0 0 0 0,0 0 0 0 0,0 1 0 0 0,0-1 0 0 0,0 0 0 0 0,1 0-1 0 0,-1 0 1 0 0,0 0 0 0 0,0 0 0 0 0,1 1 0 0 0,-1-1 0 0 0,1 0 0 0 0,-1 0-1 0 0,1 0 1 0 0,-1 0 0 0 0,2 2 0 0 0,-1-3 35 0 0,0 0 0 0 0,0 1 0 0 0,0-1 0 0 0,0 0 1 0 0,-1 0-1 0 0,1 0 0 0 0,0 0 0 0 0,0 0 0 0 0,0 0 0 0 0,0 0 0 0 0,0 0 0 0 0,0 0 0 0 0,0 0 0 0 0,-1 0 0 0 0,1 0 1 0 0,0-1-1 0 0,0 1 0 0 0,0 0 0 0 0,0-1 0 0 0,-1 1 0 0 0,1-1 0 0 0,0 1 0 0 0,0-1 0 0 0,-1 1 0 0 0,1-1 0 0 0,0 1 1 0 0,-1-1-1 0 0,2-1 0 0 0,3-3 172 0 0,0-1 1 0 0,0 0-1 0 0,0 0 0 0 0,-1 0 1 0 0,0-1-1 0 0,0 1 1 0 0,0-1-1 0 0,-1 0 0 0 0,0 0 1 0 0,0 0-1 0 0,-1-1 1 0 0,2-9-1 0 0,-1 5-235 0 0,-1-1 1 0 0,-1 1-1 0 0,1 0 0 0 0,-2-1 1 0 0,0 0-1 0 0,-3-22 0 0 0,3 34-78 0 0,0-1 0 0 0,0 1 0 0 0,0-1 0 0 0,-1 0 0 0 0,1 1 0 0 0,-1-1 1 0 0,1 1-1 0 0,-1-1 0 0 0,1 1 0 0 0,-1 0 0 0 0,0-1 0 0 0,0 1 0 0 0,1-1 0 0 0,-1 1 0 0 0,0 0 0 0 0,0 0 0 0 0,-1 0 0 0 0,1-1 0 0 0,0 1 0 0 0,0 0 0 0 0,-3-1 0 0 0,3 2 29 0 0,0 0 0 0 0,-1-1-1 0 0,1 1 1 0 0,0 0-1 0 0,-1 0 1 0 0,1 0 0 0 0,0 1-1 0 0,-1-1 1 0 0,1 0-1 0 0,0 0 1 0 0,-1 1 0 0 0,1-1-1 0 0,0 1 1 0 0,0-1-1 0 0,-1 1 1 0 0,1 0 0 0 0,0-1-1 0 0,0 1 1 0 0,-2 1 0 0 0,-2 3 99 0 0,0-1 1 0 0,0 1 0 0 0,1 0-1 0 0,-1 0 1 0 0,1 0 0 0 0,0 0 0 0 0,1 1-1 0 0,0-1 1 0 0,-4 8 0 0 0,4-5-85 0 0,1 1 0 0 0,-1-1 1 0 0,2 1-1 0 0,-1-1 0 0 0,1 1 1 0 0,0 0-1 0 0,1-1 0 0 0,0 1 1 0 0,0 0-1 0 0,1-1 1 0 0,0 1-1 0 0,3 11 0 0 0,-3-16-86 0 0,1 0 0 0 0,-1-1-1 0 0,1 1 1 0 0,-1 0 0 0 0,1 0-1 0 0,0-1 1 0 0,0 1 0 0 0,1-1-1 0 0,-1 1 1 0 0,1-1 0 0 0,0 0 0 0 0,-1 0-1 0 0,2 0 1 0 0,-1-1 0 0 0,0 1-1 0 0,0-1 1 0 0,1 0 0 0 0,-1 1-1 0 0,1-1 1 0 0,0-1 0 0 0,-1 1 0 0 0,1-1-1 0 0,0 1 1 0 0,0-1 0 0 0,0 0-1 0 0,0-1 1 0 0,8 2 0 0 0,35-2-2508 0 0,-22-3-3481 0 0</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8.583"/>
    </inkml:context>
    <inkml:brush xml:id="br0">
      <inkml:brushProperty name="width" value="0.1" units="cm"/>
      <inkml:brushProperty name="height" value="0.1" units="cm"/>
    </inkml:brush>
  </inkml:definitions>
  <inkml:trace contextRef="#ctx0" brushRef="#br0">220 35 920 0 0,'0'-2'397'0'0,"-1"1"1"0"0,0-1-1 0 0,1 0 0 0 0,-1 1 0 0 0,0-1 1 0 0,0 1-1 0 0,0-1 0 0 0,0 1 0 0 0,0-1 0 0 0,0 1 1 0 0,-1 0-1 0 0,1-1 0 0 0,0 1 0 0 0,-1 0 1 0 0,1 0-1 0 0,0 0 0 0 0,-1 0 0 0 0,0 0 0 0 0,1 0 1 0 0,-4-1-1 0 0,1 1 92 0 0,0 0-1 0 0,0 0 1 0 0,0 0 0 0 0,0 0 0 0 0,0 1-1 0 0,0-1 1 0 0,-1 1 0 0 0,1 0-1 0 0,-7 1 1 0 0,8 0-292 0 0,0-1 0 0 0,1 1-1 0 0,-1-1 1 0 0,0 1 0 0 0,0 0-1 0 0,0 0 1 0 0,1 0 0 0 0,-1 1 0 0 0,0-1-1 0 0,1 1 1 0 0,-1-1 0 0 0,1 1 0 0 0,-4 3-1 0 0,5-3-115 0 0,0-1 0 0 0,0 1 0 0 0,0 0 0 0 0,0-1 0 0 0,0 1 0 0 0,0 0 0 0 0,0 0 0 0 0,1-1 0 0 0,-1 1 0 0 0,1 0 0 0 0,-1 0 0 0 0,1 0 0 0 0,0 0 0 0 0,0 0 0 0 0,-1 0 0 0 0,1 0 0 0 0,1-1 0 0 0,-1 1 0 0 0,0 0 0 0 0,0 0 0 0 0,1 0 0 0 0,-1 0 0 0 0,2 2 0 0 0,3 9 257 0 0,1 0 1 0 0,0 0-1 0 0,2 0 1 0 0,-1-1-1 0 0,1 0 1 0 0,1 0-1 0 0,11 12 1 0 0,-7-10-203 0 0,-2 1 1 0 0,0 1-1 0 0,12 20 1 0 0,-22-35-126 0 0,-1 1 1 0 0,1-1 0 0 0,0 0-1 0 0,-1 1 1 0 0,1-1-1 0 0,-1 1 1 0 0,0-1 0 0 0,1 0-1 0 0,-1 1 1 0 0,0-1 0 0 0,0 1-1 0 0,0-1 1 0 0,0 1-1 0 0,0-1 1 0 0,0 1 0 0 0,0-1-1 0 0,-1 1 1 0 0,1-1 0 0 0,0 1-1 0 0,-1-1 1 0 0,1 0-1 0 0,-1 1 1 0 0,0-1 0 0 0,-1 3-1 0 0,0-2 37 0 0,0 0-1 0 0,0 0 0 0 0,-1 0 1 0 0,1 0-1 0 0,-1 0 1 0 0,1-1-1 0 0,-1 1 0 0 0,1-1 1 0 0,-1 1-1 0 0,0-1 0 0 0,-4 1 1 0 0,-9 2 157 0 0,1 0 0 0 0,0-2 1 0 0,-25 2-1 0 0,39-4-205 0 0,-44 2-1443 0 0,-11 0-4201 0 0</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9.202"/>
    </inkml:context>
    <inkml:brush xml:id="br0">
      <inkml:brushProperty name="width" value="0.1" units="cm"/>
      <inkml:brushProperty name="height" value="0.1" units="cm"/>
    </inkml:brush>
  </inkml:definitions>
  <inkml:trace contextRef="#ctx0" brushRef="#br0">1 32 8754 0 0,'2'-21'8445'0'0,"1"31"-7695"0"0,4 22 468 0 0,-5-16-1020 0 0,0-1 1 0 0,1 0 0 0 0,1 0 0 0 0,1 0-1 0 0,0-1 1 0 0,1 1 0 0 0,0-1-1 0 0,1 0 1 0 0,12 16 0 0 0,-15-24-200 0 0,1 0 1 0 0,-1 0-1 0 0,1-1 1 0 0,1 0-1 0 0,-1 0 1 0 0,1 0-1 0 0,0-1 1 0 0,0 0-1 0 0,0 0 0 0 0,0 0 1 0 0,9 3-1 0 0,-12-6 10 0 0,0-1-1 0 0,0 1 0 0 0,1 0 1 0 0,-1-1-1 0 0,0 1 0 0 0,1-1 0 0 0,-1 0 1 0 0,0 0-1 0 0,1-1 0 0 0,-1 1 1 0 0,0-1-1 0 0,0 1 0 0 0,1-1 0 0 0,-1 0 1 0 0,0 0-1 0 0,0-1 0 0 0,0 1 1 0 0,0-1-1 0 0,0 1 0 0 0,0-1 0 0 0,-1 0 1 0 0,1 0-1 0 0,0 0 0 0 0,-1 0 1 0 0,1-1-1 0 0,2-3 0 0 0,5-6 44 0 0,-1-1 0 0 0,0-1 0 0 0,-1 1 0 0 0,0-2 0 0 0,-1 1 0 0 0,-1-1 0 0 0,0 0 0 0 0,-1 0 0 0 0,4-21 0 0 0,17-44 423 0 0,-26 80-462 0 0,0-1-1 0 0,0 1 0 0 0,0-1 1 0 0,0 1-1 0 0,0 0 1 0 0,1-1-1 0 0,-1 1 0 0 0,0-1 1 0 0,0 1-1 0 0,0 0 1 0 0,1-1-1 0 0,-1 1 0 0 0,0 0 1 0 0,0-1-1 0 0,1 1 1 0 0,-1 0-1 0 0,0-1 0 0 0,1 1 1 0 0,-1 0-1 0 0,0 0 1 0 0,1 0-1 0 0,-1-1 0 0 0,0 1 1 0 0,1 0-1 0 0,-1 0 1 0 0,0 0-1 0 0,1 0 0 0 0,-1-1 1 0 0,1 1-1 0 0,-1 0 1 0 0,1 0-1 0 0,-1 0 1 0 0,0 0-1 0 0,2 0 0 0 0,9 12 185 0 0,5 21-45 0 0,-7-5-99 0 0,0-1 1 0 0,-3 1-1 0 0,0 1 0 0 0,-1-1 1 0 0,0 55-1 0 0,-4-64-24 0 0,-2 1 0 0 0,0-1-1 0 0,-2 0 1 0 0,0 0 0 0 0,-1 0 0 0 0,-1 0 0 0 0,0-1-1 0 0,-1 0 1 0 0,-16 31 0 0 0,17-40-87 0 0,-1-1 1 0 0,0 1-1 0 0,0-1 0 0 0,0-1 0 0 0,-1 1 1 0 0,0-1-1 0 0,-1 0 0 0 0,0-1 0 0 0,0 1 1 0 0,0-2-1 0 0,0 1 0 0 0,-18 7 0 0 0,11-8-535 0 0</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9.489"/>
    </inkml:context>
    <inkml:brush xml:id="br0">
      <inkml:brushProperty name="width" value="0.1" units="cm"/>
      <inkml:brushProperty name="height" value="0.1" units="cm"/>
    </inkml:brush>
  </inkml:definitions>
  <inkml:trace contextRef="#ctx0" brushRef="#br0">15 102 5529 0 0,'2'5'7103'0'0,"-4"12"-4474"0"0,-4 19-705 0 0,3-23-1582 0 0,1 1 1 0 0,0 0-1 0 0,1-1 0 0 0,1 1 1 0 0,0 0-1 0 0,1 0 0 0 0,3 14 1 0 0,-4-23-308 0 0,1-1 1 0 0,0 0 0 0 0,0 1-1 0 0,0-1 1 0 0,1 0 0 0 0,0 0-1 0 0,0 0 1 0 0,0 0 0 0 0,0 0-1 0 0,0-1 1 0 0,1 1 0 0 0,-1-1-1 0 0,1 1 1 0 0,0-1 0 0 0,0 0 0 0 0,1 0-1 0 0,-1 0 1 0 0,1 0 0 0 0,-1-1-1 0 0,1 0 1 0 0,0 1 0 0 0,0-1-1 0 0,0-1 1 0 0,0 1 0 0 0,0 0-1 0 0,5 0 1 0 0,-6-1-10 0 0,-1-1 1 0 0,0 0-1 0 0,1 1 0 0 0,-1-1 1 0 0,1 0-1 0 0,-1 0 0 0 0,0 0 1 0 0,1-1-1 0 0,-1 1 0 0 0,1-1 1 0 0,-1 1-1 0 0,0-1 0 0 0,0 0 1 0 0,1 0-1 0 0,-1 0 0 0 0,0 0 1 0 0,0 0-1 0 0,0 0 0 0 0,2-2 1 0 0,-1 0 11 0 0,1 0 0 0 0,-1-1 0 0 0,0 1 0 0 0,-1-1 0 0 0,1 1 0 0 0,-1-1 0 0 0,1 0 0 0 0,-1 0 0 0 0,2-7 0 0 0,0-1 52 0 0,0 1 0 0 0,-1-1 0 0 0,-1 1 0 0 0,0-1 0 0 0,-1 0 0 0 0,0-23-1 0 0,-2 17 15 0 0,-1 0 0 0 0,-1 0 0 0 0,-1 0 0 0 0,-8-22 0 0 0,9 30-368 0 0,-1 0 1 0 0,-1 0-1 0 0,-8-13 0 0 0,10 18-479 0 0,0 1 1 0 0,0 0-1 0 0,-1 0 1 0 0,0 0-1 0 0,1 0 1 0 0,-1 0-1 0 0,-9-5 0 0 0,-4 0-6106 0 0</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9.883"/>
    </inkml:context>
    <inkml:brush xml:id="br0">
      <inkml:brushProperty name="width" value="0.1" units="cm"/>
      <inkml:brushProperty name="height" value="0.1" units="cm"/>
    </inkml:brush>
  </inkml:definitions>
  <inkml:trace contextRef="#ctx0" brushRef="#br0">0 1 920 0 0,'3'24'6330'0'0,"6"11"-1987"0"0,0 1-2054 0 0,-8-27-1755 0 0,1-1 0 0 0,0 1 0 0 0,1-1 0 0 0,0 1 0 0 0,0-1 0 0 0,1 0 0 0 0,0 0 0 0 0,9 13 0 0 0,-11-19-465 0 0,-1 0 0 0 0,1 0 1 0 0,0 0-1 0 0,-1-1 0 0 0,1 1 0 0 0,0 0 1 0 0,0-1-1 0 0,0 1 0 0 0,0-1 0 0 0,1 0 0 0 0,-1 0 1 0 0,0 0-1 0 0,1 0 0 0 0,-1 0 0 0 0,0 0 1 0 0,1-1-1 0 0,-1 1 0 0 0,1-1 0 0 0,-1 0 1 0 0,1 1-1 0 0,-1-1 0 0 0,1 0 0 0 0,-1-1 1 0 0,1 1-1 0 0,-1 0 0 0 0,1-1 0 0 0,-1 1 1 0 0,1-1-1 0 0,-1 0 0 0 0,0 0 0 0 0,1 0 1 0 0,-1 0-1 0 0,0 0 0 0 0,0 0 0 0 0,4-4 1 0 0,0 1-118 0 0,1-1 1 0 0,-1-1-1 0 0,0 1 1 0 0,-1-1 0 0 0,0 0-1 0 0,1-1 1 0 0,-2 1-1 0 0,1-1 1 0 0,-1 0 0 0 0,0 0-1 0 0,-1 0 1 0 0,4-9 0 0 0,-2 3 201 0 0,2 0 0 0 0,13-20 0 0 0,-19 32-132 0 0,-1 1 0 0 0,0-1 1 0 0,0 1-1 0 0,1-1 0 0 0,-1 1 0 0 0,0 0 0 0 0,1-1 0 0 0,-1 1 1 0 0,1 0-1 0 0,-1 0 0 0 0,0-1 0 0 0,1 1 0 0 0,-1 0 0 0 0,1 0 0 0 0,-1-1 1 0 0,1 1-1 0 0,-1 0 0 0 0,0 0 0 0 0,1 0 0 0 0,-1 0 0 0 0,1 0 1 0 0,-1 0-1 0 0,1 0 0 0 0,-1 0 0 0 0,1 0 0 0 0,-1 0 0 0 0,1 0 1 0 0,-1 0-1 0 0,1 0 0 0 0,-1 0 0 0 0,1 0 0 0 0,-1 0 0 0 0,1 0 0 0 0,-1 1 1 0 0,1-1-1 0 0,-1 0 0 0 0,0 0 0 0 0,1 1 0 0 0,-1-1 0 0 0,1 0 1 0 0,-1 0-1 0 0,0 1 0 0 0,1-1 0 0 0,-1 1 0 0 0,0-1 0 0 0,1 0 0 0 0,-1 1 1 0 0,0-1-1 0 0,0 1 0 0 0,0-1 0 0 0,1 0 0 0 0,-1 1 0 0 0,0-1 1 0 0,0 1-1 0 0,0-1 0 0 0,0 1 0 0 0,0 0 0 0 0,14 38 440 0 0,-10-27-382 0 0,-2-4-169 0 0,1 0 1 0 0,0 0-1 0 0,1 0 0 0 0,0-1 1 0 0,0 0-1 0 0,1 0 0 0 0,0 0 0 0 0,0 0 1 0 0,0-1-1 0 0,1 0 0 0 0,0 0 0 0 0,1 0 1 0 0,-1-1-1 0 0,9 6 0 0 0</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0.647"/>
    </inkml:context>
    <inkml:brush xml:id="br0">
      <inkml:brushProperty name="width" value="0.1" units="cm"/>
      <inkml:brushProperty name="height" value="0.1" units="cm"/>
    </inkml:brush>
  </inkml:definitions>
  <inkml:trace contextRef="#ctx0" brushRef="#br0">182 44 5065 0 0,'1'-1'139'0'0,"0"0"1"0"0,-1 1-1 0 0,1-1 0 0 0,-1 0 1 0 0,1 1-1 0 0,-1-1 0 0 0,1 0 1 0 0,-1 0-1 0 0,0 0 0 0 0,1 1 1 0 0,-1-1-1 0 0,0 0 0 0 0,0 0 1 0 0,1 0-1 0 0,-1 0 0 0 0,0 0 1 0 0,0 1-1 0 0,0-1 0 0 0,0 0 1 0 0,0 0-1 0 0,0 0 0 0 0,0 0 1 0 0,-1 0-1 0 0,1 0 0 0 0,0 1 1 0 0,0-1-1 0 0,-1 0 1 0 0,1 0-1 0 0,0 0 0 0 0,-1 1 1 0 0,1-1-1 0 0,-1 0 0 0 0,1 0 1 0 0,-1 1-1 0 0,0-1 0 0 0,1 0 1 0 0,-1 1-1 0 0,1-1 0 0 0,-1 1 1 0 0,-1-2-1 0 0,0 1 136 0 0,1 0 0 0 0,-1 0-1 0 0,0 0 1 0 0,1 0 0 0 0,-1 0 0 0 0,0 0 0 0 0,0 0-1 0 0,0 1 1 0 0,1-1 0 0 0,-1 1 0 0 0,0-1 0 0 0,0 1-1 0 0,0 0 1 0 0,0 0 0 0 0,0 0 0 0 0,0 0 0 0 0,0 0 0 0 0,0 0-1 0 0,-2 1 1 0 0,-2 2 72 0 0,0 0 1 0 0,0 0-1 0 0,0 0 0 0 0,1 1 0 0 0,0 0 1 0 0,0 0-1 0 0,0 1 0 0 0,0 0 0 0 0,0-1 0 0 0,1 1 1 0 0,0 1-1 0 0,-6 9 0 0 0,0 2 40 0 0,0 1 0 0 0,-14 35 0 0 0,19-37-354 0 0,0-1 1 0 0,1 1-1 0 0,1 0 1 0 0,0 0-1 0 0,1 0 1 0 0,1 0 0 0 0,0 0-1 0 0,3 23 1 0 0,-2-33-22 0 0,1 0-1 0 0,0-1 1 0 0,1 1 0 0 0,-1 0 0 0 0,1-1 0 0 0,0 0 0 0 0,1 1-1 0 0,-1-1 1 0 0,1 0 0 0 0,0 0 0 0 0,7 8 0 0 0,-7-10-9 0 0,0 0 0 0 0,0 0 1 0 0,0-1-1 0 0,1 1 0 0 0,0-1 1 0 0,-1 0-1 0 0,1 0 0 0 0,0 0 1 0 0,0 0-1 0 0,0-1 0 0 0,0 0 1 0 0,0 0-1 0 0,0 0 0 0 0,1 0 1 0 0,-1 0-1 0 0,0-1 0 0 0,8 0 1 0 0,-3-1-45 0 0,-1 0-1 0 0,0-1 1 0 0,0 1 0 0 0,1-2-1 0 0,-1 1 1 0 0,0-1 0 0 0,-1-1 0 0 0,1 1-1 0 0,-1-1 1 0 0,1 0 0 0 0,-1-1-1 0 0,0 0 1 0 0,-1 0 0 0 0,1-1-1 0 0,-1 1 1 0 0,0-1 0 0 0,10-13 0 0 0,4-7-219 0 0,-1-2 1 0 0,-1 1 0 0 0,16-37-1 0 0,28-68-3759 0 0,-62 132 4109 0 0,0-1-1 0 0,0 0 1 0 0,0 1 0 0 0,1-1-1 0 0,-1 1 1 0 0,0-1 0 0 0,0 1-1 0 0,1-1 1 0 0,-1 1 0 0 0,0-1-1 0 0,1 1 1 0 0,-1 0 0 0 0,1-1-1 0 0,-1 1 1 0 0,1-1 0 0 0,-1 1-1 0 0,0 0 1 0 0,1 0 0 0 0,-1-1-1 0 0,1 1 1 0 0,0 0 0 0 0,-1 0-1 0 0,1-1 1 0 0,-1 1 0 0 0,1 0-1 0 0,-1 0 1 0 0,1 0 0 0 0,-1 0-1 0 0,1 0 1 0 0,0 0 0 0 0,-1 0-1 0 0,1 0 1 0 0,-1 0 0 0 0,1 0-1 0 0,-1 0 1 0 0,1 0 0 0 0,0 0-1 0 0,-1 1 1 0 0,1-1 0 0 0,-1 0-1 0 0,1 0 1 0 0,-1 1 0 0 0,1-1-1 0 0,-1 0 1 0 0,1 1 0 0 0,1 0 16 0 0,-1 0 1 0 0,0 0 0 0 0,0 0-1 0 0,0 0 1 0 0,0 0-1 0 0,0 0 1 0 0,0 0 0 0 0,0 0-1 0 0,-1 0 1 0 0,1 1 0 0 0,0-1-1 0 0,-1 0 1 0 0,1 1-1 0 0,-1-1 1 0 0,1 0 0 0 0,-1 1-1 0 0,0-1 1 0 0,1 3 0 0 0,-1 39 197 0 0,8 54 1 0 0,-6-84-259 0 0,0 1-1 0 0,1-1 0 0 0,0 0 1 0 0,1-1-1 0 0,1 1 0 0 0,0 0 0 0 0,0-1 1 0 0,11 16-1 0 0,-14-25-33 0 0,0 1-1 0 0,0-1 0 0 0,1 0 1 0 0,-1 0-1 0 0,1-1 1 0 0,0 1-1 0 0,0 0 1 0 0,0-1-1 0 0,0 0 1 0 0,0 1-1 0 0,0-1 1 0 0,1-1-1 0 0,-1 1 1 0 0,1 0-1 0 0,-1-1 1 0 0,1 0-1 0 0,0 0 0 0 0,-1 0 1 0 0,1 0-1 0 0,0 0 1 0 0,0-1-1 0 0,0 0 1 0 0,0 0-1 0 0,0 0 1 0 0,5-1-1 0 0,-2 0-125 0 0,1-2 0 0 0,-1 1-1 0 0,1-1 1 0 0,-1 0 0 0 0,0-1-1 0 0,0 0 1 0 0,0 0 0 0 0,-1 0-1 0 0,1-1 1 0 0,-1 0 0 0 0,8-8 0 0 0,18-20-1708 0 0,-16 15 468 0 0</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1.073"/>
    </inkml:context>
    <inkml:brush xml:id="br0">
      <inkml:brushProperty name="width" value="0.1" units="cm"/>
      <inkml:brushProperty name="height" value="0.1" units="cm"/>
    </inkml:brush>
  </inkml:definitions>
  <inkml:trace contextRef="#ctx0" brushRef="#br0">63 9 4609 0 0,'-12'-3'-138'0'0,"9"2"1125"0"0,0 0 0 0 0,0 0 0 0 0,0 0 0 0 0,0 1 0 0 0,-1-1 0 0 0,1 1 0 0 0,0 0 0 0 0,-6 0 1 0 0,8 0-755 0 0,0 1 0 0 0,0-1 0 0 0,0 1 0 0 0,0 0 0 0 0,0-1 0 0 0,0 1 0 0 0,0 0 1 0 0,1-1-1 0 0,-1 1 0 0 0,0 0 0 0 0,0 0 0 0 0,1 0 0 0 0,-1 0 0 0 0,0 0 1 0 0,1 0-1 0 0,-1 0 0 0 0,1 0 0 0 0,-1 0 0 0 0,1 0 0 0 0,0 0 0 0 0,0 0 1 0 0,-1 0-1 0 0,1 0 0 0 0,0 0 0 0 0,0 0 0 0 0,0 1 0 0 0,0-1 0 0 0,0 0 0 0 0,0 0 1 0 0,1 2-1 0 0,0 21 265 0 0,1-1 0 0 0,1 1 1 0 0,1-1-1 0 0,1 0 1 0 0,1-1-1 0 0,13 34 0 0 0,-7-29-1374 0 0,1 0 0 0 0,22 36 0 0 0</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1.405"/>
    </inkml:context>
    <inkml:brush xml:id="br0">
      <inkml:brushProperty name="width" value="0.1" units="cm"/>
      <inkml:brushProperty name="height" value="0.1" units="cm"/>
    </inkml:brush>
  </inkml:definitions>
  <inkml:trace contextRef="#ctx0" brushRef="#br0">0 3 7834 0 0,'0'0'142'0'0,"1"0"0"0"0,-1 0 0 0 0,0-1 0 0 0,1 1 0 0 0,-1 0 0 0 0,0 0 0 0 0,1-1 0 0 0,-1 1 0 0 0,1 0 0 0 0,-1 0 1 0 0,1 0-1 0 0,-1 0 0 0 0,0-1 0 0 0,1 1 0 0 0,-1 0 0 0 0,1 0 0 0 0,-1 0 0 0 0,1 0 0 0 0,-1 0 0 0 0,1 0 0 0 0,-1 0 0 0 0,0 0 1 0 0,1 1-1 0 0,-1-1 0 0 0,1 0 0 0 0,-1 0 0 0 0,1 0 0 0 0,-1 0 0 0 0,0 0 0 0 0,1 1 0 0 0,-1-1 0 0 0,1 0 0 0 0,-1 0 0 0 0,0 1 0 0 0,1-1 143 0 0,0 1-143 0 0,16 9 2292 0 0,1 5-519 0 0,0 0 0 0 0,21 25 0 0 0,56 81-603 0 0,-78-92-1170 0 0,-16-23-46 0 0,-14-16-16 0 0,6 3-144 0 0,0-1 0 0 0,1 0 0 0 0,0 0 0 0 0,0 0 0 0 0,1-1 0 0 0,0 0 0 0 0,1 0 0 0 0,-1 0 0 0 0,2-1-1 0 0,0 1 1 0 0,0-1 0 0 0,0 0 0 0 0,1 0 0 0 0,1 0 0 0 0,0 0 0 0 0,0 0 0 0 0,1 0 0 0 0,0-1 0 0 0,1 1 0 0 0,2-12 0 0 0,1 1-829 0 0</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1.799"/>
    </inkml:context>
    <inkml:brush xml:id="br0">
      <inkml:brushProperty name="width" value="0.1" units="cm"/>
      <inkml:brushProperty name="height" value="0.1" units="cm"/>
    </inkml:brush>
  </inkml:definitions>
  <inkml:trace contextRef="#ctx0" brushRef="#br0">0 15 5065 0 0,'8'0'976'0'0,"0"1"-1"0"0,-1 0 1 0 0,1 0-1 0 0,-1 0 1 0 0,1 1-1 0 0,-1 0 1 0 0,0 0-1 0 0,0 1 1 0 0,13 7-1 0 0,-12-6-456 0 0,-1 1-1 0 0,0 0 1 0 0,0 1-1 0 0,0 0 1 0 0,-1 0 0 0 0,1 0-1 0 0,8 13 1 0 0,-7-6-186 0 0,0 0 0 0 0,-1 0 0 0 0,0 0 1 0 0,-1 1-1 0 0,-1 0 0 0 0,0 1 0 0 0,-1-1 0 0 0,0 1 1 0 0,2 28-1 0 0,-6-42-312 0 0,1-1 0 0 0,-1 1 0 0 0,0-1 0 0 0,0 1 0 0 0,0-1 0 0 0,0 1 0 0 0,0-1 0 0 0,0 1-1 0 0,0-1 1 0 0,0 1 0 0 0,0-1 0 0 0,0 1 0 0 0,0 0 0 0 0,0-1 0 0 0,0 1 0 0 0,0-1 0 0 0,-1 1 0 0 0,1-1 0 0 0,0 1 0 0 0,0-1 0 0 0,-1 0 0 0 0,1 1 0 0 0,0-1 0 0 0,0 1 0 0 0,-1 0 0 0 0,-9-7 414 0 0,-8-21 89 0 0,15 15-608 0 0,0 0 0 0 0,0 0 0 0 0,1 0 0 0 0,0 0 0 0 0,2 0 0 0 0,-1-1 0 0 0,1 1 1 0 0,1 0-1 0 0,0 0 0 0 0,1-1 0 0 0,0 1 0 0 0,1 0 0 0 0,0 0 0 0 0,1 1 0 0 0,0-1 0 0 0,1 1 0 0 0,6-11 0 0 0,0 6-901 0 0</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2.436"/>
    </inkml:context>
    <inkml:brush xml:id="br0">
      <inkml:brushProperty name="width" value="0.1" units="cm"/>
      <inkml:brushProperty name="height" value="0.1" units="cm"/>
    </inkml:brush>
  </inkml:definitions>
  <inkml:trace contextRef="#ctx0" brushRef="#br0">0 180 3681 0 0,'6'-3'1226'0'0,"0"0"0"0"0,-1-1 0 0 0,1 0 0 0 0,-1 0 0 0 0,8-10 0 0 0,-2 2 890 0 0,-1 0 0 0 0,14-25 0 0 0,-21 33-1910 0 0,-2 1-1 0 0,1 0 1 0 0,0-1 0 0 0,-1 1 0 0 0,1-1-1 0 0,-1 1 1 0 0,0-1 0 0 0,0 0 0 0 0,-1 1-1 0 0,1-1 1 0 0,-1 0 0 0 0,0 0 0 0 0,0 1-1 0 0,0-1 1 0 0,0 0 0 0 0,-1 0 0 0 0,-1-6 0 0 0,2 9-219 0 0,0 0 0 0 0,0 1 0 0 0,0-1 1 0 0,-1 0-1 0 0,1 1 0 0 0,0-1 1 0 0,0 0-1 0 0,-1 1 0 0 0,1-1 1 0 0,0 1-1 0 0,-1-1 0 0 0,1 0 0 0 0,0 1 1 0 0,-1-1-1 0 0,1 1 0 0 0,-1-1 1 0 0,1 1-1 0 0,-1-1 0 0 0,1 1 1 0 0,-1 0-1 0 0,0-1 0 0 0,1 1 1 0 0,-1 0-1 0 0,1-1 0 0 0,-1 1 0 0 0,0 0 1 0 0,1 0-1 0 0,-1 0 0 0 0,0-1 1 0 0,1 1-1 0 0,-1 0 0 0 0,0 0 1 0 0,1 0-1 0 0,-1 0 0 0 0,0 0 1 0 0,1 0-1 0 0,-1 0 0 0 0,0 0 0 0 0,1 1 1 0 0,-1-1-1 0 0,0 0 0 0 0,1 0 1 0 0,-1 0-1 0 0,0 1 0 0 0,1-1 1 0 0,-1 0-1 0 0,1 1 0 0 0,-1-1 1 0 0,1 1-1 0 0,-1-1 0 0 0,1 1 0 0 0,-1-1 1 0 0,1 1-1 0 0,-1-1 0 0 0,1 1 1 0 0,-1-1-1 0 0,1 1 0 0 0,-1 0 1 0 0,-2 3-209 0 0,0 0 1 0 0,0 1-1 0 0,0-1 1 0 0,1 1-1 0 0,-1-1 1 0 0,-1 8-1 0 0,2-4 185 0 0,0 0-1 0 0,0 0 1 0 0,1 0-1 0 0,1 0 1 0 0,-1 1-1 0 0,1-1 1 0 0,1 0-1 0 0,-1 1 1 0 0,2-1 0 0 0,-1 0-1 0 0,1 0 1 0 0,0 0-1 0 0,0 0 1 0 0,7 13-1 0 0,-7-17-56 0 0,-1-1 0 0 0,1 0 0 0 0,0 1 0 0 0,1-1 0 0 0,-1 0-1 0 0,0 0 1 0 0,1 0 0 0 0,-1-1 0 0 0,1 1 0 0 0,0-1 0 0 0,0 1-1 0 0,0-1 1 0 0,0 0 0 0 0,1 0 0 0 0,-1 0 0 0 0,1-1 0 0 0,-1 1-1 0 0,1-1 1 0 0,-1 0 0 0 0,1 0 0 0 0,0 0 0 0 0,-1 0 0 0 0,1-1 0 0 0,0 1-1 0 0,0-1 1 0 0,0 0 0 0 0,-1 0 0 0 0,1 0 0 0 0,0-1 0 0 0,0 0-1 0 0,-1 1 1 0 0,1-1 0 0 0,6-3 0 0 0,-3 2-172 0 0,0-1 0 0 0,-1 0 0 0 0,1-1-1 0 0,-1 1 1 0 0,1-1 0 0 0,-1 0 0 0 0,0-1 0 0 0,-1 0 0 0 0,6-5 0 0 0,3-5-270 0 0,22-33 0 0 0,-23 28 560 0 0,-12 18 59 0 0,1 0-1 0 0,-1 0 0 0 0,1 0 1 0 0,-1 1-1 0 0,1-1 0 0 0,0 0 1 0 0,-1 0-1 0 0,1 1 0 0 0,0-1 1 0 0,0 1-1 0 0,0 0 0 0 0,0 0 1 0 0,0-1-1 0 0,1 1 0 0 0,-1 1 1 0 0,0-1-1 0 0,0 0 0 0 0,1 0 1 0 0,-1 1-1 0 0,3-1 0 0 0,-2 1 145 0 0,-1 1 0 0 0,0-1-1 0 0,1 1 1 0 0,-1 0 0 0 0,0 0-1 0 0,0-1 1 0 0,1 1 0 0 0,-1 1 0 0 0,0-1-1 0 0,0 0 1 0 0,0 0 0 0 0,-1 1-1 0 0,1-1 1 0 0,0 1 0 0 0,0 0 0 0 0,-1-1-1 0 0,1 1 1 0 0,-1 0 0 0 0,3 4-1 0 0,15 25 847 0 0,-14-21-946 0 0,1-1 0 0 0,1 1 0 0 0,11 13 0 0 0,7-58 1855 0 0,-10 8-1664 0 0,-11 18-234 0 0,1 0 1 0 0,1 0-1 0 0,-1 1 0 0 0,1-1 1 0 0,0 1-1 0 0,1 1 0 0 0,10-10 1 0 0,-17 16-83 0 0,1 1 0 0 0,0 0 0 0 0,-1 0 0 0 0,1-1 0 0 0,0 1 0 0 0,-1 0 0 0 0,1 0 0 0 0,0 0 0 0 0,0 0 0 0 0,-1 0 0 0 0,1 0 1 0 0,0 0-1 0 0,-1 0 0 0 0,1 0 0 0 0,0 0 0 0 0,0 0 0 0 0,-1 0 0 0 0,1 0 0 0 0,0 1 0 0 0,-1-1 0 0 0,1 0 0 0 0,0 0 0 0 0,-1 1 0 0 0,1-1 0 0 0,-1 1 0 0 0,1-1 1 0 0,0 0-1 0 0,-1 1 0 0 0,1-1 0 0 0,-1 1 0 0 0,1-1 0 0 0,-1 1 0 0 0,0 0 0 0 0,1-1 0 0 0,-1 1 0 0 0,1-1 0 0 0,-1 1 0 0 0,1 1 0 0 0,15 33-65 0 0,-11-22 162 0 0,40 62-135 0 0,-7-30-2798 0 0</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2.660"/>
    </inkml:context>
    <inkml:brush xml:id="br0">
      <inkml:brushProperty name="width" value="0.1" units="cm"/>
      <inkml:brushProperty name="height" value="0.1" units="cm"/>
    </inkml:brush>
  </inkml:definitions>
  <inkml:trace contextRef="#ctx0" brushRef="#br0">6 70 10594 0 0,'2'-15'797'0'0,"1"-21"-518"0"0,-7 17 4844 0 0,1 42-886 0 0,-1 5-3365 0 0,5 4-564 0 0,1-1-1 0 0,1 0 0 0 0,2 0 1 0 0,1 0-1 0 0,1 0 1 0 0,23 56-1 0 0,6 0-361 0 0,49 81-1 0 0,-58-118-1041 0 0,-8-19-5015 0 0,-5-9-1089 0 0</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2.818"/>
    </inkml:context>
    <inkml:brush xml:id="br0">
      <inkml:brushProperty name="width" value="0.1" units="cm"/>
      <inkml:brushProperty name="height" value="0.1" units="cm"/>
    </inkml:brush>
  </inkml:definitions>
  <inkml:trace contextRef="#ctx0" brushRef="#br0">4 200 5985 0 0,'-1'-3'391'0'0,"1"1"0"0"0,-1-1 0 0 0,0 0 0 0 0,1 0 0 0 0,0 0-1 0 0,-1 1 1 0 0,1-1 0 0 0,0 0 0 0 0,0 0 0 0 0,1 0 0 0 0,-1 1-1 0 0,1-1 1 0 0,-1 0 0 0 0,1 0 0 0 0,0 1 0 0 0,0-1 0 0 0,0 0 0 0 0,0 1-1 0 0,1-1 1 0 0,-1 1 0 0 0,1-1 0 0 0,-1 1 0 0 0,4-3 0 0 0,0-2 68 0 0,0 1 0 0 0,1 0 1 0 0,0 0-1 0 0,0 0 1 0 0,1 1-1 0 0,12-8 0 0 0,6 0-366 0 0,1 2 0 0 0,0 0 0 0 0,38-9 0 0 0,-17 6-1436 0 0,-4 0-4977 0 0</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3.675"/>
    </inkml:context>
    <inkml:brush xml:id="br0">
      <inkml:brushProperty name="width" value="0.1" units="cm"/>
      <inkml:brushProperty name="height" value="0.1" units="cm"/>
    </inkml:brush>
  </inkml:definitions>
  <inkml:trace contextRef="#ctx0" brushRef="#br0">85 1 10594 0 0,'2'52'8365'0'0,"0"37"-6486"0"0,-45 255 226 0 0,-2 36-3891 0 0,44-374 1490 0 0,2 23-1284 0 0,4-16-2298 0 0</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3.927"/>
    </inkml:context>
    <inkml:brush xml:id="br0">
      <inkml:brushProperty name="width" value="0.1" units="cm"/>
      <inkml:brushProperty name="height" value="0.1" units="cm"/>
    </inkml:brush>
  </inkml:definitions>
  <inkml:trace contextRef="#ctx0" brushRef="#br0">1 78 5065 0 0,'2'-12'1'0'0,"-2"9"312"0"0,0-1 0 0 0,1 0 1 0 0,-1 0-1 0 0,1 1 1 0 0,0-1-1 0 0,0 0 1 0 0,0 1-1 0 0,1-1 1 0 0,-1 1-1 0 0,1 0 0 0 0,0-1 1 0 0,0 1-1 0 0,0 0 1 0 0,0 0-1 0 0,1 0 1 0 0,-1 0-1 0 0,5-3 1 0 0,-6 6-176 0 0,-1-1 0 0 0,1 1 0 0 0,0 0 1 0 0,0 0-1 0 0,0 0 0 0 0,0 0 1 0 0,0 0-1 0 0,0 0 0 0 0,0 0 0 0 0,-1 0 1 0 0,1 0-1 0 0,0 0 0 0 0,0 0 1 0 0,0 1-1 0 0,0-1 0 0 0,-1 0 0 0 0,1 1 1 0 0,0-1-1 0 0,0 1 0 0 0,0-1 1 0 0,-1 1-1 0 0,1-1 0 0 0,0 1 0 0 0,-1-1 1 0 0,1 1-1 0 0,0 0 0 0 0,-1-1 0 0 0,1 2 1 0 0,18 24 1602 0 0,-16-22-1396 0 0,167 302 4455 0 0,-115-198-3975 0 0,-36-78-2202 0 0,-19-29 1315 0 0,1 0 0 0 0,-1-1 0 0 0,1 1-1 0 0,-1 0 1 0 0,1 0 0 0 0,0-1-1 0 0,-1 1 1 0 0,1 0 0 0 0,0-1-1 0 0,-1 1 1 0 0,1-1 0 0 0,0 1-1 0 0,0-1 1 0 0,-1 1 0 0 0,1-1-1 0 0,0 0 1 0 0,0 1 0 0 0,0-1-1 0 0,0 0 1 0 0,0 0 0 0 0,-1 1 0 0 0,1-1-1 0 0,0 0 1 0 0,0 0 0 0 0,0 0-1 0 0,0 0 1 0 0,0 0 0 0 0,0 0-1 0 0,0 0 1 0 0,0-1 0 0 0,0 1-1 0 0,0 0 1 0 0,4-3-1346 0 0</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4.102"/>
    </inkml:context>
    <inkml:brush xml:id="br0">
      <inkml:brushProperty name="width" value="0.1" units="cm"/>
      <inkml:brushProperty name="height" value="0.1" units="cm"/>
    </inkml:brush>
  </inkml:definitions>
  <inkml:trace contextRef="#ctx0" brushRef="#br0">50 23 6913 0 0,'-50'-14'10719'0'0,"71"11"-9859"0"0,-19 3-739 0 0,80-5-978 0 0,-56 4 345 0 0</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4.341"/>
    </inkml:context>
    <inkml:brush xml:id="br0">
      <inkml:brushProperty name="width" value="0.1" units="cm"/>
      <inkml:brushProperty name="height" value="0.1" units="cm"/>
    </inkml:brush>
  </inkml:definitions>
  <inkml:trace contextRef="#ctx0" brushRef="#br0">35 1 2761 0 0,'-34'23'18197'0'0,"34"-21"-17716"0"0,7 15-1241 0 0,1 2 1277 0 0,-1 1 0 0 0,0 0 0 0 0,-2 0 0 0 0,6 37-1 0 0,0 86-721 0 0,-8-86-286 0 0,-4-40-3139 0 0</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4.579"/>
    </inkml:context>
    <inkml:brush xml:id="br0">
      <inkml:brushProperty name="width" value="0.1" units="cm"/>
      <inkml:brushProperty name="height" value="0.1" units="cm"/>
    </inkml:brush>
  </inkml:definitions>
  <inkml:trace contextRef="#ctx0" brushRef="#br0">11 132 3681 0 0,'-8'-27'484'0'0,"7"24"129"0"0,0-1 0 0 0,1 0 0 0 0,0 0 0 0 0,0 0 0 0 0,0 0 0 0 0,0 0 0 0 0,1 0-1 0 0,0 1 1 0 0,-1-1 0 0 0,1 0 0 0 0,0 0 0 0 0,1 0 0 0 0,-1 1 0 0 0,1-1 0 0 0,0 1 0 0 0,3-6 0 0 0,20-15 1279 0 0,-21 22-1723 0 0,0 0-1 0 0,0 1 1 0 0,0-1 0 0 0,0 1 0 0 0,0 0-1 0 0,0 0 1 0 0,0 0 0 0 0,0 1 0 0 0,1-1-1 0 0,-1 1 1 0 0,0 0 0 0 0,1 0 0 0 0,-1 1 0 0 0,0-1-1 0 0,0 1 1 0 0,1 0 0 0 0,-1 0 0 0 0,0 0-1 0 0,0 1 1 0 0,0-1 0 0 0,0 1 0 0 0,-1 0-1 0 0,5 3 1 0 0,7 4 160 0 0,0 0 0 0 0,-1 1 0 0 0,0 1 0 0 0,16 16-1 0 0,-21-18-279 0 0,0 1 0 0 0,-1 0 0 0 0,0 0-1 0 0,-1 1 1 0 0,0 0 0 0 0,-1 0-1 0 0,0 0 1 0 0,-1 1 0 0 0,0 0 0 0 0,0 0-1 0 0,-2 0 1 0 0,1 1 0 0 0,-2-1-1 0 0,0 1 1 0 0,1 19 0 0 0,-3-23-26 0 0,0-1 0 0 0,0 1 0 0 0,-1 0 0 0 0,0-1 0 0 0,-1 1-1 0 0,0-1 1 0 0,0 1 0 0 0,-1-1 0 0 0,0 0 0 0 0,-1 0 0 0 0,1 0 0 0 0,-2-1 0 0 0,1 1 0 0 0,-1-1 0 0 0,0 0 0 0 0,0 0 0 0 0,-1 0 0 0 0,0-1-1 0 0,0 0 1 0 0,-1 0 0 0 0,1-1 0 0 0,-1 0 0 0 0,-15 9 0 0 0,4-6-417 0 0,0 0-1 0 0,-20 6 0 0 0,15-6-5584 0 0</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4.945"/>
    </inkml:context>
    <inkml:brush xml:id="br0">
      <inkml:brushProperty name="width" value="0.1" units="cm"/>
      <inkml:brushProperty name="height" value="0.1" units="cm"/>
    </inkml:brush>
  </inkml:definitions>
  <inkml:trace contextRef="#ctx0" brushRef="#br0">288 45 3225 0 0,'-1'-2'238'0'0,"1"0"0"0"0,0 0 0 0 0,-1 0 1 0 0,1-1-1 0 0,-1 1 0 0 0,0 0 0 0 0,1 0 0 0 0,-1 0 1 0 0,0 1-1 0 0,0-1 0 0 0,0 0 0 0 0,-1 0 0 0 0,1 0 1 0 0,0 1-1 0 0,-1-1 0 0 0,1 1 0 0 0,-1-1 0 0 0,1 1 1 0 0,-1 0-1 0 0,0-1 0 0 0,0 1 0 0 0,-2-1 0 0 0,1 1 239 0 0,0 0 0 0 0,0 0 0 0 0,0 1-1 0 0,-1-1 1 0 0,1 1 0 0 0,0 0 0 0 0,0 0-1 0 0,0 0 1 0 0,-1 1 0 0 0,1-1 0 0 0,0 1-1 0 0,0-1 1 0 0,-4 2 0 0 0,-3 2 711 0 0,0 0-1 0 0,0 0 1 0 0,0 1-1 0 0,-12 8 1 0 0,-9 10-558 0 0,19-12-488 0 0,1 0-1 0 0,1 1 1 0 0,0 0 0 0 0,0 1-1 0 0,1 0 1 0 0,1 0 0 0 0,0 1-1 0 0,1 0 1 0 0,1 0 0 0 0,0 1-1 0 0,1 0 1 0 0,-6 24 0 0 0,9-30-133 0 0,1 0 0 0 0,-1 0 0 0 0,2 0 0 0 0,-1 0 0 0 0,1 0 0 0 0,1 0 0 0 0,-1 0 0 0 0,2 0 0 0 0,-1 0 0 0 0,1 0 0 0 0,0 0 0 0 0,1-1 0 0 0,0 1 0 0 0,1-1 1 0 0,-1 1-1 0 0,2-1 0 0 0,-1-1 0 0 0,1 1 0 0 0,0 0 0 0 0,1-1 0 0 0,-1 0 0 0 0,1-1 0 0 0,10 9 0 0 0,-12-11-8 0 0,1-1 0 0 0,-1 1 0 0 0,1-1 0 0 0,0 0 0 0 0,1 0 0 0 0,-1-1-1 0 0,0 1 1 0 0,1-1 0 0 0,-1 0 0 0 0,1-1 0 0 0,0 1 0 0 0,-1-1 0 0 0,1-1 0 0 0,0 1 0 0 0,0-1 0 0 0,0 0 0 0 0,-1 0-1 0 0,1 0 1 0 0,0-1 0 0 0,0 0 0 0 0,0 0 0 0 0,8-3 0 0 0,-2-1-348 0 0,-1 0 0 0 0,0-1 0 0 0,0 0 0 0 0,0-1 0 0 0,0 0 0 0 0,-1-1 0 0 0,0 0 0 0 0,-1 0 0 0 0,12-14 0 0 0,-4 3-7102 0 0</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5.373"/>
    </inkml:context>
    <inkml:brush xml:id="br0">
      <inkml:brushProperty name="width" value="0.1" units="cm"/>
      <inkml:brushProperty name="height" value="0.1" units="cm"/>
    </inkml:brush>
  </inkml:definitions>
  <inkml:trace contextRef="#ctx0" brushRef="#br0">29 96 8754 0 0,'-2'1'301'0'0,"0"1"1"0"0,0-1-1 0 0,1 0 1 0 0,-1 1-1 0 0,0-1 1 0 0,1 1-1 0 0,-1-1 1 0 0,1 1-1 0 0,0 0 1 0 0,-1 0-1 0 0,1 0 1 0 0,0-1-1 0 0,0 1 1 0 0,0 0-1 0 0,0 1 1 0 0,1-1-1 0 0,-1 0 1 0 0,0 0-1 0 0,1 0 1 0 0,0 0-1 0 0,-1 0 1 0 0,1 5-1 0 0,-1 4 421 0 0,0 1-1 0 0,1-1 1 0 0,1 14 0 0 0,0-12-429 0 0,2-1 1 0 0,-1 1-1 0 0,2-1 1 0 0,0 0 0 0 0,0 0-1 0 0,1-1 1 0 0,0 1-1 0 0,1-1 1 0 0,1 0 0 0 0,10 14-1 0 0,-14-20-231 0 0,1-1 1 0 0,-1 1-1 0 0,1-1 0 0 0,0 0 0 0 0,0 0 0 0 0,1-1 0 0 0,-1 1 1 0 0,1-1-1 0 0,-1 0 0 0 0,1 0 0 0 0,0-1 0 0 0,0 1 1 0 0,1-1-1 0 0,-1 0 0 0 0,0 0 0 0 0,1-1 0 0 0,-1 0 1 0 0,1 0-1 0 0,-1 0 0 0 0,1-1 0 0 0,-1 1 0 0 0,1-1 0 0 0,0-1 1 0 0,-1 1-1 0 0,10-2 0 0 0,-8-1-41 0 0,-1 1-1 0 0,1-1 1 0 0,-1 0 0 0 0,0 0-1 0 0,0-1 1 0 0,0 0 0 0 0,-1 0-1 0 0,1 0 1 0 0,-1 0 0 0 0,0-1 0 0 0,0 0-1 0 0,0 0 1 0 0,-1-1 0 0 0,0 1-1 0 0,0-1 1 0 0,0 0 0 0 0,-1 0-1 0 0,0 0 1 0 0,0 0 0 0 0,0-1-1 0 0,-1 1 1 0 0,0-1 0 0 0,1-8-1 0 0,0 2-88 0 0,0 0 0 0 0,-2 0 0 0 0,0-1 0 0 0,0 1 0 0 0,-1 0-1 0 0,-1-1 1 0 0,0 1 0 0 0,0 0 0 0 0,-2 0 0 0 0,0 0 0 0 0,-5-15 0 0 0,5 19 22 0 0,-1 1 1 0 0,0 0-1 0 0,-1 0 1 0 0,1 0 0 0 0,-12-14-1 0 0,-12-3-1531 0 0,25 23 803 0 0,-1 0 0 0 0,1 0 0 0 0,-1 1 0 0 0,1-1 0 0 0,-1 1 0 0 0,0 0 0 0 0,-4-1 0 0 0</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5.641"/>
    </inkml:context>
    <inkml:brush xml:id="br0">
      <inkml:brushProperty name="width" value="0.1" units="cm"/>
      <inkml:brushProperty name="height" value="0.1" units="cm"/>
    </inkml:brush>
  </inkml:definitions>
  <inkml:trace contextRef="#ctx0" brushRef="#br0">75 41 9218 0 0,'-1'-3'284'0'0,"0"0"0"0"0,-1 0 0 0 0,1 0 0 0 0,-1 1 0 0 0,0-1-1 0 0,0 1 1 0 0,0-1 0 0 0,0 1 0 0 0,0 0 0 0 0,0 0 0 0 0,-1 0 0 0 0,1 0 0 0 0,-1 0 0 0 0,-4-2 0 0 0,6 4-125 0 0,0-1 1 0 0,0 1 0 0 0,0 0 0 0 0,0-1 0 0 0,0 1-1 0 0,0 0 1 0 0,0 0 0 0 0,0 0 0 0 0,1 0-1 0 0,-1 0 1 0 0,0 0 0 0 0,0 0 0 0 0,0 0 0 0 0,0 0-1 0 0,0 1 1 0 0,0-1 0 0 0,0 0 0 0 0,0 0 0 0 0,-2 2-1 0 0,2-1-58 0 0,0 0-1 0 0,0 0 1 0 0,-1 0 0 0 0,1 0-1 0 0,0 1 1 0 0,0-1-1 0 0,0 0 1 0 0,1 1-1 0 0,-1-1 1 0 0,0 1-1 0 0,0-1 1 0 0,1 1 0 0 0,-1-1-1 0 0,1 1 1 0 0,-1 2-1 0 0,-1 10 196 0 0,0-1 0 0 0,1 0-1 0 0,1 0 1 0 0,0 1 0 0 0,1-1-1 0 0,0 0 1 0 0,1 0 0 0 0,0 0-1 0 0,1 0 1 0 0,9 22 0 0 0,0-2-23 0 0,2 0 1 0 0,33 55-1 0 0,-20-47 45 0 0,42 50-1 0 0,-17-26-1589 0 0,-6 4-5898 0 0</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5.806"/>
    </inkml:context>
    <inkml:brush xml:id="br0">
      <inkml:brushProperty name="width" value="0.1" units="cm"/>
      <inkml:brushProperty name="height" value="0.1" units="cm"/>
    </inkml:brush>
  </inkml:definitions>
  <inkml:trace contextRef="#ctx0" brushRef="#br0">13 156 5985 0 0,'-1'0'142'0'0,"1"0"0"0"0,-1 0 0 0 0,1 0 0 0 0,-1 0 0 0 0,1 0 0 0 0,-1 0-1 0 0,1 0 1 0 0,-1-1 0 0 0,1 1 0 0 0,-1 0 0 0 0,1 0 0 0 0,-1-1 0 0 0,1 1 0 0 0,-1 0 0 0 0,1-1-1 0 0,-1 1 1 0 0,1 0 0 0 0,0-1 0 0 0,-1 1 0 0 0,1-1 0 0 0,-1 1 0 0 0,1-1 0 0 0,0 1 0 0 0,0 0-1 0 0,-1-1 1 0 0,1 1 0 0 0,0-1 0 0 0,0 0 0 0 0,0 1 0 0 0,-1-1 0 0 0,1 1 0 0 0,0-1-1 0 0,0 1 1 0 0,0-1 0 0 0,0 1 0 0 0,0-1 0 0 0,0 0 0 0 0,1-1 193 0 0,0 0 0 0 0,0 0 0 0 0,0 0 0 0 0,0 0-1 0 0,0 0 1 0 0,0 0 0 0 0,0 1 0 0 0,1-1 0 0 0,-1 0 0 0 0,2-1 0 0 0,6-5 396 0 0,-1 0 1 0 0,1 1-1 0 0,11-6 1 0 0,17-6-1122 0 0,0 1 1 0 0,55-17-1 0 0,-58 24-369 0 0</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6.581"/>
    </inkml:context>
    <inkml:brush xml:id="br0">
      <inkml:brushProperty name="width" value="0.1" units="cm"/>
      <inkml:brushProperty name="height" value="0.1" units="cm"/>
    </inkml:brush>
  </inkml:definitions>
  <inkml:trace contextRef="#ctx0" brushRef="#br0">98 86 4609 0 0,'-21'-86'5747'0'0,"24"98"-3369"0"0,0 0 0 0 0,0 0 0 0 0,0 17 1 0 0,-2 42 419 0 0,-17 73-3570 0 0,11-115 1550 0 0,2-3-847 0 0,0 2-95 0 0,-1 0-1 0 0,-1 0 1 0 0,-2-1-1 0 0,0 0 1 0 0,-2 0-1 0 0,-13 26 1 0 0,14-38-1029 0 0</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6.800"/>
    </inkml:context>
    <inkml:brush xml:id="br0">
      <inkml:brushProperty name="width" value="0.1" units="cm"/>
      <inkml:brushProperty name="height" value="0.1" units="cm"/>
    </inkml:brush>
  </inkml:definitions>
  <inkml:trace contextRef="#ctx0" brushRef="#br0">1 133 7370 0 0,'0'-32'806'0'0,"1"24"344"0"0,1 0 0 0 0,-1 0 0 0 0,1 0 0 0 0,6-14 0 0 0,-6 19-694 0 0,-1-1 0 0 0,1 1-1 0 0,0 0 1 0 0,-1 0 0 0 0,2 0 0 0 0,-1 0-1 0 0,0 1 1 0 0,0-1 0 0 0,1 1 0 0 0,-1-1-1 0 0,1 1 1 0 0,5-4 0 0 0,-6 5-370 0 0,1 0-1 0 0,-1 0 1 0 0,0 1 0 0 0,0-1 0 0 0,1 0 0 0 0,-1 1 0 0 0,0-1 0 0 0,1 1 0 0 0,-1 0 0 0 0,0 0-1 0 0,1 0 1 0 0,4 0 0 0 0,-2 2 55 0 0,0-1 1 0 0,0 1-1 0 0,0 0 0 0 0,0 0 0 0 0,0 0 1 0 0,-1 1-1 0 0,1-1 0 0 0,-1 1 0 0 0,1 0 0 0 0,-1 1 1 0 0,0-1-1 0 0,0 1 0 0 0,0-1 0 0 0,-1 1 1 0 0,6 8-1 0 0,4 7 84 0 0,0 0 0 0 0,12 27 0 0 0,-20-36-90 0 0,23 47-71 0 0,-3 2 0 0 0,-3 1 0 0 0,24 99 0 0 0,-42-142-796 0 0,-4-12 136 0 0</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6.989"/>
    </inkml:context>
    <inkml:brush xml:id="br0">
      <inkml:brushProperty name="width" value="0.1" units="cm"/>
      <inkml:brushProperty name="height" value="0.1" units="cm"/>
    </inkml:brush>
  </inkml:definitions>
  <inkml:trace contextRef="#ctx0" brushRef="#br0">0 12 9674 0 0,'62'-6'1588'0'0,"-55"4"-1902"0"0,1 1 0 0 0,0 0 1 0 0,0 0-1 0 0,0 0 0 0 0,0 1 0 0 0,0 0 1 0 0,0 1-1 0 0,0 0 0 0 0,0 0 1 0 0,0 1-1 0 0,0 0 0 0 0,-1 0 0 0 0,1 1 1 0 0,8 3-1 0 0,8 10 292 0 0,-17-11-4 0 0,1-1-1 0 0,-1 1 1 0 0,17 5-1 0 0,-11-6 16 0 0</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7.227"/>
    </inkml:context>
    <inkml:brush xml:id="br0">
      <inkml:brushProperty name="width" value="0.1" units="cm"/>
      <inkml:brushProperty name="height" value="0.1" units="cm"/>
    </inkml:brush>
  </inkml:definitions>
  <inkml:trace contextRef="#ctx0" brushRef="#br0">0 119 6913 0 0,'4'5'711'0'0,"0"0"-1"0"0,1-1 1 0 0,-1 1-1 0 0,1-1 1 0 0,0-1-1 0 0,0 1 1 0 0,0-1-1 0 0,1 1 1 0 0,7 2-1 0 0,2 3 243 0 0,14 6 844 0 0,-20-11-1527 0 0,-1 1-1 0 0,1 0 0 0 0,-1 0 0 0 0,0 0 0 0 0,0 1 0 0 0,0 0 1 0 0,-1 1-1 0 0,0 0 0 0 0,10 12 0 0 0,-13-10 1092 0 0,-10-15-392 0 0,-9-15-163 0 0,11 13-783 0 0,1 0 1 0 0,0-1 0 0 0,1 1 0 0 0,-1-1 0 0 0,2 1 0 0 0,-1-1 0 0 0,1 1 0 0 0,1-1 0 0 0,-1 0-1 0 0,1 0 1 0 0,1 1 0 0 0,0-1 0 0 0,0 0 0 0 0,1 1 0 0 0,0-1 0 0 0,0 1 0 0 0,7-15 0 0 0,-7 17-817 0 0,2 0 0 0 0,-1 0 1 0 0,1 0-1 0 0,-1 1 0 0 0,2 0 0 0 0,-1 0 1 0 0,1 0-1 0 0,9-9 0 0 0,3 3-6048 0 0</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7.687"/>
    </inkml:context>
    <inkml:brush xml:id="br0">
      <inkml:brushProperty name="width" value="0.1" units="cm"/>
      <inkml:brushProperty name="height" value="0.1" units="cm"/>
    </inkml:brush>
  </inkml:definitions>
  <inkml:trace contextRef="#ctx0" brushRef="#br0">196 497 6913 0 0,'-6'-3'599'0'0,"-1"0"-1"0"0,0 0 0 0 0,0 1 0 0 0,0 0 1 0 0,0 1-1 0 0,0 0 0 0 0,0 0 0 0 0,0 0 1 0 0,0 1-1 0 0,-1 0 0 0 0,1 0 0 0 0,0 1 1 0 0,0 0-1 0 0,0 0 0 0 0,-1 1 0 0 0,1-1 1 0 0,-10 6-1 0 0,13-6-479 0 0,0 1-1 0 0,0 0 1 0 0,1 0 0 0 0,-1 1-1 0 0,1-1 1 0 0,0 1 0 0 0,0 0 0 0 0,0-1-1 0 0,0 1 1 0 0,0 1 0 0 0,1-1-1 0 0,-1 0 1 0 0,1 1 0 0 0,0-1 0 0 0,0 1-1 0 0,0 0 1 0 0,0-1 0 0 0,1 1-1 0 0,-1 0 1 0 0,1 0 0 0 0,0 0-1 0 0,1 0 1 0 0,-1 0 0 0 0,0 0 0 0 0,1 1-1 0 0,0-1 1 0 0,0 0 0 0 0,0 0-1 0 0,1 0 1 0 0,0 0 0 0 0,1 7 0 0 0,-2-9-113 0 0,1 0 0 0 0,-1 0 1 0 0,0 0-1 0 0,1 0 0 0 0,-1 0 1 0 0,1 0-1 0 0,0-1 0 0 0,-1 1 1 0 0,1 0-1 0 0,0 0 0 0 0,0-1 1 0 0,0 1-1 0 0,0-1 0 0 0,1 1 1 0 0,-1-1-1 0 0,0 1 1 0 0,1-1-1 0 0,-1 0 0 0 0,1 1 1 0 0,-1-1-1 0 0,1 0 0 0 0,0 0 1 0 0,-1 0-1 0 0,1 0 0 0 0,0 0 1 0 0,0-1-1 0 0,-1 1 0 0 0,1-1 1 0 0,0 1-1 0 0,0-1 0 0 0,0 1 1 0 0,0-1-1 0 0,0 0 0 0 0,0 0 1 0 0,0 0-1 0 0,0 0 1 0 0,0 0-1 0 0,0-1 0 0 0,-1 1 1 0 0,1-1-1 0 0,0 1 0 0 0,0-1 1 0 0,0 1-1 0 0,0-1 0 0 0,2-2 1 0 0,4 0-163 0 0,0-2 0 0 0,0 1 0 0 0,0-1 0 0 0,-1 0 0 0 0,0-1 0 0 0,0 0 0 0 0,0 0 1 0 0,8-10-1 0 0,-2 0-73 0 0,0 0 0 0 0,-1-1 1 0 0,-1-1-1 0 0,-1 0 0 0 0,0 0 0 0 0,-2-1 1 0 0,0-1-1 0 0,-1 1 0 0 0,0-1 1 0 0,-2 0-1 0 0,-1 0 0 0 0,0-1 0 0 0,-1 1 1 0 0,-2-1-1 0 0,0 0 0 0 0,-1 0 1 0 0,-1 1-1 0 0,-1-1 0 0 0,-5-22 0 0 0,6 38 231 0 0,-24-82-193 0 0,23 79 455 0 0,-2 0 0 0 0,1 0 1 0 0,-1 1-1 0 0,0-1 0 0 0,-1 1 0 0 0,0 0 0 0 0,0 0 1 0 0,-9-8-1 0 0,13 14-154 0 0,1 0-1 0 0,-1 0 1 0 0,0 0 0 0 0,0 0-1 0 0,0 1 1 0 0,0-1 0 0 0,0 0-1 0 0,0 1 1 0 0,0-1 0 0 0,0 1-1 0 0,0-1 1 0 0,0 1 0 0 0,0-1-1 0 0,0 1 1 0 0,0 0 0 0 0,0-1-1 0 0,0 1 1 0 0,0 0 0 0 0,-1 0-1 0 0,1 0 1 0 0,0 0 0 0 0,0 0-1 0 0,0 0 1 0 0,0 0 0 0 0,-2 1-1 0 0,2 0-16 0 0,-1 0 0 0 0,1 0 0 0 0,0 0 0 0 0,0 0 0 0 0,-1 0 0 0 0,1 0 0 0 0,0 0 0 0 0,0 1-1 0 0,0-1 1 0 0,1 0 0 0 0,-1 1 0 0 0,0-1 0 0 0,0 1 0 0 0,1-1 0 0 0,-2 3 0 0 0,0 5 66 0 0,-1 1 0 0 0,1-1 0 0 0,1 1 0 0 0,-1 15 0 0 0,1 24 60 0 0,3 1 1 0 0,1-1-1 0 0,3 0 1 0 0,2-1-1 0 0,2 1 1 0 0,30 87-1 0 0,-32-117-211 0 0,1-1 1 0 0,1 0-1 0 0,0 0 0 0 0,25 31 0 0 0,7-4-6953 0 0,-19-23-682 0 0</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8.263"/>
    </inkml:context>
    <inkml:brush xml:id="br0">
      <inkml:brushProperty name="width" value="0.1" units="cm"/>
      <inkml:brushProperty name="height" value="0.1" units="cm"/>
    </inkml:brush>
  </inkml:definitions>
  <inkml:trace contextRef="#ctx0" brushRef="#br0">0 197 8290 0 0,'5'-4'906'0'0,"1"0"0"0"0,-1 0 1 0 0,1 0-1 0 0,0 1 0 0 0,0 0 1 0 0,0 0-1 0 0,1 0 1 0 0,-1 1-1 0 0,7-2 0 0 0,1 1 30 0 0,0 0 0 0 0,0 0 0 0 0,18 0 0 0 0,-26 4-832 0 0,1-1 1 0 0,-1 1 0 0 0,1 0-1 0 0,-1 0 1 0 0,1 1 0 0 0,-1 0-1 0 0,0 0 1 0 0,0 1 0 0 0,0-1-1 0 0,0 1 1 0 0,0 0 0 0 0,-1 1-1 0 0,0 0 1 0 0,1 0 0 0 0,-1 0-1 0 0,0 0 1 0 0,4 6 0 0 0,3 3-103 0 0,-1 0-1 0 0,0 1 1 0 0,-1 0 0 0 0,-1 1 0 0 0,9 18 0 0 0,-16-24 150 0 0,-10-15 45 0 0,-10-14 195 0 0,13 7-311 0 0,0-1 0 0 0,0 1 0 0 0,1-1 1 0 0,1 1-1 0 0,0-1 0 0 0,1 0 0 0 0,0 0 0 0 0,1-1 0 0 0,1 1 0 0 0,2-23 1 0 0,-1 25-414 0 0,1 1 1 0 0,0 0 0 0 0,0 0 0 0 0,1 0-1 0 0,1 0 1 0 0,0 0 0 0 0,0 1 0 0 0,8-13 0 0 0</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8.577"/>
    </inkml:context>
    <inkml:brush xml:id="br0">
      <inkml:brushProperty name="width" value="0.1" units="cm"/>
      <inkml:brushProperty name="height" value="0.1" units="cm"/>
    </inkml:brush>
  </inkml:definitions>
  <inkml:trace contextRef="#ctx0" brushRef="#br0">1 180 5065 0 0,'1'7'-539'0'0,"11"22"6770"0"0,1-38-2793 0 0,-7 2-3099 0 0,-1 0-1 0 0,0 0 1 0 0,0 0-1 0 0,-1-1 1 0 0,1 0-1 0 0,-2 0 1 0 0,1 0-1 0 0,-1 0 1 0 0,2-9-1 0 0,-2 5-174 0 0,0-1 0 0 0,-1 0 0 0 0,0 1 0 0 0,-1-1 0 0 0,0-20 0 0 0,-1 32-169 0 0,0 0 1 0 0,0 0-1 0 0,0 0 0 0 0,0-1 1 0 0,0 1-1 0 0,0 0 1 0 0,0 0-1 0 0,-1 0 0 0 0,1-1 1 0 0,0 1-1 0 0,-1 0 0 0 0,1 0 1 0 0,-1 0-1 0 0,1 0 1 0 0,-1 0-1 0 0,1 0 0 0 0,-1 0 1 0 0,0 0-1 0 0,1 0 0 0 0,-1 0 1 0 0,-2-1-1 0 0,3 2-9 0 0,-1 0-1 0 0,0 0 1 0 0,0 0-1 0 0,1 0 1 0 0,-1 0-1 0 0,0 1 1 0 0,0-1 0 0 0,0 0-1 0 0,1 1 1 0 0,-1-1-1 0 0,0 0 1 0 0,1 1-1 0 0,-1-1 1 0 0,0 1-1 0 0,1-1 1 0 0,-1 1 0 0 0,1-1-1 0 0,-1 1 1 0 0,1-1-1 0 0,-1 1 1 0 0,1 0-1 0 0,-1-1 1 0 0,0 2-1 0 0,-2 2 78 0 0,0 1-1 0 0,0 0 0 0 0,0 0 1 0 0,1 0-1 0 0,0 0 0 0 0,0 0 0 0 0,0 1 1 0 0,-1 7-1 0 0,2-10 6 0 0,1 0 1 0 0,0-1-1 0 0,0 1 0 0 0,0 0 0 0 0,1 0 1 0 0,-1 0-1 0 0,1 0 0 0 0,-1 0 1 0 0,1 0-1 0 0,0-1 0 0 0,0 1 1 0 0,0 0-1 0 0,0-1 0 0 0,1 1 0 0 0,-1 0 1 0 0,1-1-1 0 0,0 0 0 0 0,2 3 1 0 0,-1-2 21 0 0,0 0 1 0 0,0-1-1 0 0,1 1 0 0 0,0-1 1 0 0,-1 0-1 0 0,1 0 1 0 0,0-1-1 0 0,0 1 1 0 0,0-1-1 0 0,0 1 1 0 0,5 0-1 0 0,10 0-725 0 0,-1 0 0 0 0,1-1 0 0 0,0-1 0 0 0,27-4 0 0 0,-41 4 185 0 0,19-2-5958 0 0</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9.547"/>
    </inkml:context>
    <inkml:brush xml:id="br0">
      <inkml:brushProperty name="width" value="0.1" units="cm"/>
      <inkml:brushProperty name="height" value="0.1" units="cm"/>
    </inkml:brush>
  </inkml:definitions>
  <inkml:trace contextRef="#ctx0" brushRef="#br0">207 61 4145 0 0,'-23'-15'11773'0'0,"17"33"-8039"0"0,6 3-559 0 0,4-32-3053 0 0,-3 8-115 0 0,-1 1 0 0 0,1 0 1 0 0,-1-1-1 0 0,0 1 0 0 0,0-1 0 0 0,0 1 0 0 0,0-1 1 0 0,0 1-1 0 0,-1 0 0 0 0,1-1 0 0 0,-1 1 1 0 0,1-1-1 0 0,-1 1 0 0 0,0 0 0 0 0,0 0 0 0 0,0-1 1 0 0,0 1-1 0 0,0 0 0 0 0,-1 0 0 0 0,1 0 1 0 0,-1 0-1 0 0,-3-3 0 0 0,4 4 13 0 0,0-1 0 0 0,-1 1 0 0 0,1-1 0 0 0,-1 1 0 0 0,0 0-1 0 0,1-1 1 0 0,-1 1 0 0 0,0 0 0 0 0,0 0 0 0 0,0 1 0 0 0,0-1 0 0 0,0 0 0 0 0,0 0 0 0 0,0 1 0 0 0,0 0 0 0 0,0-1 0 0 0,0 1 0 0 0,0 0-1 0 0,0 0 1 0 0,0 0 0 0 0,0 0 0 0 0,0 0 0 0 0,-1 0 0 0 0,-3 2 0 0 0,-1 2-9 0 0,0 0-1 0 0,0 0 1 0 0,0 1-1 0 0,1 0 1 0 0,-1 0-1 0 0,1 1 1 0 0,1 0-1 0 0,-1 0 1 0 0,1 0-1 0 0,0 1 1 0 0,0 0-1 0 0,1-1 1 0 0,0 2 0 0 0,-4 7-1 0 0,4-6 0 0 0,0 0 0 0 0,0 0 1 0 0,1 1-1 0 0,0-1 0 0 0,1 1 0 0 0,0 0 0 0 0,1-1 0 0 0,0 1 1 0 0,0 0-1 0 0,1 0 0 0 0,1 13 0 0 0,9 13-61 0 0,-9-34 47 0 0,0 0 0 0 0,0 0-1 0 0,0 0 1 0 0,0 0-1 0 0,0 0 1 0 0,0 0-1 0 0,0-1 1 0 0,0 1-1 0 0,1 0 1 0 0,-1-1 0 0 0,1 1-1 0 0,0-1 1 0 0,-1 1-1 0 0,4 1 1 0 0,-5-3 1 0 0,1 0 0 0 0,0 0 0 0 0,0 0 1 0 0,0 0-1 0 0,-1-1 0 0 0,1 1 0 0 0,0 0 1 0 0,0 0-1 0 0,-1-1 0 0 0,1 1 0 0 0,0 0 0 0 0,0-1 1 0 0,-1 1-1 0 0,1-1 0 0 0,0 1 0 0 0,-1-1 1 0 0,1 1-1 0 0,-1-1 0 0 0,1 1 0 0 0,-1-1 0 0 0,1 0 1 0 0,-1 1-1 0 0,1-1 0 0 0,-1 0 0 0 0,0 1 1 0 0,1-1-1 0 0,-1 0 0 0 0,0 0 0 0 0,1 1 0 0 0,-1-2 1 0 0,11-29-93 0 0,-10 27 89 0 0,11-40 74 0 0,-11 34-38 0 0,1 1-1 0 0,0 0 0 0 0,1-1 0 0 0,0 1 0 0 0,1 0 0 0 0,0 0 1 0 0,0 1-1 0 0,0-1 0 0 0,9-11 0 0 0,-12 20-25 0 0,-1 0 1 0 0,1-1-1 0 0,-1 1 0 0 0,1 0 0 0 0,0-1 1 0 0,-1 1-1 0 0,1 0 0 0 0,-1 0 0 0 0,1-1 1 0 0,-1 1-1 0 0,1 0 0 0 0,0 0 0 0 0,-1 0 0 0 0,1 0 1 0 0,0 0-1 0 0,-1 0 0 0 0,1 0 0 0 0,-1 0 1 0 0,1 0-1 0 0,0 0 0 0 0,-1 0 0 0 0,1 1 1 0 0,0-1-1 0 0,-1 0 0 0 0,1 0 0 0 0,-1 0 1 0 0,1 1-1 0 0,-1-1 0 0 0,1 0 0 0 0,-1 1 1 0 0,1-1-1 0 0,-1 1 0 0 0,1-1 0 0 0,-1 0 0 0 0,1 1 1 0 0,-1-1-1 0 0,0 1 0 0 0,1-1 0 0 0,-1 1 1 0 0,0-1-1 0 0,1 1 0 0 0,-1 0 0 0 0,0-1 1 0 0,0 1-1 0 0,1-1 0 0 0,-1 1 0 0 0,0 0 1 0 0,0 0-1 0 0,14 35 133 0 0,-13-32-107 0 0,8 24 124 0 0,34 95 29 0 0,-36-107-172 0 0,0-1 1 0 0,1-1 0 0 0,1 1-1 0 0,0-1 1 0 0,20 22 0 0 0,-29-35-18 0 0,1 0 1 0 0,0 1 0 0 0,1-1-1 0 0,-1 0 1 0 0,0 0-1 0 0,0 0 1 0 0,0 0 0 0 0,1 0-1 0 0,-1 0 1 0 0,0 0 0 0 0,1-1-1 0 0,-1 1 1 0 0,1 0-1 0 0,-1-1 1 0 0,1 1 0 0 0,-1-1-1 0 0,1 0 1 0 0,-1 1 0 0 0,1-1-1 0 0,1 0 1 0 0,-2 0-6 0 0,0-1 0 0 0,1 1 0 0 0,-1-1 0 0 0,0 1 1 0 0,0-1-1 0 0,0 0 0 0 0,0 1 0 0 0,0-1 0 0 0,0 0 0 0 0,0 0 0 0 0,0 0 1 0 0,-1 1-1 0 0,1-1 0 0 0,0 0 0 0 0,0 0 0 0 0,-1 0 0 0 0,1 0 0 0 0,-1-1 1 0 0,1 1-1 0 0,0-1 0 0 0,3-10-82 0 0,-1 1 0 0 0,0-1 0 0 0,0 0 0 0 0,0-15 1 0 0,0 10 30 0 0,3-22-92 0 0,20-91-102 0 0,-22 115 250 0 0,0 1 0 0 0,1 0 0 0 0,1 0 0 0 0,0 0 1 0 0,1 1-1 0 0,13-20 0 0 0,-19 31 16 0 0,0 1 1 0 0,0-1-1 0 0,0 1 0 0 0,0-1 1 0 0,0 1-1 0 0,1 0 0 0 0,-1-1 1 0 0,0 1-1 0 0,1 0 0 0 0,-1 0 1 0 0,0 0-1 0 0,1 0 0 0 0,0 0 1 0 0,-1 0-1 0 0,1 1 0 0 0,-1-1 1 0 0,1 0-1 0 0,0 1 0 0 0,0-1 1 0 0,-1 1-1 0 0,1 0 0 0 0,0-1 1 0 0,0 1-1 0 0,-1 0 0 0 0,1 0 1 0 0,3 0-1 0 0,-3 1 20 0 0,0 1 0 0 0,0-1 0 0 0,1 0 0 0 0,-1 1 0 0 0,-1-1 0 0 0,1 1 0 0 0,0 0 0 0 0,0 0 0 0 0,0-1 0 0 0,-1 1 0 0 0,1 0 0 0 0,-1 0 0 0 0,0 1 0 0 0,0-1 0 0 0,1 0 0 0 0,-1 0 0 0 0,0 1 0 0 0,0 3 1 0 0,7 15 16 0 0,0 3 122 0 0,18 35-1 0 0,-23-53-149 0 0,0-1-1 0 0,1 1 1 0 0,-1-1-1 0 0,1 0 1 0 0,0 0-1 0 0,1 0 1 0 0,-1 0-1 0 0,1-1 1 0 0,0 1-1 0 0,0-1 1 0 0,7 3-1 0 0,-11-6-19 0 0,0 0 0 0 0,1-1 0 0 0,-1 1 1 0 0,0-1-1 0 0,1 1 0 0 0,-1-1 0 0 0,1 0 0 0 0,-1 1 0 0 0,1-1 0 0 0,-1 0 0 0 0,0 0 0 0 0,1 0 0 0 0,-1 0 0 0 0,1-1 0 0 0,-1 1 0 0 0,0 0 0 0 0,1 0 0 0 0,-1-1 0 0 0,1 1 0 0 0,1-2 0 0 0,0 1-4 0 0,0-1 0 0 0,0 0 0 0 0,0 0-1 0 0,0-1 1 0 0,-1 1 0 0 0,1 0-1 0 0,-1-1 1 0 0,3-3 0 0 0,3-5-23 0 0,0-1 1 0 0,-1 1-1 0 0,7-17 1 0 0,-9 16 10 0 0,-2 5-13 0 0,0 0 0 0 0,1 0 0 0 0,0 0 0 0 0,9-12 1 0 0,-12 18 44 0 0,1-1 0 0 0,-1 1 0 0 0,1-1 0 0 0,-1 1 0 0 0,1 0 0 0 0,0 0 0 0 0,-1 0 0 0 0,1 0 0 0 0,0 0 0 0 0,0 0 0 0 0,0 0 0 0 0,0 1 0 0 0,-1-1 0 0 0,1 1 0 0 0,0-1 0 0 0,0 1 0 0 0,0 0 0 0 0,0 0 0 0 0,0 0 0 0 0,1 0 0 0 0,-1 0 0 0 0,0 0 0 0 0,0 0 0 0 0,2 1 0 0 0,7 2 32 0 0,0-1 1 0 0,1-1-1 0 0,-1 0 0 0 0,15 0 0 0 0,5-6-7173 0 0</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59.896"/>
    </inkml:context>
    <inkml:brush xml:id="br0">
      <inkml:brushProperty name="width" value="0.1" units="cm"/>
      <inkml:brushProperty name="height" value="0.1" units="cm"/>
    </inkml:brush>
  </inkml:definitions>
  <inkml:trace contextRef="#ctx0" brushRef="#br0">5 1 5065 0 0,'-4'5'7517'0'0,"4"6"-3824"0"0,5 9 310 0 0,20 37-2284 0 0,-13-30-479 0 0,14 45 0 0 0,-25-68-1269 0 0,13 39-1337 0 0,-14-41 1287 0 0,1-1 0 0 0,0 1 0 0 0,0 0 0 0 0,-1 0 0 0 0,1 0 0 0 0,1-1 0 0 0,-1 1 0 0 0,0 0 0 0 0,0-1 0 0 0,0 1 0 0 0,1-1 0 0 0,-1 1 0 0 0,1-1 0 0 0,-1 0 0 0 0,1 0 0 0 0,0 0 0 0 0,0 0 0 0 0,1 1 0 0 0,0-2-650 0 0</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0.056"/>
    </inkml:context>
    <inkml:brush xml:id="br0">
      <inkml:brushProperty name="width" value="0.1" units="cm"/>
      <inkml:brushProperty name="height" value="0.1" units="cm"/>
    </inkml:brush>
  </inkml:definitions>
  <inkml:trace contextRef="#ctx0" brushRef="#br0">15 1 13363 0 0,'-4'1'592'0'0,"1"-1"120"0"0,2 0-568 0 0,-1 2-144 0 0,1-1 0 0 0,-1 1 0 0 0,2-1 368 0 0,0 2 48 0 0,-1 1 0 0 0,1 2 9 0 0,3 4-1226 0 0,1 1-255 0 0,2 0-40 0 0,3 1-16 0 0,4-1 888 0 0,1-2 224 0 0</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0.388"/>
    </inkml:context>
    <inkml:brush xml:id="br0">
      <inkml:brushProperty name="width" value="0.1" units="cm"/>
      <inkml:brushProperty name="height" value="0.1" units="cm"/>
    </inkml:brush>
  </inkml:definitions>
  <inkml:trace contextRef="#ctx0" brushRef="#br0">1 59 920 0 0,'0'5'1244'0'0,"1"0"-1"0"0,-1 0 0 0 0,1 1 1 0 0,1-1-1 0 0,-1 0 1 0 0,1 0-1 0 0,3 6 1 0 0,20 38 4277 0 0,-2-7-2837 0 0,-13-20-1753 0 0,-3-8-478 0 0,-1 0-1 0 0,0 0 1 0 0,-1 1 0 0 0,0-1 0 0 0,-1 2-1 0 0,3 28 1 0 0,-20-70 823 0 0,8 7-1238 0 0,2 0 1 0 0,0-1-1 0 0,1 1 0 0 0,1-1 0 0 0,1-26 0 0 0,1 32-310 0 0,1 0 0 0 0,0 0-1 0 0,0 1 1 0 0,1-1 0 0 0,1 1-1 0 0,0 0 1 0 0,1 0 0 0 0,10-18-1 0 0,-14 28 201 0 0,1 0 0 0 0,0 0 1 0 0,0 1-1 0 0,0-1 0 0 0,0 0 0 0 0,1 1 0 0 0,-1 0 0 0 0,1-1 0 0 0,-1 1 0 0 0,1 0 0 0 0,0 0 0 0 0,0 1 0 0 0,0-1 0 0 0,0 1 0 0 0,0-1 0 0 0,0 1 0 0 0,0 0 0 0 0,0 0 0 0 0,1 0 0 0 0,-1 1 0 0 0,5-1 0 0 0,6 1 72 0 0</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0.656"/>
    </inkml:context>
    <inkml:brush xml:id="br0">
      <inkml:brushProperty name="width" value="0.1" units="cm"/>
      <inkml:brushProperty name="height" value="0.1" units="cm"/>
    </inkml:brush>
  </inkml:definitions>
  <inkml:trace contextRef="#ctx0" brushRef="#br0">1 181 5065 0 0,'0'0'61'0'0,"0"1"0"0"0,0-1 1 0 0,0 0-1 0 0,0 1 0 0 0,0-1 0 0 0,0 0 0 0 0,0 1 0 0 0,0-1 1 0 0,0 0-1 0 0,0 1 0 0 0,0-1 0 0 0,0 0 0 0 0,0 1 0 0 0,0-1 1 0 0,0 0-1 0 0,0 1 0 0 0,1-1 0 0 0,-1 0 0 0 0,0 0 0 0 0,0 1 1 0 0,0-1-1 0 0,1 0 0 0 0,-1 0 0 0 0,0 1 0 0 0,0-1 0 0 0,1 0 1 0 0,-1 0-1 0 0,0 1 0 0 0,0-1 0 0 0,1 0 0 0 0,-1 0 0 0 0,0 0 1 0 0,1 0-1 0 0,-1 0 0 0 0,0 0 0 0 0,1 1 0 0 0,-1-1 0 0 0,0 0 1 0 0,1 0-1 0 0,-1 0 0 0 0,0 0 0 0 0,1 0 0 0 0,-1 0 0 0 0,1 0 1 0 0,19-10 2795 0 0,16-21 1043 0 0,-30 22-3325 0 0,-1 1 0 0 0,0-2 0 0 0,0 1 0 0 0,-1 0 0 0 0,5-16 0 0 0,-7 20-469 0 0,-1 0 1 0 0,0 0 0 0 0,1 0 0 0 0,-2-1-1 0 0,1 1 1 0 0,-1 0 0 0 0,0-1-1 0 0,0 1 1 0 0,0 0 0 0 0,0-1 0 0 0,-1 1-1 0 0,-2-8 1 0 0,3 13-113 0 0,0-1 0 0 0,0 1 0 0 0,0 0 0 0 0,0 0-1 0 0,0 0 1 0 0,0 0 0 0 0,-1 0 0 0 0,1-1 0 0 0,0 1 0 0 0,0 0 0 0 0,0 0-1 0 0,0 0 1 0 0,0 0 0 0 0,0 0 0 0 0,0 0 0 0 0,0 0 0 0 0,0-1 0 0 0,0 1-1 0 0,0 0 1 0 0,-1 0 0 0 0,1 0 0 0 0,0 0 0 0 0,0 0 0 0 0,0 0 0 0 0,0 0-1 0 0,0 0 1 0 0,0 0 0 0 0,-1 0 0 0 0,1 0 0 0 0,0 0 0 0 0,0 0 0 0 0,0 0 0 0 0,0 0-1 0 0,0 0 1 0 0,0 0 0 0 0,-1 0 0 0 0,1 0 0 0 0,0 0 0 0 0,0 0 0 0 0,0 0-1 0 0,0 0 1 0 0,0 0 0 0 0,-1 0 0 0 0,1 0 0 0 0,0 0 0 0 0,0 0 0 0 0,0 0-1 0 0,0 0 1 0 0,0 0 0 0 0,0 0 0 0 0,0 0 0 0 0,-1 0 0 0 0,1 1 0 0 0,0-1-1 0 0,0 0 1 0 0,0 0 0 0 0,0 0 0 0 0,-7 12-67 0 0,-2 14 382 0 0,8-21-260 0 0,1 0 0 0 0,-1 0 0 0 0,1 1 0 0 0,0-1 0 0 0,0 0 0 0 0,1 0 0 0 0,-1 1 0 0 0,1-1 0 0 0,0 0 0 0 0,1 0 0 0 0,-1 0 0 0 0,1 0 0 0 0,0 0 0 0 0,0-1 0 0 0,5 9 0 0 0,-4-10-230 0 0,-1 0 0 0 0,1 0 1 0 0,-1 0-1 0 0,1-1 1 0 0,0 1-1 0 0,0 0 0 0 0,0-1 1 0 0,0 0-1 0 0,1 0 0 0 0,-1 0 1 0 0,0 0-1 0 0,1 0 1 0 0,0-1-1 0 0,3 2 0 0 0,9 0-6119 0 0</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1.163"/>
    </inkml:context>
    <inkml:brush xml:id="br0">
      <inkml:brushProperty name="width" value="0.1" units="cm"/>
      <inkml:brushProperty name="height" value="0.1" units="cm"/>
    </inkml:brush>
  </inkml:definitions>
  <inkml:trace contextRef="#ctx0" brushRef="#br0">266 40 6769 0 0,'-3'-14'12528'0'0,"-1"13"-12324"0"0,-11-3-698 0 0,15 4 520 0 0,-1-1 0 0 0,1 1 0 0 0,0 0 0 0 0,0 0 0 0 0,-1 0 0 0 0,1 0 1 0 0,0 0-1 0 0,0 0 0 0 0,0 0 0 0 0,-1-1 0 0 0,1 1 0 0 0,0 0 0 0 0,0 0 0 0 0,0 0 0 0 0,0 0 0 0 0,-1-1 0 0 0,1 1 0 0 0,0 0 0 0 0,0 0 0 0 0,0-1 0 0 0,2-6 3265 0 0,-5 4-3238 0 0,2 3-52 0 0,0-1 0 0 0,-1 0-1 0 0,1 0 1 0 0,0 1 0 0 0,0-1 0 0 0,-1 1-1 0 0,1-1 1 0 0,0 1 0 0 0,-1 0 0 0 0,1-1-1 0 0,0 1 1 0 0,-1 0 0 0 0,1 0 0 0 0,-1 0-1 0 0,1 0 1 0 0,0 0 0 0 0,-1 0 0 0 0,1 0-1 0 0,0 1 1 0 0,-1-1 0 0 0,-1 1-1 0 0,0 1-7 0 0,-1-1 0 0 0,0 1-1 0 0,1 1 1 0 0,0-1 0 0 0,-1 0-1 0 0,1 1 1 0 0,-5 5 0 0 0,4-4 32 0 0,0-1 0 0 0,1 1 0 0 0,0 0 0 0 0,0 0 1 0 0,0 0-1 0 0,1 0 0 0 0,-1 1 0 0 0,1-1 0 0 0,0 1 1 0 0,0-1-1 0 0,0 1 0 0 0,1 0 0 0 0,0 0 0 0 0,0 0 1 0 0,0 0-1 0 0,0-1 0 0 0,1 1 0 0 0,0 0 0 0 0,0 1 1 0 0,0-1-1 0 0,2 9 0 0 0,0-8-24 0 0,0-1 1 0 0,0 0-1 0 0,0 0 0 0 0,1 0 1 0 0,-1 0-1 0 0,1 0 0 0 0,0-1 1 0 0,1 1-1 0 0,-1-1 1 0 0,1 0-1 0 0,0 0 0 0 0,0 0 1 0 0,0-1-1 0 0,0 1 0 0 0,1-1 1 0 0,-1 0-1 0 0,1 0 0 0 0,0-1 1 0 0,9 5-1 0 0,-3-3 7 0 0,-2-1-21 0 0,1 1 1 0 0,-1 0 0 0 0,0 1-1 0 0,-1-1 1 0 0,1 2 0 0 0,7 6-1 0 0,-14-11 8 0 0,-1 0-1 0 0,0 1 1 0 0,1-1-1 0 0,-1 0 1 0 0,0 1-1 0 0,0-1 1 0 0,0 1-1 0 0,-1-1 1 0 0,1 1-1 0 0,0 0 1 0 0,0-1-1 0 0,-1 1 1 0 0,1 0-1 0 0,-1 0 1 0 0,0 0-1 0 0,1 2 1 0 0,-1-2-1 0 0,-1 1 0 0 0,1-1 0 0 0,-1 1-1 0 0,1-1 1 0 0,-1 1 0 0 0,0-1 0 0 0,0 0 0 0 0,0 1 0 0 0,0-1 0 0 0,0 0 0 0 0,-1 0 0 0 0,1 0 0 0 0,-1 0 0 0 0,1 0 0 0 0,-3 2 0 0 0,-5 5 5 0 0,-1 0 1 0 0,1-1 0 0 0,-2 0 0 0 0,1-1 0 0 0,-1 0 0 0 0,0-1-1 0 0,0 0 1 0 0,-1-1 0 0 0,-19 6 0 0 0,14-6-71 0 0,0 0-1 0 0,0-1 1 0 0,0-1-1 0 0,-1-1 1 0 0,1 0 0 0 0,-27-2-1 0 0,20-2-461 0 0</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1.725"/>
    </inkml:context>
    <inkml:brush xml:id="br0">
      <inkml:brushProperty name="width" value="0.1" units="cm"/>
      <inkml:brushProperty name="height" value="0.1" units="cm"/>
    </inkml:brush>
  </inkml:definitions>
  <inkml:trace contextRef="#ctx0" brushRef="#br0">1 0 9218 0 0,'17'2'7280'0'0,"-13"-2"-6867"0"0,0 1 0 0 0,0 0 0 0 0,0 0 0 0 0,-1 0 0 0 0,1 0 0 0 0,0 1 0 0 0,-1 0 0 0 0,1-1 0 0 0,-1 1 0 0 0,0 0 0 0 0,6 5 0 0 0,-4-2-174 0 0,0 0 1 0 0,-1 0-1 0 0,1 0 0 0 0,-1 0 1 0 0,0 1-1 0 0,4 7 0 0 0,2 9-315 0 0,-1 0-1 0 0,-1 0 1 0 0,5 25-1 0 0,-3-14 555 0 0,4 11-401 0 0,22 46-1 0 0,-28-72-72 0 0,1-1 0 0 0,1 0-1 0 0,0-1 1 0 0,2 0-1 0 0,17 20 1 0 0,-27-35 7 0 0,-1 1 0 0 0,1 0 0 0 0,-1 0 0 0 0,1-1 0 0 0,0 1 0 0 0,0-1 1 0 0,0 0-1 0 0,0 1 0 0 0,0-1 0 0 0,0 0 0 0 0,0 0 0 0 0,0 0 0 0 0,1 0 0 0 0,-1-1 0 0 0,0 1 1 0 0,1-1-1 0 0,-1 1 0 0 0,0-1 0 0 0,1 0 0 0 0,-1 0 0 0 0,0 0 0 0 0,4 0 0 0 0,-3-1 17 0 0,1-1 0 0 0,-1 1 0 0 0,0 0 0 0 0,0-1 0 0 0,0 0 0 0 0,0 0 0 0 0,0 0 0 0 0,0 0 0 0 0,-1 0 0 0 0,1-1 0 0 0,0 1 0 0 0,-1-1 0 0 0,3-4 0 0 0,5-7 41 0 0,-1-1 1 0 0,0-1-1 0 0,-1 1 0 0 0,11-32 0 0 0,19-81-152 0 0,4-11-2765 0 0,-26 99-4935 0 0</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2.130"/>
    </inkml:context>
    <inkml:brush xml:id="br0">
      <inkml:brushProperty name="width" value="0.1" units="cm"/>
      <inkml:brushProperty name="height" value="0.1" units="cm"/>
    </inkml:brush>
  </inkml:definitions>
  <inkml:trace contextRef="#ctx0" brushRef="#br0">74 209 6449 0 0,'-4'-23'2127'0'0,"4"19"-1301"0"0,0-1 0 0 0,-1 1-1 0 0,0 0 1 0 0,0 0 0 0 0,0-1 0 0 0,0 1-1 0 0,-3-5 1 0 0,4 9-694 0 0,-1-1 0 0 0,1 1 0 0 0,0-1 0 0 0,-1 1 0 0 0,1-1 0 0 0,-1 1 0 0 0,1 0 0 0 0,-1-1 0 0 0,1 1-1 0 0,0 0 1 0 0,-1-1 0 0 0,1 1 0 0 0,-1 0 0 0 0,0 0 0 0 0,1-1 0 0 0,-1 1 0 0 0,1 0 0 0 0,-1 0 0 0 0,1 0 0 0 0,-1 0 0 0 0,1 0 0 0 0,-1 0 0 0 0,0 0 0 0 0,-1 0 39 0 0,0 0 1 0 0,1 1 0 0 0,-1-1-1 0 0,0 1 1 0 0,1 0 0 0 0,-1-1-1 0 0,1 1 1 0 0,-1 0-1 0 0,1 0 1 0 0,-1 0 0 0 0,-1 2-1 0 0,0 0-71 0 0,0-1 0 0 0,1 1 0 0 0,0 0 0 0 0,0 0 0 0 0,0 0 0 0 0,0 0-1 0 0,0 0 1 0 0,0 1 0 0 0,1-1 0 0 0,0 0 0 0 0,0 1 0 0 0,0-1 0 0 0,0 1-1 0 0,0 0 1 0 0,0-1 0 0 0,1 1 0 0 0,0 0 0 0 0,0-1 0 0 0,0 1 0 0 0,0 0-1 0 0,1-1 1 0 0,-1 1 0 0 0,1-1 0 0 0,0 1 0 0 0,0-1 0 0 0,0 1 0 0 0,3 5 0 0 0,0 2-109 0 0,1-1 0 0 0,0 0 0 0 0,1 0 0 0 0,0 0 0 0 0,0-1 0 0 0,1 0 0 0 0,14 15 0 0 0,-15-19 26 0 0,-1 0-1 0 0,1 0 1 0 0,0-1 0 0 0,0 1 0 0 0,1-1-1 0 0,-1-1 1 0 0,1 1 0 0 0,0-1-1 0 0,0-1 1 0 0,0 1 0 0 0,0-1 0 0 0,0 0-1 0 0,0-1 1 0 0,12 2 0 0 0,-13-3 9 0 0,0 0 1 0 0,0-1-1 0 0,-1 0 0 0 0,1 0 1 0 0,0 0-1 0 0,0 0 0 0 0,-1-1 1 0 0,1 0-1 0 0,-1 0 1 0 0,1-1-1 0 0,-1 1 0 0 0,0-1 1 0 0,0 0-1 0 0,0-1 1 0 0,-1 1-1 0 0,1-1 0 0 0,-1 0 1 0 0,8-9-1 0 0,-5 5-46 0 0,-1-1 1 0 0,0-1-1 0 0,-1 1 0 0 0,0-1 0 0 0,0 0 1 0 0,-1 0-1 0 0,0-1 0 0 0,-1 1 0 0 0,0-1 1 0 0,-1 0-1 0 0,0 0 0 0 0,0 1 1 0 0,-2-1-1 0 0,1 0 0 0 0,-1 0 0 0 0,-1-1 1 0 0,0 2-1 0 0,0-1 0 0 0,-1 0 0 0 0,-1 0 1 0 0,0 0-1 0 0,0 1 0 0 0,-1 0 0 0 0,0-1 1 0 0,-1 1-1 0 0,0 1 0 0 0,0-1 0 0 0,-1 1 1 0 0,-8-9-1 0 0,12 15-157 0 0,-2 0 1 0 0,1 0-1 0 0,0 0 1 0 0,0 1-1 0 0,-1-1 0 0 0,-5-2 1 0 0,-6-1-837 0 0</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2.655"/>
    </inkml:context>
    <inkml:brush xml:id="br0">
      <inkml:brushProperty name="width" value="0.1" units="cm"/>
      <inkml:brushProperty name="height" value="0.1" units="cm"/>
    </inkml:brush>
  </inkml:definitions>
  <inkml:trace contextRef="#ctx0" brushRef="#br0">1 4 15667 0 0,'0'-4'5320'0'0,"7"21"-2917"0"0,2 31-1804 0 0,-3 1 0 0 0,-1 1 0 0 0,-3-1 0 0 0,-6 64 0 0 0,2-57-910 0 0,2 0 0 0 0,2 0-1 0 0,11 67 1 0 0,0-77-935 0 0,-1-17-5250 0 0,-2-9-988 0 0</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3.092"/>
    </inkml:context>
    <inkml:brush xml:id="br0">
      <inkml:brushProperty name="width" value="0.1" units="cm"/>
      <inkml:brushProperty name="height" value="0.1" units="cm"/>
    </inkml:brush>
  </inkml:definitions>
  <inkml:trace contextRef="#ctx0" brushRef="#br0">1 1 11522 0 0,'-1'16'6403'0'0,"2"28"-4492"0"0,0-1-1094 0 0,9 207 1151 0 0,-4-181-1969 0 0,25 109-1 0 0,-13-93-2456 0 0,-13-63-4827 0 0</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3.570"/>
    </inkml:context>
    <inkml:brush xml:id="br0">
      <inkml:brushProperty name="width" value="0.1" units="cm"/>
      <inkml:brushProperty name="height" value="0.1" units="cm"/>
    </inkml:brush>
  </inkml:definitions>
  <inkml:trace contextRef="#ctx0" brushRef="#br0">0 166 3225 0 0,'5'-6'218'0'0,"0"1"1"0"0,0 0-1 0 0,0 0 1 0 0,0 0-1 0 0,1 1 0 0 0,0 0 1 0 0,0 0-1 0 0,0 0 1 0 0,0 1-1 0 0,8-3 1 0 0,-5 1-155 0 0,14-6 389 0 0,1 1 1 0 0,-1 1-1 0 0,1 0 0 0 0,28-4 1 0 0,98-12 3354 0 0,-54 12-324 0 0,-52 1-2095 0 0,-15 4-423 0 0,-24 8-284 0 0,-12 4 234 0 0,3-2-778 0 0,-19 10 454 0 0,0 0-1 0 0,-34 25 0 0 0,52-34-560 0 0,1 1-1 0 0,-1-1 1 0 0,1 1 0 0 0,0 0-1 0 0,0 0 1 0 0,0 0 0 0 0,1 1-1 0 0,-1-1 1 0 0,1 1-1 0 0,0 0 1 0 0,1 0 0 0 0,-1 0-1 0 0,1 0 1 0 0,0 0-1 0 0,0 1 1 0 0,1-1 0 0 0,-1 1-1 0 0,0 9 1 0 0,2-13-20 0 0,-1 0 1 0 0,1 0-1 0 0,0 0 0 0 0,0 0 0 0 0,1 0 1 0 0,-1 0-1 0 0,0 0 0 0 0,1-1 1 0 0,-1 1-1 0 0,1 0 0 0 0,-1 0 1 0 0,1 0-1 0 0,0-1 0 0 0,0 1 0 0 0,0 0 1 0 0,0 0-1 0 0,0-1 0 0 0,0 1 1 0 0,0-1-1 0 0,1 1 0 0 0,-1-1 0 0 0,0 0 1 0 0,1 1-1 0 0,-1-1 0 0 0,1 0 1 0 0,0 0-1 0 0,-1 0 0 0 0,1 0 1 0 0,0 0-1 0 0,0-1 0 0 0,-1 1 0 0 0,1 0 1 0 0,0-1-1 0 0,0 0 0 0 0,0 1 1 0 0,0-1-1 0 0,0 0 0 0 0,0 0 0 0 0,0 0 1 0 0,0 0-1 0 0,0 0 0 0 0,2-1 1 0 0,2 0 26 0 0,0 0-1 0 0,-1 0 1 0 0,1 0 0 0 0,0-1 0 0 0,-1 0 0 0 0,1-1 0 0 0,-1 1 0 0 0,0-1 0 0 0,0 0 0 0 0,0 0-1 0 0,0-1 1 0 0,0 1 0 0 0,4-5 0 0 0,-5 2-64 0 0,0 0 0 0 0,1 0 0 0 0,-2 0 0 0 0,1-1 0 0 0,-1 1-1 0 0,0-1 1 0 0,0 0 0 0 0,-1 0 0 0 0,3-11 0 0 0,9-23 196 0 0,-11 40 260 0 0,1 11-243 0 0,4 21-171 0 0,-2-9 80 0 0,0-7-233 0 0,1 0 1 0 0,0 0 0 0 0,13 19 0 0 0,16 15-3642 0 0</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3.964"/>
    </inkml:context>
    <inkml:brush xml:id="br0">
      <inkml:brushProperty name="width" value="0.1" units="cm"/>
      <inkml:brushProperty name="height" value="0.1" units="cm"/>
    </inkml:brush>
  </inkml:definitions>
  <inkml:trace contextRef="#ctx0" brushRef="#br0">115 23 9218 0 0,'-9'-18'1185'0'0,"9"17"-1102"0"0,0 1 0 0 0,0 0 0 0 0,-1-1 0 0 0,1 1 0 0 0,0 0 0 0 0,-1 0 0 0 0,1-1 0 0 0,0 1 0 0 0,-1 0 0 0 0,1 0 0 0 0,0-1 0 0 0,-1 1 0 0 0,1 0 0 0 0,-1 0 0 0 0,1 0 0 0 0,0 0 0 0 0,-1 0 0 0 0,1 0 1 0 0,-1 0-1 0 0,1 0 0 0 0,-1 0 0 0 0,1 0 0 0 0,0 0 0 0 0,-2 0 0 0 0,-1 1 148 0 0,1 1 1 0 0,-1 0 0 0 0,0-1-1 0 0,1 1 1 0 0,-1 0 0 0 0,1 1-1 0 0,0-1 1 0 0,-1 0 0 0 0,-2 5-1 0 0,-4 3 15 0 0,1 1 0 0 0,1 0 0 0 0,-1 1-1 0 0,2-1 1 0 0,0 1 0 0 0,-8 19 0 0 0,13-26-164 0 0,-1-1-1 0 0,0 1 1 0 0,1-1 0 0 0,0 1 0 0 0,0 0 0 0 0,0-1 0 0 0,1 1-1 0 0,-1 0 1 0 0,1 0 0 0 0,0 0 0 0 0,1 0 0 0 0,-1-1-1 0 0,1 1 1 0 0,0 0 0 0 0,0 0 0 0 0,0-1 0 0 0,1 1 0 0 0,0-1-1 0 0,0 1 1 0 0,0-1 0 0 0,4 6 0 0 0,-5-9-96 0 0,1 1 0 0 0,-1-1 1 0 0,1 0-1 0 0,-1 1 0 0 0,1-1 1 0 0,0 0-1 0 0,0 0 0 0 0,-1 0 0 0 0,1-1 1 0 0,0 1-1 0 0,0 0 0 0 0,0-1 1 0 0,0 1-1 0 0,0-1 0 0 0,0 0 0 0 0,0 1 1 0 0,0-1-1 0 0,0 0 0 0 0,0 0 1 0 0,0 0-1 0 0,0-1 0 0 0,0 1 0 0 0,0 0 1 0 0,0-1-1 0 0,0 1 0 0 0,0-1 1 0 0,0 0-1 0 0,-1 0 0 0 0,1 1 0 0 0,2-3 1 0 0,9-3 93 0 0,-1-1 0 0 0,0-1 0 0 0,15-13 0 0 0,-5 5 113 0 0,5-3 9 0 0,-10 7 152 0 0,-1 0-1 0 0,23-10 1 0 0,-36 20-238 0 0,1 0 1 0 0,0 1-1 0 0,0-1 0 0 0,0 1 0 0 0,0 0 1 0 0,0 0-1 0 0,0 0 0 0 0,0 0 0 0 0,0 1 1 0 0,0-1-1 0 0,0 1 0 0 0,0 0 0 0 0,1 1 1 0 0,-1-1-1 0 0,0 1 0 0 0,7 1 0 0 0,-8 0-98 0 0,1 0-1 0 0,-1 1 0 0 0,1-1 0 0 0,-1 1 1 0 0,0 0-1 0 0,0-1 0 0 0,0 2 1 0 0,0-1-1 0 0,0 0 0 0 0,-1 0 1 0 0,1 1-1 0 0,-1-1 0 0 0,0 1 0 0 0,0 0 1 0 0,0 0-1 0 0,-1 0 0 0 0,1 0 1 0 0,-1 0-1 0 0,0 0 0 0 0,0 0 0 0 0,0 0 1 0 0,0 9-1 0 0,0-2 20 0 0,-1 0-1 0 0,0 1 0 0 0,0-1 1 0 0,-1 0-1 0 0,-1 1 1 0 0,1-1-1 0 0,-6 16 1 0 0,2-14-34 0 0,1-1-1 0 0,-2 0 1 0 0,1 0 0 0 0,-2 0 0 0 0,0-1 0 0 0,-14 19 0 0 0,17-25-25 0 0,-1 1 1 0 0,-1-1-1 0 0,1 0 1 0 0,-1-1 0 0 0,0 1-1 0 0,0-1 1 0 0,0 0-1 0 0,-1 0 1 0 0,1-1-1 0 0,-1 0 1 0 0,0 0 0 0 0,0-1-1 0 0,-11 3 1 0 0,3-2-667 0 0</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4.334"/>
    </inkml:context>
    <inkml:brush xml:id="br0">
      <inkml:brushProperty name="width" value="0.1" units="cm"/>
      <inkml:brushProperty name="height" value="0.1" units="cm"/>
    </inkml:brush>
  </inkml:definitions>
  <inkml:trace contextRef="#ctx0" brushRef="#br0">1 267 9154 0 0,'22'-8'1168'0'0,"26"-4"3210"0"0,70-22 582 0 0,-105 29-4669 0 0,0 0 0 0 0,-1 0 1 0 0,0-2-1 0 0,0 1 1 0 0,-1-1-1 0 0,19-15 0 0 0,-24 16-194 0 0,-1 0 0 0 0,1-1 0 0 0,-1 0 0 0 0,0 1 0 0 0,-1-2 0 0 0,1 1 0 0 0,4-13 0 0 0,-7 17-58 0 0,-1 0 0 0 0,1-1 1 0 0,-1 1-1 0 0,0-1 0 0 0,0 0 1 0 0,0 1-1 0 0,-1-1 0 0 0,0 0 1 0 0,1 1-1 0 0,-1-1 0 0 0,0 0 0 0 0,-1 0 1 0 0,1 1-1 0 0,-1-1 0 0 0,1 0 1 0 0,-1 1-1 0 0,0-1 0 0 0,-1 1 1 0 0,-1-5-1 0 0,2 6-23 0 0,0 1-1 0 0,0 1 1 0 0,0-1 0 0 0,0 0-1 0 0,0 0 1 0 0,0 0 0 0 0,0 0 0 0 0,0 1-1 0 0,0-1 1 0 0,0 0 0 0 0,0 1-1 0 0,-1-1 1 0 0,1 1 0 0 0,0 0-1 0 0,0-1 1 0 0,-1 1 0 0 0,1 0 0 0 0,0 0-1 0 0,-1 0 1 0 0,1 0 0 0 0,0 0-1 0 0,-1 0 1 0 0,1 0 0 0 0,0 0-1 0 0,-1 0 1 0 0,1 1 0 0 0,0-1 0 0 0,0 0-1 0 0,-1 1 1 0 0,1-1 0 0 0,0 1-1 0 0,0-1 1 0 0,0 1 0 0 0,0 0-1 0 0,-1 0 1 0 0,0 1 0 0 0,-6 3 30 0 0,0 0 0 0 0,0 1 0 0 0,-10 11 0 0 0,11-10-46 0 0,0 0-1 0 0,1 1 1 0 0,-1 0-1 0 0,2 0 1 0 0,-1 1-1 0 0,1-1 0 0 0,0 1 1 0 0,1 0-1 0 0,0 1 1 0 0,1-1-1 0 0,0 1 1 0 0,-3 12-1 0 0,6-18 5 0 0,-1 0 0 0 0,1 0 1 0 0,-1 0-1 0 0,1 1 0 0 0,1-1 0 0 0,-1 0 0 0 0,0 0 1 0 0,1 1-1 0 0,0-1 0 0 0,0 0 0 0 0,0 0 0 0 0,1 0 1 0 0,-1 0-1 0 0,1 0 0 0 0,0 0 0 0 0,0-1 0 0 0,0 1 0 0 0,1 0 1 0 0,-1-1-1 0 0,1 0 0 0 0,0 0 0 0 0,0 0 0 0 0,0 0 1 0 0,0 0-1 0 0,1 0 0 0 0,-1-1 0 0 0,1 1 0 0 0,-1-1 1 0 0,1 0-1 0 0,0 0 0 0 0,4 1 0 0 0,12 4 42 0 0,0-1 0 0 0,-1-1-1 0 0,2-1 1 0 0,-1 0 0 0 0,0-2 0 0 0,1 0-1 0 0,29-2 1 0 0,149-19-550 0 0,-151 12 270 0 0,149-22-1720 0 0,-154 21 1340 0 0</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6.140"/>
    </inkml:context>
    <inkml:brush xml:id="br0">
      <inkml:brushProperty name="width" value="0.1" units="cm"/>
      <inkml:brushProperty name="height" value="0.1" units="cm"/>
    </inkml:brush>
  </inkml:definitions>
  <inkml:trace contextRef="#ctx0" brushRef="#br0">93 45 9218 0 0,'-6'-11'1436'0'0,"4"7"-671"0"0,0 1 0 0 0,-1-1-1 0 0,1 1 1 0 0,-1-1 0 0 0,0 1 0 0 0,1 0-1 0 0,-7-5 1 0 0,9 8-673 0 0,-1 0 0 0 0,1-1 0 0 0,-1 1 0 0 0,1 0-1 0 0,-1 0 1 0 0,1 0 0 0 0,-1 0 0 0 0,1 0 0 0 0,-1-1 0 0 0,1 1 0 0 0,-1 0 0 0 0,1 0-1 0 0,-1 0 1 0 0,1 0 0 0 0,-1 0 0 0 0,1 1 0 0 0,-1-1 0 0 0,1 0 0 0 0,-1 0-1 0 0,1 0 1 0 0,-1 0 0 0 0,1 0 0 0 0,0 1 0 0 0,-1-1 0 0 0,1 0 0 0 0,-1 1 0 0 0,-1 0 8 0 0,1 1 1 0 0,-1 0 0 0 0,1-1 0 0 0,0 1 0 0 0,-1 0 0 0 0,1 0-1 0 0,0 0 1 0 0,0 0 0 0 0,1-1 0 0 0,-2 4 0 0 0,-7 28 199 0 0,1 1 1 0 0,2-1 0 0 0,1 1-1 0 0,1 0 1 0 0,2 1-1 0 0,4 50 1 0 0,-1-64-290 0 0,1-1 1 0 0,0 0-1 0 0,1 0 1 0 0,2 0-1 0 0,0 0 0 0 0,1 0 1 0 0,14 31-1 0 0,-17-46-10 0 0,-1 0-1 0 0,1 0 1 0 0,0 0 0 0 0,0 0 0 0 0,0-1-1 0 0,0 1 1 0 0,1-1 0 0 0,0 0 0 0 0,0 0-1 0 0,0 0 1 0 0,0-1 0 0 0,1 0-1 0 0,0 0 1 0 0,-1 0 0 0 0,1 0 0 0 0,0 0-1 0 0,0-1 1 0 0,1 0 0 0 0,-1 0-1 0 0,0-1 1 0 0,1 1 0 0 0,-1-1 0 0 0,1 0-1 0 0,-1-1 1 0 0,1 1 0 0 0,-1-1-1 0 0,1 0 1 0 0,0-1 0 0 0,-1 1 0 0 0,1-1-1 0 0,-1 0 1 0 0,8-3 0 0 0,-3 1-81 0 0,0-1 0 0 0,0 0 0 0 0,-1-1-1 0 0,0 0 1 0 0,1 0 0 0 0,-2-1 0 0 0,1 0 0 0 0,-1 0 0 0 0,0-1 0 0 0,0-1 0 0 0,-1 1 0 0 0,0-1 0 0 0,0 0 0 0 0,-1-1-1 0 0,9-15 1 0 0,-7 11-62 0 0,-1-1-1 0 0,-1 0 1 0 0,0-1 0 0 0,-1 0-1 0 0,-1 1 1 0 0,0-2-1 0 0,-1 1 1 0 0,-1 0-1 0 0,2-30 1 0 0,-1 18 131 0 0,3 27 232 0 0,2 15 154 0 0,5 16-229 0 0,-8-15-102 0 0,2 0 1 0 0,0 0-1 0 0,0-1 0 0 0,2 0 1 0 0,10 15-1 0 0,-16-27 11 0 0,-1 0 0 0 0,0-1 1 0 0,1 1-1 0 0,0 0 0 0 0,0-1 0 0 0,0 0 0 0 0,0 0 0 0 0,0 0 0 0 0,0 0 0 0 0,0 0 0 0 0,0 0 0 0 0,1-1 0 0 0,-1 0 0 0 0,1 0 1 0 0,-1 0-1 0 0,1 0 0 0 0,0 0 0 0 0,-1-1 0 0 0,1 1 0 0 0,0-1 0 0 0,-1 0 0 0 0,1 0 0 0 0,0-1 0 0 0,-1 1 0 0 0,1-1 1 0 0,0 1-1 0 0,-1-1 0 0 0,1 0 0 0 0,3-2 0 0 0,-1 0-6 0 0,0 0 1 0 0,-1-1-1 0 0,1 0 0 0 0,-1 0 1 0 0,0 0-1 0 0,0 0 1 0 0,0-1-1 0 0,-1 0 0 0 0,1 0 1 0 0,-1 0-1 0 0,0 0 1 0 0,-1-1-1 0 0,0 1 0 0 0,1-1 1 0 0,-2 0-1 0 0,4-8 1 0 0,1-5-15 0 0,-1 1 0 0 0,0-1 0 0 0,-2 0 1 0 0,3-25-1 0 0,-4 12-106 0 0,4-32-245 0 0,-6 60 166 0 0,0-1 0 0 0,0 0 0 0 0,1 0 1 0 0,-1 1-1 0 0,1-1 0 0 0,0 1 0 0 0,1 0 0 0 0,-1-1 1 0 0,1 1-1 0 0,3-4 0 0 0,1 2-1105 0 0,2 4-296 0 0</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6.427"/>
    </inkml:context>
    <inkml:brush xml:id="br0">
      <inkml:brushProperty name="width" value="0.1" units="cm"/>
      <inkml:brushProperty name="height" value="0.1" units="cm"/>
    </inkml:brush>
  </inkml:definitions>
  <inkml:trace contextRef="#ctx0" brushRef="#br0">1 317 5529 0 0,'1'1'110'0'0,"0"0"-1"0"0,-1 0 1 0 0,1-1-1 0 0,0 1 1 0 0,0 0-1 0 0,0-1 1 0 0,0 1-1 0 0,0-1 1 0 0,0 1-1 0 0,0-1 0 0 0,1 0 1 0 0,-1 1-1 0 0,0-1 1 0 0,0 0-1 0 0,0 0 1 0 0,0 0-1 0 0,0 0 1 0 0,1 0-1 0 0,-1 0 1 0 0,0 0-1 0 0,0 0 1 0 0,0 0-1 0 0,0-1 1 0 0,0 1-1 0 0,0 0 1 0 0,1-1-1 0 0,-1 1 1 0 0,1-1-1 0 0,0-1 332 0 0,1-1 0 0 0,-1 1 0 0 0,0-1 0 0 0,0 1 0 0 0,0-1 1 0 0,0 0-1 0 0,0 1 0 0 0,-1-1 0 0 0,2-4 0 0 0,3-6 446 0 0,0-1-1 0 0,-2 0 1 0 0,0 0 0 0 0,0 0 0 0 0,2-22 0 0 0,-4 16-493 0 0,0 0 1 0 0,-2 0-1 0 0,0 0 0 0 0,-1-1 1 0 0,-2 1-1 0 0,-5-24 1 0 0,8 42-378 0 0,0 1 0 0 0,0 0 0 0 0,0 0 0 0 0,-1 0 0 0 0,1 0 0 0 0,0-1 0 0 0,-1 1 0 0 0,1 0 0 0 0,-1 0 0 0 0,1 0 0 0 0,-1 0 0 0 0,0 0 0 0 0,1 0 0 0 0,-1 0 0 0 0,0 0 0 0 0,0 1 0 0 0,0-1 0 0 0,-1-1 0 0 0,1 2-8 0 0,1 0 0 0 0,-1 0 0 0 0,1 0 0 0 0,-1 0 0 0 0,0 0 0 0 0,1 0 0 0 0,-1 0 0 0 0,1 1 0 0 0,-1-1 0 0 0,1 0 0 0 0,-1 0 0 0 0,1 1 0 0 0,-1-1 0 0 0,1 0 0 0 0,-1 1 0 0 0,1-1 0 0 0,-1 0 0 0 0,1 1 0 0 0,0-1 0 0 0,-1 1 0 0 0,1-1 0 0 0,0 0 0 0 0,-1 1 1 0 0,1-1-1 0 0,-1 2 0 0 0,-2 4 33 0 0,0 0 0 0 0,0 0 0 0 0,1 1 0 0 0,-4 12 0 0 0,3-5-6 0 0,0 0 0 0 0,1 0-1 0 0,1 0 1 0 0,0 0 0 0 0,1 0 0 0 0,1 0 0 0 0,0 0 0 0 0,1 0 0 0 0,0-1 0 0 0,1 1 0 0 0,9 24 0 0 0,-9-31-27 0 0,0 0-1 0 0,0 0 1 0 0,1-1 0 0 0,0 1 0 0 0,1-1-1 0 0,-1 0 1 0 0,1 0 0 0 0,0 0 0 0 0,0-1-1 0 0,1 0 1 0 0,0 0 0 0 0,0 0 0 0 0,0-1 0 0 0,0 0-1 0 0,1 0 1 0 0,0 0 0 0 0,0-1 0 0 0,0 0-1 0 0,0-1 1 0 0,0 1 0 0 0,0-1 0 0 0,1-1-1 0 0,9 2 1 0 0,20-2-1352 0 0,-20-3-60 0 0</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6.965"/>
    </inkml:context>
    <inkml:brush xml:id="br0">
      <inkml:brushProperty name="width" value="0.1" units="cm"/>
      <inkml:brushProperty name="height" value="0.1" units="cm"/>
    </inkml:brush>
  </inkml:definitions>
  <inkml:trace contextRef="#ctx0" brushRef="#br0">69 0 15667 0 0,'-3'2'230'0'0,"-3"0"393"0"0,0 0 0 0 0,0 1 0 0 0,0 0 0 0 0,1 0 0 0 0,-10 7 0 0 0,13-7-556 0 0,0-1 0 0 0,0 0 1 0 0,1 1-1 0 0,-1-1 1 0 0,0 1-1 0 0,1 0 0 0 0,0-1 1 0 0,0 1-1 0 0,-1 0 1 0 0,1 0-1 0 0,1 0 1 0 0,-1 0-1 0 0,0 0 0 0 0,0 6 1 0 0,0 5-76 0 0,1-1 0 0 0,0 1 0 0 0,1 0 0 0 0,0 0 0 0 0,1 0 0 0 0,0-1 0 0 0,1 1 0 0 0,1-1 0 0 0,0 0 0 0 0,7 14 0 0 0,-8-20 2 0 0,0 0 0 0 0,1 0 0 0 0,-1-1 0 0 0,2 1 0 0 0,-1-1 0 0 0,1 0-1 0 0,0 0 1 0 0,0-1 0 0 0,0 1 0 0 0,1-1 0 0 0,0-1 0 0 0,0 1 0 0 0,0-1 0 0 0,0 0 0 0 0,1 0 0 0 0,0 0 0 0 0,0-1 0 0 0,0 0-1 0 0,14 3 1 0 0,-18-5 17 0 0,0-1 0 0 0,0 0 0 0 0,0 0 0 0 0,-1 1-1 0 0,1-2 1 0 0,0 1 0 0 0,0 0 0 0 0,0-1-1 0 0,0 1 1 0 0,-1-1 0 0 0,1 0 0 0 0,0 0 0 0 0,-1 0-1 0 0,1 0 1 0 0,-1 0 0 0 0,1-1 0 0 0,2-1-1 0 0,0-1 44 0 0,0 0 0 0 0,-1 0-1 0 0,0-1 1 0 0,0 1-1 0 0,0-1 1 0 0,-1 0 0 0 0,7-9-1 0 0,-3-1 54 0 0,-1 1-1 0 0,0-1 1 0 0,0 0-1 0 0,-2 0 1 0 0,5-23-1 0 0,1-55 662 0 0,-6 97-641 0 0,1-1 0 0 0,-1 1 1 0 0,-1 0-1 0 0,1 0 0 0 0,4 6 0 0 0,11 15 214 0 0,2-1 0 0 0,1-1 0 0 0,33 28 0 0 0,-39-39-722 0 0,1 0 1 0 0,21 11 0 0 0,-25-16-1341 0 0,0-1 1 0 0,1-1-1 0 0,24 7 0 0 0,-16-7-5414 0 0</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7.251"/>
    </inkml:context>
    <inkml:brush xml:id="br0">
      <inkml:brushProperty name="width" value="0.1" units="cm"/>
      <inkml:brushProperty name="height" value="0.1" units="cm"/>
    </inkml:brush>
  </inkml:definitions>
  <inkml:trace contextRef="#ctx0" brushRef="#br0">34 17 13363 0 0,'0'-1'203'0'0,"-1"0"1"0"0,1 0-1 0 0,-1 0 1 0 0,1 0-1 0 0,-1 0 1 0 0,1 0-1 0 0,-1 0 1 0 0,0 0 0 0 0,1 0-1 0 0,-1 0 1 0 0,0 1-1 0 0,0-1 1 0 0,0 0-1 0 0,0 0 1 0 0,1 1-1 0 0,-1-1 1 0 0,0 1-1 0 0,-2-2 1 0 0,3 3-93 0 0,-1-1 0 0 0,1 0 0 0 0,-1 0 0 0 0,1 0 0 0 0,-1 0 0 0 0,1 0 0 0 0,-1 1 0 0 0,1-1 0 0 0,-1 0 0 0 0,1 0 0 0 0,-1 1 0 0 0,1-1 0 0 0,0 0 0 0 0,-1 1 0 0 0,1-1 0 0 0,-1 0 0 0 0,1 1 0 0 0,0-1 1 0 0,-1 1-1 0 0,1-1 0 0 0,0 1 0 0 0,0-1 0 0 0,-1 0 0 0 0,1 1 0 0 0,0-1 0 0 0,0 2 0 0 0,-2 2 102 0 0,0 1 0 0 0,1 0 0 0 0,0 0 0 0 0,0 0 0 0 0,0 0 0 0 0,1 0 1 0 0,0 6-1 0 0,0-4-194 0 0,1 0 1 0 0,0 0 0 0 0,0-1-1 0 0,1 1 1 0 0,0-1 0 0 0,0 0-1 0 0,1 1 1 0 0,-1-1 0 0 0,1 0-1 0 0,1 0 1 0 0,-1 0-1 0 0,1-1 1 0 0,0 1 0 0 0,6 5-1 0 0,4 3 88 0 0,2 0-1 0 0,0-1 0 0 0,22 15 0 0 0,-22-18-58 0 0,-1 1 0 0 0,0 1 1 0 0,0 1-1 0 0,14 16 0 0 0,-27-27-48 0 0,0 0 1 0 0,-1 0-1 0 0,1 0 0 0 0,-1 0 1 0 0,1 1-1 0 0,-1-1 0 0 0,0 0 1 0 0,0 1-1 0 0,0-1 0 0 0,0 1 1 0 0,0-1-1 0 0,-1 1 0 0 0,1-1 1 0 0,-1 1-1 0 0,0 0 0 0 0,1-1 1 0 0,-1 1-1 0 0,0 0 1 0 0,-1-1-1 0 0,1 1 0 0 0,-1 3 1 0 0,-1-2-1 0 0,1 0 1 0 0,-1 0-1 0 0,0-1 1 0 0,0 1 0 0 0,-1-1-1 0 0,1 1 1 0 0,-1-1-1 0 0,0 0 1 0 0,0 0-1 0 0,0 0 1 0 0,0 0 0 0 0,-5 3-1 0 0,-5 2-11 0 0,0 0 0 0 0,-1-1 0 0 0,0 0 0 0 0,0-1 0 0 0,0-1 1 0 0,-21 6-1 0 0,15-7-315 0 0,-1 1-135 0 0</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7.567"/>
    </inkml:context>
    <inkml:brush xml:id="br0">
      <inkml:brushProperty name="width" value="0.1" units="cm"/>
      <inkml:brushProperty name="height" value="0.1" units="cm"/>
    </inkml:brush>
  </inkml:definitions>
  <inkml:trace contextRef="#ctx0" brushRef="#br0">0 302 2304 0 0,'13'-3'883'0'0,"-1"0"-1"0"0,0-1 0 0 0,0-1 0 0 0,0 0 0 0 0,0 0 0 0 0,-1-1 0 0 0,0-1 0 0 0,0 0 0 0 0,-1-1 0 0 0,1 0 0 0 0,-2 0 0 0 0,12-13 0 0 0,-14 13-96 0 0,0 0-1 0 0,-1-1 0 0 0,0 0 0 0 0,0 0 1 0 0,-1 0-1 0 0,-1 0 0 0 0,1-1 1 0 0,3-14-1 0 0,-5 16-595 0 0,-2-1 1 0 0,1 1-1 0 0,-1-1 1 0 0,0 0 0 0 0,-1 1-1 0 0,-1-14 1 0 0,1 20-175 0 0,0 0 0 0 0,0 0 0 0 0,0 1 0 0 0,0-1 0 0 0,0 0 0 0 0,0 1 0 0 0,-1-1 0 0 0,1 0 0 0 0,-1 1 0 0 0,1-1 0 0 0,-1 0 0 0 0,1 1 0 0 0,-1-1 0 0 0,0 1 0 0 0,0 0 0 0 0,0-1 0 0 0,0 1 0 0 0,0-1 0 0 0,0 1 0 0 0,0 0 0 0 0,-1 0 0 0 0,1 0 0 0 0,0 0 0 0 0,-1 0 0 0 0,1 0 0 0 0,-1 0 0 0 0,1 0 0 0 0,-1 0 0 0 0,1 1 0 0 0,-1-1 0 0 0,1 1 0 0 0,-1-1 0 0 0,0 1 0 0 0,-2-1 0 0 0,1 1-8 0 0,0 1 1 0 0,-1 0-1 0 0,1-1 0 0 0,-1 1 1 0 0,1 0-1 0 0,0 0 0 0 0,0 1 0 0 0,0-1 1 0 0,-1 1-1 0 0,2 0 0 0 0,-1-1 1 0 0,0 1-1 0 0,0 1 0 0 0,0-1 1 0 0,1 0-1 0 0,-4 4 0 0 0,-5 7 36 0 0,0 0-1 0 0,1 1 1 0 0,1 1 0 0 0,0-1-1 0 0,1 1 1 0 0,-11 30 0 0 0,14-32 6 0 0,0 0-1 0 0,1 0 1 0 0,1 1 0 0 0,1 0 0 0 0,0-1 0 0 0,0 1 0 0 0,1 0 0 0 0,2 26 0 0 0,0-36-30 0 0,0 0 0 0 0,-1 0 0 0 0,1 0-1 0 0,1 0 1 0 0,-1 0 0 0 0,1 0 0 0 0,-1 0 0 0 0,1 0 0 0 0,0 0 0 0 0,0-1-1 0 0,1 1 1 0 0,-1-1 0 0 0,1 0 0 0 0,0 0 0 0 0,-1 0 0 0 0,2 0-1 0 0,-1 0 1 0 0,0 0 0 0 0,0-1 0 0 0,1 0 0 0 0,-1 1 0 0 0,1-1 0 0 0,4 1-1 0 0,-3-1-864 0 0,-1-1 0 0 0,1 0-1 0 0,-1 0 1 0 0,1 0 0 0 0,0 0-1 0 0,-1-1 1 0 0,10 0-1 0 0,11-2-6614 0 0</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7.965"/>
    </inkml:context>
    <inkml:brush xml:id="br0">
      <inkml:brushProperty name="width" value="0.1" units="cm"/>
      <inkml:brushProperty name="height" value="0.1" units="cm"/>
    </inkml:brush>
  </inkml:definitions>
  <inkml:trace contextRef="#ctx0" brushRef="#br0">28 1 11979 0 0,'-1'0'213'0'0,"0"0"1"0"0,0-1-1 0 0,-1 1 1 0 0,1 1-1 0 0,0-1 1 0 0,0 0 0 0 0,0 0-1 0 0,0 0 1 0 0,0 0-1 0 0,0 1 1 0 0,0-1 0 0 0,-1 0-1 0 0,1 1 1 0 0,0-1-1 0 0,0 1 1 0 0,0 0 0 0 0,1-1-1 0 0,-1 1 1 0 0,0 0-1 0 0,0-1 1 0 0,0 1-1 0 0,0 0 1 0 0,0 1 0 0 0,0 0 77 0 0,0 0 0 0 0,1-1-1 0 0,0 1 1 0 0,0 0 0 0 0,-1 0 0 0 0,1-1 0 0 0,0 1 0 0 0,0 0 0 0 0,0 0 0 0 0,1-1 0 0 0,-1 1 0 0 0,0 0 0 0 0,1 0 0 0 0,0 2 0 0 0,81 347 2999 0 0,-65-264-2940 0 0,24 64-122 0 0,4 19-1517 0 0,-44-154 630 0 0</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8.171"/>
    </inkml:context>
    <inkml:brush xml:id="br0">
      <inkml:brushProperty name="width" value="0.1" units="cm"/>
      <inkml:brushProperty name="height" value="0.1" units="cm"/>
    </inkml:brush>
  </inkml:definitions>
  <inkml:trace contextRef="#ctx0" brushRef="#br0">1 203 11522 0 0,'113'-54'4758'0'0,"89"-28"-4772"0"0,-164 68 99 0 0,6-1-1679 0 0,64-15 0 0 0,-95 28 1438 0 0,0-1 0 0 0,0 2 0 0 0,0 0 1 0 0,1 1-1 0 0,-1 0 0 0 0,0 1 0 0 0,0 0 1 0 0,0 1-1 0 0,22 6 0 0 0,-6 3 250 0 0</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8.505"/>
    </inkml:context>
    <inkml:brush xml:id="br0">
      <inkml:brushProperty name="width" value="0.1" units="cm"/>
      <inkml:brushProperty name="height" value="0.1" units="cm"/>
    </inkml:brush>
  </inkml:definitions>
  <inkml:trace contextRef="#ctx0" brushRef="#br0">1 101 11522 0 0,'3'-2'353'0'0,"-1"1"0"0"0,1-1-1 0 0,0 1 1 0 0,0 0-1 0 0,0 0 1 0 0,0 0 0 0 0,0 0-1 0 0,0 1 1 0 0,0-1-1 0 0,0 1 1 0 0,0-1 0 0 0,0 1-1 0 0,0 0 1 0 0,0 1-1 0 0,0-1 1 0 0,0 0 0 0 0,0 1-1 0 0,0 0 1 0 0,5 1-1 0 0,-1 0-74 0 0,1 0 0 0 0,0 1 0 0 0,-1 0-1 0 0,1 0 1 0 0,-1 1 0 0 0,0 0 0 0 0,8 5-1 0 0,-7-1-152 0 0,0-1 0 0 0,-1 1-1 0 0,0 0 1 0 0,-1 1 0 0 0,1 0-1 0 0,-1 0 1 0 0,-1 0 0 0 0,0 0-1 0 0,4 13 1 0 0,-6-16-118 0 0,0 0 1 0 0,-1 1-1 0 0,0-1 1 0 0,0 1-1 0 0,-1 0 1 0 0,0 0-1 0 0,0-1 0 0 0,-1 1 1 0 0,0 0-1 0 0,0 0 1 0 0,0 0-1 0 0,-1 0 1 0 0,0-1-1 0 0,0 1 1 0 0,-3 8-1 0 0,4-14 9 0 0,-1 0-1 0 0,1 0 1 0 0,0 0 0 0 0,0 0-1 0 0,-1-1 1 0 0,1 1-1 0 0,-1 0 1 0 0,1 0 0 0 0,-1-1-1 0 0,1 1 1 0 0,-1 0-1 0 0,1-1 1 0 0,-1 1 0 0 0,1 0-1 0 0,-1-1 1 0 0,0 1-1 0 0,1-1 1 0 0,-1 1 0 0 0,0-1-1 0 0,0 1 1 0 0,1-1 0 0 0,-1 0-1 0 0,-1 1 1 0 0,1-1 5 0 0,1 0 1 0 0,-1-1-1 0 0,0 1 0 0 0,0 0 1 0 0,1 0-1 0 0,-1-1 1 0 0,0 1-1 0 0,1 0 1 0 0,-1-1-1 0 0,1 1 0 0 0,-1-1 1 0 0,0 1-1 0 0,1-1 1 0 0,-1 1-1 0 0,1-1 1 0 0,-1 0-1 0 0,1 1 0 0 0,0-1 1 0 0,-1 1-1 0 0,0-2 1 0 0,-1-3 40 0 0,-1 0 0 0 0,1 0 0 0 0,0-1 0 0 0,0 1 1 0 0,-1-10-1 0 0,0-3-98 0 0,2-1 1 0 0,0 1-1 0 0,1-1 0 0 0,1 1 1 0 0,1 0-1 0 0,0-1 1 0 0,8-26-1 0 0,-6 31-542 0 0,1 0 1 0 0,0 0-1 0 0,1 0 0 0 0,1 1 0 0 0,15-24 0 0 0,-6 15-6555 0 0</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9.285"/>
    </inkml:context>
    <inkml:brush xml:id="br0">
      <inkml:brushProperty name="width" value="0.1" units="cm"/>
      <inkml:brushProperty name="height" value="0.1" units="cm"/>
    </inkml:brush>
  </inkml:definitions>
  <inkml:trace contextRef="#ctx0" brushRef="#br0">160 12 4609 0 0,'-5'-3'1212'0'0,"-1"1"-1"0"0,0 0 1 0 0,0 1 0 0 0,0 0 0 0 0,0 0-1 0 0,0 0 1 0 0,-11 0 0 0 0,14 2-1020 0 0,0-1-1 0 0,1 1 1 0 0,-1 0 0 0 0,0 0 0 0 0,1 0 0 0 0,0 1-1 0 0,-1-1 1 0 0,1 1 0 0 0,0-1 0 0 0,-1 1 0 0 0,1 0-1 0 0,0-1 1 0 0,0 1 0 0 0,0 0 0 0 0,1 0 0 0 0,-1 1-1 0 0,0-1 1 0 0,1 0 0 0 0,0 1 0 0 0,-2 2 0 0 0,-6 11 231 0 0,1 1 1 0 0,1 0 0 0 0,0 0-1 0 0,1 0 1 0 0,-5 28-1 0 0,8-34-379 0 0,2 0-1 0 0,-1 0 0 0 0,1 0 1 0 0,1 0-1 0 0,0 1 0 0 0,1-1 0 0 0,0 0 1 0 0,0 0-1 0 0,1 0 0 0 0,4 13 1 0 0,-5-22-67 0 0,-1 0 0 0 0,1 0 1 0 0,0 1-1 0 0,0-1 0 0 0,0 0 1 0 0,0 0-1 0 0,1 0 0 0 0,-1 0 1 0 0,0 0-1 0 0,1 0 0 0 0,-1-1 1 0 0,1 1-1 0 0,0 0 0 0 0,-1-1 0 0 0,1 1 1 0 0,0-1-1 0 0,0 0 0 0 0,0 1 1 0 0,0-1-1 0 0,0 0 0 0 0,1 0 1 0 0,-1 0-1 0 0,0-1 0 0 0,0 1 1 0 0,1 0-1 0 0,3 0 0 0 0,-3-2-26 0 0,1 1 0 0 0,-1-1 0 0 0,1 1 0 0 0,0-1-1 0 0,-1 0 1 0 0,1 0 0 0 0,-1-1 0 0 0,0 1 0 0 0,0-1 0 0 0,1 0-1 0 0,-1 0 1 0 0,0 0 0 0 0,0 0 0 0 0,0 0 0 0 0,-1 0-1 0 0,4-5 1 0 0,7-7 153 0 0,-1-1-1 0 0,0-1 0 0 0,-2 0 1 0 0,16-29-1 0 0,18-28 863 0 0,-44 72-951 0 0,0 0-1 0 0,1 0 1 0 0,-1 0-1 0 0,1 1 0 0 0,-1-1 1 0 0,1 0-1 0 0,-1 1 1 0 0,1-1-1 0 0,0 0 1 0 0,-1 1-1 0 0,1-1 0 0 0,0 1 1 0 0,0-1-1 0 0,-1 1 1 0 0,1-1-1 0 0,0 1 1 0 0,0-1-1 0 0,0 1 0 0 0,-1 0 1 0 0,1 0-1 0 0,0-1 1 0 0,0 1-1 0 0,0 0 0 0 0,0 0 1 0 0,0 0-1 0 0,0 0 1 0 0,0 0-1 0 0,-1 0 1 0 0,1 0-1 0 0,0 0 0 0 0,0 0 1 0 0,0 1-1 0 0,0-1 1 0 0,0 0-1 0 0,0 0 1 0 0,-1 1-1 0 0,1-1 0 0 0,0 1 1 0 0,0-1-1 0 0,-1 0 1 0 0,1 1-1 0 0,0 0 1 0 0,0-1-1 0 0,-1 1 0 0 0,1-1 1 0 0,-1 1-1 0 0,1 0 1 0 0,0 0-1 0 0,-1-1 1 0 0,1 1-1 0 0,-1 0 0 0 0,0 0 1 0 0,1-1-1 0 0,-1 1 1 0 0,1 2-1 0 0,4 7 63 0 0,0 1 0 0 0,0 0 0 0 0,3 16-1 0 0,-4-16-52 0 0,3 10-16 0 0,-4-10-7 0 0,0 1-1 0 0,1-1 0 0 0,1 0 1 0 0,0 0-1 0 0,1 0 0 0 0,-1-1 1 0 0,14 17-1 0 0,-19-27-1 0 0,1 0 0 0 0,-1 1 0 0 0,0-1 0 0 0,0 0 0 0 0,0 0 0 0 0,0 0 0 0 0,1 0 0 0 0,-1 0 0 0 0,0 0 0 0 0,0 1 0 0 0,1-1 0 0 0,-1 0 0 0 0,0 0 0 0 0,0 0 0 0 0,0 0 0 0 0,1 0 1 0 0,-1 0-1 0 0,0 0 0 0 0,0 0 0 0 0,1 0 0 0 0,-1 0 0 0 0,0 0 0 0 0,0 0 0 0 0,1 0 0 0 0,-1 0 0 0 0,0-1 0 0 0,0 1 0 0 0,0 0 0 0 0,1 0 0 0 0,-1 0 0 0 0,0 0 0 0 0,0 0 0 0 0,0 0 0 0 0,1 0 0 0 0,-1-1 0 0 0,0 1 0 0 0,0 0 0 0 0,0 0 0 0 0,1-1 0 0 0,7-12-90 0 0,4-20-116 0 0,-10 28 174 0 0,7-24-189 0 0,19-47 210 0 0,-25 70 78 0 0,0 1 0 0 0,0-1-1 0 0,0 0 1 0 0,1 1 0 0 0,0 0-1 0 0,0 0 1 0 0,0 0 0 0 0,1 0-1 0 0,8-6 1 0 0,-11 10-49 0 0,0 0-1 0 0,-1 0 1 0 0,1 0 0 0 0,0 0-1 0 0,0 0 1 0 0,0 0 0 0 0,0 1-1 0 0,0-1 1 0 0,1 1-1 0 0,-1 0 1 0 0,0 0 0 0 0,0 0-1 0 0,0 0 1 0 0,0 0 0 0 0,0 0-1 0 0,0 0 1 0 0,0 0-1 0 0,1 1 1 0 0,-1-1 0 0 0,0 1-1 0 0,0 0 1 0 0,0 0 0 0 0,-1 0-1 0 0,1 0 1 0 0,0 0-1 0 0,0 0 1 0 0,0 0 0 0 0,-1 0-1 0 0,1 1 1 0 0,0-1 0 0 0,-1 1-1 0 0,1-1 1 0 0,-1 1 0 0 0,2 3-1 0 0,6 6 131 0 0,-1 0-1 0 0,0 0 1 0 0,11 26-1 0 0,-18-34-143 0 0,4-4-8 0 0,3-11-8 0 0,5-15-23 0 0,-12 25 30 0 0,4-12-2 0 0,-2 6 8 0 0,0 1-1 0 0,1-1 1 0 0,-1 1 0 0 0,1-1-1 0 0,1 1 1 0 0,-1 1 0 0 0,1-1-1 0 0,0 0 1 0 0,1 1-1 0 0,6-6 1 0 0,-11 11 5 0 0,0 1 1 0 0,1 0-1 0 0,-1-1 0 0 0,0 1 1 0 0,0-1-1 0 0,0 1 0 0 0,1 0 1 0 0,-1 0-1 0 0,0 0 0 0 0,0 0 0 0 0,0 0 1 0 0,1 0-1 0 0,-1 0 0 0 0,0 0 1 0 0,0 0-1 0 0,1 1 0 0 0,-1-1 1 0 0,0 0-1 0 0,0 1 0 0 0,0-1 1 0 0,0 1-1 0 0,0 0 0 0 0,0-1 1 0 0,1 1-1 0 0,-1 0 0 0 0,-1-1 0 0 0,1 1 1 0 0,0 0-1 0 0,0 0 0 0 0,0 0 1 0 0,1 1-1 0 0,29 39 260 0 0,-20-24-212 0 0,-7-12-408 0 0,0 0 0 0 0,1-1 0 0 0,0 1 0 0 0,10 7 0 0 0,-12-10-123 0 0,0 0 1 0 0,1 0-1 0 0,-1-1 0 0 0,0 1 0 0 0,1-1 0 0 0,-1 0 1 0 0,1 0-1 0 0,0 0 0 0 0,-1 0 0 0 0,6 0 0 0 0</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09.681"/>
    </inkml:context>
    <inkml:brush xml:id="br0">
      <inkml:brushProperty name="width" value="0.1" units="cm"/>
      <inkml:brushProperty name="height" value="0.1" units="cm"/>
    </inkml:brush>
  </inkml:definitions>
  <inkml:trace contextRef="#ctx0" brushRef="#br0">193 1 5985 0 0,'-10'0'-328'0'0,"7"0"1288"0"0,0 0 1 0 0,0 0-1 0 0,0 0 1 0 0,0 0-1 0 0,0 0 1 0 0,1 1-1 0 0,-1-1 1 0 0,0 1-1 0 0,0 0 1 0 0,-9 7 2860 0 0,11-7-3413 0 0,1 0 1 0 0,-1 0-1 0 0,0 0 1 0 0,1 0-1 0 0,-1 0 1 0 0,1 0 0 0 0,-1 1-1 0 0,-3 18-830 0 0,1 6 707 0 0,2-1 0 0 0,1 1 1 0 0,1-1-1 0 0,6 36 0 0 0,28 98-424 0 0,-31-143 192 0 0,-3-11-52 0 0,0 0 1 0 0,0 0-1 0 0,0 0 1 0 0,0 0-1 0 0,-1 0 0 0 0,0 0 1 0 0,0 0-1 0 0,0 0 1 0 0,-1 0-1 0 0,1 0 0 0 0,-1 0 1 0 0,-1 0-1 0 0,1 0 1 0 0,0 0-1 0 0,-1 0 0 0 0,-3 5 1 0 0,3-7 2 0 0,0-1 1 0 0,-1 1 0 0 0,1 0-1 0 0,-1-1 1 0 0,0 1 0 0 0,1-1-1 0 0,-1 0 1 0 0,0 0 0 0 0,0 0 0 0 0,-1 0-1 0 0,1-1 1 0 0,0 1 0 0 0,-1-1-1 0 0,1 0 1 0 0,-1 0 0 0 0,1 0-1 0 0,-1 0 1 0 0,1-1 0 0 0,-1 1-1 0 0,1-1 1 0 0,-1 0 0 0 0,0 0-1 0 0,-4-1 1 0 0,-1 1-342 0 0,0-1 0 0 0,0-1 1 0 0,0 1-1 0 0,0-1 0 0 0,0-1 0 0 0,1 0 0 0 0,-1 0 0 0 0,-8-5 1 0 0</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10.188"/>
    </inkml:context>
    <inkml:brush xml:id="br0">
      <inkml:brushProperty name="width" value="0.1" units="cm"/>
      <inkml:brushProperty name="height" value="0.1" units="cm"/>
    </inkml:brush>
  </inkml:definitions>
  <inkml:trace contextRef="#ctx0" brushRef="#br0">9 1 11979 0 0,'-1'1'439'0'0,"0"1"0"0"0,0 0 0 0 0,0 0 1 0 0,0 0-1 0 0,1 0 0 0 0,-1 0 0 0 0,0 0 1 0 0,1 0-1 0 0,-1 0 0 0 0,1 0 1 0 0,0 0-1 0 0,0 0 0 0 0,0 0 0 0 0,0 0 1 0 0,0 4-1 0 0,7 37 1680 0 0,-5-32-1320 0 0,8 39-520 0 0,3 0 0 0 0,3-1 1 0 0,36 81-1 0 0,-51-120-3115 0 0</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10.362"/>
    </inkml:context>
    <inkml:brush xml:id="br0">
      <inkml:brushProperty name="width" value="0.1" units="cm"/>
      <inkml:brushProperty name="height" value="0.1" units="cm"/>
    </inkml:brush>
  </inkml:definitions>
  <inkml:trace contextRef="#ctx0" brushRef="#br0">3 90 7370 0 0,'-1'-7'1066'0'0,"0"0"1"0"0,1 0-1 0 0,-1 0 1 0 0,2 0-1 0 0,-1 0 1 0 0,1 0-1 0 0,0 0 1 0 0,1 0-1 0 0,-1 1 1 0 0,4-10-1 0 0,-4 16-1066 0 0,-1-1 0 0 0,0 1 0 0 0,0 0 0 0 0,0 0 0 0 0,0-1 0 0 0,1 1-1 0 0,-1 0 1 0 0,0 0 0 0 0,0-1 0 0 0,1 1 0 0 0,-1 0 0 0 0,0 0 0 0 0,0 0-1 0 0,1-1 1 0 0,-1 1 0 0 0,0 0 0 0 0,0 0 0 0 0,1 0 0 0 0,-1 0-1 0 0,0 0 1 0 0,1 0 0 0 0,-1 0 0 0 0,0 0 0 0 0,1-1 0 0 0,-1 1 0 0 0,0 0-1 0 0,1 0 1 0 0,-1 0 0 0 0,0 1 0 0 0,0-1 0 0 0,1 0 0 0 0,-1 0 0 0 0,0 0-1 0 0,1 0 1 0 0,-1 0 0 0 0,13 10-1092 0 0,4 14-2352 0 0,-7-4 1083 0 0,0 2-28 0 0</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10.942"/>
    </inkml:context>
    <inkml:brush xml:id="br0">
      <inkml:brushProperty name="width" value="0.1" units="cm"/>
      <inkml:brushProperty name="height" value="0.1" units="cm"/>
    </inkml:brush>
  </inkml:definitions>
  <inkml:trace contextRef="#ctx0" brushRef="#br0">1 1 1840 0 0,'33'17'7355'0'0,"-26"-14"-5789"0"0,0 0 0 0 0,0 0 1 0 0,0 1-1 0 0,11 8 0 0 0,-4 1-517 0 0,-1 0-1 0 0,0 1 0 0 0,0 0 1 0 0,12 21-1 0 0,-18-25-926 0 0,-1 0 0 0 0,0 0 1 0 0,-1 1-1 0 0,0 0 0 0 0,-1 0 0 0 0,0 0 0 0 0,4 23 0 0 0,-7-33-125 0 0,-1 0 0 0 0,0 0 0 0 0,0 0 0 0 0,0 1 0 0 0,1-1 0 0 0,-1 0 0 0 0,0 0 0 0 0,0 0 0 0 0,0 0 0 0 0,-1 0 0 0 0,1 0 0 0 0,0 0 0 0 0,0 0 0 0 0,0 0 0 0 0,-1 0 0 0 0,1 0 0 0 0,-1 0 0 0 0,1 0 0 0 0,-2 2 0 0 0,2-4-13 0 0,-1 1 0 0 0,1-1 0 0 0,-1 0 0 0 0,1 1 0 0 0,0-1 0 0 0,-1 0 0 0 0,1 1 0 0 0,0-1 0 0 0,-1 0 0 0 0,1 0 0 0 0,0 1 0 0 0,0-1 0 0 0,0 0 1 0 0,0 1-1 0 0,0-1 0 0 0,0 0 0 0 0,0 0 0 0 0,0 1 0 0 0,0-1 0 0 0,0 0 0 0 0,0 0 0 0 0,0 1 0 0 0,0-1 0 0 0,1 0 0 0 0,-1 0 0 0 0,0 1 0 0 0,1-2 0 0 0,1-10-178 0 0,2 0-1 0 0,-1 0 1 0 0,1 0-1 0 0,11-20 1 0 0,-12 25 243 0 0,1 1 0 0 0,-1 0-1 0 0,1 0 1 0 0,1 0 0 0 0,-1 0 0 0 0,1 1 0 0 0,0 0-1 0 0,0 0 1 0 0,11-8 0 0 0,-14 12-17 0 0,0 0-1 0 0,0 1 1 0 0,-1-1-1 0 0,1 1 1 0 0,0 0-1 0 0,0-1 1 0 0,-1 1-1 0 0,1 0 0 0 0,0 0 1 0 0,0 0-1 0 0,0 0 1 0 0,0 1-1 0 0,-1-1 1 0 0,1 0-1 0 0,0 1 1 0 0,0-1-1 0 0,-1 1 1 0 0,1 0-1 0 0,0-1 1 0 0,-1 1-1 0 0,1 0 1 0 0,-1 0-1 0 0,1 0 1 0 0,-1 0-1 0 0,1 0 1 0 0,-1 1-1 0 0,0-1 1 0 0,1 0-1 0 0,-1 1 1 0 0,1 1-1 0 0,7 8 99 0 0,0 0 1 0 0,13 23-1 0 0,-16-24-111 0 0,27 65-134 0 0,-15-109-749 0 0,-8 12 641 0 0,-1 3 104 0 0,1 1-1 0 0,15-23 1 0 0,-23 37 151 0 0,1 0 1 0 0,-1 1-1 0 0,1-1 0 0 0,0 1 1 0 0,0 0-1 0 0,0 0 1 0 0,1 0-1 0 0,-1 1 1 0 0,1-1-1 0 0,0 1 0 0 0,-1 0 1 0 0,1 0-1 0 0,0 0 1 0 0,0 0-1 0 0,0 1 1 0 0,1-1-1 0 0,3 0 1 0 0,-6 2 3 0 0,0 1 1 0 0,0-1 0 0 0,0 0-1 0 0,0 1 1 0 0,0 0 0 0 0,-1-1-1 0 0,1 1 1 0 0,0 0 0 0 0,-1 0-1 0 0,1 0 1 0 0,0 0 0 0 0,-1 0-1 0 0,1 0 1 0 0,-1 0 0 0 0,1 0-1 0 0,-1 1 1 0 0,0-1 0 0 0,0 0-1 0 0,1 1 1 0 0,-1 0 0 0 0,0-1-1 0 0,0 1 1 0 0,0-1 0 0 0,1 4-1 0 0,19 49 395 0 0,-18-45-357 0 0,2 6-161 0 0,0 0 0 0 0,1-1 0 0 0,0 0-1 0 0,1 0 1 0 0,1 0 0 0 0,0-1 0 0 0,11 13 0 0 0,-18-25-289 0 0,1 0-225 0 0</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11.197"/>
    </inkml:context>
    <inkml:brush xml:id="br0">
      <inkml:brushProperty name="width" value="0.1" units="cm"/>
      <inkml:brushProperty name="height" value="0.1" units="cm"/>
    </inkml:brush>
  </inkml:definitions>
  <inkml:trace contextRef="#ctx0" brushRef="#br0">1 1 4609 0 0,'0'-1'15114'0'0,"9"25"-13705"0"0,-2 1-1 0 0,6 30 1 0 0,8 113 370 0 0,-1-10-1846 0 0,-18-145-124 0 0,6 21-1133 0 0,-8-34 1291 0 0,0 0-1 0 0,0 0 0 0 0,0 0 0 0 0,0 0 0 0 0,0 0 1 0 0,1 0-1 0 0,-1 1 0 0 0,0-1 0 0 0,0 0 0 0 0,0 0 0 0 0,0 0 1 0 0,0 0-1 0 0,0 0 0 0 0,0 0 0 0 0,0 0 0 0 0,1 0 0 0 0,-1 0 1 0 0,0 0-1 0 0,0 0 0 0 0,0 0 0 0 0,0 0 0 0 0,0 0 1 0 0,0 0-1 0 0,0 0 0 0 0,1 0 0 0 0,-1 0 0 0 0,0 0 0 0 0,0 0 1 0 0,0 0-1 0 0,0 0 0 0 0,0 0 0 0 0,0 0 0 0 0,0 0 0 0 0,0-1 1 0 0,1 1-1 0 0,-1 0 0 0 0,0 0 0 0 0,0 0 0 0 0,0 0 0 0 0,0 0 1 0 0,0 0-1 0 0,0 0 0 0 0,0 0 0 0 0,0 0 0 0 0,0-1 1 0 0,0 1-1 0 0,0 0 0 0 0,0 0 0 0 0,0 0 0 0 0,0 0 0 0 0,1 0 1 0 0,-1 0-1 0 0,0 0 0 0 0,0 0 0 0 0,0-1 0 0 0,0 1 0 0 0,0 0 1 0 0,0 0-1 0 0,0 0 0 0 0,0 0 0 0 0,-1 0 0 0 0,1 0 1 0 0,0 0-1 0 0,0-1 0 0 0,0 1 0 0 0,0 0 0 0 0,0 0 0 0 0,0 0 1 0 0,0 0-1 0 0,2-10-2830 0 0</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11.356"/>
    </inkml:context>
    <inkml:brush xml:id="br0">
      <inkml:brushProperty name="width" value="0.1" units="cm"/>
      <inkml:brushProperty name="height" value="0.1" units="cm"/>
    </inkml:brush>
  </inkml:definitions>
  <inkml:trace contextRef="#ctx0" brushRef="#br0">0 342 2304 0 0,'7'-147'7766'0'0,"-5"128"-6655"0"0,1 1-1 0 0,1-1 1 0 0,1 0-1 0 0,0 1 0 0 0,14-29 1 0 0,-18 44-938 0 0,1-1-1 0 0,-1 1 1 0 0,1 0 0 0 0,0-1 0 0 0,1 1-1 0 0,-1 0 1 0 0,0 0 0 0 0,1 1 0 0 0,0-1-1 0 0,-1 0 1 0 0,1 1 0 0 0,0 0 0 0 0,0-1-1 0 0,1 1 1 0 0,-1 1 0 0 0,0-1 0 0 0,1 0-1 0 0,-1 1 1 0 0,1 0 0 0 0,0-1 0 0 0,-1 1-1 0 0,1 1 1 0 0,5-2 0 0 0,-5 2-90 0 0,0 1 1 0 0,0-1-1 0 0,0 1 1 0 0,1 0-1 0 0,-1 0 0 0 0,-1 0 1 0 0,1 1-1 0 0,0-1 1 0 0,0 1-1 0 0,0 0 1 0 0,-1 0-1 0 0,1 0 0 0 0,-1 1 1 0 0,0-1-1 0 0,1 1 1 0 0,-1 0-1 0 0,0 0 1 0 0,-1 0-1 0 0,1 0 0 0 0,0 0 1 0 0,2 5-1 0 0,-2-3-113 0 0,-1 0 1 0 0,0 0-1 0 0,0 0 0 0 0,0 0 1 0 0,0 0-1 0 0,-1 0 0 0 0,0 1 0 0 0,0-1 1 0 0,0 0-1 0 0,-1 1 0 0 0,1-1 0 0 0,-2 1 1 0 0,1-1-1 0 0,0 0 0 0 0,-1 1 0 0 0,0-1 1 0 0,0 0-1 0 0,-1 1 0 0 0,1-1 1 0 0,-1 0-1 0 0,-1 0 0 0 0,1 0 0 0 0,0 0 1 0 0,-1-1-1 0 0,0 1 0 0 0,0-1 0 0 0,-1 1 1 0 0,1-1-1 0 0,-1 0 0 0 0,0-1 1 0 0,0 1-1 0 0,0 0 0 0 0,-5 2 0 0 0,-4 2-1133 0 0</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11.547"/>
    </inkml:context>
    <inkml:brush xml:id="br0">
      <inkml:brushProperty name="width" value="0.1" units="cm"/>
      <inkml:brushProperty name="height" value="0.1" units="cm"/>
    </inkml:brush>
  </inkml:definitions>
  <inkml:trace contextRef="#ctx0" brushRef="#br0">0 240 5985 0 0,'11'-4'953'0'0,"-1"-1"0"0"0,0 0-1 0 0,0 0 1 0 0,-1-1 0 0 0,1-1-1 0 0,-1 0 1 0 0,15-15-1 0 0,5-2 260 0 0,-13 12-886 0 0,-1 0 0 0 0,0-1 0 0 0,-1 0 0 0 0,0-1 1 0 0,-1-1-1 0 0,-1 0 0 0 0,0-1 0 0 0,11-20 0 0 0,-20 27-1860 0 0</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12.103"/>
    </inkml:context>
    <inkml:brush xml:id="br0">
      <inkml:brushProperty name="width" value="0.1" units="cm"/>
      <inkml:brushProperty name="height" value="0.1" units="cm"/>
    </inkml:brush>
  </inkml:definitions>
  <inkml:trace contextRef="#ctx0" brushRef="#br0">48 188 4609 0 0,'0'-3'247'0'0,"1"0"-1"0"0,-1-1 1 0 0,1 1-1 0 0,0 0 1 0 0,0 0-1 0 0,0 0 1 0 0,0 0 0 0 0,1 0-1 0 0,-1 0 1 0 0,1 0-1 0 0,3-4 1 0 0,0-2 477 0 0,-4 8-601 0 0,5-12 959 0 0,-1 1 1 0 0,0-1 0 0 0,-1 1 0 0 0,3-15-1 0 0,-6 24-823 0 0,-1 0 0 0 0,0 0 0 0 0,1 0 0 0 0,-1 1 0 0 0,0-1 0 0 0,-1 0 0 0 0,1 0 0 0 0,0 0 0 0 0,-1 0 0 0 0,0 1 0 0 0,-1-5 0 0 0,2 6-152 0 0,-1-1-1 0 0,0 1 1 0 0,0-1-1 0 0,0 1 1 0 0,0 0-1 0 0,0 0 1 0 0,-1-1-1 0 0,1 1 1 0 0,0 0-1 0 0,0 0 1 0 0,-1 0-1 0 0,1 0 1 0 0,-1 0-1 0 0,1 1 1 0 0,-1-1-1 0 0,1 0 0 0 0,-1 1 1 0 0,1-1-1 0 0,-1 1 1 0 0,0-1-1 0 0,-1 1 1 0 0,1 0-42 0 0,1-1 0 0 0,-1 1 0 0 0,1 0 0 0 0,-1 0 1 0 0,0 0-1 0 0,1 0 0 0 0,-1 0 0 0 0,1 1 0 0 0,-1-1 0 0 0,1 0 0 0 0,-1 1 1 0 0,1-1-1 0 0,-1 1 0 0 0,1 0 0 0 0,-1-1 0 0 0,1 1 0 0 0,0 0 0 0 0,-1 0 1 0 0,1 0-1 0 0,0 0 0 0 0,-2 1 0 0 0,1 1 56 0 0,-1 0 1 0 0,1 0-1 0 0,0 0 1 0 0,0 1-1 0 0,0-1 0 0 0,1 0 1 0 0,-1 1-1 0 0,-1 6 1 0 0,0 3 96 0 0,0 0 1 0 0,1 0 0 0 0,1 0 0 0 0,0 16-1 0 0,0-21-192 0 0,2 1 0 0 0,-1-1-1 0 0,1 0 1 0 0,0 1 0 0 0,1-1-1 0 0,0 0 1 0 0,1 0 0 0 0,-1 0-1 0 0,1 0 1 0 0,1-1 0 0 0,0 1-1 0 0,0-1 1 0 0,0 1 0 0 0,1-2-1 0 0,0 1 1 0 0,0 0-1 0 0,1-1 1 0 0,-1 0 0 0 0,2 0-1 0 0,-1-1 1 0 0,1 1 0 0 0,-1-1-1 0 0,1-1 1 0 0,1 0 0 0 0,-1 0-1 0 0,0 0 1 0 0,1 0 0 0 0,0-1-1 0 0,0-1 1 0 0,0 0 0 0 0,0 0-1 0 0,1 0 1 0 0,-1-1 0 0 0,0 0-1 0 0,1 0 1 0 0,-1-1 0 0 0,0 0-1 0 0,1-1 1 0 0,-1 0 0 0 0,13-3-1 0 0,4-2-1038 0 0,35-12-1 0 0,-27 6 272 0 0</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12.564"/>
    </inkml:context>
    <inkml:brush xml:id="br0">
      <inkml:brushProperty name="width" value="0.1" units="cm"/>
      <inkml:brushProperty name="height" value="0.1" units="cm"/>
    </inkml:brush>
  </inkml:definitions>
  <inkml:trace contextRef="#ctx0" brushRef="#br0">239 387 5873 0 0,'-1'-1'365'0'0,"1"-1"0"0"0,-1 1 1 0 0,1 0-1 0 0,-1 0 0 0 0,1 0 0 0 0,-1 0 0 0 0,1 0 0 0 0,-1 0 0 0 0,-1-1 731 0 0,1 1-731 0 0,0 0 0 0 0,0 1 0 0 0,0-1 0 0 0,0 0 0 0 0,0 1 0 0 0,0-1 1 0 0,0 1-1 0 0,0-1 0 0 0,0 1 0 0 0,0 0 0 0 0,0-1 0 0 0,0 1 0 0 0,-1 0 0 0 0,1 0 1 0 0,0 0-1 0 0,0-1 0 0 0,0 1 0 0 0,0 1 0 0 0,-2-1 0 0 0,-37 1 3377 0 0,30 2-3596 0 0,1 0-1 0 0,0 0 1 0 0,0 1-1 0 0,0 0 0 0 0,0 0 1 0 0,1 1-1 0 0,-1 0 1 0 0,1 1-1 0 0,1-1 1 0 0,-1 2-1 0 0,-7 7 1 0 0,9-8-105 0 0,1-1 0 0 0,-1 1 0 0 0,1 0 0 0 0,1 1 0 0 0,-1-1 0 0 0,1 1 0 0 0,1 0 0 0 0,-1 0 1 0 0,1 0-1 0 0,0 0 0 0 0,1 1 0 0 0,-1-1 0 0 0,2 1 0 0 0,-2 9 0 0 0,2-15-44 0 0,1 0 0 0 0,0-1-1 0 0,-1 1 1 0 0,1 0 0 0 0,0 0 0 0 0,0-1 0 0 0,0 1-1 0 0,1 0 1 0 0,-1 0 0 0 0,0-1 0 0 0,1 1-1 0 0,-1 0 1 0 0,1-1 0 0 0,-1 1 0 0 0,1 0 0 0 0,0-1-1 0 0,-1 1 1 0 0,1-1 0 0 0,0 1 0 0 0,0-1-1 0 0,0 1 1 0 0,1-1 0 0 0,-1 0 0 0 0,0 0 0 0 0,0 1-1 0 0,1-1 1 0 0,-1 0 0 0 0,1 0 0 0 0,-1 0-1 0 0,1-1 1 0 0,-1 1 0 0 0,1 0 0 0 0,-1 0 0 0 0,1-1-1 0 0,0 1 1 0 0,-1-1 0 0 0,1 0 0 0 0,0 1-1 0 0,0-1 1 0 0,-1 0 0 0 0,4 0 0 0 0,0-1-54 0 0,0 1 1 0 0,0-1-1 0 0,0 0 0 0 0,0 0 1 0 0,0-1-1 0 0,-1 0 0 0 0,1 0 1 0 0,0 0-1 0 0,-1 0 0 0 0,0-1 1 0 0,1 1-1 0 0,-1-1 1 0 0,6-5-1 0 0,5-8-266 0 0,-1 0 1 0 0,0-1-1 0 0,-1-1 1 0 0,-1 0-1 0 0,-1-1 0 0 0,-1 0 1 0 0,0-1-1 0 0,-1 0 1 0 0,7-25-1 0 0,-8 20 261 0 0,-1-1 1 0 0,-2-1-1 0 0,0 1 0 0 0,-2 0 1 0 0,-1-1-1 0 0,-1 0 0 0 0,-3-30 0 0 0,1 44 351 0 0,-1 1-1 0 0,0 0 0 0 0,-7-22 0 0 0,9 32-200 0 0,-1 0-1 0 0,0-1 1 0 0,0 1-1 0 0,0 0 1 0 0,0 0 0 0 0,0 0-1 0 0,0 0 1 0 0,0 0-1 0 0,-1 0 1 0 0,1 0-1 0 0,-1 0 1 0 0,1 0-1 0 0,-1 0 1 0 0,0 1 0 0 0,0-1-1 0 0,0 1 1 0 0,0-1-1 0 0,0 1 1 0 0,0 0-1 0 0,0 0 1 0 0,0 0-1 0 0,0 0 1 0 0,-1 0 0 0 0,1 0-1 0 0,0 1 1 0 0,-5-2-1 0 0,5 3-28 0 0,0-1-1 0 0,0 0 1 0 0,0 1-1 0 0,0 0 1 0 0,0-1 0 0 0,0 1-1 0 0,0 0 1 0 0,0 0-1 0 0,0 0 1 0 0,0 0 0 0 0,0 1-1 0 0,1-1 1 0 0,-1 0-1 0 0,0 1 1 0 0,1-1-1 0 0,0 1 1 0 0,-1 0 0 0 0,1-1-1 0 0,0 1 1 0 0,-1 0-1 0 0,1 0 1 0 0,0 0-1 0 0,0 0 1 0 0,1 0 0 0 0,-1 0-1 0 0,0 0 1 0 0,1 0-1 0 0,-1 3 1 0 0,-2 4 74 0 0,2-1 1 0 0,-1 1-1 0 0,1-1 1 0 0,1 1-1 0 0,0 16 0 0 0,2-7 15 0 0,1 0-1 0 0,1 0 0 0 0,1 0 0 0 0,1 0 1 0 0,0-1-1 0 0,1 0 0 0 0,1 0 0 0 0,0-1 1 0 0,1 1-1 0 0,15 18 0 0 0,-9-15-539 0 0,2 0 0 0 0,28 27 0 0 0,-26-30-2030 0 0,0-1-1 0 0,32 19 0 0 0,-25-19-5412 0 0</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13.374"/>
    </inkml:context>
    <inkml:brush xml:id="br0">
      <inkml:brushProperty name="width" value="0.1" units="cm"/>
      <inkml:brushProperty name="height" value="0.1" units="cm"/>
    </inkml:brush>
  </inkml:definitions>
  <inkml:trace contextRef="#ctx0" brushRef="#br0">338 109 8754 0 0,'-3'-5'81'0'0,"-2"-7"731"0"0,0 0 0 0 0,-1 0 0 0 0,-13-19 0 0 0,17 28-598 0 0,-1 0-1 0 0,1 0 0 0 0,-1 0 0 0 0,0 1 0 0 0,0-1 0 0 0,0 1 1 0 0,-1-1-1 0 0,1 1 0 0 0,0 0 0 0 0,-1 0 0 0 0,0 1 0 0 0,1-1 1 0 0,-1 1-1 0 0,0 0 0 0 0,0 0 0 0 0,-7-1 0 0 0,5 2-23 0 0,1 0-1 0 0,0 0 0 0 0,-1 1 0 0 0,1 0 0 0 0,0 0 0 0 0,0 1 1 0 0,-1 0-1 0 0,1-1 0 0 0,0 2 0 0 0,1-1 0 0 0,-1 0 1 0 0,0 1-1 0 0,1 0 0 0 0,-1 0 0 0 0,1 1 0 0 0,0-1 1 0 0,0 1-1 0 0,-6 6 0 0 0,-7 9 359 0 0,1 1 0 0 0,-20 32 0 0 0,24-34-456 0 0,1 0 1 0 0,1 0-1 0 0,0 2 1 0 0,-9 27-1 0 0,17-41-90 0 0,0-1 1 0 0,1 1-1 0 0,0 0 0 0 0,0 0 1 0 0,1 0-1 0 0,0 0 0 0 0,0 0 0 0 0,1 12 1 0 0,0-14-5 0 0,0 0 1 0 0,0-1 0 0 0,0 1 0 0 0,1-1-1 0 0,-1 1 1 0 0,1-1 0 0 0,0 0 0 0 0,0 0-1 0 0,0 1 1 0 0,0-1 0 0 0,1-1 0 0 0,-1 1-1 0 0,1 0 1 0 0,0-1 0 0 0,5 5 0 0 0,-6-6-17 0 0,0 1 0 0 0,0-1 1 0 0,0 0-1 0 0,1 1 1 0 0,-1-1-1 0 0,0 0 1 0 0,1-1-1 0 0,-1 1 1 0 0,0 0-1 0 0,1-1 1 0 0,-1 1-1 0 0,1-1 1 0 0,-1 0-1 0 0,1 0 0 0 0,-1 0 1 0 0,1 0-1 0 0,0 0 1 0 0,-1 0-1 0 0,1-1 1 0 0,2 0-1 0 0,0-1-6 0 0,-1 0 1 0 0,1 0-1 0 0,0-1 0 0 0,-1 0 0 0 0,1 1 1 0 0,-1-1-1 0 0,0-1 0 0 0,0 1 0 0 0,4-6 0 0 0,6-7 8 0 0,-1 0-1 0 0,0-2 1 0 0,16-30-1 0 0,-9 8 95 0 0,-16 30 30 0 0,1-1 0 0 0,0 1 0 0 0,1 0 1 0 0,0 1-1 0 0,12-16 0 0 0,-17 24-95 0 0,-1 1 0 0 0,0 0 0 0 0,1-1 0 0 0,-1 1-1 0 0,0 0 1 0 0,1-1 0 0 0,-1 1 0 0 0,0 0 0 0 0,1 0 0 0 0,-1-1-1 0 0,1 1 1 0 0,-1 0 0 0 0,1 0 0 0 0,-1 0 0 0 0,1 0 0 0 0,-1 0 0 0 0,1 0-1 0 0,-1-1 1 0 0,1 1 0 0 0,-1 0 0 0 0,0 0 0 0 0,1 0 0 0 0,-1 1-1 0 0,1-1 1 0 0,-1 0 0 0 0,1 0 0 0 0,-1 0 0 0 0,1 0 0 0 0,-1 0-1 0 0,1 0 1 0 0,-1 1 0 0 0,1-1 0 0 0,-1 0 0 0 0,0 0 0 0 0,1 1-1 0 0,-1-1 1 0 0,0 0 0 0 0,1 1 0 0 0,-1-1 0 0 0,0 0 0 0 0,1 1-1 0 0,-1-1 1 0 0,0 0 0 0 0,1 1 0 0 0,-1-1 0 0 0,0 1 0 0 0,0-1-1 0 0,0 1 1 0 0,1-1 0 0 0,-1 1 0 0 0,0-1 0 0 0,0 0 0 0 0,0 1-1 0 0,0-1 1 0 0,0 1 0 0 0,0-1 0 0 0,0 1 0 0 0,0 0 0 0 0,7 42 401 0 0,-5-28-308 0 0,1-3-62 0 0,0 0 1 0 0,1 0-1 0 0,0-1 0 0 0,1 0 1 0 0,7 13-1 0 0,-10-20-44 0 0,0-1 1 0 0,0 1-1 0 0,0-1 0 0 0,1 0 0 0 0,-1 0 1 0 0,1 0-1 0 0,0 0 0 0 0,0 0 1 0 0,0-1-1 0 0,0 1 0 0 0,0-1 1 0 0,1 0-1 0 0,-1 0 0 0 0,1 0 0 0 0,-1 0 1 0 0,1-1-1 0 0,0 1 0 0 0,0-1 1 0 0,7 1-1 0 0,-10-2-14 0 0,1 0 1 0 0,0 0 0 0 0,0-1-1 0 0,0 1 1 0 0,0 0-1 0 0,-1-1 1 0 0,1 0-1 0 0,0 1 1 0 0,-1-1-1 0 0,1 0 1 0 0,0 0-1 0 0,-1 0 1 0 0,1 0-1 0 0,-1 0 1 0 0,1 0-1 0 0,-1 0 1 0 0,0-1 0 0 0,1 1-1 0 0,-1 0 1 0 0,0-1-1 0 0,0 1 1 0 0,1-3-1 0 0,24-44-664 0 0,-10 19-29 0 0,-12 22 694 0 0,2 0 0 0 0,-1 0 0 0 0,1 0-1 0 0,0 0 1 0 0,1 1 0 0 0,9-7 0 0 0,-15 12 35 0 0,1 0-1 0 0,-1 0 1 0 0,1 0-1 0 0,-1 0 1 0 0,1 1 0 0 0,-1-1-1 0 0,1 1 1 0 0,-1-1-1 0 0,1 1 1 0 0,0 0-1 0 0,-1-1 1 0 0,1 1 0 0 0,0 0-1 0 0,-1 0 1 0 0,1 0-1 0 0,3 1 1 0 0,-3 0 15 0 0,0-1 0 0 0,-1 1 0 0 0,1 0 0 0 0,0 0 0 0 0,0 0 1 0 0,-1 1-1 0 0,1-1 0 0 0,-1 0 0 0 0,1 1 0 0 0,-1-1 0 0 0,1 1 0 0 0,-1-1 0 0 0,0 1 0 0 0,0 0 0 0 0,0-1 1 0 0,0 1-1 0 0,1 3 0 0 0,2 5 82 0 0,0 0 1 0 0,-1 0 0 0 0,3 16-1 0 0,-5-18-117 0 0,1-1 0 0 0,0 1 0 0 0,0-1 0 0 0,1 1 0 0 0,-1-1 0 0 0,2 0 0 0 0,-1 0 0 0 0,6 8 0 0 0,-8-14-6 0 0,-1-1 0 0 0,0 0 0 0 0,1 1 1 0 0,-1-1-1 0 0,1 0 0 0 0,-1 1 0 0 0,1-1 0 0 0,0 0 1 0 0,-1 0-1 0 0,1 0 0 0 0,-1 1 0 0 0,1-1 0 0 0,-1 0 1 0 0,1 0-1 0 0,-1 0 0 0 0,1 0 0 0 0,0 0 0 0 0,-1 0 1 0 0,1 0-1 0 0,-1 0 0 0 0,1 0 0 0 0,0 0 0 0 0,-1-1 1 0 0,1 1-1 0 0,-1 0 0 0 0,1 0 0 0 0,-1-1 0 0 0,1 1 1 0 0,-1 0-1 0 0,1 0 0 0 0,-1-1 0 0 0,1 1 0 0 0,-1 0 1 0 0,1-1-1 0 0,-1 1 0 0 0,0-1 0 0 0,1 1 0 0 0,-1-1 1 0 0,0 1-1 0 0,1-1 0 0 0,-1 1 0 0 0,0-1 0 0 0,0 1 1 0 0,1-1-1 0 0,-1 1 0 0 0,0-1 0 0 0,0 0 0 0 0,16-30-197 0 0,-15 29 185 0 0,4-11-75 0 0,-2 6 67 0 0,-1 1 1 0 0,1-1-1 0 0,1 1 0 0 0,-1 0 0 0 0,8-10 0 0 0,-10 15 33 0 0,0 0 1 0 0,0 0-1 0 0,0 0 0 0 0,0 0 1 0 0,0 1-1 0 0,0-1 0 0 0,0 0 1 0 0,0 0-1 0 0,0 1 0 0 0,1-1 1 0 0,-1 1-1 0 0,0-1 0 0 0,1 1 0 0 0,-1 0 1 0 0,0-1-1 0 0,1 1 0 0 0,-1 0 1 0 0,0 0-1 0 0,1 0 0 0 0,-1 0 1 0 0,0 0-1 0 0,1 0 0 0 0,-1 0 0 0 0,0 0 1 0 0,1 1-1 0 0,-1-1 0 0 0,0 0 1 0 0,1 1-1 0 0,-1-1 0 0 0,0 1 1 0 0,0 0-1 0 0,1-1 0 0 0,-1 1 1 0 0,0 0-1 0 0,1 1 0 0 0,4 1-194 0 0,-1 0-1 0 0,1-1 1 0 0,-1 1 0 0 0,1-1-1 0 0,0 0 1 0 0,0-1 0 0 0,0 1-1 0 0,8 0 1 0 0</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18.459"/>
    </inkml:context>
    <inkml:brush xml:id="br0">
      <inkml:brushProperty name="width" value="0.1" units="cm"/>
      <inkml:brushProperty name="height" value="0.1" units="cm"/>
    </inkml:brush>
  </inkml:definitions>
  <inkml:trace contextRef="#ctx0" brushRef="#br0">212 97 4609 0 0,'1'-3'446'0'0,"0"-1"0"0"0,0 0 0 0 0,0 1 0 0 0,0-1 1 0 0,0 0-1 0 0,1 1 0 0 0,3-6 0 0 0,-4 7-62 0 0,1-1 0 0 0,-1 1 0 0 0,0 0 0 0 0,0 0 0 0 0,1-1 0 0 0,-2 1 0 0 0,1 0 0 0 0,0-1 1 0 0,0 1-1 0 0,-1-1 0 0 0,1 1 0 0 0,-1-1 0 0 0,0 1 0 0 0,0-1 0 0 0,0 1 0 0 0,0-1 0 0 0,0 0 0 0 0,-1 1 0 0 0,1-1 0 0 0,-2-4 0 0 0,1 7-242 0 0,0-1-1 0 0,1 0 1 0 0,-1 1-1 0 0,0-1 1 0 0,0 1-1 0 0,0-1 1 0 0,0 1-1 0 0,0-1 1 0 0,0 1-1 0 0,0-1 0 0 0,0 1 1 0 0,0 0-1 0 0,0 0 1 0 0,0 0-1 0 0,0-1 1 0 0,0 1-1 0 0,0 0 1 0 0,0 0-1 0 0,0 0 0 0 0,0 0 1 0 0,0 1-1 0 0,0-1 1 0 0,0 0-1 0 0,-1 0 1 0 0,1 1-1 0 0,1-1 1 0 0,-1 1-1 0 0,0-1 0 0 0,0 1 1 0 0,0-1-1 0 0,0 1 1 0 0,0-1-1 0 0,0 1 1 0 0,0 0-1 0 0,-1 1 1 0 0,-30 24 705 0 0,13-5-714 0 0,1 0 0 0 0,1 0-1 0 0,1 2 1 0 0,1 0-1 0 0,0 1 1 0 0,2 1-1 0 0,1 0 1 0 0,2 0-1 0 0,-16 53 1 0 0,25-72-111 0 0,-1 0 0 0 0,1 0 1 0 0,1 0-1 0 0,-1 0 0 0 0,1 0 0 0 0,0 0 1 0 0,1 0-1 0 0,-1 0 0 0 0,1 0 0 0 0,0-1 1 0 0,1 1-1 0 0,-1 0 0 0 0,1 0 0 0 0,0-1 0 0 0,1 1 1 0 0,-1-1-1 0 0,7 10 0 0 0,-6-11-36 0 0,1 0 0 0 0,-1 0 0 0 0,1-1-1 0 0,0 1 1 0 0,0-1 0 0 0,0 0 0 0 0,1 0 0 0 0,-1-1 0 0 0,1 1-1 0 0,-1-1 1 0 0,1 0 0 0 0,0 0 0 0 0,0 0 0 0 0,0-1 0 0 0,0 1 0 0 0,0-1-1 0 0,0-1 1 0 0,1 1 0 0 0,-1-1 0 0 0,9 0 0 0 0,11-3-1711 0 0,1-3-6135 0 0</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18.779"/>
    </inkml:context>
    <inkml:brush xml:id="br0">
      <inkml:brushProperty name="width" value="0.1" units="cm"/>
      <inkml:brushProperty name="height" value="0.1" units="cm"/>
    </inkml:brush>
  </inkml:definitions>
  <inkml:trace contextRef="#ctx0" brushRef="#br0">107 319 11979 0 0,'15'-11'652'0'0,"1"0"0"0"0,-2-2 0 0 0,0 0 0 0 0,0 0 0 0 0,-1-1 0 0 0,-1-1 1 0 0,0 0-1 0 0,-1 0 0 0 0,-1-2 0 0 0,0 1 0 0 0,7-19 0 0 0,-16 31-520 0 0,1-1-1 0 0,-1 0 1 0 0,0 0-1 0 0,-1 0 1 0 0,1 0-1 0 0,-1 0 0 0 0,0 1 1 0 0,0-1-1 0 0,0 0 1 0 0,-1 0-1 0 0,1 0 1 0 0,-1 0-1 0 0,-1 0 1 0 0,1 0-1 0 0,-1 1 1 0 0,0-1-1 0 0,0 1 0 0 0,0-1 1 0 0,-5-7-1 0 0,5 10-118 0 0,0-1 0 0 0,0 1 1 0 0,0 0-1 0 0,-1 0 0 0 0,1 0 0 0 0,-1 0 0 0 0,1 0 0 0 0,-1 1 0 0 0,1-1 0 0 0,-1 1 0 0 0,0 0 0 0 0,0 0 0 0 0,0 0 0 0 0,0 0 0 0 0,0 0 0 0 0,0 0 0 0 0,0 1 0 0 0,0 0 0 0 0,0-1 0 0 0,0 1 0 0 0,0 0 0 0 0,0 1 0 0 0,0-1 0 0 0,0 0 0 0 0,0 1 1 0 0,0 0-1 0 0,0 0 0 0 0,0 0 0 0 0,0 0 0 0 0,1 0 0 0 0,-1 0 0 0 0,0 1 0 0 0,-2 1 0 0 0,-4 3 9 0 0,0 0 0 0 0,1 0 0 0 0,0 1 0 0 0,0 0 0 0 0,0 1 0 0 0,1 0 0 0 0,0 0 0 0 0,-9 15 0 0 0,2-2 25 0 0,2 1 0 0 0,-16 36 0 0 0,24-49-30 0 0,1 1 0 0 0,-1 0 1 0 0,2 0-1 0 0,-1 0 0 0 0,1 0 0 0 0,1 0 1 0 0,0 0-1 0 0,0 1 0 0 0,1 11 1 0 0,1-17 2 0 0,0 0 1 0 0,0 0 0 0 0,0 0-1 0 0,0 0 1 0 0,1 0 0 0 0,0 0-1 0 0,0 0 1 0 0,0-1 0 0 0,1 1-1 0 0,-1-1 1 0 0,1 0-1 0 0,0 1 1 0 0,1-1 0 0 0,-1 0-1 0 0,1-1 1 0 0,-1 1 0 0 0,1-1-1 0 0,0 1 1 0 0,0-1 0 0 0,6 3-1 0 0,-1-1 17 0 0,2 0-1 0 0,-1 0 0 0 0,1-1 1 0 0,-1 0-1 0 0,1-1 0 0 0,0 0 1 0 0,0-1-1 0 0,1 0 0 0 0,-1 0 1 0 0,20-1-1 0 0,-10-2-479 0 0,-1-1-1 0 0,1 0 1 0 0,0-2 0 0 0,-1 0-1 0 0,21-8 1 0 0,-4-1-7332 0 0</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0.495"/>
    </inkml:context>
    <inkml:brush xml:id="br0">
      <inkml:brushProperty name="width" value="0.1" units="cm"/>
      <inkml:brushProperty name="height" value="0.1" units="cm"/>
    </inkml:brush>
  </inkml:definitions>
  <inkml:trace contextRef="#ctx0" brushRef="#br0">276 36 6913 0 0,'-4'-4'860'0'0,"0"1"-1"0"0,1-1 0 0 0,-1 1 0 0 0,-1 0 0 0 0,1 0 0 0 0,0 0 0 0 0,-1 0 1 0 0,0 1-1 0 0,-6-3 0 0 0,8 4-629 0 0,0 1 0 0 0,-1-1 0 0 0,1 1 0 0 0,0 0 0 0 0,-1 0 0 0 0,1 0 0 0 0,0 0 0 0 0,-1 0 0 0 0,1 1 0 0 0,0 0 0 0 0,-1-1 0 0 0,1 1 0 0 0,0 0 0 0 0,0 1 0 0 0,0-1 0 0 0,-4 3 0 0 0,-3 2-92 0 0,-1 1 1 0 0,2 1-1 0 0,-1 0 1 0 0,1 0-1 0 0,1 0 1 0 0,-1 1 0 0 0,1 1-1 0 0,1 0 1 0 0,0 0-1 0 0,0 0 1 0 0,1 0-1 0 0,0 1 1 0 0,-6 18-1 0 0,1-1-143 0 0,2 0 0 0 0,1 1 0 0 0,1 0 0 0 0,-5 42 0 0 0,11-57-48 0 0,0 0 0 0 0,1 0 0 0 0,1 1 0 0 0,3 25 0 0 0,-3-36 45 0 0,0 0 1 0 0,0-1 0 0 0,0 1 0 0 0,1 0 0 0 0,-1-1-1 0 0,1 1 1 0 0,0 0 0 0 0,0-1 0 0 0,0 0 0 0 0,3 4-1 0 0,-4-6 2 0 0,1 0-1 0 0,-1 1 0 0 0,1-1 1 0 0,-1 0-1 0 0,1 0 0 0 0,-1 0 1 0 0,1 0-1 0 0,0-1 0 0 0,-1 1 1 0 0,1 0-1 0 0,0-1 0 0 0,0 1 1 0 0,-1-1-1 0 0,1 1 0 0 0,0-1 1 0 0,0 0-1 0 0,0 0 0 0 0,0 0 1 0 0,-1 0-1 0 0,1 0 0 0 0,0 0 1 0 0,2-1-1 0 0,2-1-76 0 0,0 0 0 0 0,0-1 0 0 0,0 1 0 0 0,-1-1 0 0 0,1 0 0 0 0,-1 0 0 0 0,0-1 0 0 0,0 0 0 0 0,0 0 0 0 0,0 0 0 0 0,-1 0 0 0 0,0-1 0 0 0,6-7 0 0 0,2-4-130 0 0,0-1 0 0 0,17-34 1 0 0,-16 21 154 0 0,-1-1-1 0 0,-2-1 1 0 0,9-42 0 0 0,3-11 974 0 0,-22 85-895 0 0,0 0 1 0 0,0-1 0 0 0,0 1 0 0 0,0 0 0 0 0,0 0 0 0 0,0 0-1 0 0,0 0 1 0 0,0 0 0 0 0,0-1 0 0 0,0 1 0 0 0,0 0 0 0 0,0 0-1 0 0,0 0 1 0 0,0 0 0 0 0,0-1 0 0 0,0 1 0 0 0,1 0 0 0 0,-1 0-1 0 0,0 0 1 0 0,0 0 0 0 0,0 0 0 0 0,0 0 0 0 0,0 0 0 0 0,0-1 0 0 0,1 1-1 0 0,-1 0 1 0 0,0 0 0 0 0,0 0 0 0 0,0 0 0 0 0,0 0 0 0 0,0 0-1 0 0,1 0 1 0 0,-1 0 0 0 0,0 0 0 0 0,0 0 0 0 0,0 0 0 0 0,0 0-1 0 0,1 0 1 0 0,-1 0 0 0 0,0 0 0 0 0,0 0 0 0 0,0 0 0 0 0,0 0-1 0 0,1 0 1 0 0,-1 0 0 0 0,0 0 0 0 0,0 0 0 0 0,0 0 0 0 0,0 0 0 0 0,0 0-1 0 0,1 1 1 0 0,-1-1 0 0 0,0 0 0 0 0,0 0 0 0 0,0 0 0 0 0,0 0-1 0 0,0 0 1 0 0,0 0 0 0 0,1 0 0 0 0,-1 1 0 0 0,0-1 0 0 0,0 0-1 0 0,0 0 1 0 0,10 17 469 0 0,6 23-224 0 0,-6-13-196 0 0,0-1 1 0 0,2 0-1 0 0,17 29 1 0 0,-25-48-59 0 0,1-1-1 0 0,-1 1 1 0 0,1-1 0 0 0,0 0 0 0 0,1 0 0 0 0,-1-1 0 0 0,1 1-1 0 0,0-1 1 0 0,1-1 0 0 0,-1 1 0 0 0,1-1 0 0 0,0 0-1 0 0,0 0 1 0 0,0-1 0 0 0,0 0 0 0 0,11 3 0 0 0,-15-6-11 0 0,-1 1 0 0 0,1-1 0 0 0,0 1 0 0 0,-1-1 0 0 0,1 0 0 0 0,0 0 0 0 0,-1 0 0 0 0,1 0 0 0 0,-1 0 0 0 0,1-1-1 0 0,0 1 1 0 0,-1-1 0 0 0,1 0 0 0 0,-1 0 0 0 0,1 0 0 0 0,-1 0 0 0 0,0 0 0 0 0,1 0 0 0 0,-1-1 0 0 0,0 1 0 0 0,0-1 0 0 0,0 1 0 0 0,0-1 0 0 0,0 0 0 0 0,0 0 0 0 0,0 0 0 0 0,-1 0 0 0 0,1 0 0 0 0,-1 0 0 0 0,1-1 0 0 0,-1 1 0 0 0,2-5 0 0 0,1-6 19 0 0,1-1-1 0 0,-2 0 1 0 0,0-1 0 0 0,3-28-1 0 0,0-4 4 0 0,-5 42-21 0 0,1 0 0 0 0,-1 1 0 0 0,0-1 0 0 0,1 1 0 0 0,0-1-1 0 0,0 1 1 0 0,0 0 0 0 0,1-1 0 0 0,3-3 0 0 0,-5 7-2 0 0,-1 0 1 0 0,1 0-1 0 0,0 1 0 0 0,0-1 1 0 0,0 1-1 0 0,0-1 0 0 0,0 1 1 0 0,-1-1-1 0 0,1 1 0 0 0,0-1 0 0 0,0 1 1 0 0,0 0-1 0 0,0 0 0 0 0,0-1 1 0 0,0 1-1 0 0,0 0 0 0 0,1 0 1 0 0,0 0-1 0 0,0 0 1 0 0,0 1-1 0 0,0-1 1 0 0,1 1 0 0 0,-1 0-1 0 0,0 0 1 0 0,0 0 0 0 0,0 0 0 0 0,0 0-1 0 0,0 0 1 0 0,-1 0 0 0 0,4 3-1 0 0,15 13 38 0 0,-1 1 0 0 0,21 26 0 0 0,20 20-38 0 0,-59-63-1 0 0,0 0 0 0 0,0 0 0 0 0,0 0 0 0 0,0 0 0 0 0,0 0 0 0 0,0-1 0 0 0,0 1 0 0 0,0 0 0 0 0,0-1 0 0 0,1 1 0 0 0,-1-1 0 0 0,0 1 0 0 0,0-1 0 0 0,1 0 0 0 0,-1 1 0 0 0,0-1 0 0 0,1 0 0 0 0,-1 0 0 0 0,2 0 0 0 0,-2 0 0 0 0,0-1 0 0 0,0 1 0 0 0,0-1 0 0 0,0 1 0 0 0,0-1 0 0 0,0 1 0 0 0,0-1 0 0 0,0 0 0 0 0,-1 1 0 0 0,1-1 0 0 0,0 0 0 0 0,0 0 0 0 0,-1 1 0 0 0,1-1 0 0 0,0 0 0 0 0,-1 0 0 0 0,1 0 0 0 0,-1 0 0 0 0,1-1 0 0 0,2-8 0 0 0,0 1 0 0 0,-1 0 0 0 0,0-1 0 0 0,1-14 0 0 0,0 5 0 0 0,-2 13 8 0 0,1 0-1 0 0,0 0 1 0 0,0 0 0 0 0,0 1-1 0 0,1-1 1 0 0,-1 1 0 0 0,2-1 0 0 0,-1 1-1 0 0,0 0 1 0 0,1 0 0 0 0,0 1 0 0 0,0-1-1 0 0,0 1 1 0 0,1-1 0 0 0,5-3-1 0 0,-7 7 1 0 0,-1-1 0 0 0,1 1 0 0 0,0-1 0 0 0,0 1-1 0 0,-1 0 1 0 0,1 0 0 0 0,0 0 0 0 0,0 1 0 0 0,0-1 0 0 0,0 1-1 0 0,0-1 1 0 0,0 1 0 0 0,0 0 0 0 0,0 0 0 0 0,0 1-1 0 0,0-1 1 0 0,0 0 0 0 0,0 1 0 0 0,0 0 0 0 0,0 0 0 0 0,0 0-1 0 0,0 0 1 0 0,-1 0 0 0 0,1 1 0 0 0,0-1 0 0 0,-1 1-1 0 0,1-1 1 0 0,-1 1 0 0 0,0 0 0 0 0,1 0 0 0 0,-1 0-1 0 0,2 3 1 0 0,15 17 54 0 0,-1 1 0 0 0,-1 0 0 0 0,-2 1-1 0 0,14 28 1 0 0,-9-17-8 0 0,-16-29-502 0 0,-4-5 480 0 0,0 0 0 0 0,1-1 1 0 0,-1 1-1 0 0,0 0 0 0 0,0 0 0 0 0,1-1 0 0 0,-1 1 0 0 0,1-1 1 0 0,-1 1-1 0 0,1 0 0 0 0,-1-1 0 0 0,1 1 0 0 0,-1-1 0 0 0,1 1 1 0 0,-1-1-1 0 0,1 1 0 0 0,-1-1 0 0 0,1 1 0 0 0,0-1 1 0 0,-1 0-1 0 0,1 1 0 0 0,1-1 0 0 0,10-5-5435 0 0</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0.745"/>
    </inkml:context>
    <inkml:brush xml:id="br0">
      <inkml:brushProperty name="width" value="0.1" units="cm"/>
      <inkml:brushProperty name="height" value="0.1" units="cm"/>
    </inkml:brush>
  </inkml:definitions>
  <inkml:trace contextRef="#ctx0" brushRef="#br0">50 22 3225 0 0,'-18'-6'-64'0'0,"-6"-6"7812"0"0,17 9-5095 0 0,8 4-2916 0 0,1-1 1 0 0,-1 1 0 0 0,1 0-1 0 0,-1-1 1 0 0,1 1 0 0 0,0-1-1 0 0,-1 0 1 0 0,1 1 0 0 0,0-1 0 0 0,0 0-1 0 0,-1 0 1 0 0,1 0 0 0 0,0 0-1 0 0,-1 0 1 0 0,3-1 0 0 0,-1-1 227 0 0</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1.159"/>
    </inkml:context>
    <inkml:brush xml:id="br0">
      <inkml:brushProperty name="width" value="0.1" units="cm"/>
      <inkml:brushProperty name="height" value="0.1" units="cm"/>
    </inkml:brush>
  </inkml:definitions>
  <inkml:trace contextRef="#ctx0" brushRef="#br0">0 243 3681 0 0,'0'-8'831'0'0,"0"0"0"0"0,1 0 1 0 0,0 1-1 0 0,1-1 0 0 0,-1 0 1 0 0,1 0-1 0 0,1 1 0 0 0,0-1 1 0 0,3-7-1 0 0,1 4 5 0 0,-1 0 0 0 0,1 1 1 0 0,1 0-1 0 0,0 1 0 0 0,12-12 1 0 0,39-31 1830 0 0,-53 48-2394 0 0,0-1-1 0 0,0 1 1 0 0,1 1 0 0 0,-1-1 0 0 0,1 1 0 0 0,0 1-1 0 0,0-1 1 0 0,12-2 0 0 0,-15 5-217 0 0,-1 0 0 0 0,0 0 0 0 0,0 0 0 0 0,0 1 0 0 0,1-1-1 0 0,-1 1 1 0 0,0 0 0 0 0,0 0 0 0 0,0 0 0 0 0,0 0 0 0 0,0 1 0 0 0,0-1 0 0 0,-1 1 0 0 0,1 0 0 0 0,0 0 0 0 0,-1 0-1 0 0,1 0 1 0 0,3 4 0 0 0,6 7-10 0 0,-1 0 0 0 0,13 20 0 0 0,-10-14 25 0 0,9 13-240 0 0,-1 0 1 0 0,-2 2-1 0 0,21 48 0 0 0,-38-77-1258 0 0</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1.474"/>
    </inkml:context>
    <inkml:brush xml:id="br0">
      <inkml:brushProperty name="width" value="0.1" units="cm"/>
      <inkml:brushProperty name="height" value="0.1" units="cm"/>
    </inkml:brush>
  </inkml:definitions>
  <inkml:trace contextRef="#ctx0" brushRef="#br0">1 18 920 0 0,'15'-16'9696'0'0,"-12"15"-9234"0"0,-2 1-87 0 0,0 0-1 0 0,0 0 1 0 0,0 0 0 0 0,0 1 0 0 0,0-1 0 0 0,10 7 4122 0 0,-10-5-4122 0 0,5 6 704 0 0,-1 0 0 0 0,0 0-1 0 0,0 1 1 0 0,3 8 0 0 0,-3-7-1555 0 0,18 34 541 0 0,-2 0 0 0 0,-2 2 0 0 0,-2 0 0 0 0,-2 1 1 0 0,15 82-1 0 0,-18-60-2759 0 0</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1.713"/>
    </inkml:context>
    <inkml:brush xml:id="br0">
      <inkml:brushProperty name="width" value="0.1" units="cm"/>
      <inkml:brushProperty name="height" value="0.1" units="cm"/>
    </inkml:brush>
  </inkml:definitions>
  <inkml:trace contextRef="#ctx0" brushRef="#br0">14 179 1840 0 0,'-2'-5'183'0'0,"0"-1"-1"0"0,1 0 1 0 0,0 0-1 0 0,0 0 1 0 0,0 1-1 0 0,1-11 1 0 0,0 10 439 0 0,0-1 1 0 0,1 1 0 0 0,0 1-1 0 0,1-1 1 0 0,-1 0-1 0 0,1 0 1 0 0,0 0-1 0 0,1 1 1 0 0,-1-1 0 0 0,1 1-1 0 0,0 0 1 0 0,0 0-1 0 0,1 0 1 0 0,0 0 0 0 0,0 0-1 0 0,0 1 1 0 0,8-8-1 0 0,-8 10-341 0 0,0-1 0 0 0,-1 0 0 0 0,1 1 0 0 0,0 0 0 0 0,0 0 0 0 0,1 0 0 0 0,-1 1 0 0 0,0-1 0 0 0,1 1-1 0 0,-1 0 1 0 0,1 0 0 0 0,-1 0 0 0 0,1 1 0 0 0,-1 0 0 0 0,1 0 0 0 0,-1 0 0 0 0,1 0 0 0 0,-1 1 0 0 0,1-1-1 0 0,-1 1 1 0 0,1 0 0 0 0,5 3 0 0 0,-5-2-223 0 0,-1 0-1 0 0,0 0 0 0 0,1 0 1 0 0,-1 0-1 0 0,0 1 0 0 0,0 0 1 0 0,-1 0-1 0 0,1 0 0 0 0,-1 0 1 0 0,1 1-1 0 0,-1-1 1 0 0,0 1-1 0 0,0 0 0 0 0,0 0 1 0 0,-1 0-1 0 0,0 0 0 0 0,1 0 1 0 0,-1 1-1 0 0,-1-1 0 0 0,1 1 1 0 0,-1-1-1 0 0,1 1 1 0 0,-2 0-1 0 0,1-1 0 0 0,0 1 1 0 0,-1 0-1 0 0,0 0 0 0 0,0-1 1 0 0,0 1-1 0 0,-1 0 0 0 0,-1 8 1 0 0,0-7-51 0 0,0 0 0 0 0,-1 0 0 0 0,1-1 1 0 0,-1 1-1 0 0,0-1 0 0 0,-1 0 0 0 0,1 0 1 0 0,-1 0-1 0 0,0 0 0 0 0,-1-1 0 0 0,1 1 0 0 0,-1-1 1 0 0,0 0-1 0 0,1-1 0 0 0,-2 1 0 0 0,1-1 0 0 0,0 0 1 0 0,-1 0-1 0 0,-6 2 0 0 0,2-1-119 0 0,1-1 0 0 0,-1 0 0 0 0,0-1 0 0 0,1 0 0 0 0,-1-1 0 0 0,0 0 1 0 0,0 0-1 0 0,0-1 0 0 0,0 0 0 0 0,0-1 0 0 0,-13-2 0 0 0,10-1-826 0 0</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2.737"/>
    </inkml:context>
    <inkml:brush xml:id="br0">
      <inkml:brushProperty name="width" value="0.1" units="cm"/>
      <inkml:brushProperty name="height" value="0.1" units="cm"/>
    </inkml:brush>
  </inkml:definitions>
  <inkml:trace contextRef="#ctx0" brushRef="#br0">171 26 8754 0 0,'-1'-2'295'0'0,"0"1"0"0"0,0-1 0 0 0,0 0 0 0 0,0 1 0 0 0,-1-1 0 0 0,1 0 0 0 0,-1 1 0 0 0,1 0 0 0 0,-1-1 1 0 0,1 1-1 0 0,-1 0 0 0 0,0 0 0 0 0,0 0 0 0 0,0 0 0 0 0,1 0 0 0 0,-1 0 0 0 0,0 1 0 0 0,0-1 0 0 0,0 0 0 0 0,0 1 0 0 0,0 0 0 0 0,0-1 0 0 0,0 1 1 0 0,0 0-1 0 0,0 0 0 0 0,-1 0 0 0 0,1 1 0 0 0,0-1 0 0 0,0 0 0 0 0,0 1 0 0 0,-2 0 0 0 0,-1 0 34 0 0,0 1-1 0 0,0 0 1 0 0,0 0-1 0 0,0 0 1 0 0,0 1-1 0 0,1-1 1 0 0,-1 1-1 0 0,1 0 1 0 0,0 0-1 0 0,-6 6 1 0 0,4-1-257 0 0,0 0-1 0 0,0 0 1 0 0,1 1 0 0 0,0 0-1 0 0,0 0 1 0 0,1 1 0 0 0,0-1 0 0 0,1 1-1 0 0,0 0 1 0 0,0-1 0 0 0,1 1-1 0 0,0 1 1 0 0,1-1 0 0 0,0 13-1 0 0,1 0-76 0 0,1 0 0 0 0,1 0-1 0 0,2 0 1 0 0,0-1-1 0 0,9 31 1 0 0,-10-46 6 0 0,-1 0 1 0 0,1 0-1 0 0,0-1 1 0 0,0 1 0 0 0,0-1-1 0 0,1 0 1 0 0,0 0-1 0 0,1 0 1 0 0,-1-1-1 0 0,1 1 1 0 0,0-1-1 0 0,0 0 1 0 0,1-1-1 0 0,0 1 1 0 0,6 3-1 0 0,-8-5-56 0 0,0-1-1 0 0,0 0 1 0 0,1-1-1 0 0,-1 1 1 0 0,1-1-1 0 0,-1 0 0 0 0,1 0 1 0 0,0 0-1 0 0,-1 0 1 0 0,1-1-1 0 0,0 0 1 0 0,-1 0-1 0 0,1 0 1 0 0,0-1-1 0 0,-1 0 1 0 0,1 1-1 0 0,-1-2 0 0 0,1 1 1 0 0,-1 0-1 0 0,1-1 1 0 0,-1 0-1 0 0,0 0 1 0 0,1 0-1 0 0,3-4 1 0 0,26-20-2080 0 0,-14 6-2991 0 0,-1 1-1012 0 0</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3.556"/>
    </inkml:context>
    <inkml:brush xml:id="br0">
      <inkml:brushProperty name="width" value="0.1" units="cm"/>
      <inkml:brushProperty name="height" value="0.1" units="cm"/>
    </inkml:brush>
  </inkml:definitions>
  <inkml:trace contextRef="#ctx0" brushRef="#br0">0 14 9674 0 0,'1'3'8580'0'0,"5"13"-4482"0"0,34 95-3301 0 0,-27-46-524 0 0,5 15-131 0 0,-16-72-142 0 0,1 0 0 0 0,0 0 0 0 0,0 0 1 0 0,1-1-1 0 0,0 1 0 0 0,0-1 0 0 0,8 9 0 0 0,-11-15-1 0 0,0 1 0 0 0,0-1 0 0 0,0 1 0 0 0,0-1 0 0 0,1 0 0 0 0,-1 0 0 0 0,1 0 1 0 0,-1 1-1 0 0,1-1 0 0 0,-1-1 0 0 0,1 1 0 0 0,0 0 0 0 0,-1 0 0 0 0,1 0 0 0 0,0-1 0 0 0,-1 1 0 0 0,1-1 0 0 0,0 0 0 0 0,0 1 0 0 0,0-1 0 0 0,0 0 0 0 0,-1 0 1 0 0,5-1-1 0 0,-3 1-13 0 0,0-2 0 0 0,0 1 1 0 0,-1 0-1 0 0,1-1 1 0 0,0 1-1 0 0,0-1 0 0 0,-1 0 1 0 0,1 0-1 0 0,-1 0 0 0 0,0 0 1 0 0,0 0-1 0 0,4-5 1 0 0,5-8-63 0 0,-1 0 0 0 0,-1 0 0 0 0,13-31 0 0 0,-20 41 78 0 0,15-35-155 0 0,-2-2 0 0 0,-2 0 0 0 0,11-59 1 0 0,-22 75 503 0 0,-1 22-27 0 0,1 13-77 0 0,1 1-197 0 0,19 72 420 0 0,-9-29-415 0 0,3 1-1 0 0,31 70 0 0 0,-42-114-204 0 0,0-1 1 0 0,0 1-1 0 0,1-1 0 0 0,1-1 0 0 0,10 13 0 0 0,10 0-6712 0 0</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3.938"/>
    </inkml:context>
    <inkml:brush xml:id="br0">
      <inkml:brushProperty name="width" value="0.1" units="cm"/>
      <inkml:brushProperty name="height" value="0.1" units="cm"/>
    </inkml:brush>
  </inkml:definitions>
  <inkml:trace contextRef="#ctx0" brushRef="#br0">1 22 456 0 0,'6'-4'11579'0'0,"12"5"-7348"0"0,-7 0-3809 0 0,-4 1-112 0 0,-1 0 0 0 0,1 0 1 0 0,0 0-1 0 0,-1 1 0 0 0,1 0 1 0 0,-1 0-1 0 0,0 1 0 0 0,0-1 1 0 0,0 2-1 0 0,0-1 1 0 0,-1 0-1 0 0,1 1 0 0 0,-1 0 1 0 0,0 0-1 0 0,-1 1 0 0 0,7 9 1 0 0,4 9-258 0 0,-1 0 0 0 0,20 48 1 0 0,-22-45 181 0 0,3 16-163 0 0,-15-41-70 0 0,1-1 0 0 0,-1 1 0 0 0,1 0 0 0 0,-1-1 0 0 0,0 1 0 0 0,0 0-1 0 0,0 0 1 0 0,0-1 0 0 0,0 1 0 0 0,0 0 0 0 0,0-1 0 0 0,-1 1 0 0 0,1 0 0 0 0,-1-1 0 0 0,1 1 0 0 0,-1 0-1 0 0,0-1 1 0 0,1 1 0 0 0,-1-1 0 0 0,0 1 0 0 0,0-1 0 0 0,0 1 0 0 0,-1 0 0 0 0,1-1-2 0 0,1-1 1 0 0,0 0-1 0 0,-1 0 1 0 0,1 0-1 0 0,0 0 1 0 0,-1 1-1 0 0,1-1 0 0 0,0 0 1 0 0,-1 0-1 0 0,1 0 1 0 0,0 0-1 0 0,-1 0 1 0 0,1 0-1 0 0,-1 0 1 0 0,1 0-1 0 0,0 0 1 0 0,-1 0-1 0 0,1 0 0 0 0,0 0 1 0 0,-1 0-1 0 0,1-1 1 0 0,0 1-1 0 0,-1 0 1 0 0,1 0-1 0 0,0 0 1 0 0,-1 0-1 0 0,1-1 0 0 0,0 1 1 0 0,-1 0-1 0 0,1 0 1 0 0,0-1-1 0 0,-1 1 1 0 0,-9-16 120 0 0,-3-16 82 0 0,9 18-179 0 0,0 0 0 0 0,2-1 1 0 0,0 1-1 0 0,0-1 0 0 0,2 0 1 0 0,-1 1-1 0 0,2-1 1 0 0,3-20-1 0 0,-2 22-422 0 0,1 1 1 0 0,1 0-1 0 0,0 0 1 0 0,0 0-1 0 0,2 1 1 0 0,6-13-1 0 0,5-2-6931 0 0</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4.379"/>
    </inkml:context>
    <inkml:brush xml:id="br0">
      <inkml:brushProperty name="width" value="0.1" units="cm"/>
      <inkml:brushProperty name="height" value="0.1" units="cm"/>
    </inkml:brush>
  </inkml:definitions>
  <inkml:trace contextRef="#ctx0" brushRef="#br0">0 88 7834 0 0,'0'-1'133'0'0,"0"0"1"0"0,0 1-1 0 0,0-1 1 0 0,0 1-1 0 0,0-1 1 0 0,0 0-1 0 0,0 1 1 0 0,0-1-1 0 0,0 0 1 0 0,0 1-1 0 0,0-1 0 0 0,1 1 1 0 0,-1-1-1 0 0,0 0 1 0 0,0 1-1 0 0,1-1 1 0 0,-1 1-1 0 0,0-1 1 0 0,1 1-1 0 0,-1-1 1 0 0,0 1-1 0 0,1-1 1 0 0,-1 1-1 0 0,1-1 1 0 0,-1 1-1 0 0,1 0 1 0 0,-1-1-1 0 0,1 1 1 0 0,-1 0-1 0 0,1-1 1 0 0,-1 1-1 0 0,1 0 1 0 0,-1 0-1 0 0,1-1 1 0 0,0 1-1 0 0,-1 0 1 0 0,1 0-1 0 0,0 0 1 0 0,26-10 3107 0 0,-22 11-2992 0 0,0 0 1 0 0,0 0-1 0 0,0 0 0 0 0,0 1 1 0 0,0-1-1 0 0,0 1 1 0 0,-1 1-1 0 0,1-1 0 0 0,0 1 1 0 0,-1 0-1 0 0,0 0 1 0 0,0 0-1 0 0,0 0 0 0 0,0 1 1 0 0,0-1-1 0 0,-1 1 1 0 0,5 5-1 0 0,6 10-9 0 0,0 0 0 0 0,15 28 0 0 0,-28-46-239 0 0,8 16 5 0 0,14 32 0 0 0,-21-45-7 0 0,-1-1 0 0 0,1 1 0 0 0,-1 0 0 0 0,0 0 0 0 0,-1-1 1 0 0,1 1-1 0 0,-1 0 0 0 0,1 0 0 0 0,-1 0 0 0 0,0 0 1 0 0,0 0-1 0 0,-1 0 0 0 0,1 0 0 0 0,-1-1 0 0 0,0 1 0 0 0,-2 4 1 0 0,3-7 0 0 0,0 0 1 0 0,0-1 0 0 0,0 1 0 0 0,-1 0 0 0 0,1-1 0 0 0,0 1 0 0 0,-1 0-1 0 0,1-1 1 0 0,0 1 0 0 0,-1-1 0 0 0,1 1 0 0 0,-1-1 0 0 0,1 1 0 0 0,-1-1-1 0 0,1 1 1 0 0,-1-1 0 0 0,0 1 0 0 0,1-1 0 0 0,-1 1 0 0 0,1-1-1 0 0,-1 0 1 0 0,0 0 0 0 0,1 1 0 0 0,-1-1 0 0 0,0 0 0 0 0,0 0 0 0 0,1 0-1 0 0,-1 1 1 0 0,0-1 0 0 0,1 0 0 0 0,-1 0 0 0 0,0 0 0 0 0,0 0 0 0 0,1 0-1 0 0,-1-1 1 0 0,0 1 0 0 0,1 0 0 0 0,-1 0 0 0 0,0 0 0 0 0,1-1 0 0 0,-1 1-1 0 0,0 0 1 0 0,1-1 0 0 0,-1 1 0 0 0,0 0 0 0 0,1-1 0 0 0,-1 1-1 0 0,1-1 1 0 0,-1 0 0 0 0,-2-1 62 0 0,1-1 0 0 0,0 1-1 0 0,0 0 1 0 0,1-1 0 0 0,-1 0-1 0 0,0 1 1 0 0,1-1 0 0 0,0 0-1 0 0,-1 0 1 0 0,0-4 0 0 0,-1-10 22 0 0,0-1 1 0 0,1 1 0 0 0,0-1-1 0 0,2 0 1 0 0,0 1 0 0 0,1-1-1 0 0,7-33 1 0 0,-5 36-569 0 0,1 0-1 0 0,1 0 1 0 0,0 0-1 0 0,1 1 1 0 0,12-20 0 0 0,-4 11-6760 0 0</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4.904"/>
    </inkml:context>
    <inkml:brush xml:id="br0">
      <inkml:brushProperty name="width" value="0.1" units="cm"/>
      <inkml:brushProperty name="height" value="0.1" units="cm"/>
    </inkml:brush>
  </inkml:definitions>
  <inkml:trace contextRef="#ctx0" brushRef="#br0">0 338 5961 0 0,'30'-8'2074'0'0,"-21"5"-1124"0"0,1 0 0 0 0,-1-1 1 0 0,0 0-1 0 0,0-1 0 0 0,-1 0 0 0 0,0 0 0 0 0,0-1 0 0 0,13-10 1 0 0,-14 8-699 0 0,-1 1 0 0 0,0-1 1 0 0,0 0-1 0 0,0 0 1 0 0,-1-1-1 0 0,-1 0 0 0 0,1 0 1 0 0,-1 0-1 0 0,-1 0 1 0 0,0-1-1 0 0,0 1 0 0 0,-1-1 1 0 0,2-15-1 0 0,-3 18-243 0 0,2-7 100 0 0,-2-1 1 0 0,0-28-1 0 0,-1 40-143 0 0,0 0-1 0 0,0 1 1 0 0,0-1 0 0 0,-1 0 0 0 0,1 0-1 0 0,-1 0 1 0 0,0 1 0 0 0,0-1-1 0 0,0 0 1 0 0,0 1 0 0 0,0-1-1 0 0,-1 1 1 0 0,1-1 0 0 0,-1 1 0 0 0,1 0-1 0 0,-1 0 1 0 0,0 0 0 0 0,0 0-1 0 0,0 0 1 0 0,0 0 0 0 0,0 0-1 0 0,-3-2 1 0 0,3 4 1 0 0,0-1 0 0 0,1 1 1 0 0,-1-1-1 0 0,1 1 0 0 0,-1-1 0 0 0,0 1 0 0 0,1 0 0 0 0,-1 0 0 0 0,0 0 0 0 0,0 0 1 0 0,1 0-1 0 0,-1 0 0 0 0,0 0 0 0 0,1 0 0 0 0,-1 1 0 0 0,0-1 0 0 0,1 1 0 0 0,-1-1 1 0 0,1 1-1 0 0,-1 0 0 0 0,1 0 0 0 0,-1-1 0 0 0,1 1 0 0 0,-1 0 0 0 0,1 0 0 0 0,0 1 1 0 0,-1-1-1 0 0,1 0 0 0 0,0 0 0 0 0,0 0 0 0 0,0 1 0 0 0,0-1 0 0 0,0 1 0 0 0,-1 2 1 0 0,-1 1 174 0 0,0 0 1 0 0,1 0 0 0 0,-1 1 0 0 0,1-1 0 0 0,0 1 0 0 0,1 0 0 0 0,-1-1 0 0 0,0 11 0 0 0,2-11-21 0 0,0-1-1 0 0,0 1 1 0 0,1 0 0 0 0,0-1-1 0 0,0 1 1 0 0,0-1 0 0 0,0 1-1 0 0,1-1 1 0 0,-1 1-1 0 0,6 7 1 0 0,29 39 881 0 0,-6-9-686 0 0,-29-40-298 0 0,0 0 1 0 0,1-1-1 0 0,-1 1 1 0 0,0-1-1 0 0,1 1 0 0 0,-1-1 1 0 0,1 1-1 0 0,0-1 0 0 0,0 0 1 0 0,-1 1-1 0 0,1-1 0 0 0,0 0 1 0 0,0 0-1 0 0,0-1 1 0 0,0 1-1 0 0,0 0 0 0 0,0-1 1 0 0,4 2-1 0 0,-1-2-4 0 0,0 0-1 0 0,0 0 1 0 0,0 0-1 0 0,0 0 1 0 0,0-1-1 0 0,0 0 1 0 0,9-2-1 0 0,0-2-103 0 0,1-1 0 0 0,-1 0-1 0 0,-1 0 1 0 0,20-13-1 0 0,-16 7-1585 0 0,2-2-5810 0 0</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5.300"/>
    </inkml:context>
    <inkml:brush xml:id="br0">
      <inkml:brushProperty name="width" value="0.1" units="cm"/>
      <inkml:brushProperty name="height" value="0.1" units="cm"/>
    </inkml:brush>
  </inkml:definitions>
  <inkml:trace contextRef="#ctx0" brushRef="#br0">13 1 8290 0 0,'-1'0'185'0'0,"0"1"1"0"0,0 0-1 0 0,1 0 0 0 0,-1-1 1 0 0,0 1-1 0 0,0 0 0 0 0,0 0 1 0 0,1 0-1 0 0,-1 0 1 0 0,1 0-1 0 0,-1 0 0 0 0,0 0 1 0 0,1 0-1 0 0,0 0 1 0 0,-1 0-1 0 0,1 0 0 0 0,0 0 1 0 0,-1 0-1 0 0,1 0 0 0 0,0 0 1 0 0,0 1-1 0 0,0-1 1 0 0,0 0-1 0 0,0 0 0 0 0,0 0 1 0 0,0 0-1 0 0,1 0 0 0 0,-1 0 1 0 0,0 1-1 0 0,0-1 1 0 0,1 0-1 0 0,-1 0 0 0 0,1 1 1 0 0,18 48 3454 0 0,-13-37-2622 0 0,12 30 921 0 0,13 55 0 0 0,-27-82-1924 0 0,-1 1 0 0 0,0-1 1 0 0,-2 1-1 0 0,0 0 0 0 0,0-1 0 0 0,-5 34 1 0 0,4-50-31 0 0,0 0 1 0 0,0 0 0 0 0,0-1-1 0 0,0 1 1 0 0,0 0 0 0 0,0 0-1 0 0,0 0 1 0 0,0 0 0 0 0,0 0-1 0 0,0 0 1 0 0,0 0 0 0 0,0 0-1 0 0,0 0 1 0 0,0 0-1 0 0,0 0 1 0 0,0 0 0 0 0,-1 0-1 0 0,1 0 1 0 0,0 0 0 0 0,0 0-1 0 0,0 0 1 0 0,0 0 0 0 0,0 0-1 0 0,0 0 1 0 0,0 0 0 0 0,0 0-1 0 0,0 0 1 0 0,0 0 0 0 0,0 0-1 0 0,0 0 1 0 0,0 0 0 0 0,0 0-1 0 0,0 0 1 0 0,0 0 0 0 0,-1 0-1 0 0,1 0 1 0 0,0 0 0 0 0,0 0-1 0 0,0 0 1 0 0,0 0 0 0 0,0 0-1 0 0,0 0 1 0 0,0 0 0 0 0,0 0-1 0 0,0 0 1 0 0,0 0 0 0 0,0 0-1 0 0,0 0 1 0 0,-4-11-683 0 0,-1-13-301 0 0,4 10 684 0 0,0 0 0 0 0,1 0 1 0 0,0 1-1 0 0,2-1 0 0 0,-1 0 1 0 0,2 1-1 0 0,7-26 0 0 0,-8 32 424 0 0,1 0-1 0 0,0-1 1 0 0,1 1 0 0 0,-1 0-1 0 0,1 1 1 0 0,1-1-1 0 0,-1 1 1 0 0,1 0 0 0 0,1 0-1 0 0,-1 0 1 0 0,1 0-1 0 0,0 1 1 0 0,0 0-1 0 0,0 1 1 0 0,10-6 0 0 0,-15 9-32 0 0,0 0 0 0 0,1 0 1 0 0,-1 1-1 0 0,1-1 0 0 0,-1 1 1 0 0,1-1-1 0 0,-1 1 0 0 0,1-1 1 0 0,-1 1-1 0 0,1 0 0 0 0,0 0 1 0 0,-1 0-1 0 0,1 0 0 0 0,-1 0 1 0 0,1 0-1 0 0,-1 0 0 0 0,1 0 1 0 0,0 1-1 0 0,-1-1 0 0 0,1 1 1 0 0,1 0-1 0 0,-1 1-12 0 0,1-1 0 0 0,-1 1 0 0 0,0-1 0 0 0,-1 1 0 0 0,1 0 0 0 0,0 0 0 0 0,0 0 0 0 0,-1 0 0 0 0,1 0 0 0 0,-1 0 0 0 0,0 1 0 0 0,2 2 0 0 0,2 9 51 0 0,0 0 0 0 0,-1 0 1 0 0,5 28-1 0 0,-6-24 12 0 0,-2-16-166 0 0,1 10-333 0 0,1 1 1 0 0,0-1-1 0 0,1-1 1 0 0,0 1 0 0 0,11 21-1 0 0</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6.030"/>
    </inkml:context>
    <inkml:brush xml:id="br0">
      <inkml:brushProperty name="width" value="0.1" units="cm"/>
      <inkml:brushProperty name="height" value="0.1" units="cm"/>
    </inkml:brush>
  </inkml:definitions>
  <inkml:trace contextRef="#ctx0" brushRef="#br0">14 14 7834 0 0,'-13'-14'10246'0'0,"13"14"-10189"0"0,4 33 2854 0 0,-1-15-2746 0 0,7 57 305 0 0,2 0 0 0 0,4 0 0 0 0,3-1 0 0 0,3-2 0 0 0,49 109 0 0 0,-68-173-550 0 0,15 27-6 0 0,-18-35 43 0 0,0 1-1 0 0,1 0 0 0 0,-1-1 0 0 0,0 1 0 0 0,1-1 1 0 0,-1 1-1 0 0,1 0 0 0 0,-1-1 0 0 0,1 0 0 0 0,-1 1 0 0 0,1-1 1 0 0,-1 1-1 0 0,1-1 0 0 0,-1 1 0 0 0,1-1 0 0 0,-1 0 0 0 0,1 1 1 0 0,0-1-1 0 0,-1 0 0 0 0,1 0 0 0 0,0 0 0 0 0,-1 1 1 0 0,1-1-1 0 0,0 0 0 0 0,-1 0 0 0 0,1 0 0 0 0,0 0 0 0 0,-1 0 1 0 0,1 0-1 0 0,0 0 0 0 0,-1 0 0 0 0,1-1 0 0 0,0 1 0 0 0,-1 0 1 0 0,1 0-1 0 0,0 0 0 0 0,-1-1 0 0 0,1 1 0 0 0,-1 0 0 0 0,1-1 1 0 0,0 1-1 0 0,-1-1 0 0 0,1 1 0 0 0,0-1 0 0 0,4-6-967 0 0</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6.220"/>
    </inkml:context>
    <inkml:brush xml:id="br0">
      <inkml:brushProperty name="width" value="0.1" units="cm"/>
      <inkml:brushProperty name="height" value="0.1" units="cm"/>
    </inkml:brush>
  </inkml:definitions>
  <inkml:trace contextRef="#ctx0" brushRef="#br0">0 51 7834 0 0,'32'-6'7608'0'0,"13"-7"-4328"0"0,-21 5-3940 0 0,0 1 0 0 0,1 1 0 0 0,35-4 0 0 0,-41 9 629 0 0</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6.505"/>
    </inkml:context>
    <inkml:brush xml:id="br0">
      <inkml:brushProperty name="width" value="0.1" units="cm"/>
      <inkml:brushProperty name="height" value="0.1" units="cm"/>
    </inkml:brush>
  </inkml:definitions>
  <inkml:trace contextRef="#ctx0" brushRef="#br0">0 13 4609 0 0,'50'1'10572'0'0,"0"0"-4352"0"0,36 1-3028 0 0,-35-2-6070 0 0,100-13-1 0 0,-130 9-4042 0 0</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7.014"/>
    </inkml:context>
    <inkml:brush xml:id="br0">
      <inkml:brushProperty name="width" value="0.1" units="cm"/>
      <inkml:brushProperty name="height" value="0.1" units="cm"/>
    </inkml:brush>
  </inkml:definitions>
  <inkml:trace contextRef="#ctx0" brushRef="#br0">47 1 6449 0 0,'-10'-1'979'0'0,"-27"10"14058"0"0,37-8-14902 0 0,12 16 405 0 0,36 31 13 0 0,138 132-285 0 0,-172-169-399 0 0,-10-9 74 0 0,-1 1 1 0 0,1-1 0 0 0,-1 1 0 0 0,0 0-1 0 0,0 0 1 0 0,0 0 0 0 0,4 5 0 0 0,-7-7 53 0 0,-1-1 0 0 0,1 1 0 0 0,0-1 0 0 0,0 1 0 0 0,0-1 0 0 0,-1 1 0 0 0,1-1 0 0 0,0 1 0 0 0,-1-1 0 0 0,1 0 0 0 0,0 1 0 0 0,-1-1 0 0 0,1 1 0 0 0,-1-1 0 0 0,1 0 0 0 0,0 1 0 0 0,-1-1 0 0 0,1 0 0 0 0,-1 0 1 0 0,1 1-1 0 0,-1-1 0 0 0,1 0 0 0 0,-1 0 0 0 0,1 0 0 0 0,-1 1 0 0 0,1-1 0 0 0,-1 0 0 0 0,1 0 0 0 0,-1 0 0 0 0,1 0 0 0 0,-1 0 0 0 0,0 0 0 0 0,-26 4 126 0 0,23-3-75 0 0,-17 3-36 0 0,1 0 1 0 0,-1 1-1 0 0,1 2 0 0 0,-21 8 0 0 0,-6 14-3116 0 0</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7.423"/>
    </inkml:context>
    <inkml:brush xml:id="br0">
      <inkml:brushProperty name="width" value="0.1" units="cm"/>
      <inkml:brushProperty name="height" value="0.1" units="cm"/>
    </inkml:brush>
  </inkml:definitions>
  <inkml:trace contextRef="#ctx0" brushRef="#br0">1 130 2304 0 0,'24'15'7098'0'0,"-17"-10"-6200"0"0,-1 1 0 0 0,0 0 1 0 0,0 0-1 0 0,0 1 0 0 0,-1 0 0 0 0,6 9 0 0 0,21 46 2005 0 0,-23-43-2463 0 0,0-1 1 0 0,14 21 0 0 0,-18-32-466 0 0,1-1 1 0 0,0 1 0 0 0,0-1 0 0 0,0 0-1 0 0,1 0 1 0 0,13 7 0 0 0,-18-11-7 0 0,0-1-1 0 0,0 1 1 0 0,0-1 0 0 0,0 0-1 0 0,0 0 1 0 0,1 0 0 0 0,-1 0-1 0 0,1 0 1 0 0,-1 0 0 0 0,1-1-1 0 0,-1 1 1 0 0,1-1 0 0 0,-1 1-1 0 0,1-1 1 0 0,-1 0 0 0 0,1 0-1 0 0,-1 0 1 0 0,1-1 0 0 0,-1 1-1 0 0,1-1 1 0 0,-1 1 0 0 0,1-1-1 0 0,-1 0 1 0 0,1 0 0 0 0,-1 0-1 0 0,0 0 1 0 0,3-2 0 0 0,-3 2 74 0 0,-1-1 1 0 0,1 0-1 0 0,-1 0 1 0 0,0 0 0 0 0,0 0-1 0 0,1 0 1 0 0,-1 0-1 0 0,0 0 1 0 0,-1 0-1 0 0,1-1 1 0 0,0 1 0 0 0,-1 0-1 0 0,1-5 1 0 0,2-36 767 0 0,-2 19-573 0 0,3-8-672 0 0,1 0 0 0 0,19-59 1 0 0,-14 65-3000 0 0,22-46 1 0 0,-22 52 1676 0 0,-3 2 1090 0 0</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7.881"/>
    </inkml:context>
    <inkml:brush xml:id="br0">
      <inkml:brushProperty name="width" value="0.1" units="cm"/>
      <inkml:brushProperty name="height" value="0.1" units="cm"/>
    </inkml:brush>
  </inkml:definitions>
  <inkml:trace contextRef="#ctx0" brushRef="#br0">119 49 9674 0 0,'-5'-1'3152'0'0,"5"1"-3100"0"0,-11 10 1872 0 0,-9 11-277 0 0,6-1-1288 0 0,1-1 0 0 0,1 2 0 0 0,-13 29-1 0 0,21-43-287 0 0,1 0 0 0 0,1 0 0 0 0,0 0 0 0 0,0 1 0 0 0,0-1 0 0 0,1 0 0 0 0,0 1 0 0 0,0-1 0 0 0,1 1 0 0 0,0 0-1 0 0,0-1 1 0 0,0 1 0 0 0,1-1 0 0 0,4 13 0 0 0,-3-14-29 0 0,0-1 0 0 0,1 1 1 0 0,0-1-1 0 0,0 0 0 0 0,1 0 0 0 0,-1 0 0 0 0,1 0 1 0 0,0 0-1 0 0,0-1 0 0 0,1 0 0 0 0,-1 0 0 0 0,1 0 1 0 0,0 0-1 0 0,0-1 0 0 0,0 0 0 0 0,1 0 0 0 0,-1 0 0 0 0,1-1 1 0 0,0 0-1 0 0,-1 0 0 0 0,1 0 0 0 0,0 0 0 0 0,0-1 1 0 0,0 0-1 0 0,0-1 0 0 0,0 1 0 0 0,1-1 0 0 0,-1 0 1 0 0,0-1-1 0 0,9-1 0 0 0,-5 1 33 0 0,-1-1 1 0 0,1 0-1 0 0,-1 0 0 0 0,1-1 0 0 0,-1-1 1 0 0,0 1-1 0 0,-1-1 0 0 0,1-1 0 0 0,-1 1 1 0 0,1-2-1 0 0,-2 1 0 0 0,1-1 0 0 0,0 0 1 0 0,-1-1-1 0 0,0 1 0 0 0,-1-2 0 0 0,0 1 1 0 0,11-16-1 0 0,-13 15-40 0 0,-1 0 0 0 0,0 0 1 0 0,0 0-1 0 0,0-1 0 0 0,-1 1 0 0 0,0-1 0 0 0,-1 0 1 0 0,0 1-1 0 0,0-1 0 0 0,-1 0 0 0 0,0 0 0 0 0,-1 0 1 0 0,0 1-1 0 0,0-1 0 0 0,-1 0 0 0 0,0 1 0 0 0,0-1 0 0 0,-1 1 1 0 0,0 0-1 0 0,-1 0 0 0 0,0 0 0 0 0,0 0 0 0 0,0 1 1 0 0,-11-13-1 0 0,10 13-203 0 0,-1 1 0 0 0,0-1 0 0 0,0 2 0 0 0,-1-1 0 0 0,0 1 0 0 0,0 0 0 0 0,0 0 0 0 0,-1 1 0 0 0,1-1 0 0 0,-1 2 0 0 0,0-1 0 0 0,0 1 0 0 0,0 1 0 0 0,-1-1 0 0 0,1 1 0 0 0,-12-1 0 0 0,-1 3-1066 0 0</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28.487"/>
    </inkml:context>
    <inkml:brush xml:id="br0">
      <inkml:brushProperty name="width" value="0.1" units="cm"/>
      <inkml:brushProperty name="height" value="0.1" units="cm"/>
    </inkml:brush>
  </inkml:definitions>
  <inkml:trace contextRef="#ctx0" brushRef="#br0">1 0 10138 0 0,'3'6'9810'0'0,"1"8"-8515"0"0,-1 0-1221 0 0,15 42 467 0 0,-3 0 1 0 0,-2 1 0 0 0,-2 1-1 0 0,3 79 1 0 0,4 22-320 0 0,-15-141-316 0 0,1-1 1 0 0,1 1-1 0 0,11 28 1 0 0,-3-19-303 0 0</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35.404"/>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484 79 9218 0 0,'-44'-7'829'0'0,"1"1"0"0"0,-47 2 0 0 0,16 0-555 0 0,31 2-155 0 0,16 1 54 0 0,-1-1 0 0 0,1-1 0 0 0,0-1 0 0 0,-44-13 0 0 0,71 17-155 0 0,-1 0 1 0 0,1 0 0 0 0,-1 0-1 0 0,1 0 1 0 0,0 0-1 0 0,-1 0 1 0 0,1 0 0 0 0,0 0-1 0 0,-1 0 1 0 0,1 0-1 0 0,0 0 1 0 0,-1-1 0 0 0,1 1-1 0 0,0 0 1 0 0,-1 0-1 0 0,1 0 1 0 0,0-1 0 0 0,-1 1-1 0 0,1 0 1 0 0,0 0-1 0 0,0-1 1 0 0,-1 1 0 0 0,1 0-1 0 0,0-1 1 0 0,0 1-1 0 0,-1 0 1 0 0,1-1 0 0 0,0 1-1 0 0,0 0 1 0 0,0-1-1 0 0,0 1 1 0 0,0 0 0 0 0,0-1-1 0 0,-1 1 1 0 0,1-1-1 0 0,14-5 396 0 0,25 0-239 0 0,-39 6-176 0 0,312-9 40 0 0,3 26 1236 0 0,-142-6-252 0 0,1719 40 3937 0 0,-813-42-4516 0 0,-446 0-376 0 0,174 4-68 0 0,-355-6 13 0 0,668 19-296 0 0,-867-9-101 0 0,46 1-1029 0 0,-160-11 276 0 0,33 0-300 0 0,-581-8-4503 0 0,-18-11 4241 0 0,203 3 1848 0 0,-873-7 1597 0 0,-635 32-1041 0 0,283 6-822 0 0,989 8 936 0 0,236-13-352 0 0,-204 21-411 0 0,420-38-85 0 0,-114 12-270 0 0,107-9 206 0 0,0 0-1 0 0,0 1 1 0 0,1 0 0 0 0,-1 1 0 0 0,-24 13 0 0 0,38-18 59 0 0,0 0 1 0 0,0 1 0 0 0,1-1 0 0 0,-1 0 0 0 0,0 1-1 0 0,0-1 1 0 0,1 0 0 0 0,-1 1 0 0 0,0-1 0 0 0,1 1-1 0 0,-1-1 1 0 0,0 1 0 0 0,1 0 0 0 0,-1-1-1 0 0,1 1 1 0 0,-1-1 0 0 0,1 1 0 0 0,0 0 0 0 0,-1 0-1 0 0,1-1 1 0 0,-1 1 0 0 0,1 0 0 0 0,0 0-1 0 0,0-1 1 0 0,0 1 0 0 0,-1 0 0 0 0,1 0 0 0 0,0 0-1 0 0,0-1 1 0 0,0 2 0 0 0,1 0-48 0 0,0-1 1 0 0,0 0-1 0 0,0 0 0 0 0,0 0 1 0 0,0 0-1 0 0,0 0 0 0 0,0 0 1 0 0,0 0-1 0 0,0 0 0 0 0,0 0 1 0 0,1 0-1 0 0,-1-1 0 0 0,0 1 1 0 0,1-1-1 0 0,0 1 0 0 0,10 3-362 0 0,-1 0 0 0 0,23 3 0 0 0,40 0 497 0 0,1-3 1 0 0,-1-4 0 0 0,94-11 0 0 0,-70 5 270 0 0,2473-87 3833 0 0,-492 69-3494 0 0,-917 42 1455 0 0,-536-4-1247 0 0,-176-1-1661 0 0,-705-23-1142 0 0,24 0 1655 0 0,-675 29 1512 0 0,-3 37-88 0 0,808-50-1082 0 0,-1641 150 186 0 0,-297 100 1584 0 0,1215-140-2377 0 0,597-92-2827 0 0,1107-34 4778 0 0,-603 13-821 0 0,3351-45 3285 0 0,-2398 54-3874 0 0,-4 44-13 0 0,-912-32-139 0 0,-226-13 188 0 0,132 34-1 0 0,-201-40 38 0 0,-12-4-48 0 0,1 1 0 0 0,0 0 0 0 0,0 0 0 0 0,-1 1 0 0 0,1 0 0 0 0,-1 0 1 0 0,0 1-1 0 0,1 0 0 0 0,8 6 0 0 0,-16-10-29 0 0,0 1 1 0 0,0-1 0 0 0,0 1-1 0 0,1-1 1 0 0,-1 0-1 0 0,0 1 1 0 0,0-1-1 0 0,0 1 1 0 0,0-1 0 0 0,0 0-1 0 0,0 1 1 0 0,0-1-1 0 0,0 1 1 0 0,0-1 0 0 0,0 0-1 0 0,0 1 1 0 0,0-1-1 0 0,0 1 1 0 0,0-1-1 0 0,0 0 1 0 0,0 1 0 0 0,0-1-1 0 0,-1 1 1 0 0,1-1-1 0 0,0 0 1 0 0,0 1-1 0 0,0-1 1 0 0,-1 0 0 0 0,1 1-1 0 0,0-1 1 0 0,-1 0-1 0 0,1 1 1 0 0,0-1 0 0 0,0 0-1 0 0,-1 0 1 0 0,1 1-1 0 0,-1-1 1 0 0,1 0-1 0 0,0 0 1 0 0,-1 0 0 0 0,1 0-1 0 0,0 1 1 0 0,-1-1-1 0 0,1 0 1 0 0,-1 0-1 0 0,1 0 1 0 0,0 0 0 0 0,-1 0-1 0 0,0 0 1 0 0,-25 7-187 0 0,24-7 181 0 0,-79 11-334 0 0,-102 1-1 0 0,86-7 245 0 0,-781 25-716 0 0,-2-26-495 0 0,-220 4 611 0 0,-1277 126 905 0 0,1127 21-472 0 0,1210-149 185 0 0,-39 6-110 0 0,-113 30 1 0 0,190-42 198 0 0,1 0 1 0 0,0 1-1 0 0,0-1 1 0 0,-1 0-1 0 0,1 1 1 0 0,0-1 0 0 0,0 1-1 0 0,0-1 1 0 0,-1 1-1 0 0,1 0 1 0 0,0 0 0 0 0,0-1-1 0 0,0 1 1 0 0,0 0-1 0 0,0 0 1 0 0,-1 2 0 0 0,2-3-3 0 0,0 1 1 0 0,0-1-1 0 0,0 1 1 0 0,0-1 0 0 0,1 1-1 0 0,-1-1 1 0 0,0 1 0 0 0,0-1-1 0 0,0 1 1 0 0,1-1 0 0 0,-1 0-1 0 0,0 1 1 0 0,1-1-1 0 0,-1 1 1 0 0,0-1 0 0 0,1 0-1 0 0,-1 1 1 0 0,0-1 0 0 0,1 0-1 0 0,-1 1 1 0 0,1-1 0 0 0,-1 0-1 0 0,0 0 1 0 0,1 0 0 0 0,-1 1-1 0 0,1-1 1 0 0,-1 0-1 0 0,1 0 1 0 0,46 13-167 0 0,21-2-539 0 0,130 4 0 0 0,73-18 159 0 0,-188 0 396 0 0,887-40 1428 0 0,-114 4-42 0 0,-651 32-1142 0 0,1025-20 674 0 0,199 43 684 0 0,453-56-264 0 0,-1783 35-1349 0 0,146-10-303 0 0,-179 8 35 0 0,109-26-1 0 0,-168 31 425 0 0,-1 0 0 0 0,0 0 0 0 0,0-1 0 0 0,0 0 0 0 0,0 0 0 0 0,0 0 0 0 0,-1-1 0 0 0,0 0-1 0 0,7-5 1 0 0,-11 8 17 0 0,-1 1 1 0 0,1-1-1 0 0,0 0 0 0 0,0 0 0 0 0,0 0 0 0 0,-1 0 0 0 0,1 0 0 0 0,-1 0 0 0 0,1-1 0 0 0,-1 1 0 0 0,1 0 0 0 0,-1 0 1 0 0,0 0-1 0 0,1 0 0 0 0,-1 0 0 0 0,0-1 0 0 0,0 1 0 0 0,0 0 0 0 0,0 0 0 0 0,0-1 0 0 0,0-1 0 0 0,-1 2-11 0 0,0-1 0 0 0,0 0 1 0 0,0 0-1 0 0,0 0 0 0 0,0 1 0 0 0,-1-1 0 0 0,1 0 0 0 0,0 1 0 0 0,-1-1 0 0 0,1 1 0 0 0,-1 0 0 0 0,0 0 0 0 0,0-1 1 0 0,1 1-1 0 0,-1 0 0 0 0,0 0 0 0 0,-2 0 0 0 0,-7-4-154 0 0,0 1 0 0 0,-1 0 1 0 0,1 1-1 0 0,0 0 0 0 0,-1 1 0 0 0,0 1 1 0 0,1-1-1 0 0,-1 2 0 0 0,-17 1 0 0 0,-15 2-170 0 0,-50 12 0 0 0,60-10 280 0 0,-463 70-133 0 0,-6-36-428 0 0,-5-38-195 0 0,158-2 629 0 0,-1719 37 1921 0 0,-64 23-3162 0 0,2050-57 1256 0 0,-931 2-9146 0 0,892-9 8730 0 0,-174-13 2703 0 0,351 26-1997 0 0,86 10 77 0 0,1499 10 9395 0 0,-918-27-9516 0 0,1024-23 1914 0 0,124-76-2883 0 0,-1089 12 1362 0 0,-482 26 78 0 0,-233 42-398 0 0,0-2 0 0 0,88-40 1 0 0,-150 58-135 0 0,0 1 1 0 0,0-1 0 0 0,0 0 0 0 0,0-1-1 0 0,-1 1 1 0 0,1-1 0 0 0,-1 1-1 0 0,1-1 1 0 0,-1 0 0 0 0,0 0 0 0 0,0-1-1 0 0,4-6 1 0 0,-5 6 3 0 0,-1 1 1 0 0,0-1-1 0 0,0 0 0 0 0,0 0 1 0 0,0 0-1 0 0,-1 0 0 0 0,0 0 0 0 0,1 0 1 0 0,-1 0-1 0 0,-1 0 0 0 0,1 0 1 0 0,-1 0-1 0 0,-1-7 0 0 0,1 9-55 0 0,1-1-1 0 0,-1 1 0 0 0,1-1 1 0 0,0 1-1 0 0,-1-1 1 0 0,1 1-1 0 0,0 0 1 0 0,1-1-1 0 0,-1 1 1 0 0,0-1-1 0 0,1 1 0 0 0,-1 0 1 0 0,1-1-1 0 0,0 1 1 0 0,0 0-1 0 0,2-4 1 0 0,-2 5 25 0 0,0 0 1 0 0,0 0-1 0 0,0 1 1 0 0,0-1-1 0 0,0 0 1 0 0,1 1 0 0 0,-1-1-1 0 0,0 1 1 0 0,0 0-1 0 0,1-1 1 0 0,-1 1-1 0 0,0 0 1 0 0,0 0 0 0 0,1-1-1 0 0,-1 1 1 0 0,0 0-1 0 0,1 0 1 0 0,-1 1-1 0 0,0-1 1 0 0,0 0-1 0 0,1 0 1 0 0,-1 1 0 0 0,0-1-1 0 0,0 0 1 0 0,1 1-1 0 0,-1 0 1 0 0,0-1-1 0 0,0 1 1 0 0,0-1 0 0 0,0 1-1 0 0,0 0 1 0 0,0 0-1 0 0,1 1 1 0 0,46 30-51 0 0,-27-17 2 0 0,-1-2 1 0 0,38 18 0 0 0,191 55-485 0 0,-68-29 236 0 0,-168-52 443 0 0,0 1 1 0 0,1 0 0 0 0,-2 0-1 0 0,1 1 1 0 0,22 18 0 0 0,-31-22-151 0 0,0 1 0 0 0,0 0 1 0 0,0 0-1 0 0,0 0 0 0 0,-1 0 0 0 0,0 1 1 0 0,0-1-1 0 0,0 1 0 0 0,0 0 0 0 0,-1 0 1 0 0,0 0-1 0 0,0 0 0 0 0,0 0 0 0 0,-1 0 1 0 0,0 1-1 0 0,1-1 0 0 0,-2 1 1 0 0,1 8-1 0 0,-1-1-207 0 0,-1 0 0 0 0,-3 23 0 0 0,3-33 204 0 0,0 1 0 0 0,1-1 1 0 0,-1 0-1 0 0,-1 1 0 0 0,1-1 1 0 0,0 0-1 0 0,-1 0 0 0 0,0 0 1 0 0,1 0-1 0 0,-1 0 0 0 0,-1 0 1 0 0,1 0-1 0 0,0 0 0 0 0,-1-1 1 0 0,-3 3-1 0 0,6-5 32 0 0,-1 0 0 0 0,0 0 0 0 0,1 0 0 0 0,-1 0 0 0 0,0 0-1 0 0,1-1 1 0 0,-1 1 0 0 0,0 0 0 0 0,1-1 0 0 0,-1 1 0 0 0,0 0 0 0 0,1-1 0 0 0,-1 1 0 0 0,1-1 0 0 0,-1 1-1 0 0,1-1 1 0 0,-1 1 0 0 0,1-1 0 0 0,-1 1 0 0 0,1-1 0 0 0,0 0 0 0 0,-1 0 0 0 0,0-1-49 0 0,0 1 0 0 0,0 0 0 0 0,0-1 0 0 0,0 1 0 0 0,-1 0-1 0 0,1 0 1 0 0,0 0 0 0 0,0 0 0 0 0,-1 0 0 0 0,1 0 0 0 0,-1 0 0 0 0,1 0 0 0 0,-1 1 0 0 0,1-1 0 0 0,-1 0 0 0 0,1 1 0 0 0,-4-1 0 0 0,-6 4-172 0 0,-1 0 1 0 0,1 0-1 0 0,0 1 0 0 0,0 1 1 0 0,0 0-1 0 0,-17 11 1 0 0,-16 6-149 0 0,-246 87-1089 0 0,232-93 1148 0 0,0-2 1 0 0,0-3-1 0 0,-74 5 1 0 0,-453-5 328 0 0,1-30 685 0 0,-264 0-379 0 0,-806 81-362 0 0,515-13 16 0 0,432-38 384 0 0,2-42-955 0 0,80-44-651 0 0,140 15-131 0 0,367 51 2121 0 0,-1 5 1 0 0,-138 15-1 0 0,-235 49 1644 0 0,433-53-2357 0 0,26-3 45 0 0,0 1 1 0 0,0 1 0 0 0,1 1-1 0 0,-46 18 1 0 0,76-25-191 0 0,1 1-1 0 0,-1 0 1 0 0,0 0 0 0 0,0 0 0 0 0,0 0-1 0 0,0 0 1 0 0,1 0 0 0 0,-1 0 0 0 0,1 0-1 0 0,-1 1 1 0 0,1-1 0 0 0,-1 1 0 0 0,1-1-1 0 0,0 1 1 0 0,-1 0 0 0 0,1-1 0 0 0,0 1-1 0 0,-1 2 1 0 0</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39.486"/>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1177 289 11522 0 0,'21'1'623'0'0,"-6"0"-572"0"0,1-1-1 0 0,0 0 0 0 0,-1-2 0 0 0,0 1 0 0 0,1-2 1 0 0,-1 0-1 0 0,0 0 0 0 0,15-7 0 0 0,-29 10-44 0 0,0 0 0 0 0,-1 0 0 0 0,1 0-1 0 0,-1-1 1 0 0,1 1 0 0 0,-1 0-1 0 0,1 0 1 0 0,-1 0 0 0 0,1-1 0 0 0,-1 1-1 0 0,1 0 1 0 0,-1-1 0 0 0,1 1-1 0 0,-1 0 1 0 0,1-1 0 0 0,-1 1 0 0 0,1 0-1 0 0,-1-1 1 0 0,0 1 0 0 0,1-1-1 0 0,-1 1 1 0 0,0-1 0 0 0,1 1 0 0 0,-1-1-1 0 0,0 1 1 0 0,0-1 0 0 0,0 1-1 0 0,1-1 1 0 0,-1 0 0 0 0,0 1 0 0 0,0-1-1 0 0,0 1 1 0 0,0-1 0 0 0,0 1-1 0 0,0-1 1 0 0,0 0 0 0 0,0 1 0 0 0,0-1-1 0 0,0 1 1 0 0,-1-1 0 0 0,1 1-1 0 0,0-1 1 0 0,0 1 0 0 0,0-1 0 0 0,-1 1-1 0 0,1-1 1 0 0,0 1 0 0 0,-1-1-1 0 0,1 1 1 0 0,0-1 0 0 0,-1 1 0 0 0,1-1-1 0 0,0 1 1 0 0,-1 0 0 0 0,1-1-1 0 0,-1 1 1 0 0,1 0 0 0 0,-1-1 0 0 0,1 1-1 0 0,-1-1 1 0 0,-35-15 283 0 0,9 10-338 0 0,-1 1 1 0 0,0 1-1 0 0,0 1 1 0 0,0 2 0 0 0,-37 2-1 0 0,-141 23-346 0 0,101-7-33 0 0,0 4 0 0 0,-131 45 0 0 0,225-62 416 0 0,6-3 35 0 0,1 1 0 0 0,-1-1 1 0 0,1 1-1 0 0,0 0 0 0 0,0 0 1 0 0,0 0-1 0 0,0 0 1 0 0,0 1-1 0 0,-5 4 0 0 0,9-2-6 0 0,10-4-37 0 0,10-3-203 0 0,35-13 107 0 0,-1-3 1 0 0,57-26 0 0 0,-7 2 371 0 0,73-21 245 0 0,217-89 1808 0 0,-387 150-2144 0 0,0-2 0 0 0,-1 1-1 0 0,1-1 1 0 0,-1 0 0 0 0,7-5 0 0 0,-13 9-156 0 0,0 0 0 0 0,0 0 1 0 0,0-1-1 0 0,0 1 1 0 0,0 0-1 0 0,1 0 1 0 0,-1 0-1 0 0,0 0 1 0 0,0-1-1 0 0,0 1 1 0 0,0 0-1 0 0,0 0 1 0 0,0 0-1 0 0,0 0 1 0 0,0-1-1 0 0,0 1 0 0 0,0 0 1 0 0,0 0-1 0 0,0 0 1 0 0,0-1-1 0 0,0 1 1 0 0,0 0-1 0 0,0 0 1 0 0,0 0-1 0 0,0-1 1 0 0,0 1-1 0 0,0 0 1 0 0,0 0-1 0 0,0 0 0 0 0,0 0 1 0 0,0-1-1 0 0,0 1 1 0 0,-1 0-1 0 0,1 0 1 0 0,0 0-1 0 0,0 0 1 0 0,0-1-1 0 0,0 1 1 0 0,0 0-1 0 0,-1 0 1 0 0,1 0-1 0 0,0 0 1 0 0,0 0-1 0 0,0 0 0 0 0,0 0 1 0 0,-1 0-1 0 0,1-1 1 0 0,0 1-1 0 0,0 0 1 0 0,0 0-1 0 0,-1 0 1 0 0,1 0-1 0 0,0 0 1 0 0,0 0-1 0 0,0 0 1 0 0,-1 0-1 0 0,1 0 1 0 0,0 0-1 0 0,0 0 0 0 0,0 0 1 0 0,0 0-1 0 0,-1 0 1 0 0,1 1-1 0 0,0-1 1 0 0,-17-2 211 0 0,-17 5 12 0 0,1 1 1 0 0,-1 2-1 0 0,1 2 1 0 0,-47 15 0 0 0,-3 1-445 0 0,-669 162-1594 0 0,717-177 1776 0 0,-62 18-1 0 0,87-24-24 0 0,0 1 1 0 0,0 0-1 0 0,0 1 0 0 0,1 0 0 0 0,0 1 0 0 0,0 0 0 0 0,-8 7 0 0 0,17-13 37 0 0,-1 0 0 0 0,1 1 1 0 0,-1-1-1 0 0,1 1 0 0 0,0-1 0 0 0,-1 0 0 0 0,1 1 1 0 0,-1-1-1 0 0,1 1 0 0 0,0-1 0 0 0,-1 1 0 0 0,1-1 1 0 0,0 1-1 0 0,0-1 0 0 0,0 1 0 0 0,-1 0 0 0 0,1-1 1 0 0,0 1-1 0 0,0-1 0 0 0,0 1 0 0 0,0-1 0 0 0,0 1 1 0 0,0 0-1 0 0,0-1 0 0 0,0 1 0 0 0,0-1 0 0 0,0 1 0 0 0,0-1 1 0 0,0 1-1 0 0,1 0 0 0 0,15 12-366 0 0,28 1 90 0 0,-42-14 295 0 0,74 13 456 0 0,2-4 0 0 0,147-2 0 0 0,-117-6 173 0 0,201 7 497 0 0,537 5-103 0 0,-420 4-4161 0 0,-421-17 2857 0 0,-3 0 147 0 0,1 0 0 0 0,-1 0 0 0 0,0 0-1 0 0,0 0 1 0 0,1 1 0 0 0,-1-1 0 0 0,0 0 0 0 0,0 1 0 0 0,0 0 0 0 0,0-1 0 0 0,0 1 0 0 0,0 0 0 0 0,0 0 0 0 0,0 0-1 0 0,0 1 1 0 0,0-1 0 0 0,0 0 0 0 0,1 2 0 0 0,-3-2 107 0 0,0-1 0 0 0,0 1 1 0 0,0 0-1 0 0,0-1 0 0 0,0 1 0 0 0,0-1 0 0 0,0 1 1 0 0,0-1-1 0 0,-1 1 0 0 0,1 0 0 0 0,0-1 0 0 0,0 1 0 0 0,-1-1 1 0 0,1 1-1 0 0,0-1 0 0 0,-1 1 0 0 0,1-1 0 0 0,0 1 0 0 0,-1-1 1 0 0,1 0-1 0 0,-1 1 0 0 0,1-1 0 0 0,0 1 0 0 0,-1-1 0 0 0,1 0 1 0 0,-1 0-1 0 0,0 1 0 0 0,-18 9-176 0 0,16-9 169 0 0,-60 26 727 0 0,-1-4 1 0 0,-85 19-1 0 0,45-13-51 0 0,-413 111 1509 0 0,57-17-1007 0 0,417-111-1135 0 0,-101 32 60 0 0,119-35-96 0 0,0 1 0 0 0,1 1 0 0 0,-34 22 0 0 0,57-32-31 0 0,0-1 0 0 0,0 0 0 0 0,0 1 0 0 0,0-1 1 0 0,1 1-1 0 0,-1 0 0 0 0,0-1 0 0 0,0 1 1 0 0,1 0-1 0 0,-1-1 0 0 0,0 1 0 0 0,1 0 0 0 0,-1 0 1 0 0,1 0-1 0 0,-1-1 0 0 0,1 1 0 0 0,-1 0 1 0 0,1 0-1 0 0,-1 2 0 0 0,1-3 10 0 0,1 0 1 0 0,-1 1-1 0 0,0-1 1 0 0,1 1-1 0 0,-1-1 1 0 0,0 1-1 0 0,1-1 0 0 0,-1 0 1 0 0,0 1-1 0 0,1-1 1 0 0,-1 0-1 0 0,1 1 1 0 0,-1-1-1 0 0,1 0 0 0 0,-1 0 1 0 0,1 1-1 0 0,-1-1 1 0 0,1 0-1 0 0,-1 0 1 0 0,1 0-1 0 0,-1 0 0 0 0,1 1 1 0 0,-1-1-1 0 0,2 0 1 0 0,41 1-1020 0 0,91-13 1154 0 0,162-37 0 0 0,-161 24 365 0 0,627-91 3264 0 0,4 50-1361 0 0,-679 62-2297 0 0,215-2-285 0 0,-282 9-561 0 0,-33 1-211 0 0,-34 2-188 0 0,-462 31-1166 0 0,-163 18 2398 0 0,-151 91 643 0 0,545-90-459 0 0,-56 23-109 0 0,219-49-61 0 0,86-23-5 0 0,15-5 9 0 0,1 1 0 0 0,-1 0 0 0 0,1 2-1 0 0,0-1 1 0 0,0 1 0 0 0,0 1 0 0 0,-15 10 0 0 0,27-16-44 0 0,1 1 1 0 0,-1-1 0 0 0,1 0-1 0 0,-1 1 1 0 0,1-1-1 0 0,-1 1 1 0 0,1-1 0 0 0,-1 1-1 0 0,1-1 1 0 0,-1 1 0 0 0,1-1-1 0 0,0 1 1 0 0,-1-1-1 0 0,1 1 1 0 0,0-1 0 0 0,0 1-1 0 0,-1-1 1 0 0,1 1-1 0 0,0 0 1 0 0,0-1 0 0 0,0 1-1 0 0,0-1 1 0 0,0 1-1 0 0,-1 0 1 0 0,1-1 0 0 0,0 1-1 0 0,1 0 1 0 0,-1 0 0 0 0,0 0 10 0 0,1 0 1 0 0,0 0-1 0 0,-1 0 1 0 0,1 0-1 0 0,0 0 1 0 0,0 0-1 0 0,0 0 1 0 0,0 0-1 0 0,0-1 1 0 0,0 1-1 0 0,0 0 1 0 0,0-1 0 0 0,0 1-1 0 0,1 0 1 0 0,40 12 317 0 0,0-6-265 0 0,0-2 0 0 0,65 0 0 0 0,90-13 334 0 0,-122 4-251 0 0,1613-102 1094 0 0,-467 36-1816 0 0,-1192 69 295 0 0,1 1 0 0 0,-1 2 0 0 0,0 1 0 0 0,54 12 0 0 0,-81-15 196 0 0,0 0-1 0 0,-1 1 1 0 0,1-1-1 0 0,0 1 1 0 0,-1 0-1 0 0,1-1 1 0 0,-1 1-1 0 0,1 0 1 0 0,-1 0-1 0 0,1 0 1 0 0,-1 0-1 0 0,0 0 1 0 0,1 0-1 0 0,-1 0 1 0 0,0 1-1 0 0,0-1 1 0 0,2 2-1 0 0,-3-2 32 0 0,0 0 0 0 0,0-1 0 0 0,0 1 0 0 0,0 0 1 0 0,0 0-1 0 0,0-1 0 0 0,0 1 0 0 0,0 0 0 0 0,0 0 0 0 0,-1-1 0 0 0,1 1 0 0 0,0 0 0 0 0,0 0 0 0 0,-1-1 1 0 0,1 1-1 0 0,0 0 0 0 0,-1-1 0 0 0,1 1 0 0 0,-1 0 0 0 0,1-1 0 0 0,-1 1 0 0 0,1-1 0 0 0,-1 1 0 0 0,1 0 0 0 0,-2 0 1 0 0,-5 4-41 0 0,1-1 0 0 0,-1 1 0 0 0,-1-1 0 0 0,1 0 0 0 0,-12 3 0 0 0,-330 106 962 0 0,-10-23-400 0 0,3-2 98 0 0,-341 111 1044 0 0,556-154-1557 0 0,3 6-1 0 0,-150 79 0 0 0,273-122-74 0 0,-71 39 0 0 0,76-40 0 0 0,0-1 0 0 0,0 2 0 0 0,1-1 0 0 0,1 1 0 0 0,-1 1 0 0 0,-7 9 0 0 0,15-17-2 0 0,0 0 0 0 0,0 1 0 0 0,0-1-1 0 0,0 0 1 0 0,0 1 0 0 0,0-1 0 0 0,0 1 0 0 0,1-1-1 0 0,-1 1 1 0 0,0-1 0 0 0,1 1 0 0 0,0-1 0 0 0,-1 1 0 0 0,1 0-1 0 0,0-1 1 0 0,0 1 0 0 0,-1 0 0 0 0,1-1 0 0 0,1 1-1 0 0,-1 0 1 0 0,0-1 0 0 0,0 1 0 0 0,1-1 0 0 0,-1 1-1 0 0,1 2 1 0 0,1-2-6 0 0,0 0-1 0 0,-1 0 1 0 0,1 0-1 0 0,0 0 1 0 0,0-1-1 0 0,0 1 1 0 0,0 0-1 0 0,0-1 1 0 0,1 1-1 0 0,-1-1 1 0 0,0 0-1 0 0,1 0 0 0 0,-1 0 1 0 0,4 1-1 0 0,9 2-44 0 0,1 0 0 0 0,0-1 0 0 0,30 2 0 0 0,53-4 123 0 0,0-4 0 0 0,102-17 0 0 0,-121 11-11 0 0,1437-214-1115 0 0,-1481 216 540 0 0,68-25 0 0 0,-104 33 499 0 0,0-1 0 0 0,0 0 1 0 0,0 0-1 0 0,1 0 1 0 0,-1 0-1 0 0,0 0 1 0 0,0 0-1 0 0,0 0 0 0 0,0 0 1 0 0,1 0-1 0 0,-1 0 1 0 0,0 0-1 0 0,0 0 0 0 0,0 0 1 0 0,0 0-1 0 0,1 0 1 0 0,-1 0-1 0 0,0 0 0 0 0,0 0 1 0 0,0-1-1 0 0,0 1 1 0 0,1 0-1 0 0,-1 0 0 0 0,0 0 1 0 0,0 0-1 0 0,0 0 1 0 0,0 0-1 0 0,0 0 1 0 0,0 0-1 0 0,1-1 0 0 0,-1 1 1 0 0,0 0-1 0 0,0 0 1 0 0,0 0-1 0 0,0 0 0 0 0,0 0 1 0 0,0-1-1 0 0,0 1 1 0 0,0 0-1 0 0,0 0 0 0 0,0 0 1 0 0,0 0-1 0 0,0-1 1 0 0,0 1-1 0 0,0 0 0 0 0,0 0 1 0 0,0 0-1 0 0,0 0 1 0 0,0-1-1 0 0,0 1 1 0 0,0 0-1 0 0,0 0 0 0 0,0 0 1 0 0,0 0-1 0 0,0-1 1 0 0,0 1-1 0 0,-14-2-398 0 0,-30 1 134 0 0,40 1 202 0 0,-351 14-227 0 0,2 14 0 0 0,1 16 0 0 0,-384 100 0 0 0,523-84 16 0 0,4 9 0 0 0,-206 100 1 0 0,377-153 451 0 0,1 2 1 0 0,0 1 0 0 0,1 2-1 0 0,-46 36 1 0 0,80-56-133 0 0,1 0 0 0 0,0 0 1 0 0,-1 0-1 0 0,1 0 0 0 0,0 0 0 0 0,0 0 0 0 0,0 1 0 0 0,0-1 1 0 0,0 0-1 0 0,0 1 0 0 0,0-1 0 0 0,0 0 0 0 0,1 1 1 0 0,-1-1-1 0 0,0 1 0 0 0,1-1 0 0 0,-1 1 0 0 0,1 0 0 0 0,0-1 1 0 0,-1 3-1 0 0,2-3 11 0 0,-1 0 0 0 0,0 0 1 0 0,1 0-1 0 0,-1 0 0 0 0,1 0 1 0 0,0 0-1 0 0,-1 0 0 0 0,1 0 1 0 0,0 0-1 0 0,0 0 0 0 0,-1 0 1 0 0,1-1-1 0 0,0 1 0 0 0,0 0 1 0 0,0-1-1 0 0,0 1 0 0 0,0-1 1 0 0,0 1-1 0 0,0-1 0 0 0,0 1 1 0 0,2 0-1 0 0,7 2 167 0 0,1-1 1 0 0,0 0-1 0 0,0 0 0 0 0,15 0 1 0 0,36-2 305 0 0,0-2 1 0 0,120-21-1 0 0,-119 14-297 0 0,529-87 210 0 0,-122 18-254 0 0,193-37-618 0 0,-539 92 86 0 0,-2-5 0 0 0,0-6 0 0 0,146-61 1 0 0,-263 93 333 0 0,3-1-28 0 0,-1 0 1 0 0,1 0-1 0 0,-1-1 0 0 0,0 0 0 0 0,0 0 1 0 0,-1-1-1 0 0,1 0 0 0 0,-1 0 0 0 0,10-11 1 0 0,-15 15 40 0 0,-1 1 0 0 0,1-1 0 0 0,-1 0 0 0 0,1 1 0 0 0,-1-1 0 0 0,1 0 0 0 0,-1 1 0 0 0,0-1 0 0 0,1 0 0 0 0,-1 0 0 0 0,0 0 0 0 0,0 1 0 0 0,0-1 0 0 0,0 0 0 0 0,0 0 0 0 0,0 0 0 0 0,0 0 0 0 0,0 1 0 0 0,0-1 0 0 0,0 0 0 0 0,0 0 0 0 0,0 0 0 0 0,0 0 0 0 0,-1 1 0 0 0,1-1 0 0 0,-1-1 0 0 0,0 1-4 0 0,0-1-1 0 0,0 1 0 0 0,0-1 1 0 0,-1 1-1 0 0,1 0 0 0 0,-1-1 0 0 0,1 1 1 0 0,-1 0-1 0 0,1 0 0 0 0,-1 0 0 0 0,-2-1 1 0 0,-4-1-39 0 0,-1 0 0 0 0,0 0-1 0 0,-16-4 1 0 0,-27-1 190 0 0,-1 3 0 0 0,0 1 0 0 0,-84 6 0 0 0,-161 30-850 0 0,258-27 473 0 0,-1013 202-4796 0 0,678-117 4646 0 0,-606 158 1354 0 0,965-243-906 0 0,-37 8 287 0 0,1 4 1 0 0,1 1-1 0 0,-77 40 1 0 0,123-56-258 0 0,1 1 1 0 0,-1 0-1 0 0,0 0 0 0 0,1 0 1 0 0,0 1-1 0 0,0 0 0 0 0,0 0 0 0 0,0 0 1 0 0,-3 5-1 0 0,6-8-57 0 0,0 1 0 0 0,1 0 0 0 0,-1-1 0 0 0,1 1 0 0 0,-1-1 0 0 0,1 1-1 0 0,0 0 1 0 0,0-1 0 0 0,0 1 0 0 0,0-1 0 0 0,0 1 0 0 0,0 0 0 0 0,0-1 0 0 0,0 1 0 0 0,1 0 0 0 0,-1-1-1 0 0,0 1 1 0 0,1-1 0 0 0,0 1 0 0 0,-1-1 0 0 0,1 1 0 0 0,0-1 0 0 0,0 1 0 0 0,0-1 0 0 0,0 0 0 0 0,0 1-1 0 0,0-1 1 0 0,0 0 0 0 0,0 0 0 0 0,0 0 0 0 0,1 0 0 0 0,-1 0 0 0 0,3 1 0 0 0,5 5 6 0 0,0-1 0 0 0,1 0 0 0 0,0-1 1 0 0,0 0-1 0 0,0 0 0 0 0,1-1 0 0 0,-1-1 0 0 0,1 0 1 0 0,14 3-1 0 0,16 0-335 0 0,47 2 1 0 0,-71-7 258 0 0,110 4 220 0 0,218-21 0 0 0,126-45 136 0 0,1328-169-251 0 0,-1784 229-80 0 0,32-4-136 0 0,2 1-1 0 0,78 7 1 0 0,-122 0-354 0 0,-13 2 141 0 0,-16 4-163 0 0,-126 38 348 0 0,-975 300-776 0 0,504-137 1025 0 0,449-140 1648 0 0,-246 142 0 0 0,406-205-1622 0 0,-21 11 219 0 0,0 3 1 0 0,1 0-1 0 0,-39 35 0 0 0,70-54-304 0 0,-1-1-1 0 0,0 0 1 0 0,1 1-1 0 0,0-1 1 0 0,-1 1 0 0 0,1 0-1 0 0,0 0 1 0 0,0-1-1 0 0,-1 1 1 0 0,1 0-1 0 0,1 0 1 0 0,-1 0-1 0 0,0 0 1 0 0,0 0 0 0 0,1 0-1 0 0,-1 3 1 0 0,1-4-10 0 0,1 0 1 0 0,-1 0 0 0 0,1 0 0 0 0,0 0-1 0 0,-1 0 1 0 0,1 0 0 0 0,0 0 0 0 0,0 0-1 0 0,-1 0 1 0 0,1 0 0 0 0,0-1 0 0 0,0 1-1 0 0,0 0 1 0 0,0-1 0 0 0,0 1 0 0 0,0 0-1 0 0,0-1 1 0 0,0 1 0 0 0,0-1-1 0 0,0 0 1 0 0,1 1 0 0 0,-1-1 0 0 0,0 0-1 0 0,0 0 1 0 0,0 0 0 0 0,0 0 0 0 0,1 0-1 0 0,-1 0 1 0 0,0 0 0 0 0,2 0 0 0 0,37-1-168 0 0,-1-2 0 0 0,1-2 0 0 0,-1-1 0 0 0,58-18 0 0 0,-31 9 260 0 0,439-116 505 0 0,-15 4 348 0 0,-329 93-699 0 0,175-15 0 0 0,-318 48-245 0 0,2-2-16 0 0,0 2 0 0 0,0 0-1 0 0,35 4 1 0 0,-54-3-5 0 0,-1 0-1 0 0,0 0 1 0 0,1 0 0 0 0,-1 0-1 0 0,0 0 1 0 0,1 0-1 0 0,-1 0 1 0 0,0 0 0 0 0,1 0-1 0 0,-1 0 1 0 0,0 0 0 0 0,1 1-1 0 0,-1-1 1 0 0,0 0-1 0 0,1 0 1 0 0,-1 0 0 0 0,0 0-1 0 0,1 1 1 0 0,-1-1-1 0 0,0 0 1 0 0,0 0 0 0 0,1 0-1 0 0,-1 1 1 0 0,0-1-1 0 0,0 0 1 0 0,0 1 0 0 0,1-1-1 0 0,-1 0 1 0 0,0 0-1 0 0,0 1 1 0 0,0-1 0 0 0,0 0-1 0 0,0 1 1 0 0,1-1 0 0 0,-10 11-433 0 0,-23 8-134 0 0,29-17 487 0 0,-321 141-1152 0 0,275-124 1371 0 0,-374 132 345 0 0,389-140-432 0 0,-133 39 199 0 0,79-26 188 0 0,-90 39-1 0 0,170-60-345 0 0,-36 18 340 0 0,42-20-363 0 0,0 0 0 0 0,1 0 0 0 0,-1 0 0 0 0,1 0 0 0 0,-1 0 0 0 0,1 0 0 0 0,-1 1 0 0 0,1-1 0 0 0,0 0 0 0 0,-1 1 0 0 0,1-1 0 0 0,0 1 0 0 0,0-1 0 0 0,0 1 0 0 0,0 0 0 0 0,0-1 0 0 0,1 1 0 0 0,-1 0 0 0 0,-1 3 0 0 0,3-3-39 0 0,-1-1 0 0 0,0 0-1 0 0,0 0 1 0 0,1 0 0 0 0,-1 0 0 0 0,1 0 0 0 0,-1 0 0 0 0,1 0 0 0 0,-1 0-1 0 0,1 0 1 0 0,-1 0 0 0 0,1 0 0 0 0,0 0 0 0 0,0 0 0 0 0,0-1 0 0 0,-1 1-1 0 0,1 0 1 0 0,0-1 0 0 0,0 1 0 0 0,0 0 0 0 0,0-1 0 0 0,0 1 0 0 0,2 0-1 0 0,28 10 62 0 0,-27-10-54 0 0,24 6 2 0 0,1-1 0 0 0,-1-2 0 0 0,49 2-1 0 0,91-9 64 0 0,-97 0-50 0 0,416-44-408 0 0,-267 19 271 0 0,-207 26 123 0 0,-9 1-16 0 0,0 0 1 0 0,0 0-1 0 0,0 1 0 0 0,0-1 0 0 0,0 1 1 0 0,0 0-1 0 0,0 0 0 0 0,0 0 1 0 0,0 1-1 0 0,0 0 0 0 0,0-1 0 0 0,0 1 1 0 0,4 2-1 0 0,-8-2-6 0 0,0-1 0 0 0,1 1 0 0 0,-1-1 0 0 0,0 1 1 0 0,0-1-1 0 0,0 1 0 0 0,1-1 0 0 0,-1 1 0 0 0,0-1 0 0 0,0 1 0 0 0,0-1 0 0 0,0 1 1 0 0,0-1-1 0 0,0 1 0 0 0,0-1 0 0 0,0 1 0 0 0,-1-1 0 0 0,1 1 0 0 0,0-1 1 0 0,0 1-1 0 0,0-1 0 0 0,-1 1 0 0 0,1-1 0 0 0,0 1 0 0 0,0-1 0 0 0,-1 1 0 0 0,1-1 1 0 0,0 1-1 0 0,-1-1 0 0 0,1 0 0 0 0,0 1 0 0 0,-1-1 0 0 0,1 0 0 0 0,-1 1 0 0 0,1-1 1 0 0,-1 0-1 0 0,1 1 0 0 0,-2-1 0 0 0,-19 15-125 0 0,20-15 119 0 0,-51 28-236 0 0,0-2 1 0 0,-103 34-1 0 0,65-33-33 0 0,-95 15-1 0 0,101-28 42 0 0,-166 6-1 0 0,192-20 209 0 0,0-3 0 0 0,1-2 0 0 0,-101-22 0 0 0,129 19-96 0 0,1 0 1 0 0,0-1-1 0 0,1-2 1 0 0,0-1-1 0 0,0-1 0 0 0,2-2 1 0 0,-32-22-1 0 0,45 28-2 0 0,0 0 0 0 0,1-1 0 0 0,1 0 0 0 0,0-1 0 0 0,0 0 0 0 0,1-1 0 0 0,1 0 1 0 0,0-1-1 0 0,0 1 0 0 0,1-1 0 0 0,1-1 0 0 0,0 1 0 0 0,1-1 0 0 0,0 0 0 0 0,2 0 0 0 0,-4-21 0 0 0,4 8 73 0 0,2 1-1 0 0,2-1 1 0 0,0 1 0 0 0,1 0-1 0 0,2-1 1 0 0,10-41 0 0 0,60-152 219 0 0,-57 172-121 0 0,29-73 34 0 0,50-148 282 0 0,-79 212-286 0 0,-2-1 0 0 0,11-104 1 0 0,-25 150-52 0 0,0 0 0 0 0,-1-1 0 0 0,-1 1 0 0 0,0 0 0 0 0,-1-1 0 0 0,0 1 0 0 0,0 0 0 0 0,-2 0 0 0 0,1 1 0 0 0,-2-1 0 0 0,1 1 0 0 0,-8-13 0 0 0,7 16-5 0 0,-1-1 1 0 0,0 1-1 0 0,0 0 1 0 0,-1 1 0 0 0,0 0-1 0 0,0 0 1 0 0,0 0-1 0 0,-1 1 1 0 0,0 0-1 0 0,-1 1 1 0 0,1-1-1 0 0,-1 2 1 0 0,0-1-1 0 0,0 1 1 0 0,-14-4-1 0 0,3 4-59 0 0,1 1-1 0 0,-1 0 1 0 0,1 1-1 0 0,-1 2 1 0 0,0 0-1 0 0,1 0 1 0 0,-1 2-1 0 0,0 1 1 0 0,1 0 0 0 0,0 2-1 0 0,0 0 1 0 0,0 1-1 0 0,0 0 1 0 0,1 2-1 0 0,0 0 1 0 0,1 2-1 0 0,-27 17 1 0 0,43-26 54 0 0,-1 0 0 0 0,0 1 0 0 0,1-1 0 0 0,-1 1 0 0 0,1-1 0 0 0,-1 1 0 0 0,1-1 0 0 0,0 1 0 0 0,0 0 0 0 0,0 0 0 0 0,-2 3 0 0 0,3-5-16 0 0,0 1 0 0 0,-1 0 0 0 0,1 0 1 0 0,0-1-1 0 0,0 1 0 0 0,0 0 0 0 0,0 0 0 0 0,0-1 0 0 0,0 1 0 0 0,0 0 0 0 0,0-1 0 0 0,0 1 0 0 0,1 0 0 0 0,-1 0 0 0 0,0-1 1 0 0,0 1-1 0 0,1 0 0 0 0,-1-1 0 0 0,0 1 0 0 0,1 0 0 0 0,-1-1 0 0 0,0 1 0 0 0,1 0 0 0 0,1 0-29 0 0,0 0 0 0 0,-1 0 1 0 0,1 0-1 0 0,0 0 0 0 0,0 0 0 0 0,0 0 0 0 0,0 0 0 0 0,0-1 1 0 0,0 1-1 0 0,0-1 0 0 0,0 1 0 0 0,0-1 0 0 0,0 0 0 0 0,0 0 1 0 0,0 0-1 0 0,0 0 0 0 0,0 0 0 0 0,0 0 0 0 0,0-1 0 0 0,0 1 1 0 0,4-2-1 0 0,31-11-36 0 0,-1-2 0 0 0,-1-1 0 0 0,39-24 0 0 0,10-4 524 0 0,296-118-226 0 0,-192 87-327 0 0,-138 55-24 0 0,-26 11-32 0 0,0 0-1 0 0,-1-2 1 0 0,41-25-1 0 0,-63 36 145 0 0,-1 0-1 0 0,0 0 0 0 0,1 0 0 0 0,-1 0 0 0 0,0 0 0 0 0,0 0 1 0 0,1-1-1 0 0,-1 1 0 0 0,0 0 0 0 0,1 0 0 0 0,-1 0 0 0 0,0 0 1 0 0,0-1-1 0 0,1 1 0 0 0,-1 0 0 0 0,0 0 0 0 0,0-1 1 0 0,0 1-1 0 0,1 0 0 0 0,-1 0 0 0 0,0-1 0 0 0,0 1 0 0 0,0 0 1 0 0,0 0-1 0 0,1-1 0 0 0,-1 1 0 0 0,0 0 0 0 0,0-1 0 0 0,0 1 1 0 0,0 0-1 0 0,0-1 0 0 0,0 1 0 0 0,0 0 0 0 0,0-1 1 0 0,0 1-1 0 0,0 0 0 0 0,0-1 0 0 0,0 1 0 0 0,0 0 0 0 0,0-1 1 0 0,-1 1-1 0 0,1 0 0 0 0,0 0 0 0 0,0-1 0 0 0,0 1 1 0 0,0 0-1 0 0,0-1 0 0 0,-1 1 0 0 0,1 0 0 0 0,0-1 0 0 0,-23-4 134 0 0,-31 4 378 0 0,-23 8-10 0 0,0 4 1 0 0,-92 24 0 0 0,83-15-408 0 0,-114 11 0 0 0,164-28-52 0 0,-79 4 31 0 0,103-7-123 0 0,1-1 0 0 0,-1 0 0 0 0,0-1 1 0 0,1 0-1 0 0,-1 0 0 0 0,1-1 0 0 0,-15-6 0 0 0,24 8-13 0 0,0 0-1 0 0,0 0 1 0 0,0 0-1 0 0,0 0 0 0 0,0-1 1 0 0,0 1-1 0 0,1 0 1 0 0,-1-1-1 0 0,0 0 0 0 0,1 1 1 0 0,-1-1-1 0 0,1 0 1 0 0,-1 0-1 0 0,1 0 0 0 0,0 1 1 0 0,0-2-1 0 0,0 1 1 0 0,0 0-1 0 0,0 0 0 0 0,0 0 1 0 0,0-3-1 0 0,1 1 1 0 0,-1-1-1 0 0,1 1 0 0 0,1 0 1 0 0,-1 0-1 0 0,1 0 1 0 0,-1 0-1 0 0,1 0 1 0 0,0 0-1 0 0,0 1 0 0 0,1-1 1 0 0,2-5-1 0 0,3-4 72 0 0,0 0 0 0 0,2 0 0 0 0,-1 1-1 0 0,1 0 1 0 0,17-16 0 0 0,-16 18 103 0 0,0 1 1 0 0,1 1-1 0 0,20-14 0 0 0,-27 20-37 0 0,-1-1-1 0 0,1 1 1 0 0,0 1 0 0 0,0-1-1 0 0,0 0 1 0 0,0 1 0 0 0,0 0 0 0 0,0 0-1 0 0,0 0 1 0 0,0 1 0 0 0,1-1-1 0 0,-1 1 1 0 0,0 0 0 0 0,0 0-1 0 0,0 0 1 0 0,6 2 0 0 0,-9-2-53 0 0,0 0 1 0 0,-1 0-1 0 0,1 0 0 0 0,0 0 1 0 0,-1 1-1 0 0,1-1 1 0 0,0 0-1 0 0,-1 0 1 0 0,1 1-1 0 0,-1-1 0 0 0,1 1 1 0 0,0-1-1 0 0,-1 0 1 0 0,1 1-1 0 0,-1-1 0 0 0,1 1 1 0 0,-1-1-1 0 0,1 1 1 0 0,-1 0-1 0 0,0-1 0 0 0,1 1 1 0 0,-1-1-1 0 0,0 1 1 0 0,1 0-1 0 0,-1-1 1 0 0,0 1-1 0 0,0 0 0 0 0,1 0 1 0 0,-2 0-21 0 0,1 1-1 0 0,0-1 1 0 0,0 0 0 0 0,-1 0 0 0 0,1 1 0 0 0,-1-1-1 0 0,1 0 1 0 0,-1 0 0 0 0,0 0 0 0 0,1 0 0 0 0,-1 0 0 0 0,0 0-1 0 0,0 0 1 0 0,-1 1 0 0 0,-3 3-157 0 0,0 0 1 0 0,0 0-1 0 0,-1-1 0 0 0,-8 5 0 0 0,-4 1 134 0 0,-1-2 0 0 0,1 0 0 0 0,-1-1-1 0 0,-1-1 1 0 0,1 0 0 0 0,-1-2 0 0 0,0 0 0 0 0,-38 1-1 0 0,57-5 38 0 0,0 0-1 0 0,1 1 0 0 0,-1-1 1 0 0,0 0-1 0 0,1 0 0 0 0,-1 0 0 0 0,0 0 1 0 0,1 0-1 0 0,-1 0 0 0 0,0 0 1 0 0,1 0-1 0 0,-1-1 0 0 0,0 1 1 0 0,1 0-1 0 0,-1 0 0 0 0,0 0 0 0 0,1-1 1 0 0,-1 1-1 0 0,1 0 0 0 0,-1-1 1 0 0,0 1-1 0 0,1-1 0 0 0,-1 1 1 0 0,1-1-1 0 0,-1 1 0 0 0,1 0 0 0 0,-1-1 1 0 0,1 0-1 0 0,-1 0 0 0 0,1 0-17 0 0,0 0-1 0 0,1 0 0 0 0,-1 0 0 0 0,0 0 0 0 0,1 0 0 0 0,-1 0 1 0 0,1 0-1 0 0,-1 0 0 0 0,1 0 0 0 0,-1 0 0 0 0,1 0 0 0 0,0 0 1 0 0,-1 1-1 0 0,1-1 0 0 0,0 0 0 0 0,1 0 0 0 0,36-28-513 0 0,-2 8 356 0 0,2 2-1 0 0,0 2 1 0 0,78-25 0 0 0,127-16 502 0 0,-231 56-317 0 0,134-22 122 0 0,-128 22-91 0 0,0 1 0 0 0,0 1-1 0 0,1 1 1 0 0,-1 0 0 0 0,34 7 0 0 0,-51-8-43 0 0,0 0 1 0 0,0 0 0 0 0,1 1-1 0 0,-1-1 1 0 0,0 0 0 0 0,0 0-1 0 0,0 1 1 0 0,0-1 0 0 0,0 1 0 0 0,0-1-1 0 0,0 0 1 0 0,0 1 0 0 0,0 0-1 0 0,0-1 1 0 0,-1 1 0 0 0,1 0-1 0 0,0-1 1 0 0,0 1 0 0 0,0 0 0 0 0,-1 0-1 0 0,1 0 1 0 0,0 0 0 0 0,-1 0-1 0 0,1 0 1 0 0,-1 0 0 0 0,1 0-1 0 0,-1 1 1 0 0,0-1-3 0 0,0 1-1 0 0,-1-1 1 0 0,1 1-1 0 0,-1-1 1 0 0,1 0 0 0 0,-1 0-1 0 0,0 1 1 0 0,0-1-1 0 0,0 0 1 0 0,1 0-1 0 0,-1 0 1 0 0,0 0-1 0 0,0 1 1 0 0,-1-1 0 0 0,1-1-1 0 0,0 1 1 0 0,-1 1-1 0 0,-11 6-25 0 0,0 0 0 0 0,-24 11 0 0 0,35-18 21 0 0,-44 18 452 0 0,-1-1 0 0 0,-74 17 0 0 0,-101 9 1351 0 0,-65 16-217 0 0,265-53-1559 0 0,-128 32 63 0 0,124-34-74 0 0,0-1 0 0 0,0-1 0 0 0,-47 0 0 0 0,72-3-6 0 0,0 0 1 0 0,0 0 0 0 0,0 0 0 0 0,0 0-1 0 0,0 0 1 0 0,0 0 0 0 0,0 0 0 0 0,0-1 0 0 0,0 1-1 0 0,1 0 1 0 0,-1 0 0 0 0,0-1 0 0 0,0 1 0 0 0,0 0-1 0 0,0-1 1 0 0,1 1 0 0 0,-1-1 0 0 0,-1 0-1 0 0,9-8 156 0 0,30-9-103 0 0,-33 16-124 0 0,474-223-4062 0 0,-410 192 4474 0 0,2 3-1 0 0,0 3 0 0 0,124-38 2862 0 0,-240 63-2041 0 0,35 2-1060 0 0,-49-3 141 0 0,20 0 347 0 0,-69 4 0 0 0,91 6-498 0 0,18-7-102 0 0,0 0-1 0 0,0 1 0 0 0,-1-1 0 0 0,1 0 0 0 0,0 1 0 0 0,0-1 0 0 0,0 1 0 0 0,0-1 0 0 0,0 0 0 0 0,-1 1 0 0 0,1-1 0 0 0,0 1 0 0 0,0-1 0 0 0,0 0 0 0 0,0 1 0 0 0,0-1 0 0 0,0 1 1 0 0,0-1-1 0 0,1 0 0 0 0,-1 1 0 0 0,0-1 0 0 0,0 1 0 0 0,0-1 0 0 0,0 0 0 0 0,0 1 0 0 0,1 0 0 0 0,1 2-266 0 0,1 0 1 0 0,-1 0-1 0 0,1 0 0 0 0,-1 0 1 0 0,1 0-1 0 0,0-1 0 0 0,4 3 1 0 0</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45.23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1670 280 10594 0 0,'2'-3'-30'0'0,"-1"-1"0"0"0,0 1-1 0 0,0-1 1 0 0,0 1-1 0 0,0-1 1 0 0,-1 0 0 0 0,0 1-1 0 0,1-1 1 0 0,-1 0-1 0 0,0 1 1 0 0,-1-1 0 0 0,1 1-1 0 0,-1-1 1 0 0,0 0 0 0 0,1 1-1 0 0,-1-1 1 0 0,-1 1-1 0 0,1-1 1 0 0,-1 1 0 0 0,1 0-1 0 0,-1 0 1 0 0,-4-6-1 0 0,2 2 23 0 0,0 1-1 0 0,-1 1 1 0 0,1-1-1 0 0,-1 0 1 0 0,0 1-1 0 0,-1 0 1 0 0,1 1-1 0 0,-1-1 1 0 0,0 1-1 0 0,0 0 1 0 0,-9-4-1 0 0,3 2-52 0 0,0 1 0 0 0,-1 1-1 0 0,1 0 1 0 0,-1 1 0 0 0,-22-3 0 0 0,-2 3-291 0 0,1 2 0 0 0,-1 1 0 0 0,-58 8 0 0 0,-16 9 89 0 0,1 5 0 0 0,-139 47 1 0 0,-205 96-223 0 0,125-29 2072 0 0,327-135-1448 0 0,-1 0 0 0 0,1 0-1 0 0,-1 0 1 0 0,1 0 0 0 0,0 1-1 0 0,-1-1 1 0 0,1 1 0 0 0,0 0-1 0 0,0-1 1 0 0,0 1 0 0 0,0 0-1 0 0,1 0 1 0 0,-4 4 0 0 0,5-6-85 0 0,0 1 1 0 0,0-1 0 0 0,0 1 0 0 0,0-1 0 0 0,0 1-1 0 0,-1-1 1 0 0,1 1 0 0 0,0-1 0 0 0,0 1-1 0 0,0-1 1 0 0,0 1 0 0 0,1-1 0 0 0,-1 1 0 0 0,0-1-1 0 0,0 1 1 0 0,0-1 0 0 0,0 1 0 0 0,0-1-1 0 0,1 1 1 0 0,-1-1 0 0 0,0 0 0 0 0,0 1 0 0 0,1-1-1 0 0,-1 1 1 0 0,0-1 0 0 0,1 1 0 0 0,21 9 652 0 0,-4-6-639 0 0,1-1 0 0 0,0-1 1 0 0,0-1-1 0 0,-1 0 0 0 0,1-1 0 0 0,0-2 0 0 0,28-4 1 0 0,130-39-305 0 0,-159 40 218 0 0,715-245-351 0 0,-521 159 572 0 0,-165 67-150 0 0,-1-1 1 0 0,58-44 0 0 0,-96 63-54 0 0,-4 4 0 0 0,0-1 0 0 0,0 1 0 0 0,0-1 0 0 0,-1 0 0 0 0,0 0 0 0 0,1-1 0 0 0,-1 1 0 0 0,0-1 0 0 0,-1 1 0 0 0,5-7 0 0 0,-7 9-1 0 0,0 1 0 0 0,0 0 1 0 0,0-1-1 0 0,0 1 0 0 0,0-1 0 0 0,0 1 1 0 0,0 0-1 0 0,0-1 0 0 0,-1 1 1 0 0,1 0-1 0 0,0-1 0 0 0,0 1 0 0 0,0 0 1 0 0,0 0-1 0 0,0-1 0 0 0,-1 1 1 0 0,1 0-1 0 0,0-1 0 0 0,0 1 0 0 0,-1 0 1 0 0,1 0-1 0 0,0-1 0 0 0,0 1 0 0 0,-1 0 1 0 0,1 0-1 0 0,0 0 0 0 0,-1-1 1 0 0,1 1-1 0 0,0 0 0 0 0,-1 0 0 0 0,1 0 1 0 0,0 0-1 0 0,-1 0 0 0 0,1 0 1 0 0,0 0-1 0 0,-1 0 0 0 0,1 0 0 0 0,0 0 1 0 0,-1 0-1 0 0,1 0 0 0 0,0 0 1 0 0,-1 0-1 0 0,1 0 0 0 0,-1 0 0 0 0,-19 2-9 0 0,19-2 15 0 0,-28 5 210 0 0,1 2-1 0 0,0 1 0 0 0,-43 18 1 0 0,-81 46-38 0 0,111-51-214 0 0,-96 47-5 0 0,4 7 0 0 0,-231 170 1 0 0,361-243 44 0 0,-179 149 315 0 0,137-111-40 0 0,-75 90 1 0 0,109-117-193 0 0,1 1 0 0 0,0 1-1 0 0,1 0 1 0 0,1 0-1 0 0,0 1 1 0 0,1 0-1 0 0,0 0 1 0 0,-5 23-1 0 0,11-33-59 0 0,0 1 1 0 0,0-1-1 0 0,0 1 0 0 0,1-1 0 0 0,0 1 0 0 0,0-1 0 0 0,0 1 0 0 0,1-1 0 0 0,0 1 1 0 0,1-1-1 0 0,-1 1 0 0 0,1-1 0 0 0,0 0 0 0 0,1 0 0 0 0,-1 0 0 0 0,1 0 0 0 0,1 0 1 0 0,-1-1-1 0 0,1 1 0 0 0,0-1 0 0 0,0 0 0 0 0,0 0 0 0 0,1 0 0 0 0,10 7 0 0 0,-3-3 29 0 0,2-1 0 0 0,-1 0 0 0 0,1-1 0 0 0,1-1 0 0 0,-1 0 0 0 0,1-1 0 0 0,0-1 0 0 0,0 0 0 0 0,0-1 0 0 0,1 0-1 0 0,29 0 1 0 0,14-2 344 0 0,101-12 0 0 0,-6-9 190 0 0,220-57 0 0 0,140-83-479 0 0,-267 61-125 0 0,54-19-189 0 0,-271 109-18 0 0,-27 9-38 0 0,-20 6-51 0 0,-893 320-1276 0 0,579-194 829 0 0,14 27-774 0 0,304-151 1401 0 0,1-2-13 0 0,0 1-1 0 0,1 1 0 0 0,0 0 1 0 0,0 0-1 0 0,-19 20 0 0 0,30-28 132 0 0,-1 1 0 0 0,1-1 0 0 0,-1 1-1 0 0,1-1 1 0 0,0 0 0 0 0,-1 1 0 0 0,1-1 0 0 0,0 1 0 0 0,-1-1-1 0 0,1 1 1 0 0,0-1 0 0 0,0 1 0 0 0,-1-1 0 0 0,1 1 0 0 0,0 0-1 0 0,0-1 1 0 0,0 1 0 0 0,0-1 0 0 0,0 1 0 0 0,0-1 0 0 0,0 1-1 0 0,0 0 1 0 0,0-1 0 0 0,0 1 0 0 0,0-1 0 0 0,0 1 0 0 0,0-1-1 0 0,0 1 1 0 0,1 0 0 0 0,-1-1 0 0 0,0 1 0 0 0,0-1 0 0 0,1 1-1 0 0,-1-1 1 0 0,0 1 0 0 0,1-1 0 0 0,-1 1 0 0 0,0-1 0 0 0,1 0-1 0 0,-1 1 1 0 0,1-1 0 0 0,-1 1 0 0 0,1-1 0 0 0,-1 0 0 0 0,1 1-1 0 0,-1-1 1 0 0,1 0 0 0 0,-1 0 0 0 0,1 0 0 0 0,-1 1 0 0 0,1-1-1 0 0,-1 0 1 0 0,1 0 0 0 0,-1 0 0 0 0,1 0 0 0 0,0 0 0 0 0,-1 0-1 0 0,1 0 1 0 0,-1 0 0 0 0,2 0 0 0 0,38 1-4 0 0,211-37 2340 0 0,-145 18-1113 0 0,124-23 257 0 0,267-83 1 0 0,-369 82-1406 0 0,-2-5 0 0 0,-2-6 0 0 0,160-95 0 0 0,-244 125-94 0 0,-2-3-1 0 0,44-38 1 0 0,-63 47-51 0 0,-1 0 1 0 0,-1-1-1 0 0,0-2 1 0 0,-1 1-1 0 0,22-39 1 0 0,-34 52 95 0 0,-1 0 0 0 0,1-1 0 0 0,-1 1 0 0 0,-1-1 0 0 0,1 0 0 0 0,-1 0-1 0 0,-1 0 1 0 0,1 0 0 0 0,-1 0 0 0 0,0 0 0 0 0,-1 0 0 0 0,1-1 0 0 0,-2 1 0 0 0,1 0 0 0 0,-1 0 0 0 0,0 0 0 0 0,0 0 0 0 0,-1 0 0 0 0,0 0 0 0 0,0 0 0 0 0,-1 0 0 0 0,0 1 0 0 0,0-1 0 0 0,0 1-1 0 0,-1 0 1 0 0,0 0 0 0 0,0 0 0 0 0,-1 0 0 0 0,1 1 0 0 0,-1 0 0 0 0,0-1 0 0 0,-1 2 0 0 0,-10-8 0 0 0,-6-3 8 0 0,-2 1 0 0 0,1 1 0 0 0,-2 1 0 0 0,1 2-1 0 0,-1 0 1 0 0,-1 2 0 0 0,0 0 0 0 0,0 2 0 0 0,-1 1 0 0 0,-30-2 0 0 0,-22 2-469 0 0,0 4-1 0 0,-94 9 1 0 0,39 6-153 0 0,0 6 0 0 0,1 5 0 0 0,1 6 0 0 0,2 6 1 0 0,2 5-1 0 0,-142 68 0 0 0,216-86 470 0 0,29-15-32 0 0,1 2-1 0 0,0 0 1 0 0,0 2-1 0 0,-33 25 1 0 0,56-38 159 0 0,1 0 0 0 0,0 0 1 0 0,-1 0-1 0 0,1 0 1 0 0,0 1-1 0 0,0-1 1 0 0,-1 0-1 0 0,1 0 0 0 0,0 0 1 0 0,0 1-1 0 0,0-1 1 0 0,-1 0-1 0 0,1 0 0 0 0,0 1 1 0 0,0-1-1 0 0,0 0 1 0 0,0 0-1 0 0,-1 1 1 0 0,1-1-1 0 0,0 0 0 0 0,0 0 1 0 0,0 1-1 0 0,0-1 1 0 0,0 0-1 0 0,0 1 0 0 0,0-1 1 0 0,0 0-1 0 0,0 1 1 0 0,0-1-1 0 0,0 0 1 0 0,0 1-1 0 0,0-1 0 0 0,0 0 1 0 0,0 0-1 0 0,0 1 1 0 0,1-1-1 0 0,11 5 258 0 0,21-4 441 0 0,-31-1-667 0 0,88-7 396 0 0,-1-3 0 0 0,0-5 0 0 0,0-3 0 0 0,140-49 0 0 0,-214 62-430 0 0,224-85 208 0 0,-209 76-332 0 0,-1 0-1 0 0,-1-2 0 0 0,-1-2 1 0 0,0 0-1 0 0,43-39 0 0 0,-63 50 0 0 0,-1 0 0 0 0,0 0-1 0 0,0 0 1 0 0,0-1 0 0 0,-1 1 0 0 0,4-10-1 0 0,-8 16 104 0 0,-1-1 0 0 0,1 1 0 0 0,0-1-1 0 0,0 1 1 0 0,-1-1 0 0 0,1 1 0 0 0,-1-1-1 0 0,0 1 1 0 0,1-1 0 0 0,-1 1 0 0 0,0-1-1 0 0,0 1 1 0 0,0-1 0 0 0,0 0 0 0 0,0 1-1 0 0,0-1 1 0 0,0 1 0 0 0,-1-1 0 0 0,1 1-1 0 0,-1-1 1 0 0,1 1 0 0 0,-1-1 0 0 0,1 1-1 0 0,-1-1 1 0 0,0 1 0 0 0,0-1 0 0 0,0 1-1 0 0,0 0 1 0 0,0 0 0 0 0,0-1 0 0 0,0 1-1 0 0,0 0 1 0 0,0 0 0 0 0,0 0 0 0 0,-1 0-1 0 0,1 0 1 0 0,0 1 0 0 0,-1-1 0 0 0,1 0-1 0 0,-1 1 1 0 0,1-1 0 0 0,-1 0 0 0 0,-1 1-1 0 0,-6-3 83 0 0,0 2 1 0 0,0-1-1 0 0,-1 1 0 0 0,1 1 0 0 0,0-1 0 0 0,-1 2 0 0 0,1-1 0 0 0,0 1 0 0 0,0 1 0 0 0,-10 2 0 0 0,-15 5 167 0 0,-40 16 0 0 0,20-3-118 0 0,0 3 0 0 0,3 2 1 0 0,0 3-1 0 0,-71 54 0 0 0,24-6 8 0 0,-92 96 0 0 0,178-163 0 0 0,1 1 0 0 0,0 1 0 0 0,1-1 0 0 0,0 2 0 0 0,1-1 0 0 0,-14 29 0 0 0,22-39-57 0 0,-1 0 1 0 0,1 0 0 0 0,0 1-1 0 0,0-1 1 0 0,0 1 0 0 0,0-1 0 0 0,1 1-1 0 0,-1-1 1 0 0,1 1 0 0 0,0-1-1 0 0,0 1 1 0 0,0 0 0 0 0,0-1 0 0 0,1 1-1 0 0,0-1 1 0 0,0 1 0 0 0,0-1-1 0 0,0 0 1 0 0,0 1 0 0 0,0-1 0 0 0,1 0-1 0 0,0 0 1 0 0,-1 0 0 0 0,1 0-1 0 0,1 0 1 0 0,-1 0 0 0 0,0 0 0 0 0,1-1-1 0 0,-1 1 1 0 0,1-1 0 0 0,0 1-1 0 0,-1-1 1 0 0,1 0 0 0 0,0 0 0 0 0,1-1-1 0 0,-1 1 1 0 0,5 1 0 0 0,4 2 58 0 0,1 0 0 0 0,0-1 0 0 0,0-1 0 0 0,1 0 0 0 0,-1 0 1 0 0,0-2-1 0 0,1 0 0 0 0,21 0 0 0 0,111-16 322 0 0,-138 14-411 0 0,113-23-719 0 0,202-66 1 0 0,-249 65 54 0 0</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46.30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970 145 14283 0 0,'0'-3'68'0'0,"-1"0"0"0"0,0 0 1 0 0,0 0-1 0 0,0 0 0 0 0,0 0 0 0 0,0 0 1 0 0,0 0-1 0 0,-1 1 0 0 0,1-1 0 0 0,-1 0 0 0 0,0 1 1 0 0,0-1-1 0 0,0 1 0 0 0,0 0 0 0 0,0-1 0 0 0,-1 1 1 0 0,1 0-1 0 0,-1 1 0 0 0,-4-4 0 0 0,-9-6-120 0 0,-1 0 0 0 0,-1 0 0 0 0,0 2-1 0 0,0 0 1 0 0,-1 2 0 0 0,0 0-1 0 0,0 0 1 0 0,0 2 0 0 0,-1 1 0 0 0,0 0-1 0 0,0 1 1 0 0,0 1 0 0 0,-1 1-1 0 0,1 1 1 0 0,0 1 0 0 0,0 1 0 0 0,0 0-1 0 0,0 2 1 0 0,-30 8 0 0 0,14 1-105 0 0,1 2 0 0 0,0 1 0 0 0,1 1 0 0 0,1 2 0 0 0,-35 27 0 0 0,24-13-168 0 0,2 2 0 0 0,-73 79 0 0 0,105-104 258 0 0,1 1 0 0 0,0 1 0 0 0,1-1 0 0 0,0 1 0 0 0,1 1 0 0 0,-11 26 0 0 0,16-35 36 0 0,1 0 1 0 0,-1 1-1 0 0,1 0 0 0 0,1-1 1 0 0,-1 1-1 0 0,1-1 0 0 0,-1 1 1 0 0,1 0-1 0 0,0-1 0 0 0,1 1 1 0 0,-1 0-1 0 0,1-1 0 0 0,0 1 1 0 0,0 0-1 0 0,1-1 0 0 0,-1 0 1 0 0,1 1-1 0 0,0-1 0 0 0,0 0 1 0 0,1 0-1 0 0,-1 0 0 0 0,1 0 0 0 0,0 0 1 0 0,5 6-1 0 0,2-2 123 0 0,0 1 0 0 0,1-1-1 0 0,0-1 1 0 0,0 0 0 0 0,0 0-1 0 0,1-1 1 0 0,0-1 0 0 0,0 0 0 0 0,0 0-1 0 0,1-1 1 0 0,0-1 0 0 0,0 0-1 0 0,0-1 1 0 0,0 0 0 0 0,18 0 0 0 0,6-2 248 0 0,0-2-1 0 0,-1-1 1 0 0,1-1 0 0 0,45-13 0 0 0,-36 5-238 0 0,-2-1-1 0 0,0-3 1 0 0,0-1-1 0 0,-2-2 0 0 0,45-28 1 0 0,-36 15-478 0 0,-2-2 0 0 0,-1-3 0 0 0,65-64 1 0 0,85-91-2649 0 0,-196 190 2894 0 0,0 1 1 0 0,0-2-1 0 0,0 1 0 0 0,-1 0 0 0 0,1 0 0 0 0,0-1 0 0 0,-1 1 0 0 0,0-1 1 0 0,2-2-1 0 0,-6-4-943 0 0,-15 5 360 0 0,-2 5 857 0 0,0 1 1 0 0,0 1-1 0 0,0 1 1 0 0,0 1-1 0 0,1 0 1 0 0,-33 14-1 0 0,-111 61 798 0 0,118-56-755 0 0,-250 149 242 0 0,242-136-55 0 0,2 3 1 0 0,1 1 0 0 0,-56 61-1 0 0,96-92-172 0 0,1 1 0 0 0,1-1-1 0 0,0 1 1 0 0,0 0 0 0 0,1 1-1 0 0,1 0 1 0 0,-7 16 0 0 0,12-24-148 0 0,0-1 0 0 0,-1 1 0 0 0,2-1 0 0 0,-1 1 0 0 0,0 0 0 0 0,1 0 0 0 0,0-1 0 0 0,0 1 0 0 0,0 0 0 0 0,0 0 0 0 0,1-1 0 0 0,-1 1 0 0 0,1 0 0 0 0,0-1 0 0 0,0 1 0 0 0,0 0 0 0 0,1-1 0 0 0,-1 0 0 0 0,1 1 0 0 0,0-1 0 0 0,0 0 1 0 0,0 0-1 0 0,0 0 0 0 0,1 0 0 0 0,-1 0 0 0 0,1 0 0 0 0,-1-1 0 0 0,1 1 0 0 0,0-1 0 0 0,5 3 0 0 0,4 2-31 0 0,-1-1 0 0 0,1 0 1 0 0,0-1-1 0 0,1-1 0 0 0,-1 0 0 0 0,1-1 1 0 0,-1 0-1 0 0,1 0 0 0 0,0-2 0 0 0,0 0 1 0 0,0 0-1 0 0,22-2 0 0 0,16-4 90 0 0,91-19 0 0 0,-128 21-112 0 0,69-14 274 0 0,-1-5 1 0 0,127-49-1 0 0,-146 46 201 0 0,-24 10 147 0 0,60-33 0 0 0,-99 48-621 0 0,0 1 1 0 0,1-1 0 0 0,-1 0 0 0 0,0 0 0 0 0,0 0-1 0 0,0 0 1 0 0,1 0 0 0 0,-1 0 0 0 0,0 0 0 0 0,0-1 0 0 0,0 1-1 0 0,0 0 1 0 0,1 0 0 0 0,-1 0 0 0 0,0 0 0 0 0,0 0 0 0 0,0 0-1 0 0,0 0 1 0 0,1 0 0 0 0,-1 0 0 0 0,0 0 0 0 0,0 0 0 0 0,0-1-1 0 0,0 1 1 0 0,0 0 0 0 0,0 0 0 0 0,1 0 0 0 0,-1 0-1 0 0,0 0 1 0 0,0-1 0 0 0,0 1 0 0 0,0 0 0 0 0,0 0 0 0 0,0 0-1 0 0,0 0 1 0 0,0-1 0 0 0,0 1 0 0 0,0 0 0 0 0,0 0 0 0 0,0 0-1 0 0,0 0 1 0 0,0-1 0 0 0,0 1 0 0 0,0 0 0 0 0,0 0 0 0 0,0 0-1 0 0,0-1 1 0 0,0 1 0 0 0,0 0 0 0 0,0 0 0 0 0,0 0-1 0 0,0 0 1 0 0,0 0 0 0 0,0-1 0 0 0,0 1 0 0 0,-1 0 0 0 0,-13-1-338 0 0,-23 5-382 0 0,-22 10-36 0 0,1 3 1 0 0,1 2 0 0 0,-61 31 0 0 0,21-10-25 0 0,19-10 262 0 0,-20 8-162 0 0,1 3-1 0 0,-131 77 0 0 0,177-80 1557 0 0,49-36-737 0 0,-1 0 1 0 0,1 0-1 0 0,0 1 0 0 0,0-1 0 0 0,0 0 1 0 0,0 1-1 0 0,0 0 0 0 0,1-1 0 0 0,-1 1 1 0 0,1 0-1 0 0,0 0 0 0 0,0 0 0 0 0,0 0 1 0 0,0 0-1 0 0,0 0 0 0 0,0 0 0 0 0,0 6 1 0 0,2-8-143 0 0,-1 1 1 0 0,1-1 0 0 0,0 1 0 0 0,-1-1-1 0 0,1 1 1 0 0,0-1 0 0 0,0 0-1 0 0,0 1 1 0 0,0-1 0 0 0,0 0 0 0 0,0 0-1 0 0,0 0 1 0 0,0 1 0 0 0,0-1-1 0 0,1 0 1 0 0,-1-1 0 0 0,1 1 0 0 0,-1 0-1 0 0,0 0 1 0 0,1 0 0 0 0,-1-1-1 0 0,1 1 1 0 0,-1-1 0 0 0,1 1 0 0 0,0-1-1 0 0,-1 0 1 0 0,1 0 0 0 0,-1 0-1 0 0,1 0 1 0 0,1 0 0 0 0,57 1-358 0 0,-54-2 329 0 0,54-4-267 0 0,100-23 0 0 0,56-29-49 0 0,-127 33 4 0 0,-52 14 266 0 0,185-55-1086 0 0,-181 50 1232 0 0,-1-1 0 0 0,-1-2 0 0 0,48-30-1 0 0,-86 48-16 0 0,0 0 0 0 0,0-1-1 0 0,0 1 1 0 0,0-1 0 0 0,-1 1-1 0 0,1-1 1 0 0,0 1 0 0 0,0-1-1 0 0,-1 0 1 0 0,1 1-1 0 0,0-1 1 0 0,-1 0 0 0 0,1 0-1 0 0,-1 1 1 0 0,1-1 0 0 0,-1 0-1 0 0,1 0 1 0 0,-1 0-1 0 0,1 1 1 0 0,-1-1 0 0 0,1-2-1 0 0,-2 3 2 0 0,1-1 1 0 0,-1 1-1 0 0,1-1 0 0 0,-1 1 0 0 0,1-1 1 0 0,-1 1-1 0 0,1-1 0 0 0,-1 1 0 0 0,1 0 0 0 0,-1-1 1 0 0,1 1-1 0 0,-1 0 0 0 0,0 0 0 0 0,1-1 0 0 0,-1 1 1 0 0,0 0-1 0 0,1 0 0 0 0,-1 0 0 0 0,0 0 1 0 0,1 0-1 0 0,-2 0 0 0 0,-51 0 1835 0 0,47 0-1704 0 0,-28 3 486 0 0,1 1 0 0 0,-1 2 0 0 0,-61 19 0 0 0,-95 46 118 0 0,123-44-602 0 0,-12 3-820 0 0,-104 59 0 0 0,136-60-6027 0 0</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47.81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2011 268 10594 0 0,'-21'0'-127'0'0,"-1"0"-1"0"0,1 2 0 0 0,0 0 1 0 0,0 2-1 0 0,0 0 1 0 0,-28 10-1 0 0,13-4-444 0 0,-199 58 202 0 0,3 9-1 0 0,5 11 1 0 0,-278 149 0 0 0,491-230 506 0 0,-30 18 394 0 0,42-23-451 0 0,-1-1 1 0 0,0 1-1 0 0,1 0 0 0 0,-1 0 0 0 0,1 1 1 0 0,0-1-1 0 0,0 0 0 0 0,0 1 1 0 0,0 0-1 0 0,0-1 0 0 0,1 1 0 0 0,-2 3 1 0 0,2-5-51 0 0,1 0-1 0 0,0-1 1 0 0,0 1 0 0 0,0 0 0 0 0,0-1 0 0 0,0 1 0 0 0,0 0-1 0 0,0-1 1 0 0,0 1 0 0 0,0 0 0 0 0,0-1 0 0 0,0 1 0 0 0,1 0-1 0 0,-1-1 1 0 0,0 1 0 0 0,0-1 0 0 0,1 1 0 0 0,-1 0 0 0 0,0-1 0 0 0,1 1-1 0 0,-1-1 1 0 0,0 1 0 0 0,1-1 0 0 0,-1 1 0 0 0,1-1 0 0 0,-1 1-1 0 0,1-1 1 0 0,-1 1 0 0 0,1-1 0 0 0,-1 0 0 0 0,1 1 0 0 0,0-1 0 0 0,-1 0-1 0 0,1 0 1 0 0,0 1 0 0 0,-1-1 0 0 0,1 0 0 0 0,-1 0 0 0 0,1 0-1 0 0,1 0 1 0 0,31 4 821 0 0,-29-4-711 0 0,46-2 891 0 0,1-3 0 0 0,-1-2 0 0 0,74-19 0 0 0,-66 13-491 0 0,871-212 622 0 0,162-120-901 0 0,-1078 341-201 0 0,30-10 41 0 0,0-2-1 0 0,0-2 0 0 0,64-38 0 0 0,-105 55-123 0 0,0 0 0 0 0,0 0 0 0 0,-1 0 0 0 0,1 0-1 0 0,0 0 1 0 0,-1 0 0 0 0,1-1 0 0 0,-1 1 0 0 0,1 0 0 0 0,-1-1 0 0 0,0 1 0 0 0,0-1 0 0 0,0 0 0 0 0,0 1 0 0 0,0-1 0 0 0,0 0 0 0 0,0 0-1 0 0,0 0 1 0 0,-1 1 0 0 0,1-1 0 0 0,-1 0 0 0 0,1 0 0 0 0,-1 0 0 0 0,0-4 0 0 0,-1 4 18 0 0,0-1 1 0 0,0 1 0 0 0,0-1-1 0 0,0 1 1 0 0,-1 0 0 0 0,0 0-1 0 0,1 0 1 0 0,-1 0-1 0 0,0 0 1 0 0,0 0 0 0 0,0 0-1 0 0,0 1 1 0 0,0-1 0 0 0,0 0-1 0 0,0 1 1 0 0,-1 0-1 0 0,-4-2 1 0 0,-9-5 41 0 0,-1 1 1 0 0,0 1-1 0 0,0 1 0 0 0,0 0 1 0 0,-1 1-1 0 0,-20-1 0 0 0,-113-4 252 0 0,91 7-248 0 0,-119-1-222 0 0,-209 24 0 0 0,-177 49-292 0 0,520-64 459 0 0,-556 86-869 0 0,-47 7-663 0 0,607-94 1448 0 0,-12 1 244 0 0,0 2 0 0 0,1 2 0 0 0,-99 34 1 0 0,149-44-130 0 0,0 1 1 0 0,0 0 0 0 0,1 0 0 0 0,-1-1 0 0 0,0 1 0 0 0,0 0 0 0 0,1 0 0 0 0,-1 0-1 0 0,0 1 1 0 0,1-1 0 0 0,0 0 0 0 0,-1 1 0 0 0,1-1 0 0 0,0 1 0 0 0,-1-1 0 0 0,1 1-1 0 0,0 0 1 0 0,-1 2 0 0 0,2-3-27 0 0,0 1-1 0 0,0-1 1 0 0,0 0-1 0 0,1 1 1 0 0,-1-1 0 0 0,1 0-1 0 0,-1 1 1 0 0,1-1-1 0 0,-1 0 1 0 0,1 0-1 0 0,0 0 1 0 0,-1 1-1 0 0,1-1 1 0 0,0 0 0 0 0,0 0-1 0 0,0 0 1 0 0,0 0-1 0 0,0 0 1 0 0,0 0-1 0 0,0-1 1 0 0,0 1-1 0 0,0 0 1 0 0,0 0 0 0 0,1-1-1 0 0,-1 1 1 0 0,3 0-1 0 0,15 9-135 0 0,1-2-1 0 0,1 0 1 0 0,-1-1-1 0 0,1-1 1 0 0,1-1 0 0 0,29 3-1 0 0,135 4 180 0 0,-168-11-20 0 0,329-1 1148 0 0,374-48 0 0 0,-103-42-67 0 0,-415 47-966 0 0,198-70 0 0 0,-331 91-164 0 0,-29 11-123 0 0,0-3 0 0 0,-1-1 0 0 0,43-24 0 0 0,-81 38 155 0 0,-1 0 0 0 0,1 0 1 0 0,-1 0-1 0 0,1 0 0 0 0,-1 0 0 0 0,1 0 1 0 0,-1 0-1 0 0,0 0 0 0 0,1-1 1 0 0,-1 1-1 0 0,0-1 0 0 0,0 1 1 0 0,0-1-1 0 0,1-2 0 0 0,-2 4 4 0 0,1-1 1 0 0,-1 0-1 0 0,0 1 0 0 0,0-1 0 0 0,0 0 1 0 0,0 1-1 0 0,-1-1 0 0 0,1 0 0 0 0,0 1 0 0 0,0-1 1 0 0,0 0-1 0 0,0 1 0 0 0,-1-1 0 0 0,1 0 0 0 0,0 1 1 0 0,-1-1-1 0 0,1 1 0 0 0,0-1 0 0 0,-1 1 0 0 0,1-1 1 0 0,-1 1-1 0 0,1-1 0 0 0,0 1 0 0 0,-1-1 1 0 0,0 1-1 0 0,0-1 0 0 0,-4-2 34 0 0,0 0-1 0 0,0 1 1 0 0,-1-1 0 0 0,1 1 0 0 0,-1 0-1 0 0,1 1 1 0 0,-8-2 0 0 0,-41-6-73 0 0,-1 2 1 0 0,1 3-1 0 0,-109 5 1 0 0,-167 36-1525 0 0,234-24 1054 0 0,-189 33 165 0 0,3 13 0 0 0,2 13 1 0 0,-464 183-1 0 0,663-224 502 0 0,37-16-47 0 0,2 2 0 0 0,1 1 0 0 0,-79 49-1 0 0,116-64-79 0 0,0 0 0 0 0,0 0-1 0 0,1 0 1 0 0,-1 0 0 0 0,1 1-1 0 0,0-1 1 0 0,0 1 0 0 0,0 0-1 0 0,-4 6 1 0 0,7-8-15 0 0,-1-1 0 0 0,1 1-1 0 0,-1-1 1 0 0,1 1 0 0 0,0 0 0 0 0,-1-1 0 0 0,1 1 0 0 0,0-1 0 0 0,0 1 0 0 0,0 0 0 0 0,0-1-1 0 0,1 1 1 0 0,-1-1 0 0 0,0 1 0 0 0,1 0 0 0 0,-1-1 0 0 0,1 1 0 0 0,-1-1 0 0 0,1 1 0 0 0,0-1-1 0 0,0 0 1 0 0,-1 1 0 0 0,1-1 0 0 0,0 0 0 0 0,0 1 0 0 0,1-1 0 0 0,-1 0 0 0 0,0 0 0 0 0,0 0-1 0 0,0 0 1 0 0,3 2 0 0 0,4 2 51 0 0,1 0-1 0 0,-1 0 1 0 0,1 0-1 0 0,0-1 1 0 0,0-1-1 0 0,1 1 1 0 0,-1-1-1 0 0,19 2 1 0 0,83 7 154 0 0,-93-11-186 0 0,106 3 213 0 0,145-14 0 0 0,127-32 206 0 0,-232 23-250 0 0,816-114 686 0 0,-388 48-580 0 0,-297 44-1218 0 0,-951 145-573 0 0,239-35 157 0 0,-352 67 3350 0 0,707-124-1330 0 0,0 2-1 0 0,-64 25 1 0 0,126-39-695 0 0,0 0 0 0 0,1 0-1 0 0,-1 0 1 0 0,0 0 0 0 0,0 0 0 0 0,0 1-1 0 0,0-1 1 0 0,0 0 0 0 0,0 0 0 0 0,0 0 0 0 0,0 0-1 0 0,0 0 1 0 0,0 0 0 0 0,0 0 0 0 0,0 1-1 0 0,0-1 1 0 0,0 0 0 0 0,0 0 0 0 0,0 0 0 0 0,0 0-1 0 0,0 0 1 0 0,0 0 0 0 0,0 0 0 0 0,0 1-1 0 0,0-1 1 0 0,0 0 0 0 0,0 0 0 0 0,0 0 0 0 0,0 0-1 0 0,0 0 1 0 0,0 0 0 0 0,0 0 0 0 0,-1 0-1 0 0,1 1 1 0 0,0-1 0 0 0,0 0 0 0 0,0 0 0 0 0,0 0-1 0 0,0 0 1 0 0,0 0 0 0 0,0 0 0 0 0,0 0-1 0 0,0 0 1 0 0,-1 0 0 0 0,1 0 0 0 0,0 0 0 0 0,0 0-1 0 0,0 0 1 0 0,0 0 0 0 0,0 0 0 0 0,0 0-1 0 0,-1 0 1 0 0,20 2-70 0 0,27-4-212 0 0,463-70-2676 0 0,-46-34 1603 0 0,-8-24 582 0 0,-348 98 763 0 0,117-26 36 0 0,-176 49-17 0 0,1 1 0 0 0,83-1 0 0 0,-252 10 4915 0 0,-24 4-3330 0 0,54 1-1753 0 0,-116 23 0 0 0,189-26-239 0 0,1 1 0 0 0,0 1 0 0 0,-24 10 0 0 0,18-2-731 0 0</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47.97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15 15 9674 0 0,'-4'-7'864'0'0,"-1"3"-696"0"0,1 1-168 0 0,3 6 0 0 0,1 4 0 0 0,2-3 0 0 0</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52.201"/>
    </inkml:context>
    <inkml:brush xml:id="br0">
      <inkml:brushProperty name="width" value="0.1" units="cm"/>
      <inkml:brushProperty name="height" value="0.1" units="cm"/>
      <inkml:brushProperty name="color" value="#008C3A"/>
    </inkml:brush>
  </inkml:definitions>
  <inkml:trace contextRef="#ctx0" brushRef="#br0">2 460 3225 0 0,'-1'-1'-60'0'0,"1"-1"1"0"0,0 1-1 0 0,0-1 1 0 0,0 1-1 0 0,0 0 1 0 0,0-1-1 0 0,0 1 1 0 0,0-1-1 0 0,0 1 1 0 0,0-1-1 0 0,1 1 1 0 0,-1-1-1 0 0,1 1 1 0 0,-1 0-1 0 0,1-1 1 0 0,-1 1-1 0 0,2-2 1 0 0,12-31 418 0 0,180-338-457 0 0,-181 345-197 0 0</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52.919"/>
    </inkml:context>
    <inkml:brush xml:id="br0">
      <inkml:brushProperty name="width" value="0.1" units="cm"/>
      <inkml:brushProperty name="height" value="0.1" units="cm"/>
      <inkml:brushProperty name="color" value="#008C3A"/>
    </inkml:brush>
  </inkml:definitions>
  <inkml:trace contextRef="#ctx0" brushRef="#br0">742 46 6449 0 0,'48'-45'14621'0'0,"-54"45"-14487"0"0,0 0 1 0 0,0 1-1 0 0,0 0 1 0 0,0 1-1 0 0,0-1 1 0 0,0 1-1 0 0,0 0 0 0 0,1 0 1 0 0,-9 5-1 0 0,-55 35 124 0 0,37-22-158 0 0,-13 9-33 0 0,1 2 1 0 0,1 3 0 0 0,-62 61 0 0 0,-93 134 86 0 0,48-56 406 0 0,117-111 198 0 0,29-57 5 0 0</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53.188"/>
    </inkml:context>
    <inkml:brush xml:id="br0">
      <inkml:brushProperty name="width" value="0.1" units="cm"/>
      <inkml:brushProperty name="height" value="0.1" units="cm"/>
      <inkml:brushProperty name="color" value="#008C3A"/>
    </inkml:brush>
  </inkml:definitions>
  <inkml:trace contextRef="#ctx0" brushRef="#br0">70 9 3681 0 0,'-15'-3'552'0'0,"-17"-2"3134"0"0,9 8 6098 0 0,56 13-6968 0 0,214 100-50 0 0,-140-62-2390 0 0,131 45 0 0 0,-73-46-50 0 0,61 21-332 0 0,-219-71-16 0 0,9 3-2378 0 0</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53.696"/>
    </inkml:context>
    <inkml:brush xml:id="br0">
      <inkml:brushProperty name="width" value="0.1" units="cm"/>
      <inkml:brushProperty name="height" value="0.1" units="cm"/>
      <inkml:brushProperty name="color" value="#008C3A"/>
    </inkml:brush>
  </inkml:definitions>
  <inkml:trace contextRef="#ctx0" brushRef="#br0">140 42 14283 0 0,'2'-9'860'0'0,"8"-23"3581"0"0,-9 39-1894 0 0,-3 18-2171 0 0,-3 4-194 0 0,-2 0 0 0 0,0 0-1 0 0,-3 0 1 0 0,-14 32-1 0 0,-9 27 20 0 0,19-47-220 0 0,2 0-1 0 0,2 1 1 0 0,2 1 0 0 0,2-1 0 0 0,2 1 0 0 0,1 0 0 0 0,2 0 0 0 0,10 79 0 0 0,-9-121-16 0 0,0-1-1 0 0,1 1 1 0 0,-1-1 0 0 0,0 0 0 0 0,0 1 0 0 0,0-1-1 0 0,0 1 1 0 0,1-1 0 0 0,-1 1 0 0 0,0-1 0 0 0,0 0 0 0 0,0 1-1 0 0,0-1 1 0 0,0 1 0 0 0,0-1 0 0 0,0 1 0 0 0,0-1-1 0 0,0 1 1 0 0,0-1 0 0 0,0 1 0 0 0,-1-1 0 0 0,1 0 0 0 0,0 1-1 0 0,0-1 1 0 0,0 1 0 0 0,-1-1 0 0 0,1 0 0 0 0,0 1 0 0 0,0-1-1 0 0,-1 1 1 0 0,1-1 0 0 0,0 0 0 0 0,-1 1 0 0 0,1-1-1 0 0,-1 1 1 0 0,-9-16-4685 0 0,7 6 2914 0 0</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53.972"/>
    </inkml:context>
    <inkml:brush xml:id="br0">
      <inkml:brushProperty name="width" value="0.1" units="cm"/>
      <inkml:brushProperty name="height" value="0.1" units="cm"/>
      <inkml:brushProperty name="color" value="#008C3A"/>
    </inkml:brush>
  </inkml:definitions>
  <inkml:trace contextRef="#ctx0" brushRef="#br0">1 194 2745 0 0,'0'-11'304'0'0,"2"-1"1"0"0,-1 1 0 0 0,1-1 0 0 0,1 1-1 0 0,0-1 1 0 0,7-16 0 0 0,-7 20 493 0 0,0 1 1 0 0,1-1-1 0 0,0 1 0 0 0,0 0 0 0 0,1 0 1 0 0,0 0-1 0 0,0 1 0 0 0,1 0 0 0 0,-1 0 1 0 0,9-6-1 0 0,-10 10-461 0 0,0-1 0 0 0,0 1 1 0 0,0 1-1 0 0,1-1 0 0 0,-1 1 1 0 0,0-1-1 0 0,1 1 0 0 0,-1 0 0 0 0,1 1 1 0 0,0-1-1 0 0,-1 1 0 0 0,1 0 0 0 0,-1 0 1 0 0,1 1-1 0 0,0-1 0 0 0,-1 1 1 0 0,1 0-1 0 0,-1 0 0 0 0,1 0 0 0 0,-1 1 1 0 0,0 0-1 0 0,5 2 0 0 0,4 2-123 0 0,0 1 0 0 0,0 1 0 0 0,0 0 0 0 0,-1 0 0 0 0,17 16 0 0 0,-5 0-17 0 0,0 1 0 0 0,39 54 1 0 0,29 65 68 0 0,-7-11-259 0 0,-80-125-115 0 0,1-1-377 0 0,-1 1-1 0 0,0 0 0 0 0,0 0 1 0 0,-1 0-1 0 0,5 15 0 0 0,-7-18-1197 0 0</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54.170"/>
    </inkml:context>
    <inkml:brush xml:id="br0">
      <inkml:brushProperty name="width" value="0.1" units="cm"/>
      <inkml:brushProperty name="height" value="0.1" units="cm"/>
      <inkml:brushProperty name="color" value="#008C3A"/>
    </inkml:brush>
  </inkml:definitions>
  <inkml:trace contextRef="#ctx0" brushRef="#br0">0 81 6449 0 0,'12'-1'1356'0'0,"0"0"0"0"0,0-1 0 0 0,13-3 0 0 0,39-12-239 0 0,-21 5-1658 0 0,164-25-868 0 0,-168 32 1355 0 0</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54.455"/>
    </inkml:context>
    <inkml:brush xml:id="br0">
      <inkml:brushProperty name="width" value="0.1" units="cm"/>
      <inkml:brushProperty name="height" value="0.1" units="cm"/>
      <inkml:brushProperty name="color" value="#008C3A"/>
    </inkml:brush>
  </inkml:definitions>
  <inkml:trace contextRef="#ctx0" brushRef="#br0">0 0 5529 0 0,'60'26'10581'0'0,"-53"-20"-10368"0"0,0-1 1 0 0,0 1-1 0 0,-1 0 0 0 0,0 0 0 0 0,0 1 1 0 0,0-1-1 0 0,-1 1 0 0 0,0 1 0 0 0,-1-1 1 0 0,1 1-1 0 0,-1 0 0 0 0,-1 0 0 0 0,0 0 0 0 0,4 14 1 0 0,3 15 949 0 0,-2 0 0 0 0,3 42 1 0 0,-5-33-814 0 0,5 19-655 0 0,12 102-1783 0 0,-22-150 680 0 0</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54.740"/>
    </inkml:context>
    <inkml:brush xml:id="br0">
      <inkml:brushProperty name="width" value="0.1" units="cm"/>
      <inkml:brushProperty name="height" value="0.1" units="cm"/>
      <inkml:brushProperty name="color" value="#008C3A"/>
    </inkml:brush>
  </inkml:definitions>
  <inkml:trace contextRef="#ctx0" brushRef="#br0">1 63 6449 0 0,'0'-2'59'0'0,"0"1"-1"0"0,0 0 0 0 0,1 0 1 0 0,-1 0-1 0 0,0-1 1 0 0,1 1-1 0 0,-1 0 0 0 0,1 0 1 0 0,-1 0-1 0 0,1 0 0 0 0,0 0 1 0 0,-1 0-1 0 0,1 0 0 0 0,0 0 1 0 0,0 0-1 0 0,0 0 0 0 0,0 1 1 0 0,0-1-1 0 0,0 0 1 0 0,0 0-1 0 0,0 1 0 0 0,0-1 1 0 0,0 1-1 0 0,0-1 0 0 0,0 1 1 0 0,0-1-1 0 0,0 1 0 0 0,2-1 1 0 0,42-6 2155 0 0,-25 4-1656 0 0,154-21 4615 0 0,-148 23-4405 0 0,0 0-1 0 0,0 1 0 0 0,0 2 1 0 0,46 9-1 0 0,-66-10-675 0 0,1 1 0 0 0,0 0-1 0 0,-1 0 1 0 0,0 1 0 0 0,1-1-1 0 0,-1 2 1 0 0,0-1 0 0 0,-1 1-1 0 0,1 0 1 0 0,0 0 0 0 0,-1 0 0 0 0,0 1-1 0 0,0-1 1 0 0,-1 1 0 0 0,9 11-1 0 0,-10-10-84 0 0,0-1 0 0 0,-1 1 0 0 0,1 0 0 0 0,-1 0 0 0 0,0 0 1 0 0,-1 0-1 0 0,1 0 0 0 0,-1 0 0 0 0,-1 0 0 0 0,1 0 0 0 0,-1 0 0 0 0,0 0 0 0 0,0 1 0 0 0,-1-1 0 0 0,0 0 0 0 0,0 0 0 0 0,-3 11 0 0 0,-2-2-93 0 0,0 0-1 0 0,0 0 1 0 0,-2 0 0 0 0,0-1 0 0 0,0 0-1 0 0,-1-1 1 0 0,-16 18 0 0 0,-86 82-971 0 0,79-82 49 0 0,13-14-5720 0 0</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55.153"/>
    </inkml:context>
    <inkml:brush xml:id="br0">
      <inkml:brushProperty name="width" value="0.1" units="cm"/>
      <inkml:brushProperty name="height" value="0.1" units="cm"/>
      <inkml:brushProperty name="color" value="#008C3A"/>
    </inkml:brush>
  </inkml:definitions>
  <inkml:trace contextRef="#ctx0" brushRef="#br0">152 9 11058 0 0,'-1'0'136'0'0,"1"-1"-1"0"0,-1 0 0 0 0,0 0 0 0 0,0 1 1 0 0,1-1-1 0 0,-1 0 0 0 0,0 1 0 0 0,0-1 1 0 0,0 1-1 0 0,0-1 0 0 0,0 1 0 0 0,0 0 1 0 0,0-1-1 0 0,0 1 0 0 0,0 0 1 0 0,0 0-1 0 0,0-1 0 0 0,0 1 0 0 0,0 0 1 0 0,0 0-1 0 0,0 0 0 0 0,0 0 0 0 0,0 0 1 0 0,0 1-1 0 0,0-1 0 0 0,0 0 0 0 0,0 0 1 0 0,0 1-1 0 0,0-1 0 0 0,0 0 0 0 0,0 1 1 0 0,0-1-1 0 0,-1 2 0 0 0,-34 18 2257 0 0,28-13-2146 0 0,0 0-1 0 0,1 0 1 0 0,0 1-1 0 0,1 0 1 0 0,0 0-1 0 0,0 1 1 0 0,1 0-1 0 0,0 0 1 0 0,0 0-1 0 0,1 1 1 0 0,1-1-1 0 0,-1 1 1 0 0,-1 12-1 0 0,3-16-183 0 0,1 1-1 0 0,1-1 1 0 0,-1 0 0 0 0,1 0-1 0 0,0 0 1 0 0,1 1-1 0 0,-1-1 1 0 0,1 0-1 0 0,1 0 1 0 0,-1 0-1 0 0,1 0 1 0 0,0 0 0 0 0,0 0-1 0 0,1-1 1 0 0,-1 1-1 0 0,1-1 1 0 0,1 1-1 0 0,-1-1 1 0 0,1 0-1 0 0,0 0 1 0 0,0-1-1 0 0,0 1 1 0 0,6 4 0 0 0,0-1-20 0 0,1-1 0 0 0,0 0 0 0 0,0 0 0 0 0,0-1 0 0 0,1 0 0 0 0,0-1 0 0 0,0 0 0 0 0,1-1 0 0 0,24 4 1 0 0,-15-4-201 0 0,0-2 0 0 0,0-1 0 0 0,0 0 0 0 0,1-2 0 0 0,21-3 0 0 0,-13 0-506 0 0</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55.787"/>
    </inkml:context>
    <inkml:brush xml:id="br0">
      <inkml:brushProperty name="width" value="0.1" units="cm"/>
      <inkml:brushProperty name="height" value="0.1" units="cm"/>
      <inkml:brushProperty name="color" value="#008C3A"/>
    </inkml:brush>
  </inkml:definitions>
  <inkml:trace contextRef="#ctx0" brushRef="#br0">188 36 5985 0 0,'-152'4'-501'0'0,"116"-4"1994"0"0,356-20 5177 0 0,-56 1-5050 0 0,905 36 2533 0 0,-471 13-4153 0 0,-170-36 67 0 0,-287-21-114 0 0,-195 20-350 0 0,-32 6-202 0 0</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56.589"/>
    </inkml:context>
    <inkml:brush xml:id="br0">
      <inkml:brushProperty name="width" value="0.1" units="cm"/>
      <inkml:brushProperty name="height" value="0.1" units="cm"/>
      <inkml:brushProperty name="color" value="#008C3A"/>
    </inkml:brush>
  </inkml:definitions>
  <inkml:trace contextRef="#ctx0" brushRef="#br0">3294 1 7834 0 0,'10'22'8087'0'0,"-2"16"-4638"0"0,4 50-2418 0 0,-10-64-225 0 0,12 63-513 0 0,4-1-1 0 0,3 0 0 0 0,4-2 1 0 0,58 130-1 0 0,-52-129-209 0 0,-5 1 0 0 0,31 174 0 0 0,-9-33 248 0 0,-48-225-312 0 0,1-1 1 0 0,-1 1-1 0 0,1-1 0 0 0,-1 1 1 0 0,1 0-1 0 0,-1-1 1 0 0,0 1-1 0 0,0 0 0 0 0,0 0 1 0 0,0-1-1 0 0,0 1 0 0 0,0 0 1 0 0,-1-1-1 0 0,0 4 0 0 0,0-5-7 0 0,0 0 0 0 0,0 1 0 0 0,0-1 0 0 0,0 0 0 0 0,0 1 0 0 0,0-1-1 0 0,0 0 1 0 0,0 0 0 0 0,0 0 0 0 0,0 0 0 0 0,0 0 0 0 0,0 0-1 0 0,0 0 1 0 0,0-1 0 0 0,0 1 0 0 0,0 0 0 0 0,0-1 0 0 0,0 1 0 0 0,1 0-1 0 0,-1-1 1 0 0,0 1 0 0 0,0-1 0 0 0,-1 0 0 0 0,-13-4 33 0 0,0 1 1 0 0,0 1 0 0 0,0 0 0 0 0,0 1-1 0 0,0 1 1 0 0,-21 1 0 0 0,-16-3-102 0 0,-456-2-459 0 0,331 9 302 0 0,-353 22-736 0 0,448-18 816 0 0,-744 55-1509 0 0,533-62 1543 0 0,-20 0 679 0 0,160 9 326 0 0,0 6 1 0 0,-167 39 0 0 0,287-49-1168 0 0,22-5 72 0 0,0 1 0 0 0,0 0 1 0 0,-13 5-1 0 0,22-5-818 0 0</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57.127"/>
    </inkml:context>
    <inkml:brush xml:id="br0">
      <inkml:brushProperty name="width" value="0.1" units="cm"/>
      <inkml:brushProperty name="height" value="0.1" units="cm"/>
      <inkml:brushProperty name="color" value="#008C3A"/>
    </inkml:brush>
  </inkml:definitions>
  <inkml:trace contextRef="#ctx0" brushRef="#br0">1 0 2304 0 0,'3'2'201'0'0,"0"-1"-201"0"0,-2 1 0 0 0,1-2 0 0 0,-2 1 288 0 0,1-1 24 0 0,2 3 0 0 0,0 0 0 0 0,1 0 48 0 0,1 1 16 0 0,-1 1 0 0 0,-1-4 0 0 0,3 0-376 0 0,-2-1 0 0 0,2 0 0 0 0,0-1-80 0 0,1 0 80 0 0</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57.906"/>
    </inkml:context>
    <inkml:brush xml:id="br0">
      <inkml:brushProperty name="width" value="0.1" units="cm"/>
      <inkml:brushProperty name="height" value="0.1" units="cm"/>
      <inkml:brushProperty name="color" value="#008C3A"/>
    </inkml:brush>
  </inkml:definitions>
  <inkml:trace contextRef="#ctx0" brushRef="#br0">1 185 6913 0 0,'10'-17'316'0'0,"-5"9"-619"0"0,1-1-1 0 0,-1 1 1 0 0,-1-1-1 0 0,0 0 1 0 0,0 0 0 0 0,-1 0-1 0 0,0-1 1 0 0,0 0-1 0 0,-1 1 1 0 0,1-18 0 0 0,3-7 1619 0 0,-6 33-1168 0 0,0 0-1 0 0,0 1 1 0 0,1-1 0 0 0,-1 0 0 0 0,0 0 0 0 0,0 1 0 0 0,1-1 0 0 0,-1 0 0 0 0,0 0 0 0 0,1 1 0 0 0,-1-1 0 0 0,1 0-1 0 0,-1 1 1 0 0,1-1 0 0 0,-1 1 0 0 0,1-1 0 0 0,-1 1 0 0 0,1-1 0 0 0,0 1 0 0 0,-1-1 0 0 0,1 1 0 0 0,0-1 0 0 0,-1 1-1 0 0,1 0 1 0 0,0 0 0 0 0,-1-1 0 0 0,1 1 0 0 0,0 0 0 0 0,0 0 0 0 0,0 0 0 0 0,-1 0 0 0 0,1-1 0 0 0,0 1 0 0 0,0 0 0 0 0,-1 1-1 0 0,1-1 1 0 0,0 0 0 0 0,0 0 0 0 0,0 0 0 0 0,-1 0 0 0 0,1 1 0 0 0,1-1 0 0 0,-1 3 270 0 0,0 0 0 0 0,0 1 0 0 0,0-1 0 0 0,0 0 0 0 0,-1 1 0 0 0,1-1 0 0 0,-1 6 0 0 0,3 7 483 0 0,6 28 294 0 0,-1 0 0 0 0,2 63 0 0 0,7 43-543 0 0,52 106 330 0 0,-11-57-97 0 0,-49-158-719 0 0,-1 0-1 0 0,3 83 0 0 0,-11-111-152 0 0,15 352 38 0 0,-14-357-57 0 0,56 576 323 0 0,-57-581-491 0 0,3 14 91 0 0,0-6-3383 0 0</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8:59.536"/>
    </inkml:context>
    <inkml:brush xml:id="br0">
      <inkml:brushProperty name="width" value="0.1" units="cm"/>
      <inkml:brushProperty name="height" value="0.1" units="cm"/>
      <inkml:brushProperty name="color" value="#008C3A"/>
    </inkml:brush>
  </inkml:definitions>
  <inkml:trace contextRef="#ctx0" brushRef="#br0">1 268 3225 0 0,'8'-5'111'0'0,"1"2"0"0"0,0-1 0 0 0,1 1 0 0 0,-1 0-1 0 0,1 1 1 0 0,15-2 0 0 0,2 0 196 0 0,870-159 7848 0 0,391 86-5479 0 0,5 92 163 0 0,-1158-11-2581 0 0,783 37 911 0 0,-655-27-954 0 0,-156-9-126 0 0,194 14 392 0 0,-224-10-362 0 0,142 35 0 0 0,-202-36-188 0 0,-17-8 55 0 0,0 0 1 0 0,0 0-1 0 0,0 0 0 0 0,0 0 0 0 0,0 1 0 0 0,0-1 1 0 0,0 0-1 0 0,0 0 0 0 0,0 0 0 0 0,0 1 0 0 0,0-1 0 0 0,0 0 1 0 0,0 0-1 0 0,0 0 0 0 0,0 0 0 0 0,0 1 0 0 0,0-1 1 0 0,0 0-1 0 0,0 0 0 0 0,0 0 0 0 0,0 1 0 0 0,0-1 0 0 0,0 0 1 0 0,0 0-1 0 0,0 0 0 0 0,0 0 0 0 0,-1 1 0 0 0,1-1 1 0 0,0 0-1 0 0,0 0 0 0 0,0 0 0 0 0,0 0 0 0 0,0 0 0 0 0,0 1 1 0 0,-1-1-1 0 0,1 0 0 0 0,0 0 0 0 0,0 0 0 0 0,0 0 1 0 0,0 0-1 0 0,-1 0 0 0 0,1 0 0 0 0,-36 12-1624 0 0,12-5 1123 0 0,21-5 541 0 0,1 0-1 0 0,-1 0 1 0 0,1 0 0 0 0,0 0-1 0 0,0 0 1 0 0,0 1 0 0 0,0-1 0 0 0,0 1-1 0 0,0-1 1 0 0,1 1 0 0 0,-1 0 0 0 0,1-1-1 0 0,-1 1 1 0 0,1 0 0 0 0,-1 6 0 0 0,-11 52 1746 0 0,10-38-1116 0 0,-61 372 1179 0 0,49-291-1689 0 0,5 1 0 0 0,4 111-1 0 0,37 210 96 0 0,75 486-29 0 0,-34-412 109 0 0,-22-171-94 0 0,-34-216-186 0 0,79 492 206 0 0,-11-99-55 0 0,-72-382-128 0 0,-5 0 0 0 0,-10 140 0 0 0,-7-117-40 0 0,-14 295 229 0 0,23-297-141 0 0,18 153 1 0 0,-3-177 96 0 0,16 191-108 0 0,-26-231-108 0 0,-13 152 0 0 0,-60 151 17 0 0,65-342 68 0 0,4-35-54 0 0,-1 1 0 0 0,1-1 0 0 0,-1 0 0 0 0,-1 0 0 0 0,1 1 0 0 0,-6 11 0 0 0,6-18-18 0 0,0 0 1 0 0,0 0-1 0 0,0 0 1 0 0,0 0-1 0 0,0 0 1 0 0,-1 0-1 0 0,1-1 0 0 0,0 1 1 0 0,-1 0-1 0 0,1-1 1 0 0,0 1-1 0 0,-1-1 1 0 0,1 1-1 0 0,-1-1 1 0 0,1 0-1 0 0,-1 1 1 0 0,1-1-1 0 0,-1 0 1 0 0,-2 0-1 0 0,-38-1 74 0 0,26 0-41 0 0,-234 8-41 0 0,-159-5-340 0 0,242-14 282 0 0,-278-28-1070 0 0,347 27 937 0 0,-175-27-326 0 0,110 18 526 0 0,0 7 0 0 0,-219 9 0 0 0,-64 16 141 0 0,163-3-85 0 0,176-5-61 0 0,-612-3 73 0 0,199-3 423 0 0,403 11-138 0 0,0 6 0 0 0,-163 38 0 0 0,230-38-691 0 0,-2-2 0 0 0,0-2-1 0 0,0-3 1 0 0,-72 0 0 0 0,102-7-324 0 0</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9:00.119"/>
    </inkml:context>
    <inkml:brush xml:id="br0">
      <inkml:brushProperty name="width" value="0.1" units="cm"/>
      <inkml:brushProperty name="height" value="0.1" units="cm"/>
      <inkml:brushProperty name="color" value="#008C3A"/>
    </inkml:brush>
  </inkml:definitions>
  <inkml:trace contextRef="#ctx0" brushRef="#br0">1 23 13363 0 0,'6'-22'1484'0'0,"-1"21"-440"0"0,1 15 305 0 0,55 188 3824 0 0,11 108-4597 0 0,-68-288-555 0 0,189 806 182 0 0,-113-533-39 0 0,-66-226-76 0 0,-3 0 1 0 0,2 96-1 0 0,-30 248 416 0 0,5-257-110 0 0,9 171-1 0 0,11-84 358 0 0,-15-122-1850 0 0,-12-2-5822 0 0</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9:02.146"/>
    </inkml:context>
    <inkml:brush xml:id="br0">
      <inkml:brushProperty name="width" value="0.1" units="cm"/>
      <inkml:brushProperty name="height" value="0.1" units="cm"/>
      <inkml:brushProperty name="color" value="#008C3A"/>
    </inkml:brush>
  </inkml:definitions>
  <inkml:trace contextRef="#ctx0" brushRef="#br0">110 43 7834 0 0,'19'-42'12006'0'0,"-20"59"-11144"0"0,-11 70-254 0 0,-4-1 0 0 0,-29 89 0 0 0,1-5-1900 0 0,44-170 1291 0 0,-10 56-2415 0 0,9-32-3054 0 0,1-10-291 0 0</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9:02.372"/>
    </inkml:context>
    <inkml:brush xml:id="br0">
      <inkml:brushProperty name="width" value="0.1" units="cm"/>
      <inkml:brushProperty name="height" value="0.1" units="cm"/>
      <inkml:brushProperty name="color" value="#008C3A"/>
    </inkml:brush>
  </inkml:definitions>
  <inkml:trace contextRef="#ctx0" brushRef="#br0">1 38 9218 0 0,'0'-2'139'0'0,"0"0"0"0"0,1 0 0 0 0,-1 0 0 0 0,1 0 0 0 0,-1 0 0 0 0,1 0 0 0 0,0 1 0 0 0,0-1 0 0 0,0 0 0 0 0,0 0 0 0 0,0 1 0 0 0,0-1 0 0 0,1 0 0 0 0,-1 1 0 0 0,1-1 0 0 0,-1 1 0 0 0,1 0 0 0 0,-1-1 0 0 0,3 0 0 0 0,-1 1 83 0 0,-1 0 1 0 0,0 1-1 0 0,0 0 0 0 0,1-1 0 0 0,-1 1 0 0 0,0 0 0 0 0,0 0 0 0 0,1 0 0 0 0,-1 1 0 0 0,0-1 0 0 0,1 0 0 0 0,-1 1 0 0 0,0-1 0 0 0,0 1 0 0 0,0 0 0 0 0,0 0 0 0 0,4 2 0 0 0,7 4 309 0 0,0 1-1 0 0,-1 0 0 0 0,0 1 0 0 0,0 1 0 0 0,-1 0 1 0 0,-1 0-1 0 0,1 1 0 0 0,-2 0 0 0 0,10 13 0 0 0,4 11-60 0 0,38 72 0 0 0,-52-88-462 0 0,-1 0 0 0 0,0 1 0 0 0,6 24 0 0 0,-7 9-2002 0 0,-7-43 236 0 0,0-1 0 0 0,0 0 0 0 0,-4 17 0 0 0,0-9-3971 0 0</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9:02.525"/>
    </inkml:context>
    <inkml:brush xml:id="br0">
      <inkml:brushProperty name="width" value="0.1" units="cm"/>
      <inkml:brushProperty name="height" value="0.1" units="cm"/>
      <inkml:brushProperty name="color" value="#008C3A"/>
    </inkml:brush>
  </inkml:definitions>
  <inkml:trace contextRef="#ctx0" brushRef="#br0">53 130 7834 0 0,'-11'-8'-297'0'0,"6"4"1032"0"0,0 1 1 0 0,0-1-1 0 0,1 0 1 0 0,-1 0-1 0 0,1 0 0 0 0,-6-8 1 0 0,10 11-573 0 0,-1 0 1 0 0,1 0 0 0 0,-1-1 0 0 0,1 1 0 0 0,0 0 0 0 0,-1 0 0 0 0,1 0 0 0 0,0 0 0 0 0,0-1-1 0 0,0 1 1 0 0,0 0 0 0 0,0 0 0 0 0,0 0 0 0 0,0 0 0 0 0,0-1 0 0 0,1 1 0 0 0,-1 0 0 0 0,0 0-1 0 0,1 0 1 0 0,-1 0 0 0 0,1 0 0 0 0,-1 0 0 0 0,1-1 0 0 0,-1 1 0 0 0,1 0 0 0 0,0 1 0 0 0,0-1-1 0 0,-1 0 1 0 0,1 0 0 0 0,0 0 0 0 0,0 0 0 0 0,0 1 0 0 0,0-1 0 0 0,0 0 0 0 0,0 1 0 0 0,0-1-1 0 0,0 1 1 0 0,0-1 0 0 0,2 0 0 0 0,14-8-384 0 0,-1 1 1 0 0,1 1-1 0 0,36-10 0 0 0,-32 11-6378 0 0</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9:02.859"/>
    </inkml:context>
    <inkml:brush xml:id="br0">
      <inkml:brushProperty name="width" value="0.1" units="cm"/>
      <inkml:brushProperty name="height" value="0.1" units="cm"/>
      <inkml:brushProperty name="color" value="#008C3A"/>
    </inkml:brush>
  </inkml:definitions>
  <inkml:trace contextRef="#ctx0" brushRef="#br0">0 174 5529 0 0,'9'2'705'0'0,"0"1"-1"0"0,-1-1 0 0 0,1-1 1 0 0,0 0-1 0 0,0 0 0 0 0,14-1 1 0 0,-16 0-262 0 0,-1 0 1 0 0,0 0-1 0 0,1 0 1 0 0,-1 0 0 0 0,0 1-1 0 0,1 0 1 0 0,-1 1-1 0 0,0-1 1 0 0,0 1 0 0 0,0 0-1 0 0,0 1 1 0 0,-1 0-1 0 0,1-1 1 0 0,-1 2-1 0 0,10 6 1 0 0,10 16 1084 0 0,-17-17 849 0 0,-21-32-1125 0 0,8 14-1150 0 0,0-1 0 0 0,1 1 0 0 0,0-1 0 0 0,0-1 0 0 0,1 1 0 0 0,0 0 0 0 0,1-1 0 0 0,0 0 0 0 0,0-11 0 0 0,1 14-440 0 0,1 1 0 0 0,0 0 0 0 0,1-1 0 0 0,-1 1 0 0 0,1 0 0 0 0,1 0 0 0 0,0 0 0 0 0,0-1 0 0 0,0 2 0 0 0,1-1 0 0 0,0 0 0 0 0,0 0 0 0 0,0 1 0 0 0,7-8 0 0 0</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9:03.338"/>
    </inkml:context>
    <inkml:brush xml:id="br0">
      <inkml:brushProperty name="width" value="0.1" units="cm"/>
      <inkml:brushProperty name="height" value="0.1" units="cm"/>
      <inkml:brushProperty name="color" value="#008C3A"/>
    </inkml:brush>
  </inkml:definitions>
  <inkml:trace contextRef="#ctx0" brushRef="#br0">233 348 3193 0 0,'-34'-10'4503'0'0,"26"10"-3621"0"0,0 0-1 0 0,1 1 1 0 0,-1 0-1 0 0,0 0 1 0 0,0 1-1 0 0,1 0 0 0 0,-1 0 1 0 0,1 1-1 0 0,-13 6 1 0 0,11-5-704 0 0,1 1-1 0 0,-1 0 1 0 0,1 1 0 0 0,0 0 0 0 0,0 0 0 0 0,1 0 0 0 0,0 1-1 0 0,0 0 1 0 0,1 1 0 0 0,-1-1 0 0 0,2 1 0 0 0,-8 13 0 0 0,12-20-172 0 0,0 1 0 0 0,0-1 0 0 0,0 0 0 0 0,1 1 1 0 0,-1-1-1 0 0,1 0 0 0 0,-1 1 0 0 0,1-1 0 0 0,0 1 1 0 0,-1-1-1 0 0,1 1 0 0 0,0-1 0 0 0,0 0 0 0 0,0 1 1 0 0,0-1-1 0 0,0 1 0 0 0,0-1 0 0 0,0 1 1 0 0,1-1-1 0 0,-1 1 0 0 0,1-1 0 0 0,-1 1 0 0 0,1-1 1 0 0,-1 0-1 0 0,1 1 0 0 0,0-1 0 0 0,-1 0 0 0 0,1 0 1 0 0,0 1-1 0 0,0-1 0 0 0,0 0 0 0 0,0 0 0 0 0,0 0 1 0 0,0 0-1 0 0,0 0 0 0 0,1 0 0 0 0,-1-1 0 0 0,0 1 1 0 0,1 0-1 0 0,-1-1 0 0 0,0 1 0 0 0,1 0 0 0 0,-1-1 1 0 0,0 0-1 0 0,4 1 0 0 0,-2 0-68 0 0,1-1 0 0 0,-1 1 1 0 0,1-1-1 0 0,-1 0 0 0 0,1 0 0 0 0,-1 0 0 0 0,1-1 0 0 0,-1 1 1 0 0,0-1-1 0 0,1 0 0 0 0,-1 0 0 0 0,1 0 0 0 0,-1 0 1 0 0,0-1-1 0 0,0 1 0 0 0,0-1 0 0 0,0 0 0 0 0,0 0 1 0 0,3-3-1 0 0,0-1-10 0 0,-1-1 0 0 0,0 0 0 0 0,0 0 1 0 0,-1 0-1 0 0,0 0 0 0 0,0-1 0 0 0,-1 0 0 0 0,0 0 1 0 0,0 0-1 0 0,-1 0 0 0 0,0 0 0 0 0,-1 0 0 0 0,2-16 0 0 0,-2-12 238 0 0,-1 1 0 0 0,-5-37 0 0 0,2 19 299 0 0,-2-6 373 0 0,2 36-195 0 0,1 0 1 0 0,2 1-1 0 0,1-25 1 0 0,4 64 1023 0 0,-1 18-1506 0 0,-4-18-88 0 0,-2 24 65 0 0,3-1 0 0 0,1 0 0 0 0,2 0 0 0 0,2 0 0 0 0,15 58 0 0 0,54 125-2125 0 0,-63-187-5905 0 0</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9:09.322"/>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1698 394 6913 0 0,'-11'-16'426'0'0,"-1"0"-1"0"0,0 1 1 0 0,-1 1-1 0 0,-29-26 0 0 0,24 24-352 0 0,0 0-21 0 0,-1 0 1 0 0,-1 1-1 0 0,-1 1 0 0 0,0 1 1 0 0,0 1-1 0 0,-2 0 1 0 0,1 2-1 0 0,-28-9 1 0 0,14 9-487 0 0,1 2 1 0 0,-1 1-1 0 0,0 2 1 0 0,-72-2 0 0 0,-471 39-1406 0 0,271-8 2655 0 0,212-26 1872 0 0,724-11-2320 0 0,-45-1-538 0 0,0 33 259 0 0,-417-2-81 0 0,124 6-688 0 0,-290-23 661 0 0,1 0-1 0 0,0 0 1 0 0,-1 1 0 0 0,1-1 0 0 0,0 0-1 0 0,-1 0 1 0 0,1 0 0 0 0,0 0 0 0 0,-1 0 0 0 0,1 0-1 0 0,0 0 1 0 0,-1 0 0 0 0,1 0 0 0 0,0-1-1 0 0,-1 1 1 0 0,1 0 0 0 0,0 0 0 0 0,-1 0-1 0 0,1-1 1 0 0,-1 1 0 0 0,1 0 0 0 0,0-1-1 0 0,-1 1 1 0 0,1-1 0 0 0,-1 1 0 0 0,1 0 0 0 0,-1-1-1 0 0,1 0 1 0 0,-16-10 166 0 0,-33-7 865 0 0,-102-24-674 0 0,-2 7 0 0 0,-306-30 0 0 0,253 53-600 0 0,-1 8 1 0 0,0 10-1 0 0,1 8 0 0 0,-275 56 1 0 0,445-63 268 0 0,-77 17 182 0 0,97-19-24 0 0,1-1 1 0 0,0 2-1 0 0,0-1 1 0 0,0 2 0 0 0,-16 11-1 0 0,27-17-108 0 0,0 1 0 0 0,0 1 0 0 0,0-1-1 0 0,1 0 1 0 0,-1 1 0 0 0,1-1 0 0 0,-1 1 0 0 0,1 0 0 0 0,0 0-1 0 0,0 0 1 0 0,1 0 0 0 0,-1 0 0 0 0,-2 5 0 0 0,4-7-55 0 0,0 1 0 0 0,0-1 1 0 0,0 1-1 0 0,0-1 1 0 0,0 1-1 0 0,0-1 1 0 0,0 1-1 0 0,1-1 0 0 0,-1 1 1 0 0,0-1-1 0 0,1 0 1 0 0,-1 1-1 0 0,1-1 0 0 0,-1 1 1 0 0,1-1-1 0 0,0 0 1 0 0,0 0-1 0 0,0 1 0 0 0,0-1 1 0 0,-1 0-1 0 0,1 0 1 0 0,1 0-1 0 0,-1 0 1 0 0,0 0-1 0 0,0 0 0 0 0,0 0 1 0 0,1 0-1 0 0,-1-1 1 0 0,0 1-1 0 0,0 0 0 0 0,1-1 1 0 0,-1 1-1 0 0,3 0 1 0 0,16 5-32 0 0,0-1 1 0 0,1 0-1 0 0,-1-1 0 0 0,1-2 1 0 0,0 0-1 0 0,0-1 0 0 0,23-2 1 0 0,-13 1 19 0 0,360-11 697 0 0,-172 2-410 0 0,7 2-112 0 0,1189-8 391 0 0,-1190 20-544 0 0,227 11-2723 0 0,-529-3 1951 0 0,-1264 194 126 0 0,193-2 849 0 0,1096-195-199 0 0,28-4 40 0 0,-1-2-1 0 0,-42 3 1 0 0,142-23 988 0 0,821-96 539 0 0,-839 107-1528 0 0,640-50 1341 0 0,0 33 270 0 0,-597 24-1879 0 0,164 25 1 0 0,-258-26 39 0 0,-1 0 0 0 0,1 0 0 0 0,-1 1 0 0 0,1 0 0 0 0,7 3 1 0 0,-13-5 143 0 0,0 0 1 0 0,1 1 0 0 0,-1-1-1 0 0,0 0 1 0 0,0 0 0 0 0,1 0-1 0 0,-1 1 1 0 0,0-1 0 0 0,1 0-1 0 0,-1 0 1 0 0,0 1 0 0 0,0-1-1 0 0,1 0 1 0 0,-1 0 0 0 0,0 1-1 0 0,0-1 1 0 0,0 0 0 0 0,0 1-1 0 0,1-1 1 0 0,-1 0 0 0 0,0 1-1 0 0,0-1 1 0 0,0 0 0 0 0,0 1-1 0 0,0-1 1 0 0,0 0 0 0 0,0 1-1 0 0,0-1 1 0 0,0 1 0 0 0,0-1-1 0 0,0 0 1 0 0,0 1 0 0 0,-1 0-6 0 0,0 1 0 0 0,0-1 1 0 0,0 0-1 0 0,0 0 1 0 0,0 0-1 0 0,-1 0 0 0 0,1-1 1 0 0,0 1-1 0 0,0 0 1 0 0,-1 0-1 0 0,1-1 0 0 0,0 1 1 0 0,-3 0-1 0 0,-53 18-196 0 0,-115 21 1 0 0,92-23 234 0 0,-890 199 1393 0 0,868-193-1320 0 0,-321 79-30 0 0,364-87-112 0 0,21-7 55 0 0,1 3 0 0 0,-71 28 1 0 0,106-38 9 0 0,0 0 1 0 0,0-1-1 0 0,1 1 1 0 0,-1 0-1 0 0,0 0 0 0 0,1 0 1 0 0,-1 0-1 0 0,0 0 1 0 0,1 0-1 0 0,0 1 1 0 0,-1-1-1 0 0,1 0 1 0 0,0 1-1 0 0,-1-1 1 0 0,1 1-1 0 0,0 0 0 0 0,0-1 1 0 0,0 1-1 0 0,1 0 1 0 0,-1-1-1 0 0,0 1 1 0 0,1 0-1 0 0,-1 0 1 0 0,1 0-1 0 0,-1 0 1 0 0,1 2-1 0 0,0-1-12 0 0,1-1 0 0 0,0 0 0 0 0,0 0-1 0 0,0 0 1 0 0,0 0 0 0 0,0 0 0 0 0,1 0 0 0 0,-1 0 0 0 0,1 0 0 0 0,-1 0-1 0 0,1-1 1 0 0,0 1 0 0 0,-1-1 0 0 0,1 1 0 0 0,0-1 0 0 0,0 0 0 0 0,0 1-1 0 0,0-1 1 0 0,0 0 0 0 0,4 1 0 0 0,10 4-53 0 0,-1 0-1 0 0,1-2 1 0 0,0 1 0 0 0,0-2-1 0 0,1 0 1 0 0,19 0 0 0 0,103-3-72 0 0,-113-1 100 0 0,231-14 689 0 0,-1-11 1 0 0,380-89 0 0 0,-360 41 316 0 0,-222 56-577 0 0,0-2-1 0 0,98-53 0 0 0,-147 70-369 0 0,47-31 135 0 0,-49 31-144 0 0,1 0-1 0 0,-1 0 1 0 0,1 0-1 0 0,-1 0 1 0 0,0-1-1 0 0,0 0 1 0 0,-1 1-1 0 0,1-1 1 0 0,-1 0-1 0 0,4-8 1 0 0,-5 10-7 0 0,-1 1-1 0 0,0 0 1 0 0,0 0 0 0 0,1-1 0 0 0,-1 1 0 0 0,0 0-1 0 0,0-1 1 0 0,0 1 0 0 0,0 0 0 0 0,0-1-1 0 0,0 1 1 0 0,-1 0 0 0 0,1 0 0 0 0,0-1 0 0 0,-1 1-1 0 0,1 0 1 0 0,-1 0 0 0 0,1-1 0 0 0,-1 1 0 0 0,1 0-1 0 0,-1 0 1 0 0,0 0 0 0 0,-1-2 0 0 0,-1 1-2 0 0,0-1 1 0 0,0 1 0 0 0,0 0 0 0 0,0 0 0 0 0,0 0-1 0 0,0 0 1 0 0,0 1 0 0 0,-6-3 0 0 0,-6-1-46 0 0,-1 1 0 0 0,-30-4 0 0 0,45 8 33 0 0,-67-7-424 0 0,-1 4-1 0 0,-113 7 0 0 0,-138 34-769 0 0,-158 58 929 0 0,5 29 7 0 0,247-64 220 0 0,122-36 49 0 0,-66 20-35 0 0,295-66-1265 0 0,630-185 1487 0 0,-651 175-184 0 0,831-286 1992 0 0,-908 307-1906 0 0,201-84 288 0 0,-192 77-346 0 0,-1-2 0 0 0,-1-1 0 0 0,-1-2 0 0 0,35-30 0 0 0,-63 48-5 0 0,0 0 0 0 0,0-1 0 0 0,-1 0 0 0 0,0 0 0 0 0,0 0 0 0 0,0 0 0 0 0,-1-1 0 0 0,1 0 0 0 0,3-8 0 0 0,-7 12-7 0 0,1 0-1 0 0,-1 0 1 0 0,1 0-1 0 0,-1 0 1 0 0,0 0-1 0 0,0 0 1 0 0,0 0-1 0 0,0 0 1 0 0,0 0-1 0 0,0 0 1 0 0,0 0-1 0 0,-1 0 1 0 0,1 0-1 0 0,-1 0 0 0 0,1 0 1 0 0,-1 0-1 0 0,0 1 1 0 0,0-1-1 0 0,1 0 1 0 0,-1 0-1 0 0,-1 1 1 0 0,1-1-1 0 0,0 0 1 0 0,0 1-1 0 0,-1-1 1 0 0,1 1-1 0 0,-1 0 1 0 0,1-1-1 0 0,-1 1 1 0 0,1 0-1 0 0,-1 0 1 0 0,0 0-1 0 0,0 0 1 0 0,-3-1-1 0 0,-9-4 13 0 0,-1 1 0 0 0,1 0 0 0 0,-1 1 0 0 0,0 0 0 0 0,0 2 0 0 0,-1-1 1 0 0,-19 1-1 0 0,-111 6-387 0 0,120-3 305 0 0,-111 11-707 0 0,-164 35 0 0 0,-128 52-344 0 0,84-17 388 0 0,139-48-813 0 0,464-69 2055 0 0,463-126 0 0 0,-221 10 1855 0 0,-486 146-2286 0 0,29-12 415 0 0,-88 17 352 0 0,-135 28-3799 0 0,-215 63 1 0 0,269-53-994 0 0</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9:12.14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2878 962 7370 0 0,'15'-23'662'0'0,"1"1"0"0"0,1 0 0 0 0,0 2 0 0 0,33-30 0 0 0,89-66 843 0 0,-55 60-347 0 0,3-3 584 0 0,-87 59-1692 0 0,1 0 1 0 0,-1-1-1 0 0,1 1 1 0 0,-1 0 0 0 0,1-1-1 0 0,-1 1 1 0 0,1 0 0 0 0,-1-1-1 0 0,0 1 1 0 0,1-1-1 0 0,-1 1 1 0 0,0-1 0 0 0,1 1-1 0 0,-1-1 1 0 0,0 1 0 0 0,0-1-1 0 0,1 0 1 0 0,-1 1-1 0 0,0-1 1 0 0,0 1 0 0 0,0-1-1 0 0,0 1 1 0 0,0-1 0 0 0,0 0-1 0 0,0 1 1 0 0,0-1-1 0 0,0 1 1 0 0,0-1 0 0 0,0 0-1 0 0,0 1 1 0 0,0-1 0 0 0,-1 1-1 0 0,1-1 1 0 0,0 1-1 0 0,-1-2 1 0 0,0 1 37 0 0,-1-1 0 0 0,1 0 0 0 0,-1 0 0 0 0,0 1 0 0 0,0-1 0 0 0,1 1 0 0 0,-1 0 0 0 0,0-1 0 0 0,-4 0-1 0 0,-47-18 483 0 0,18 11-506 0 0,0 3 0 0 0,0 1 1 0 0,-65-2-1 0 0,-111 15-212 0 0,166-5 130 0 0,-1053 84-785 0 0,303-20 17 0 0,669-58 875 0 0,-386 43 322 0 0,505-51-424 0 0,5-1 7 0 0,-1 0 1 0 0,1 0-1 0 0,0 0 0 0 0,-1 0 1 0 0,1 1-1 0 0,0 0 1 0 0,-1-1-1 0 0,1 1 0 0 0,0 0 1 0 0,0 0-1 0 0,-1 0 0 0 0,1 0 1 0 0,0 0-1 0 0,0 1 1 0 0,0-1-1 0 0,1 0 0 0 0,-4 3 1 0 0,5-3-1 0 0,0-1 1 0 0,0 1 0 0 0,0-1 0 0 0,1 1 0 0 0,-1-1-1 0 0,0 1 1 0 0,0-1 0 0 0,0 1 0 0 0,1-1 0 0 0,-1 1-1 0 0,0-1 1 0 0,0 0 0 0 0,1 1 0 0 0,-1-1 0 0 0,0 0-1 0 0,1 1 1 0 0,-1-1 0 0 0,0 0 0 0 0,1 1 0 0 0,-1-1-1 0 0,1 0 1 0 0,-1 0 0 0 0,0 1 0 0 0,1-1 0 0 0,-1 0-1 0 0,1 0 1 0 0,-1 0 0 0 0,1 0 0 0 0,-1 1 0 0 0,1-1-1 0 0,-1 0 1 0 0,1 0 0 0 0,20 3-271 0 0,-19-2 241 0 0,37 1-76 0 0,-1-1 1 0 0,0-2-1 0 0,1-2 1 0 0,38-7-1 0 0,-13 2 307 0 0,378-48 146 0 0,480-39-1654 0 0,-292 90 797 0 0,36-1 514 0 0,-536 0 531 0 0,-1-6 1 0 0,210-47-1 0 0,-326 56-379 0 0,0-1 1 0 0,0-1-1 0 0,0 1 1 0 0,-1-2-1 0 0,16-8 1 0 0,-26 13-128 0 0,0 0 0 0 0,0-1 0 0 0,0 1 0 0 0,0 0 0 0 0,-1-1 0 0 0,1 1 0 0 0,0-1 0 0 0,0 1 0 0 0,-1-1 0 0 0,1 0 0 0 0,-1 0 1 0 0,0 0-1 0 0,0 0 0 0 0,1 0 0 0 0,-1 0 0 0 0,0 0 0 0 0,0 0 0 0 0,-1 0 0 0 0,1 0 0 0 0,0-1 0 0 0,-1 1 0 0 0,0 0 0 0 0,1 0 0 0 0,-1-1 0 0 0,0 1 0 0 0,0 0 0 0 0,0-1 0 0 0,0 1 0 0 0,-1 0 0 0 0,1-1 1 0 0,-1 1-1 0 0,1 0 0 0 0,-1 0 0 0 0,0 0 0 0 0,0-1 0 0 0,0 1 0 0 0,0 0 0 0 0,-3-4 0 0 0,-2-3 5 0 0,-1 1-1 0 0,-1-1 1 0 0,0 1 0 0 0,0 0 0 0 0,0 1 0 0 0,-1 0-1 0 0,0 0 1 0 0,-15-8 0 0 0,-86-39-98 0 0,98 48 47 0 0,-70-27-398 0 0,-2 4-1 0 0,-134-30 1 0 0,-181-13-1171 0 0,383 69 1556 0 0,-209-27-13 0 0,-1 10 0 0 0,-1 10 0 0 0,0 10 0 0 0,0 9 0 0 0,-231 41 0 0 0,20 37 878 0 0,318-55-430 0 0,-182 77-1 0 0,246-85-300 0 0,-127 59 14 0 0,152-67-234 0 0,1 1 1 0 0,1 2-1 0 0,-47 39 1 0 0,74-56 81 0 0,-1 0 0 0 0,1 0 1 0 0,0 0-1 0 0,0 1 1 0 0,0-1-1 0 0,0 1 1 0 0,0-1-1 0 0,0 1 0 0 0,1 0 1 0 0,-1-1-1 0 0,1 1 1 0 0,0 0-1 0 0,0 0 1 0 0,0 0-1 0 0,-1 5 0 0 0,2-7 2 0 0,0 1 0 0 0,1 0-1 0 0,-1 0 1 0 0,1 0 0 0 0,-1 0-1 0 0,1-1 1 0 0,-1 1 0 0 0,1 0-1 0 0,0-1 1 0 0,0 1 0 0 0,0-1-1 0 0,0 1 1 0 0,0-1 0 0 0,0 1-1 0 0,1-1 1 0 0,-1 0-1 0 0,0 1 1 0 0,1-1 0 0 0,-1 0-1 0 0,1 0 1 0 0,-1 0 0 0 0,1 0-1 0 0,0 0 1 0 0,-1 0 0 0 0,1-1-1 0 0,0 1 1 0 0,2 0 0 0 0,12 5-181 0 0,0-1 0 0 0,1 0 0 0 0,0-1 0 0 0,-1-1 0 0 0,22 1 0 0 0,89-1-156 0 0,-86-4 475 0 0,742-34 1679 0 0,-518 18-1466 0 0,700-31 5 0 0,1 35 208 0 0,-342 23 2699 0 0,-610-10-3175 0 0,-4 1-17 0 0,0 0-1 0 0,0-1 0 0 0,-1-1 0 0 0,1 0 0 0 0,0 0 1 0 0,-1-1-1 0 0,1 0 0 0 0,12-4 0 0 0,-22 5-33 0 0,0 1 0 0 0,1 0-1 0 0,-1 0 1 0 0,0 0 0 0 0,0-1 0 0 0,0 1-1 0 0,0 0 1 0 0,0 0 0 0 0,0-1 0 0 0,0 1-1 0 0,1 0 1 0 0,-1-1 0 0 0,0 1 0 0 0,0 0-1 0 0,0 0 1 0 0,0-1 0 0 0,0 1-1 0 0,0 0 1 0 0,0 0 0 0 0,0-1 0 0 0,-1 1-1 0 0,1 0 1 0 0,0-1 0 0 0,0 1 0 0 0,0 0-1 0 0,0 0 1 0 0,0-1 0 0 0,0 1 0 0 0,0 0-1 0 0,-1 0 1 0 0,1-1 0 0 0,0 1-1 0 0,0 0 1 0 0,0 0 0 0 0,0 0 0 0 0,-1-1-1 0 0,1 1 1 0 0,0 0 0 0 0,0 0 0 0 0,-1 0-1 0 0,1 0 1 0 0,0 0 0 0 0,0-1-1 0 0,-1 1 1 0 0,1 0 0 0 0,0 0 0 0 0,0 0-1 0 0,-1 0 1 0 0,1 0 0 0 0,0 0 0 0 0,-1 0-1 0 0,1 0 1 0 0,-17-8-80 0 0,-26-5-74 0 0,-1 3 0 0 0,0 1 0 0 0,0 2 0 0 0,-53-1 0 0 0,70 6 82 0 0,-535-7-1954 0 0,-1 54 1155 0 0,388-23 918 0 0,0 7-1 0 0,-192 60 0 0 0,335-80-34 0 0,-78 27 44 0 0,97-31-46 0 0,1 0 1 0 0,0 1-1 0 0,0 1 1 0 0,1 0-1 0 0,-1 0 1 0 0,-11 12 0 0 0,21-18-11 0 0,1 0 0 0 0,0 0 0 0 0,0 0 0 0 0,0 0 0 0 0,-1 0 0 0 0,1 1 0 0 0,0-1 0 0 0,0 0 0 0 0,1 1 0 0 0,-1-1 0 0 0,0 1 0 0 0,0-1 0 0 0,1 1 0 0 0,-1-1 0 0 0,1 1 0 0 0,-1-1 0 0 0,1 1 0 0 0,0 0 0 0 0,0-1 0 0 0,-1 1 0 0 0,1 0 0 0 0,0-1 0 0 0,0 1 0 0 0,1-1 0 0 0,-1 1 0 0 0,0 0 0 0 0,1-1 0 0 0,-1 1 0 0 0,0-1 0 0 0,1 1 0 0 0,0 0 0 0 0,-1-1 0 0 0,1 0 0 0 0,0 1 0 0 0,0-1 0 0 0,0 1 0 0 0,0-1 0 0 0,0 0 0 0 0,0 0 0 0 0,0 0 0 0 0,1 1 0 0 0,-1-1 0 0 0,0 0 0 0 0,2 1 0 0 0,5 4-11 0 0,1-1-1 0 0,0 1 1 0 0,0-2 0 0 0,0 1 0 0 0,18 5 0 0 0,21 5 164 0 0,1-3-1 0 0,1-1 1 0 0,0-3 0 0 0,69 2 0 0 0,206-12 293 0 0,-314 2-453 0 0,752-59 348 0 0,-2-41 1414 0 0,-290 35-242 0 0,-394 56-1315 0 0,-27 5-79 0 0,-2-2 0 0 0,1-3 0 0 0,-1-1 0 0 0,65-24 0 0 0,-111 33-118 0 0,-1 1 0 0 0,0 0 0 0 0,1-1 0 0 0,-1 1 0 0 0,0-1 0 0 0,0 1 0 0 0,1-1 0 0 0,-1 0 0 0 0,0 0 0 0 0,0 1 0 0 0,0-1 0 0 0,0 0 0 0 0,0 0 0 0 0,0 0 0 0 0,0 0 0 0 0,0 0 0 0 0,0 0 0 0 0,-1 0 0 0 0,1-1 0 0 0,0 1 0 0 0,-1 0 0 0 0,1 0 0 0 0,0-2 0 0 0,-1 1-3 0 0,-1 1 0 0 0,1 0-1 0 0,0 0 1 0 0,-1 0 0 0 0,1 0-1 0 0,-1 0 1 0 0,1-1 0 0 0,-1 1-1 0 0,0 0 1 0 0,1 0 0 0 0,-1 0-1 0 0,0 1 1 0 0,0-1 0 0 0,0 0 0 0 0,0 0-1 0 0,0 0 1 0 0,0 1 0 0 0,0-1-1 0 0,-2-1 1 0 0,-6-3-43 0 0,0 0 0 0 0,-1 1-1 0 0,1 0 1 0 0,-18-4 0 0 0,-68-11-418 0 0,-2 4-1 0 0,0 4 1 0 0,-102 1 0 0 0,-294 33 25 0 0,-94 52-3670 0 0,563-72 3648 0 0,-188 27-3351 0 0,7-4-171 0 0</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9:13.421"/>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1594 167 10594 0 0,'-11'-15'168'0'0,"-1"2"0"0"0,0-1 0 0 0,-1 2 0 0 0,-1 0 0 0 0,0 0 0 0 0,0 1 1 0 0,-1 1-1 0 0,-1 0 0 0 0,1 1 0 0 0,-1 1 0 0 0,-1 1 0 0 0,0 0 0 0 0,0 1 0 0 0,0 1 0 0 0,-1 0 0 0 0,0 1 0 0 0,1 1 0 0 0,-1 1 0 0 0,0 1 0 0 0,-1 0 0 0 0,-19 3 0 0 0,-27 6-658 0 0,1 3 1 0 0,-121 37-1 0 0,-119 63 569 0 0,253-91 212 0 0,-28 10 239 0 0,13-6 35 0 0,1 2 1 0 0,-86 50-1 0 0,145-72-550 0 0,0-1 0 0 0,1 1 0 0 0,0 1 0 0 0,0-1 0 0 0,0 1 1 0 0,-7 8-1 0 0,11-12-27 0 0,0 1 0 0 0,0-1 0 0 0,0 0 0 0 0,0 1 0 0 0,0-1 0 0 0,1 0 0 0 0,-1 1 0 0 0,1-1 1 0 0,-1 1-1 0 0,1-1 0 0 0,-1 1 0 0 0,1-1 0 0 0,0 1 0 0 0,0 0 0 0 0,0-1 0 0 0,0 1 0 0 0,0-1 1 0 0,0 1-1 0 0,0-1 0 0 0,0 1 0 0 0,1-1 0 0 0,-1 1 0 0 0,1-1 0 0 0,-1 1 0 0 0,1-1 0 0 0,-1 1 0 0 0,1-1 1 0 0,0 1-1 0 0,0-1 0 0 0,0 0 0 0 0,-1 0 0 0 0,1 1 0 0 0,3 1 0 0 0,2 2-51 0 0,0 0-1 0 0,0-1 0 0 0,1 0 0 0 0,0 0 1 0 0,0 0-1 0 0,0-1 0 0 0,0 0 1 0 0,0 0-1 0 0,1-1 0 0 0,-1 0 0 0 0,12 1 1 0 0,9 2-213 0 0,50 0 0 0 0,-14-6 238 0 0,0-3 0 0 0,87-15 0 0 0,126-40 600 0 0,-192 37-55 0 0,127-51 0 0 0,-173 57-300 0 0,-1-2 0 0 0,-1-1 0 0 0,-1-3 0 0 0,0 0 0 0 0,45-40 1 0 0,-71 53-16 0 0,-1 0 1 0 0,0 0 0 0 0,0-1 0 0 0,13-20 0 0 0,-20 28-119 0 0,-1 0-1 0 0,0 0 0 0 0,0-1 1 0 0,0 1-1 0 0,0 0 1 0 0,0-1-1 0 0,0 1 0 0 0,-1-1 1 0 0,1 1-1 0 0,-1-1 0 0 0,0 0 1 0 0,0 1-1 0 0,0-5 1 0 0,0 5-10 0 0,-1 1 0 0 0,0-1 0 0 0,1 0 0 0 0,-1 1 0 0 0,0-1 0 0 0,0 1 1 0 0,0-1-1 0 0,0 1 0 0 0,0-1 0 0 0,0 1 0 0 0,0-1 0 0 0,0 1 0 0 0,-1 0 1 0 0,1 0-1 0 0,-1 0 0 0 0,1 0 0 0 0,-1 0 0 0 0,1 0 0 0 0,-1 0 0 0 0,1 0 1 0 0,-1 1-1 0 0,-2-2 0 0 0,-7-2 17 0 0,-1 1 0 0 0,0 0-1 0 0,0 1 1 0 0,-1 0 0 0 0,1 1 0 0 0,0 0 0 0 0,-1 1 0 0 0,1 0 0 0 0,-25 4-1 0 0,-3 3-82 0 0,-67 22-1 0 0,16 2-372 0 0,-147 73 0 0 0,-77 66-589 0 0,76-38 377 0 0,211-118 570 0 0,-129 75-63 0 0,136-76 75 0 0,0 2-1 0 0,1 0 1 0 0,1 2 0 0 0,1 0-1 0 0,-18 21 1 0 0,34-36 5 0 0,0 0 0 0 0,0 1 1 0 0,0-1-1 0 0,1 1 0 0 0,-1 0 1 0 0,0-1-1 0 0,1 1 0 0 0,0 0 0 0 0,0 0 1 0 0,0 0-1 0 0,0 0 0 0 0,0 0 0 0 0,0 0 1 0 0,1 0-1 0 0,0 0 0 0 0,-1 0 1 0 0,1 1-1 0 0,0-1 0 0 0,1 0 0 0 0,-1 0 1 0 0,0 0-1 0 0,1 0 0 0 0,0 0 0 0 0,0 0 1 0 0,0 0-1 0 0,0 0 0 0 0,0 0 1 0 0,1 0-1 0 0,-1-1 0 0 0,1 1 0 0 0,-1 0 1 0 0,1-1-1 0 0,0 1 0 0 0,0-1 0 0 0,1 0 1 0 0,-1 1-1 0 0,0-1 0 0 0,1 0 1 0 0,-1-1-1 0 0,1 1 0 0 0,-1 0 0 0 0,1-1 1 0 0,3 2-1 0 0,8 4-135 0 0,0-2-1 0 0,0 1 1 0 0,0-2 0 0 0,1 0-1 0 0,-1 0 1 0 0,1-2 0 0 0,0 1-1 0 0,18-1 1 0 0,121-5-398 0 0,-148 2 512 0 0,161-17 113 0 0,247-61 1 0 0,-262 46 186 0 0,375-84 143 0 0,-8-29-338 0 0,-505 138 3 0 0,-24 4 165 0 0,-26 3 343 0 0,-4 4-561 0 0,-1 1 0 0 0,1 2 0 0 0,-46 14-1 0 0,-119 45-1838 0 0,111-34 953 0 0,23-9 540 0 0,1 4 0 0 0,0 2 1 0 0,3 4-1 0 0,-120 74 0 0 0,155-83 286 0 0,-29 18-289 0 0,-87 77 0 0 0,146-116 251 0 0,0-1 1 0 0,1 1-1 0 0,-1 0 0 0 0,1-1 1 0 0,-1 1-1 0 0,1 0 1 0 0,-1 0-1 0 0,1 0 0 0 0,0 0 1 0 0,0 0-1 0 0,0 0 1 0 0,0 0-1 0 0,1 1 0 0 0,-2 3 1 0 0,2-5 16 0 0,1 0 0 0 0,-1 0 0 0 0,0 0 0 0 0,1 0 1 0 0,-1 0-1 0 0,1 0 0 0 0,-1-1 0 0 0,1 1 0 0 0,0 0 1 0 0,-1 0-1 0 0,1 0 0 0 0,0-1 0 0 0,-1 1 0 0 0,1 0 1 0 0,0-1-1 0 0,0 1 0 0 0,0 0 0 0 0,0-1 0 0 0,0 1 1 0 0,-1-1-1 0 0,1 0 0 0 0,0 1 0 0 0,0-1 0 0 0,0 0 0 0 0,0 1 1 0 0,0-1-1 0 0,0 0 0 0 0,0 0 0 0 0,1 0 0 0 0,-1 0 1 0 0,0 0-1 0 0,0 0 0 0 0,0 0 0 0 0,1-1 0 0 0,19 2-356 0 0,0-1-1 0 0,0-2 1 0 0,0 0-1 0 0,38-9 1 0 0,84-32-12 0 0,-90 25 376 0 0,102-26 433 0 0,-62 18 229 0 0,117-48-1 0 0,-198 69-476 0 0,-5 3-2 0 0,-1-1 1 0 0,1 0 0 0 0,-1 0-1 0 0,1 0 1 0 0,-1-1 0 0 0,0 0-1 0 0,-1 0 1 0 0,1 0 0 0 0,9-19 1971 0 0,-16 22-2063 0 0,-12-3 1429 0 0,-16 5-55 0 0,1 6-972 0 0,0 0 1 0 0,0 2 0 0 0,1 1 0 0 0,-28 15-1 0 0,-48 29-5923 0 0,53-27-404 0 0</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2.924"/>
    </inkml:context>
    <inkml:brush xml:id="br0">
      <inkml:brushProperty name="width" value="0.1" units="cm"/>
      <inkml:brushProperty name="height" value="0.1" units="cm"/>
      <inkml:brushProperty name="color" value="#849398"/>
    </inkml:brush>
  </inkml:definitions>
  <inkml:trace contextRef="#ctx0" brushRef="#br0">127 37 5529 0 0,'-100'7'968'0'0,"73"-4"2498"0"0,700-49 2485 0 0,3 59-4176 0 0,265 47-1355 0 0,-5 29-77 0 0,-722-67-343 0 0,848 73 0 0 0,-518-57 108 0 0,525 24 192 0 0,-615-39-993 0 0,226 1-920 0 0,-144-17-5699 0 0,-211 11 4739 0 0,-306-17-287 0 0</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3.230"/>
    </inkml:context>
    <inkml:brush xml:id="br0">
      <inkml:brushProperty name="width" value="0.1" units="cm"/>
      <inkml:brushProperty name="height" value="0.1" units="cm"/>
      <inkml:brushProperty name="color" value="#849398"/>
    </inkml:brush>
  </inkml:definitions>
  <inkml:trace contextRef="#ctx0" brushRef="#br0">36 15 920 0 0,'-2'-2'455'0'0,"0"1"0"0"0,0-1 0 0 0,0 0 0 0 0,0 1 0 0 0,0 0 0 0 0,0-1 0 0 0,0 1 0 0 0,0 0 0 0 0,-1 0 0 0 0,1 0 0 0 0,-10 3 4665 0 0,12-2-5029 0 0,10 14 1688 0 0,10 4-409 0 0,1-1 1 0 0,30 18-1 0 0,-27-19-674 0 0,-1 0 0 0 0,33 31-1 0 0,-50-41-537 0 0,-1 0-1 0 0,0 0 1 0 0,0 0-1 0 0,-1 0 1 0 0,1 1-1 0 0,-1 0 1 0 0,-1 0-1 0 0,1 0 1 0 0,-1 0-1 0 0,0 0 0 0 0,-1 1 1 0 0,0-1-1 0 0,2 15 1 0 0,-3-18-82 0 0,-1 0 1 0 0,0-1 0 0 0,0 1-1 0 0,0 0 1 0 0,0 0-1 0 0,-1-1 1 0 0,1 1-1 0 0,-1 0 1 0 0,0-1 0 0 0,0 1-1 0 0,-1-1 1 0 0,1 1-1 0 0,-1-1 1 0 0,1 0 0 0 0,-1 0-1 0 0,0 1 1 0 0,0-1-1 0 0,-1 0 1 0 0,1-1-1 0 0,-1 1 1 0 0,1 0 0 0 0,-1-1-1 0 0,0 1 1 0 0,0-1-1 0 0,0 0 1 0 0,-5 3-1 0 0,-4 1-485 0 0,-1-1-1 0 0,0 0 0 0 0,-1 0 1 0 0,1-1-1 0 0,-24 3 0 0 0,8-1-7162 0 0</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1.456"/>
    </inkml:context>
    <inkml:brush xml:id="br0">
      <inkml:brushProperty name="width" value="0.1" units="cm"/>
      <inkml:brushProperty name="height" value="0.1" units="cm"/>
      <inkml:brushProperty name="color" value="#849398"/>
    </inkml:brush>
  </inkml:definitions>
  <inkml:trace contextRef="#ctx0" brushRef="#br0">19 3 15203 0 0,'0'0'22'0'0,"-1"0"-1"0"0,1-1 0 0 0,0 1 0 0 0,-1 0 1 0 0,1 0-1 0 0,-1-1 0 0 0,1 1 0 0 0,-1 0 1 0 0,1 0-1 0 0,-1 0 0 0 0,1 0 1 0 0,-1-1-1 0 0,1 1 0 0 0,-1 0 0 0 0,1 0 1 0 0,-1 0-1 0 0,1 0 0 0 0,-1 0 0 0 0,1 0 1 0 0,-1 0-1 0 0,1 0 0 0 0,-1 1 1 0 0,1-1-1 0 0,-1 0 0 0 0,1 0 0 0 0,-1 0 1 0 0,1 1-1 0 0,0-1 0 0 0,-1 0 0 0 0,1 0 1 0 0,-1 1-1 0 0,1-1 0 0 0,-1 0 0 0 0,1 1 1 0 0,0-1-1 0 0,-1 0 0 0 0,1 1 1 0 0,0-1-1 0 0,0 1 0 0 0,-1-1 0 0 0,1 0 1 0 0,0 1-1 0 0,3 24-793 0 0,-1-17 1399 0 0,49 167 3578 0 0,10 44-2286 0 0,-56-192-2019 0 0,-1 0 0 0 0,-2 1 0 0 0,0-1 0 0 0,-2 1 1 0 0,-1 0-1 0 0,-5 32 0 0 0,2-31-2835 0 0</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1.820"/>
    </inkml:context>
    <inkml:brush xml:id="br0">
      <inkml:brushProperty name="width" value="0.1" units="cm"/>
      <inkml:brushProperty name="height" value="0.1" units="cm"/>
      <inkml:brushProperty name="color" value="#849398"/>
    </inkml:brush>
  </inkml:definitions>
  <inkml:trace contextRef="#ctx0" brushRef="#br0">0 296 6913 0 0,'1'-17'88'0'0,"0"-1"0"0"0,1 1 1 0 0,0 0-1 0 0,2 0 0 0 0,0 0 0 0 0,1 0 0 0 0,10-24 0 0 0,-11 31 193 0 0,1 1 0 0 0,0 0 0 0 0,0 0 0 0 0,1 1 0 0 0,0-1 0 0 0,0 1 0 0 0,1 1 0 0 0,0-1 0 0 0,1 1 0 0 0,-1 0 0 0 0,1 1 0 0 0,1 0 0 0 0,17-10 0 0 0,-20 13-19 0 0,1 0 1 0 0,-1 1-1 0 0,1 0 1 0 0,0 0-1 0 0,0 1 1 0 0,0 0-1 0 0,0 0 1 0 0,0 1-1 0 0,0-1 1 0 0,0 2-1 0 0,0-1 1 0 0,0 1-1 0 0,0 0 0 0 0,-1 0 1 0 0,1 1-1 0 0,0 0 1 0 0,0 0-1 0 0,8 5 1 0 0,-11-6-196 0 0,-1 1 0 0 0,1 0-1 0 0,-1 0 1 0 0,0 1 0 0 0,0-1 0 0 0,0 1 0 0 0,0 0 0 0 0,0 0 0 0 0,-1 0-1 0 0,1 0 1 0 0,-1 0 0 0 0,0 0 0 0 0,0 1 0 0 0,0-1 0 0 0,0 1 0 0 0,-1-1-1 0 0,1 1 1 0 0,-1 0 0 0 0,0-1 0 0 0,0 1 0 0 0,0 0 0 0 0,-1 0 0 0 0,1 0-1 0 0,-1 0 1 0 0,0 0 0 0 0,0 0 0 0 0,0 0 0 0 0,-1 0 0 0 0,1 0 0 0 0,-1 0-1 0 0,0-1 1 0 0,0 1 0 0 0,-2 5 0 0 0,-6 13-49 0 0,0 0 1 0 0,-1-1-1 0 0,-1 0 0 0 0,-21 29 1 0 0,-64 73 392 0 0,24-34 518 0 0,71-88-884 0 0,0 1-1 0 0,0-1 0 0 0,0 0 0 0 0,0 0 0 0 0,0 1 1 0 0,0-1-1 0 0,0 1 0 0 0,0-1 0 0 0,1 1 1 0 0,-1-1-1 0 0,1 1 0 0 0,-1-1 0 0 0,1 1 1 0 0,0-1-1 0 0,0 1 0 0 0,-1 0 0 0 0,1-1 0 0 0,0 1 1 0 0,1 2-1 0 0,-1-3-20 0 0,1 0 0 0 0,-1 0 0 0 0,1 0 1 0 0,0 0-1 0 0,0 0 0 0 0,-1 0 0 0 0,1-1 0 0 0,0 1 0 0 0,0 0 1 0 0,0 0-1 0 0,0-1 0 0 0,0 1 0 0 0,0-1 0 0 0,0 1 0 0 0,0-1 1 0 0,0 1-1 0 0,0-1 0 0 0,0 1 0 0 0,0-1 0 0 0,0 0 0 0 0,2 0 1 0 0,8 2 41 0 0,0-1 0 0 0,1-1 1 0 0,-1 0-1 0 0,16-2 1 0 0,-16 1-74 0 0,64-4-125 0 0,81 4 0 0 0,-124 4-1840 0 0,34 7 0 0 0,-45-6-4564 0 0</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2.073"/>
    </inkml:context>
    <inkml:brush xml:id="br0">
      <inkml:brushProperty name="width" value="0.1" units="cm"/>
      <inkml:brushProperty name="height" value="0.1" units="cm"/>
      <inkml:brushProperty name="color" value="#849398"/>
    </inkml:brush>
  </inkml:definitions>
  <inkml:trace contextRef="#ctx0" brushRef="#br0">1 7 6913 0 0,'4'-1'399'0'0,"0"0"-1"0"0,0 0 0 0 0,0 0 0 0 0,1 0 0 0 0,-1 0 0 0 0,0 1 1 0 0,0 0-1 0 0,1 0 0 0 0,-1 0 0 0 0,0 0 0 0 0,1 1 0 0 0,-1 0 0 0 0,0-1 1 0 0,0 2-1 0 0,0-1 0 0 0,0 0 0 0 0,0 1 0 0 0,0 0 0 0 0,0 0 1 0 0,0 0-1 0 0,-1 0 0 0 0,5 3 0 0 0,10 8 1252 0 0,-1 1 0 0 0,30 31-1 0 0,-41-40-1430 0 0,25 25 86 0 0,-2 2-1 0 0,-1 0 1 0 0,-2 2-1 0 0,-1 1 1 0 0,39 71-1 0 0,-60-96-775 0 0,26 46 477 0 0,-10-32-2244 0 0,4-9-4390 0 0</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2.263"/>
    </inkml:context>
    <inkml:brush xml:id="br0">
      <inkml:brushProperty name="width" value="0.1" units="cm"/>
      <inkml:brushProperty name="height" value="0.1" units="cm"/>
      <inkml:brushProperty name="color" value="#849398"/>
    </inkml:brush>
  </inkml:definitions>
  <inkml:trace contextRef="#ctx0" brushRef="#br0">502 58 2761 0 0,'-8'-23'-472'0'0,"7"20"913"0"0,0 0 0 0 0,-1 1 0 0 0,0-1 0 0 0,1 0 0 0 0,-1 1 0 0 0,0 0 0 0 0,0-1 0 0 0,-4-2 1 0 0,5 4-126 0 0,-1 0-1 0 0,0 0 1 0 0,1 0 0 0 0,-1 0 0 0 0,0 0 0 0 0,0 1 0 0 0,0-1 0 0 0,1 1 0 0 0,-1-1 0 0 0,0 1 0 0 0,0-1 0 0 0,0 1 0 0 0,0 0 0 0 0,0 0-1 0 0,0 0 1 0 0,0 0 0 0 0,0 1 0 0 0,1-1 0 0 0,-1 0 0 0 0,0 1 0 0 0,0-1 0 0 0,0 1 0 0 0,0 0 0 0 0,1 0 0 0 0,-1-1 0 0 0,0 1 0 0 0,-2 2 0 0 0,-20 14 755 0 0,1 0 0 0 0,1 2 0 0 0,0 0 0 0 0,-32 38 0 0 0,23-23-499 0 0,-101 114 534 0 0,113-124-1688 0 0,1 1 0 0 0,2 1 0 0 0,0 1 0 0 0,-17 41 0 0 0,25-48-818 0 0,4-2-8 0 0</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4.086"/>
    </inkml:context>
    <inkml:brush xml:id="br0">
      <inkml:brushProperty name="width" value="0.1" units="cm"/>
      <inkml:brushProperty name="height" value="0.1" units="cm"/>
      <inkml:brushProperty name="color" value="#849398"/>
    </inkml:brush>
  </inkml:definitions>
  <inkml:trace contextRef="#ctx0" brushRef="#br0">3417 255 4577 0 0,'348'-4'2060'0'0,"-118"-2"1561"0"0,-225 6-3388 0 0,27 1 572 0 0,-31-1-665 0 0,0 0 0 0 0,0 0 0 0 0,0 0 0 0 0,0 0 1 0 0,1 0-1 0 0,-1 1 0 0 0,0-1 0 0 0,0 0 0 0 0,0 1 0 0 0,0-1 1 0 0,0 1-1 0 0,0-1 0 0 0,0 1 0 0 0,0-1 0 0 0,0 1 0 0 0,0 0 1 0 0,0-1-1 0 0,0 1 0 0 0,1 2 0 0 0,-2-3-36 0 0,0 1 1 0 0,0-1-1 0 0,0 1 1 0 0,-1-1-1 0 0,1 0 1 0 0,0 1-1 0 0,0-1 1 0 0,-1 1-1 0 0,1-1 1 0 0,0 0-1 0 0,-1 1 0 0 0,1-1 1 0 0,0 0-1 0 0,-1 1 1 0 0,1-1-1 0 0,-1 0 1 0 0,1 1-1 0 0,-1-1 1 0 0,1 0-1 0 0,-1 0 1 0 0,1 0-1 0 0,0 0 1 0 0,-1 1-1 0 0,1-1 0 0 0,-1 0 1 0 0,1 0-1 0 0,-1 0 1 0 0,0 0-1 0 0,-19 4 901 0 0,18-4-783 0 0,-48 4 529 0 0,0-1 1 0 0,0-3-1 0 0,-95-13 1 0 0,44 4-540 0 0,-794-42-35 0 0,134 10-608 0 0,179 2-44 0 0,-155-36-1530 0 0,387 35 3017 0 0,311 36-568 0 0,-68 2 0 0 0,96 2-430 0 0,0 1 0 0 0,1 0 0 0 0,-1 1 0 0 0,0 0-1 0 0,0 1 1 0 0,1 0 0 0 0,0 0 0 0 0,0 1 0 0 0,0 1 0 0 0,0 0 0 0 0,-11 7 0 0 0,19-10-103 0 0,1-1 1 0 0,-1 1-1 0 0,0 0 0 0 0,0 0 1 0 0,1 0-1 0 0,-1 0 0 0 0,1 0 1 0 0,0 0-1 0 0,-2 4 1 0 0</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4.358"/>
    </inkml:context>
    <inkml:brush xml:id="br0">
      <inkml:brushProperty name="width" value="0.1" units="cm"/>
      <inkml:brushProperty name="height" value="0.1" units="cm"/>
      <inkml:brushProperty name="color" value="#849398"/>
    </inkml:brush>
  </inkml:definitions>
  <inkml:trace contextRef="#ctx0" brushRef="#br0">671 85 3225 0 0,'4'-5'319'0'0,"1"-1"1"0"0,-1 0 0 0 0,0 0-1 0 0,0 0 1 0 0,-1 0 0 0 0,4-9-1 0 0,-6 14-193 0 0,-1 0 1 0 0,0 1-1 0 0,1-1 0 0 0,-1 0 0 0 0,0-1 0 0 0,0 1 1 0 0,1 0-1 0 0,-1 0 0 0 0,0 0 0 0 0,0 0 0 0 0,0 0 0 0 0,0 0 1 0 0,0 0-1 0 0,-1 0 0 0 0,1 0 0 0 0,0 0 0 0 0,0 0 1 0 0,-1 0-1 0 0,1 0 0 0 0,0 0 0 0 0,-1 0 0 0 0,1 0 0 0 0,-1 0 1 0 0,0 0-1 0 0,1 1 0 0 0,-1-1 0 0 0,0 0 0 0 0,1 0 1 0 0,-1 0-1 0 0,0 1 0 0 0,0-1 0 0 0,0 0 0 0 0,1 1 1 0 0,-1-1-1 0 0,0 1 0 0 0,0-1 0 0 0,0 1 0 0 0,0 0 0 0 0,0-1 1 0 0,0 1-1 0 0,0 0 0 0 0,0-1 0 0 0,0 1 0 0 0,0 0 1 0 0,0 0-1 0 0,0 0 0 0 0,0 0 0 0 0,0 0 0 0 0,-1 0 1 0 0,1 1-1 0 0,-1-1 0 0 0,-13 0 571 0 0,-1 1 0 0 0,1 1 0 0 0,-1 0-1 0 0,1 1 1 0 0,0 1 0 0 0,0 0 0 0 0,-16 7 0 0 0,-98 50 789 0 0,125-59-1395 0 0,-73 40 982 0 0,2 4-1 0 0,-76 60 1 0 0,143-100-1068 0 0,-1 1 0 0 0,1 1 0 0 0,0-1 1 0 0,1 2-1 0 0,0-1 0 0 0,0 1 0 0 0,1 0 0 0 0,0 0 0 0 0,0 0 0 0 0,1 1 0 0 0,0 0 1 0 0,-4 15-1 0 0,6-15-13 0 0,1 0 1 0 0,1 0-1 0 0,0 0 1 0 0,0 0-1 0 0,1 1 1 0 0,0-1-1 0 0,0 0 1 0 0,2 0-1 0 0,-1 0 1 0 0,1 0-1 0 0,0 0 0 0 0,1 0 1 0 0,7 15-1 0 0,-6-14-176 0 0,2-1 0 0 0,-1 1-1 0 0,1-1 1 0 0,1 0 0 0 0,12 14-1 0 0,24 18-5734 0 0,-9-14-681 0 0</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4.989"/>
    </inkml:context>
    <inkml:brush xml:id="br0">
      <inkml:brushProperty name="width" value="0.1" units="cm"/>
      <inkml:brushProperty name="height" value="0.1" units="cm"/>
      <inkml:brushProperty name="color" value="#849398"/>
    </inkml:brush>
  </inkml:definitions>
  <inkml:trace contextRef="#ctx0" brushRef="#br0">1 7 7370 0 0,'13'-6'11075'0'0,"3"36"-8824"0"0,-5 15-1152 0 0,10 85-1 0 0,-11-55-971 0 0,2 64 80 0 0,-8-67-278 0 0,-4-72 56 0 0,1 14-755 0 0,0 0-1 0 0,1-1 0 0 0,4 14 1 0 0</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5.345"/>
    </inkml:context>
    <inkml:brush xml:id="br0">
      <inkml:brushProperty name="width" value="0.1" units="cm"/>
      <inkml:brushProperty name="height" value="0.1" units="cm"/>
      <inkml:brushProperty name="color" value="#849398"/>
    </inkml:brush>
  </inkml:definitions>
  <inkml:trace contextRef="#ctx0" brushRef="#br0">2 200 3225 0 0,'-1'-5'78'0'0,"1"1"0"0"0,-1 0-1 0 0,1-1 1 0 0,0 1 0 0 0,1-1 0 0 0,-1 1 0 0 0,1-1 0 0 0,0 1 0 0 0,0 0 0 0 0,0-1 0 0 0,0 1 0 0 0,1 0 0 0 0,0 0 0 0 0,0 0 0 0 0,4-7-1 0 0,1 2 374 0 0,0 1-1 0 0,0 0 0 0 0,1 0 1 0 0,0 1-1 0 0,13-9 1 0 0,-8 7 469 0 0,1 0 1 0 0,0 1 0 0 0,0 1 0 0 0,0 0 0 0 0,1 1 0 0 0,0 0 0 0 0,27-5 0 0 0,-34 9-555 0 0,-1 1 0 0 0,1 0 0 0 0,0 1 0 0 0,-1 0 0 0 0,1 0 0 0 0,0 1 0 0 0,-1-1 0 0 0,9 3 0 0 0,-12-2-233 0 0,1 1 1 0 0,-1-1-1 0 0,0 1 1 0 0,0 0-1 0 0,-1 0 1 0 0,1 0-1 0 0,0 0 1 0 0,-1 1-1 0 0,1-1 1 0 0,-1 1-1 0 0,0 0 1 0 0,1 0-1 0 0,-2 0 1 0 0,1 1-1 0 0,3 3 1 0 0,-4-3-106 0 0,-1 0 1 0 0,1-1 0 0 0,-1 1-1 0 0,1 0 1 0 0,-1 0-1 0 0,0 0 1 0 0,-1 0-1 0 0,1 0 1 0 0,-1 0 0 0 0,0 0-1 0 0,0 1 1 0 0,0-1-1 0 0,0 0 1 0 0,-1 0-1 0 0,1 0 1 0 0,-1 0 0 0 0,-2 6-1 0 0,-3 9 94 0 0,-2 0 0 0 0,-11 24-1 0 0,7-18 81 0 0,-12 22 169 0 0,17-35-232 0 0,1 0 0 0 0,-1 0 0 0 0,2 1 0 0 0,0 0 0 0 0,0 0 0 0 0,2 1 0 0 0,-1-1 0 0 0,-1 23 0 0 0,4-34-127 0 0,1-1-1 0 0,0 1 1 0 0,1-1-1 0 0,-1 1 1 0 0,0-1 0 0 0,0 1-1 0 0,0-1 1 0 0,1 1-1 0 0,-1-1 1 0 0,1 0 0 0 0,-1 1-1 0 0,1-1 1 0 0,0 1-1 0 0,0-1 1 0 0,-1 0-1 0 0,1 0 1 0 0,0 1 0 0 0,0-1-1 0 0,0 0 1 0 0,0 0-1 0 0,0 0 1 0 0,1 0-1 0 0,-1 0 1 0 0,2 1 0 0 0,0-1-1 0 0,0 0 0 0 0,-1 0 1 0 0,1 0-1 0 0,1-1 0 0 0,-1 1 1 0 0,0-1-1 0 0,0 1 0 0 0,0-1 1 0 0,0 0-1 0 0,0 0 0 0 0,4-1 1 0 0,7-2-13 0 0,1 0 0 0 0,-1 0 0 0 0,25-11 0 0 0,-1-2-1733 0 0,64-37 0 0 0,-79 38-5411 0 0</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5.686"/>
    </inkml:context>
    <inkml:brush xml:id="br0">
      <inkml:brushProperty name="width" value="0.1" units="cm"/>
      <inkml:brushProperty name="height" value="0.1" units="cm"/>
      <inkml:brushProperty name="color" value="#849398"/>
    </inkml:brush>
  </inkml:definitions>
  <inkml:trace contextRef="#ctx0" brushRef="#br0">1 378 5985 0 0,'6'0'489'0'0,"0"-1"0"0"0,0 0 0 0 0,0 0 0 0 0,-1-1-1 0 0,1 0 1 0 0,0 0 0 0 0,-1 0 0 0 0,1-1 0 0 0,4-3 0 0 0,49-32 3675 0 0,-46 29-3496 0 0,2-2-107 0 0,0-1 0 0 0,0-1 1 0 0,-1 0-1 0 0,-1-1 0 0 0,20-25 0 0 0,-28 33-484 0 0,-1 0-1 0 0,0 0 0 0 0,0-1 1 0 0,0 0-1 0 0,-1 0 0 0 0,0 0 1 0 0,0 0-1 0 0,-1 0 0 0 0,0-1 1 0 0,0 1-1 0 0,-1-1 0 0 0,0 1 1 0 0,0-1-1 0 0,-1 0 0 0 0,0 1 1 0 0,-2-16-1 0 0,1 19-72 0 0,0 0 1 0 0,0 0-1 0 0,-1 0 1 0 0,0 1-1 0 0,0-1 0 0 0,0 0 1 0 0,0 1-1 0 0,0-1 0 0 0,-1 1 1 0 0,0 0-1 0 0,1 0 1 0 0,-1 0-1 0 0,0 0 0 0 0,0 0 1 0 0,-1 1-1 0 0,1 0 1 0 0,-1-1-1 0 0,1 1 0 0 0,-1 0 1 0 0,0 1-1 0 0,1-1 0 0 0,-7-1 1 0 0,8 2 5 0 0,-1 0 0 0 0,0 1 0 0 0,1-1 0 0 0,-1 1 0 0 0,1 0 0 0 0,-1 0 0 0 0,1 0 0 0 0,-1 0 0 0 0,0 0 0 0 0,1 1 0 0 0,-1-1 0 0 0,1 1 0 0 0,-1 0 0 0 0,1-1 0 0 0,0 1 0 0 0,-1 0 0 0 0,1 0 0 0 0,0 1 0 0 0,-1-1 0 0 0,1 0 0 0 0,0 1 0 0 0,0 0 0 0 0,0-1 0 0 0,0 1 0 0 0,1 0 0 0 0,-1 0 0 0 0,0 0 0 0 0,1 0 0 0 0,-1 0 0 0 0,1 0 0 0 0,0 1 0 0 0,-1-1 0 0 0,1 0 0 0 0,0 1 0 0 0,1-1 0 0 0,-2 4 0 0 0,1-1 10 0 0,0 0 1 0 0,1 0-1 0 0,0 0 1 0 0,0 0 0 0 0,0 0-1 0 0,0 0 1 0 0,1 0-1 0 0,0 0 1 0 0,0 0-1 0 0,0 0 1 0 0,0 0 0 0 0,1 0-1 0 0,0 0 1 0 0,0-1-1 0 0,0 1 1 0 0,5 6-1 0 0,2 2 31 0 0,-1 0 0 0 0,1-1-1 0 0,1-1 1 0 0,14 14 0 0 0,-13-15-172 0 0,1 0 1 0 0,0-1 0 0 0,20 12-1 0 0,0-5-5777 0 0,-13-9-581 0 0</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6.035"/>
    </inkml:context>
    <inkml:brush xml:id="br0">
      <inkml:brushProperty name="width" value="0.1" units="cm"/>
      <inkml:brushProperty name="height" value="0.1" units="cm"/>
      <inkml:brushProperty name="color" value="#849398"/>
    </inkml:brush>
  </inkml:definitions>
  <inkml:trace contextRef="#ctx0" brushRef="#br0">178 35 4145 0 0,'-1'-2'340'0'0,"1"0"1"0"0,-1 1-1 0 0,1-1 0 0 0,-1 0 1 0 0,0 0-1 0 0,0 0 0 0 0,0 1 1 0 0,0-1-1 0 0,0 0 0 0 0,-1 1 1 0 0,1-1-1 0 0,0 1 0 0 0,-1 0 1 0 0,1-1-1 0 0,-1 1 0 0 0,1 0 1 0 0,-1 0-1 0 0,0 0 0 0 0,1 0 1 0 0,-1 0-1 0 0,0 0 1 0 0,0 0-1 0 0,-3 0 0 0 0,2 1 63 0 0,-1-1 0 0 0,1 1 0 0 0,0 1-1 0 0,-1-1 1 0 0,1 0 0 0 0,-1 1 0 0 0,1 0 0 0 0,0 0-1 0 0,0 0 1 0 0,0 0 0 0 0,-1 0 0 0 0,-4 4 0 0 0,-1-1 37 0 0,1 1 1 0 0,1 1-1 0 0,-1-1 1 0 0,1 1-1 0 0,0 1 1 0 0,0-1 0 0 0,1 1-1 0 0,0 1 1 0 0,-8 11-1 0 0,11-15-385 0 0,1 0 0 0 0,0 1 0 0 0,0-1 0 0 0,0 1-1 0 0,1 0 1 0 0,-1-1 0 0 0,1 1 0 0 0,0 0-1 0 0,1 0 1 0 0,-1 0 0 0 0,1 0 0 0 0,0 0 0 0 0,0 0-1 0 0,1 0 1 0 0,-1-1 0 0 0,1 1 0 0 0,0 0 0 0 0,1 0-1 0 0,-1 0 1 0 0,3 4 0 0 0,-1-4-60 0 0,0 0 0 0 0,0 0 0 0 0,0 0 0 0 0,1-1 0 0 0,-1 1 0 0 0,1-1 0 0 0,0 0 0 0 0,1 0 0 0 0,-1-1 0 0 0,1 1 0 0 0,-1-1 0 0 0,1 0 0 0 0,0 0 0 0 0,0-1 0 0 0,1 1 0 0 0,10 2 0 0 0,-5-2-185 0 0,0 0 0 0 0,0-1 1 0 0,1 0-1 0 0,-1-1 0 0 0,1 0 0 0 0,0-1 0 0 0,19-3 1 0 0,-13 1-2011 0 0,36-11 1 0 0,-29 5-4159 0 0</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6.449"/>
    </inkml:context>
    <inkml:brush xml:id="br0">
      <inkml:brushProperty name="width" value="0.1" units="cm"/>
      <inkml:brushProperty name="height" value="0.1" units="cm"/>
      <inkml:brushProperty name="color" value="#849398"/>
    </inkml:brush>
  </inkml:definitions>
  <inkml:trace contextRef="#ctx0" brushRef="#br0">0 244 3225 0 0,'1'1'419'0'0,"0"1"1"0"0,0-1 0 0 0,1 1 0 0 0,-1-1-1 0 0,0 0 1 0 0,1 0 0 0 0,-1 1 0 0 0,0-1-1 0 0,1 0 1 0 0,-1 0 0 0 0,1 0 0 0 0,0 0 0 0 0,-1-1-1 0 0,1 1 1 0 0,0 0 0 0 0,-1-1 0 0 0,1 1-1 0 0,0-1 1 0 0,0 0 0 0 0,0 1 0 0 0,-1-1-1 0 0,1 0 1 0 0,0 0 0 0 0,0 0 0 0 0,0 0-1 0 0,3-1 1 0 0,2 0 396 0 0,1 1 0 0 0,-1-2 0 0 0,1 1 1 0 0,-1-1-1 0 0,9-3 0 0 0,-1-2-348 0 0,-1 0 0 0 0,0-1 1 0 0,0-1-1 0 0,-1 0 0 0 0,0-1 1 0 0,19-19-1 0 0,-24 22-486 0 0,-1 0 0 0 0,0-1 1 0 0,-1 0-1 0 0,0 0 0 0 0,0 0 0 0 0,-1-1 0 0 0,0 0 1 0 0,-1 0-1 0 0,0 0 0 0 0,0-1 0 0 0,4-16 0 0 0,-8 24-4 0 0,1 0-1 0 0,-1 0 0 0 0,1-1 1 0 0,-1 1-1 0 0,0 0 0 0 0,0 0 1 0 0,0 0-1 0 0,-1-1 0 0 0,1 1 0 0 0,0 0 1 0 0,-1 0-1 0 0,1 0 0 0 0,-1 0 1 0 0,0 0-1 0 0,0 0 0 0 0,0 0 0 0 0,0 0 1 0 0,-1-2-1 0 0,1 3 5 0 0,-1 0 1 0 0,1 0-1 0 0,0-1 1 0 0,-1 1-1 0 0,1 0 1 0 0,-1 1-1 0 0,1-1 0 0 0,-1 0 1 0 0,0 0-1 0 0,1 1 1 0 0,-1-1-1 0 0,0 1 1 0 0,1-1-1 0 0,-1 1 0 0 0,0 0 1 0 0,0 0-1 0 0,-3 0 1 0 0,0 0-22 0 0,-1 0 0 0 0,1 1 0 0 0,0 0 1 0 0,-1 1-1 0 0,1-1 0 0 0,0 1 0 0 0,0 0 0 0 0,0 0 1 0 0,0 0-1 0 0,0 1 0 0 0,0 0 0 0 0,1 0 0 0 0,-6 4 1 0 0,5-2 20 0 0,0 0 0 0 0,0 0 0 0 0,1 0 1 0 0,0 1-1 0 0,0 0 0 0 0,0-1 1 0 0,0 1-1 0 0,1 1 0 0 0,0-1 0 0 0,1 0 1 0 0,-1 1-1 0 0,1-1 0 0 0,0 1 1 0 0,1 0-1 0 0,0 0 0 0 0,0 0 1 0 0,0 0-1 0 0,1 0 0 0 0,0 0 0 0 0,0 0 1 0 0,1-1-1 0 0,0 1 0 0 0,0 0 1 0 0,2 8-1 0 0,0-5 9 0 0,1 1 0 0 0,0-1 0 0 0,1 1 0 0 0,0-1 0 0 0,0-1 1 0 0,1 1-1 0 0,0-1 0 0 0,1 0 0 0 0,0 0 0 0 0,0-1 0 0 0,1 0 0 0 0,0 0 0 0 0,0-1 0 0 0,13 9 0 0 0,-9-8-126 0 0,1-1 0 0 0,1 0 0 0 0,-1-1 0 0 0,1 0 0 0 0,0-1 0 0 0,1-1 0 0 0,-1 0 0 0 0,1-1 0 0 0,29 3 0 0 0,-31-5-996 0 0,0-1-1 0 0,1-1 1 0 0,-1 0-1 0 0,0-1 1 0 0,-1 0-1 0 0,1-1 1 0 0,13-4-1 0 0,1-5-3333 0 0</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6.612"/>
    </inkml:context>
    <inkml:brush xml:id="br0">
      <inkml:brushProperty name="width" value="0.1" units="cm"/>
      <inkml:brushProperty name="height" value="0.1" units="cm"/>
      <inkml:brushProperty name="color" value="#849398"/>
    </inkml:brush>
  </inkml:definitions>
  <inkml:trace contextRef="#ctx0" brushRef="#br0">1 163 3313 0 0,'2'-4'38'0'0,"0"1"0"0"0,0-1 1 0 0,-1 1-1 0 0,1-1 1 0 0,-1 0-1 0 0,1 1 0 0 0,0-9 1 0 0,0 7-10 0 0,0-3 136 0 0,15-60 2779 0 0,-16 62-1948 0 0,0-1 1 0 0,-1 1 0 0 0,0 0 0 0 0,0-1 0 0 0,-1-6 0 0 0,22 115 9104 0 0,57 152-9320 0 0,-70-235-2877 0 0</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6.780"/>
    </inkml:context>
    <inkml:brush xml:id="br0">
      <inkml:brushProperty name="width" value="0.1" units="cm"/>
      <inkml:brushProperty name="height" value="0.1" units="cm"/>
      <inkml:brushProperty name="color" value="#849398"/>
    </inkml:brush>
  </inkml:definitions>
  <inkml:trace contextRef="#ctx0" brushRef="#br0">4 29 11522 0 0,'-2'-15'562'0'0,"1"2"1045"0"0,3 24-15 0 0,-1 45-465 0 0,-1-45-1446 0 0,0-1-1 0 0,0 0 0 0 0,1 1 1 0 0,0-1-1 0 0,3 12 0 0 0,2-7 295 0 0</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7.118"/>
    </inkml:context>
    <inkml:brush xml:id="br0">
      <inkml:brushProperty name="width" value="0.1" units="cm"/>
      <inkml:brushProperty name="height" value="0.1" units="cm"/>
      <inkml:brushProperty name="color" value="#849398"/>
    </inkml:brush>
  </inkml:definitions>
  <inkml:trace contextRef="#ctx0" brushRef="#br0">1 126 4145 0 0,'2'-2'479'0'0,"0"0"1"0"0,0 0 0 0 0,0 0-1 0 0,1 0 1 0 0,-1 1-1 0 0,1-1 1 0 0,-1 1-1 0 0,1-1 1 0 0,-1 1-1 0 0,1 0 1 0 0,0 0-1 0 0,0 0 1 0 0,-1 1 0 0 0,1-1-1 0 0,0 1 1 0 0,0-1-1 0 0,0 1 1 0 0,0 0-1 0 0,0 0 1 0 0,0 0-1 0 0,0 1 1 0 0,-1-1 0 0 0,6 2-1 0 0,1-1 365 0 0,0 2-1 0 0,0-1 1 0 0,0 1-1 0 0,-1 0 1 0 0,1 1 0 0 0,12 7-1 0 0,28 27 570 0 0,-42-31-1226 0 0,0 0-1 0 0,1 0 1 0 0,0-1-1 0 0,0-1 1 0 0,1 1-1 0 0,-1-1 1 0 0,1-1-1 0 0,17 7 1 0 0,-25-11-179 0 0,-1 0 0 0 0,1 0 0 0 0,0 0 1 0 0,0 0-1 0 0,0 0 0 0 0,0 0 0 0 0,-1 0 1 0 0,1 0-1 0 0,0-1 0 0 0,0 1 0 0 0,0 0 1 0 0,0 0-1 0 0,-1-1 0 0 0,1 1 0 0 0,0-1 1 0 0,0 1-1 0 0,-1-1 0 0 0,1 1 0 0 0,0-1 1 0 0,-1 1-1 0 0,1-1 0 0 0,-1 0 0 0 0,1 1 1 0 0,-1-1-1 0 0,1 0 0 0 0,-1 1 1 0 0,1-1-1 0 0,-1 0 0 0 0,0 0 0 0 0,1 1 1 0 0,-1-1-1 0 0,0 0 0 0 0,0 0 0 0 0,1 0 1 0 0,-1 0-1 0 0,0-1 0 0 0,7-44-632 0 0,-4 18 16 0 0,23-45-1928 0 0,-4 27-2062 0 0,-14 29-1646 0 0</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07.562"/>
    </inkml:context>
    <inkml:brush xml:id="br0">
      <inkml:brushProperty name="width" value="0.1" units="cm"/>
      <inkml:brushProperty name="height" value="0.1" units="cm"/>
      <inkml:brushProperty name="color" value="#849398"/>
    </inkml:brush>
  </inkml:definitions>
  <inkml:trace contextRef="#ctx0" brushRef="#br0">1 278 5065 0 0,'13'-7'1895'0'0,"0"0"-1"0"0,-1-2 1 0 0,0 1 0 0 0,0-2-1 0 0,15-15 1 0 0,-18 16-1489 0 0,0-1 1 0 0,-1 0-1 0 0,0 0 0 0 0,-1-1 0 0 0,0 1 1 0 0,-1-2-1 0 0,0 1 0 0 0,0-1 1 0 0,-1 0-1 0 0,-1 0 0 0 0,3-14 1 0 0,-6 23-360 0 0,-1 0 0 0 0,1 0 0 0 0,-1 1 0 0 0,0-1 0 0 0,0 0 0 0 0,0 0 0 0 0,0 0 0 0 0,-1 0 1 0 0,1 0-1 0 0,-1 0 0 0 0,1 0 0 0 0,-1 0 0 0 0,-2-3 0 0 0,2 4-26 0 0,0 0 1 0 0,0 1-1 0 0,0-1 0 0 0,0 1 0 0 0,0 0 1 0 0,0-1-1 0 0,0 1 0 0 0,-1 0 1 0 0,1 0-1 0 0,0 0 0 0 0,-1 0 0 0 0,1 0 1 0 0,-1 0-1 0 0,1 0 0 0 0,-1 0 1 0 0,0 1-1 0 0,-2-2 0 0 0,1 2-9 0 0,0 0 1 0 0,0-1-1 0 0,0 1 0 0 0,0 0 1 0 0,0 0-1 0 0,0 1 0 0 0,0-1 0 0 0,0 1 1 0 0,0-1-1 0 0,0 1 0 0 0,0 0 1 0 0,0 0-1 0 0,0 1 0 0 0,0-1 0 0 0,0 0 1 0 0,1 1-1 0 0,-1 0 0 0 0,1-1 1 0 0,-1 1-1 0 0,1 0 0 0 0,0 0 0 0 0,-1 1 1 0 0,1-1-1 0 0,-2 4 0 0 0,1-2-3 0 0,0-1 0 0 0,1 0 0 0 0,-1 1-1 0 0,1 0 1 0 0,0-1 0 0 0,0 1 0 0 0,1 0 0 0 0,-1 0 0 0 0,1 0-1 0 0,0 0 1 0 0,0 1 0 0 0,0-1 0 0 0,0 0 0 0 0,1 0 0 0 0,0 1-1 0 0,0-1 1 0 0,0 0 0 0 0,0 0 0 0 0,1 1 0 0 0,0-1-1 0 0,-1 0 1 0 0,2 0 0 0 0,-1 0 0 0 0,0 0 0 0 0,1 0 0 0 0,0 0-1 0 0,0 0 1 0 0,0-1 0 0 0,0 1 0 0 0,0 0 0 0 0,1-1-1 0 0,0 0 1 0 0,0 0 0 0 0,0 0 0 0 0,3 3 0 0 0,5 4 46 0 0,-1-2 1 0 0,2 1 0 0 0,-1-1 0 0 0,1-1-1 0 0,0 0 1 0 0,1-1 0 0 0,-1 0 0 0 0,1-1-1 0 0,23 6 1 0 0,-19-8-212 0 0,1-1-1 0 0,-1 0 1 0 0,1-1-1 0 0,0-1 1 0 0,-1-1-1 0 0,1 0 1 0 0,-1-1-1 0 0,1-1 1 0 0,-1-1 0 0 0,0 0-1 0 0,0-2 1 0 0,18-7-1 0 0,-2 0-530 0 0</inkml:trace>
</inkml:ink>
</file>

<file path=ppt/ink/ink1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58.129"/>
    </inkml:context>
    <inkml:brush xml:id="br0">
      <inkml:brushProperty name="width" value="0.1" units="cm"/>
      <inkml:brushProperty name="height" value="0.1" units="cm"/>
      <inkml:brushProperty name="color" value="#849398"/>
    </inkml:brush>
  </inkml:definitions>
  <inkml:trace contextRef="#ctx0" brushRef="#br0">71 1 5985 0 0,'-2'20'9285'0'0,"-3"15"-5624"0"0,-8 96-2673 0 0,12-80-812 0 0,-9 199 1192 0 0,5-188-3134 0 0,-26 120 1 0 0,28-169-2719 0 0</inkml:trace>
</inkml:ink>
</file>

<file path=ppt/ink/ink1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58.587"/>
    </inkml:context>
    <inkml:brush xml:id="br0">
      <inkml:brushProperty name="width" value="0.1" units="cm"/>
      <inkml:brushProperty name="height" value="0.1" units="cm"/>
      <inkml:brushProperty name="color" value="#849398"/>
    </inkml:brush>
  </inkml:definitions>
  <inkml:trace contextRef="#ctx0" brushRef="#br0">0 107 920 0 0,'15'-38'3378'0'0,"-15"35"-2866"0"0,2 1 0 0 0,-1-1 0 0 0,0 1 0 0 0,1-1 0 0 0,-1 1 0 0 0,1 0 0 0 0,-1-1 0 0 0,1 1 0 0 0,0 0 0 0 0,0 0 0 0 0,0 0 0 0 0,3-1 0 0 0,-5 3-335 0 0,1 0-1 0 0,0 0 1 0 0,-1 0-1 0 0,1 0 1 0 0,-1 0-1 0 0,1 1 1 0 0,-1-1-1 0 0,1 0 1 0 0,-1 0-1 0 0,1 1 1 0 0,-1-1-1 0 0,1 0 1 0 0,-1 1 0 0 0,1-1-1 0 0,-1 0 1 0 0,1 1-1 0 0,-1-1 1 0 0,0 0-1 0 0,1 1 1 0 0,-1-1-1 0 0,0 1 1 0 0,1-1-1 0 0,-1 1 1 0 0,0-1-1 0 0,1 1 1 0 0,-1-1-1 0 0,0 1 1 0 0,0 0-1 0 0,0 0 1 0 0,10 22 1095 0 0,-8-16-601 0 0,55 128 1198 0 0,-46-113-1859 0 0,1-1-1 0 0,1 0 1 0 0,30 38-1 0 0,-40-56-28 0 0,-1 0-1 0 0,1 0 1 0 0,0-1-1 0 0,-1 1 1 0 0,1-1-1 0 0,0 0 1 0 0,0 0-1 0 0,1 0 1 0 0,-1 0-1 0 0,0 0 1 0 0,1-1-1 0 0,-1 1 1 0 0,1-1-1 0 0,-1 0 1 0 0,1 0-1 0 0,0-1 1 0 0,-1 1-1 0 0,1-1 1 0 0,0 1-1 0 0,0-1 1 0 0,-1 0-1 0 0,1 0 1 0 0,0-1-1 0 0,0 1 1 0 0,3-2-1 0 0,-2 0-78 0 0,-1 0 0 0 0,1 0 0 0 0,-1 0 0 0 0,1-1-1 0 0,-1 1 1 0 0,0-1 0 0 0,0 0 0 0 0,0 0 0 0 0,-1-1-1 0 0,1 1 1 0 0,-1-1 0 0 0,0 0 0 0 0,0 0 0 0 0,0 0 0 0 0,0 0-1 0 0,-1 0 1 0 0,1-1 0 0 0,2-6 0 0 0,4-17-47 0 0,-1 0-1 0 0,9-50 1 0 0,-13 52 553 0 0,1 0 1 0 0,1 1-1 0 0,18-44 0 0 0,-24 68-348 0 0,0 0-1 0 0,0 0 1 0 0,1 0-1 0 0,-1 0 0 0 0,1 0 1 0 0,-1 0-1 0 0,1 0 0 0 0,-1 0 1 0 0,1 1-1 0 0,0-1 1 0 0,-1 0-1 0 0,1 0 0 0 0,0 0 1 0 0,0 1-1 0 0,0-1 1 0 0,-1 0-1 0 0,1 1 0 0 0,0-1 1 0 0,0 1-1 0 0,0-1 1 0 0,0 1-1 0 0,0-1 0 0 0,0 1 1 0 0,0 0-1 0 0,2-1 0 0 0,-2 1 15 0 0,0 1-1 0 0,0-1 0 0 0,1 1 1 0 0,-1-1-1 0 0,0 1 0 0 0,0 0 0 0 0,0-1 1 0 0,0 1-1 0 0,0 0 0 0 0,0 0 0 0 0,0-1 1 0 0,0 1-1 0 0,0 0 0 0 0,0 0 0 0 0,-1 0 1 0 0,1 0-1 0 0,1 2 0 0 0,3 6 181 0 0,0 0 0 0 0,0 1 0 0 0,5 17 0 0 0,23 85 129 0 0,15 43-3074 0 0,-39-130-571 0 0</inkml:trace>
</inkml:ink>
</file>

<file path=ppt/ink/ink1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58.920"/>
    </inkml:context>
    <inkml:brush xml:id="br0">
      <inkml:brushProperty name="width" value="0.1" units="cm"/>
      <inkml:brushProperty name="height" value="0.1" units="cm"/>
      <inkml:brushProperty name="color" value="#849398"/>
    </inkml:brush>
  </inkml:definitions>
  <inkml:trace contextRef="#ctx0" brushRef="#br0">100 25 5065 0 0,'0'-1'389'0'0,"0"-1"0"0"0,0 1 0 0 0,0-1-1 0 0,0 1 1 0 0,0 0 0 0 0,0-1 0 0 0,-1 1 0 0 0,1-1-1 0 0,-1 1 1 0 0,1 0 0 0 0,-1 0 0 0 0,1-1 0 0 0,-1 1-1 0 0,1 0 1 0 0,-1 0 0 0 0,0-1 0 0 0,-10 0 3709 0 0,3 17-2559 0 0,-4 28-901 0 0,2 0 1 0 0,2 0-1 0 0,2 1 1 0 0,-1 44-1 0 0,-1 6-308 0 0,7-87-354 0 0,-21 299-2038 0 0,22-303 1700 0 0,0 14-778 0 0</inkml:trace>
</inkml:ink>
</file>

<file path=ppt/ink/ink1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59.234"/>
    </inkml:context>
    <inkml:brush xml:id="br0">
      <inkml:brushProperty name="width" value="0.1" units="cm"/>
      <inkml:brushProperty name="height" value="0.1" units="cm"/>
      <inkml:brushProperty name="color" value="#849398"/>
    </inkml:brush>
  </inkml:definitions>
  <inkml:trace contextRef="#ctx0" brushRef="#br0">19 133 5873 0 0,'-16'-59'2184'0'0,"15"56"-1773"0"0,1-1 1 0 0,-1 0-1 0 0,1 0 1 0 0,0 0 0 0 0,0 0-1 0 0,0 1 1 0 0,0-1-1 0 0,1 0 1 0 0,0 0 0 0 0,-1 0-1 0 0,1 1 1 0 0,1-1-1 0 0,1-5 1 0 0,-2 7-204 0 0,0 1 0 0 0,0 0 0 0 0,0 0 0 0 0,0 0 0 0 0,0 0 0 0 0,0 0 0 0 0,0 0 0 0 0,0 0-1 0 0,0 1 1 0 0,0-1 0 0 0,0 0 0 0 0,1 1 0 0 0,-1-1 0 0 0,0 0 0 0 0,0 1 0 0 0,1-1 0 0 0,-1 1 0 0 0,0 0 0 0 0,1 0 0 0 0,2-1 0 0 0,-1 1 55 0 0,1 0 1 0 0,-1 1-1 0 0,1-1 0 0 0,-1 1 1 0 0,0 0-1 0 0,1-1 1 0 0,-1 1-1 0 0,5 3 1 0 0,0-1 5 0 0,0 2 0 0 0,-1-1 1 0 0,1 1-1 0 0,-1 0 0 0 0,13 11 1 0 0,-3 3-175 0 0,-1 1 1 0 0,-1 0-1 0 0,0 1 0 0 0,17 33 1 0 0,39 97-204 0 0,-63-134 84 0 0,1 5-800 0 0,10 34-1 0 0,-16-47-940 0 0,-1 0 0 0 0,-1 0 0 0 0,1 17-1 0 0</inkml:trace>
</inkml:ink>
</file>

<file path=ppt/ink/ink1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1:59.488"/>
    </inkml:context>
    <inkml:brush xml:id="br0">
      <inkml:brushProperty name="width" value="0.1" units="cm"/>
      <inkml:brushProperty name="height" value="0.1" units="cm"/>
      <inkml:brushProperty name="color" value="#849398"/>
    </inkml:brush>
  </inkml:definitions>
  <inkml:trace contextRef="#ctx0" brushRef="#br0">3 70 2304 0 0,'-3'-18'14919'0'0,"4"17"-14697"0"0,32-10 3113 0 0,6 2-2328 0 0,77-15 259 0 0,-95 21-2159 0 0,1 0 0 0 0,-1 2 0 0 0,35 3 0 0 0,-32 0-6201 0 0</inkml:trace>
</inkml:ink>
</file>

<file path=ppt/ink/ink1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04.021"/>
    </inkml:context>
    <inkml:brush xml:id="br0">
      <inkml:brushProperty name="width" value="0.1" units="cm"/>
      <inkml:brushProperty name="height" value="0.1" units="cm"/>
      <inkml:brushProperty name="color" value="#849398"/>
    </inkml:brush>
  </inkml:definitions>
  <inkml:trace contextRef="#ctx0" brushRef="#br0">48 58 6913 0 0,'0'-2'115'0'0,"0"-2"-80"0"0,0 0 0 0 0,0 0 0 0 0,0 0 0 0 0,0 0 0 0 0,0 1 0 0 0,-1-1 0 0 0,0 0 0 0 0,0 0 0 0 0,0 1 0 0 0,0-1 0 0 0,0 0 0 0 0,-5-6 0 0 0,-4 39 3044 0 0,-2 47-1134 0 0,-1 102 0 0 0,12-82-1086 0 0,25 190 0 0 0,-20-256-657 0 0,2 0 0 0 0,2-1-1 0 0,0 0 1 0 0,2 0 0 0 0,2-1 0 0 0,0 0-1 0 0,2-1 1 0 0,0 0 0 0 0,2-1-1 0 0,1-1 1 0 0,1 0 0 0 0,1-2 0 0 0,2 0-1 0 0,33 30 1 0 0,-22-25-486 0 0,1-2-1 0 0,2-1 1 0 0,0-2-1 0 0,47 23 1 0 0,-55-33-884 0 0,0-2 1 0 0,1-1 0 0 0,55 13-1 0 0,-51-18-3686 0 0</inkml:trace>
</inkml:ink>
</file>

<file path=ppt/ink/ink1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04.522"/>
    </inkml:context>
    <inkml:brush xml:id="br0">
      <inkml:brushProperty name="width" value="0.1" units="cm"/>
      <inkml:brushProperty name="height" value="0.1" units="cm"/>
      <inkml:brushProperty name="color" value="#849398"/>
    </inkml:brush>
  </inkml:definitions>
  <inkml:trace contextRef="#ctx0" brushRef="#br0">1 91 6449 0 0,'0'-3'126'0'0,"0"0"1"0"0,0 0-1 0 0,1 0 0 0 0,-1 0 0 0 0,1 0 0 0 0,0 0 0 0 0,0 0 0 0 0,0 0 0 0 0,0 0 0 0 0,0 0 1 0 0,1 0-1 0 0,-1 1 0 0 0,1-1 0 0 0,0 1 0 0 0,0-1 0 0 0,0 1 0 0 0,0-1 0 0 0,0 1 0 0 0,0 0 1 0 0,1 0-1 0 0,4-3 0 0 0,-2 1 309 0 0,0 1 0 0 0,1-1 0 0 0,-1 1 0 0 0,1 1 0 0 0,0-1 0 0 0,0 1 0 0 0,-1 0-1 0 0,1 0 1 0 0,1 1 0 0 0,8-2 0 0 0,-13 4-318 0 0,0-1 0 0 0,0 0 0 0 0,0 1 0 0 0,0-1 0 0 0,0 1-1 0 0,0-1 1 0 0,0 1 0 0 0,0 0 0 0 0,0 0 0 0 0,0 0 0 0 0,0 0 0 0 0,0 0-1 0 0,-1 1 1 0 0,1-1 0 0 0,0 0 0 0 0,-1 1 0 0 0,1-1 0 0 0,-1 1 0 0 0,0 0-1 0 0,1-1 1 0 0,-1 1 0 0 0,0 0 0 0 0,1 2 0 0 0,21 49 910 0 0,-21-47-919 0 0,32 90 825 0 0,59 183-135 0 0,-83-237-620 0 0,-1 1 1 0 0,-2 0-1 0 0,-2 0 0 0 0,-1 76 0 0 0,-5-96 47 0 0,-2-1 0 0 0,0 0 0 0 0,-2-1 0 0 0,0 1 0 0 0,-2-1 0 0 0,0 0 1 0 0,-1 0-1 0 0,-2-1 0 0 0,-18 33 0 0 0,16-35-1798 0 0,0-1-1 0 0,-2 0 1 0 0,-17 17 0 0 0</inkml:trace>
</inkml:ink>
</file>

<file path=ppt/ink/ink1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18.722"/>
    </inkml:context>
    <inkml:brush xml:id="br0">
      <inkml:brushProperty name="width" value="0.1" units="cm"/>
      <inkml:brushProperty name="height" value="0.1" units="cm"/>
      <inkml:brushProperty name="color" value="#849398"/>
    </inkml:brush>
  </inkml:definitions>
  <inkml:trace contextRef="#ctx0" brushRef="#br0">45 139 7370 0 0,'-3'-1'293'0'0,"0"0"1"0"0,0 0-1 0 0,1-1 1 0 0,-1 0-1 0 0,1 1 1 0 0,-1-1-1 0 0,1 0 1 0 0,-1 0 0 0 0,1 0-1 0 0,-3-4 1 0 0,-9-8 2206 0 0,17 26 1570 0 0,7 20-2538 0 0,200 361 1569 0 0,-207-387-3078 0 0,7 16 37 0 0,2-1 0 0 0,0-1-1 0 0,23 31 1 0 0,-30-46-32 0 0,-1-1 0 0 0,1 1 0 0 0,0-1 0 0 0,0 1 0 0 0,0-2-1 0 0,0 1 1 0 0,12 6 0 0 0,-14-9 0 0 0,1 0-1 0 0,-1 0 0 0 0,1 0 1 0 0,-1 0-1 0 0,1 0 1 0 0,-1-1-1 0 0,1 1 1 0 0,-1-1-1 0 0,1 0 1 0 0,-1 0-1 0 0,1 0 0 0 0,0-1 1 0 0,-1 1-1 0 0,1-1 1 0 0,4-2-1 0 0,-5 2 6 0 0,1-1 0 0 0,-1 0 0 0 0,0 0 0 0 0,0 0 0 0 0,0-1 0 0 0,-1 1 0 0 0,1-1 0 0 0,0 1 0 0 0,-1-1 0 0 0,0 0 0 0 0,0 0 0 0 0,0 0 0 0 0,0 0 0 0 0,0 0 0 0 0,0-1 0 0 0,-1 1 0 0 0,0-1 0 0 0,2-5 0 0 0,3-12 97 0 0,-1 1 1 0 0,2-23-1 0 0,-4 23-29 0 0,80-513-548 0 0,-80 526 63 0 0</inkml:trace>
</inkml:ink>
</file>

<file path=ppt/ink/ink1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19.122"/>
    </inkml:context>
    <inkml:brush xml:id="br0">
      <inkml:brushProperty name="width" value="0.1" units="cm"/>
      <inkml:brushProperty name="height" value="0.1" units="cm"/>
      <inkml:brushProperty name="color" value="#849398"/>
    </inkml:brush>
  </inkml:definitions>
  <inkml:trace contextRef="#ctx0" brushRef="#br0">13 142 8290 0 0,'-12'-31'7110'0'0,"15"50"-5942"0"0,3 22-178 0 0,-4-19-594 0 0,1 0-1 0 0,1 1 0 0 0,13 38 1 0 0,-16-57-372 0 0,1 0 1 0 0,0 1 0 0 0,0-1-1 0 0,0 0 1 0 0,0 0 0 0 0,0-1 0 0 0,1 1-1 0 0,0 0 1 0 0,0-1 0 0 0,0 1 0 0 0,0-1-1 0 0,1 0 1 0 0,-1 0 0 0 0,1 0-1 0 0,-1-1 1 0 0,1 1 0 0 0,0-1 0 0 0,0 0-1 0 0,0 0 1 0 0,1 0 0 0 0,-1-1-1 0 0,0 1 1 0 0,1-1 0 0 0,6 1 0 0 0,-7-2 16 0 0,-1 1 0 0 0,0-1 0 0 0,1 0 1 0 0,-1 0-1 0 0,1-1 0 0 0,-1 1 0 0 0,0-1 1 0 0,1 1-1 0 0,-1-1 0 0 0,0 0 0 0 0,0 0 0 0 0,0-1 1 0 0,1 1-1 0 0,-1-1 0 0 0,0 1 0 0 0,-1-1 1 0 0,1 0-1 0 0,0 0 0 0 0,3-3 0 0 0,-3 0 16 0 0,1 1-1 0 0,-1 0 0 0 0,0-1 0 0 0,0 0 0 0 0,0 0 0 0 0,-1 0 0 0 0,0 0 1 0 0,0 0-1 0 0,0 0 0 0 0,1-11 0 0 0,0-4 79 0 0,-1 0 0 0 0,-1 1 1 0 0,0-1-1 0 0,-2 0 0 0 0,-4-30 0 0 0,2 34-39 0 0,0 0-1 0 0,-1 1 0 0 0,0-1 0 0 0,-8-16 0 0 0,10 28-167 0 0,1 1-1 0 0,-1 0 1 0 0,0-1 0 0 0,0 1-1 0 0,0 0 1 0 0,0 0 0 0 0,-1 1-1 0 0,1-1 1 0 0,-1 0-1 0 0,-5-4 1 0 0,6 7-108 0 0,1-1 0 0 0,-1 0 0 0 0,0 0 1 0 0,1 1-1 0 0,-1-1 0 0 0,0 1 0 0 0,0-1 0 0 0,0 1 0 0 0,1 0 0 0 0,-1 0 1 0 0,0 0-1 0 0,0 0 0 0 0,0 0 0 0 0,1 0 0 0 0,-1 0 0 0 0,0 1 0 0 0,0-1 1 0 0,0 0-1 0 0,1 1 0 0 0,-1 0 0 0 0,0-1 0 0 0,1 1 0 0 0,-3 1 0 0 0</inkml:trace>
</inkml:ink>
</file>

<file path=ppt/ink/ink1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19.533"/>
    </inkml:context>
    <inkml:brush xml:id="br0">
      <inkml:brushProperty name="width" value="0.1" units="cm"/>
      <inkml:brushProperty name="height" value="0.1" units="cm"/>
      <inkml:brushProperty name="color" value="#849398"/>
    </inkml:brush>
  </inkml:definitions>
  <inkml:trace contextRef="#ctx0" brushRef="#br0">0 20 9218 0 0,'1'1'480'0'0,"1"1"-1"0"0,-1-1 1 0 0,0 1-1 0 0,0 0 1 0 0,0-1-1 0 0,0 1 1 0 0,-1 0-1 0 0,1 0 1 0 0,0 0 0 0 0,-1-1-1 0 0,1 1 1 0 0,0 3-1 0 0,10 47 581 0 0,8 23-776 0 0,-18-73-279 0 0,0 0 1 0 0,0 0 0 0 0,0 0 0 0 0,0 0 0 0 0,0 0-1 0 0,0 0 1 0 0,0 0 0 0 0,1-1 0 0 0,-1 1 0 0 0,1-1-1 0 0,-1 1 1 0 0,1-1 0 0 0,2 2 0 0 0,-3-2-34 0 0,0-1 1 0 0,0 0-1 0 0,-1 1 1 0 0,1-1-1 0 0,0 0 1 0 0,0 0 0 0 0,0 0-1 0 0,0 0 1 0 0,0 0-1 0 0,0 0 1 0 0,-1 0-1 0 0,1 0 1 0 0,0 0-1 0 0,0 0 1 0 0,0 0-1 0 0,0 0 1 0 0,0-1-1 0 0,-1 1 1 0 0,1 0-1 0 0,0-1 1 0 0,0 1 0 0 0,1-1-1 0 0,1-2-117 0 0,0 0-1 0 0,0 1 1 0 0,-1-1 0 0 0,1 0-1 0 0,-1 0 1 0 0,0-1-1 0 0,1 1 1 0 0,-1 0 0 0 0,-1-1-1 0 0,1 0 1 0 0,0 1-1 0 0,1-7 1 0 0,6-24-281 0 0,-7 23 480 0 0,1 1 1 0 0,0-1 0 0 0,0 1-1 0 0,1 0 1 0 0,0 0 0 0 0,1 0-1 0 0,0 0 1 0 0,1 1-1 0 0,6-9 1 0 0,-11 17-22 0 0,-1 1 0 0 0,1-1 0 0 0,0 1-1 0 0,-1-1 1 0 0,1 1 0 0 0,0-1 0 0 0,0 1 0 0 0,-1 0 0 0 0,1-1 0 0 0,0 1-1 0 0,0 0 1 0 0,-1 0 0 0 0,1 0 0 0 0,0 0 0 0 0,0 0 0 0 0,-1 0 0 0 0,1 0-1 0 0,0 0 1 0 0,0 0 0 0 0,0 0 0 0 0,-1 0 0 0 0,1 0 0 0 0,0 0-1 0 0,1 1 1 0 0,22 14 874 0 0,14 25 615 0 0,-38-39-1498 0 0,24 29 370 0 0,29 34-336 0 0,-15-26-3422 0 0</inkml:trace>
</inkml:ink>
</file>

<file path=ppt/ink/ink1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19.739"/>
    </inkml:context>
    <inkml:brush xml:id="br0">
      <inkml:brushProperty name="width" value="0.1" units="cm"/>
      <inkml:brushProperty name="height" value="0.1" units="cm"/>
      <inkml:brushProperty name="color" value="#849398"/>
    </inkml:brush>
  </inkml:definitions>
  <inkml:trace contextRef="#ctx0" brushRef="#br0">0 1 2761 0 0,'14'9'6295'0'0,"8"21"-2964"0"0,-18-24-2282 0 0,10 15-254 0 0,-2-1 0 0 0,-1 2-1 0 0,0-1 1 0 0,-1 2 0 0 0,7 26-1 0 0,25 119-455 0 0,-36-139-1113 0 0,-1-1-255 0 0</inkml:trace>
</inkml:ink>
</file>

<file path=ppt/ink/ink1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19.902"/>
    </inkml:context>
    <inkml:brush xml:id="br0">
      <inkml:brushProperty name="width" value="0.1" units="cm"/>
      <inkml:brushProperty name="height" value="0.1" units="cm"/>
      <inkml:brushProperty name="color" value="#849398"/>
    </inkml:brush>
  </inkml:definitions>
  <inkml:trace contextRef="#ctx0" brushRef="#br0">8 119 4145 0 0,'-1'-1'312'0'0,"0"0"1"0"0,0-1-1 0 0,0 1 1 0 0,1-1-1 0 0,-1 1 0 0 0,1-1 1 0 0,-1 1-1 0 0,1-1 1 0 0,-1 1-1 0 0,1-1 0 0 0,0 1 1 0 0,-1-1-1 0 0,1 0 1 0 0,0 1-1 0 0,0-1 0 0 0,0 1 1 0 0,1-1-1 0 0,-1 0 1 0 0,0 1-1 0 0,1-1 0 0 0,-1 1 1 0 0,1-1-1 0 0,-1 1 1 0 0,1-1-1 0 0,0 1 1 0 0,-1-1-1 0 0,1 1 0 0 0,0 0 1 0 0,0-1-1 0 0,0 1 1 0 0,0 0-1 0 0,2-2 0 0 0,1-2 220 0 0,1-1-1 0 0,0 1 0 0 0,1-1 1 0 0,-1 1-1 0 0,12-6 0 0 0,32-20-1743 0 0</inkml:trace>
</inkml:ink>
</file>

<file path=ppt/ink/ink1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0.278"/>
    </inkml:context>
    <inkml:brush xml:id="br0">
      <inkml:brushProperty name="width" value="0.1" units="cm"/>
      <inkml:brushProperty name="height" value="0.1" units="cm"/>
      <inkml:brushProperty name="color" value="#849398"/>
    </inkml:brush>
  </inkml:definitions>
  <inkml:trace contextRef="#ctx0" brushRef="#br0">67 50 6913 0 0,'-55'19'3013'0'0,"43"-14"2365"0"0,47-16-3105 0 0,-2 1-1964 0 0,119-31 2245 0 0,-128 37-4618 0 0,-1 0 0 0 0,35 1 0 0 0,-44 3-4062 0 0</inkml:trace>
</inkml:ink>
</file>

<file path=ppt/ink/ink1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0.468"/>
    </inkml:context>
    <inkml:brush xml:id="br0">
      <inkml:brushProperty name="width" value="0.1" units="cm"/>
      <inkml:brushProperty name="height" value="0.1" units="cm"/>
      <inkml:brushProperty name="color" value="#849398"/>
    </inkml:brush>
  </inkml:definitions>
  <inkml:trace contextRef="#ctx0" brushRef="#br0">1 95 9218 0 0,'16'-13'6562'0'0,"20"-7"-3698"0"0,7-4-2232 0 0,5-5-3104 0 0,-31 20-3642 0 0</inkml:trace>
</inkml:ink>
</file>

<file path=ppt/ink/ink1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0.899"/>
    </inkml:context>
    <inkml:brush xml:id="br0">
      <inkml:brushProperty name="width" value="0.1" units="cm"/>
      <inkml:brushProperty name="height" value="0.1" units="cm"/>
      <inkml:brushProperty name="color" value="#849398"/>
    </inkml:brush>
  </inkml:definitions>
  <inkml:trace contextRef="#ctx0" brushRef="#br0">12 87 5065 0 0,'-11'-2'6118'0'0,"24"-1"-1829"0"0,-5 1-4878 0 0,149-35 4002 0 0,-23 7-913 0 0,-89 19-3165 0 0,-37 10-102 0 0</inkml:trace>
</inkml:ink>
</file>

<file path=ppt/ink/ink1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1.483"/>
    </inkml:context>
    <inkml:brush xml:id="br0">
      <inkml:brushProperty name="width" value="0.1" units="cm"/>
      <inkml:brushProperty name="height" value="0.1" units="cm"/>
      <inkml:brushProperty name="color" value="#849398"/>
    </inkml:brush>
  </inkml:definitions>
  <inkml:trace contextRef="#ctx0" brushRef="#br0">7 119 5985 0 0,'-7'-81'6330'0'0,"11"44"3550"0"0,45 265-8792 0 0,21 76-966 0 0,-65-285-188 0 0,1-1-186 0 0,-1-1 1 0 0,-1 2 0 0 0,0-1 0 0 0,1 26 0 0 0,-5-41-526 0 0</inkml:trace>
</inkml:ink>
</file>

<file path=ppt/ink/ink1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1.894"/>
    </inkml:context>
    <inkml:brush xml:id="br0">
      <inkml:brushProperty name="width" value="0.1" units="cm"/>
      <inkml:brushProperty name="height" value="0.1" units="cm"/>
      <inkml:brushProperty name="color" value="#849398"/>
    </inkml:brush>
  </inkml:definitions>
  <inkml:trace contextRef="#ctx0" brushRef="#br0">56 177 7370 0 0,'-4'-2'343'0'0,"-1"-1"1"0"0,1 0 0 0 0,0 0 0 0 0,0 0 0 0 0,0-1-1 0 0,0 1 1 0 0,1-1 0 0 0,-1 0 0 0 0,1 0-1 0 0,0 0 1 0 0,-4-7 0 0 0,6 8-142 0 0,0 1 1 0 0,0-1-1 0 0,0 0 0 0 0,0 1 0 0 0,0-1 1 0 0,1 0-1 0 0,0 1 0 0 0,-1-1 1 0 0,1 0-1 0 0,0 1 0 0 0,0-1 1 0 0,1 0-1 0 0,-1 0 0 0 0,0 1 0 0 0,1-1 1 0 0,0 0-1 0 0,-1 1 0 0 0,1-1 1 0 0,0 1-1 0 0,0-1 0 0 0,1 1 1 0 0,-1-1-1 0 0,3-3 0 0 0,0 2-109 0 0,0 0 0 0 0,0 0 0 0 0,0 1 0 0 0,0-1 0 0 0,1 1 0 0 0,-1 0 0 0 0,1 0 0 0 0,0 1 0 0 0,0-1 0 0 0,0 1 0 0 0,7-2 0 0 0,60-15 901 0 0,-64 18-878 0 0,0 0-1 0 0,-1 0 1 0 0,1 1 0 0 0,0 0 0 0 0,0 0 0 0 0,-1 0-1 0 0,1 1 1 0 0,0 1 0 0 0,-1-1 0 0 0,1 1-1 0 0,8 4 1 0 0,-14-5-103 0 0,0 0 0 0 0,1 0 0 0 0,-1 0 0 0 0,0 1 0 0 0,0-1 0 0 0,0 1 0 0 0,0-1 0 0 0,0 1 0 0 0,0 0 0 0 0,-1 0 0 0 0,1 0 0 0 0,-1 0 0 0 0,1 0 0 0 0,-1 0 0 0 0,0 0 0 0 0,1 1 0 0 0,-1-1-1 0 0,-1 0 1 0 0,1 1 0 0 0,0-1 0 0 0,0 1 0 0 0,-1-1 0 0 0,1 1 0 0 0,-1-1 0 0 0,0 1 0 0 0,0-1 0 0 0,0 1 0 0 0,0-1 0 0 0,0 1 0 0 0,-1-1 0 0 0,1 1 0 0 0,-1-1 0 0 0,1 1 0 0 0,-1-1 0 0 0,0 1 0 0 0,0-1 0 0 0,-2 3 0 0 0,-3 9 51 0 0,-2 0 0 0 0,0 0-1 0 0,-1-1 1 0 0,0 0 0 0 0,-1-1 0 0 0,0 0 0 0 0,-1 0 0 0 0,-15 12 0 0 0,10-9 184 0 0,2 0 0 0 0,0 0 0 0 0,-21 31 0 0 0,34-45-237 0 0,0 1 0 0 0,0-1 0 0 0,0 0 1 0 0,1 1-1 0 0,-1-1 0 0 0,0 0 1 0 0,1 1-1 0 0,-1-1 0 0 0,1 1 0 0 0,0-1 1 0 0,-1 1-1 0 0,1-1 0 0 0,0 1 0 0 0,0-1 1 0 0,0 1-1 0 0,0 0 0 0 0,0-1 0 0 0,1 1 1 0 0,-1-1-1 0 0,0 1 0 0 0,1-1 0 0 0,-1 1 1 0 0,1-1-1 0 0,0 3 0 0 0,1-2 27 0 0,-1 0 0 0 0,1 0 0 0 0,0 0 0 0 0,0 0 0 0 0,0 0 1 0 0,1-1-1 0 0,-1 1 0 0 0,0-1 0 0 0,1 1 0 0 0,-1-1 0 0 0,1 0 0 0 0,3 2 0 0 0,8 1 98 0 0,-1 0 0 0 0,1-1 0 0 0,0 0 0 0 0,16 0 0 0 0,-8-2-615 0 0,0-1 0 0 0,0-2-1 0 0,33-5 1 0 0,-47 6-66 0 0</inkml:trace>
</inkml:ink>
</file>

<file path=ppt/ink/ink1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2.321"/>
    </inkml:context>
    <inkml:brush xml:id="br0">
      <inkml:brushProperty name="width" value="0.1" units="cm"/>
      <inkml:brushProperty name="height" value="0.1" units="cm"/>
      <inkml:brushProperty name="color" value="#849398"/>
    </inkml:brush>
  </inkml:definitions>
  <inkml:trace contextRef="#ctx0" brushRef="#br0">164 74 5529 0 0,'-1'-5'470'0'0,"-1"1"-1"0"0,1-1 1 0 0,-1 1-1 0 0,0 0 1 0 0,0-1 0 0 0,-1 1-1 0 0,1 0 1 0 0,-1 0-1 0 0,0 1 1 0 0,0-1-1 0 0,0 1 1 0 0,0-1-1 0 0,-1 1 1 0 0,1 0 0 0 0,-1 0-1 0 0,-4-2 1 0 0,6 4-295 0 0,0 0 0 0 0,0 0 1 0 0,0 0-1 0 0,0 1 1 0 0,0-1-1 0 0,-1 1 0 0 0,1-1 1 0 0,0 1-1 0 0,0 0 0 0 0,0 0 1 0 0,0 0-1 0 0,0 0 0 0 0,-1 0 1 0 0,1 0-1 0 0,0 1 1 0 0,0-1-1 0 0,0 1 0 0 0,0-1 1 0 0,0 1-1 0 0,0 0 0 0 0,0 0 1 0 0,0 0-1 0 0,0 0 0 0 0,0 0 1 0 0,1 0-1 0 0,-1 0 1 0 0,0 1-1 0 0,1-1 0 0 0,-1 1 1 0 0,1-1-1 0 0,-1 1 0 0 0,1 0 1 0 0,0 0-1 0 0,0-1 1 0 0,-1 1-1 0 0,0 4 0 0 0,-5 6-28 0 0,1 1-1 0 0,0 0 0 0 0,1 0 0 0 0,0 0 1 0 0,1 1-1 0 0,1 0 0 0 0,0-1 0 0 0,0 1 1 0 0,2 0-1 0 0,0 1 0 0 0,0-1 1 0 0,2 0-1 0 0,0 0 0 0 0,0 0 0 0 0,4 16 1 0 0,1-8-109 0 0,0 0 0 0 0,1-1 0 0 0,1-1 1 0 0,1 1-1 0 0,0-1 0 0 0,2 0 0 0 0,1-1 1 0 0,25 32-1 0 0,-30-42-501 0 0,21 29 667 0 0,-15-10-7037 0 0</inkml:trace>
</inkml:ink>
</file>

<file path=ppt/ink/ink1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2.527"/>
    </inkml:context>
    <inkml:brush xml:id="br0">
      <inkml:brushProperty name="width" value="0.1" units="cm"/>
      <inkml:brushProperty name="height" value="0.1" units="cm"/>
      <inkml:brushProperty name="color" value="#849398"/>
    </inkml:brush>
  </inkml:definitions>
  <inkml:trace contextRef="#ctx0" brushRef="#br0">1 277 9218 0 0,'0'-2'118'0'0,"0"0"1"0"0,0 0-1 0 0,0 0 0 0 0,0 0 1 0 0,1 0-1 0 0,-1 0 0 0 0,1 0 1 0 0,-1 0-1 0 0,1 0 0 0 0,0 0 1 0 0,0 0-1 0 0,0 1 0 0 0,0-1 1 0 0,0 0-1 0 0,0 0 0 0 0,0 1 1 0 0,1-1-1 0 0,1-2 0 0 0,35-31 2863 0 0,-24 22-2270 0 0,-4 4-189 0 0,105-96 2782 0 0,-94 88-5292 0 0,42-25 1 0 0,-58 40 1871 0 0,-1-1 1 0 0,1 1 0 0 0,0 0-1 0 0,0 0 1 0 0,0 1 0 0 0,0-1-1 0 0,0 1 1 0 0,0 0 0 0 0,0 1-1 0 0,1-1 1 0 0,-1 1 0 0 0,6 0 0 0 0,6 4 200 0 0</inkml:trace>
</inkml:ink>
</file>

<file path=ppt/ink/ink1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2.764"/>
    </inkml:context>
    <inkml:brush xml:id="br0">
      <inkml:brushProperty name="width" value="0.1" units="cm"/>
      <inkml:brushProperty name="height" value="0.1" units="cm"/>
      <inkml:brushProperty name="color" value="#849398"/>
    </inkml:brush>
  </inkml:definitions>
  <inkml:trace contextRef="#ctx0" brushRef="#br0">2 259 2304 0 0,'2'0'711'0'0,"0"-1"-1"0"0,0 1 0 0 0,1-1 0 0 0,-1 0 0 0 0,0 0 0 0 0,0 0 0 0 0,0 0 0 0 0,0-1 0 0 0,2-1 0 0 0,8-6 501 0 0,0-1 0 0 0,-1-1 0 0 0,0 0 1 0 0,-1 0-1 0 0,0-1 0 0 0,9-15 0 0 0,-14 18-1025 0 0,0 1 1 0 0,0-1-1 0 0,-1 0 0 0 0,0 0 1 0 0,-1 0-1 0 0,0-1 0 0 0,0 1 0 0 0,-1-1 1 0 0,-1 0-1 0 0,2-17 0 0 0,-3 26-203 0 0,0-1-1 0 0,0 1 0 0 0,0-1 1 0 0,0 1-1 0 0,0-1 0 0 0,0 1 1 0 0,0 0-1 0 0,-1-1 0 0 0,1 1 1 0 0,0-1-1 0 0,-1 1 0 0 0,1 0 1 0 0,-1-1-1 0 0,0 1 0 0 0,1 0 1 0 0,-1 0-1 0 0,0-1 0 0 0,0 1 1 0 0,0 0-1 0 0,0 0 0 0 0,0 0 1 0 0,0 0-1 0 0,0 0 0 0 0,0 0 1 0 0,0 1-1 0 0,-1-1 0 0 0,1 0 1 0 0,0 0-1 0 0,0 1 0 0 0,-1-1 1 0 0,1 1-1 0 0,0-1 0 0 0,-1 1 1 0 0,1 0-1 0 0,-1-1 0 0 0,1 1 1 0 0,-1 0-1 0 0,1 0 0 0 0,0 0 1 0 0,-1 0-1 0 0,1 0 0 0 0,-1 0 1 0 0,1 1-1 0 0,-1-1 0 0 0,1 0 1 0 0,0 1-1 0 0,-3 0 0 0 0,-2 1-188 0 0,-1 0 0 0 0,1 1-1 0 0,0-1 1 0 0,-1 1-1 0 0,1 0 1 0 0,1 1-1 0 0,-1 0 1 0 0,0-1-1 0 0,-5 7 1 0 0,8-7-218 0 0,0 1 0 0 0,-1 0 1 0 0,1-1-1 0 0,0 2 0 0 0,1-1 1 0 0,-1 0-1 0 0,1 1 0 0 0,0-1 1 0 0,0 1-1 0 0,0-1 0 0 0,1 1 1 0 0,-1 0-1 0 0,1 0 0 0 0,1 0 1 0 0,-1 0-1 0 0,0 0 0 0 0,1 0 1 0 0,1 6-1 0 0,1 3-1056 0 0</inkml:trace>
</inkml:ink>
</file>

<file path=ppt/ink/ink1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3.193"/>
    </inkml:context>
    <inkml:brush xml:id="br0">
      <inkml:brushProperty name="width" value="0.1" units="cm"/>
      <inkml:brushProperty name="height" value="0.1" units="cm"/>
      <inkml:brushProperty name="color" value="#849398"/>
    </inkml:brush>
  </inkml:definitions>
  <inkml:trace contextRef="#ctx0" brushRef="#br0">164 545 1376 0 0,'4'-1'376'0'0,"1"-1"0"0"0,-1-1-1 0 0,0 1 1 0 0,0-1-1 0 0,-1 0 1 0 0,1 0 0 0 0,0 0-1 0 0,-1 0 1 0 0,0 0-1 0 0,0-1 1 0 0,0 0 0 0 0,0 1-1 0 0,0-1 1 0 0,-1 0-1 0 0,0 0 1 0 0,0-1 0 0 0,0 1-1 0 0,0 0 1 0 0,-1-1-1 0 0,1 1 1 0 0,0-6 0 0 0,-1 4 22 0 0,0 1 0 0 0,-1 0 1 0 0,1-1-1 0 0,-1 1 0 0 0,0-1 1 0 0,0 1-1 0 0,-1-1 1 0 0,0 1-1 0 0,0 0 0 0 0,0-1 1 0 0,0 1-1 0 0,-1 0 0 0 0,0 0 1 0 0,0 0-1 0 0,-1 0 1 0 0,1 0-1 0 0,-7-8 0 0 0,5 9-212 0 0,0 0-1 0 0,-1 0 0 0 0,1 0 1 0 0,-1 1-1 0 0,0-1 0 0 0,0 1 1 0 0,0 0-1 0 0,-1 1 0 0 0,1 0 1 0 0,-1-1-1 0 0,1 1 1 0 0,-1 1-1 0 0,0-1 0 0 0,0 1 1 0 0,1 0-1 0 0,-1 1 0 0 0,0-1 1 0 0,0 1-1 0 0,-10 1 0 0 0,12 0-142 0 0,0-1 0 0 0,0 0 0 0 0,0 1 0 0 0,0 0 0 0 0,0 0 0 0 0,0 0 0 0 0,0 1 0 0 0,0 0 0 0 0,0-1-1 0 0,1 1 1 0 0,-1 0 0 0 0,1 0 0 0 0,0 1 0 0 0,-1-1 0 0 0,1 1 0 0 0,0 0 0 0 0,0 0 0 0 0,1 0 0 0 0,-1 0 0 0 0,1 0-1 0 0,-1 1 1 0 0,1-1 0 0 0,0 1 0 0 0,0-1 0 0 0,0 1 0 0 0,1 0 0 0 0,0 0 0 0 0,-1 0 0 0 0,0 5 0 0 0,2-7-35 0 0,-1 1 0 0 0,1 0 1 0 0,0 0-1 0 0,0 0 1 0 0,0 0-1 0 0,0 0 0 0 0,1 0 1 0 0,-1 0-1 0 0,1 0 1 0 0,0 0-1 0 0,0 0 0 0 0,0-1 1 0 0,0 1-1 0 0,0 0 1 0 0,0-1-1 0 0,1 1 0 0 0,0-1 1 0 0,2 5-1 0 0,0-3-8 0 0,0-1 0 0 0,0 1 0 0 0,1 0 0 0 0,-1-1 0 0 0,1 0 0 0 0,-1 0 0 0 0,1-1 0 0 0,0 1 0 0 0,8 2 0 0 0,0-1-132 0 0,0 0 0 0 0,0-1 0 0 0,0 0 0 0 0,1-1 0 0 0,-1-1 0 0 0,1 0 0 0 0,18-1 0 0 0,-28-1-2 0 0,0 1-1 0 0,0-1 0 0 0,0 0 1 0 0,0 0-1 0 0,0 0 0 0 0,0-1 1 0 0,-1 0-1 0 0,1 1 0 0 0,0-1 1 0 0,-1 0-1 0 0,0-1 0 0 0,1 1 1 0 0,-1-1-1 0 0,0 1 0 0 0,0-1 1 0 0,0 0-1 0 0,-1 0 0 0 0,1 0 1 0 0,-1 0-1 0 0,1-1 0 0 0,-1 1 1 0 0,0-1-1 0 0,0 1 0 0 0,-1-1 1 0 0,1 0-1 0 0,-1 0 0 0 0,0 0 1 0 0,2-7-1 0 0,0-11 103 0 0,0 1 0 0 0,-1 0 0 0 0,-1 0 0 0 0,-3-29-1 0 0,1 27 521 0 0,1-244 4818 0 0,3 318-4924 0 0,2 0 1 0 0,3 0 0 0 0,2-1 0 0 0,2 0 0 0 0,20 53 0 0 0,53 82-5083 0 0,-63-141 2187 0 0,-7-15-5101 0 0</inkml:trace>
</inkml:ink>
</file>

<file path=ppt/ink/ink1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3.946"/>
    </inkml:context>
    <inkml:brush xml:id="br0">
      <inkml:brushProperty name="width" value="0.1" units="cm"/>
      <inkml:brushProperty name="height" value="0.1" units="cm"/>
      <inkml:brushProperty name="color" value="#849398"/>
    </inkml:brush>
  </inkml:definitions>
  <inkml:trace contextRef="#ctx0" brushRef="#br0">0 0 8290 0 0,'16'13'8028'0'0,"17"5"-4881"0"0,4 3-1662 0 0,-14-5-1102 0 0,-1 1 0 0 0,-1 1 0 0 0,-1 0 0 0 0,-1 2 0 0 0,32 41 0 0 0,-32-35-1560 0 0,-2 2 0 0 0,21 42 1 0 0</inkml:trace>
</inkml:ink>
</file>

<file path=ppt/ink/ink1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4.155"/>
    </inkml:context>
    <inkml:brush xml:id="br0">
      <inkml:brushProperty name="width" value="0.1" units="cm"/>
      <inkml:brushProperty name="height" value="0.1" units="cm"/>
      <inkml:brushProperty name="color" value="#849398"/>
    </inkml:brush>
  </inkml:definitions>
  <inkml:trace contextRef="#ctx0" brushRef="#br0">164 1 12443 0 0,'-19'0'10287'0'0,"15"11"-11226"0"0,-51 103 2260 0 0,2-4-1164 0 0,46-94-367 0 0,1 1 1 0 0,1 0-1 0 0,1 0 0 0 0,-5 31 1 0 0,8-25-727 0 0</inkml:trace>
</inkml:ink>
</file>

<file path=ppt/ink/ink1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4.437"/>
    </inkml:context>
    <inkml:brush xml:id="br0">
      <inkml:brushProperty name="width" value="0.1" units="cm"/>
      <inkml:brushProperty name="height" value="0.1" units="cm"/>
      <inkml:brushProperty name="color" value="#849398"/>
    </inkml:brush>
  </inkml:definitions>
  <inkml:trace contextRef="#ctx0" brushRef="#br0">15 14 7834 0 0,'-14'-14'10138'0'0,"16"42"-7780"0"0,24 293 682 0 0,-12-116-2934 0 0,-13-195-401 0 0,12 108 266 0 0,-4-80-2250 0 0,3 0-3344 0 0</inkml:trace>
</inkml:ink>
</file>

<file path=ppt/ink/ink1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4.675"/>
    </inkml:context>
    <inkml:brush xml:id="br0">
      <inkml:brushProperty name="width" value="0.1" units="cm"/>
      <inkml:brushProperty name="height" value="0.1" units="cm"/>
      <inkml:brushProperty name="color" value="#849398"/>
    </inkml:brush>
  </inkml:definitions>
  <inkml:trace contextRef="#ctx0" brushRef="#br0">0 122 920 0 0,'1'-2'196'0'0,"-1"1"0"0"0,1 0 0 0 0,0 0-1 0 0,-1-1 1 0 0,1 1 0 0 0,0 0 0 0 0,0 0 0 0 0,0 0-1 0 0,-1 0 1 0 0,1 0 0 0 0,0 0 0 0 0,1 0-1 0 0,-1 0 1 0 0,0 0 0 0 0,0 1 0 0 0,0-1 0 0 0,2 0-1 0 0,25-15 3063 0 0,-24 14-2706 0 0,25-10 1238 0 0,0 0-1 0 0,1 2 1 0 0,0 1 0 0 0,35-6 0 0 0,127-9-1735 0 0,-167 22-4266 0 0,-1 2-1402 0 0</inkml:trace>
</inkml:ink>
</file>

<file path=ppt/ink/ink1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4.992"/>
    </inkml:context>
    <inkml:brush xml:id="br0">
      <inkml:brushProperty name="width" value="0.1" units="cm"/>
      <inkml:brushProperty name="height" value="0.1" units="cm"/>
      <inkml:brushProperty name="color" value="#849398"/>
    </inkml:brush>
  </inkml:definitions>
  <inkml:trace contextRef="#ctx0" brushRef="#br0">13 57 11522 0 0,'-12'11'1131'0'0,"12"-11"-1094"0"0,0 0 0 0 0,0 0 1 0 0,0 0-1 0 0,0 0 0 0 0,0 1 0 0 0,0-1 1 0 0,0 0-1 0 0,0 0 0 0 0,0 0 0 0 0,0 0 1 0 0,0 0-1 0 0,0 0 0 0 0,0 0 1 0 0,0 1-1 0 0,0-1 0 0 0,0 0 0 0 0,0 0 1 0 0,0 0-1 0 0,0 0 0 0 0,0 0 0 0 0,0 0 1 0 0,0 0-1 0 0,0 1 261 0 0,1-1-261 0 0,-1 0 1 0 0,0 0-1 0 0,0 0 0 0 0,0 0 0 0 0,0 0 1 0 0,0 0-1 0 0,0 0 0 0 0,0 1 0 0 0,0-1 1 0 0,1 0-1 0 0,-1 0 0 0 0,0 0 0 0 0,0 0 1 0 0,0 0-1 0 0,0 0 0 0 0,0 0 1 0 0,0 0-1 0 0,0 0 0 0 0,1 0 0 0 0,-1 0 1 0 0,0 0-1 0 0,0-1 0 0 0,30-2 2774 0 0,2-5-921 0 0,46-17 0 0 0,-30 9-3042 0 0,1 2-4468 0 0,-29 10-614 0 0</inkml:trace>
</inkml:ink>
</file>

<file path=ppt/ink/ink1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25.435"/>
    </inkml:context>
    <inkml:brush xml:id="br0">
      <inkml:brushProperty name="width" value="0.1" units="cm"/>
      <inkml:brushProperty name="height" value="0.1" units="cm"/>
      <inkml:brushProperty name="color" value="#849398"/>
    </inkml:brush>
  </inkml:definitions>
  <inkml:trace contextRef="#ctx0" brushRef="#br0">224 42 1376 0 0,'-29'-26'12287'0'0,"26"24"-11952"0"0,-1-1 0 0 0,0 2 0 0 0,1-1 0 0 0,-1 0 0 0 0,0 1 0 0 0,0 0 0 0 0,0 0-1 0 0,0 0 1 0 0,0 0 0 0 0,-1 1 0 0 0,1 0 0 0 0,0-1 0 0 0,0 1 0 0 0,0 1 0 0 0,-5 0 0 0 0,3 0-135 0 0,0 0 0 0 0,-1 1 0 0 0,1 0 0 0 0,1 0 0 0 0,-1 1 0 0 0,0 0 0 0 0,1 0 1 0 0,-1 0-1 0 0,-8 7 0 0 0,10-7-176 0 0,0-1 1 0 0,1 1-1 0 0,-1 1 1 0 0,1-1-1 0 0,0 0 0 0 0,0 1 1 0 0,0-1-1 0 0,0 1 1 0 0,1 0-1 0 0,0 0 1 0 0,-1 0-1 0 0,1 0 1 0 0,1 1-1 0 0,-1-1 1 0 0,1 0-1 0 0,-1 1 1 0 0,1-1-1 0 0,0 1 1 0 0,1 0-1 0 0,-1-1 0 0 0,1 1 1 0 0,0 0-1 0 0,0-1 1 0 0,1 1-1 0 0,-1-1 1 0 0,1 1-1 0 0,0 0 1 0 0,0-1-1 0 0,3 6 1 0 0,0-1-25 0 0,1 0 0 0 0,1-1 0 0 0,0 0 1 0 0,0 0-1 0 0,0 0 0 0 0,1-1 0 0 0,9 8 1 0 0,58 41-1 0 0,-55-44 105 0 0,-1 1-1 0 0,0 1 0 0 0,24 25 1 0 0,-41-38-95 0 0,0 0 0 0 0,0 0-1 0 0,0 0 1 0 0,0 1 0 0 0,0-1 0 0 0,-1 0 0 0 0,1 0 0 0 0,0 0 0 0 0,-1 1 0 0 0,1-1-1 0 0,-1 0 1 0 0,1 1 0 0 0,-1-1 0 0 0,0 1 0 0 0,1-1 0 0 0,-1 0 0 0 0,0 1 0 0 0,0-1 0 0 0,0 1-1 0 0,0-1 1 0 0,0 1 0 0 0,0-1 0 0 0,-1 0 0 0 0,1 1 0 0 0,0-1 0 0 0,-1 2 0 0 0,-1 0 10 0 0,0-1 0 0 0,1 1 0 0 0,-1-1 0 0 0,0 1 0 0 0,-1-1 0 0 0,1 0 0 0 0,0 1 1 0 0,-1-1-1 0 0,1-1 0 0 0,-1 1 0 0 0,-3 2 0 0 0,-8 4 38 0 0,0-2 0 0 0,-1 0 0 0 0,-24 7 0 0 0,-34 4-1935 0 0,24-14-5265 0 0,27-7 2134 0 0</inkml:trace>
</inkml:ink>
</file>

<file path=ppt/ink/ink1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30.522"/>
    </inkml:context>
    <inkml:brush xml:id="br0">
      <inkml:brushProperty name="width" value="0.1" units="cm"/>
      <inkml:brushProperty name="height" value="0.1" units="cm"/>
      <inkml:brushProperty name="color" value="#849398"/>
    </inkml:brush>
  </inkml:definitions>
  <inkml:trace contextRef="#ctx0" brushRef="#br0">1 125 2304 0 0,'5'-68'4595'0'0,"10"12"9206"0"0,-9 108-12511 0 0,48 369-264 0 0,-31-276-873 0 0,-19-107-869 0 0,-1-1 1 0 0,-3 51-1 0 0,-1-70-6847 0 0</inkml:trace>
</inkml:ink>
</file>

<file path=ppt/ink/ink1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31.031"/>
    </inkml:context>
    <inkml:brush xml:id="br0">
      <inkml:brushProperty name="width" value="0.1" units="cm"/>
      <inkml:brushProperty name="height" value="0.1" units="cm"/>
      <inkml:brushProperty name="color" value="#849398"/>
    </inkml:brush>
  </inkml:definitions>
  <inkml:trace contextRef="#ctx0" brushRef="#br0">5 51 3681 0 0,'1'-3'262'0'0,"1"-1"-1"0"0,-1 1 1 0 0,0 0 0 0 0,1 0-1 0 0,-2 0 1 0 0,3-28 13025 0 0,-7 41-11810 0 0,-2 11-709 0 0,3 13-661 0 0,1-1-1 0 0,2 1 1 0 0,2 0-1 0 0,6 38 1 0 0,-4-50-66 0 0,0-1 0 0 0,1 0 0 0 0,2 0 0 0 0,0-1 0 0 0,1 1 0 0 0,1-2 1 0 0,18 30-1 0 0,-23-42-33 0 0,1-1 0 0 0,0 0 0 0 0,0 0 1 0 0,1 0-1 0 0,-1 0 0 0 0,1-1 0 0 0,1 0 1 0 0,-1 0-1 0 0,1-1 0 0 0,-1 0 0 0 0,1 0 1 0 0,1 0-1 0 0,-1-1 0 0 0,0 0 0 0 0,14 3 1 0 0,-16-5-2 0 0,1 0 1 0 0,0 0-1 0 0,0-1 1 0 0,-1 0-1 0 0,1 0 1 0 0,0-1-1 0 0,-1 0 0 0 0,1 0 1 0 0,0 0-1 0 0,-1 0 1 0 0,1-1-1 0 0,-1 0 1 0 0,0 0-1 0 0,0-1 1 0 0,0 1-1 0 0,0-1 1 0 0,0 0-1 0 0,0 0 1 0 0,-1-1-1 0 0,1 0 1 0 0,-1 1-1 0 0,7-9 1 0 0,-7 8 11 0 0,0-1 0 0 0,-1 0 0 0 0,1 1 0 0 0,-1-1 0 0 0,0 0 0 0 0,0-1 1 0 0,-1 1-1 0 0,0 0 0 0 0,0-1 0 0 0,0 1 0 0 0,0-1 0 0 0,-1 0 0 0 0,0 0 0 0 0,0 1 1 0 0,0-1-1 0 0,-1-11 0 0 0,-1 8 41 0 0,-1 1 0 0 0,0-1 1 0 0,0 1-1 0 0,0 0 0 0 0,-1 0 0 0 0,0 0 1 0 0,-1 0-1 0 0,0 1 0 0 0,0-1 1 0 0,-9-11-1 0 0,2 5 26 0 0,0 1 0 0 0,-1 0 1 0 0,-1 1-1 0 0,0 0 0 0 0,-1 0 0 0 0,0 2 0 0 0,0 0 1 0 0,-1 0-1 0 0,-1 2 0 0 0,-27-13 0 0 0,40 21-90 0 0,-3-3-156 0 0,0 1 0 0 0,0 0 0 0 0,0 1 0 0 0,-1-1 0 0 0,-6 1 0 0 0,12 0 118 0 0,0 1 0 0 0,0 0 0 0 0,-1 0 0 0 0,1 0 0 0 0,0 1 0 0 0,0-1 0 0 0,0 0 0 0 0,0 0 0 0 0,0 1 0 0 0,0-1 0 0 0,0 0-1 0 0,0 1 1 0 0,0-1 0 0 0,0 1 0 0 0,0-1 0 0 0,0 1 0 0 0,0 0 0 0 0,0-1 0 0 0,0 1 0 0 0,0 0 0 0 0,0 0 0 0 0,1 0 0 0 0,-1-1 0 0 0,0 1-1 0 0,1 0 1 0 0,-1 0 0 0 0,1 0 0 0 0,-1 0 0 0 0,1 0 0 0 0,-1 0 0 0 0,1 0 0 0 0,0 1 0 0 0,-1-1 0 0 0,1 0 0 0 0,0 0 0 0 0,0 1 0 0 0,-2 8-1391 0 0</inkml:trace>
</inkml:ink>
</file>

<file path=ppt/ink/ink1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32"/>
    </inkml:context>
    <inkml:brush xml:id="br0">
      <inkml:brushProperty name="width" value="0.1" units="cm"/>
      <inkml:brushProperty name="height" value="0.1" units="cm"/>
      <inkml:brushProperty name="color" value="#849398"/>
    </inkml:brush>
  </inkml:definitions>
  <inkml:trace contextRef="#ctx0" brushRef="#br0">5 37 6449 0 0,'-5'-19'8642'0'0,"10"17"-8370"0"0,0-1-1 0 0,0 1 1 0 0,0 0-1 0 0,0 0 1 0 0,0 1-1 0 0,1-1 1 0 0,-1 1-1 0 0,0 0 0 0 0,1 0 1 0 0,-1 1-1 0 0,11 0 1 0 0,-14 0-209 0 0,1 1 0 0 0,-1-1 0 0 0,0 1 0 0 0,0-1 0 0 0,1 1 0 0 0,-1 0 0 0 0,0 0 0 0 0,0 0 0 0 0,0 0 0 0 0,0 0 0 0 0,0 0 0 0 0,0 1 0 0 0,0-1 0 0 0,0 1 0 0 0,-1-1 0 0 0,1 1 0 0 0,0 0 0 0 0,-1 0 0 0 0,1 0 0 0 0,-1-1 0 0 0,0 1 0 0 0,0 1 0 0 0,0-1-1 0 0,0 0 1 0 0,0 0 0 0 0,0 0 0 0 0,0 0 0 0 0,-1 1 0 0 0,1-1 0 0 0,-1 0 0 0 0,0 5 0 0 0,1 1-32 0 0,-1 0-1 0 0,-1-1 1 0 0,0 1-1 0 0,0 0 1 0 0,0 0-1 0 0,-1-1 1 0 0,0 1-1 0 0,0-1 1 0 0,-5 9-1 0 0,4-8-3 0 0,0 1-1 0 0,0-1 1 0 0,1 1-1 0 0,0-1 1 0 0,1 1 0 0 0,-2 11-1 0 0,3-20-24 0 0,0 1 1 0 0,0 0-1 0 0,0-1 0 0 0,1 1 0 0 0,-1-1 1 0 0,0 1-1 0 0,0 0 0 0 0,0-1 0 0 0,0 1 0 0 0,0-1 1 0 0,1 1-1 0 0,-1 0 0 0 0,0-1 0 0 0,1 1 1 0 0,-1-1-1 0 0,0 1 0 0 0,1-1 0 0 0,-1 0 1 0 0,0 1-1 0 0,1-1 0 0 0,-1 1 0 0 0,1-1 0 0 0,-1 1 1 0 0,1-1-1 0 0,-1 0 0 0 0,1 0 0 0 0,-1 1 1 0 0,1-1-1 0 0,0 0 0 0 0,0 1 0 0 0,24-2 127 0 0,28-17 148 0 0,-50 17-250 0 0,0-1-19 0 0,0 1 1 0 0,1 0-1 0 0,-1 0 1 0 0,0 0-1 0 0,0 0 1 0 0,0 1-1 0 0,1-1 1 0 0,-1 1-1 0 0,0 0 1 0 0,1 0-1 0 0,-1 0 1 0 0,0 0-1 0 0,0 1 1 0 0,1-1-1 0 0,-1 1 1 0 0,0 0-1 0 0,0 0 1 0 0,0 0-1 0 0,4 2 1 0 0,-6-2 11 0 0,1 1 1 0 0,0-1-1 0 0,-1 1 1 0 0,1-1-1 0 0,-1 1 1 0 0,1 0-1 0 0,-1-1 1 0 0,0 1-1 0 0,0 0 0 0 0,0 0 1 0 0,0 0-1 0 0,0 0 1 0 0,0 0-1 0 0,0 0 1 0 0,-1 0-1 0 0,1 1 1 0 0,-1-1-1 0 0,0 0 1 0 0,1 0-1 0 0,-1 0 1 0 0,0 1-1 0 0,0-1 1 0 0,-1 0-1 0 0,1 0 0 0 0,0 0 1 0 0,-1 1-1 0 0,1-1 1 0 0,-1 0-1 0 0,-1 3 1 0 0,-2 6 123 0 0,-1 0 1 0 0,0 0-1 0 0,0-1 1 0 0,-1 0-1 0 0,-1 0 1 0 0,1 0-1 0 0,-2 0 1 0 0,-10 9-1 0 0,5-3-397 0 0,6-8-154 0 0</inkml:trace>
</inkml:ink>
</file>

<file path=ppt/ink/ink1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49.582"/>
    </inkml:context>
    <inkml:brush xml:id="br0">
      <inkml:brushProperty name="width" value="0.1" units="cm"/>
      <inkml:brushProperty name="height" value="0.1" units="cm"/>
      <inkml:brushProperty name="color" value="#849398"/>
    </inkml:brush>
  </inkml:definitions>
  <inkml:trace contextRef="#ctx0" brushRef="#br0">62 155 3225 0 0,'-5'-2'420'0'0,"0"-1"0"0"0,1-1 0 0 0,-1 1-1 0 0,1-1 1 0 0,0 0 0 0 0,0 0 0 0 0,0 0 0 0 0,1 0 0 0 0,-1-1 0 0 0,-3-6 0 0 0,5 9-206 0 0,1-1-1 0 0,-1 0 0 0 0,1 1 1 0 0,0-1-1 0 0,0 0 0 0 0,0 0 1 0 0,0 0-1 0 0,0 0 1 0 0,0 0-1 0 0,1 0 0 0 0,0 0 1 0 0,-1 0-1 0 0,1 0 1 0 0,0 0-1 0 0,1 0 0 0 0,-1 0 1 0 0,9-9 4948 0 0,7 40-3433 0 0,1 15-1241 0 0,-1 0 0 0 0,-2 1 1 0 0,-2 0-1 0 0,-2 1 0 0 0,8 85 1 0 0,-17-110-489 0 0,-1-13 0 0 0,0-1 0 0 0,0 1 0 0 0,1-1 0 0 0,0 1 0 0 0,0-1 0 0 0,0 0 0 0 0,1 0 0 0 0,0 1 0 0 0,0-1 0 0 0,1 0 0 0 0,0-1 0 0 0,5 9 0 0 0,-8-14 2 0 0,1 0 0 0 0,-1 0 0 0 0,0 0 0 0 0,1-1 0 0 0,-1 1 0 0 0,0 0 0 0 0,1-1 0 0 0,-1 1 0 0 0,0 0 1 0 0,1-1-1 0 0,-1 1 0 0 0,0 0 0 0 0,1-1 0 0 0,-1 1 0 0 0,0-1 0 0 0,0 1 0 0 0,0 0 0 0 0,1-1 1 0 0,-1 1-1 0 0,0-1 0 0 0,0 1 0 0 0,0-1 0 0 0,0 1 0 0 0,0-1 0 0 0,0 1 0 0 0,0-1 0 0 0,0 1 1 0 0,0 0-1 0 0,0-1 0 0 0,0 1 0 0 0,0-1 0 0 0,0 1 0 0 0,0-1 0 0 0,-1 0 0 0 0,3-27 104 0 0,-2 25-96 0 0,2-39 43 0 0,1 0 0 0 0,3 0 1 0 0,1 1-1 0 0,2 0 0 0 0,2 0 0 0 0,1 1 0 0 0,2 0 0 0 0,21-39 1 0 0,-31 71-11 0 0,1 1 0 0 0,0 0 0 0 0,0 0 1 0 0,0 0-1 0 0,1 1 0 0 0,0-1 0 0 0,1 1 0 0 0,6-5 1 0 0,-11 10-32 0 0,0-1 0 0 0,0 1 0 0 0,-1 0 1 0 0,1 0-1 0 0,0 0 0 0 0,0 0 0 0 0,0 0 0 0 0,0 0 0 0 0,0 1 1 0 0,0-1-1 0 0,1 0 0 0 0,-1 1 0 0 0,0 0 0 0 0,0 0 1 0 0,0-1-1 0 0,0 1 0 0 0,1 1 0 0 0,-1-1 0 0 0,0 0 1 0 0,0 0-1 0 0,0 1 0 0 0,0-1 0 0 0,0 1 0 0 0,1 0 1 0 0,-1 0-1 0 0,0-1 0 0 0,-1 1 0 0 0,1 1 0 0 0,0-1 1 0 0,0 0-1 0 0,0 0 0 0 0,-1 1 0 0 0,1-1 0 0 0,0 1 1 0 0,2 2-1 0 0,11 17 0 0 0,-1 1 0 0 0,-1 0 0 0 0,-1 1 1 0 0,12 29-1 0 0,2 5-62 0 0,-16-40 48 0 0,-1 1 1 0 0,-1 1 0 0 0,-1 0 0 0 0,0 0 0 0 0,-2 0-1 0 0,0 1 1 0 0,-1 0 0 0 0,2 38 0 0 0,8-120-32 0 0,2-2 2 0 0,-13 32 37 0 0,-2 22 47 0 0,-1 0 0 0 0,1 1-1 0 0,1-1 1 0 0,0 1-1 0 0,0-1 1 0 0,1 1 0 0 0,0 0-1 0 0,8-16 1 0 0,-10 25-44 0 0,-1-1-1 0 0,1 0 1 0 0,-1 0 0 0 0,1 0-1 0 0,0 1 1 0 0,-1-1 0 0 0,1 0-1 0 0,0 1 1 0 0,-1-1 0 0 0,1 1 0 0 0,0-1-1 0 0,0 1 1 0 0,-1-1 0 0 0,1 1-1 0 0,0-1 1 0 0,0 1 0 0 0,0 0-1 0 0,0-1 1 0 0,0 1 0 0 0,0 0-1 0 0,-1 0 1 0 0,1 0 0 0 0,0 0 0 0 0,0 0-1 0 0,0 0 1 0 0,0 0 0 0 0,1 0-1 0 0,0 1 6 0 0,0 0-1 0 0,0-1 0 0 0,0 1 1 0 0,-1 0-1 0 0,1 0 0 0 0,0 1 1 0 0,-1-1-1 0 0,1 0 0 0 0,-1 1 1 0 0,1-1-1 0 0,-1 0 0 0 0,1 3 1 0 0,4 4 30 0 0,0 1 1 0 0,-1 0-1 0 0,8 16 1 0 0,62 177-228 0 0,-72-193-92 0 0,0 0 0 0 0,-1 0 0 0 0,2 17 0 0 0,-4-3-3098 0 0</inkml:trace>
</inkml:ink>
</file>

<file path=ppt/ink/ink1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50.154"/>
    </inkml:context>
    <inkml:brush xml:id="br0">
      <inkml:brushProperty name="width" value="0.1" units="cm"/>
      <inkml:brushProperty name="height" value="0.1" units="cm"/>
      <inkml:brushProperty name="color" value="#849398"/>
    </inkml:brush>
  </inkml:definitions>
  <inkml:trace contextRef="#ctx0" brushRef="#br0">96 503 2761 0 0,'-30'-28'1502'0'0,"11"10"5883"0"0,-28-38 2232 0 0,47 57-9583 0 0,11 0 628 0 0,10 5-358 0 0,-6 2-201 0 0,0 0 1 0 0,0 0-1 0 0,-1 2 1 0 0,0 0-1 0 0,-1 0 1 0 0,0 1-1 0 0,14 16 1 0 0,73 99 30 0 0,-69-84-89 0 0,37 39 0 0 0,-39-46-31 0 0,-20-24 5 0 0,0-1 0 0 0,0 0 0 0 0,1 0 0 0 0,1 0 0 0 0,14 9 0 0 0,-24-19 9 0 0,-1-1-1 0 0,1 1 1 0 0,-1-1 0 0 0,1 0-1 0 0,-1 1 1 0 0,1-1 0 0 0,-1 0-1 0 0,1 1 1 0 0,-1-1-1 0 0,0 0 1 0 0,0 0 0 0 0,1 1-1 0 0,-1-1 1 0 0,0 0 0 0 0,0 0-1 0 0,0 1 1 0 0,0-1 0 0 0,0 0-1 0 0,0 0 1 0 0,0 0 0 0 0,0-1-1 0 0,1-28 292 0 0,0 25-212 0 0,11-136 439 0 0,6 1 0 0 0,63-233 1 0 0,-69 328-1411 0 0,25-59 1 0 0</inkml:trace>
</inkml:ink>
</file>

<file path=ppt/ink/ink1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57.656"/>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1598 170 4609 0 0,'-9'-12'240'0'0,"0"-1"0"0"0,0 2 0 0 0,-1-1 0 0 0,-1 1 0 0 0,0 1 1 0 0,0 0-1 0 0,-1 0 0 0 0,-1 2 0 0 0,1-1 0 0 0,-1 1 0 0 0,-1 1 0 0 0,1 0 0 0 0,-1 1 0 0 0,0 1 0 0 0,-1 0 0 0 0,-28-5 0 0 0,6 3-14 0 0,1 3 0 0 0,-1 1 0 0 0,0 1-1 0 0,1 2 1 0 0,-70 9 0 0 0,46 1-203 0 0,-1 3 0 0 0,-84 30 0 0 0,-112 57-379 0 0,218-83 534 0 0,0 1 1 0 0,1 2-1 0 0,2 2 1 0 0,0 1-1 0 0,1 2 0 0 0,1 2 1 0 0,2 0-1 0 0,1 3 0 0 0,1 0 1 0 0,1 2-1 0 0,-32 47 1 0 0,45-57-176 0 0,-2 3 22 0 0,1 1 0 0 0,-27 53 0 0 0,41-73-19 0 0,0 0-1 0 0,1 1 0 0 0,0-1 1 0 0,0 0-1 0 0,0 1 0 0 0,1-1 1 0 0,0 1-1 0 0,0-1 0 0 0,0 1 1 0 0,1-1-1 0 0,0 1 0 0 0,1 0 1 0 0,-1-1-1 0 0,1 1 0 0 0,0-1 1 0 0,1 1-1 0 0,0-1 0 0 0,0 0 1 0 0,5 11-1 0 0,-3-11 35 0 0,0-1 0 0 0,0 0 0 0 0,1 0 0 0 0,0 0 0 0 0,0 0 0 0 0,0-1-1 0 0,0 0 1 0 0,1 0 0 0 0,-1-1 0 0 0,1 1 0 0 0,0-1 0 0 0,0 0 0 0 0,0-1 0 0 0,1 1 0 0 0,-1-1 0 0 0,1-1 0 0 0,-1 1 0 0 0,1-1 0 0 0,9 1 0 0 0,8-1 51 0 0,-1 0 0 0 0,1-1 0 0 0,-1-2 1 0 0,31-5-1 0 0,48-15 85 0 0,171-59 0 0 0,-239 69-163 0 0,451-164 67 0 0,-336 122 246 0 0,-3-7 0 0 0,243-139 0 0 0,-372 190-210 0 0,9-5 231 0 0,39-29 1 0 0,-58 39-194 0 0,-1-1 1 0 0,0 1-1 0 0,0-1 1 0 0,-1 0 0 0 0,0 0-1 0 0,0-1 1 0 0,0 0-1 0 0,-1 0 1 0 0,0 0-1 0 0,6-15 1 0 0,-9 20-172 0 0,0 0 0 0 0,0-1 0 0 0,-1 1 0 0 0,1 0 0 0 0,-1-1-1 0 0,1 1 1 0 0,-1-1 0 0 0,0 1 0 0 0,0-1 0 0 0,0 1 0 0 0,-1-1 0 0 0,1 1 0 0 0,0 0 0 0 0,-1-1 0 0 0,0 1-1 0 0,1-1 1 0 0,-1 1 0 0 0,0 0 0 0 0,0 0 0 0 0,0-1 0 0 0,-2-1 0 0 0,0 1 38 0 0,1 0-1 0 0,-1 1 1 0 0,0-1 0 0 0,0 0-1 0 0,-1 1 1 0 0,1 0 0 0 0,0 0-1 0 0,-1 0 1 0 0,1 0 0 0 0,-1 1 0 0 0,-7-3-1 0 0,-6 0-31 0 0,-1 0 0 0 0,1 2 0 0 0,-1 0 0 0 0,-29 0 0 0 0,-18 4-219 0 0,-1 3-1 0 0,1 3 0 0 0,-80 20 0 0 0,-187 67-268 0 0,240-66 280 0 0,6-1-301 0 0,-161 78 0 0 0,193-78 465 0 0,1 3-1 0 0,2 2 1 0 0,-88 74-1 0 0,119-89 63 0 0,1 0 0 0 0,1 1 0 0 0,1 1 1 0 0,1 1-1 0 0,1 0 0 0 0,-22 40 0 0 0,31-48-52 0 0,0 0 1 0 0,1 0-1 0 0,1 0 1 0 0,0 0-1 0 0,1 1 1 0 0,0-1-1 0 0,1 1 1 0 0,1 0-1 0 0,0 0 1 0 0,1 0 0 0 0,0-1-1 0 0,1 1 1 0 0,1 0-1 0 0,4 18 1 0 0,-3-19 9 0 0,1 0 1 0 0,1 0 0 0 0,0 0 0 0 0,1 0-1 0 0,0-1 1 0 0,1 0 0 0 0,0-1 0 0 0,1 1 0 0 0,0-1-1 0 0,1-1 1 0 0,13 14 0 0 0,-7-12 12 0 0,-1 0 1 0 0,2-1-1 0 0,-1-1 1 0 0,1 0-1 0 0,1-1 0 0 0,0 0 1 0 0,27 8-1 0 0,-5-5 186 0 0,-1-3-1 0 0,1-1 1 0 0,1-2 0 0 0,-1-1-1 0 0,1-2 1 0 0,0-2-1 0 0,50-5 1 0 0,-9-4 69 0 0,-1-3 0 0 0,88-23 0 0 0,-119 20 95 0 0,0-2 0 0 0,-2-2 1 0 0,0-2-1 0 0,68-40 1 0 0,-56 24 86 0 0,-1-2 1 0 0,-2-3-1 0 0,71-67 1 0 0,-104 85-373 0 0,-2 0 1 0 0,0-1 0 0 0,-1-2 0 0 0,-2 0-1 0 0,-1-1 1 0 0,-1 0 0 0 0,-1-1-1 0 0,-1-1 1 0 0,16-52 0 0 0,-22 56-178 0 0,-1-1 0 0 0,-1 0 1 0 0,-2-1-1 0 0,3-40 0 0 0,-7 61 78 0 0,0-1 0 0 0,0 1 0 0 0,0-1 0 0 0,-1 1 0 0 0,0 0 0 0 0,0-1 1 0 0,-1 1-1 0 0,0 0 0 0 0,0 0 0 0 0,0 0 0 0 0,-1 0 0 0 0,1 0 0 0 0,-2 1 0 0 0,1-1 0 0 0,0 1 0 0 0,-1 0 0 0 0,0 0 0 0 0,0 0 0 0 0,-1 0 0 0 0,0 1 0 0 0,1 0 0 0 0,-1 0 0 0 0,-1 0 0 0 0,-9-6 1 0 0,-2 3-48 0 0,0 1 0 0 0,0 0 1 0 0,-1 1-1 0 0,1 1 1 0 0,-1 0-1 0 0,-31-1 0 0 0,2 3-162 0 0,-66 6-1 0 0,64 1 83 0 0,1 2 0 0 0,-1 3 1 0 0,1 2-1 0 0,-70 27 0 0 0,45-9 35 0 0,1 3-1 0 0,-74 46 1 0 0,80-36 176 0 0,2 2 0 0 0,2 4 0 0 0,1 2 0 0 0,4 3 0 0 0,-88 104 0 0 0,126-134 55 0 0,1 2 0 0 0,1 0 1 0 0,1 1-1 0 0,2 1 0 0 0,1 0 0 0 0,-15 45 0 0 0,21-50-86 0 0,1 0 0 0 0,0 1 0 0 0,2 0 0 0 0,1-1 0 0 0,1 1-1 0 0,1 0 1 0 0,2 0 0 0 0,0 0 0 0 0,4 26 0 0 0,-2-39-77 0 0,-1 0 1 0 0,2 0 0 0 0,-1-1-1 0 0,1 1 1 0 0,1-1 0 0 0,0 0-1 0 0,0 0 1 0 0,1-1-1 0 0,0 1 1 0 0,1-1 0 0 0,9 9-1 0 0,-5-7 29 0 0,1 0-1 0 0,0 0 1 0 0,1-1-1 0 0,0-1 1 0 0,1 0-1 0 0,0-1 1 0 0,17 7-1 0 0,-3-4 198 0 0,0-1-1 0 0,1-1 0 0 0,0-2 0 0 0,1-1 0 0 0,-1-1 1 0 0,1-1-1 0 0,59-1 0 0 0,-41-6 258 0 0,0-3 0 0 0,-1-1 0 0 0,1-2 0 0 0,-2-3-1 0 0,1-2 1 0 0,73-32 0 0 0,-30 4 216 0 0,-2-4 0 0 0,100-71 0 0 0,-160 97-566 0 0,0-1 0 0 0,-2-1 1 0 0,-1-1-1 0 0,0-2 0 0 0,-2 0 0 0 0,22-32 0 0 0,-30 35-20 0 0,0-1-1 0 0,-2 0 1 0 0,-1 0-1 0 0,0-1 0 0 0,-2-1 1 0 0,-1 0-1 0 0,-1 0 1 0 0,7-40-1 0 0,-13 56-38 0 0,-1-1 0 0 0,0 1 0 0 0,-1-1 0 0 0,0 1-1 0 0,0-1 1 0 0,-1 1 0 0 0,-1-1 0 0 0,1 1 0 0 0,-1 0 0 0 0,-1-1-1 0 0,0 1 1 0 0,0 0 0 0 0,-1 1 0 0 0,0-1 0 0 0,-9-14 0 0 0,5 13-1 0 0,0 1 0 0 0,0 0 0 0 0,-1 0 0 0 0,0 0 0 0 0,0 1 0 0 0,-1 1 0 0 0,0-1 0 0 0,0 2 1 0 0,-1-1-1 0 0,0 1 0 0 0,-20-7 0 0 0,8 5-33 0 0,0 2-1 0 0,-1 0 1 0 0,0 1 0 0 0,0 2 0 0 0,-1 0 0 0 0,1 2-1 0 0,0 1 1 0 0,-1 0 0 0 0,1 2 0 0 0,0 1-1 0 0,-42 10 1 0 0,-18 10-794 0 0,-154 65 1 0 0,206-75 632 0 0,-89 39-767 0 0,2 5 1 0 0,2 5-1 0 0,4 5 1 0 0,-119 93 0 0 0,188-124 298 0 0,-53 55 0 0 0,39-29-34 0 0</inkml:trace>
</inkml:ink>
</file>

<file path=ppt/ink/ink1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2:59.262"/>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1616 231 8754 0 0,'-3'-15'373'0'0,"-1"1"0"0"0,0-1 0 0 0,-2 1 0 0 0,0 0-1 0 0,-13-23 1 0 0,15 31-272 0 0,0 1-1 0 0,-1-1 0 0 0,1 1 1 0 0,-1 0-1 0 0,0 0 0 0 0,-1 1 1 0 0,1 0-1 0 0,-1 0 0 0 0,0 0 0 0 0,0 0 1 0 0,0 1-1 0 0,-1 0 0 0 0,1 0 1 0 0,-13-3-1 0 0,-2 2-156 0 0,0 0 0 0 0,0 1 1 0 0,0 2-1 0 0,-1 0 0 0 0,1 1 0 0 0,0 1 0 0 0,-1 1 0 0 0,1 1 0 0 0,0 1 1 0 0,0 0-1 0 0,-32 13 0 0 0,-16 9-639 0 0,-128 68 0 0 0,67-23 452 0 0,3 6 0 0 0,-164 131 0 0 0,250-174 438 0 0,3 2 0 0 0,1 1 0 0 0,1 3 0 0 0,-33 48 0 0 0,45-53-14 0 0,2 0 0 0 0,1 1-1 0 0,2 2 1 0 0,2-1 0 0 0,-23 71 0 0 0,36-92-147 0 0,0 1 0 0 0,1 0 0 0 0,1-1 1 0 0,1 1-1 0 0,0 0 0 0 0,1 0 0 0 0,1 0 1 0 0,0 0-1 0 0,1-1 0 0 0,1 1 0 0 0,9 28 1 0 0,-8-33-30 0 0,1-1 0 0 0,0 0 0 0 0,0 0 0 0 0,1 0 0 0 0,1-1 0 0 0,0 0 0 0 0,0 0 0 0 0,1 0 0 0 0,0-1 0 0 0,0-1 1 0 0,1 1-1 0 0,1-1 0 0 0,-1-1 0 0 0,1 0 0 0 0,0 0 0 0 0,22 10 0 0 0,-6-6 87 0 0,1-2 0 0 0,0-1 0 0 0,0-1 0 0 0,1-1 0 0 0,0-2 0 0 0,0-1 0 0 0,0-1 0 0 0,0-1 0 0 0,0-1 0 0 0,32-5 0 0 0,0-4 214 0 0,0-2-1 0 0,0-3 1 0 0,92-34 0 0 0,-87 23-162 0 0,-1-2-1 0 0,-1-4 0 0 0,-1-2 1 0 0,-2-3-1 0 0,-1-3 1 0 0,65-56-1 0 0,-83 59-45 0 0,-2-2-1 0 0,-1-1 0 0 0,-2-2 1 0 0,-2-2-1 0 0,-2-1 0 0 0,-2-1 1 0 0,-2-2-1 0 0,35-78 1 0 0,-38 66-328 0 0,23-82 0 0 0,-43 121 176 0 0,-1 1 0 0 0,0-1 0 0 0,-1 0 0 0 0,-2 0 0 0 0,0 0 0 0 0,-1 0 0 0 0,0 0 0 0 0,-6-30 0 0 0,2 36 74 0 0,0 1-1 0 0,-1-1 1 0 0,-1 1-1 0 0,0 0 1 0 0,0 1-1 0 0,-1-1 1 0 0,-1 1-1 0 0,0 1 1 0 0,-1 0 0 0 0,0 0-1 0 0,0 0 1 0 0,-2 1-1 0 0,1 1 1 0 0,-1 0-1 0 0,0 0 1 0 0,-1 1-1 0 0,0 0 1 0 0,-14-6 0 0 0,4 3 23 0 0,-1 1 1 0 0,0 1-1 0 0,0 1 1 0 0,-1 1-1 0 0,0 1 1 0 0,0 1-1 0 0,0 1 1 0 0,-1 1-1 0 0,-39 0 1 0 0,37 5-80 0 0,0 0 0 0 0,1 2 0 0 0,-1 1 0 0 0,1 1-1 0 0,0 2 1 0 0,0 0 0 0 0,1 2 0 0 0,0 0 0 0 0,1 2 0 0 0,0 1 0 0 0,1 0 0 0 0,0 2 0 0 0,-27 23 0 0 0,11-3-34 0 0,2 1-1 0 0,1 2 1 0 0,1 2 0 0 0,3 1-1 0 0,-54 89 1 0 0,25-21-194 0 0,6 2 1 0 0,-68 193-1 0 0,112-274 99 0 0,2 0-1 0 0,1 1 0 0 0,2 0 1 0 0,0 0-1 0 0,3 1 1 0 0,0 0-1 0 0,3 44 1 0 0,1-65 114 0 0,0 0 1 0 0,0 0-1 0 0,1 0 1 0 0,1 0-1 0 0,0 0 1 0 0,0-1-1 0 0,1 1 1 0 0,1-1-1 0 0,0 0 1 0 0,0 0-1 0 0,1-1 1 0 0,0 1-1 0 0,0-1 1 0 0,1 0-1 0 0,0-1 1 0 0,1 0-1 0 0,0 0 0 0 0,0-1 1 0 0,1 0-1 0 0,0 0 1 0 0,0-1-1 0 0,1 0 1 0 0,-1 0-1 0 0,16 5 1 0 0,-11-6 148 0 0,1-1 0 0 0,-1-1 0 0 0,1 0 0 0 0,-1-1 0 0 0,1-1 0 0 0,0 0 0 0 0,0-1 0 0 0,0 0 0 0 0,0-1-1 0 0,-1-1 1 0 0,1 0 0 0 0,0-2 0 0 0,-1 1 0 0 0,0-2 0 0 0,16-6 0 0 0,3-2 344 0 0,-1-3 0 0 0,0 0 0 0 0,-1-2 0 0 0,-1-1 0 0 0,34-29 0 0 0,-28 17-91 0 0,-2-2 0 0 0,-1-1 0 0 0,-1-2 0 0 0,28-43 0 0 0,99-168-16 0 0,-125 189-375 0 0,-25 44 4 0 0,5-8-389 0 0,14-31 0 0 0,-26 47 285 0 0,1 1 1 0 0,-1-1-1 0 0,0 0 1 0 0,-1 1-1 0 0,1-1 1 0 0,-1 0-1 0 0,0 0 1 0 0,-1 0-1 0 0,1 0 1 0 0,-1 0-1 0 0,-1-10 1 0 0,0 14 94 0 0,1 0 0 0 0,-1 1 0 0 0,0-1 1 0 0,1 0-1 0 0,-1 0 0 0 0,0 0 0 0 0,0 0 0 0 0,0 1 1 0 0,0-1-1 0 0,0 0 0 0 0,0 1 0 0 0,-1-1 1 0 0,1 1-1 0 0,-1-1 0 0 0,1 1 0 0 0,-1 0 0 0 0,1 0 1 0 0,-1-1-1 0 0,0 1 0 0 0,-2-1 0 0 0,-1 0 2 0 0,1 1-1 0 0,-1 0 0 0 0,1-1 0 0 0,-1 1 1 0 0,0 1-1 0 0,1-1 0 0 0,-1 1 0 0 0,-7 0 0 0 0,-8 2-52 0 0,1 1-1 0 0,0 0 0 0 0,-24 8 0 0 0,41-10 73 0 0,-67 21-316 0 0,1 4 0 0 0,2 3 1 0 0,0 2-1 0 0,-100 67 0 0 0,113-63 226 0 0,1 2 0 0 0,2 3 0 0 0,-58 59 1 0 0,83-73 63 0 0,1 1 0 0 0,2 1 0 0 0,0 1 0 0 0,2 1 0 0 0,1 0 0 0 0,2 2 0 0 0,-19 46 0 0 0,34-74 43 0 0,1 0-1 0 0,-1 1 0 0 0,1-1 1 0 0,0 1-1 0 0,0-1 1 0 0,1 1-1 0 0,-1-1 0 0 0,1 1 1 0 0,0-1-1 0 0,0 1 1 0 0,0 0-1 0 0,1-1 1 0 0,0 1-1 0 0,2 7 0 0 0,-2-9 54 0 0,1 0 0 0 0,-1-1 0 0 0,1 1 0 0 0,0-1-1 0 0,0 1 1 0 0,0-1 0 0 0,0 0 0 0 0,0 0 0 0 0,0 0-1 0 0,1 0 1 0 0,-1 0 0 0 0,1-1 0 0 0,-1 1 0 0 0,1-1-1 0 0,0 0 1 0 0,-1 1 0 0 0,1-1 0 0 0,0 0 0 0 0,0-1-1 0 0,0 1 1 0 0,0 0 0 0 0,0-1 0 0 0,5 1 0 0 0,11-1 190 0 0,-1 0 1 0 0,0-1-1 0 0,0-1 1 0 0,0 0-1 0 0,0-1 0 0 0,0-1 1 0 0,0-1-1 0 0,-1-1 1 0 0,18-8-1 0 0,12-7 379 0 0,85-54 0 0 0,268-225-721 0 0,-393 294 2 0 0,-4 4-70 0 0,1-1 1 0 0,0 0-1 0 0,-1 0 0 0 0,1 0 1 0 0,-1 0-1 0 0,0 0 0 0 0,0-1 1 0 0,-1 0-1 0 0,1 1 0 0 0,-1-1 1 0 0,3-5-1 0 0,-6 9 142 0 0,0 0 1 0 0,1-1-1 0 0,-1 1 0 0 0,0 0 1 0 0,1-1-1 0 0,-1 1 0 0 0,0 0 1 0 0,0 0-1 0 0,1 0 1 0 0,-1 0-1 0 0,0-1 0 0 0,0 1 1 0 0,1 0-1 0 0,-1 1 0 0 0,0-1 1 0 0,0 0-1 0 0,0 0 1 0 0,1 0-1 0 0,-1 0 0 0 0,0 1 1 0 0,0-1-1 0 0,1 0 0 0 0,-2 1 1 0 0,-23 5-510 0 0,-34 18 518 0 0,0 2 0 0 0,-57 35 0 0 0,-107 79-88 0 0,34-21 89 0 0,96-67 2167 0 0,111-68-1072 0 0,219-199 1405 0 0,54-49-1791 0 0,-285 259-695 0 0,16-13 54 0 0,-1-1-1 0 0,26-31 0 0 0,-42 45-118 0 0,-1 0-1 0 0,0 0 0 0 0,-1-1 1 0 0,1 1-1 0 0,-1-1 0 0 0,0 0 1 0 0,0 0-1 0 0,-1 0 0 0 0,0-1 0 0 0,0 1 1 0 0,0 0-1 0 0,-1-1 0 0 0,0 1 1 0 0,0-1-1 0 0,-1 0 0 0 0,0-8 1 0 0,0 14 25 0 0,0 0 1 0 0,0 0 0 0 0,0 0-1 0 0,-1 0 1 0 0,1 0-1 0 0,0 0 1 0 0,0 0 0 0 0,-1 0-1 0 0,1 0 1 0 0,-1 0-1 0 0,1 0 1 0 0,-1 0 0 0 0,1 0-1 0 0,-1 1 1 0 0,0-1 0 0 0,1 0-1 0 0,-1 0 1 0 0,0 1-1 0 0,0-1 1 0 0,0 0 0 0 0,1 1-1 0 0,-1-1 1 0 0,0 1-1 0 0,0-1 1 0 0,0 1 0 0 0,0-1-1 0 0,0 1 1 0 0,0 0 0 0 0,0-1-1 0 0,0 1 1 0 0,0 0-1 0 0,0 0 1 0 0,0 0 0 0 0,0 0-1 0 0,0 0 1 0 0,0 0-1 0 0,0 0 1 0 0,0 0 0 0 0,0 0-1 0 0,-1 1 1 0 0,-5 0-276 0 0,1 1 0 0 0,-1 0 0 0 0,1 0 0 0 0,-11 6 0 0 0,-13 7-728 0 0</inkml:trace>
</inkml:ink>
</file>

<file path=ppt/ink/ink1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01.578"/>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1100 100 5529 0 0,'-24'-12'519'0'0,"0"1"0"0"0,-1 1 0 0 0,0 1-1 0 0,0 2 1 0 0,-1 0 0 0 0,-34-4 0 0 0,-1 3-408 0 0,0 3 1 0 0,-1 2-1 0 0,-98 9 0 0 0,136-4-94 0 0,0 2 0 0 0,-1 1 0 0 0,1 1 0 0 0,1 1 0 0 0,-1 1 0 0 0,1 1 0 0 0,1 2 0 0 0,0 0-1 0 0,0 1 1 0 0,1 1 0 0 0,0 0 0 0 0,-18 18 0 0 0,16-10 28 0 0,1 0 0 0 0,1 2 0 0 0,1 1 0 0 0,1 0 0 0 0,1 1 0 0 0,1 1 0 0 0,1 1 0 0 0,2 0 0 0 0,1 1 0 0 0,-16 48 0 0 0,24-59-16 0 0,0-1-1 0 0,2 1 1 0 0,0 0-1 0 0,1 0 0 0 0,0 0 1 0 0,2 0-1 0 0,0 1 1 0 0,0-1-1 0 0,2 0 1 0 0,0 0-1 0 0,1 0 0 0 0,1 0 1 0 0,1-1-1 0 0,0 0 1 0 0,1 1-1 0 0,1-2 1 0 0,0 1-1 0 0,1-1 0 0 0,1 0 1 0 0,15 21-1 0 0,-9-20 138 0 0,1 0 1 0 0,0 0-1 0 0,1-1 0 0 0,0-1 0 0 0,2-1 0 0 0,-1-1 0 0 0,1 0 0 0 0,1-2 0 0 0,0 0 0 0 0,1-1 0 0 0,0-1 0 0 0,24 6 1 0 0,4-1 304 0 0,1-3 0 0 0,-1-2 0 0 0,1-2 1 0 0,67 0-1 0 0,-59-8-162 0 0,0-2 0 0 0,0-2 0 0 0,58-15 0 0 0,167-56 521 0 0,-184 44-555 0 0,0-4 1 0 0,153-83-1 0 0,-178 77-98 0 0,-1-2 1 0 0,-3-4 0 0 0,109-98-1 0 0,-174 143-177 0 0,11-11-39 0 0,0 0 1 0 0,-1-2 0 0 0,-1 1 0 0 0,21-32 0 0 0,-33 45 29 0 0,1-1 0 0 0,-1 1 1 0 0,0-1-1 0 0,-1 0 0 0 0,1 0 0 0 0,0 0 0 0 0,-1 0 1 0 0,0 0-1 0 0,0-1 0 0 0,-1 1 0 0 0,1 0 0 0 0,-1 0 0 0 0,1-1 1 0 0,-2 1-1 0 0,1 0 0 0 0,0-1 0 0 0,-1 1 0 0 0,0 0 1 0 0,1 0-1 0 0,-2 0 0 0 0,1 0 0 0 0,0-1 0 0 0,-1 2 1 0 0,0-1-1 0 0,0 0 0 0 0,0 0 0 0 0,-1 1 0 0 0,1-1 1 0 0,-1 1-1 0 0,-5-7 0 0 0,-2 2-56 0 0,0 0 1 0 0,-1 0-1 0 0,1 1 1 0 0,-2 0-1 0 0,1 1 1 0 0,-1 0-1 0 0,0 1 1 0 0,0 0-1 0 0,0 1 1 0 0,0 1-1 0 0,-1 0 1 0 0,0 0-1 0 0,-17 0 1 0 0,-19-1-78 0 0,1 3 0 0 0,-57 6 0 0 0,91-4 119 0 0,-128 14-228 0 0,0 6 1 0 0,1 7 0 0 0,-154 51-1 0 0,200-48 111 0 0,3 4 0 0 0,0 4 0 0 0,-161 97 0 0 0,223-117 238 0 0,2 1-1 0 0,0 1 1 0 0,2 2 0 0 0,-39 41-1 0 0,48-45-53 0 0,2 0 1 0 0,0 1-1 0 0,1 1 0 0 0,1 1 0 0 0,1 0 0 0 0,1 0 0 0 0,-9 27 1 0 0,17-43-35 0 0,1 0 1 0 0,1 0-1 0 0,-1 0 0 0 0,1 0 1 0 0,0 0-1 0 0,1 0 1 0 0,-1 0-1 0 0,1 0 1 0 0,1 1-1 0 0,-1-1 1 0 0,1 0-1 0 0,0 0 1 0 0,0 0-1 0 0,1 0 1 0 0,-1 0-1 0 0,1 0 1 0 0,1 0-1 0 0,-1-1 1 0 0,6 9-1 0 0,-3-7-9 0 0,1 0-1 0 0,0 0 1 0 0,1 0-1 0 0,-1-1 1 0 0,1 0-1 0 0,0 0 1 0 0,1-1-1 0 0,0 0 1 0 0,0 0-1 0 0,0-1 1 0 0,0 0-1 0 0,13 4 1 0 0,5 1 4 0 0,2-1 1 0 0,-1-2-1 0 0,1-1 1 0 0,-1-1-1 0 0,1-1 1 0 0,1-1-1 0 0,37-3 1 0 0,6-5 117 0 0,118-25 0 0 0,72-32 653 0 0,441-170 1 0 0,-584 182-384 0 0,-2-5 0 0 0,-3-5 0 0 0,-3-5 0 0 0,138-107 0 0 0,-239 165-434 0 0,-3 3-61 0 0,-1 1 1 0 0,1-1-1 0 0,-2-1 0 0 0,1 1 0 0 0,9-12 0 0 0,-15 17 74 0 0,0 0 0 0 0,0-1 0 0 0,-1 1 0 0 0,1 0-1 0 0,0-1 1 0 0,0 1 0 0 0,0 0 0 0 0,0-1 0 0 0,0 1 0 0 0,0 0 0 0 0,0 0-1 0 0,0-1 1 0 0,0 1 0 0 0,-1 0 0 0 0,1 0 0 0 0,0-1 0 0 0,0 1-1 0 0,0 0 1 0 0,-1 0 0 0 0,1 0 0 0 0,0-1 0 0 0,0 1 0 0 0,-1 0 0 0 0,1 0-1 0 0,0 0 1 0 0,0 0 0 0 0,-1 0 0 0 0,1-1 0 0 0,0 1 0 0 0,0 0-1 0 0,-1 0 1 0 0,1 0 0 0 0,0 0 0 0 0,-1 0 0 0 0,1 0 0 0 0,0 0 0 0 0,0 0-1 0 0,-1 0 1 0 0,1 0 0 0 0,0 0 0 0 0,-1 0 0 0 0,1 0 0 0 0,0 0-1 0 0,0 0 1 0 0,-1 1 0 0 0,1-1 0 0 0,-1 0 0 0 0,-17 0-516 0 0,-69 11-1062 0 0,-109 28 0 0 0,170-33 1420 0 0,-95 23-867 0 0,-137 52 0 0 0,181-50 902 0 0,1 2-1 0 0,-124 76 1 0 0,161-84 122 0 0,-40 33 1 0 0,68-49 38 0 0,1 1 0 0 0,0 0 0 0 0,0 0 0 0 0,1 1-1 0 0,1 0 1 0 0,0 0 0 0 0,0 1 0 0 0,-7 14 0 0 0,14-23-3 0 0,0 0 1 0 0,-1 1-1 0 0,1-1 1 0 0,0 0 0 0 0,0 1-1 0 0,1-1 1 0 0,-1 1 0 0 0,1-1-1 0 0,0 1 1 0 0,0-1-1 0 0,0 1 1 0 0,0-1 0 0 0,0 0-1 0 0,1 1 1 0 0,0-1 0 0 0,-1 1-1 0 0,1-1 1 0 0,1 0-1 0 0,-1 1 1 0 0,0-1 0 0 0,1 0-1 0 0,0 0 1 0 0,-1 0 0 0 0,1 0-1 0 0,0 0 1 0 0,1-1-1 0 0,-1 1 1 0 0,0-1 0 0 0,1 1-1 0 0,0-1 1 0 0,-1 0 0 0 0,1 0-1 0 0,0 0 1 0 0,0 0 0 0 0,3 1-1 0 0,10 5-4 0 0,-1 0 0 0 0,1-2 0 0 0,1 0 0 0 0,-1 0 0 0 0,29 4 0 0 0,17 0 206 0 0,0-2 0 0 0,0-3 1 0 0,120-7-1 0 0,189-39 1527 0 0,-334 36-1541 0 0,755-142 2977 0 0,184-123-525 0 0,-497 126-2092 0 0,-424 129-536 0 0,199-64 69 0 0,-214 63-140 0 0,-1-1 0 0 0,-1-1 0 0 0,0-3-1 0 0,42-30 1 0 0,-79 51 49 0 0,6-5-45 0 0,0 0 1 0 0,-1-1-1 0 0,1 0 1 0 0,-1 0-1 0 0,5-6 1 0 0,-10 11 36 0 0,0 0 0 0 0,0 0-1 0 0,-1 0 1 0 0,1-1 0 0 0,0 1-1 0 0,-1 0 1 0 0,1 0 0 0 0,-1 0 0 0 0,1 0-1 0 0,-1-1 1 0 0,0 1 0 0 0,0 0 0 0 0,1 0-1 0 0,-1-1 1 0 0,0 1 0 0 0,0 0-1 0 0,0-1 1 0 0,0 1 0 0 0,0 0 0 0 0,0 0-1 0 0,-1-1 1 0 0,1 1 0 0 0,0 0 0 0 0,-1 0-1 0 0,1 0 1 0 0,-1-1 0 0 0,1 1-1 0 0,-1 0 1 0 0,0 0 0 0 0,1 0 0 0 0,-1 0-1 0 0,0 0 1 0 0,0 0 0 0 0,0 0 0 0 0,1 0-1 0 0,-1 0 1 0 0,0 0 0 0 0,0 1 0 0 0,0-1-1 0 0,-1 0 1 0 0,-1 0 0 0 0,-9-6 9 0 0,0 1 0 0 0,0 1 0 0 0,-1 0 0 0 0,0 0 0 0 0,0 2 0 0 0,-26-5 1 0 0,-86-4 104 0 0,104 11-79 0 0,-68-3-30 0 0,-1 4-1 0 0,1 4 1 0 0,-128 23 0 0 0,149-14-240 0 0,1 3 1 0 0,1 3 0 0 0,1 2 0 0 0,1 4 0 0 0,-67 35 0 0 0,110-48 64 0 0,0 0 0 0 0,0 2 0 0 0,1 0 0 0 0,1 1 0 0 0,0 1 1 0 0,-29 34-1 0 0,42-42 83 0 0,0-1 1 0 0,1 1 0 0 0,0 0-1 0 0,0 1 1 0 0,1-1 0 0 0,0 1 0 0 0,1 0-1 0 0,-5 18 1 0 0,7-21 37 0 0,0 1 1 0 0,0 0 0 0 0,1-1-1 0 0,0 1 1 0 0,0-1-1 0 0,1 1 1 0 0,0 0-1 0 0,0-1 1 0 0,1 1-1 0 0,-1-1 1 0 0,1 0-1 0 0,1 0 1 0 0,-1 1 0 0 0,5 5-1 0 0,1 2 48 0 0,2-1 0 0 0,-1 0 1 0 0,2 0-1 0 0,0-1 0 0 0,0-1 0 0 0,1 1 0 0 0,0-2 0 0 0,1 0 1 0 0,0-1-1 0 0,1 0 0 0 0,0-1 0 0 0,0 0 0 0 0,1-1 0 0 0,18 6 1 0 0,9 1 297 0 0,1-1 1 0 0,1-2 0 0 0,85 9 0 0 0,-43-14 161 0 0,0-3 1 0 0,1-5 0 0 0,-1-3-1 0 0,-1-4 1 0 0,116-26-1 0 0,410-139 1200 0 0,-595 169-1638 0 0,423-144 271 0 0,-323 103-465 0 0,187-103 1 0 0,-289 142-91 0 0,0-1-1 0 0,-1-1 1 0 0,0 0-1 0 0,0-1 1 0 0,19-19-1 0 0,-32 28 232 0 0,1 1 0 0 0,-1 0-1 0 0,0-1 1 0 0,1 1 0 0 0,-1-1 0 0 0,0 1-1 0 0,1-1 1 0 0,-1 1 0 0 0,0-1 0 0 0,1 0 0 0 0,-1 1-1 0 0,0-1 1 0 0,0 1 0 0 0,0-1 0 0 0,0 0-1 0 0,1 1 1 0 0,-1-1 0 0 0,0 1 0 0 0,0-1-1 0 0,0 0 1 0 0,0 1 0 0 0,0-1 0 0 0,0 1-1 0 0,-1-1 1 0 0,1 0 0 0 0,0 1 0 0 0,0-1-1 0 0,0 1 1 0 0,-1-2 0 0 0,-16-8-962 0 0,-27 4 230 0 0,43 6 793 0 0,-53-1-33 0 0,1 3-1 0 0,0 2 1 0 0,-80 16 0 0 0,-155 50-609 0 0,209-48 322 0 0,-5 1-95 0 0,1 4-1 0 0,2 3 1 0 0,1 4-1 0 0,-106 62 1 0 0,174-88 377 0 0,-1 0-1 0 0,1 0 1 0 0,0 1 0 0 0,1 1 0 0 0,0 0-1 0 0,0 0 1 0 0,-12 18 0 0 0,20-24 17 0 0,-1 1 1 0 0,2 0 0 0 0,-1 0-1 0 0,0 1 1 0 0,1-1-1 0 0,0 0 1 0 0,0 1-1 0 0,1-1 1 0 0,0 1-1 0 0,0 0 1 0 0,0-1-1 0 0,0 1 1 0 0,1 0 0 0 0,0 0-1 0 0,0 0 1 0 0,1-1-1 0 0,-1 1 1 0 0,1 0-1 0 0,1-1 1 0 0,-1 1-1 0 0,4 8 1 0 0,1-2-3 0 0,0 0 1 0 0,1 0-1 0 0,0-1 1 0 0,0-1-1 0 0,1 1 1 0 0,1-1-1 0 0,0 0 1 0 0,0-1-1 0 0,1 0 1 0 0,0 0 0 0 0,1-1-1 0 0,18 11 1 0 0,3-1 20 0 0,0-2 1 0 0,1-1 0 0 0,49 16 0 0 0,-13-11 312 0 0,1-3 0 0 0,1-3 0 0 0,0-3 0 0 0,1-4 0 0 0,140-2 0 0 0,-31-17 711 0 0,206-38-1 0 0,-213 20 167 0 0,189-57-1 0 0,-298 67-1216 0 0,-1-3-1 0 0,0-3 1 0 0,-3-3 0 0 0,0-2-1 0 0,-2-3 1 0 0,56-43-1 0 0,-82 54-185 0 0,-19 14 112 0 0,-2 0-1 0 0,18-16 1 0 0,-29 25 71 0 0,-1-1 1 0 0,1 1 0 0 0,-1 0-1 0 0,0-1 1 0 0,0 1 0 0 0,1-1-1 0 0,-1 1 1 0 0,0 0 0 0 0,0-1-1 0 0,1 1 1 0 0,-1-1 0 0 0,0 1-1 0 0,0-1 1 0 0,0 1 0 0 0,0-1-1 0 0,0 1 1 0 0,0-1 0 0 0,1 1-1 0 0,-1-1 1 0 0,-1 1 0 0 0,1-1-1 0 0,0 1 1 0 0,0-1 0 0 0,0 1-1 0 0,0-1 1 0 0,0 1 0 0 0,0-1-1 0 0,0 1 1 0 0,-1-1 0 0 0,1 1-1 0 0,0-1 1 0 0,0 1 0 0 0,-1-1-1 0 0,1 1 1 0 0,0 0 0 0 0,-1-1-1 0 0,1 1 1 0 0,0 0 0 0 0,-1-1-1 0 0,1 1 1 0 0,-1 0 0 0 0,1-1-1 0 0,0 1 1 0 0,-1 0 0 0 0,1 0-1 0 0,-1-1 1 0 0,1 1 0 0 0,-1 0-1 0 0,1 0 1 0 0,-1 0 0 0 0,1 0-1 0 0,-1 0 1 0 0,1 0-1 0 0,-1 0 1 0 0,1 0 0 0 0,-2 0 0 0 0,-33-7-290 0 0,33 6 275 0 0,-24-2-333 0 0,-1 1 0 0 0,1 1 1 0 0,-1 2-1 0 0,1 0 0 0 0,-1 2 0 0 0,1 1 1 0 0,0 0-1 0 0,0 3 0 0 0,1 0 0 0 0,0 1 1 0 0,-45 22-1 0 0,64-28 271 0 0,1 1-1 0 0,1 0 1 0 0,-1 0 0 0 0,0 0-1 0 0,1 1 1 0 0,0-1 0 0 0,0 1-1 0 0,0 0 1 0 0,0 0 0 0 0,0 0 0 0 0,1 1-1 0 0,0-1 1 0 0,0 1 0 0 0,0 0-1 0 0,0 0 1 0 0,-2 8 0 0 0,4-8 71 0 0,0 0-1 0 0,0 0 1 0 0,1 0 0 0 0,0 0 0 0 0,0 0 0 0 0,0 0 0 0 0,0 0 0 0 0,1 0 0 0 0,0 0 0 0 0,0 0 0 0 0,0-1 0 0 0,0 1 0 0 0,1 0 0 0 0,0 0 0 0 0,0-1-1 0 0,0 1 1 0 0,1-1 0 0 0,4 6 0 0 0,0 0-14 0 0,1-1 0 0 0,0 0 0 0 0,0 0 0 0 0,1-1 0 0 0,0 0-1 0 0,1-1 1 0 0,0 1 0 0 0,0-2 0 0 0,0 0 0 0 0,1 0 0 0 0,0-1 0 0 0,0 0 0 0 0,0-1-1 0 0,1 0 1 0 0,-1-1 0 0 0,1 0 0 0 0,0-1 0 0 0,19 1 0 0 0,-18-1 371 0 0,0-2 1 0 0,0 0-1 0 0,-1 0 0 0 0,1-2 1 0 0,0 1-1 0 0,-1-1 0 0 0,1-1 1 0 0,-1-1-1 0 0,1 1 1 0 0,-1-2-1 0 0,-1 0 0 0 0,1 0 1 0 0,-1-1-1 0 0,1-1 0 0 0,-2 1 1 0 0,1-2-1 0 0,15-13 0 0 0,-21 15-232 0 0,0 1 0 0 0,0-1-1 0 0,0 0 1 0 0,-1 0 0 0 0,0 0-1 0 0,0-1 1 0 0,-1 1 0 0 0,0-1-1 0 0,0 0 1 0 0,0 0 0 0 0,-1 0-1 0 0,0-1 1 0 0,0 1-1 0 0,-1 0 1 0 0,0-1 0 0 0,0 1-1 0 0,-1-1 1 0 0,0 1 0 0 0,0-1-1 0 0,-1 1 1 0 0,0-1 0 0 0,0 1-1 0 0,-1 0 1 0 0,0-1 0 0 0,-4-9-1 0 0,0 3-85 0 0,0-1 0 0 0,-2 1 0 0 0,0 1 0 0 0,0-1 0 0 0,-1 2 0 0 0,-1-1 1 0 0,0 1-1 0 0,-1 0 0 0 0,0 1 0 0 0,-1 1 0 0 0,-15-12 0 0 0,-4 1-261 0 0,-1 2 1 0 0,-1 1-1 0 0,-1 1 1 0 0,0 2-1 0 0,-50-14 1 0 0,-185-38-1735 0 0,-444-29-1718 0 0,-8 62 2881 0 0,505 31 720 0 0,-1 9 0 0 0,1 10 1 0 0,-404 82-1 0 0,-267 142-1176 0 0,565-132 869 0 0,307-104 525 0 0,-1 2 0 0 0,-23 11-1 0 0,39-17-121 0 0,-1 0 0 0 0,1 0 0 0 0,0 0 0 0 0,0 0 0 0 0,0 0 0 0 0,0 0 0 0 0,0 0-1 0 0,-1 0 1 0 0,1 0 0 0 0,0 0 0 0 0,0 0 0 0 0,0 0 0 0 0,0 0 0 0 0,0 0 0 0 0,0 0-1 0 0,-1 0 1 0 0,1 0 0 0 0,0 1 0 0 0,0-1 0 0 0,0 0 0 0 0,0 0 0 0 0,0 0 0 0 0,0 0 0 0 0,0 0-1 0 0,0 0 1 0 0,-1 0 0 0 0,1 0 0 0 0,0 1 0 0 0,0-1 0 0 0,0 0 0 0 0,0 0 0 0 0,0 0 0 0 0,0 0-1 0 0,0 0 1 0 0,0 0 0 0 0,0 0 0 0 0,0 1 0 0 0,0-1 0 0 0,0 0 0 0 0,0 0 0 0 0,0 0-1 0 0,0 0 1 0 0,0 0 0 0 0,0 1 0 0 0,0-1 0 0 0,0 0 0 0 0,0 0 0 0 0,0 0 0 0 0,0 0 0 0 0,0 0-1 0 0,0 0 1 0 0,0 1 0 0 0,0-1 0 0 0,0 0 0 0 0,0 0 0 0 0,0 0 0 0 0,1 0 0 0 0,-1 0-1 0 0,0 0 1 0 0,0 0 0 0 0,0 0 0 0 0,0 1 0 0 0,0-1 0 0 0,0 0 0 0 0,0 0 0 0 0,1 0 0 0 0,-1 0-1 0 0,15 3 362 0 0,21-3 99 0 0,20-10-343 0 0,-1-3 0 0 0,-1-2 1 0 0,93-38-1 0 0,-56 19 59 0 0,-49 19 2 0 0,98-39 286 0 0,-124 47-473 0 0,-1-1 0 0 0,1-1-1 0 0,-2 0 1 0 0,1-1 0 0 0,-1-1 0 0 0,16-16 0 0 0,-27 25-9 0 0,0-1 0 0 0,-1 0 1 0 0,0 0-1 0 0,0 0 0 0 0,0 0 1 0 0,0 0-1 0 0,0 0 0 0 0,0-1 1 0 0,-1 1-1 0 0,0 0 0 0 0,0-1 1 0 0,0 1-1 0 0,0-1 1 0 0,0 0-1 0 0,-1 1 0 0 0,1-1 1 0 0,-1 0-1 0 0,0-6 0 0 0,-1 5 71 0 0,-1-1 1 0 0,1 1-1 0 0,-1-1 0 0 0,0 1 0 0 0,0-1 0 0 0,0 1 0 0 0,-1 0 1 0 0,0 0-1 0 0,0 0 0 0 0,-7-9 0 0 0,0 3 216 0 0,-1 0-1 0 0,0 0 1 0 0,-1 1-1 0 0,0 0 0 0 0,-1 1 1 0 0,0 1-1 0 0,0 0 1 0 0,-17-7-1 0 0,4 4-30 0 0,-1 2-1 0 0,0 2 0 0 0,0 0 0 0 0,-1 2 0 0 0,0 0 0 0 0,0 2 1 0 0,0 2-1 0 0,0 0 0 0 0,0 2 0 0 0,0 1 0 0 0,-38 7 0 0 0,43-5-155 0 0,0 2 0 0 0,0 0-1 0 0,0 1 1 0 0,1 2 0 0 0,0 0-1 0 0,0 1 1 0 0,1 2 0 0 0,1 0-1 0 0,0 1 1 0 0,0 0-1 0 0,2 2 1 0 0,0 1 0 0 0,-28 29-1 0 0,37-34-308 0 0,0 1 0 0 0,1 0 0 0 0,0 0-1 0 0,1 1 1 0 0,1 0 0 0 0,0 0 0 0 0,-8 24 0 0 0</inkml:trace>
</inkml:ink>
</file>

<file path=ppt/ink/ink1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07.205"/>
    </inkml:context>
    <inkml:brush xml:id="br0">
      <inkml:brushProperty name="width" value="0.1" units="cm"/>
      <inkml:brushProperty name="height" value="0.1" units="cm"/>
    </inkml:brush>
  </inkml:definitions>
  <inkml:trace contextRef="#ctx0" brushRef="#br0">11 1 9218 0 0,'-11'-1'6324'0'0,"11"2"-6255"0"0,19 78 1376 0 0,-3 2-1 0 0,-4 0 0 0 0,1 83 1 0 0,-12-142-2796 0 0,0 1 1 0 0,2-1 0 0 0,0-1 0 0 0,12 41 0 0 0</inkml:trace>
</inkml:ink>
</file>

<file path=ppt/ink/ink1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07.458"/>
    </inkml:context>
    <inkml:brush xml:id="br0">
      <inkml:brushProperty name="width" value="0.1" units="cm"/>
      <inkml:brushProperty name="height" value="0.1" units="cm"/>
    </inkml:brush>
  </inkml:definitions>
  <inkml:trace contextRef="#ctx0" brushRef="#br0">1 48 3225 0 0,'0'-2'185'0'0,"1"-1"0"0"0,-1 1 0 0 0,1 0 0 0 0,0-1 0 0 0,0 1-1 0 0,0 0 1 0 0,1 0 0 0 0,-1 0 0 0 0,0 0 0 0 0,1 0 0 0 0,-1 0 0 0 0,1 0 0 0 0,0 0 0 0 0,0 0 0 0 0,-1 1 0 0 0,1-1 0 0 0,0 1 0 0 0,1-1 0 0 0,-1 1 0 0 0,3-2 0 0 0,-1 2 162 0 0,0 0 1 0 0,1 0-1 0 0,-1 0 1 0 0,0 0 0 0 0,1 1-1 0 0,-1 0 1 0 0,1-1-1 0 0,-1 2 1 0 0,1-1-1 0 0,6 2 1 0 0,6 1 248 0 0,-1 2 0 0 0,0 0 0 0 0,0 1 0 0 0,-1 0 0 0 0,16 10 0 0 0,-27-14-477 0 0,1 1 0 0 0,-1-1-1 0 0,0 1 1 0 0,1 0 0 0 0,-1 0-1 0 0,-1 1 1 0 0,1-1 0 0 0,0 1-1 0 0,-1 0 1 0 0,0 0-1 0 0,0 0 1 0 0,0 0 0 0 0,0 0-1 0 0,-1 1 1 0 0,0-1 0 0 0,4 10-1 0 0,-5-8-34 0 0,0 0 1 0 0,-1 0-1 0 0,1 0 0 0 0,-1 0 0 0 0,0 0 0 0 0,0 0 0 0 0,-1 0 1 0 0,0 0-1 0 0,0-1 0 0 0,-1 1 0 0 0,1 0 0 0 0,-1 0 0 0 0,0-1 1 0 0,-4 7-1 0 0,-2 3 52 0 0,0 0 1 0 0,-1-1-1 0 0,0-1 0 0 0,-21 23 1 0 0,19-24-953 0 0,-1 0 0 0 0,-19 14 0 0 0</inkml:trace>
</inkml:ink>
</file>

<file path=ppt/ink/ink1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07.663"/>
    </inkml:context>
    <inkml:brush xml:id="br0">
      <inkml:brushProperty name="width" value="0.1" units="cm"/>
      <inkml:brushProperty name="height" value="0.1" units="cm"/>
    </inkml:brush>
  </inkml:definitions>
  <inkml:trace contextRef="#ctx0" brushRef="#br0">0 1 6913 0 0,'0'0'115'0'0,"1"0"-1"0"0,-1 0 0 0 0,1 0 0 0 0,-1 0 0 0 0,0 0 0 0 0,1 0 0 0 0,-1 0 0 0 0,1 0 0 0 0,-1 0 0 0 0,0 0 0 0 0,1 0 0 0 0,-1 0 0 0 0,0 0 0 0 0,1 0 0 0 0,-1 1 0 0 0,1-1 0 0 0,-1 0 0 0 0,0 0 0 0 0,1 0 0 0 0,-1 1 0 0 0,0-1 0 0 0,0 0 0 0 0,1 0 0 0 0,-1 1 0 0 0,0-1 0 0 0,0 0 0 0 0,1 1 0 0 0,-1-1 0 0 0,0 0 0 0 0,0 1 0 0 0,0-1 0 0 0,1 1 0 0 0,-1-1 0 0 0,0 0 0 0 0,0 1 0 0 0,0 0 0 0 0,5 24 4278 0 0,-6 26 128 0 0,-2-22-4146 0 0,-2 13-4156 0 0,4-36 2405 0 0</inkml:trace>
</inkml:ink>
</file>

<file path=ppt/ink/ink1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07.878"/>
    </inkml:context>
    <inkml:brush xml:id="br0">
      <inkml:brushProperty name="width" value="0.1" units="cm"/>
      <inkml:brushProperty name="height" value="0.1" units="cm"/>
    </inkml:brush>
  </inkml:definitions>
  <inkml:trace contextRef="#ctx0" brushRef="#br0">41 0 10594 0 0,'-4'2'472'0'0,"0"-1"96"0"0,1 2-455 0 0,1 0-113 0 0,2-2 0 0 0,-1 2 0 0 0,-1 0-985 0 0,-1 2-215 0 0,-1 2-48 0 0,-2 2 0 0 0,2 2 759 0 0,-1 0 153 0 0,4-1 32 0 0,0 0 8 0 0,3-3 296 0 0,3-1 0 0 0</inkml:trace>
</inkml:ink>
</file>

<file path=ppt/ink/ink1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08.108"/>
    </inkml:context>
    <inkml:brush xml:id="br0">
      <inkml:brushProperty name="width" value="0.1" units="cm"/>
      <inkml:brushProperty name="height" value="0.1" units="cm"/>
    </inkml:brush>
  </inkml:definitions>
  <inkml:trace contextRef="#ctx0" brushRef="#br0">1 1 11522 0 0,'0'6'3932'0'0,"8"25"-1054"0"0,9 22-605 0 0,13 82 0 0 0,-7 59-8773 0 0,-21-177 4837 0 0</inkml:trace>
</inkml:ink>
</file>

<file path=ppt/ink/ink1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08.297"/>
    </inkml:context>
    <inkml:brush xml:id="br0">
      <inkml:brushProperty name="width" value="0.1" units="cm"/>
      <inkml:brushProperty name="height" value="0.1" units="cm"/>
    </inkml:brush>
  </inkml:definitions>
  <inkml:trace contextRef="#ctx0" brushRef="#br0">7 98 9674 0 0,'0'0'50'0'0,"-1"0"0"0"0,1 0 0 0 0,0 0 0 0 0,-1 0 0 0 0,1-1-1 0 0,0 1 1 0 0,-1 0 0 0 0,1 0 0 0 0,0 0 0 0 0,0-1 0 0 0,-1 1 0 0 0,1 0 0 0 0,0-1 0 0 0,0 1 0 0 0,-1 0 0 0 0,1-1-1 0 0,0 1 1 0 0,0 0 0 0 0,0-1 0 0 0,0 1 0 0 0,-1 0 0 0 0,1-1 0 0 0,0 1 0 0 0,0 0 0 0 0,0-1 0 0 0,0 1-1 0 0,0-1 1 0 0,0 1 0 0 0,0 0 0 0 0,0-1 0 0 0,0 1 0 0 0,0-1 0 0 0,0 1 0 0 0,0 0 0 0 0,1-1 0 0 0,10-14 1581 0 0,19-7 472 0 0,-18 16-1903 0 0,0 0 0 0 0,0 0 0 0 0,1 1 1 0 0,0 1-1 0 0,15-4 0 0 0,-3 3-3427 0 0,47-3-1 0 0,-47 7 999 0 0</inkml:trace>
</inkml:ink>
</file>

<file path=ppt/ink/ink1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9:26.641"/>
    </inkml:context>
    <inkml:brush xml:id="br0">
      <inkml:brushProperty name="width" value="0.1" units="cm"/>
      <inkml:brushProperty name="height" value="0.1" units="cm"/>
    </inkml:brush>
  </inkml:definitions>
  <inkml:trace contextRef="#ctx0" brushRef="#br0">214 68 6449 0 0,'-8'-1'4519'0'0,"-15"3"-2548"0"0,-13 5-815 0 0,1 1 1 0 0,0 1 0 0 0,-42 20 1557 0 0,82-28-1791 0 0,14 2-391 0 0,24 0-610 0 0,29-7 554 0 0,-1-3-1 0 0,96-22 0 0 0,-6 1 44 0 0,-106 21-545 0 0,-11 2-109 0 0,1-2-1 0 0,80-24 1 0 0,-104 21-1226 0 0</inkml:trace>
</inkml:ink>
</file>

<file path=ppt/ink/ink1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9:27.005"/>
    </inkml:context>
    <inkml:brush xml:id="br0">
      <inkml:brushProperty name="width" value="0.1" units="cm"/>
      <inkml:brushProperty name="height" value="0.1" units="cm"/>
    </inkml:brush>
  </inkml:definitions>
  <inkml:trace contextRef="#ctx0" brushRef="#br0">0 1 12443 0 0,'52'7'3967'0'0,"48"17"-2958"0"0,-74-17-465 0 0,25 8 262 0 0,0 2 1 0 0,76 38 0 0 0,90 62 117 0 0,-202-109-914 0 0,37 24-152 0 0,37 20-752 0 0,-80-47 115 0 0,1-1-1 0 0,0 0 1 0 0,0-1-1 0 0,0 0 1 0 0,0 0 0 0 0,1-1-1 0 0,12 1 1 0 0,-6-3-4513 0 0</inkml:trace>
</inkml:ink>
</file>

<file path=ppt/ink/ink1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9:27.227"/>
    </inkml:context>
    <inkml:brush xml:id="br0">
      <inkml:brushProperty name="width" value="0.1" units="cm"/>
      <inkml:brushProperty name="height" value="0.1" units="cm"/>
    </inkml:brush>
  </inkml:definitions>
  <inkml:trace contextRef="#ctx0" brushRef="#br0">256 0 12899 0 0,'-4'0'379'0'0,"1"1"-1"0"0,0-1 1 0 0,-1 0 0 0 0,1 1 0 0 0,0 0 0 0 0,0 0-1 0 0,0 0 1 0 0,-1 0 0 0 0,1 0 0 0 0,0 1 0 0 0,1-1-1 0 0,-1 1 1 0 0,0 0 0 0 0,0 0 0 0 0,1 0 0 0 0,-1 0-1 0 0,1 0 1 0 0,-4 4 0 0 0,-13 18 104 0 0,-16 30-348 0 0,-44 91 1 0 0,37-65-2907 0 0,22-42-3834 0 0</inkml:trace>
</inkml:ink>
</file>

<file path=ppt/ink/ink1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09.154"/>
    </inkml:context>
    <inkml:brush xml:id="br0">
      <inkml:brushProperty name="width" value="0.1" units="cm"/>
      <inkml:brushProperty name="height" value="0.1" units="cm"/>
    </inkml:brush>
  </inkml:definitions>
  <inkml:trace contextRef="#ctx0" brushRef="#br0">108 0 6913 0 0,'-4'1'384'0'0,"0"1"-1"0"0,-1 0 1 0 0,1 0-1 0 0,0 0 1 0 0,0 0-1 0 0,0 0 1 0 0,-6 5-1 0 0,10-6-279 0 0,-1 0 52 0 0,-38 27 1971 0 0,36-25-1990 0 0,0-1 0 0 0,1 1 0 0 0,-1-1 0 0 0,0 1 0 0 0,1 0 0 0 0,-1 0 0 0 0,1 0 0 0 0,0 1 0 0 0,-3 6 0 0 0,5-9-129 0 0,0 0 0 0 0,0-1 0 0 0,0 1 0 0 0,0 0 0 0 0,0 0 0 0 0,1 0 0 0 0,-1 0 0 0 0,0 0 0 0 0,0 0 0 0 0,1-1 0 0 0,-1 1 0 0 0,0 0 0 0 0,1 0 0 0 0,-1 0 0 0 0,1-1 0 0 0,-1 1 0 0 0,1 0 0 0 0,0 0 0 0 0,-1-1 0 0 0,1 1 0 0 0,0-1 0 0 0,-1 1 0 0 0,1-1 0 0 0,0 1 0 0 0,0-1 0 0 0,-1 1 0 0 0,1-1 0 0 0,0 1 0 0 0,0-1 0 0 0,0 0 0 0 0,0 0 1 0 0,-1 1-1 0 0,1-1 0 0 0,2 0 0 0 0,36 8-278 0 0,-34-8 212 0 0,18 3 88 0 0,-11-2-17 0 0,0 0 1 0 0,0 1 0 0 0,-1 1 0 0 0,1-1 0 0 0,-1 2-1 0 0,13 4 1 0 0,-22-7 14 0 0,0 1 1 0 0,-1-1-1 0 0,1 0 0 0 0,0 0 1 0 0,0 1-1 0 0,-1-1 0 0 0,1 1 1 0 0,0-1-1 0 0,-1 1 0 0 0,0 0 1 0 0,1 0-1 0 0,-1-1 0 0 0,0 1 1 0 0,0 0-1 0 0,2 4 0 0 0,-3-3 41 0 0,1 0 0 0 0,-1 0 0 0 0,0 0 0 0 0,1 1 0 0 0,-1-1 0 0 0,-1 0-1 0 0,1 0 1 0 0,0 0 0 0 0,-1 0 0 0 0,0 0 0 0 0,1 0 0 0 0,-1 0 0 0 0,0 0-1 0 0,-3 4 1 0 0,0 1 265 0 0,0-1-1 0 0,0 1 1 0 0,-1-1 0 0 0,0 0-1 0 0,0 0 1 0 0,-13 11-1 0 0,-22 14-1914 0 0</inkml:trace>
</inkml:ink>
</file>

<file path=ppt/ink/ink1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09.391"/>
    </inkml:context>
    <inkml:brush xml:id="br0">
      <inkml:brushProperty name="width" value="0.1" units="cm"/>
      <inkml:brushProperty name="height" value="0.1" units="cm"/>
    </inkml:brush>
  </inkml:definitions>
  <inkml:trace contextRef="#ctx0" brushRef="#br0">0 3 7834 0 0,'1'0'150'0'0,"0"0"0"0"0,0-1 0 0 0,-1 1 0 0 0,1 0 0 0 0,0-1 0 0 0,0 1 0 0 0,0 0 0 0 0,-1 0 0 0 0,1 0 0 0 0,0 0 0 0 0,0 0 0 0 0,0 0 0 0 0,0 0 0 0 0,-1 0 0 0 0,1 0 0 0 0,0 0 0 0 0,0 0 0 0 0,0 0 0 0 0,0 1 0 0 0,-1-1 0 0 0,1 0 0 0 0,0 0 0 0 0,0 1 0 0 0,-1-1 0 0 0,1 1 0 0 0,0-1 0 0 0,0 1 0 0 0,-1-1 0 0 0,1 1 0 0 0,-1-1 0 0 0,1 1 0 0 0,0 0 0 0 0,-1-1 0 0 0,1 1 0 0 0,-1 0 0 0 0,1-1 0 0 0,-1 2 0 0 0,20 29 3113 0 0,-2 18-2173 0 0,-3 0 0 0 0,-1 1 0 0 0,6 55 0 0 0,-14-62-1079 0 0,1 4-1026 0 0,1-16-3172 0 0</inkml:trace>
</inkml:ink>
</file>

<file path=ppt/ink/ink1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09.581"/>
    </inkml:context>
    <inkml:brush xml:id="br0">
      <inkml:brushProperty name="width" value="0.1" units="cm"/>
      <inkml:brushProperty name="height" value="0.1" units="cm"/>
    </inkml:brush>
  </inkml:definitions>
  <inkml:trace contextRef="#ctx0" brushRef="#br0">1 109 2761 0 0,'-1'-4'446'0'0,"1"0"1"0"0,0-1-1 0 0,0 1 1 0 0,1 0-1 0 0,0-1 1 0 0,-1 1-1 0 0,1 0 1 0 0,1-1 0 0 0,-1 1-1 0 0,1 0 1 0 0,-1 0-1 0 0,1 0 1 0 0,0 0-1 0 0,1 1 1 0 0,-1-1-1 0 0,1 1 1 0 0,-1-1 0 0 0,1 1-1 0 0,0 0 1 0 0,5-4-1 0 0,-5 4-252 0 0,0 1-1 0 0,1-1 1 0 0,-1 1-1 0 0,0 0 1 0 0,1 0 0 0 0,0 1-1 0 0,-1-1 1 0 0,1 1-1 0 0,0-1 1 0 0,4 0-1 0 0,-5 2-289 0 0,1 0 0 0 0,-1-1 0 0 0,0 1 0 0 0,0 0 0 0 0,1 1 0 0 0,-1-1 0 0 0,0 0 0 0 0,0 1 0 0 0,0 0 0 0 0,0 0 0 0 0,0 0 0 0 0,1 0 0 0 0,3 2 0 0 0,5 4 96 0 0,0-2 0 0 0</inkml:trace>
</inkml:ink>
</file>

<file path=ppt/ink/ink1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09.866"/>
    </inkml:context>
    <inkml:brush xml:id="br0">
      <inkml:brushProperty name="width" value="0.1" units="cm"/>
      <inkml:brushProperty name="height" value="0.1" units="cm"/>
    </inkml:brush>
  </inkml:definitions>
  <inkml:trace contextRef="#ctx0" brushRef="#br0">0 184 456 0 0,'7'9'1467'0'0,"0"-1"-1"0"0,0 1 0 0 0,-1 1 1 0 0,-1-1-1 0 0,8 18 1 0 0,-9-18-553 0 0,0-1 0 0 0,0 1 0 0 0,1-1 0 0 0,0 0 0 0 0,1 0 0 0 0,0 0 0 0 0,0-1 0 0 0,9 9 0 0 0,-14-16-860 0 0,-1 0 0 0 0,0 0 0 0 0,0 1 0 0 0,0-1 0 0 0,0 0 1 0 0,0 0-1 0 0,1 0 0 0 0,-1 0 0 0 0,0 1 0 0 0,0-1 0 0 0,0 0 0 0 0,1 0 0 0 0,-1 0 0 0 0,0 0 0 0 0,0 0 0 0 0,1 0 0 0 0,-1 0 1 0 0,0 0-1 0 0,0 0 0 0 0,0 0 0 0 0,1 0 0 0 0,-1 0 0 0 0,0 0 0 0 0,0 0 0 0 0,1 0 0 0 0,-1 0 0 0 0,0 0 0 0 0,0 0 0 0 0,0 0 1 0 0,1 0-1 0 0,-1 0 0 0 0,0 0 0 0 0,0 0 0 0 0,1 0 0 0 0,-1 0 0 0 0,0-1 0 0 0,0 1 0 0 0,0 0 0 0 0,0 0 0 0 0,1 0 0 0 0,-1 0 1 0 0,0 0-1 0 0,0-1 0 0 0,0 1 0 0 0,0 0 0 0 0,0 0 0 0 0,1 0 0 0 0,-1-1 0 0 0,2-16 922 0 0,-5-19-632 0 0,1 19-153 0 0,1 0 0 0 0,0 0-1 0 0,1 0 1 0 0,1 0 0 0 0,1 0 0 0 0,5-27-1 0 0,-4 33-325 0 0,1 0-1 0 0,0-1 0 0 0,0 1 1 0 0,7-12-1 0 0,-6 15-447 0 0,0 1 0 0 0,0-1 0 0 0,0 1 0 0 0,1 1 1 0 0,0-1-1 0 0,8-6 0 0 0,2 1-6075 0 0</inkml:trace>
</inkml:ink>
</file>

<file path=ppt/ink/ink1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14.597"/>
    </inkml:context>
    <inkml:brush xml:id="br0">
      <inkml:brushProperty name="width" value="0.1" units="cm"/>
      <inkml:brushProperty name="height" value="0.1" units="cm"/>
    </inkml:brush>
  </inkml:definitions>
  <inkml:trace contextRef="#ctx0" brushRef="#br0">0 446 10594 0 0,'5'-1'28'0'0,"-1"-1"0"0"0,0 0 1 0 0,0 0-1 0 0,0 0 0 0 0,0-1 0 0 0,0 1 0 0 0,0-1 0 0 0,5-6 0 0 0,2 0 243 0 0,10-7-171 0 0,-1-2 0 0 0,0 0 0 0 0,-1-1 0 0 0,-1-1 0 0 0,20-29 0 0 0,-27 33-53 0 0,-1 0 0 0 0,-1-1-1 0 0,0 1 1 0 0,-1-2 0 0 0,-1 1-1 0 0,-1-1 1 0 0,0 0 0 0 0,4-24 0 0 0,-10 37 24 0 0,1 1 0 0 0,-1-1 0 0 0,0 0 0 0 0,0 1 1 0 0,-1-1-1 0 0,1 0 0 0 0,-1 0 0 0 0,0 1 0 0 0,0-1 1 0 0,-1 1-1 0 0,1-1 0 0 0,-1 1 0 0 0,0 0 1 0 0,-4-8-1 0 0,5 11 8 0 0,0 0 1 0 0,-1-1-1 0 0,1 1 1 0 0,0 0-1 0 0,0 0 0 0 0,0 0 1 0 0,-1 0-1 0 0,1 0 1 0 0,0 0-1 0 0,-1 0 1 0 0,1 0-1 0 0,-1 1 1 0 0,1-1-1 0 0,-1 1 1 0 0,0-1-1 0 0,1 1 0 0 0,-4-1 1 0 0,3 1 2 0 0,-1 0 1 0 0,1 0-1 0 0,-1 1 1 0 0,1-1-1 0 0,0 1 0 0 0,-1-1 1 0 0,1 1-1 0 0,0 0 1 0 0,0 0-1 0 0,0 0 0 0 0,-1 0 1 0 0,1 1-1 0 0,0-1 1 0 0,0 0-1 0 0,-3 4 0 0 0,-5 6 19 0 0,1-1 0 0 0,0 2-1 0 0,0-1 1 0 0,1 1-1 0 0,0 1 1 0 0,2-1 0 0 0,-1 1-1 0 0,1 1 1 0 0,1-1-1 0 0,0 1 1 0 0,1 0 0 0 0,1 0-1 0 0,-3 27 1 0 0,5-37-17 0 0,1 0-1 0 0,1 1 1 0 0,-1-1 0 0 0,1 0 0 0 0,-1 0 0 0 0,1 0 0 0 0,1 1 0 0 0,-1-1 0 0 0,0 0-1 0 0,1 0 1 0 0,0 0 0 0 0,0-1 0 0 0,0 1 0 0 0,1 0 0 0 0,-1-1 0 0 0,1 1 0 0 0,0-1-1 0 0,-1 0 1 0 0,2 0 0 0 0,-1 0 0 0 0,0 0 0 0 0,0-1 0 0 0,1 1 0 0 0,4 1-1 0 0,0 0-323 0 0,0 0 0 0 0,0-1 0 0 0,0 0 0 0 0,0 0 0 0 0,0-1 0 0 0,1 0 0 0 0,-1-1 0 0 0,1 0 0 0 0,-1 0 0 0 0,1-1 0 0 0,11 0 0 0 0,0-3-5818 0 0</inkml:trace>
</inkml:ink>
</file>

<file path=ppt/ink/ink1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5:15.153"/>
    </inkml:context>
    <inkml:brush xml:id="br0">
      <inkml:brushProperty name="width" value="0.1" units="cm"/>
      <inkml:brushProperty name="height" value="0.1" units="cm"/>
    </inkml:brush>
  </inkml:definitions>
  <inkml:trace contextRef="#ctx0" brushRef="#br0">0 1 5985 0 0,'25'39'3416'0'0,"-8"-14"-321"0"0,2 1-2203 0 0,-1 2 1 0 0,24 48-1 0 0,-40-68-1487 0 0,-8-29-2821 0 0,7 14 3494 0 0,1-1 0 0 0,0 0 0 0 0,0 0 0 0 0,1 1 0 0 0,0-1 0 0 0,7-12 0 0 0,-4 9 547 0 0,1 1-1 0 0,-1 0 0 0 0,2 0 0 0 0,-1 1 0 0 0,1 0 0 0 0,1 0 0 0 0,10-9 0 0 0,-18 17-584 0 0,0 1-1 0 0,0-1 1 0 0,0 0 0 0 0,0 0 0 0 0,-1 0 0 0 0,2 1-1 0 0,-1-1 1 0 0,0 1 0 0 0,0-1 0 0 0,0 1 0 0 0,0-1-1 0 0,0 1 1 0 0,0-1 0 0 0,0 1 0 0 0,1 0-1 0 0,-1 0 1 0 0,0-1 0 0 0,0 1 0 0 0,0 0 0 0 0,1 0-1 0 0,-1 0 1 0 0,0 1 0 0 0,0-1 0 0 0,0 0-1 0 0,1 0 1 0 0,-1 1 0 0 0,0-1 0 0 0,0 1 0 0 0,0-1-1 0 0,0 1 1 0 0,0-1 0 0 0,0 1 0 0 0,0-1-1 0 0,0 1 1 0 0,0 0 0 0 0,0 0 0 0 0,0 0 0 0 0,0-1-1 0 0,0 1 1 0 0,0 0 0 0 0,-1 0 0 0 0,1 0 0 0 0,0 0-1 0 0,-1 0 1 0 0,1 0 0 0 0,-1 1 0 0 0,1-1-1 0 0,-1 0 1 0 0,0 0 0 0 0,1 3 0 0 0,2 7 13 0 0,0 0 0 0 0,-1 1 1 0 0,0-1-1 0 0,-1 15 0 0 0,0-16-76 0 0,0 2-5 0 0,6 45-464 0 0,-7-54 463 0 0,1 0 0 0 0,-1 0 0 0 0,1 0-1 0 0,0 0 1 0 0,0 0 0 0 0,1-1 0 0 0,-1 1-1 0 0,0 0 1 0 0,1 0 0 0 0,0-1 0 0 0,0 1-1 0 0,0-1 1 0 0,0 0 0 0 0,4 4 0 0 0,-5-5 19 0 0,0-1 0 0 0,-1 0 1 0 0,1 0-1 0 0,0 0 0 0 0,0 0 1 0 0,0 0-1 0 0,0 0 0 0 0,-1 0 1 0 0,1 0-1 0 0,0 0 0 0 0,0-1 1 0 0,-1 1-1 0 0,1 0 0 0 0,0 0 1 0 0,0-1-1 0 0,-1 1 0 0 0,1-1 1 0 0,0 1-1 0 0,0 0 0 0 0,-1-1 1 0 0,1 1-1 0 0,-1-1 0 0 0,1 0 1 0 0,0 1-1 0 0,-1-1 1 0 0,1 1-1 0 0,-1-1 0 0 0,1 0 1 0 0,-1 1-1 0 0,0-1 0 0 0,1 0 1 0 0,-1 0-1 0 0,0 1 0 0 0,1-1 1 0 0,-1 0-1 0 0,0-1 0 0 0,15-35-45 0 0,-13 33 117 0 0,3-12-18 0 0,27-68 325 0 0,-28 76-172 0 0,0 0 0 0 0,1 0 0 0 0,0 0 0 0 0,0 0-1 0 0,0 1 1 0 0,1 0 0 0 0,9-9 0 0 0,-14 15-138 0 0,1 0 0 0 0,-1 1 0 0 0,0-1 1 0 0,0 1-1 0 0,0-1 0 0 0,0 1 0 0 0,0-1 0 0 0,1 1 0 0 0,-1 0 0 0 0,0 0 0 0 0,0-1 0 0 0,1 1 0 0 0,-1 0 0 0 0,0 0 0 0 0,1 0 0 0 0,-1 0 1 0 0,0 1-1 0 0,0-1 0 0 0,1 0 0 0 0,-1 0 0 0 0,0 1 0 0 0,0-1 0 0 0,0 1 0 0 0,0-1 0 0 0,1 1 0 0 0,-1-1 0 0 0,0 1 0 0 0,0 0 0 0 0,0 0 1 0 0,0-1-1 0 0,0 1 0 0 0,0 0 0 0 0,-1 0 0 0 0,1 0 0 0 0,0 0 0 0 0,0 0 0 0 0,-1 0 0 0 0,2 2 0 0 0,5 7 42 0 0,-1-1-1 0 0,0 1 1 0 0,6 13 0 0 0,-9-17-18 0 0,2 6-521 0 0,22 37 166 0 0,-5-18-6732 0 0</inkml:trace>
</inkml:ink>
</file>

<file path=ppt/ink/ink1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2.341"/>
    </inkml:context>
    <inkml:brush xml:id="br0">
      <inkml:brushProperty name="width" value="0.1" units="cm"/>
      <inkml:brushProperty name="height" value="0.1" units="cm"/>
    </inkml:brush>
  </inkml:definitions>
  <inkml:trace contextRef="#ctx0" brushRef="#br0">2 0 6409 0 0,'-1'150'889'0'0,"1"-149"-889"0"0,0-2 0 0 0,0 1 0 0 0,0 0 0 0 0,1-1 0 0 0,-1 1 0 0 0,0 0 0 0 0,0 0 0 0 0,1-1 0 0 0,-1 1 0 0 0,0 0 0 0 0,1 0 0 0 0,-1 0 0 0 0,1 0 0 0 0,-1-1 0 0 0,0 1 0 0 0,1 0 0 0 0,-1 0 0 0 0,0 0 0 0 0,1 0 0 0 0,-1 0 0 0 0,1 0 0 0 0,-1 0 0 0 0,0 0 0 0 0,1 0 0 0 0,-1 0 0 0 0,1 0 0 0 0,-1 0 0 0 0,0 0 0 0 0,1 0 0 0 0,-1 0 0 0 0,0 1 0 0 0,1-1 0 0 0,-1 0 0 0 0,0 0 0 0 0,1 0 0 0 0,-1 1 0 0 0,0-1 0 0 0,1 0 0 0 0,-1 0 0 0 0,0 1 0 0 0,1-1 0 0 0,-1 0 0 0 0,0 0 0 0 0,0 1 0 0 0,1-1 0 0 0,-1 0 0 0 0,0 1 0 0 0,0-1 0 0 0,0 0 0 0 0,0 1 0 0 0,1-1 0 0 0,-1 1 0 0 0,0-1 0 0 0,0 0 0 0 0,0 1 0 0 0,0-1 0 0 0,0 1 0 0 0,0-1 0 0 0,0 0 0 0 0,0 1 0 0 0,0-1 0 0 0,0 0 0 0 0,0 1 0 0 0,0-1 0 0 0,0 1 0 0 0,-1-1 0 0 0,18-13 0 0 0</inkml:trace>
</inkml:ink>
</file>

<file path=ppt/ink/ink1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2.611"/>
    </inkml:context>
    <inkml:brush xml:id="br0">
      <inkml:brushProperty name="width" value="0.1" units="cm"/>
      <inkml:brushProperty name="height" value="0.1" units="cm"/>
    </inkml:brush>
  </inkml:definitions>
  <inkml:trace contextRef="#ctx0" brushRef="#br0">511 120 3225 0 0,'8'-16'977'0'0,"-3"8"-465"0"0,-1 0 0 0 0,0 0 0 0 0,0 0 0 0 0,-1-1 0 0 0,0 0 0 0 0,-1 1 0 0 0,1-1 0 0 0,0-11 0 0 0,-3 19-411 0 0,0 0 0 0 0,0 1 0 0 0,0-1 0 0 0,0 1 0 0 0,0-1 0 0 0,0 0 0 0 0,0 1 0 0 0,0-1 0 0 0,0 1 0 0 0,0-1 0 0 0,0 0 0 0 0,-1 1 0 0 0,1-1 0 0 0,0 1 0 0 0,0-1 0 0 0,-1 1 0 0 0,1-1 0 0 0,0 1 0 0 0,-1-1 0 0 0,1 1 0 0 0,0-1 0 0 0,-1 1 0 0 0,1-1 0 0 0,-1 1 0 0 0,1-1 0 0 0,-1 1 0 0 0,1 0 0 0 0,-1-1 0 0 0,1 1 0 0 0,-1 0 0 0 0,0-1 1 0 0,-1 1 87 0 0,1 0 1 0 0,-1 0 0 0 0,1 0-1 0 0,-1 0 1 0 0,0 1 0 0 0,1-1 0 0 0,0 0-1 0 0,-1 1 1 0 0,1-1 0 0 0,-1 1 0 0 0,1-1-1 0 0,-3 2 1 0 0,-1 1 235 0 0,0 0-1 0 0,0 0 1 0 0,0 1 0 0 0,0 0-1 0 0,-7 7 1 0 0,-27 43 621 0 0,2 3 1 0 0,-54 111-1 0 0,10-17-763 0 0,12-26 108 0 0,-59 144 0 0 0,92-186 162 0 0,49-106-5119 0 0,-6 7-1816 0 0</inkml:trace>
</inkml:ink>
</file>

<file path=ppt/ink/ink1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3.167"/>
    </inkml:context>
    <inkml:brush xml:id="br0">
      <inkml:brushProperty name="width" value="0.1" units="cm"/>
      <inkml:brushProperty name="height" value="0.1" units="cm"/>
    </inkml:brush>
  </inkml:definitions>
  <inkml:trace contextRef="#ctx0" brushRef="#br0">664 26 8754 0 0,'-17'-13'2025'0'0,"11"0"2959"0"0,15 29-1081 0 0,-2-4-3301 0 0,16 29 56 0 0,1-2 0 0 0,2-1-1 0 0,40 45 1 0 0,-27-34-432 0 0,96 133 64 0 0,43 53 52 0 0,-160-213-310 0 0,41 37 0 0 0,-50-51-23 0 0,1 0 0 0 0,0-1 1 0 0,1 0-1 0 0,-1 0 0 0 0,1-2 0 0 0,22 9 0 0 0,-52-19-45 0 0,0 1-1 0 0,0 0 0 0 0,0 2 1 0 0,0 0-1 0 0,-1 1 1 0 0,-24 2-1 0 0,-123 18-345 0 0,98-10 324 0 0,-196 41 320 0 0,-8 0 25 0 0,177-38-1075 0 0,-167 43 0 0 0,236-48-1716 0 0</inkml:trace>
</inkml:ink>
</file>

<file path=ppt/ink/ink1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3.681"/>
    </inkml:context>
    <inkml:brush xml:id="br0">
      <inkml:brushProperty name="width" value="0.1" units="cm"/>
      <inkml:brushProperty name="height" value="0.1" units="cm"/>
    </inkml:brush>
  </inkml:definitions>
  <inkml:trace contextRef="#ctx0" brushRef="#br0">14 866 10594 0 0,'-4'-13'1291'0'0,"1"0"0"0"0,0-1 0 0 0,-1-22 1 0 0,5-84 2177 0 0,2 46-2190 0 0,-3-448 179 0 0,-1 469-2637 0 0,1 32 85 0 0</inkml:trace>
</inkml:ink>
</file>

<file path=ppt/ink/ink1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4.166"/>
    </inkml:context>
    <inkml:brush xml:id="br0">
      <inkml:brushProperty name="width" value="0.1" units="cm"/>
      <inkml:brushProperty name="height" value="0.1" units="cm"/>
    </inkml:brush>
  </inkml:definitions>
  <inkml:trace contextRef="#ctx0" brushRef="#br0">226 200 4145 0 0,'-74'6'1765'0'0,"-78"4"2887"0"0,177-12-2792 0 0,41-9-1 0 0,-14 1-1313 0 0,234-33 1520 0 0,546-76 1727 0 0,-616 100-4002 0 0,218 8 0 0 0,-391 12-837 0 0,-2 2-3804 0 0,-8-2-1336 0 0</inkml:trace>
</inkml:ink>
</file>

<file path=ppt/ink/ink1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5.052"/>
    </inkml:context>
    <inkml:brush xml:id="br0">
      <inkml:brushProperty name="width" value="0.1" units="cm"/>
      <inkml:brushProperty name="height" value="0.1" units="cm"/>
    </inkml:brush>
  </inkml:definitions>
  <inkml:trace contextRef="#ctx0" brushRef="#br0">351 21 5985 0 0,'-21'-5'550'0'0,"0"1"0"0"0,-1 1 0 0 0,1 1 0 0 0,-37 1 0 0 0,20 0 748 0 0,-21 1 787 0 0,32 1 266 0 0,0-2 0 0 0,-30-4 0 0 0,76 13-1736 0 0,-1 0 0 0 0,-1 1 1 0 0,24 16-1 0 0,30 16 454 0 0,230 99-1069 0 0,-168-79 0 0 0,-40-21 0 0 0,83 42 0 0 0,-172-77-491 0 0,-12-3-867 0 0,-15-4-3284 0 0</inkml:trace>
</inkml:ink>
</file>

<file path=ppt/ink/ink1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5.417"/>
    </inkml:context>
    <inkml:brush xml:id="br0">
      <inkml:brushProperty name="width" value="0.1" units="cm"/>
      <inkml:brushProperty name="height" value="0.1" units="cm"/>
    </inkml:brush>
  </inkml:definitions>
  <inkml:trace contextRef="#ctx0" brushRef="#br0">226 71 6913 0 0,'-6'-7'828'0'0,"0"0"0"0"0,-1 1 0 0 0,0 0 0 0 0,0 1-1 0 0,0-1 1 0 0,-1 1 0 0 0,1 0 0 0 0,-1 1-1 0 0,0 0 1 0 0,-1 0 0 0 0,1 1 0 0 0,-15-4-1 0 0,23 7-698 0 0,-1 0 0 0 0,0-1-1 0 0,0 1 1 0 0,1 0 0 0 0,-1 0-1 0 0,0-1 1 0 0,1 1-1 0 0,-1 0 1 0 0,0 0 0 0 0,0 0-1 0 0,1 0 1 0 0,-1 0-1 0 0,0 0 1 0 0,0 0 0 0 0,1 0-1 0 0,-1 0 1 0 0,0 1 0 0 0,0-1-1 0 0,1 0 1 0 0,-1 0-1 0 0,0 1 1 0 0,1-1 0 0 0,-1 0-1 0 0,0 1 1 0 0,1-1-1 0 0,-1 1 1 0 0,1-1 0 0 0,-1 1-1 0 0,1-1 1 0 0,-2 2 0 0 0,2-1-51 0 0,0 0 0 0 0,0 1 0 0 0,0-1 0 0 0,0 0 0 0 0,1 0 0 0 0,-1 1 0 0 0,0-1 0 0 0,1 0 0 0 0,-1 0 0 0 0,1 1 0 0 0,-1-1 0 0 0,1 0 0 0 0,-1 0 0 0 0,1 0 0 0 0,1 2 0 0 0,34 41-67 0 0,-35-43 68 0 0,32 33-42 0 0,-2 2 1 0 0,-2 1 0 0 0,-1 1 0 0 0,34 63 0 0 0,-61-99-37 0 0,0-1-1 0 0,0 1 1 0 0,-1 0-1 0 0,1 0 1 0 0,0-1-1 0 0,-1 1 1 0 0,0 0-1 0 0,1 0 1 0 0,-1 0-1 0 0,0 0 1 0 0,0-1-1 0 0,0 1 1 0 0,0 0 0 0 0,0 0-1 0 0,0 0 1 0 0,0 0-1 0 0,-1 0 1 0 0,1-1-1 0 0,-1 1 1 0 0,1 0-1 0 0,-1 0 1 0 0,0-1-1 0 0,0 1 1 0 0,0 0 0 0 0,0-1-1 0 0,0 1 1 0 0,0-1-1 0 0,0 1 1 0 0,0-1-1 0 0,-1 1 1 0 0,1-1-1 0 0,0 0 1 0 0,-1 0-1 0 0,1 0 1 0 0,-1 0 0 0 0,0 0-1 0 0,-2 2 1 0 0,-8 2 6 0 0,1 0 1 0 0,-1-1-1 0 0,0 0 1 0 0,-21 4 0 0 0,17-5 0 0 0,-22 7-396 0 0,-48 12 691 0 0,31-2-7002 0 0,30-9-379 0 0</inkml:trace>
</inkml:ink>
</file>

<file path=ppt/ink/ink1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5.885"/>
    </inkml:context>
    <inkml:brush xml:id="br0">
      <inkml:brushProperty name="width" value="0.1" units="cm"/>
      <inkml:brushProperty name="height" value="0.1" units="cm"/>
    </inkml:brush>
  </inkml:definitions>
  <inkml:trace contextRef="#ctx0" brushRef="#br0">199 21 10138 0 0,'-28'-5'666'0'0,"-1"0"0"0"0,-43 0 0 0 0,2 0 3241 0 0,84 7-2834 0 0,-1 1-1 0 0,1 0 0 0 0,15 7 1 0 0,94 43-273 0 0,-51-21-279 0 0,233 109-852 0 0,-295-136 143 0 0,57 26-1225 0 0,-20-17-2434 0 0,-40-13 2791 0 0</inkml:trace>
</inkml:ink>
</file>

<file path=ppt/ink/ink1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6.226"/>
    </inkml:context>
    <inkml:brush xml:id="br0">
      <inkml:brushProperty name="width" value="0.1" units="cm"/>
      <inkml:brushProperty name="height" value="0.1" units="cm"/>
    </inkml:brush>
  </inkml:definitions>
  <inkml:trace contextRef="#ctx0" brushRef="#br0">174 23 4145 0 0,'-50'-17'5527'0'0,"17"12"892"0"0,32 5-6303 0 0,1 0-1 0 0,0 1 1 0 0,0-1-1 0 0,0 1 1 0 0,-1-1-1 0 0,1 0 1 0 0,0 1-1 0 0,0-1 0 0 0,0 0 1 0 0,0 1-1 0 0,0-1 1 0 0,0 1-1 0 0,0-1 1 0 0,0 1-1 0 0,0-1 1 0 0,0 0-1 0 0,0 1 0 0 0,0-1 1 0 0,0 1-1 0 0,0-1 1 0 0,0 0-1 0 0,0 1 1 0 0,0-1-1 0 0,0 1 1 0 0,1-1-1 0 0,-1 0 0 0 0,0 1 1 0 0,0-1-1 0 0,0 0 1 0 0,1 1-1 0 0,-1-1 1 0 0,0 0-1 0 0,0 1 1 0 0,1-1-1 0 0,-1 0 0 0 0,0 0 1 0 0,1 1-1 0 0,-1-1 1 0 0,1 0-1 0 0,12 18 875 0 0,21 28-587 0 0,-1 2 0 0 0,-3 1 1 0 0,34 75-1 0 0,-62-121-380 0 0,-1 0 0 0 0,1 0-1 0 0,-1 0 1 0 0,0 0 0 0 0,0 0 0 0 0,0 0 0 0 0,0 1 0 0 0,-1-1 0 0 0,1 0 0 0 0,-1 0 0 0 0,0 1 0 0 0,1-1 0 0 0,-2 0 0 0 0,1 1 0 0 0,0-1 0 0 0,-1 0 0 0 0,1 0 0 0 0,-3 6 0 0 0,1-5 24 0 0,-1-1 1 0 0,0 1-1 0 0,1 0 1 0 0,-1-1-1 0 0,-1 0 1 0 0,1 0-1 0 0,0 0 1 0 0,-1 0-1 0 0,0 0 1 0 0,1-1-1 0 0,-1 1 1 0 0,-9 3-1 0 0,-133 60-267 0 0,89-42-6701 0 0,36-15-485 0 0</inkml:trace>
</inkml:ink>
</file>

<file path=ppt/ink/ink1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7.207"/>
    </inkml:context>
    <inkml:brush xml:id="br0">
      <inkml:brushProperty name="width" value="0.1" units="cm"/>
      <inkml:brushProperty name="height" value="0.1" units="cm"/>
    </inkml:brush>
  </inkml:definitions>
  <inkml:trace contextRef="#ctx0" brushRef="#br0">5 34 6449 0 0,'-5'-33'11016'0'0,"12"46"-8647"0"0,2 20-1864 0 0,-2 1 1 0 0,0 1-1 0 0,-3 0 1 0 0,1 38-1 0 0,0-14-261 0 0,0 15-260 0 0,-3-35-277 0 0,1 1 0 0 0,2-1 0 0 0,2 0-1 0 0,22 75 1 0 0</inkml:trace>
</inkml:ink>
</file>

<file path=ppt/ink/ink1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7.492"/>
    </inkml:context>
    <inkml:brush xml:id="br0">
      <inkml:brushProperty name="width" value="0.1" units="cm"/>
      <inkml:brushProperty name="height" value="0.1" units="cm"/>
    </inkml:brush>
  </inkml:definitions>
  <inkml:trace contextRef="#ctx0" brushRef="#br0">26 89 5441 0 0,'-1'-1'21'0'0,"1"0"0"0"0,-1 1 0 0 0,1-1 1 0 0,-1 0-1 0 0,1 0 0 0 0,0 0 0 0 0,-1 1 0 0 0,1-1 0 0 0,0 0 0 0 0,0 0 0 0 0,0 0 0 0 0,-1 0 1 0 0,1 0-1 0 0,0 1 0 0 0,0-1 0 0 0,0 0 0 0 0,0 0 0 0 0,1 0 0 0 0,-1 0 0 0 0,0 0 0 0 0,0 0 0 0 0,0 1 1 0 0,1-1-1 0 0,-1 0 0 0 0,0 0 0 0 0,1 0 0 0 0,1-2 142 0 0,0 0 1 0 0,0 1-1 0 0,0 0 1 0 0,0-1-1 0 0,0 1 0 0 0,0 0 1 0 0,6-3-1 0 0,2-2 602 0 0,1 0 0 0 0,0 1-1 0 0,13-4 1 0 0,-17 7-433 0 0,-1 1-1 0 0,1 0 1 0 0,0 0 0 0 0,0 1 0 0 0,0-1-1 0 0,0 2 1 0 0,0-1 0 0 0,0 1 0 0 0,0 0 0 0 0,0 0-1 0 0,0 1 1 0 0,0 0 0 0 0,0 0 0 0 0,0 1-1 0 0,0 0 1 0 0,11 4 0 0 0,-14-4-253 0 0,0 1 1 0 0,0-1-1 0 0,0 1 1 0 0,0 0-1 0 0,0 0 1 0 0,0 0-1 0 0,-1 0 0 0 0,1 1 1 0 0,-1-1-1 0 0,0 1 1 0 0,0 0-1 0 0,-1 0 1 0 0,1 0-1 0 0,-1 1 1 0 0,0-1-1 0 0,0 0 1 0 0,0 1-1 0 0,0 0 0 0 0,-1-1 1 0 0,0 1-1 0 0,0 0 1 0 0,0 0-1 0 0,-1-1 1 0 0,1 1-1 0 0,-1 6 1 0 0,-1-2 51 0 0,0 0 1 0 0,-1 0 0 0 0,0 1 0 0 0,0-1-1 0 0,-1-1 1 0 0,0 1 0 0 0,-1 0 0 0 0,1-1-1 0 0,-2 1 1 0 0,1-1 0 0 0,-1-1 0 0 0,0 1-1 0 0,-1 0 1 0 0,0-1 0 0 0,0 0 0 0 0,-1-1-1 0 0,0 1 1 0 0,-13 9 0 0 0,-12 7-789 0 0,-1-1 1 0 0,-72 34-1 0 0,95-51 202 0 0,-13 5-3036 0 0</inkml:trace>
</inkml:ink>
</file>

<file path=ppt/ink/ink1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7.793"/>
    </inkml:context>
    <inkml:brush xml:id="br0">
      <inkml:brushProperty name="width" value="0.1" units="cm"/>
      <inkml:brushProperty name="height" value="0.1" units="cm"/>
    </inkml:brush>
  </inkml:definitions>
  <inkml:trace contextRef="#ctx0" brushRef="#br0">13 3 8754 0 0,'0'-1'86'0'0,"-1"1"-1"0"0,1 0 1 0 0,-1 0 0 0 0,1 0 0 0 0,0-1-1 0 0,-1 1 1 0 0,1 0 0 0 0,0 0 0 0 0,-1 0-1 0 0,1 0 1 0 0,-1 0 0 0 0,1 0 0 0 0,0 0-1 0 0,-1 0 1 0 0,1 0 0 0 0,-1 0 0 0 0,1 0-1 0 0,0 0 1 0 0,-1 0 0 0 0,1 0 0 0 0,-1 1-1 0 0,1-1 1 0 0,0 0 0 0 0,-1 0 0 0 0,1 0-1 0 0,0 0 1 0 0,-1 1 0 0 0,1-1 0 0 0,0 0-1 0 0,-1 0 1 0 0,1 1 0 0 0,-1 0 0 0 0,3 13 3705 0 0,-1-8-3641 0 0,8 39 622 0 0,5 21 1986 0 0,6 86 0 0 0,-18-121-4710 0 0,2 0 0 0 0,8 33 0 0 0</inkml:trace>
</inkml:ink>
</file>

<file path=ppt/ink/ink1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6:28.063"/>
    </inkml:context>
    <inkml:brush xml:id="br0">
      <inkml:brushProperty name="width" value="0.1" units="cm"/>
      <inkml:brushProperty name="height" value="0.1" units="cm"/>
    </inkml:brush>
  </inkml:definitions>
  <inkml:trace contextRef="#ctx0" brushRef="#br0">0 132 3225 0 0,'1'-4'377'0'0,"0"-1"1"0"0,0 0-1 0 0,0 1 1 0 0,1 0-1 0 0,-1-1 0 0 0,1 1 1 0 0,0 0-1 0 0,0 0 1 0 0,0 0-1 0 0,1 0 1 0 0,0 0-1 0 0,0 0 1 0 0,5-5-1 0 0,0 1 423 0 0,-1 1 1 0 0,1-1-1 0 0,0 2 0 0 0,18-12 1 0 0,-21 15-604 0 0,0 0 1 0 0,0 1-1 0 0,0 0 1 0 0,0 0-1 0 0,0 0 1 0 0,0 0-1 0 0,1 1 0 0 0,-1 0 1 0 0,0 0-1 0 0,1 0 1 0 0,-1 1-1 0 0,1 0 1 0 0,-1 0-1 0 0,1 0 1 0 0,-1 1-1 0 0,1 0 1 0 0,-1 0-1 0 0,0 0 1 0 0,1 0-1 0 0,-1 1 1 0 0,0 0-1 0 0,0 0 1 0 0,0 1-1 0 0,0-1 1 0 0,0 1-1 0 0,-1 0 0 0 0,1 0 1 0 0,-1 1-1 0 0,0-1 1 0 0,0 1-1 0 0,0 0 1 0 0,-1 0-1 0 0,1 0 1 0 0,-1 1-1 0 0,0-1 1 0 0,0 1-1 0 0,0 0 1 0 0,-1 0-1 0 0,1 0 1 0 0,1 8-1 0 0,0 2-87 0 0,-1 0 0 0 0,-1 0 1 0 0,0 1-1 0 0,-1-1 0 0 0,-1 1 0 0 0,0 0 0 0 0,-1-1 0 0 0,-1 1 0 0 0,0-1 1 0 0,-1 0-1 0 0,-1 0 0 0 0,0 0 0 0 0,-1 0 0 0 0,0 0 0 0 0,-2-1 1 0 0,0 0-1 0 0,0 0 0 0 0,-1-1 0 0 0,-12 16 0 0 0,14-23-365 0 0,0 0 0 0 0,0 0 0 0 0,-1 0 0 0 0,0-1 0 0 0,1 0 0 0 0,-11 5-1 0 0</inkml:trace>
</inkml:ink>
</file>

<file path=ppt/ink/ink1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36.197"/>
    </inkml:context>
    <inkml:brush xml:id="br0">
      <inkml:brushProperty name="width" value="0.1" units="cm"/>
      <inkml:brushProperty name="height" value="0.1" units="cm"/>
    </inkml:brush>
  </inkml:definitions>
  <inkml:trace contextRef="#ctx0" brushRef="#br0">160 2193 1840 0 0,'-12'8'13690'0'0,"5"-16"-13531"0"0,0-1-1 0 0,1-1 1 0 0,0 1 0 0 0,1-1-1 0 0,0 0 1 0 0,0 0 0 0 0,1 0-1 0 0,0-1 1 0 0,-4-21 0 0 0,-14-108 929 0 0,22 140-1080 0 0,-22-293 916 0 0,21-436-1 0 0,3 695-999 0 0,12-505 1625 0 0,-13 485-1445 0 0,1 31-16 0 0,-1 1 0 0 0,-1-1 0 0 0,-2 1 0 0 0,0-1 0 0 0,-1 1 0 0 0,-10-36 0 0 0,12 56-237 0 0,0 1 0 0 0,0-1 0 0 0,0 1 0 0 0,0-1 1 0 0,0 1-1 0 0,0-1 0 0 0,0 1 0 0 0,0 0 0 0 0,-1 0 0 0 0,1 0 0 0 0,-1 0 1 0 0,1 0-1 0 0,-1 0 0 0 0,1 0 0 0 0,-1 0 0 0 0,-1 0 0 0 0,2 0 12 0 0,-1 1-1 0 0,1-1 1 0 0,-1 0-1 0 0,1 0 1 0 0,0 1-1 0 0,0-1 1 0 0,-1 0-1 0 0,1 0 1 0 0,0 0-1 0 0,0 0 1 0 0,0 0-1 0 0,0-1 1 0 0,0 1-1 0 0,0 0 1 0 0,1 0 0 0 0,-2-3-1 0 0,1 4 153 0 0,1-1-1 0 0,0 1 1 0 0,0-1 0 0 0,0 1 0 0 0,-1-1-1 0 0,1 0 1 0 0,0 1 0 0 0,0-1-1 0 0,0 1 1 0 0,0-1 0 0 0,0 1-1 0 0,0-1 1 0 0,0 0 0 0 0,0 1 0 0 0,0-1-1 0 0,0 1 1 0 0,0-1 0 0 0,1 1-1 0 0,-1-1 1 0 0,0 1 0 0 0,0-1-1 0 0,1 0 1 0 0,-1 1 0 0 0,0 0 0 0 0,0-1-1 0 0,1 1 1 0 0,-1-1 0 0 0,1 1-1 0 0,-1-1 1 0 0,0 1 0 0 0,1 0-1 0 0,-1-1 1 0 0,1 1 0 0 0,-1 0 0 0 0,1-1-1 0 0,-1 1 1 0 0,1 0 0 0 0,-1-1-1 0 0,1 1 1 0 0,-1 0 0 0 0,1 0-1 0 0,-1 0 1 0 0,1 0 0 0 0,0 0-1 0 0,-1 0 1 0 0,1 0 0 0 0,-1 0 0 0 0,2 0-1 0 0,35 3 1043 0 0,-23-1-887 0 0,109 3-247 0 0,214-19 0 0 0,-92 0 3 0 0,1 3-7 0 0,217 0-239 0 0,-188 17-11 0 0,-275-6 254 0 0</inkml:trace>
</inkml:ink>
</file>

<file path=ppt/ink/ink1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37.421"/>
    </inkml:context>
    <inkml:brush xml:id="br0">
      <inkml:brushProperty name="width" value="0.1" units="cm"/>
      <inkml:brushProperty name="height" value="0.1" units="cm"/>
    </inkml:brush>
  </inkml:definitions>
  <inkml:trace contextRef="#ctx0" brushRef="#br0">47 92 2304 0 0,'-3'-11'870'0'0,"-1"0"0"0"0,0 0 0 0 0,-8-15 0 0 0,-12-7 5469 0 0,28 38-5923 0 0,0 0 0 0 0,-1 0 0 0 0,0 0 0 0 0,0 1 0 0 0,0-1 0 0 0,-1 1 0 0 0,0 0 0 0 0,0 0 1 0 0,0-1-1 0 0,1 9 0 0 0,8 68-293 0 0,-9-68 204 0 0,19 422 1105 0 0,-16-220-1233 0 0,52 600-35 0 0,-13-7 1378 0 0,-44-791-1418 0 0,20 617 1826 0 0,-18-611-2186 0 0,8 98-138 0 0,-10-106-883 0 0,0 1 0 0 0,-6 29 0 0 0</inkml:trace>
</inkml:ink>
</file>

<file path=ppt/ink/ink1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38.165"/>
    </inkml:context>
    <inkml:brush xml:id="br0">
      <inkml:brushProperty name="width" value="0.1" units="cm"/>
      <inkml:brushProperty name="height" value="0.1" units="cm"/>
    </inkml:brush>
  </inkml:definitions>
  <inkml:trace contextRef="#ctx0" brushRef="#br0">57 25 5985 0 0,'-5'-3'414'0'0,"2"1"74"0"0,1-1-1 0 0,-1 1 1 0 0,0 0-1 0 0,0 1 1 0 0,0-1 0 0 0,-1 0-1 0 0,1 1 1 0 0,0 0-1 0 0,-1-1 1 0 0,1 1 0 0 0,0 1-1 0 0,-1-1 1 0 0,-5 0-1 0 0,9 1-411 0 0,-1 1-1 0 0,1-1 1 0 0,0 0-1 0 0,0 1 0 0 0,0-1 1 0 0,0 1-1 0 0,0-1 0 0 0,0 0 1 0 0,0 1-1 0 0,0-1 0 0 0,0 1 1 0 0,0-1-1 0 0,0 0 0 0 0,0 1 1 0 0,0-1-1 0 0,1 1 0 0 0,-1-1 1 0 0,0 0-1 0 0,0 1 0 0 0,0-1 1 0 0,0 1-1 0 0,1-1 0 0 0,-1 0 1 0 0,0 1-1 0 0,0-1 0 0 0,1 0 1 0 0,-1 0-1 0 0,0 1 0 0 0,1-1 1 0 0,-1 0-1 0 0,0 0 0 0 0,1 1 1 0 0,-1-1-1 0 0,0 0 0 0 0,1 0 1 0 0,0 1-1 0 0,15 13 584 0 0,-15-13-493 0 0,58 45 944 0 0,2-3 0 0 0,115 62 0 0 0,145 47-611 0 0,-56-28 15 0 0,787 470-194 0 0,-951-531-464 0 0,211 127 15 0 0,-217-138 139 0 0,138 54-1 0 0,-231-105-4 0 0,8 2 30 0 0,0 1 0 0 0,-1 0 0 0 0,0 1 0 0 0,0 0 0 0 0,13 9 0 0 0,-20-12-30 0 0,0 0 1 0 0,-1-1-1 0 0,1 1 0 0 0,-1 0 0 0 0,1 0 0 0 0,-1-1 1 0 0,1 1-1 0 0,-1 0 0 0 0,0 0 0 0 0,0 1 0 0 0,0-1 1 0 0,0 0-1 0 0,0 0 0 0 0,-1 0 0 0 0,1 1 0 0 0,-1-1 1 0 0,1 0-1 0 0,-1 1 0 0 0,0-1 0 0 0,0 0 0 0 0,0 1 1 0 0,0-1-1 0 0,-1 1 0 0 0,1-1 0 0 0,0 0 0 0 0,-1 0 0 0 0,0 1 1 0 0,1-1-1 0 0,-1 0 0 0 0,-1 3 0 0 0,-5 8 119 0 0,0-1 1 0 0,-1 1-1 0 0,0-1 0 0 0,0-1 0 0 0,-1 0 0 0 0,-1 0 1 0 0,0-1-1 0 0,-1 0 0 0 0,-21 16 0 0 0,-12 4-26 0 0,-63 32 0 0 0,75-44-31 0 0,-332 211 253 0 0,16 23-171 0 0,-115 144 19 0 0,37 37-512 0 0,312-321-3014 0 0</inkml:trace>
</inkml:ink>
</file>

<file path=ppt/ink/ink1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38.549"/>
    </inkml:context>
    <inkml:brush xml:id="br0">
      <inkml:brushProperty name="width" value="0.1" units="cm"/>
      <inkml:brushProperty name="height" value="0.1" units="cm"/>
    </inkml:brush>
  </inkml:definitions>
  <inkml:trace contextRef="#ctx0" brushRef="#br0">22 95 6449 0 0,'-1'0'279'0'0,"0"1"1"0"0,0-1-1 0 0,1 0 0 0 0,-1 0 0 0 0,0 0 0 0 0,0 0 0 0 0,0 0 0 0 0,0 0 0 0 0,0 0 0 0 0,0 0 0 0 0,0-1 0 0 0,0 1 0 0 0,0 0 1 0 0,0-1-1 0 0,0 1 0 0 0,1 0 0 0 0,-1-1 0 0 0,0 1 0 0 0,0-1 0 0 0,0 1 0 0 0,1-1 0 0 0,-2 0 0 0 0,2 0-102 0 0,0 0 0 0 0,1 0 0 0 0,-1 1 0 0 0,0-1 0 0 0,1 0 0 0 0,-1 0 0 0 0,0 1 0 0 0,1-1 0 0 0,-1 0-1 0 0,1 1 1 0 0,-1-1 0 0 0,1 1 0 0 0,0-1 0 0 0,-1 1 0 0 0,1-1 0 0 0,0 1 0 0 0,-1-1 0 0 0,1 1 0 0 0,1-1 0 0 0,44-22 1960 0 0,-15 11-1671 0 0,1 2 0 0 0,49-9 0 0 0,18 8-6742 0 0,-71 9 396 0 0</inkml:trace>
</inkml:ink>
</file>

<file path=ppt/ink/ink1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38.960"/>
    </inkml:context>
    <inkml:brush xml:id="br0">
      <inkml:brushProperty name="width" value="0.1" units="cm"/>
      <inkml:brushProperty name="height" value="0.1" units="cm"/>
    </inkml:brush>
  </inkml:definitions>
  <inkml:trace contextRef="#ctx0" brushRef="#br0">99 0 3681 0 0,'-55'40'3121'0'0,"50"-37"-2515"0"0,1 1 1 0 0,-1 0-1 0 0,1 0 1 0 0,0 1-1 0 0,1-1 1 0 0,-1 1-1 0 0,1 0 1 0 0,0 0-1 0 0,-4 8 1 0 0,7-13-512 0 0,0 1 0 0 0,0-1 1 0 0,-1 1-1 0 0,1 0 0 0 0,0-1 0 0 0,0 1 1 0 0,0 0-1 0 0,0-1 0 0 0,0 1 0 0 0,0-1 1 0 0,0 1-1 0 0,0 0 0 0 0,0-1 1 0 0,0 1-1 0 0,0 0 0 0 0,0-1 0 0 0,0 1 1 0 0,1-1-1 0 0,-1 1 0 0 0,0 0 0 0 0,0-1 1 0 0,1 1-1 0 0,-1-1 0 0 0,0 1 1 0 0,1-1-1 0 0,-1 1 0 0 0,1-1 0 0 0,-1 1 1 0 0,1-1-1 0 0,-1 1 0 0 0,1-1 0 0 0,24 7 1524 0 0,26-10-270 0 0,214-55-256 0 0,-116 21-6573 0 0,-117 30 2537 0 0,-21 4 1456 0 0</inkml:trace>
</inkml:ink>
</file>

<file path=ppt/ink/ink1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39.178"/>
    </inkml:context>
    <inkml:brush xml:id="br0">
      <inkml:brushProperty name="width" value="0.1" units="cm"/>
      <inkml:brushProperty name="height" value="0.1" units="cm"/>
    </inkml:brush>
  </inkml:definitions>
  <inkml:trace contextRef="#ctx0" brushRef="#br0">30 16 10138 0 0,'-27'-15'6496'0'0,"26"16"-6309"0"0,1-1 0 0 0,0 1 1 0 0,-1 0-1 0 0,1 0 0 0 0,0-1 0 0 0,0 1 1 0 0,-1 0-1 0 0,1 0 0 0 0,0 0 1 0 0,0-1-1 0 0,0 1 0 0 0,0 0 1 0 0,0 0-1 0 0,0 0 0 0 0,0-1 1 0 0,1 1-1 0 0,-1 0 0 0 0,0 0 0 0 0,0-1 1 0 0,1 3-1 0 0,15 158 1685 0 0,-14-113-1894 0 0,2 0-1 0 0,14 58 0 0 0,1-33-2042 0 0,-9-36-5262 0 0</inkml:trace>
</inkml:ink>
</file>

<file path=ppt/ink/ink1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1.157"/>
    </inkml:context>
    <inkml:brush xml:id="br0">
      <inkml:brushProperty name="width" value="0.1" units="cm"/>
      <inkml:brushProperty name="height" value="0.1" units="cm"/>
    </inkml:brush>
  </inkml:definitions>
  <inkml:trace contextRef="#ctx0" brushRef="#br0">130 1919 3225 0 0,'0'1'2711'0'0,"1"-1"-2572"0"0,-1 0 0 0 0,0 0 0 0 0,1 0 0 0 0,-1 0 0 0 0,1 0 0 0 0,-1 0 0 0 0,1 0 0 0 0,-1 0 1 0 0,1-1-1 0 0,-1 1 0 0 0,1 0 0 0 0,-1 0 0 0 0,0-1 0 0 0,1 1 0 0 0,-1 0 0 0 0,0 0 0 0 0,1-1 0 0 0,-1 1 0 0 0,0 0 0 0 0,1-1 0 0 0,-1 1 0 0 0,0-1 0 0 0,0 1 0 0 0,1 0 0 0 0,-1-1 0 0 0,0 1 0 0 0,0-1 0 0 0,0 1 0 0 0,1-1 0 0 0,-1 1 0 0 0,0-1 0 0 0,0 1 0 0 0,0-1 0 0 0,0 1 0 0 0,0-1 0 0 0,2-10 315 0 0,-1 0 0 0 0,-1 0 0 0 0,1 0 1 0 0,-2 0-1 0 0,1 0 0 0 0,-4-15 0 0 0,-19-71 1247 0 0,4 17-342 0 0,-63-573 1361 0 0,66 71-2737 0 0,31 332-2868 0 0,-8 196 1286 0 0,-3 30-1439 0 0,1-37 0 0 0,-6 53 1991 0 0,-1 1 29 0 0</inkml:trace>
</inkml:ink>
</file>

<file path=ppt/ink/ink1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1.481"/>
    </inkml:context>
    <inkml:brush xml:id="br0">
      <inkml:brushProperty name="width" value="0.1" units="cm"/>
      <inkml:brushProperty name="height" value="0.1" units="cm"/>
    </inkml:brush>
  </inkml:definitions>
  <inkml:trace contextRef="#ctx0" brushRef="#br0">8 99 1584 0 0,'-7'17'5966'0'0,"7"-17"-5840"0"0,21 2 4304 0 0,-5-4-4911 0 0,167-26 4937 0 0,296-31-1206 0 0,151 30-2767 0 0,-428 29-1019 0 0,-68 14-6033 0 0,-116-11 1750 0 0</inkml:trace>
</inkml:ink>
</file>

<file path=ppt/ink/ink1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2.267"/>
    </inkml:context>
    <inkml:brush xml:id="br0">
      <inkml:brushProperty name="width" value="0.1" units="cm"/>
      <inkml:brushProperty name="height" value="0.1" units="cm"/>
    </inkml:brush>
  </inkml:definitions>
  <inkml:trace contextRef="#ctx0" brushRef="#br0">1 748 2304 0 0,'3'-15'4881'0'0,"10"-7"-3562"0"0,-4 8-1088 0 0,4-12 261 0 0,-2-1-1 0 0,-1 0 0 0 0,-1 0 1 0 0,-1 0-1 0 0,-1-1 0 0 0,-2-1 1 0 0,-1 1-1 0 0,2-57 0 0 0,-6 74-334 0 0,0-2-1 0 0,0 1 0 0 0,0-1-1 0 0,2 1 1 0 0,0-1-1 0 0,0 1 1 0 0,1 0 0 0 0,5-14-1 0 0,-8 26-135 0 0,0 0 1 0 0,0 0-1 0 0,0-1 0 0 0,0 1 1 0 0,0 0-1 0 0,0-1 0 0 0,0 1 1 0 0,0 0-1 0 0,0 0 0 0 0,1-1 1 0 0,-1 1-1 0 0,0 0 0 0 0,0 0 1 0 0,0 0-1 0 0,0-1 1 0 0,0 1-1 0 0,1 0 0 0 0,-1 0 1 0 0,0 0-1 0 0,0-1 0 0 0,0 1 1 0 0,1 0-1 0 0,-1 0 0 0 0,0 0 1 0 0,0 0-1 0 0,1 0 0 0 0,-1 0 1 0 0,0 0-1 0 0,0-1 0 0 0,1 1 1 0 0,-1 0-1 0 0,0 0 0 0 0,0 0 1 0 0,1 0-1 0 0,-1 0 0 0 0,0 0 1 0 0,0 0-1 0 0,1 0 0 0 0,-1 0 1 0 0,0 0-1 0 0,1 0 0 0 0,-1 1 1 0 0,0-1-1 0 0,7 13 414 0 0,0 18-160 0 0,-2 5-242 0 0,-3-10 52 0 0,2 0 0 0 0,1-1 0 0 0,1 0 1 0 0,11 30-1 0 0,-13-47-67 0 0,-1-1 0 0 0,1 1 0 0 0,1-1 0 0 0,-1 0 0 0 0,1 0 1 0 0,0-1-1 0 0,1 1 0 0 0,0-1 0 0 0,0 0 0 0 0,0 0 0 0 0,1-1 1 0 0,-1 0-1 0 0,1 0 0 0 0,0-1 0 0 0,1 0 0 0 0,-1 0 0 0 0,11 3 1 0 0,-14-5 5 0 0,1 0 0 0 0,0 0 0 0 0,-1-1 0 0 0,1 0 0 0 0,0 0 0 0 0,0 0 0 0 0,0 0 0 0 0,0-1 1 0 0,0 0-1 0 0,0 0 0 0 0,0 0 0 0 0,0-1 0 0 0,-1 0 0 0 0,1 0 0 0 0,0 0 0 0 0,0 0 0 0 0,0-1 1 0 0,-1 0-1 0 0,9-4 0 0 0,-8 3 14 0 0,-1-1 1 0 0,1 0 0 0 0,-1 0-1 0 0,1-1 1 0 0,-1 1 0 0 0,-1-1-1 0 0,1 0 1 0 0,-1 0-1 0 0,1 0 1 0 0,-2 0 0 0 0,1-1-1 0 0,0 1 1 0 0,-1-1 0 0 0,0 0-1 0 0,2-11 1 0 0,16-82 1175 0 0,12-44-369 0 0,-26 125-789 0 0,0-1 0 0 0,1 1 0 0 0,1 0 0 0 0,1 0 0 0 0,13-20 0 0 0,-21 36-30 0 0,0 1 0 0 0,-1 0 0 0 0,1 0-1 0 0,0 0 1 0 0,-1 0 0 0 0,1 0 0 0 0,0 0 0 0 0,0 0 0 0 0,0 0 0 0 0,0 1-1 0 0,0-1 1 0 0,0 0 0 0 0,0 0 0 0 0,0 1 0 0 0,0-1 0 0 0,0 1 0 0 0,1-1-1 0 0,-1 1 1 0 0,1-1 0 0 0,-1 1 1 0 0,0 1 0 0 0,-1-1 1 0 0,1 0-1 0 0,0 0 0 0 0,-1 1 0 0 0,1-1 0 0 0,-1 0 0 0 0,1 1 0 0 0,-1-1 0 0 0,1 1 0 0 0,0-1 0 0 0,-1 1 1 0 0,0-1-1 0 0,1 1 0 0 0,-1-1 0 0 0,1 1 0 0 0,-1-1 0 0 0,0 1 0 0 0,1 0 0 0 0,-1-1 0 0 0,0 1 1 0 0,1-1-1 0 0,-1 1 0 0 0,0 1 0 0 0,3 7 179 0 0,-1 0 0 0 0,0 1 1 0 0,0 15-1 0 0,-1-18-242 0 0,1 18 30 0 0,2 0 0 0 0,0 0 1 0 0,2-1-1 0 0,1 0 0 0 0,0 0 1 0 0,2 0-1 0 0,1-1 0 0 0,1-1 1 0 0,1 0-1 0 0,0 0 0 0 0,23 27 1 0 0,-24-32-90 0 0,-8-11 57 0 0,0-1 0 0 0,0 0-1 0 0,1-1 1 0 0,0 1-1 0 0,-1 0 1 0 0,2-1 0 0 0,-1 0-1 0 0,0 0 1 0 0,1 0-1 0 0,0 0 1 0 0,5 2 0 0 0,-9-6 39 0 0,-1 0-1 0 0,1 0 1 0 0,0 0 0 0 0,0 0 0 0 0,0 0 0 0 0,-1-1 0 0 0,1 1 0 0 0,0 0 0 0 0,0-1 0 0 0,-1 1-1 0 0,1 0 1 0 0,0-1 0 0 0,-1 1 0 0 0,1-1 0 0 0,-1 1 0 0 0,1-1 0 0 0,0 1 0 0 0,-1-1 0 0 0,1 0 0 0 0,-1 1-1 0 0,1-1 1 0 0,-1 1 0 0 0,0-1 0 0 0,1 0 0 0 0,-1 0 0 0 0,1 1 0 0 0,-1-1 0 0 0,0-1 0 0 0,11-29 5 0 0,-8 21 6 0 0,172-372 137 0 0,-169 370-168 0 0,3-5 9 0 0,27-49-32 0 0,-33 61 40 0 0,1 1 1 0 0,-1-1 0 0 0,1 1 0 0 0,0 0 0 0 0,0 0 0 0 0,0 0 0 0 0,1 0 0 0 0,-1 1 0 0 0,1 0 0 0 0,8-4 0 0 0,-12 6 1 0 0,1 0 1 0 0,-1 1 0 0 0,1-1-1 0 0,0 1 1 0 0,-1-1-1 0 0,1 1 1 0 0,-1 0 0 0 0,1 0-1 0 0,0 0 1 0 0,-1 0 0 0 0,1 0-1 0 0,0 0 1 0 0,-1 0-1 0 0,1 0 1 0 0,-1 1 0 0 0,1-1-1 0 0,0 0 1 0 0,-1 1 0 0 0,1 0-1 0 0,-1-1 1 0 0,1 1 0 0 0,0 1-1 0 0,1 0-1 0 0,0 0 0 0 0,0 1 0 0 0,-1-1 0 0 0,1 1 0 0 0,-1 0 0 0 0,0-1 0 0 0,0 1 0 0 0,0 0 0 0 0,3 6 0 0 0,0 4-8 0 0,0 0 1 0 0,-1 0-1 0 0,0 1 1 0 0,2 15 0 0 0,7 49-139 0 0,39 171-707 0 0,-11-119-2153 0 0,-11-44-2045 0 0,-23-66 270 0 0</inkml:trace>
</inkml:ink>
</file>

<file path=ppt/ink/ink1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2.616"/>
    </inkml:context>
    <inkml:brush xml:id="br0">
      <inkml:brushProperty name="width" value="0.1" units="cm"/>
      <inkml:brushProperty name="height" value="0.1" units="cm"/>
    </inkml:brush>
  </inkml:definitions>
  <inkml:trace contextRef="#ctx0" brushRef="#br0">60 53 1376 0 0,'-38'-15'2437'0'0,"17"6"5201"0"0,29 10-4998 0 0,3 0-2313 0 0,-1-1 1 0 0,1 0-1 0 0,-1 0 1 0 0,1-1-1 0 0,10-3 1 0 0,8 1 136 0 0,160-13 598 0 0,1 9 1 0 0,259 24 0 0 0,643 31-807 0 0,-1059-49-316 0 0,368 5-2759 0 0,-369 2 421 0 0</inkml:trace>
</inkml:ink>
</file>

<file path=ppt/ink/ink1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3.123"/>
    </inkml:context>
    <inkml:brush xml:id="br0">
      <inkml:brushProperty name="width" value="0.1" units="cm"/>
      <inkml:brushProperty name="height" value="0.1" units="cm"/>
    </inkml:brush>
  </inkml:definitions>
  <inkml:trace contextRef="#ctx0" brushRef="#br0">1 0 5065 0 0,'7'19'10562'0'0,"-3"13"-6054"0"0,-2 51-4465 0 0,-1-31 925 0 0,4 634-293 0 0,-9 23-590 0 0,57-294 650 0 0,-32-292-505 0 0,12 236 0 0 0,-33-336-200 0 0,10 277 5 0 0,-10-300-189 0 0,4 25-83 0 0</inkml:trace>
</inkml:ink>
</file>

<file path=ppt/ink/ink1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47:43.822"/>
    </inkml:context>
    <inkml:brush xml:id="br0">
      <inkml:brushProperty name="width" value="0.1" units="cm"/>
      <inkml:brushProperty name="height" value="0.1" units="cm"/>
    </inkml:brush>
  </inkml:definitions>
  <inkml:trace contextRef="#ctx0" brushRef="#br0">76 1 1840 0 0,'-2'0'388'0'0,"-1"0"-1"0"0,1 0 0 0 0,-1 0 0 0 0,0 0 1 0 0,1 1-1 0 0,-1-1 0 0 0,1 1 0 0 0,-1 0 1 0 0,1-1-1 0 0,0 1 0 0 0,-1 0 0 0 0,1 1 1 0 0,0-1-1 0 0,0 0 0 0 0,-1 1 0 0 0,1-1 1 0 0,0 1-1 0 0,0-1 0 0 0,1 1 0 0 0,-1 0 0 0 0,0 0 1 0 0,0 0-1 0 0,1 0 0 0 0,0 0 0 0 0,-2 3 1 0 0,2-2-243 0 0,0-1 1 0 0,0 1 0 0 0,1-1 0 0 0,-1 1-1 0 0,1-1 1 0 0,0 1 0 0 0,0-1-1 0 0,0 1 1 0 0,0-1 0 0 0,0 1-1 0 0,1-1 1 0 0,-1 1 0 0 0,1-1 0 0 0,-1 1-1 0 0,1-1 1 0 0,2 4 0 0 0,-3-3-63 0 0,1-1 1 0 0,0 1 0 0 0,-1-1 0 0 0,1 0-1 0 0,-1 1 1 0 0,0-1 0 0 0,1 1-1 0 0,-1-1 1 0 0,-1 1 0 0 0,1-1-1 0 0,0 1 1 0 0,-1-1 0 0 0,1 1-1 0 0,-1-1 1 0 0,1 0 0 0 0,-1 1 0 0 0,0-1-1 0 0,0 0 1 0 0,0 0 0 0 0,-1 1-1 0 0,1-1 1 0 0,0 0 0 0 0,-1 0-1 0 0,0 0 1 0 0,1-1 0 0 0,-1 1 0 0 0,0 0-1 0 0,-2 1 1 0 0,4-1 43 0 0,0-1 1 0 0,0 0-1 0 0,0 1 0 0 0,1-1 0 0 0,-1 0 1 0 0,0 0-1 0 0,1 0 0 0 0,-1 1 1 0 0,1-1-1 0 0,-1 0 0 0 0,1 0 0 0 0,0 0 1 0 0,-1 0-1 0 0,1 0 0 0 0,0 0 1 0 0,0 0-1 0 0,0 0 0 0 0,0 0 0 0 0,-1 0 1 0 0,1 0-1 0 0,2 0 0 0 0,-1 2 19 0 0,0-1-1 0 0,1 0 1 0 0,-1 0-1 0 0,1 0 1 0 0,-1 0-1 0 0,1 0 1 0 0,0-1-1 0 0,0 1 1 0 0,3 1-1 0 0,24-2-33 0 0,44-2-1 0 0,-6 0-8 0 0,390-16 45 0 0,-389 13-141 0 0,375-5 92 0 0,-248 8-70 0 0,145-2-3638 0 0,-302 1-3017 0 0</inkml:trace>
</inkml:ink>
</file>

<file path=ppt/ink/ink1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0:49.412"/>
    </inkml:context>
    <inkml:brush xml:id="br0">
      <inkml:brushProperty name="width" value="0.1" units="cm"/>
      <inkml:brushProperty name="height" value="0.1" units="cm"/>
    </inkml:brush>
  </inkml:definitions>
  <inkml:trace contextRef="#ctx0" brushRef="#br0">584 42 6913 0 0,'13'-7'1319'0'0,"1"1"-1"0"0,0 0 0 0 0,0 0 0 0 0,0 2 0 0 0,24-5 0 0 0,-25 5 948 0 0,-132 29 2485 0 0,-65 2-4062 0 0,5-1-564 0 0,137-20-137 0 0,-76 25 1 0 0,104-26-809 0 0,0 1 0 0 0,-19 11 0 0 0</inkml:trace>
</inkml:ink>
</file>

<file path=ppt/ink/ink1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0:49.697"/>
    </inkml:context>
    <inkml:brush xml:id="br0">
      <inkml:brushProperty name="width" value="0.1" units="cm"/>
      <inkml:brushProperty name="height" value="0.1" units="cm"/>
    </inkml:brush>
  </inkml:definitions>
  <inkml:trace contextRef="#ctx0" brushRef="#br0">1 0 920 0 0,'7'3'13843'0'0,"57"165"-7604"0"0,22 95-4959 0 0,-35-103-845 0 0,105 425 128 0 0,-133-491-489 0 0,48 245 262 0 0,-59-261-512 0 0,-4 1 1 0 0,-2 107 0 0 0,-7-162-1620 0 0,0-3-5907 0 0</inkml:trace>
</inkml:ink>
</file>

<file path=ppt/ink/ink1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0:49.988"/>
    </inkml:context>
    <inkml:brush xml:id="br0">
      <inkml:brushProperty name="width" value="0.1" units="cm"/>
      <inkml:brushProperty name="height" value="0.1" units="cm"/>
    </inkml:brush>
  </inkml:definitions>
  <inkml:trace contextRef="#ctx0" brushRef="#br0">1 136 10138 0 0,'141'-24'9760'0'0,"31"-10"-6776"0"0,198-35-4485 0 0,-311 62-338 0 0,-35 6 317 0 0</inkml:trace>
</inkml:ink>
</file>

<file path=ppt/ink/ink1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0:50.237"/>
    </inkml:context>
    <inkml:brush xml:id="br0">
      <inkml:brushProperty name="width" value="0.1" units="cm"/>
      <inkml:brushProperty name="height" value="0.1" units="cm"/>
    </inkml:brush>
  </inkml:definitions>
  <inkml:trace contextRef="#ctx0" brushRef="#br0">48 1 7370 0 0,'-3'0'493'0'0,"0"1"0"0"0,0 0 0 0 0,0-1 0 0 0,0 1 0 0 0,0 0 0 0 0,0 1 0 0 0,0-1 0 0 0,1 0 0 0 0,-1 1 0 0 0,0 0 0 0 0,1-1 0 0 0,-1 1 0 0 0,-3 5 0 0 0,5-6-335 0 0,0 0-1 0 0,1 0 0 0 0,-1 1 1 0 0,1-1-1 0 0,0 1 0 0 0,-1-1 1 0 0,1 0-1 0 0,0 1 0 0 0,0-1 1 0 0,0 1-1 0 0,0-1 0 0 0,0 1 1 0 0,0-1-1 0 0,0 0 0 0 0,0 1 1 0 0,1-1-1 0 0,-1 1 0 0 0,1-1 1 0 0,-1 0-1 0 0,1 1 0 0 0,-1-1 1 0 0,1 0-1 0 0,0 0 0 0 0,-1 1 1 0 0,1-1-1 0 0,0 0 0 0 0,0 0 1 0 0,0 0-1 0 0,0 0 0 0 0,0 0 1 0 0,0 0-1 0 0,3 1 0 0 0,7 8 245 0 0,0-1-1 0 0,1 0 1 0 0,0-1 0 0 0,1 0-1 0 0,0-1 1 0 0,18 8-1 0 0,87 28 387 0 0,-106-40-702 0 0,54 20-4 0 0,-28-9-728 0 0,1-1 1 0 0,71 13-1 0 0,-94-24-916 0 0</inkml:trace>
</inkml:ink>
</file>

<file path=ppt/ink/ink1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0:50.425"/>
    </inkml:context>
    <inkml:brush xml:id="br0">
      <inkml:brushProperty name="width" value="0.1" units="cm"/>
      <inkml:brushProperty name="height" value="0.1" units="cm"/>
    </inkml:brush>
  </inkml:definitions>
  <inkml:trace contextRef="#ctx0" brushRef="#br0">175 19 7370 0 0,'0'-1'111'0'0,"-1"-1"0"0"0,1 0 0 0 0,0 1 0 0 0,0-1 0 0 0,-1 1 0 0 0,1-1 0 0 0,-1 0 0 0 0,1 1 0 0 0,-1-1 0 0 0,0 1 0 0 0,-11-1 5174 0 0,12 3-5145 0 0,-20 39 8061 0 0,15-31-9224 0 0,-30 67 2633 0 0,-27 63-33 0 0,54-119-1985 0 0,1 1 1 0 0,1 1-1 0 0,1-1 0 0 0,-4 38 0 0 0,8-39-7611 0 0</inkml:trace>
</inkml:ink>
</file>

<file path=ppt/ink/ink1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07.280"/>
    </inkml:context>
    <inkml:brush xml:id="br0">
      <inkml:brushProperty name="width" value="0.1" units="cm"/>
      <inkml:brushProperty name="height" value="0.1" units="cm"/>
    </inkml:brush>
  </inkml:definitions>
  <inkml:trace contextRef="#ctx0" brushRef="#br0">85 590 6449 0 0,'-5'0'500'0'0,"1"-1"0"0"0,-1 0-1 0 0,1 0 1 0 0,0 0-1 0 0,-1-1 1 0 0,1 0 0 0 0,-5-2-1 0 0,4 1 275 0 0,1 1 0 0 0,-1 0 0 0 0,1 1 0 0 0,-1-1-1 0 0,0 1 1 0 0,1 0 0 0 0,-9-1 0 0 0,45 28 785 0 0,-10-7-1498 0 0,2-1 0 0 0,0-1 1 0 0,1-2-1 0 0,1 0 0 0 0,0-2 0 0 0,1-1 1 0 0,0 0-1 0 0,1-3 0 0 0,0 0 0 0 0,0-1 1 0 0,1-2-1 0 0,51 4 0 0 0,-22-7 138 0 0,1-4-1 0 0,-1-1 1 0 0,0-4 0 0 0,66-13-1 0 0,223-75 1174 0 0,-222 46-931 0 0,-2-5 0 0 0,124-75 1 0 0,-207 106-385 0 0,-2-1 0 0 0,41-33 0 0 0,-63 44-50 0 0,-1-2 0 0 0,0 1 0 0 0,-1-2 0 0 0,-1 0 0 0 0,-1 0 1 0 0,0-2-1 0 0,13-22 0 0 0,-22 35-10 0 0,-1-1 0 0 0,0 0 1 0 0,0 0-1 0 0,0 0 0 0 0,-1 0 1 0 0,0 0-1 0 0,1-5 0 0 0,-2 7-22 0 0,0 1-1 0 0,0 0 1 0 0,0 0-1 0 0,0 0 1 0 0,0-1-1 0 0,-1 1 1 0 0,1 0-1 0 0,-1 0 0 0 0,1 0 1 0 0,-1 0-1 0 0,0 0 1 0 0,0 0-1 0 0,0 0 1 0 0,0 0-1 0 0,0 0 1 0 0,0 0-1 0 0,-1 0 1 0 0,-2-2-1 0 0,6 4 21 0 0,-1 1-1 0 0,1-1 1 0 0,-1 1-1 0 0,1-1 1 0 0,-1 0-1 0 0,0 0 1 0 0,1 0-1 0 0,-1 0 1 0 0,1 0-1 0 0,-1 0 1 0 0,1 0-1 0 0,-1-1 0 0 0,1 1 1 0 0,2-1-1 0 0,22-1 12 0 0,5 7-142 0 0,-35-4 136 0 0,-1 0 0 0 0,1 1 0 0 0,0 0 0 0 0,0-1 0 0 0,0 2 0 0 0,-7 3 0 0 0,-6 4 0 0 0,-24 11 36 0 0,16-8-74 0 0,-52 19-1 0 0,70-30 79 0 0,-1 0-1 0 0,0 0 0 0 0,0-1 1 0 0,0 1-1 0 0,0-2 1 0 0,0 1-1 0 0,0-1 0 0 0,0 0 1 0 0,0-1-1 0 0,0 0 0 0 0,-12-3 1 0 0,19 4-36 0 0,1 0 0 0 0,-1 0 0 0 0,0 0 1 0 0,0 0-1 0 0,0-1 0 0 0,0 1 0 0 0,0 0 1 0 0,0 0-1 0 0,1-1 0 0 0,-1 1 0 0 0,0 0 0 0 0,0-1 1 0 0,0 1-1 0 0,1-1 0 0 0,-1 1 0 0 0,0-1 0 0 0,1 0 1 0 0,-1 1-1 0 0,0-1 0 0 0,1 0 0 0 0,-1 1 0 0 0,1-1 1 0 0,-1 0-1 0 0,1 0 0 0 0,-1 1 0 0 0,1-1 0 0 0,0 0 1 0 0,-1 0-1 0 0,1 0 0 0 0,0 0 0 0 0,-1 1 1 0 0,1-1-1 0 0,0 0 0 0 0,0 0 0 0 0,0 0 0 0 0,0-2 1 0 0,1 2 3 0 0,0-1 0 0 0,0 1 0 0 0,0-1 0 0 0,0 1 0 0 0,0-1 0 0 0,0 1 0 0 0,0-1 0 0 0,0 1 0 0 0,1 0 1 0 0,-1 0-1 0 0,1 0 0 0 0,-1 0 0 0 0,1 0 0 0 0,-1 0 0 0 0,1 0 0 0 0,2-1 0 0 0,234-101-221 0 0,-221 97 199 0 0,0 0 0 0 0,0 2 0 0 0,0 0 0 0 0,1 1 0 0 0,-1 0 0 0 0,1 2 0 0 0,19 0 0 0 0,-36 1 14 0 0,-1 1 10 0 0,-4 116 380 0 0,4-96-368 0 0,1 0 0 0 0,6 34 1 0 0,-6-46-18 0 0,1-1 0 0 0,1 0 0 0 0,0 0 0 0 0,0 0 0 0 0,0 0 0 0 0,1 0 0 0 0,0 0 0 0 0,1-1 0 0 0,7 10 0 0 0,-10-16-135 0 0,-1 0 0 0 0,1 0-1 0 0,-1 0 1 0 0,1 0 0 0 0,-1 0-1 0 0,1 0 1 0 0,-1 0 0 0 0,1-1-1 0 0,0 1 1 0 0,-1-1 0 0 0,1 1-1 0 0,0-1 1 0 0,0 0 0 0 0,0 0-1 0 0,-1 1 1 0 0,1-1 0 0 0,3-1-1 0 0</inkml:trace>
</inkml:ink>
</file>

<file path=ppt/ink/ink1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09.265"/>
    </inkml:context>
    <inkml:brush xml:id="br0">
      <inkml:brushProperty name="width" value="0.1" units="cm"/>
      <inkml:brushProperty name="height" value="0.1" units="cm"/>
    </inkml:brush>
  </inkml:definitions>
  <inkml:trace contextRef="#ctx0" brushRef="#br0">0 2589 11058 0 0,'0'1'113'0'0,"0"0"0"0"0,0-1-1 0 0,0 1 1 0 0,0 0 0 0 0,0 0-1 0 0,0-1 1 0 0,0 1 0 0 0,1 0-1 0 0,-1-1 1 0 0,0 1 0 0 0,0 0-1 0 0,0-1 1 0 0,1 1 0 0 0,-1 0 0 0 0,0-1-1 0 0,1 1 1 0 0,-1 0 0 0 0,1-1-1 0 0,-1 1 1 0 0,1-1 0 0 0,-1 1-1 0 0,1-1 1 0 0,-1 1 0 0 0,1-1-1 0 0,-1 1 1 0 0,1-1 0 0 0,0 0-1 0 0,-1 1 1 0 0,1-1 0 0 0,-1 0-1 0 0,1 1 1 0 0,0-1 0 0 0,0 0-1 0 0,-1 0 1 0 0,1 0 0 0 0,0 0-1 0 0,-1 0 1 0 0,1 1 0 0 0,0-1-1 0 0,0 0 1 0 0,-1-1 0 0 0,1 1-1 0 0,0 0 1 0 0,-1 0 0 0 0,1 0-1 0 0,0 0 1 0 0,-1-1 0 0 0,1 1 0 0 0,0 0-1 0 0,-1 0 1 0 0,1-1 0 0 0,1 0-1 0 0,2-1 129 0 0,0 0-1 0 0,0 0 1 0 0,1 0-1 0 0,-1-1 0 0 0,-1 1 1 0 0,6-5-1 0 0,26-30 184 0 0,-3-2 0 0 0,-1-1-1 0 0,-2-1 1 0 0,-2-1-1 0 0,-1-2 1 0 0,29-68 0 0 0,-18 19-470 0 0,-4-2 0 0 0,27-125 0 0 0,-7-109 46 0 0,-11 57 0 0 0,-20 161 376 0 0,13-188 0 0 0,-35 290-340 0 0,0-1 1 0 0,1 1 0 0 0,0-1-1 0 0,1 1 1 0 0,0 0 0 0 0,0 0-1 0 0,1 0 1 0 0,0 0 0 0 0,1 0 0 0 0,0 1-1 0 0,6-10 1 0 0,-1 13-86 0 0,-8 5 47 0 0,-1 0-1 0 0,1 0 1 0 0,-1 0-1 0 0,1 0 1 0 0,-1-1-1 0 0,1 1 1 0 0,-1 0-1 0 0,1 0 1 0 0,-1 0-1 0 0,0-1 1 0 0,1 1-1 0 0,-1 0 1 0 0,1-1-1 0 0,-1 1 1 0 0,1 0-1 0 0,-1-1 1 0 0,0 1 0 0 0,1 0-1 0 0,-1-1 1 0 0,0 1-1 0 0,0-1 1 0 0,1 1-1 0 0,-1-1 1 0 0,0 1-1 0 0,0-1 1 0 0,1 1-1 0 0,-1-1 1 0 0,0 1-1 0 0,0-1 1 0 0,0 1-1 0 0,0-1 1 0 0,9-48 4 0 0,-2 1 0 0 0,-3-1 1 0 0,-2 0-1 0 0,-3-50 0 0 0,5-98 51 0 0,0 113 167 0 0,-4 75-193 0 0,-1 0 1 0 0,1 0-1 0 0,-2 0 1 0 0,1 0-1 0 0,-1 1 1 0 0,-1-1-1 0 0,-3-11 1 0 0,7 25-48 0 0,0-1 0 0 0,0 1 0 0 0,0 0 0 0 0,0 0 0 0 0,-1-1 0 0 0,0 1 0 0 0,0 0 0 0 0,0 0 0 0 0,0 0 0 0 0,-1 0 0 0 0,0-1 0 0 0,-1 7 0 0 0,-2 5-75 0 0,-1-1 1 0 0,-9 23-1 0 0,4-20 41 0 0,-22 34 0 0 0,23-40 22 0 0,1 0-1 0 0,0 1 0 0 0,1 1 0 0 0,0-1 1 0 0,-5 17-1 0 0,7-22-217 0 0,3-14 229 0 0,4-16 92 0 0,19-9-71 0 0,1 1 0 0 0,1 1-1 0 0,2 1 1 0 0,43-38 0 0 0,3-4 54 0 0,-25 23 21 0 0,-50 48-45 0 0,0-1 0 0 0,0 1 0 0 0,0-1 0 0 0,0 1 0 0 0,0 0 0 0 0,-6 3 0 0 0,3 0-53 0 0,1-1-1 0 0,1 1 0 0 0,-1 0 0 0 0,0 0 0 0 0,1 1 1 0 0,0 0-1 0 0,0 0 0 0 0,1 0 0 0 0,-1 0 0 0 0,-6 12 1 0 0,1 0-129 0 0,1 1 1 0 0,-9 27-1 0 0,11-25 75 0 0,-2 0 0 0 0,-11 19 1 0 0,18-34 102 0 0,-3 1 171 0 0,-2-20-20 0 0,-5-33 56 0 0,12 43-224 0 0,-1 0-1 0 0,0-1 1 0 0,1 1-1 0 0,0 0 1 0 0,0 0-1 0 0,0 0 1 0 0,0-1 0 0 0,1 1-1 0 0,0 0 1 0 0,0 0-1 0 0,1-5 1 0 0,-2 8-9 0 0,0 1-45 0 0,-1-1 0 0 0,1 1 0 0 0,-1 0 0 0 0,0 0 0 0 0,1 0 0 0 0,-1 0 1 0 0,0-1-1 0 0,1 1 0 0 0,-1 0 0 0 0,1 0 0 0 0,-1 0 0 0 0,0 0 0 0 0,1 0 0 0 0,-1 1 1 0 0,0-1-1 0 0,1 0 0 0 0,-1 0 0 0 0,0 0 0 0 0,1 0 0 0 0,-1 1 0 0 0,1-1 0 0 0,-1 0 0 0 0,1 1 1 0 0,-1-1-1 0 0,-1 1 0 0 0,-8 6-11 0 0,0 1 1 0 0,0-1 0 0 0,0 2-1 0 0,1-1 1 0 0,1 1-1 0 0,-10 12 1 0 0,-45 66-239 0 0,119-143 1225 0 0,-22 25-783 0 0,38-27 0 0 0,-36 31-9 0 0,33-33 0 0 0,-69 59-135 0 0,0 1 1 0 0,1-1 0 0 0,-1 1 0 0 0,0-1-1 0 0,0 1 1 0 0,1 0 0 0 0,-1-1-1 0 0,0 1 1 0 0,1-1 0 0 0,-1 1 0 0 0,0 0-1 0 0,1-1 1 0 0,-1 1 0 0 0,1 0-1 0 0,-1 0 1 0 0,0-1 0 0 0,1 1 0 0 0,-1 0-1 0 0,1 0 1 0 0,-1 0 0 0 0,1-1-1 0 0,-1 1 1 0 0,1 0 0 0 0,-1 0 0 0 0,1 0-1 0 0,-1 0 1 0 0,1 0 0 0 0,-1 0 0 0 0,1 0-1 0 0,-1 0 1 0 0,1 0 0 0 0,-1 0-1 0 0,1 0 1 0 0,-1 0 0 0 0,1 1 0 0 0,-1-1-1 0 0,1 0 1 0 0,-1 0 0 0 0,1 0-1 0 0,-1 1 1 0 0,1-1 0 0 0,5 23 274 0 0,-5-17-254 0 0,4 23 208 0 0,1 0 0 0 0,15 46-1 0 0,-18-67-334 0 0,0 0 0 0 0,0-1 0 0 0,1 1 0 0 0,0-1 0 0 0,1 0 0 0 0,0 0 0 0 0,0 0-1 0 0,0-1 1 0 0,1 0 0 0 0,0 0 0 0 0,0 0 0 0 0,0-1 0 0 0,1 1 0 0 0,9 4 0 0 0,4 1-7593 0 0</inkml:trace>
</inkml:ink>
</file>

<file path=ppt/ink/ink1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0.929"/>
    </inkml:context>
    <inkml:brush xml:id="br0">
      <inkml:brushProperty name="width" value="0.1" units="cm"/>
      <inkml:brushProperty name="height" value="0.1" units="cm"/>
    </inkml:brush>
  </inkml:definitions>
  <inkml:trace contextRef="#ctx0" brushRef="#br0">185 172 5065 0 0,'-1'-13'1157'0'0,"-2"0"-1"0"0,1 0 1 0 0,-2 1 0 0 0,0-1 0 0 0,0 1-1 0 0,-1 0 1 0 0,-1 0 0 0 0,-11-19-1 0 0,16 30-1092 0 0,1 1 0 0 0,0-1 0 0 0,-1 0 0 0 0,1 0 0 0 0,-1 1 0 0 0,0-1 0 0 0,1 1 0 0 0,-1-1 0 0 0,1 1 0 0 0,-1-1 0 0 0,0 1 0 0 0,1-1 0 0 0,-1 1 0 0 0,0-1 0 0 0,0 1 0 0 0,1 0 0 0 0,-1-1 0 0 0,0 1 0 0 0,0 0 0 0 0,0 0 0 0 0,1 0 0 0 0,-1-1 0 0 0,0 1 0 0 0,0 0 0 0 0,0 0 0 0 0,-1 0 0 0 0,0 1 2 0 0,0 0-1 0 0,0-1 1 0 0,1 1 0 0 0,-1 0 0 0 0,0 0-1 0 0,1 0 1 0 0,-1 0 0 0 0,1 0 0 0 0,-1 1-1 0 0,1-1 1 0 0,-3 2 0 0 0,-3 7 30 0 0,0-1 0 0 0,0 1 1 0 0,-6 11-1 0 0,10-16-14 0 0,-9 16-86 0 0,1 0 1 0 0,-15 38 0 0 0,24-55-53 0 0,0 1 0 0 0,0 0 0 0 0,1 0-1 0 0,0 0 1 0 0,0 0 0 0 0,0 1 0 0 0,0-1 0 0 0,1 0-1 0 0,0 0 1 0 0,0 0 0 0 0,1 1 0 0 0,-1-1 0 0 0,1 0-1 0 0,0 0 1 0 0,0 0 0 0 0,1 0 0 0 0,-1 0-1 0 0,1 0 1 0 0,3 4 0 0 0,-4-7 31 0 0,0 0 0 0 0,0-1 0 0 0,0 1 0 0 0,0-1 0 0 0,1 1 0 0 0,-1-1 0 0 0,0 0 0 0 0,1 0 0 0 0,-1 1 0 0 0,1-1 0 0 0,-1 0 0 0 0,1 0 1 0 0,0 0-1 0 0,-1-1 0 0 0,1 1 0 0 0,0 0 0 0 0,0-1 0 0 0,0 1 0 0 0,-1-1 0 0 0,1 1 0 0 0,0-1 0 0 0,4 0 0 0 0,-3 0 37 0 0,0-1-1 0 0,0 0 1 0 0,0 0 0 0 0,0 0 0 0 0,0 0 0 0 0,0 0-1 0 0,0-1 1 0 0,-1 1 0 0 0,1-1 0 0 0,0 0 0 0 0,-1 0-1 0 0,4-3 1 0 0,5-5 87 0 0,-1-1 0 0 0,0-1 0 0 0,-1 0 0 0 0,11-18-1 0 0,-4 0 217 0 0,-1 0-1 0 0,-1-1 0 0 0,-2-1 1 0 0,-1 0-1 0 0,8-46 0 0 0,-20 104 1524 0 0,1-24-1739 0 0,1 3-3 0 0,3 13-63 0 0,1-1 0 0 0,1 0 1 0 0,0 0-1 0 0,1 0 1 0 0,1-1-1 0 0,0 0 1 0 0,2-1-1 0 0,-1 1 1 0 0,2-2-1 0 0,13 15 1 0 0,-22-27-51 0 0,-1 0 0 0 0,1 0-1 0 0,0 0 1 0 0,-1-1 0 0 0,1 1 0 0 0,0-1 0 0 0,0 1 0 0 0,1-1 0 0 0,-1 0 0 0 0,0 0 0 0 0,0 0 0 0 0,0 0 0 0 0,1 0 0 0 0,-1 0 0 0 0,1-1 0 0 0,-1 1 0 0 0,0-1 0 0 0,1 1 0 0 0,-1-1 0 0 0,1 0 0 0 0,-1 0 0 0 0,1 0 0 0 0,3-1 0 0 0,-3-1-5 0 0,0 1 1 0 0,-1-1-1 0 0,1 1 1 0 0,-1-1 0 0 0,1 0-1 0 0,-1 0 1 0 0,0 0 0 0 0,0 0-1 0 0,0 0 1 0 0,0 0 0 0 0,0-1-1 0 0,0 1 1 0 0,-1-1 0 0 0,1 1-1 0 0,-1-1 1 0 0,0 0 0 0 0,0 0-1 0 0,0 1 1 0 0,1-5-1 0 0,1-1 33 0 0,1 0-1 0 0,0-1 1 0 0,0 2-1 0 0,0-1 1 0 0,1 0-1 0 0,8-8 1 0 0,-11 13 19 0 0,0 1 1 0 0,0-1 0 0 0,0 1-1 0 0,1-1 1 0 0,-1 1-1 0 0,1 0 1 0 0,-1 0-1 0 0,1 0 1 0 0,0 0-1 0 0,0 1 1 0 0,0-1-1 0 0,0 1 1 0 0,0 0-1 0 0,0 0 1 0 0,1 0-1 0 0,-1 0 1 0 0,0 0 0 0 0,0 1-1 0 0,7-1 1 0 0,-9 2-10 0 0,1-1 0 0 0,0 1 1 0 0,-1 0-1 0 0,1-1 0 0 0,-1 1 1 0 0,1 0-1 0 0,-1 0 0 0 0,1 0 1 0 0,-1 0-1 0 0,0 1 0 0 0,1-1 1 0 0,-1 0-1 0 0,0 0 0 0 0,0 1 1 0 0,0-1-1 0 0,0 1 0 0 0,0-1 1 0 0,0 1-1 0 0,-1-1 1 0 0,1 1-1 0 0,0 0 0 0 0,-1-1 1 0 0,1 3-1 0 0,11 47 342 0 0,-10-39-318 0 0,1 4-115 0 0,2 10-316 0 0,-2-28 317 0 0,-1-16 248 0 0,0 8-128 0 0,0 0 0 0 0,0 1-1 0 0,0-1 1 0 0,1 1-1 0 0,1 0 1 0 0,8-16-1 0 0,-9 19-32 0 0,0 0-1 0 0,0 0 1 0 0,1 0-1 0 0,0 1 0 0 0,1 0 1 0 0,-1 0-1 0 0,1 0 1 0 0,0 0-1 0 0,0 1 0 0 0,10-7 1 0 0,-14 10-19 0 0,1 1 1 0 0,-1-1-1 0 0,1 1 1 0 0,-1-1-1 0 0,1 1 1 0 0,-1 0-1 0 0,1 0 1 0 0,0 0 0 0 0,-1 0-1 0 0,1 0 1 0 0,-1 0-1 0 0,1 0 1 0 0,0 0-1 0 0,-1 1 1 0 0,1-1-1 0 0,-1 0 1 0 0,1 1-1 0 0,-1 0 1 0 0,0-1-1 0 0,1 1 1 0 0,-1 0-1 0 0,1 0 1 0 0,-1 0-1 0 0,0-1 1 0 0,0 1-1 0 0,1 1 1 0 0,-1-1-1 0 0,0 0 1 0 0,0 0-1 0 0,0 0 1 0 0,0 1-1 0 0,0-1 1 0 0,-1 0 0 0 0,2 2-1 0 0,5 9 1 0 0,0 0-1 0 0,-1 0 1 0 0,6 15-1 0 0,-3-7-12 0 0,46 85-1507 0 0,-56-110 1490 0 0,0 1 1 0 0,0 0 0 0 0,1-1 0 0 0,-1 1 0 0 0,1 0 0 0 0,0-1 0 0 0,0 1 0 0 0,0 0 0 0 0,2-6 0 0 0,8-49-250 0 0,-7 48 264 0 0,-2 1 180 0 0,2 0-1 0 0,-1 0 1 0 0,1 0-1 0 0,1 0 1 0 0,7-15-1 0 0,-10 23-137 0 0,0 1-1 0 0,0-1 0 0 0,0 1 1 0 0,0-1-1 0 0,0 1 1 0 0,1-1-1 0 0,-1 1 0 0 0,0-1 1 0 0,1 1-1 0 0,-1 0 1 0 0,1 0-1 0 0,0 0 0 0 0,-1 0 1 0 0,1 0-1 0 0,0 0 1 0 0,0 1-1 0 0,-1-1 0 0 0,1 0 1 0 0,0 1-1 0 0,0 0 0 0 0,0-1 1 0 0,0 1-1 0 0,0 0 1 0 0,0 0-1 0 0,-1 0 0 0 0,1 0 1 0 0,0 0-1 0 0,0 0 1 0 0,0 1-1 0 0,0-1 0 0 0,0 1 1 0 0,0-1-1 0 0,-1 1 1 0 0,1 0-1 0 0,0-1 0 0 0,0 1 1 0 0,1 1-1 0 0,4 3-45 0 0,0-1 1 0 0,0 1-1 0 0,-1-1 0 0 0,0 2 0 0 0,0-1 0 0 0,0 1 0 0 0,-1 0 1 0 0,1 0-1 0 0,-1 1 0 0 0,-1-1 0 0 0,0 1 0 0 0,1 0 0 0 0,-2 0 1 0 0,1 1-1 0 0,2 9 0 0 0,18 31-1803 0 0,-13-32-1391 0 0</inkml:trace>
</inkml:ink>
</file>

<file path=ppt/ink/ink1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1.293"/>
    </inkml:context>
    <inkml:brush xml:id="br0">
      <inkml:brushProperty name="width" value="0.1" units="cm"/>
      <inkml:brushProperty name="height" value="0.1" units="cm"/>
    </inkml:brush>
  </inkml:definitions>
  <inkml:trace contextRef="#ctx0" brushRef="#br0">1 23 9218 0 0,'-1'-1'134'0'0,"1"0"0"0"0,0 0-1 0 0,0 1 1 0 0,0-1 0 0 0,0 0 0 0 0,0 0 0 0 0,0 1-1 0 0,0-1 1 0 0,0 0 0 0 0,0 0 0 0 0,1 1 0 0 0,-1-1-1 0 0,0 0 1 0 0,0 0 0 0 0,1 1 0 0 0,-1-1 0 0 0,0 0-1 0 0,1 1 1 0 0,-1-1 0 0 0,0 0 0 0 0,1 1 0 0 0,-1-1-1 0 0,1 1 1 0 0,-1-1 0 0 0,1 1 0 0 0,0-1 0 0 0,-1 1-1 0 0,1-1 1 0 0,0 1 0 0 0,-1 0 0 0 0,1-1 0 0 0,0 1 0 0 0,-1 0-1 0 0,1-1 1 0 0,0 1 0 0 0,-1 0 0 0 0,1 0 0 0 0,0 0-1 0 0,0 0 1 0 0,-1 0 0 0 0,1 0 0 0 0,0 0 0 0 0,0 0-1 0 0,-1 0 1 0 0,1 0 0 0 0,0 0 0 0 0,0 0 0 0 0,-1 0-1 0 0,2 1 1 0 0,1 0 235 0 0,0 0-1 0 0,-1 0 0 0 0,1 0 0 0 0,-1 1 1 0 0,1-1-1 0 0,-1 1 0 0 0,1 0 1 0 0,-1-1-1 0 0,0 1 0 0 0,0 0 1 0 0,0 0-1 0 0,2 4 0 0 0,8 14 42 0 0,-2 1-1 0 0,0 1 0 0 0,-1-1 0 0 0,7 32 0 0 0,9 20-346 0 0,-19-58-132 0 0,17 50-516 0 0,-21-60 139 0 0,-1 0-1 0 0,-1 0 1 0 0,1 0-1 0 0,-1 0 1 0 0,1 0-1 0 0,-2 6 0 0 0,0-6-826 0 0</inkml:trace>
</inkml:ink>
</file>

<file path=ppt/ink/ink1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1.498"/>
    </inkml:context>
    <inkml:brush xml:id="br0">
      <inkml:brushProperty name="width" value="0.1" units="cm"/>
      <inkml:brushProperty name="height" value="0.1" units="cm"/>
    </inkml:brush>
  </inkml:definitions>
  <inkml:trace contextRef="#ctx0" brushRef="#br0">44 327 3193 0 0,'-7'-12'339'0'0,"1"1"-1"0"0,0-2 1 0 0,1 1 0 0 0,1 0 0 0 0,0-1 0 0 0,1 0 0 0 0,0 0-1 0 0,0 0 1 0 0,2 0 0 0 0,-1-27 0 0 0,2 34-11 0 0,1-1 0 0 0,-1 1 0 0 0,1-1 0 0 0,0 1 0 0 0,1-1 0 0 0,-1 1 0 0 0,1-1 0 0 0,0 1 0 0 0,1 0 0 0 0,0 0 0 0 0,0 0-1 0 0,0 1 1 0 0,1-1 0 0 0,-1 1 0 0 0,1 0 0 0 0,1 0 0 0 0,-1 0 0 0 0,1 0 0 0 0,0 1 0 0 0,0-1 0 0 0,0 1 0 0 0,0 1 0 0 0,11-6 0 0 0,-6 4 95 0 0,0 1 0 0 0,1 1 1 0 0,-1 0-1 0 0,1 0 0 0 0,0 1 0 0 0,0 0 0 0 0,17 0 0 0 0,-23 2-276 0 0,0 0-1 0 0,1 0 0 0 0,-1 0 0 0 0,1 1 1 0 0,-1 0-1 0 0,0 0 0 0 0,1 0 0 0 0,-1 1 0 0 0,0-1 1 0 0,0 1-1 0 0,0 1 0 0 0,0-1 0 0 0,0 1 1 0 0,-1-1-1 0 0,1 2 0 0 0,-1-1 0 0 0,5 5 0 0 0,-7-7-114 0 0,-1 1 0 0 0,0-1 0 0 0,0 1 0 0 0,0 0 0 0 0,0 0 0 0 0,0 0 0 0 0,0 0-1 0 0,0 0 1 0 0,0 0 0 0 0,-1 0 0 0 0,1 0 0 0 0,-1 0 0 0 0,0 0 0 0 0,1 0-1 0 0,-1 0 1 0 0,0 0 0 0 0,-1 4 0 0 0,0-1 1 0 0,0 0 0 0 0,0 0-1 0 0,0 0 1 0 0,-1 0 0 0 0,0-1 0 0 0,0 1-1 0 0,-3 5 1 0 0,-3 3-343 0 0,0-1-1 0 0,-1 0 0 0 0,-1 0 1 0 0,-11 11-1 0 0,0-1-2051 0 0,16-17 1085 0 0</inkml:trace>
</inkml:ink>
</file>

<file path=ppt/ink/ink1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1.725"/>
    </inkml:context>
    <inkml:brush xml:id="br0">
      <inkml:brushProperty name="width" value="0.1" units="cm"/>
      <inkml:brushProperty name="height" value="0.1" units="cm"/>
    </inkml:brush>
  </inkml:definitions>
  <inkml:trace contextRef="#ctx0" brushRef="#br0">6 5 1376 0 0,'8'-5'18588'0'0,"-11"18"-13914"0"0,0 2-7513 0 0,-1 25 2731 0 0,1 0 0 0 0,2 0-1 0 0,2 0 1 0 0,2-1 0 0 0,1 1-1 0 0,2 0 1 0 0,12 39-1 0 0,-12-55-963 0 0</inkml:trace>
</inkml:ink>
</file>

<file path=ppt/ink/ink1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1.909"/>
    </inkml:context>
    <inkml:brush xml:id="br0">
      <inkml:brushProperty name="width" value="0.1" units="cm"/>
      <inkml:brushProperty name="height" value="0.1" units="cm"/>
    </inkml:brush>
  </inkml:definitions>
  <inkml:trace contextRef="#ctx0" brushRef="#br0">0 1 11170 0 0,'9'54'6061'0'0,"0"-12"-4385"0"0,-8-28-1830 0 0,5 26-2719 0 0,4-18-3792 0 0</inkml:trace>
</inkml:ink>
</file>

<file path=ppt/ink/ink1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2.067"/>
    </inkml:context>
    <inkml:brush xml:id="br0">
      <inkml:brushProperty name="width" value="0.1" units="cm"/>
      <inkml:brushProperty name="height" value="0.1" units="cm"/>
    </inkml:brush>
  </inkml:definitions>
  <inkml:trace contextRef="#ctx0" brushRef="#br0">9 78 11522 0 0,'-4'-12'513'0'0,"3"5"95"0"0,-1 0-480 0 0,1 1-128 0 0,1 2 0 0 0,0 2 0 0 0,1-1 656 0 0,-1-1 112 0 0,2-3 16 0 0,0-2 8 0 0,1 2-552 0 0,0 1-112 0 0,0 3-16 0 0,0 4-8 0 0,1 5-1720 0 0,-1 4-344 0 0,2 8-73 0 0,-2 1-15 0 0</inkml:trace>
</inkml:ink>
</file>

<file path=ppt/ink/ink1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2.414"/>
    </inkml:context>
    <inkml:brush xml:id="br0">
      <inkml:brushProperty name="width" value="0.1" units="cm"/>
      <inkml:brushProperty name="height" value="0.1" units="cm"/>
    </inkml:brush>
  </inkml:definitions>
  <inkml:trace contextRef="#ctx0" brushRef="#br0">164 21 6913 0 0,'-1'-1'129'0'0,"1"0"0"0"0,0-1 0 0 0,-1 1-1 0 0,1 0 1 0 0,-1 0 0 0 0,1 0 0 0 0,-1 0-1 0 0,0 0 1 0 0,1 0 0 0 0,-1 0-1 0 0,0 1 1 0 0,1-1 0 0 0,-1 0 0 0 0,0 0-1 0 0,0 0 1 0 0,0 1 0 0 0,0-1-1 0 0,0 0 1 0 0,0 1 0 0 0,0-1 0 0 0,0 1-1 0 0,0-1 1 0 0,-2 0 0 0 0,1 1 83 0 0,-1 0 1 0 0,1 0-1 0 0,0 0 1 0 0,0 0-1 0 0,0 1 1 0 0,0-1 0 0 0,0 1-1 0 0,1-1 1 0 0,-1 1-1 0 0,0 0 1 0 0,0-1-1 0 0,-3 3 1 0 0,-1 1 197 0 0,0-1 1 0 0,0 1 0 0 0,1 1 0 0 0,0-1-1 0 0,-1 1 1 0 0,2 0 0 0 0,-7 7-1 0 0,2 3-88 0 0,1-1 0 0 0,0 1-1 0 0,1 0 1 0 0,0 0 0 0 0,1 1-1 0 0,1 0 1 0 0,1 0-1 0 0,0 1 1 0 0,1-1 0 0 0,0 1-1 0 0,2-1 1 0 0,0 1 0 0 0,3 33-1 0 0,0-26-327 0 0,2 0 0 0 0,1 0-1 0 0,0 0 1 0 0,2-1 0 0 0,1 0-1 0 0,1 0 1 0 0,0-1 0 0 0,2-1-1 0 0,15 24 1 0 0,-14-30-936 0 0,-21-26-3444 0 0</inkml:trace>
</inkml:ink>
</file>

<file path=ppt/ink/ink1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2.588"/>
    </inkml:context>
    <inkml:brush xml:id="br0">
      <inkml:brushProperty name="width" value="0.1" units="cm"/>
      <inkml:brushProperty name="height" value="0.1" units="cm"/>
    </inkml:brush>
  </inkml:definitions>
  <inkml:trace contextRef="#ctx0" brushRef="#br0">1 62 456 0 0,'133'-43'8423'0'0,"-74"28"-10248"0"0,-45 11-1204 0 0</inkml:trace>
</inkml:ink>
</file>

<file path=ppt/ink/ink1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2.796"/>
    </inkml:context>
    <inkml:brush xml:id="br0">
      <inkml:brushProperty name="width" value="0.1" units="cm"/>
      <inkml:brushProperty name="height" value="0.1" units="cm"/>
    </inkml:brush>
  </inkml:definitions>
  <inkml:trace contextRef="#ctx0" brushRef="#br0">31 1 7370 0 0,'-1'0'328'0'0,"-1"1"0"0"0,1-1 1 0 0,-1 1-1 0 0,1 0 1 0 0,-1 0-1 0 0,1 0 0 0 0,-1-1 1 0 0,1 1-1 0 0,0 0 1 0 0,0 1-1 0 0,0-1 1 0 0,-1 0-1 0 0,1 0 0 0 0,0 0 1 0 0,0 1-1 0 0,1-1 1 0 0,-1 1-1 0 0,0-1 0 0 0,0 0 1 0 0,1 1-1 0 0,-1 0 1 0 0,1-1-1 0 0,-1 1 1 0 0,1-1-1 0 0,0 1 0 0 0,-1-1 1 0 0,1 1-1 0 0,0 0 1 0 0,0 1-1 0 0,-3 57 3905 0 0,3-55-4255 0 0,3 44 228 0 0,4-16-3598 0 0</inkml:trace>
</inkml:ink>
</file>

<file path=ppt/ink/ink1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2.952"/>
    </inkml:context>
    <inkml:brush xml:id="br0">
      <inkml:brushProperty name="width" value="0.1" units="cm"/>
      <inkml:brushProperty name="height" value="0.1" units="cm"/>
    </inkml:brush>
  </inkml:definitions>
  <inkml:trace contextRef="#ctx0" brushRef="#br0">0 152 10138 0 0,'2'-35'493'0'0,"-2"17"771"0"0,1 0-1 0 0,1 0 0 0 0,0 0 0 0 0,8-24 1 0 0,-6 39-2697 0 0,2 11-194 0 0,6 16-574 0 0,-10-18 2249 0 0,5 9-93 0 0</inkml:trace>
</inkml:ink>
</file>

<file path=ppt/ink/ink1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3.301"/>
    </inkml:context>
    <inkml:brush xml:id="br0">
      <inkml:brushProperty name="width" value="0.1" units="cm"/>
      <inkml:brushProperty name="height" value="0.1" units="cm"/>
    </inkml:brush>
  </inkml:definitions>
  <inkml:trace contextRef="#ctx0" brushRef="#br0">223 45 3225 0 0,'-1'-3'385'0'0,"-1"0"1"0"0,0 0 0 0 0,0 0-1 0 0,0 1 1 0 0,0-1 0 0 0,0 0-1 0 0,-1 1 1 0 0,1-1 0 0 0,-1 1-1 0 0,0 0 1 0 0,0 0 0 0 0,1 0-1 0 0,-1 0 1 0 0,0 1 0 0 0,-1-1-1 0 0,1 1 1 0 0,0 0 0 0 0,0-1 0 0 0,-1 2-1 0 0,1-1 1 0 0,0 0 0 0 0,-1 1-1 0 0,1-1 1 0 0,-1 1 0 0 0,1 0-1 0 0,-1 0 1 0 0,1 0 0 0 0,-5 2-1 0 0,3-1 217 0 0,-1 0 1 0 0,1 1-1 0 0,-1 0 0 0 0,1 1 0 0 0,0-1 0 0 0,0 1 1 0 0,0 0-1 0 0,-8 6 0 0 0,-18 22-23 0 0,25-24-510 0 0,0 2 0 0 0,1-1 0 0 0,-1 1-1 0 0,2 0 1 0 0,-1 0 0 0 0,1 0-1 0 0,1 0 1 0 0,0 1 0 0 0,-4 17 0 0 0,7-25-186 0 0,-1 1 0 0 0,1 0 0 0 0,0 0 0 0 0,0 0 0 0 0,0 0 0 0 0,1 0 0 0 0,-1 0 0 0 0,1 0 0 0 0,0 0 0 0 0,-1-1 0 0 0,1 1 0 0 0,0 0 0 0 0,0-1 0 0 0,1 1 0 0 0,2 4 0 0 0,-2-5-155 0 0,0 0 0 0 0,0 0 0 0 0,1 0-1 0 0,-1 0 1 0 0,1 0 0 0 0,-1 0 0 0 0,1-1-1 0 0,0 1 1 0 0,0-1 0 0 0,0 0 0 0 0,0 0 0 0 0,0 0-1 0 0,0 0 1 0 0,0 0 0 0 0,0-1 0 0 0,0 1 0 0 0,5-1-1 0 0,2 1-617 0 0,1-2-1 0 0,-1 1 0 0 0,0-1 1 0 0,0-1-1 0 0,15-3 1 0 0,-4-1-409 0 0</inkml:trace>
</inkml:ink>
</file>

<file path=ppt/ink/ink1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3.586"/>
    </inkml:context>
    <inkml:brush xml:id="br0">
      <inkml:brushProperty name="width" value="0.1" units="cm"/>
      <inkml:brushProperty name="height" value="0.1" units="cm"/>
    </inkml:brush>
  </inkml:definitions>
  <inkml:trace contextRef="#ctx0" brushRef="#br0">131 97 920 0 0,'2'-3'338'0'0,"0"0"0"0"0,0 1 0 0 0,0-1 0 0 0,-1 0-1 0 0,1 0 1 0 0,-1 0 0 0 0,0 0 0 0 0,0 0 0 0 0,0 0 0 0 0,0 0 0 0 0,-1 0-1 0 0,1-1 1 0 0,-1 1 0 0 0,1 0 0 0 0,-1 0 0 0 0,-1-1 0 0 0,1 1 0 0 0,0 0-1 0 0,-1 0 1 0 0,1 0 0 0 0,-2-4 0 0 0,1 5-200 0 0,1 1 1 0 0,0 0-1 0 0,-1-1 0 0 0,1 1 1 0 0,-1 0-1 0 0,1 0 0 0 0,-1-1 1 0 0,0 1-1 0 0,1 0 0 0 0,-1 0 0 0 0,0 0 1 0 0,0 0-1 0 0,0 0 0 0 0,0 0 1 0 0,0 0-1 0 0,0 0 0 0 0,0 1 1 0 0,0-1-1 0 0,-1 0 0 0 0,1 0 1 0 0,0 1-1 0 0,0-1 0 0 0,0 1 1 0 0,-1-1-1 0 0,1 1 0 0 0,0 0 0 0 0,-1-1 1 0 0,1 1-1 0 0,0 0 0 0 0,-1 0 1 0 0,1 0-1 0 0,0 0 0 0 0,-1 0 1 0 0,1 0-1 0 0,-1 1 0 0 0,1-1 1 0 0,0 0-1 0 0,0 1 0 0 0,-1-1 0 0 0,1 0 1 0 0,0 1-1 0 0,0 0 0 0 0,-1-1 1 0 0,1 1-1 0 0,0 0 0 0 0,0 0 1 0 0,0-1-1 0 0,0 1 0 0 0,-2 2 1 0 0,-6 4 170 0 0,1 0 0 0 0,0 1 0 0 0,0 0 0 0 0,0 1 0 0 0,1-1 0 0 0,-8 14 0 0 0,12-17-276 0 0,-1 1 0 0 0,1-1 0 0 0,0 1 0 0 0,1 0 0 0 0,-1 0 0 0 0,1 1-1 0 0,1-1 1 0 0,-1 0 0 0 0,1 1 0 0 0,0-1 0 0 0,0 1 0 0 0,1 7 0 0 0,0-13-63 0 0,-1 1 1 0 0,1-1-1 0 0,1 0 1 0 0,-1 0-1 0 0,0 1 1 0 0,0-1-1 0 0,0 0 1 0 0,1 0-1 0 0,-1 0 1 0 0,0 0-1 0 0,1 0 1 0 0,-1 1-1 0 0,1-1 1 0 0,0 0-1 0 0,-1 0 1 0 0,1 0-1 0 0,0 0 1 0 0,-1 0-1 0 0,1 0 1 0 0,0-1-1 0 0,0 1 1 0 0,0 0-1 0 0,0 0 1 0 0,0-1-1 0 0,1 2 1 0 0,0-2-34 0 0,-1 0-1 0 0,1 0 1 0 0,-1 1 0 0 0,1-1 0 0 0,0 0 0 0 0,-1-1 0 0 0,1 1 0 0 0,-1 0 0 0 0,1 0 0 0 0,0-1 0 0 0,-1 1 0 0 0,1-1 0 0 0,-1 1 0 0 0,1-1 0 0 0,-1 0 0 0 0,2 0 0 0 0,5-4-130 0 0,-1 0 0 0 0,0 0 1 0 0,0 0-1 0 0,-1-1 0 0 0,10-9 1 0 0,-1-5-276 0 0,18-19-46 0 0,-31 37 625 0 0,0 1-1 0 0,0-1 0 0 0,0 0 0 0 0,0 1 1 0 0,0-1-1 0 0,0 1 0 0 0,1 0 0 0 0,-1-1 1 0 0,0 1-1 0 0,1 0 0 0 0,-1 1 0 0 0,1-1 1 0 0,0 0-1 0 0,-1 1 0 0 0,4-1 0 0 0,-4 1 38 0 0,0 0 0 0 0,-1 1 0 0 0,1-1 0 0 0,0 1-1 0 0,0-1 1 0 0,-1 1 0 0 0,1 0 0 0 0,0 0 0 0 0,-1-1 0 0 0,1 1-1 0 0,-1 0 1 0 0,1 0 0 0 0,-1 1 0 0 0,0-1 0 0 0,1 0-1 0 0,-1 0 1 0 0,2 3 0 0 0,20 31 1313 0 0,-8-13-875 0 0,-10-16-667 0 0,0 0 1 0 0,1 0-1 0 0,0 0 1 0 0,0-1-1 0 0,0 0 1 0 0,1 0-1 0 0,10 6 0 0 0,-12-9-927 0 0,0 0-1 0 0,0 0 0 0 0,0 0 0 0 0,1 0 0 0 0,-1-1 0 0 0,0 0 1 0 0,9 0-1 0 0,-2 0-4038 0 0</inkml:trace>
</inkml:ink>
</file>

<file path=ppt/ink/ink1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3.792"/>
    </inkml:context>
    <inkml:brush xml:id="br0">
      <inkml:brushProperty name="width" value="0.1" units="cm"/>
      <inkml:brushProperty name="height" value="0.1" units="cm"/>
    </inkml:brush>
  </inkml:definitions>
  <inkml:trace contextRef="#ctx0" brushRef="#br0">1 27 11026 0 0,'0'-5'272'0'0,"2"-14"100"0"0,2 16 707 0 0,6 11 1602 0 0,-7-3-2013 0 0,0 0 1 0 0,0-1-1 0 0,0 1 0 0 0,-1 0 0 0 0,0 0 1 0 0,0 0-1 0 0,0 1 0 0 0,2 7 0 0 0,6 49 586 0 0,-7-43-974 0 0,32 164 153 0 0,-4-28-2387 0 0,-26-125-156 0 0,-2-1-4970 0 0</inkml:trace>
</inkml:ink>
</file>

<file path=ppt/ink/ink1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4.140"/>
    </inkml:context>
    <inkml:brush xml:id="br0">
      <inkml:brushProperty name="width" value="0.1" units="cm"/>
      <inkml:brushProperty name="height" value="0.1" units="cm"/>
    </inkml:brush>
  </inkml:definitions>
  <inkml:trace contextRef="#ctx0" brushRef="#br0">80 234 8754 0 0,'-9'-8'204'0'0,"0"0"816"0"0,1 0-1 0 0,0-1 1 0 0,0 0 0 0 0,1 0-1 0 0,0 0 1 0 0,1-1 0 0 0,-10-20 0 0 0,15 29-920 0 0,1-1 1 0 0,0 1-1 0 0,0-1 1 0 0,0 1 0 0 0,0-1-1 0 0,0 1 1 0 0,0-1-1 0 0,0 1 1 0 0,1 0 0 0 0,-1-1-1 0 0,0 1 1 0 0,1-1-1 0 0,-1 1 1 0 0,1 0-1 0 0,0-1 1 0 0,-1 1 0 0 0,1 0-1 0 0,0 0 1 0 0,0 0-1 0 0,0-1 1 0 0,0 1 0 0 0,0 0-1 0 0,0 0 1 0 0,0 0-1 0 0,0 0 1 0 0,0 1 0 0 0,0-1-1 0 0,1 0 1 0 0,-1 0-1 0 0,0 1 1 0 0,1-1-1 0 0,1 0 1 0 0,8-4 118 0 0,1 0 0 0 0,21-6 0 0 0,-20 7-88 0 0,43-13-1496 0 0,79-13 1 0 0,60 9-6314 0 0,-192 20 7607 0 0,1 1 0 0 0,-1 0 1 0 0,1 0-1 0 0,-1 0 1 0 0,1 0-1 0 0,-1 0 0 0 0,0 1 1 0 0,1 0-1 0 0,-1 0 1 0 0,1 0-1 0 0,4 2 0 0 0,-7-2 287 0 0,1 1 0 0 0,-1-1 0 0 0,0 1 0 0 0,0-1-1 0 0,0 1 1 0 0,0 0 0 0 0,0-1 0 0 0,-1 1 0 0 0,1 0 0 0 0,0 0-1 0 0,-1 0 1 0 0,1-1 0 0 0,-1 1 0 0 0,0 0 0 0 0,1 0 0 0 0,-1 0-1 0 0,0 0 1 0 0,0 0 0 0 0,-1 0 0 0 0,1 0 0 0 0,-1 3-1 0 0,0 16 1536 0 0,1 0 0 0 0,5 41 0 0 0,-4-54-1754 0 0,1 1-1 0 0,0-1 1 0 0,0 0 0 0 0,1 0-1 0 0,0 1 1 0 0,0-2 0 0 0,1 1-1 0 0,0 0 1 0 0,0-1 0 0 0,6 8-1 0 0,-10-15-87 0 0,0 0 0 0 0,0 0 1 0 0</inkml:trace>
</inkml:ink>
</file>

<file path=ppt/ink/ink1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4.282"/>
    </inkml:context>
    <inkml:brush xml:id="br0">
      <inkml:brushProperty name="width" value="0.1" units="cm"/>
      <inkml:brushProperty name="height" value="0.1" units="cm"/>
    </inkml:brush>
  </inkml:definitions>
  <inkml:trace contextRef="#ctx0" brushRef="#br0">4 12 5985 0 0,'-4'-12'8741'0'0,"4"30"-8124"0"0,1-12-802 0 0,0 0 0 0 0,0 0 0 0 0,0 1 0 0 0,0-1-1 0 0,1 0 1 0 0,0 0 0 0 0,3 6 0 0 0,7 2 227 0 0,2-3-31 0 0</inkml:trace>
</inkml:ink>
</file>

<file path=ppt/ink/ink1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4.870"/>
    </inkml:context>
    <inkml:brush xml:id="br0">
      <inkml:brushProperty name="width" value="0.1" units="cm"/>
      <inkml:brushProperty name="height" value="0.1" units="cm"/>
    </inkml:brush>
  </inkml:definitions>
  <inkml:trace contextRef="#ctx0" brushRef="#br0">187 84 5529 0 0,'0'0'82'0'0,"0"0"0"0"0,0 0-1 0 0,0-1 1 0 0,0 1 0 0 0,1 0 0 0 0,-1-1-1 0 0,0 1 1 0 0,0 0 0 0 0,0-1-1 0 0,0 1 1 0 0,0 0 0 0 0,0-1 0 0 0,0 1-1 0 0,0 0 1 0 0,0-1 0 0 0,0 1-1 0 0,0 0 1 0 0,0-1 0 0 0,0 1 0 0 0,0 0-1 0 0,0-1 1 0 0,-1 1 0 0 0,1 0-1 0 0,0-1 1 0 0,0 1 0 0 0,0 0 0 0 0,0 0-1 0 0,-1-1 1 0 0,1 1 0 0 0,0 0 0 0 0,0 0-1 0 0,0-1 1 0 0,-1 1 0 0 0,1 0-1 0 0,0 0 1 0 0,-1 0 0 0 0,1-1 0 0 0,0 1-1 0 0,0 0 1 0 0,-1 0 0 0 0,1 0-1 0 0,0 0 1 0 0,-1 0 0 0 0,1-1 0 0 0,0 1-1 0 0,-1 0 1 0 0,1 0 0 0 0,0 0 0 0 0,-1 0-1 0 0,1 0 1 0 0,0 0 0 0 0,-1 0-1 0 0,1 0 1 0 0,0 0 0 0 0,-1 1 0 0 0,1-1-1 0 0,-21-3 2948 0 0,15 5-2700 0 0,0 0 0 0 0,0 0 0 0 0,0 1-1 0 0,0 0 1 0 0,1 0 0 0 0,-1 0 0 0 0,1 1 0 0 0,-1-1-1 0 0,1 1 1 0 0,0 1 0 0 0,1-1 0 0 0,-7 8 0 0 0,-5 7 625 0 0,-26 38 0 0 0,24-22-116 0 0,17-34-812 0 0,1 0 1 0 0,-1 1-1 0 0,1-1 1 0 0,-1 0-1 0 0,1 0 0 0 0,0 0 1 0 0,-1 0-1 0 0,1 0 1 0 0,0 0-1 0 0,0 1 0 0 0,0-1 1 0 0,0 0-1 0 0,0 0 1 0 0,0 0-1 0 0,0 0 0 0 0,1 1 1 0 0,-1-1-1 0 0,0 0 1 0 0,1 0-1 0 0,-1 0 0 0 0,1 0 1 0 0,-1 0-1 0 0,1 0 1 0 0,-1 0-1 0 0,1 0 0 0 0,0 0 1 0 0,-1 0-1 0 0,1 0 1 0 0,0 0-1 0 0,0-1 0 0 0,1 2 1 0 0,-1-2-28 0 0,0 0 1 0 0,0 1-1 0 0,0-1 1 0 0,1 0-1 0 0,-1-1 1 0 0,0 1-1 0 0,0 0 0 0 0,0 0 1 0 0,0 0-1 0 0,1-1 1 0 0,-1 1-1 0 0,0 0 1 0 0,0-1-1 0 0,0 1 1 0 0,0-1-1 0 0,0 0 0 0 0,0 1 1 0 0,0-1-1 0 0,0 0 1 0 0,0 1-1 0 0,0-1 1 0 0,-1 0-1 0 0,1 0 1 0 0,0 0-1 0 0,0 0 1 0 0,-1 0-1 0 0,1 0 0 0 0,-1 0 1 0 0,2-2-1 0 0,18-31-996 0 0,9-41-538 0 0,-24 59 1624 0 0,0 0 0 0 0,2 0 0 0 0,0 0 1 0 0,13-22-1 0 0,-17 35-59 0 0,-1 0 0 0 0,0 0 0 0 0,1 0 0 0 0,-1 1 0 0 0,1-1 0 0 0,0 1 0 0 0,-1 0 0 0 0,1-1 0 0 0,1 1 0 0 0,-1 1 0 0 0,0-1 0 0 0,0 0 0 0 0,1 1 0 0 0,-1 0 0 0 0,1 0 0 0 0,-1 0 0 0 0,1 0 0 0 0,-1 0 0 0 0,1 1 0 0 0,-1-1 0 0 0,1 1 0 0 0,0 0 0 0 0,-1 0 0 0 0,1 1 0 0 0,0-1 0 0 0,-1 1 0 0 0,1 0 0 0 0,-1 0 0 0 0,1 0 0 0 0,-1 0 0 0 0,1 0 0 0 0,3 3 0 0 0,-2-1 15 0 0,0-1 1 0 0,0 1-1 0 0,0 0 1 0 0,-1 0-1 0 0,1 1 1 0 0,-1-1-1 0 0,0 1 1 0 0,0 0-1 0 0,-1 0 1 0 0,1 1-1 0 0,-1-1 1 0 0,0 1-1 0 0,0 0 1 0 0,0-1-1 0 0,0 1 1 0 0,-1 0-1 0 0,0 1 1 0 0,0-1-1 0 0,-1 0 1 0 0,3 11-1 0 0,3 12-93 0 0,0-23 20 0 0,5-17 27 0 0,2-17 291 0 0,-10 19-177 0 0,0 1 1 0 0,1 0-1 0 0,0 0 0 0 0,7-9 1 0 0,-11 16-77 0 0,0 1 0 0 0,0-1 1 0 0,1 1-1 0 0,-1 0 0 0 0,0-1 1 0 0,1 1-1 0 0,-1 0 0 0 0,1 0 1 0 0,-1 0-1 0 0,1 0 0 0 0,0 0 1 0 0,-1 0-1 0 0,1 1 0 0 0,0-1 1 0 0,-1 1-1 0 0,1-1 0 0 0,0 1 1 0 0,0-1-1 0 0,0 1 0 0 0,0 0 1 0 0,-1 0-1 0 0,1 0 0 0 0,0 0 1 0 0,0 0-1 0 0,0 0 0 0 0,0 1 1 0 0,-1-1-1 0 0,3 1 0 0 0,-1 1 8 0 0,0 1 0 0 0,0-1-1 0 0,0 1 1 0 0,0 0 0 0 0,-1-1-1 0 0,1 1 1 0 0,-1 0 0 0 0,0 0-1 0 0,0 1 1 0 0,0-1 0 0 0,0 0-1 0 0,0 1 1 0 0,1 4 0 0 0,11 17-309 0 0,-11-20-192 0 0,1-1 0 0 0,-1 0 0 0 0,1 0 0 0 0,0-1 0 0 0,1 1 0 0 0,7 4 0 0 0</inkml:trace>
</inkml:ink>
</file>

<file path=ppt/ink/ink1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1:53:16.566"/>
    </inkml:context>
    <inkml:brush xml:id="br0">
      <inkml:brushProperty name="width" value="0.1" units="cm"/>
      <inkml:brushProperty name="height" value="0.1" units="cm"/>
    </inkml:brush>
  </inkml:definitions>
  <inkml:trace contextRef="#ctx0" brushRef="#br0">5743 68 4145 0 0,'40'-12'442'0'0,"107"-28"7506"0"0,-146 39-7624 0 0,0 1 1 0 0,1 0-1 0 0,-1 0 1 0 0,1 0-1 0 0,-1 0 1 0 0,1 0-1 0 0,-1 0 1 0 0,1 0-1 0 0,-1 0 1 0 0,0 1-1 0 0,1-1 1 0 0,-1 1-1 0 0,0-1 1 0 0,1 1-1 0 0,-1-1 1 0 0,0 1-1 0 0,1 0 1 0 0,-1-1-1 0 0,0 1 1 0 0,1 1-1 0 0,1 1-30 0 0,-1-1 0 0 0,0 0 0 0 0,0 1 0 0 0,-1 0-1 0 0,1-1 1 0 0,0 1 0 0 0,-1 0 0 0 0,0 0 0 0 0,2 3 0 0 0,1 9-101 0 0,0 0 1 0 0,-1 0-1 0 0,1 18 1 0 0,-3-19 92 0 0,33 176-22 0 0,80 256 1 0 0,-99-398-265 0 0,13 53 0 0 0,-26-89 0 0 0,0-1 0 0 0,-1 1 0 0 0,0 0 0 0 0,-1 0 0 0 0,0-1 0 0 0,-3 21 0 0 0,2-29 5 0 0,0 0 0 0 0,0 0 1 0 0,0 0-1 0 0,-1 0 0 0 0,1-1 0 0 0,-1 1 0 0 0,1 0 0 0 0,-1-1 0 0 0,0 0 1 0 0,0 1-1 0 0,0-1 0 0 0,0 0 0 0 0,-1 0 0 0 0,1 0 0 0 0,-1 0 0 0 0,1 0 1 0 0,-1-1-1 0 0,1 1 0 0 0,-1-1 0 0 0,0 0 0 0 0,0 0 0 0 0,0 0 0 0 0,0 0 1 0 0,0 0-1 0 0,0 0 0 0 0,0-1 0 0 0,-4 1 0 0 0,-10 1 45 0 0,-1-1 1 0 0,0-1-1 0 0,-26-2 0 0 0,32 1-36 0 0,-290-2 142 0 0,116 5-463 0 0,-415 0-549 0 0,209 3 462 0 0,237-2 236 0 0,-210 12-322 0 0,110-2-8 0 0,-249 15-1476 0 0,-111 3-1818 0 0,96-1 1939 0 0,142-6-292 0 0,255-18 406 0 0,-329 11 892 0 0,2-37 5024 0 0,388 14-3822 0 0,1-4 0 0 0,0-2 1 0 0,1-2-1 0 0,0-3 1 0 0,1-3-1 0 0,-76-36 0 0 0,124 50-388 0 0,0 0-1 0 0,1 0 1 0 0,0-1-1 0 0,0-1 0 0 0,0 1 1 0 0,1-2-1 0 0,0 1 1 0 0,0-1-1 0 0,1 0 0 0 0,1 0 1 0 0,-1-1-1 0 0,1 0 1 0 0,1 0-1 0 0,-8-19 0 0 0,2-6-9 0 0,1 1-1 0 0,2-1 1 0 0,-5-50-1 0 0,-6-21 1706 0 0,9 56-251 0 0,-6-90 1 0 0,15 86-892 0 0,1 22-378 0 0,-1 1-1 0 0,-1 0 0 0 0,-9-43 0 0 0,11 74-187 0 0,0-1 1 0 0,-1 1 0 0 0,1-1-1 0 0,0 1 1 0 0,0 0 0 0 0,-1-1-1 0 0,1 1 1 0 0,0-1 0 0 0,0 0-1 0 0,0 1 1 0 0,0-1 0 0 0,0 1-1 0 0,0-1 1 0 0,-1 1 0 0 0,1-1-1 0 0,1 1 1 0 0,-1-1 0 0 0,0 1-1 0 0,0-1 1 0 0,0 1 0 0 0,0-1-1 0 0,0 1 1 0 0,0-1 0 0 0,0 1-1 0 0,1-1 1 0 0,-1 1 0 0 0,0-1-1 0 0,0 1 1 0 0,1-1 0 0 0,-1 1-1 0 0,0-1 1 0 0,1 1 0 0 0,-1 0-1 0 0,1-1 1 0 0,-1 1 0 0 0,0 0-1 0 0,1-1 1 0 0,-1 1 0 0 0,1 0-1 0 0,-1 0 1 0 0,1-1 0 0 0,-1 1-1 0 0,1 0 1 0 0,-1 0 0 0 0,1 0-1 0 0,-1-1 1 0 0,1 1 0 0 0,-1 0-1 0 0,1 0 1 0 0,-1 0 0 0 0,1 0-1 0 0,-1 0 1 0 0,1 0 0 0 0,-1 0-1 0 0,1 0 1 0 0,0 1 0 0 0,-1-1-1 0 0,1 0 1 0 0,17-2-281 0 0,29-7-1294 0 0,61-5 1 0 0,8-1 1922 0 0,-8-1 41 0 0,1 5-1 0 0,136 2 0 0 0,615-21 1002 0 0,-378 8-800 0 0,-36 16-136 0 0,198-10 306 0 0,-367-9-768 0 0,206-10-58 0 0,-255 26 153 0 0,93 1 8 0 0,-90 16 45 0 0,-90-1 827 0 0,231-17 0 0 0,-323 4-884 0 0,-1 3 0 0 0,1 1 1 0 0,-1 2-1 0 0,67 10 0 0 0,64 9-1261 0 0,-149-18 1071 0 0,-1-2 1 0 0,0-1-1 0 0,0-1 0 0 0,33-8 0 0 0,-41 5-234 0 0</inkml:trace>
</inkml:ink>
</file>

<file path=ppt/ink/ink1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28.872"/>
    </inkml:context>
    <inkml:brush xml:id="br0">
      <inkml:brushProperty name="width" value="0.1" units="cm"/>
      <inkml:brushProperty name="height" value="0.1" units="cm"/>
      <inkml:brushProperty name="color" value="#FF0066"/>
    </inkml:brush>
  </inkml:definitions>
  <inkml:trace contextRef="#ctx0" brushRef="#br0">48 1 7834 0 0,'0'9'4589'0'0,"4"38"-3238"0"0,0 43-650 0 0,-5 1 1 0 0,-15 126 0 0 0,-1-9-626 0 0,16 535 506 0 0,36 1 813 0 0,2 33 877 0 0,-24-476-1390 0 0,2 207 259 0 0,-22-346-868 0 0,5-139-249 0 0,-2 1 1 0 0,0-1-1 0 0,-2 0 1 0 0,-14 39-1 0 0,20-60-93 0 0,-1 0 0 0 0,0 0 0 0 0,0 0 0 0 0,0 0 0 0 0,0 0-1 0 0,0 0 1 0 0,0-1 0 0 0,-1 1 0 0 0,1 0 0 0 0,-1 0 0 0 0,1-1 0 0 0,-1 1 0 0 0,1-1-1 0 0,-1 0 1 0 0,0 1 0 0 0,-3 1 0 0 0,4-3-48 0 0,-1 0-1 0 0,1 0 1 0 0,0 0 0 0 0,0-1-1 0 0,-1 1 1 0 0,1 0 0 0 0,0 0 0 0 0,0-1-1 0 0,0 1 1 0 0,-1-1 0 0 0,1 1-1 0 0,0-1 1 0 0,0 1 0 0 0,0-1-1 0 0,0 0 1 0 0,0 0 0 0 0,0 1 0 0 0,0-1-1 0 0,0 0 1 0 0,0 0 0 0 0,1 0-1 0 0,-1 0 1 0 0,0 0 0 0 0,0 0-1 0 0,1 0 1 0 0,-1 0 0 0 0,1-1-1 0 0,-1 1 1 0 0,0-2 0 0 0,-10-20-201 0 0,-1-10 288 0 0</inkml:trace>
</inkml:ink>
</file>

<file path=ppt/ink/ink1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29.370"/>
    </inkml:context>
    <inkml:brush xml:id="br0">
      <inkml:brushProperty name="width" value="0.1" units="cm"/>
      <inkml:brushProperty name="height" value="0.1" units="cm"/>
      <inkml:brushProperty name="color" value="#FF0066"/>
    </inkml:brush>
  </inkml:definitions>
  <inkml:trace contextRef="#ctx0" brushRef="#br0">15 0 13363 0 0,'0'0'48'0'0,"-1"1"1"0"0,0-1 0 0 0,0 0-1 0 0,1 1 1 0 0,-1-1-1 0 0,0 0 1 0 0,0 1-1 0 0,1-1 1 0 0,-1 1 0 0 0,0-1-1 0 0,1 1 1 0 0,-1-1-1 0 0,1 1 1 0 0,-1-1-1 0 0,1 1 1 0 0,-1 0 0 0 0,1-1-1 0 0,-1 1 1 0 0,1 0-1 0 0,-1-1 1 0 0,1 1-1 0 0,0 0 1 0 0,0 0 0 0 0,-1-1-1 0 0,1 1 1 0 0,0 0-1 0 0,0 0 1 0 0,0 1-1 0 0,17 15-316 0 0,-9-12 239 0 0,10 8-221 0 0,1-2 0 0 0,1 0 0 0 0,0-1 0 0 0,0-1 0 0 0,1-1 0 0 0,0 0 0 0 0,0-2 0 0 0,0-1 0 0 0,1 0 0 0 0,25 1 0 0 0,30 0-449 0 0,124-8-1 0 0,-88-1 477 0 0,529-18 771 0 0,-487 17-207 0 0,212 3 382 0 0,-146 5-557 0 0,67 3-179 0 0,-1-5 53 0 0,-59-1-66 0 0,-184 0-221 0 0</inkml:trace>
</inkml:ink>
</file>

<file path=ppt/ink/ink1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0.093"/>
    </inkml:context>
    <inkml:brush xml:id="br0">
      <inkml:brushProperty name="width" value="0.1" units="cm"/>
      <inkml:brushProperty name="height" value="0.1" units="cm"/>
      <inkml:brushProperty name="color" value="#FF0066"/>
    </inkml:brush>
  </inkml:definitions>
  <inkml:trace contextRef="#ctx0" brushRef="#br0">3036 1 13363 0 0,'13'192'1994'0'0,"-1"-51"-1716"0"0,-11 329 655 0 0,-2-72-205 0 0,17 89-323 0 0,6 383 515 0 0,-10-236-748 0 0,-6-418-45 0 0,-19 417 2830 0 0,14-629-2918 0 0,-2-1 0 0 0,1 0 0 0 0,0 0 0 0 0,0 1 0 0 0,-1-1 0 0 0,0 0 0 0 0,0 0 0 0 0,0 0 0 0 0,0 0 0 0 0,0 0 0 0 0,0 0-1 0 0,-1 0 1 0 0,-3 5 0 0 0,3-7-31 0 0,1 1 0 0 0,-1-1 0 0 0,0 0 0 0 0,1-1 0 0 0,-1 1 0 0 0,0 0 0 0 0,0 0 0 0 0,0-1 0 0 0,0 1 0 0 0,0-1 0 0 0,0 0 0 0 0,1 1 0 0 0,-1-1 0 0 0,0 0-1 0 0,0 0 1 0 0,0 0 0 0 0,0-1 0 0 0,0 1 0 0 0,0 0 0 0 0,0-1 0 0 0,0 1 0 0 0,0-1 0 0 0,0 0 0 0 0,-1 0 0 0 0,-45-17-22 0 0,-67-34 0 0 0,16 6-116 0 0,55 27-1 0 0,-2 2-1 0 0,1 2 0 0 0,-2 2 0 0 0,0 2 0 0 0,0 3 0 0 0,-93-6 1 0 0,-530 55-2597 0 0,341-10 2959 0 0,-342 9 3124 0 0,47 41-3861 0 0,575-74-615 0 0,28-4 273 0 0</inkml:trace>
</inkml:ink>
</file>

<file path=ppt/ink/ink1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0.816"/>
    </inkml:context>
    <inkml:brush xml:id="br0">
      <inkml:brushProperty name="width" value="0.1" units="cm"/>
      <inkml:brushProperty name="height" value="0.1" units="cm"/>
      <inkml:brushProperty name="color" value="#FF0066"/>
    </inkml:brush>
  </inkml:definitions>
  <inkml:trace contextRef="#ctx0" brushRef="#br0">22 208 6561 0 0,'11'-14'340'0'0,"-1"0"-1"0"0,0-1 0 0 0,-1-1 1 0 0,0 1-1 0 0,-2-1 0 0 0,1-1 1 0 0,-2 1-1 0 0,7-29 0 0 0,-18 18 1568 0 0,-11 15 4548 0 0,15 13-6341 0 0,0 2 115 0 0,0 0 0 0 0,-1 0 0 0 0,1 0 1 0 0,1 1-1 0 0,-1-1 0 0 0,0 0 0 0 0,1 1 1 0 0,0-1-1 0 0,-1 1 0 0 0,2-1 0 0 0,-1 0 1 0 0,1 7-1 0 0,0 5-39 0 0,-45 581-941 0 0,35-552-108 0 0,9-41 599 0 0,-1-1-1 0 0,0 0 1 0 0,0 1 0 0 0,0-1-1 0 0,-1 0 1 0 0,1 1 0 0 0,0-1-1 0 0,-1 0 1 0 0,0 0 0 0 0,1 0-1 0 0,-1 0 1 0 0,0 0 0 0 0,0-1-1 0 0,-4 3 1 0 0</inkml:trace>
</inkml:ink>
</file>

<file path=ppt/ink/ink1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1.053"/>
    </inkml:context>
    <inkml:brush xml:id="br0">
      <inkml:brushProperty name="width" value="0.1" units="cm"/>
      <inkml:brushProperty name="height" value="0.1" units="cm"/>
      <inkml:brushProperty name="color" value="#FF0066"/>
    </inkml:brush>
  </inkml:definitions>
  <inkml:trace contextRef="#ctx0" brushRef="#br0">0 93 3225 0 0,'13'-33'-167'0'0,"-10"27"904"0"0,0 1 0 0 0,0-1-1 0 0,1 0 1 0 0,-1 1 0 0 0,1 0 0 0 0,5-6-1 0 0,-7 10-515 0 0,-1-1 1 0 0,1 1-1 0 0,0 0 0 0 0,-1-1 0 0 0,1 1 0 0 0,0 0 0 0 0,0 0 1 0 0,0 0-1 0 0,0 0 0 0 0,0 0 0 0 0,0 1 0 0 0,0-1 0 0 0,0 0 1 0 0,0 1-1 0 0,1 0 0 0 0,-1 0 0 0 0,0-1 0 0 0,0 1 0 0 0,0 0 1 0 0,1 1-1 0 0,-1-1 0 0 0,0 0 0 0 0,0 1 0 0 0,0-1 0 0 0,0 1 1 0 0,0 0-1 0 0,0-1 0 0 0,0 1 0 0 0,0 0 0 0 0,0 0 0 0 0,0 0 1 0 0,0 1-1 0 0,0-1 0 0 0,-1 0 0 0 0,1 1 0 0 0,0-1 0 0 0,1 3 1 0 0,8 6 162 0 0,-1 1 1 0 0,0 0-1 0 0,0 1 1 0 0,-1 1 0 0 0,0-1-1 0 0,-1 1 1 0 0,8 19 0 0 0,38 104 226 0 0,-39-93-525 0 0,14 45-177 0 0,16 38-509 0 0,-36-104-970 0 0,21 35-1 0 0,-16-36-4509 0 0</inkml:trace>
</inkml:ink>
</file>

<file path=ppt/ink/ink1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1.259"/>
    </inkml:context>
    <inkml:brush xml:id="br0">
      <inkml:brushProperty name="width" value="0.1" units="cm"/>
      <inkml:brushProperty name="height" value="0.1" units="cm"/>
      <inkml:brushProperty name="color" value="#FF0066"/>
    </inkml:brush>
  </inkml:definitions>
  <inkml:trace contextRef="#ctx0" brushRef="#br0">22 105 7370 0 0,'-1'0'81'0'0,"0"0"0"0"0,0 1 0 0 0,-1-2 0 0 0,1 1 0 0 0,0 0 0 0 0,0 0 0 0 0,-1 0 0 0 0,1 0 0 0 0,0-1 0 0 0,0 1 0 0 0,0-1 0 0 0,-1 1 0 0 0,1-1 0 0 0,-1 0 0 0 0,1 0 27 0 0,1 1-1 0 0,0 0 0 0 0,0-1 1 0 0,-1 1-1 0 0,1 0 1 0 0,0-1-1 0 0,0 1 1 0 0,0-1-1 0 0,0 1 1 0 0,0 0-1 0 0,0-1 0 0 0,0 1 1 0 0,0-1-1 0 0,0 1 1 0 0,0 0-1 0 0,0-1 1 0 0,0 1-1 0 0,0-1 1 0 0,0 1-1 0 0,0 0 1 0 0,0-1-1 0 0,0 1 0 0 0,0 0 1 0 0,0-1-1 0 0,1 1 1 0 0,-1 0-1 0 0,0-1 1 0 0,0 1-1 0 0,1-1 1 0 0,2-3 421 0 0,0 0 0 0 0,0 0 0 0 0,1 1 0 0 0,-1-1 0 0 0,9-5 0 0 0,6-3-864 0 0,0 0 0 0 0,29-14 0 0 0,-24 15-4729 0 0</inkml:trace>
</inkml:ink>
</file>

<file path=ppt/ink/ink1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1.593"/>
    </inkml:context>
    <inkml:brush xml:id="br0">
      <inkml:brushProperty name="width" value="0.1" units="cm"/>
      <inkml:brushProperty name="height" value="0.1" units="cm"/>
      <inkml:brushProperty name="color" value="#FF0066"/>
    </inkml:brush>
  </inkml:definitions>
  <inkml:trace contextRef="#ctx0" brushRef="#br0">1 242 8754 0 0,'2'-1'270'0'0,"0"0"0"0"0,0 0-1 0 0,0 1 1 0 0,0-1 0 0 0,0 1 0 0 0,0-1 0 0 0,0 1 0 0 0,0 0-1 0 0,0 0 1 0 0,0 0 0 0 0,1 0 0 0 0,-1 0 0 0 0,0 0 0 0 0,0 0 0 0 0,0 1-1 0 0,0-1 1 0 0,3 2 0 0 0,45 14 888 0 0,-42-14-756 0 0,2 3-248 0 0,0 0 0 0 0,0 0 0 0 0,0 1 0 0 0,17 13-1 0 0,-18-12-151 0 0,0 0 0 0 0,1-1 0 0 0,19 9-1 0 0,-34-17 290 0 0,1 0-1 0 0,-1 0 1 0 0,0-1-1 0 0,1 0 0 0 0,0 1 1 0 0,-1-2-1 0 0,1 1 1 0 0,1 0-1 0 0,-1-1 0 0 0,0 0 1 0 0,1 0-1 0 0,0 0 1 0 0,0 0-1 0 0,0 0 0 0 0,-3-6 1 0 0,3 3-238 0 0,1 0 1 0 0,-1 1-1 0 0,1-1 1 0 0,1 0-1 0 0,-1-1 1 0 0,1 1-1 0 0,0 0 1 0 0,1 0-1 0 0,0-1 1 0 0,1-6 0 0 0,0 0-672 0 0,1-1 1 0 0,1 1 0 0 0,0 1 0 0 0,1-1 0 0 0,1 1 0 0 0,0-1 0 0 0,1 1 0 0 0,0 0 0 0 0,1 1 0 0 0,1 0 0 0 0,8-11 0 0 0,0 3-4575 0 0</inkml:trace>
</inkml:ink>
</file>

<file path=ppt/ink/ink1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2.097"/>
    </inkml:context>
    <inkml:brush xml:id="br0">
      <inkml:brushProperty name="width" value="0.1" units="cm"/>
      <inkml:brushProperty name="height" value="0.1" units="cm"/>
      <inkml:brushProperty name="color" value="#FF0066"/>
    </inkml:brush>
  </inkml:definitions>
  <inkml:trace contextRef="#ctx0" brushRef="#br0">313 498 5985 0 0,'-6'-5'363'0'0,"-1"0"0"0"0,1 0 0 0 0,-1 0 0 0 0,0 1 0 0 0,0 0 0 0 0,0 1 0 0 0,0-1 0 0 0,-1 1 0 0 0,1 1 0 0 0,-1-1 0 0 0,0 1 0 0 0,0 1 0 0 0,1-1 0 0 0,-1 1 0 0 0,0 1 0 0 0,0 0 0 0 0,0 0 0 0 0,-1 0 0 0 0,1 1 0 0 0,1 0 0 0 0,-10 3 0 0 0,10-3-187 0 0,-1 1 0 0 0,1 1 1 0 0,0-1-1 0 0,0 1 0 0 0,0 0 0 0 0,1 1 1 0 0,-1-1-1 0 0,1 1 0 0 0,0 1 1 0 0,0-1-1 0 0,0 1 0 0 0,1 0 0 0 0,-1 0 1 0 0,1 1-1 0 0,0-1 0 0 0,1 1 1 0 0,0 1-1 0 0,-1-1 0 0 0,2 0 0 0 0,-1 1 1 0 0,1 0-1 0 0,-4 11 0 0 0,5-9-268 0 0,0 1 0 0 0,0-1 0 0 0,1 0-1 0 0,0 1 1 0 0,1-1 0 0 0,0 1 0 0 0,1 0 0 0 0,-1-1 0 0 0,5 18-1 0 0,-4-24-8 0 0,0 0 0 0 0,0-1 1 0 0,0 1-1 0 0,0 0 0 0 0,0-1 0 0 0,0 1 0 0 0,1-1 0 0 0,-1 0 0 0 0,1 1 0 0 0,-1-1 0 0 0,1 0 0 0 0,0 0 0 0 0,0 0 0 0 0,0 0 0 0 0,0-1 0 0 0,1 1 0 0 0,-1 0 0 0 0,0-1 0 0 0,1 1 0 0 0,-1-1 0 0 0,1 0 0 0 0,-1 0 0 0 0,1 0 0 0 0,-1 0 0 0 0,1 0 0 0 0,0-1 0 0 0,0 1 0 0 0,-1-1 1 0 0,1 0-1 0 0,0 0 0 0 0,0 0 0 0 0,0 0 0 0 0,-1 0 0 0 0,1-1 0 0 0,0 1 0 0 0,-1-1 0 0 0,5-1 0 0 0,0 0-116 0 0,0 0 0 0 0,-1 0 1 0 0,0-1-1 0 0,1 1 0 0 0,-1-2 0 0 0,0 1 0 0 0,0-1 1 0 0,-1 0-1 0 0,1 0 0 0 0,-1 0 0 0 0,8-9 1 0 0,-6 5 50 0 0,0-1 1 0 0,0 0-1 0 0,-1-1 1 0 0,0 0-1 0 0,-1 0 1 0 0,6-15-1 0 0,-1-3 143 0 0,-1-1 0 0 0,-2-1 0 0 0,-1 1 0 0 0,3-42-1 0 0,-8 46 242 0 0,-1 1-1 0 0,0 0 1 0 0,-2-1-1 0 0,-1 1 1 0 0,-1 0-1 0 0,-8-29 1 0 0,1 18 1030 0 0,-1 1 0 0 0,-1 0 0 0 0,-28-49 0 0 0,40 81-1035 0 0,-1-1-1 0 0,1 1 1 0 0,-1-1-1 0 0,0 1 1 0 0,0-1-1 0 0,0 1 0 0 0,0 0 1 0 0,0 0-1 0 0,0 0 1 0 0,0 0-1 0 0,-5-2 1 0 0,7 4-147 0 0,-1-1 0 0 0,1 1-1 0 0,-1 0 1 0 0,1 0 0 0 0,-1 0 0 0 0,1 0 0 0 0,-1 0-1 0 0,1 0 1 0 0,-1 0 0 0 0,0 0 0 0 0,1 0 0 0 0,-1 0 0 0 0,1 0-1 0 0,-1 0 1 0 0,1 0 0 0 0,-1 0 0 0 0,1 0 0 0 0,-1 1-1 0 0,0-1 1 0 0,1 0 0 0 0,-1 0 0 0 0,1 1 0 0 0,-1 0 0 0 0,-1 0 2 0 0,1 0 1 0 0,0 1-1 0 0,0-1 1 0 0,0 1 0 0 0,0-1-1 0 0,0 1 1 0 0,0-1 0 0 0,1 1-1 0 0,-1 0 1 0 0,0-1 0 0 0,0 4-1 0 0,-2 7 66 0 0,1 0 0 0 0,0 1 0 0 0,1-1 0 0 0,1 1 0 0 0,0-1 0 0 0,0 1 0 0 0,4 21 0 0 0,24 87-135 0 0,-27-116 14 0 0,82 242 115 0 0,-4-15-166 0 0,-78-230 69 0 0,11 41-1196 0 0,0-1-3844 0 0,0 1-1823 0 0</inkml:trace>
</inkml:ink>
</file>

<file path=ppt/ink/ink1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5.443"/>
    </inkml:context>
    <inkml:brush xml:id="br0">
      <inkml:brushProperty name="width" value="0.1" units="cm"/>
      <inkml:brushProperty name="height" value="0.1" units="cm"/>
      <inkml:brushProperty name="color" value="#FF0066"/>
    </inkml:brush>
  </inkml:definitions>
  <inkml:trace contextRef="#ctx0" brushRef="#br0">1 1 14283 0 0,'1'16'604'0'0,"1"0"-1"0"0,7 30 1 0 0,0-3-540 0 0,32 379-662 0 0,-19-134-615 0 0,-18-253 464 0 0,2 1 1 0 0,12 43-1 0 0,-10-55-3654 0 0</inkml:trace>
</inkml:ink>
</file>

<file path=ppt/ink/ink1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6.155"/>
    </inkml:context>
    <inkml:brush xml:id="br0">
      <inkml:brushProperty name="width" value="0.1" units="cm"/>
      <inkml:brushProperty name="height" value="0.1" units="cm"/>
      <inkml:brushProperty name="color" value="#FF0066"/>
    </inkml:brush>
  </inkml:definitions>
  <inkml:trace contextRef="#ctx0" brushRef="#br0">1 518 6913 0 0,'45'-8'821'0'0,"1"1"-1"0"0,0 3 0 0 0,71 3 0 0 0,-47 0-508 0 0,522 4 111 0 0,-68-3 2115 0 0,-26 19-1314 0 0,79-9-296 0 0,-132-22-148 0 0,-350 9-647 0 0,140-5-101 0 0,341-17-32 0 0,-75-5 0 0 0,-292 16 0 0 0,111-9 0 0 0,3-7 0 0 0,432-43 0 0 0,2283-197-54 0 0,-2115 230-97 0 0,-46 42-68 0 0,-414 3 88 0 0,107 7 114 0 0,-5 0 20 0 0,125-4 122 0 0,291 1 86 0 0,-791-10-204 0 0,468-9 191 0 0,-190-12-537 0 0,-364 13-840 0 0,-59 3 556 0 0</inkml:trace>
</inkml:ink>
</file>

<file path=ppt/ink/ink1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6.600"/>
    </inkml:context>
    <inkml:brush xml:id="br0">
      <inkml:brushProperty name="width" value="0.1" units="cm"/>
      <inkml:brushProperty name="height" value="0.1" units="cm"/>
      <inkml:brushProperty name="color" value="#FF0066"/>
    </inkml:brush>
  </inkml:definitions>
  <inkml:trace contextRef="#ctx0" brushRef="#br0">152 2 10970 0 0,'-1'0'39'0'0,"1"0"0"0"0,-1-1 1 0 0,0 1-1 0 0,0 0 0 0 0,1 0 0 0 0,-1 0 0 0 0,0 0 0 0 0,0 0 0 0 0,0 0 0 0 0,1 0 0 0 0,-1 0 0 0 0,0 0 0 0 0,0 0 0 0 0,1 1 0 0 0,-1-1 0 0 0,0 0 0 0 0,1 0 0 0 0,-1 1 1 0 0,0-1-1 0 0,0 0 0 0 0,1 1 0 0 0,-1-1 0 0 0,1 1 0 0 0,-1-1 0 0 0,0 1 0 0 0,0 0 0 0 0,-6 21 159 0 0,6-11-232 0 0,-59 336 4170 0 0,26-132-3635 0 0,22-132-1730 0 0,-4 121-1 0 0,14-134-4015 0 0</inkml:trace>
</inkml:ink>
</file>

<file path=ppt/ink/ink1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7.377"/>
    </inkml:context>
    <inkml:brush xml:id="br0">
      <inkml:brushProperty name="width" value="0.1" units="cm"/>
      <inkml:brushProperty name="height" value="0.1" units="cm"/>
      <inkml:brushProperty name="color" value="#FF0066"/>
    </inkml:brush>
  </inkml:definitions>
  <inkml:trace contextRef="#ctx0" brushRef="#br0">42 188 4609 0 0,'-5'2'278'0'0,"3"-2"-183"0"0,-1 0 1 0 0,1 0 0 0 0,0 1 0 0 0,0-1 0 0 0,1 1 0 0 0,-1-1 0 0 0,0 1 0 0 0,0 0 0 0 0,0 0 0 0 0,0 0 0 0 0,0 0 0 0 0,1 0 0 0 0,-1 0 0 0 0,0 0 0 0 0,1 1 0 0 0,-1-1 0 0 0,1 1-1 0 0,-3 2 1 0 0,4-4-52 0 0,1 1 0 0 0,-1-1 0 0 0,0 0 0 0 0,0 0-1 0 0,0 1 1 0 0,0-1 0 0 0,0 0 0 0 0,0 1 0 0 0,1-1 0 0 0,-1 0-1 0 0,0 0 1 0 0,0 1 0 0 0,0-1 0 0 0,1 0 0 0 0,-1 0-1 0 0,0 0 1 0 0,0 1 0 0 0,1-1 0 0 0,-1 0 0 0 0,0 0-1 0 0,0 0 1 0 0,1 0 0 0 0,-1 1 0 0 0,0-1 0 0 0,1 0-1 0 0,-1 0 1 0 0,0 0 0 0 0,1 0 0 0 0,-1 0 0 0 0,0 0-1 0 0,0 0 1 0 0,1 0 0 0 0,-1 0 0 0 0,0 0 0 0 0,1 0-1 0 0,-1 0 1 0 0,0 0 0 0 0,1 0 0 0 0,-1 0 0 0 0,0-1 0 0 0,1 1-1 0 0,-1 0 1 0 0,17-1 765 0 0,311-76 7151 0 0,-103 22-6263 0 0,-105 21-1408 0 0,8-1-217 0 0,-108 31-301 0 0,0 0 0 0 0,0 2 0 0 0,1 0 0 0 0,28 2 0 0 0,-31 3-1414 0 0,-3 1-4403 0 0</inkml:trace>
</inkml:ink>
</file>

<file path=ppt/ink/ink1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7.649"/>
    </inkml:context>
    <inkml:brush xml:id="br0">
      <inkml:brushProperty name="width" value="0.1" units="cm"/>
      <inkml:brushProperty name="height" value="0.1" units="cm"/>
      <inkml:brushProperty name="color" value="#FF0066"/>
    </inkml:brush>
  </inkml:definitions>
  <inkml:trace contextRef="#ctx0" brushRef="#br0">0 0 4609 0 0,'34'24'5587'0'0,"-24"-13"-4833"0"0,-1 2 1 0 0,-1-1 0 0 0,0 1-1 0 0,0 0 1 0 0,-2 1 0 0 0,1 0-1 0 0,4 17 1 0 0,26 106 1176 0 0,-33-121-1831 0 0,17 85 125 0 0,14 54-610 0 0,-26-126-2763 0 0,18 41 0 0 0,-16-47-1947 0 0</inkml:trace>
</inkml:ink>
</file>

<file path=ppt/ink/ink1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7.936"/>
    </inkml:context>
    <inkml:brush xml:id="br0">
      <inkml:brushProperty name="width" value="0.1" units="cm"/>
      <inkml:brushProperty name="height" value="0.1" units="cm"/>
      <inkml:brushProperty name="color" value="#FF0066"/>
    </inkml:brush>
  </inkml:definitions>
  <inkml:trace contextRef="#ctx0" brushRef="#br0">26 24 4609 0 0,'-6'-5'31'0'0,"-13"-10"1834"0"0,19 11-395 0 0,14 6 32 0 0,42 12 1663 0 0,65 28 1 0 0,-91-30-2518 0 0,-1 2 1 0 0,0 1 0 0 0,47 34 0 0 0,-46-27-598 0 0,49 37 117 0 0,-29-16-2845 0 0,-36-29-3146 0 0</inkml:trace>
</inkml:ink>
</file>

<file path=ppt/ink/ink1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8.200"/>
    </inkml:context>
    <inkml:brush xml:id="br0">
      <inkml:brushProperty name="width" value="0.1" units="cm"/>
      <inkml:brushProperty name="height" value="0.1" units="cm"/>
      <inkml:brushProperty name="color" value="#FF0066"/>
    </inkml:brush>
  </inkml:definitions>
  <inkml:trace contextRef="#ctx0" brushRef="#br0">394 80 6449 0 0,'-5'-8'320'0'0,"-1"0"0"0"0,0 0-1 0 0,0 1 1 0 0,-1 0 0 0 0,0 1-1 0 0,0-1 1 0 0,-9-5 0 0 0,13 10-51 0 0,0 0 0 0 0,1 0-1 0 0,-1 0 1 0 0,0 1 0 0 0,0 0 0 0 0,0-1 0 0 0,0 1 0 0 0,0 0 0 0 0,-1 0 0 0 0,1 1-1 0 0,0-1 1 0 0,0 1 0 0 0,0-1 0 0 0,-1 1 0 0 0,1 0 0 0 0,0 0 0 0 0,-1 1 0 0 0,1-1-1 0 0,0 1 1 0 0,0-1 0 0 0,0 1 0 0 0,-1 0 0 0 0,1 0 0 0 0,-4 3 0 0 0,3-2-86 0 0,0 1 1 0 0,1 0-1 0 0,0 0 0 0 0,-1 1 1 0 0,1-1-1 0 0,1 1 1 0 0,-1-1-1 0 0,0 1 0 0 0,1 0 1 0 0,-3 6-1 0 0,-19 48 415 0 0,18-41-430 0 0,-167 511 632 0 0,172-525-875 0 0,-10 43 193 0 0,11-43-365 0 0,-1 0-1 0 0,1 1 1 0 0,0-1 0 0 0,0 0-1 0 0,0 0 1 0 0,1 0 0 0 0,-1 1-1 0 0,0-1 1 0 0,1 0 0 0 0,0 0-1 0 0,0 0 1 0 0,1 3-1 0 0</inkml:trace>
</inkml:ink>
</file>

<file path=ppt/ink/ink1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9.321"/>
    </inkml:context>
    <inkml:brush xml:id="br0">
      <inkml:brushProperty name="width" value="0.1" units="cm"/>
      <inkml:brushProperty name="height" value="0.1" units="cm"/>
      <inkml:brushProperty name="color" value="#FF0066"/>
    </inkml:brush>
  </inkml:definitions>
  <inkml:trace contextRef="#ctx0" brushRef="#br0">0 1 1840 0 0</inkml:trace>
</inkml:ink>
</file>

<file path=ppt/ink/ink1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9.537"/>
    </inkml:context>
    <inkml:brush xml:id="br0">
      <inkml:brushProperty name="width" value="0.1" units="cm"/>
      <inkml:brushProperty name="height" value="0.1" units="cm"/>
      <inkml:brushProperty name="color" value="#FF0066"/>
    </inkml:brush>
  </inkml:definitions>
  <inkml:trace contextRef="#ctx0" brushRef="#br0">1 298 6009 0 0,'2'-17'-3'0'0,"0"0"0"0"0,-2 0 0 0 0,0 1 0 0 0,-2-19-1 0 0,-1-26 271 0 0,5-74 8560 0 0,5 152-7274 0 0,3 5-957 0 0,-2 8-297 0 0,0 0 1 0 0,-3 0-1 0 0,5 61 1 0 0,-11 94-21 0 0,-2-132-250 0 0,2 0 0 0 0,3 0 0 0 0,1 0 0 0 0,13 55-1 0 0,-3-60 57 0 0,-1-7-4153 0 0</inkml:trace>
</inkml:ink>
</file>

<file path=ppt/ink/ink1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9.919"/>
    </inkml:context>
    <inkml:brush xml:id="br0">
      <inkml:brushProperty name="width" value="0.1" units="cm"/>
      <inkml:brushProperty name="height" value="0.1" units="cm"/>
      <inkml:brushProperty name="color" value="#FF0066"/>
    </inkml:brush>
  </inkml:definitions>
  <inkml:trace contextRef="#ctx0" brushRef="#br0">0 196 5985 0 0,'0'-5'141'0'0,"0"-1"0"0"0,0 1-1 0 0,1 0 1 0 0,-1-1 0 0 0,1 1-1 0 0,0 0 1 0 0,1 0 0 0 0,-1-1 0 0 0,1 1-1 0 0,0 0 1 0 0,0 1 0 0 0,1-1-1 0 0,-1 0 1 0 0,1 1 0 0 0,0-1 0 0 0,1 1-1 0 0,-1 0 1 0 0,6-5 0 0 0,1-3 304 0 0,2 1 0 0 0,-1 1 0 0 0,1 0 0 0 0,1 1 0 0 0,16-10 0 0 0,-21 14-72 0 0,1 1 0 0 0,-1 1-1 0 0,1 0 1 0 0,-1 0 0 0 0,1 1-1 0 0,0 0 1 0 0,0 0 0 0 0,17 0 0 0 0,-20 1-203 0 0,0 1 0 0 0,-1 1 0 0 0,1-1 0 0 0,0 1 0 0 0,-1 0 0 0 0,1 0 0 0 0,-1 0 0 0 0,1 1 0 0 0,-1 0 1 0 0,0 0-1 0 0,1 0 0 0 0,-1 1 0 0 0,0 0 0 0 0,-1 0 0 0 0,8 6 0 0 0,-10-8-171 0 0,-1 1 0 0 0,0 0 0 0 0,1 0 0 0 0,-1 0 0 0 0,0-1 0 0 0,0 1 0 0 0,0 0 0 0 0,-1 0 0 0 0,1 1 0 0 0,0-1 0 0 0,-1 0-1 0 0,1 0 1 0 0,-1 0 0 0 0,0 0 0 0 0,0 0 0 0 0,0 1 0 0 0,0-1 0 0 0,0 0 0 0 0,0 0 0 0 0,0 0 0 0 0,-1 0 0 0 0,1 1 0 0 0,-1-1 0 0 0,0 0 0 0 0,1 0 0 0 0,-1 0 0 0 0,0 0 0 0 0,0 0 0 0 0,-1 0 0 0 0,-1 2-1 0 0,-5 8-67 0 0,0 0 0 0 0,-1-1 0 0 0,-14 15 0 0 0,20-23 77 0 0,-27 27-57 0 0,-45 33 1 0 0,42-37 166 0 0,-40 41 1 0 0,72-65-90 0 0,-1-1 0 0 0,1 1 0 0 0,0 0 0 0 0,-1 0 0 0 0,1-1 0 0 0,0 1 1 0 0,0 0-1 0 0,0 0 0 0 0,0 0 0 0 0,1 0 0 0 0,-1 1 0 0 0,0-1 0 0 0,1 0 0 0 0,-1 0 1 0 0,1 0-1 0 0,0 0 0 0 0,0 1 0 0 0,0 3 0 0 0,1-2 40 0 0,0-1-1 0 0,0 1 0 0 0,0-1 1 0 0,0 1-1 0 0,1-1 1 0 0,0 0-1 0 0,-1 1 0 0 0,1-1 1 0 0,0 0-1 0 0,4 4 1 0 0,7 6 235 0 0,0 0 1 0 0,0-2 0 0 0,29 20-1 0 0,-26-19-220 0 0,7 4-240 0 0,1 0-1 0 0,0-2 0 0 0,1-1 0 0 0,44 17 1 0 0,-51-24-568 0 0,1 0 0 0 0,0-1 0 0 0,0-2 1 0 0,27 3-1 0 0,-15-5-4940 0 0</inkml:trace>
</inkml:ink>
</file>

<file path=ppt/ink/ink1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0.187"/>
    </inkml:context>
    <inkml:brush xml:id="br0">
      <inkml:brushProperty name="width" value="0.1" units="cm"/>
      <inkml:brushProperty name="height" value="0.1" units="cm"/>
      <inkml:brushProperty name="color" value="#FF0066"/>
    </inkml:brush>
  </inkml:definitions>
  <inkml:trace contextRef="#ctx0" brushRef="#br0">1 7 4609 0 0,'0'-1'24'0'0,"0"1"0"0"0,0 0 1 0 0,0 0-1 0 0,0 0 0 0 0,0 0 0 0 0,0 0 1 0 0,0-1-1 0 0,0 1 0 0 0,0 0 0 0 0,0 0 0 0 0,0 0 1 0 0,0 0-1 0 0,0-1 0 0 0,0 1 0 0 0,0 0 1 0 0,0 0-1 0 0,0 0 0 0 0,0 0 0 0 0,0 0 0 0 0,0-1 1 0 0,0 1-1 0 0,0 0 0 0 0,0 0 0 0 0,0 0 1 0 0,0 0-1 0 0,0 0 0 0 0,0-1 0 0 0,0 1 0 0 0,0 0 1 0 0,1 0-1 0 0,-1 0 0 0 0,0 0 0 0 0,0 0 1 0 0,0 0-1 0 0,0 0 0 0 0,0-1 0 0 0,0 1 0 0 0,1 0 1 0 0,-1 0-1 0 0,0 0 0 0 0,0 0 0 0 0,0 0 1 0 0,0 0-1 0 0,0 0 0 0 0,1 0 0 0 0,-1 0 0 0 0,0 0 1 0 0,13 0 1495 0 0,11 4 943 0 0,7 11-919 0 0,-2 2 0 0 0,0 0 0 0 0,0 2 0 0 0,28 25 0 0 0,-26-20-1112 0 0,1-1 1 0 0,50 27-1 0 0,-73-45-547 0 0,1-1 0 0 0,0 0 0 0 0,0-1-1 0 0,18 4 1 0 0,-24-7-347 0 0,1 1 1 0 0,0-1-1 0 0,0 0 0 0 0,0 0 0 0 0,0 0 0 0 0,0 0 1 0 0,6-2-1 0 0</inkml:trace>
</inkml:ink>
</file>

<file path=ppt/ink/ink1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0.360"/>
    </inkml:context>
    <inkml:brush xml:id="br0">
      <inkml:brushProperty name="width" value="0.1" units="cm"/>
      <inkml:brushProperty name="height" value="0.1" units="cm"/>
      <inkml:brushProperty name="color" value="#FF0066"/>
    </inkml:brush>
  </inkml:definitions>
  <inkml:trace contextRef="#ctx0" brushRef="#br0">244 54 1840 0 0,'-5'-13'578'0'0,"-15"-28"7031"0"0,20 41-7484 0 0,-1 0-1 0 0,1 0 1 0 0,-1 0-1 0 0,1 0 0 0 0,-1 0 1 0 0,1 0-1 0 0,0 1 0 0 0,-1-1 1 0 0,1 0-1 0 0,-1 0 1 0 0,1 0-1 0 0,0 0 0 0 0,-1 1 1 0 0,1-1-1 0 0,0 0 1 0 0,-1 0-1 0 0,1 1 0 0 0,0-1 1 0 0,-1 0-1 0 0,1 0 0 0 0,0 1 1 0 0,0-1-1 0 0,-1 1 1 0 0,1-1-1 0 0,0 0 0 0 0,0 1 1 0 0,-1-1-1 0 0,1 0 0 0 0,0 1 1 0 0,0-1-1 0 0,0 1 1 0 0,0-1-1 0 0,0 0 0 0 0,0 2 1 0 0,-11 19 802 0 0,10-18-505 0 0,-83 167 2571 0 0,-15 33-3764 0 0,86-173-5627 0 0</inkml:trace>
</inkml:ink>
</file>

<file path=ppt/ink/ink1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1.537"/>
    </inkml:context>
    <inkml:brush xml:id="br0">
      <inkml:brushProperty name="width" value="0.1" units="cm"/>
      <inkml:brushProperty name="height" value="0.1" units="cm"/>
      <inkml:brushProperty name="color" value="#FF0066"/>
    </inkml:brush>
  </inkml:definitions>
  <inkml:trace contextRef="#ctx0" brushRef="#br0">276 65 6913 0 0,'-25'-9'86'0'0,"0"0"1"0"0,0 2-1 0 0,-1 0 0 0 0,0 2 0 0 0,0 1 0 0 0,0 1 0 0 0,-49 1 0 0 0,53 1 337 0 0,33-2 267 0 0,40-4 410 0 0,-45 7-1070 0 0,356-8 1290 0 0,-214 10-1433 0 0,1111 54 1056 0 0,765 76 1454 0 0,124-108-846 0 0,-1065-30-1049 0 0,1124-31 809 0 0,426-47-1310 0 0,-661 162 1977 0 0,-1856-65-1992 0 0,197 12-543 0 0,-298-26 167 0 0</inkml:trace>
</inkml:ink>
</file>

<file path=ppt/ink/ink1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2.266"/>
    </inkml:context>
    <inkml:brush xml:id="br0">
      <inkml:brushProperty name="width" value="0.1" units="cm"/>
      <inkml:brushProperty name="height" value="0.1" units="cm"/>
      <inkml:brushProperty name="color" value="#FF0066"/>
    </inkml:brush>
  </inkml:definitions>
  <inkml:trace contextRef="#ctx0" brushRef="#br0">5 63 3681 0 0,'-1'-2'541'0'0,"0"2"-360"0"0,1 0-1 0 0,0-1 1 0 0,0 1-1 0 0,0-1 1 0 0,-1 1-1 0 0,1-1 1 0 0,0 1-1 0 0,0-1 1 0 0,0 1-1 0 0,0-1 1 0 0,0 1-1 0 0,0-1 1 0 0,0 1-1 0 0,0-1 1 0 0,0 1-1 0 0,0 0 1 0 0,0-1-1 0 0,0 1 1 0 0,3-5 1985 0 0,-2 4-1986 0 0,11-22 1569 0 0,-9 17-1186 0 0,9-11 3232 0 0,-10 28-1701 0 0,-2 41-1648 0 0,-3 1 1 0 0,-12 73 0 0 0,7-77-398 0 0,3 0 1 0 0,1 0-1 0 0,5 70 0 0 0,8-46-769 0 0,1-25-4330 0 0,-1-14-962 0 0</inkml:trace>
</inkml:ink>
</file>

<file path=ppt/ink/ink1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3.041"/>
    </inkml:context>
    <inkml:brush xml:id="br0">
      <inkml:brushProperty name="width" value="0.1" units="cm"/>
      <inkml:brushProperty name="height" value="0.1" units="cm"/>
      <inkml:brushProperty name="color" value="#FF0066"/>
    </inkml:brush>
  </inkml:definitions>
  <inkml:trace contextRef="#ctx0" brushRef="#br0">1 1 3225 0 0,'5'36'10018'0'0,"-4"55"-8630"0"0,-2-63-168 0 0,10 172 447 0 0,-4-165-2215 0 0,0 0 0 0 0,3 0 0 0 0,19 56 0 0 0,-11-50-599 0 0,0 1-5 0 0</inkml:trace>
</inkml:ink>
</file>

<file path=ppt/ink/ink1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4.584"/>
    </inkml:context>
    <inkml:brush xml:id="br0">
      <inkml:brushProperty name="width" value="0.1" units="cm"/>
      <inkml:brushProperty name="height" value="0.1" units="cm"/>
      <inkml:brushProperty name="color" value="#FF0066"/>
    </inkml:brush>
  </inkml:definitions>
  <inkml:trace contextRef="#ctx0" brushRef="#br0">199 1 10594 0 0,'-26'24'2449'0'0,"8"0"-2050"0"0,2 1 1 0 0,1 1 0 0 0,1 0-1 0 0,1 1 1 0 0,2 0 0 0 0,-15 49-1 0 0,9-8-34 0 0,-15 118 0 0 0,27-133-186 0 0,1 0 0 0 0,3 0 0 0 0,2 0 0 0 0,2 0 0 0 0,20 98 0 0 0,-17-124-337 0 0,1-1 1 0 0,1 1-1 0 0,2-1 1 0 0,0-1 0 0 0,2 0-1 0 0,0 0 1 0 0,2-1 0 0 0,1-1-1 0 0,1-1 1 0 0,0 0 0 0 0,2 0-1 0 0,1-2 1 0 0,21 19 0 0 0,1-8-5418 0 0</inkml:trace>
</inkml:ink>
</file>

<file path=ppt/ink/ink1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4.822"/>
    </inkml:context>
    <inkml:brush xml:id="br0">
      <inkml:brushProperty name="width" value="0.1" units="cm"/>
      <inkml:brushProperty name="height" value="0.1" units="cm"/>
      <inkml:brushProperty name="color" value="#FF0066"/>
    </inkml:brush>
  </inkml:definitions>
  <inkml:trace contextRef="#ctx0" brushRef="#br0">0 199 6913 0 0,'27'-17'-46'0'0,"215"-92"6298"0"0,-75 48-9644 0 0,-133 50-782 0 0</inkml:trace>
</inkml:ink>
</file>

<file path=ppt/ink/ink1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5.028"/>
    </inkml:context>
    <inkml:brush xml:id="br0">
      <inkml:brushProperty name="width" value="0.1" units="cm"/>
      <inkml:brushProperty name="height" value="0.1" units="cm"/>
      <inkml:brushProperty name="color" value="#FF0066"/>
    </inkml:brush>
  </inkml:definitions>
  <inkml:trace contextRef="#ctx0" brushRef="#br0">1 0 10594 0 0,'4'8'176'0'0,"0"0"1"0"0,0 0-1 0 0,0 0 0 0 0,-1 0 0 0 0,-1 0 0 0 0,1 1 1 0 0,1 12-1 0 0,4 66 948 0 0,-4-34 263 0 0,2-1-589 0 0,24 91-1 0 0,-20-112-1465 0 0,0 0-1 0 0,17 31 0 0 0,-12-33-4449 0 0</inkml:trace>
</inkml:ink>
</file>

<file path=ppt/ink/ink1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5.329"/>
    </inkml:context>
    <inkml:brush xml:id="br0">
      <inkml:brushProperty name="width" value="0.1" units="cm"/>
      <inkml:brushProperty name="height" value="0.1" units="cm"/>
      <inkml:brushProperty name="color" value="#FF0066"/>
    </inkml:brush>
  </inkml:definitions>
  <inkml:trace contextRef="#ctx0" brushRef="#br0">0 160 6449 0 0,'0'-1'34'0'0,"1"0"1"0"0,-1 1-1 0 0,1-1 0 0 0,-1 0 0 0 0,1 0 0 0 0,-1 1 0 0 0,1-1 0 0 0,-1 0 0 0 0,1 0 0 0 0,0 1 0 0 0,0-1 0 0 0,-1 1 0 0 0,1-1 0 0 0,0 1 1 0 0,0-1-1 0 0,-1 1 0 0 0,1-1 0 0 0,0 1 0 0 0,0 0 0 0 0,0-1 0 0 0,0 1 0 0 0,0 0 0 0 0,0 0 0 0 0,-1 0 0 0 0,1 0 0 0 0,0 0 0 0 0,0 0 0 0 0,0 0 1 0 0,0 0-1 0 0,0 0 0 0 0,0 0 0 0 0,0 0 0 0 0,0 0 0 0 0,1 1 0 0 0,34 6 1213 0 0,-27-3-818 0 0,0 0 0 0 0,-1 0 0 0 0,0 1 0 0 0,0 0 0 0 0,0 1 0 0 0,-1 0 0 0 0,0 0 0 0 0,10 10 0 0 0,49 64 433 0 0,-42-50-95 0 0,-57-59 3699 0 0,29 22-4272 0 0,0-1 0 0 0,0 0-1 0 0,1 0 1 0 0,0 0 0 0 0,1 0-1 0 0,-1 0 1 0 0,2-1-1 0 0,-1 1 1 0 0,1-1 0 0 0,0 0-1 0 0,1 1 1 0 0,0-1 0 0 0,2-16-1 0 0,-1 13-322 0 0,1 0 0 0 0,1 1-1 0 0,-1-1 1 0 0,2 1 0 0 0,0 0-1 0 0,0-1 1 0 0,1 2 0 0 0,0-1-1 0 0,11-16 1 0 0,-1 10-959 0 0,1 3-259 0 0</inkml:trace>
</inkml:ink>
</file>

<file path=ppt/ink/ink1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5.678"/>
    </inkml:context>
    <inkml:brush xml:id="br0">
      <inkml:brushProperty name="width" value="0.1" units="cm"/>
      <inkml:brushProperty name="height" value="0.1" units="cm"/>
      <inkml:brushProperty name="color" value="#FF0066"/>
    </inkml:brush>
  </inkml:definitions>
  <inkml:trace contextRef="#ctx0" brushRef="#br0">141 1 456 0 0,'1'2'133'0'0,"-1"0"-1"0"0,1 0 1 0 0,0 1-1 0 0,-1-1 1 0 0,1 0-1 0 0,-1 0 1 0 0,0 1-1 0 0,0-1 1 0 0,0 0-1 0 0,0 0 1 0 0,0 1-1 0 0,-1-1 1 0 0,1 0-1 0 0,0 0 1 0 0,-1 1-1 0 0,0-1 1 0 0,0 0-1 0 0,1 0 1 0 0,-3 4-1 0 0,-27 43 3133 0 0,19-33-2576 0 0,6-8-398 0 0,-12 18 514 0 0,1 1 0 0 0,2 1 1 0 0,0 0-1 0 0,-14 45 0 0 0,27-70-768 0 0,1-1-1 0 0,-1 1 1 0 0,1 0-1 0 0,-1-1 1 0 0,1 1-1 0 0,0 0 1 0 0,0-1-1 0 0,0 1 1 0 0,0 0-1 0 0,1-1 1 0 0,-1 1-1 0 0,1 0 1 0 0,0-1-1 0 0,0 1 1 0 0,0-1-1 0 0,0 1 1 0 0,0-1-1 0 0,0 0 1 0 0,3 4-1 0 0,-4-5-39 0 0,1-1-1 0 0,-1 1 1 0 0,1-1-1 0 0,0 1 1 0 0,-1-1-1 0 0,1 1 1 0 0,0-1-1 0 0,0 1 1 0 0,-1-1-1 0 0,1 0 1 0 0,0 1-1 0 0,0-1 1 0 0,-1 0-1 0 0,1 0 1 0 0,0 0-1 0 0,0 1 0 0 0,0-1 1 0 0,0 0-1 0 0,-1 0 1 0 0,1 0-1 0 0,0 0 1 0 0,0-1-1 0 0,1 1 1 0 0,0-1-84 0 0,0 1-1 0 0,0-1 1 0 0,-1 0 0 0 0,1 0 0 0 0,0 0 0 0 0,0-1 0 0 0,-1 1-1 0 0,1 0 1 0 0,0-1 0 0 0,-1 1 0 0 0,0-1 0 0 0,1 1-1 0 0,1-4 1 0 0,1-1-102 0 0,0-1-1 0 0,0 0 0 0 0,-1 0 1 0 0,4-11-1 0 0,-6 13 324 0 0,1 0 0 0 0,-1 0 0 0 0,1 0 0 0 0,1 0-1 0 0,-1 1 1 0 0,1-1 0 0 0,-1 1 0 0 0,1 0 0 0 0,1 0 0 0 0,-1 0 0 0 0,0 0 0 0 0,6-4-1 0 0,-8 7-98 0 0,-1 1 0 0 0,1 0-1 0 0,-1-1 1 0 0,1 1 0 0 0,0 0-1 0 0,0-1 1 0 0,-1 1 0 0 0,1 0-1 0 0,0 0 1 0 0,-1 0-1 0 0,1-1 1 0 0,0 1 0 0 0,0 0-1 0 0,-1 0 1 0 0,1 0 0 0 0,0 0-1 0 0,0 0 1 0 0,-1 1-1 0 0,1-1 1 0 0,0 0 0 0 0,0 0-1 0 0,-1 0 1 0 0,1 1 0 0 0,0-1-1 0 0,-1 0 1 0 0,2 1 0 0 0,14 19 882 0 0,3 28 1344 0 0,-19-47-2151 0 0,6 22 700 0 0,-3-9-229 0 0,2 0-1 0 0,7 20 0 0 0,-10-31-587 0 0,-1 0 0 0 0,1 1 0 0 0,0-1 0 0 0,0 0 0 0 0,0 0 0 0 0,1 0 0 0 0,-1 0 1 0 0,1-1-1 0 0,0 1 0 0 0,-1-1 0 0 0,1 1 0 0 0,0-1 0 0 0,0 0 0 0 0,6 3 0 0 0,6 0-702 0 0</inkml:trace>
</inkml:ink>
</file>

<file path=ppt/ink/ink1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6.881"/>
    </inkml:context>
    <inkml:brush xml:id="br0">
      <inkml:brushProperty name="width" value="0.1" units="cm"/>
      <inkml:brushProperty name="height" value="0.1" units="cm"/>
      <inkml:brushProperty name="color" value="#FF0066"/>
    </inkml:brush>
  </inkml:definitions>
  <inkml:trace contextRef="#ctx0" brushRef="#br0">2 21 6913 0 0,'-1'-16'989'0'0,"8"11"1186"0"0,-6 6-2048 0 0,0-1 1 0 0,0 0-1 0 0,1 1 1 0 0,-1-1-1 0 0,0 1 0 0 0,0-1 1 0 0,0 1-1 0 0,0 0 1 0 0,0-1-1 0 0,0 1 1 0 0,0 0-1 0 0,0 0 1 0 0,0 0-1 0 0,0 0 1 0 0,0 0-1 0 0,0 0 1 0 0,0 0-1 0 0,0 2 1 0 0,6 11 418 0 0,-1 0 1 0 0,0 1-1 0 0,7 30 1 0 0,-9-30-463 0 0,0 0 1 0 0,0-1-1 0 0,2 1 1 0 0,10 18-1 0 0,-16-32-113 0 0,0 0-1 0 0,1-1 0 0 0,-1 1 1 0 0,0 0-1 0 0,1-1 0 0 0,-1 1 1 0 0,1-1-1 0 0,-1 1 0 0 0,1-1 1 0 0,-1 1-1 0 0,1-1 0 0 0,-1 1 1 0 0,1-1-1 0 0,-1 1 0 0 0,1-1 1 0 0,0 0-1 0 0,-1 1 0 0 0,1-1 1 0 0,0 0-1 0 0,-1 1 0 0 0,1-1 1 0 0,0 0-1 0 0,-1 0 0 0 0,1 0 1 0 0,0 0-1 0 0,-1 0 0 0 0,1 0 1 0 0,0 0-1 0 0,0 0 0 0 0,-1 0 1 0 0,1 0-1 0 0,0 0 0 0 0,1 0 1 0 0,0-2-27 0 0,0 1 0 0 0,0 0 0 0 0,0-1 0 0 0,0 1 1 0 0,0-1-1 0 0,-1 1 0 0 0,1-1 0 0 0,0 0 0 0 0,-1 0 0 0 0,2-3 1 0 0,5-7-141 0 0,-1 0 1 0 0,8-20 0 0 0,-3 2 114 0 0,-9 20 425 0 0,0 0-1 0 0,1 0 1 0 0,1 1-1 0 0,-1 0 1 0 0,2-1-1 0 0,-1 2 1 0 0,11-13-1 0 0,-16 20-308 0 0,0 1 0 0 0,1-1-1 0 0,-1 1 1 0 0,1-1 0 0 0,-1 1 0 0 0,1-1-1 0 0,-1 1 1 0 0,1 0 0 0 0,-1-1 0 0 0,1 1 0 0 0,-1 0-1 0 0,1-1 1 0 0,0 1 0 0 0,-1 0 0 0 0,1 0-1 0 0,-1 0 1 0 0,1 0 0 0 0,0-1 0 0 0,-1 1-1 0 0,1 0 1 0 0,0 0 0 0 0,-1 0 0 0 0,1 0 0 0 0,0 0-1 0 0,-1 0 1 0 0,1 1 0 0 0,0-1 0 0 0,-1 0-1 0 0,1 0 1 0 0,-1 0 0 0 0,1 1 0 0 0,0-1 0 0 0,-1 0-1 0 0,1 0 1 0 0,-1 1 0 0 0,1-1 0 0 0,-1 1-1 0 0,1-1 1 0 0,-1 0 0 0 0,1 1 0 0 0,-1-1 0 0 0,1 1-1 0 0,-1-1 1 0 0,0 1 0 0 0,1 0 0 0 0,-1-1-1 0 0,0 1 1 0 0,1-1 0 0 0,-1 1 0 0 0,0-1-1 0 0,0 1 1 0 0,1 1 0 0 0,11 39 708 0 0,-10-33-595 0 0,2 8-547 0 0,1 0 1 0 0,10 24 0 0 0,11 3-3810 0 0,-16-32 2721 0 0</inkml:trace>
</inkml:ink>
</file>

<file path=ppt/ink/ink1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7.170"/>
    </inkml:context>
    <inkml:brush xml:id="br0">
      <inkml:brushProperty name="width" value="0.1" units="cm"/>
      <inkml:brushProperty name="height" value="0.1" units="cm"/>
      <inkml:brushProperty name="color" value="#FF0066"/>
    </inkml:brush>
  </inkml:definitions>
  <inkml:trace contextRef="#ctx0" brushRef="#br0">169 14 6449 0 0,'0'-1'81'0'0,"-1"0"1"0"0,1 1-1 0 0,-1-1 0 0 0,1 0 0 0 0,-1 0 0 0 0,1 0 0 0 0,-1 1 0 0 0,0-1 0 0 0,1 0 0 0 0,-1 1 0 0 0,0-1 0 0 0,1 0 0 0 0,-1 1 0 0 0,0-1 1 0 0,0 1-1 0 0,0-1 0 0 0,0 1 0 0 0,0 0 0 0 0,1-1 0 0 0,-1 1 0 0 0,0 0 0 0 0,0 0 0 0 0,0 0 0 0 0,0-1 0 0 0,0 1 0 0 0,-2 0 0 0 0,1 1 90 0 0,-1-1-1 0 0,0 1 0 0 0,1 0 0 0 0,-1-1 0 0 0,1 1 0 0 0,-1 1 1 0 0,1-1-1 0 0,-1 0 0 0 0,-3 3 0 0 0,-4 3 370 0 0,1 1-1 0 0,-1 0 1 0 0,-9 12 0 0 0,9-9-242 0 0,1 1 0 0 0,1 0 0 0 0,0 0 0 0 0,-8 15 0 0 0,13-21-254 0 0,0-1 0 0 0,1 1 0 0 0,0 0 0 0 0,0 0 1 0 0,0 0-1 0 0,1 0 0 0 0,0 0 0 0 0,0 0 0 0 0,0 0 1 0 0,1 1-1 0 0,0-1 0 0 0,0 7 0 0 0,1-11-42 0 0,0 0 0 0 0,-1-1 1 0 0,1 1-1 0 0,0-1 0 0 0,0 1 0 0 0,0-1 0 0 0,0 1 1 0 0,1-1-1 0 0,-1 1 0 0 0,0-1 0 0 0,0 0 0 0 0,1 0 1 0 0,-1 0-1 0 0,1 1 0 0 0,-1-2 0 0 0,1 1 0 0 0,0 0 1 0 0,-1 0-1 0 0,1 0 0 0 0,0-1 0 0 0,-1 1 0 0 0,1-1 0 0 0,0 1 1 0 0,0-1-1 0 0,0 0 0 0 0,-1 0 0 0 0,1 0 0 0 0,0 0 1 0 0,2 0-1 0 0,9 0 25 0 0,1 0 1 0 0,23-4 0 0 0,-28 3-25 0 0,24-5-3 0 0,-25 4 0 0 0,-1 0 0 0 0,1 0 0 0 0,0 1 0 0 0,-1 0 0 0 0,1 1 0 0 0,0 0 0 0 0,0 0 0 0 0,-1 0 0 0 0,1 1 0 0 0,9 3 0 0 0,-16-4 0 0 0,0 0-1 0 0,0 1 1 0 0,-1-1-1 0 0,1 0 1 0 0,0 1 0 0 0,-1-1-1 0 0,1 1 1 0 0,0-1-1 0 0,-1 1 1 0 0,1-1-1 0 0,-1 1 1 0 0,1 0 0 0 0,-1-1-1 0 0,1 1 1 0 0,-1 0-1 0 0,1-1 1 0 0,-1 1 0 0 0,0 0-1 0 0,1 0 1 0 0,-1-1-1 0 0,0 1 1 0 0,0 0-1 0 0,1 0 1 0 0,-1 0 0 0 0,0 0-1 0 0,-5 26-33 0 0,-22 23-108 0 0,26-48 125 0 0,-28 37-1331 0 0,15-21-3397 0 0</inkml:trace>
</inkml:ink>
</file>

<file path=ppt/ink/ink1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7.947"/>
    </inkml:context>
    <inkml:brush xml:id="br0">
      <inkml:brushProperty name="width" value="0.1" units="cm"/>
      <inkml:brushProperty name="height" value="0.1" units="cm"/>
      <inkml:brushProperty name="color" value="#FF0066"/>
    </inkml:brush>
  </inkml:definitions>
  <inkml:trace contextRef="#ctx0" brushRef="#br0">13 12 6913 0 0,'-9'-12'2698'0'0,"7"30"90"0"0,2-14-2992 0 0,-1 20 270 0 0,0-1-1 0 0,2 1 1 0 0,0 0 0 0 0,2-1 0 0 0,1 1 0 0 0,12 42 0 0 0,-16-65-167 0 0,0 0-1 0 0,1 0 1 0 0,-1 0 0 0 0,0 0 0 0 0,0-1-1 0 0,1 1 1 0 0,-1 0 0 0 0,1 0 0 0 0,-1 0-1 0 0,1-1 1 0 0,-1 1 0 0 0,1 0-1 0 0,-1 0 1 0 0,1-1 0 0 0,0 1 0 0 0,-1 0-1 0 0,1-1 1 0 0,0 1 0 0 0,0-1 0 0 0,-1 1-1 0 0,1-1 1 0 0,0 1 0 0 0,0-1-1 0 0,0 0 1 0 0,0 1 0 0 0,1-1 0 0 0,-1 0 58 0 0,0-1 0 0 0,0 1 1 0 0,0-1-1 0 0,0 1 1 0 0,0-1-1 0 0,0 1 0 0 0,-1-1 1 0 0,1 0-1 0 0,0 0 0 0 0,0 1 1 0 0,0-1-1 0 0,-1 0 1 0 0,1 0-1 0 0,0 0 0 0 0,-1 0 1 0 0,1 0-1 0 0,-1 0 0 0 0,1-1 1 0 0,5-10 254 0 0,-1 0-1 0 0,6-22 1 0 0,-9 28-197 0 0,0 2-20 0 0,23-60 1030 0 0,-24 61-923 0 0,0 0 1 0 0,1 0 0 0 0,-1 0-1 0 0,1 0 1 0 0,0 1-1 0 0,0-1 1 0 0,0 1-1 0 0,0-1 1 0 0,1 1 0 0 0,-1 0-1 0 0,1 0 1 0 0,-1 0-1 0 0,1 0 1 0 0,0 0-1 0 0,-1 0 1 0 0,1 1 0 0 0,0 0-1 0 0,4-2 1 0 0,-6 3-69 0 0,0 0 0 0 0,1 0-1 0 0,-1 0 1 0 0,1 1 0 0 0,-1-1 0 0 0,0 0 0 0 0,1 1 0 0 0,-1-1 0 0 0,0 1 0 0 0,0-1 0 0 0,1 1 0 0 0,-1-1 0 0 0,0 1 0 0 0,0 0 0 0 0,0 0-1 0 0,0 0 1 0 0,0-1 0 0 0,0 1 0 0 0,0 0 0 0 0,0 0 0 0 0,0 1 0 0 0,0-1 0 0 0,-1 0 0 0 0,1 0 0 0 0,0 0 0 0 0,-1 0 0 0 0,1 1 0 0 0,-1-1-1 0 0,1 0 1 0 0,-1 0 0 0 0,1 3 0 0 0,11 54 1453 0 0,-9-39-1067 0 0,-2-18-416 0 0,15 50 305 0 0,-15-48-375 0 0,0-1 1 0 0,0 0 0 0 0,0 0-1 0 0,1 0 1 0 0,-1 0-1 0 0,1 0 1 0 0,-1 0-1 0 0,1-1 1 0 0,2 3-1 0 0,-4-4-13 0 0,1 1-1 0 0,0-1 0 0 0,0 0 1 0 0,0 1-1 0 0,-1-1 0 0 0,1 1 1 0 0,0-1-1 0 0,0 0 0 0 0,0 0 1 0 0,0 0-1 0 0,0 1 0 0 0,-1-1 1 0 0,1 0-1 0 0,0 0 0 0 0,0 0 1 0 0,0 0-1 0 0,0-1 0 0 0,0 1 1 0 0,0 0-1 0 0,-1 0 0 0 0,1 0 1 0 0,0-1-1 0 0,0 1 0 0 0,1-1 1 0 0,1-1-72 0 0,-1 0 1 0 0,1 0 0 0 0,-1 0 0 0 0,0 0 0 0 0,0-1 0 0 0,0 1 0 0 0,0 0 0 0 0,0-1-1 0 0,0 0 1 0 0,0 0 0 0 0,1-3 0 0 0,14-35 79 0 0,-16 38 72 0 0,3-7 76 0 0,0-1 0 0 0,0 1 0 0 0,1 0 0 0 0,9-13 0 0 0,-14 22-42 0 0,1 0 0 0 0,0-1 1 0 0,0 1-1 0 0,0 0 0 0 0,0 0 1 0 0,0-1-1 0 0,0 1 0 0 0,0 0 1 0 0,0 0-1 0 0,0 0 0 0 0,0 0 1 0 0,1 0-1 0 0,-1 1 0 0 0,0-1 1 0 0,1 0-1 0 0,-1 1 0 0 0,1-1 1 0 0,-1 1-1 0 0,1-1 0 0 0,-1 1 1 0 0,1-1-1 0 0,-1 1 0 0 0,1 0 1 0 0,-1 0-1 0 0,1 0 0 0 0,-1 0 1 0 0,1 0-1 0 0,0 0 0 0 0,-1 1 1 0 0,1-1-1 0 0,-1 0 1 0 0,1 1-1 0 0,-1-1 0 0 0,0 1 1 0 0,1-1-1 0 0,-1 1 0 0 0,1 0 1 0 0,-1 0-1 0 0,0 0 0 0 0,0-1 1 0 0,3 3-1 0 0,19 22 2192 0 0,-21-21-2095 0 0,1 0-1 0 0,0 0 1 0 0,0-1-1 0 0,1 0 1 0 0,-1 0-1 0 0,1 0 1 0 0,-1 0-1 0 0,1 0 0 0 0,7 3 1 0 0,7 3 12 0 0,43 18-1543 0 0,-58-25 1004 0 0,0-1 0 0 0,0 0 0 0 0,0-1 0 0 0,0 1 0 0 0,0 0 0 0 0,1-1 0 0 0,-1 0 0 0 0,0 0 0 0 0,0 0 0 0 0,0 0-1 0 0,1 0 1 0 0,-1-1 0 0 0,0 1 0 0 0,0-1 0 0 0,0 0 0 0 0,4-1 0 0 0,-1-2-561 0 0,-1-1 68 0 0</inkml:trace>
</inkml:ink>
</file>

<file path=ppt/ink/ink1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8.296"/>
    </inkml:context>
    <inkml:brush xml:id="br0">
      <inkml:brushProperty name="width" value="0.1" units="cm"/>
      <inkml:brushProperty name="height" value="0.1" units="cm"/>
      <inkml:brushProperty name="color" value="#FF0066"/>
    </inkml:brush>
  </inkml:definitions>
  <inkml:trace contextRef="#ctx0" brushRef="#br0">5 0 5529 0 0,'-2'83'6311'0'0,"0"-37"-3567"0"0,7 81 0 0 0,3-73-3818 0 0,-4-26-4722 0 0</inkml:trace>
</inkml:ink>
</file>

<file path=ppt/ink/ink1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8.485"/>
    </inkml:context>
    <inkml:brush xml:id="br0">
      <inkml:brushProperty name="width" value="0.1" units="cm"/>
      <inkml:brushProperty name="height" value="0.1" units="cm"/>
      <inkml:brushProperty name="color" value="#FF0066"/>
    </inkml:brush>
  </inkml:definitions>
  <inkml:trace contextRef="#ctx0" brushRef="#br0">1 3 8754 0 0,'0'-1'776'0'0,"1"0"-616"0"0,1 1-160 0 0,-2 1 408 0 0,1 0 48 0 0,0 1 16 0 0,1 0 0 0 0,-1 4-199 0 0,0 1-41 0 0,1 1-8 0 0,1 0 0 0 0,1 2-800 0 0,1-1-161 0 0,2 2-31 0 0,0 0 0 0 0,1-1 656 0 0,-1 1 112 0 0</inkml:trace>
</inkml:ink>
</file>

<file path=ppt/ink/ink1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8.691"/>
    </inkml:context>
    <inkml:brush xml:id="br0">
      <inkml:brushProperty name="width" value="0.1" units="cm"/>
      <inkml:brushProperty name="height" value="0.1" units="cm"/>
      <inkml:brushProperty name="color" value="#FF0066"/>
    </inkml:brush>
  </inkml:definitions>
  <inkml:trace contextRef="#ctx0" brushRef="#br0">9 0 14283 0 0,'1'2'99'0'0,"-1"0"-1"0"0,0 0 1 0 0,1-1 0 0 0,-1 1 0 0 0,0 0-1 0 0,0 0 1 0 0,1 0 0 0 0,-1 0-1 0 0,-1 0 1 0 0,1 0 0 0 0,0 0-1 0 0,0-1 1 0 0,-1 1 0 0 0,-1 3 0 0 0,0 8-113 0 0,-2 51 821 0 0,3 0 0 0 0,6 66 0 0 0,0-90-975 0 0,1-1 0 0 0,2 1 0 0 0,2-2 0 0 0,21 57-1 0 0,-14-55-5999 0 0</inkml:trace>
</inkml:ink>
</file>

<file path=ppt/ink/ink1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8.882"/>
    </inkml:context>
    <inkml:brush xml:id="br0">
      <inkml:brushProperty name="width" value="0.1" units="cm"/>
      <inkml:brushProperty name="height" value="0.1" units="cm"/>
      <inkml:brushProperty name="color" value="#FF0066"/>
    </inkml:brush>
  </inkml:definitions>
  <inkml:trace contextRef="#ctx0" brushRef="#br0">0 68 5985 0 0,'2'1'536'0'0,"-1"-1"-432"0"0,2 1-104 0 0,-2-1 0 0 0,2 0 208 0 0,1 0 17 0 0,2 2 7 0 0,5-1 0 0 0,4 1 144 0 0,4-4 24 0 0,3-1 8 0 0,-1-1 0 0 0,4-1-488 0 0,0-2-96 0 0,2-3-16 0 0,0-2-8 0 0,1-1 200 0 0,-1-5-80 0 0</inkml:trace>
</inkml:ink>
</file>

<file path=ppt/ink/ink1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9.073"/>
    </inkml:context>
    <inkml:brush xml:id="br0">
      <inkml:brushProperty name="width" value="0.1" units="cm"/>
      <inkml:brushProperty name="height" value="0.1" units="cm"/>
      <inkml:brushProperty name="color" value="#FF0066"/>
    </inkml:brush>
  </inkml:definitions>
  <inkml:trace contextRef="#ctx0" brushRef="#br0">0 0 10594 0 0,'19'70'1537'0'0,"29"62"986"0"0,23 69 1375 0 0,-60-160-3391 0 0,-1 1 0 0 0,9 84 1 0 0,-14 13-1328 0 0,-7-96-1271 0 0,-7 52 1 0 0,-1-45 244 0 0</inkml:trace>
</inkml:ink>
</file>

<file path=ppt/ink/ink1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9.867"/>
    </inkml:context>
    <inkml:brush xml:id="br0">
      <inkml:brushProperty name="width" value="0.1" units="cm"/>
      <inkml:brushProperty name="height" value="0.1" units="cm"/>
      <inkml:brushProperty name="color" value="#FF0066"/>
    </inkml:brush>
  </inkml:definitions>
  <inkml:trace contextRef="#ctx0" brushRef="#br0">280 7 10594 0 0,'-3'-1'48'0'0,"0"0"0"0"0,0 0-1 0 0,0 0 1 0 0,0 0 0 0 0,-1 1 0 0 0,1-1-1 0 0,0 1 1 0 0,0 0 0 0 0,0 0-1 0 0,0 0 1 0 0,0 0 0 0 0,-1 1 0 0 0,1-1-1 0 0,0 1 1 0 0,0 0 0 0 0,0 0-1 0 0,0 0 1 0 0,0 0 0 0 0,-2 2 0 0 0,-2 1 101 0 0,1 0 1 0 0,0 1-1 0 0,0 0 1 0 0,0 0 0 0 0,1 0-1 0 0,-9 12 1 0 0,-6 9 180 0 0,2 1 0 0 0,0 1 0 0 0,2 0 0 0 0,2 1 0 0 0,0 1 0 0 0,2 0-1 0 0,1 1 1 0 0,-11 53 0 0 0,15-48-98 0 0,1 1 0 0 0,2-1 0 0 0,1 1 0 0 0,3 0-1 0 0,0-1 1 0 0,3 1 0 0 0,9 53 0 0 0,-7-69-227 0 0,1 1 0 0 0,0-1 1 0 0,1-1-1 0 0,2 1 0 0 0,0-1 0 0 0,1-1 1 0 0,0 1-1 0 0,15 17 0 0 0,-14-23-412 0 0,1 0 0 0 0,1 0-1 0 0,0-1 1 0 0,1-1 0 0 0,0 0 0 0 0,1-1 0 0 0,0-1-1 0 0,1 0 1 0 0,31 14 0 0 0,-16-11-1218 0 0,63 18-1 0 0,-70-25 1578 0 0,0-2-1 0 0,1 0 0 0 0,-1-1 1 0 0,1-2-1 0 0,-1 0 0 0 0,27-4 0 0 0,1-4 64 0 0</inkml:trace>
</inkml:ink>
</file>

<file path=ppt/ink/ink1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0.248"/>
    </inkml:context>
    <inkml:brush xml:id="br0">
      <inkml:brushProperty name="width" value="0.1" units="cm"/>
      <inkml:brushProperty name="height" value="0.1" units="cm"/>
      <inkml:brushProperty name="color" value="#FF0066"/>
    </inkml:brush>
  </inkml:definitions>
  <inkml:trace contextRef="#ctx0" brushRef="#br0">11 55 8290 0 0,'-3'-8'236'0'0,"2"6"-23"0"0,0 1 1 0 0,0-1-1 0 0,0 0 1 0 0,0 0-1 0 0,1 0 0 0 0,-1 0 1 0 0,0 1-1 0 0,1-1 0 0 0,0 0 1 0 0,-1 0-1 0 0,1 0 0 0 0,0 0 1 0 0,0 0-1 0 0,0 0 1 0 0,1 0-1 0 0,-1 0 0 0 0,0 0 1 0 0,1 0-1 0 0,-1 0 0 0 0,1 0 1 0 0,1-3-1 0 0,-2 5-146 0 0,0 0-1 0 0,1 0 1 0 0,-1-1-1 0 0,0 1 1 0 0,0 0-1 0 0,0 0 1 0 0,1 0-1 0 0,-1 0 1 0 0,0 0-1 0 0,0 0 1 0 0,0 0-1 0 0,1 0 1 0 0,-1 0-1 0 0,0 0 1 0 0,0 0-1 0 0,1 0 1 0 0,-1 0-1 0 0,0 0 1 0 0,0 0-1 0 0,1 0 1 0 0,-1 0-1 0 0,0 0 1 0 0,0 0-1 0 0,0 0 1 0 0,1 0-1 0 0,-1 0 1 0 0,0 0-1 0 0,0 0 1 0 0,0 0-1 0 0,1 1 1 0 0,-1-1-1 0 0,0 0 1 0 0,0 0-1 0 0,0 0 1 0 0,1 0-1 0 0,-1 1 1 0 0,0-1-1 0 0,0 0 1 0 0,9 13 1066 0 0,1 14-246 0 0,2 24-339 0 0,-3 2-1 0 0,-3-1 1 0 0,0 103-1 0 0,3 20-2773 0 0,-6-142 848 0 0</inkml:trace>
</inkml:ink>
</file>

<file path=ppt/ink/ink1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0.536"/>
    </inkml:context>
    <inkml:brush xml:id="br0">
      <inkml:brushProperty name="width" value="0.1" units="cm"/>
      <inkml:brushProperty name="height" value="0.1" units="cm"/>
      <inkml:brushProperty name="color" value="#FF0066"/>
    </inkml:brush>
  </inkml:definitions>
  <inkml:trace contextRef="#ctx0" brushRef="#br0">0 94 7370 0 0,'1'-4'189'0'0,"-1"0"0"0"0,1 0-1 0 0,0 0 1 0 0,0 0 0 0 0,0 0 0 0 0,1 0 0 0 0,0 0 0 0 0,-1 0 0 0 0,1 0 0 0 0,0 1 0 0 0,1-1 0 0 0,-1 1 0 0 0,1 0 0 0 0,-1-1 0 0 0,1 1 0 0 0,0 0 0 0 0,0 1 0 0 0,1-1 0 0 0,-1 0 0 0 0,0 1 0 0 0,1 0 0 0 0,5-3 0 0 0,-6 3-60 0 0,-1 1 1 0 0,1-1-1 0 0,0 1 1 0 0,0-1-1 0 0,0 1 1 0 0,0 0-1 0 0,-1 0 1 0 0,1 1 0 0 0,0-1-1 0 0,0 1 1 0 0,1-1-1 0 0,-1 1 1 0 0,0 0-1 0 0,5 0 1 0 0,-6 1-96 0 0,-1 0 1 0 0,1-1 0 0 0,-1 1-1 0 0,0 0 1 0 0,1 0 0 0 0,-1-1-1 0 0,0 1 1 0 0,1 0 0 0 0,-1 1-1 0 0,0-1 1 0 0,0 0 0 0 0,0 0 0 0 0,0 0-1 0 0,0 1 1 0 0,0-1 0 0 0,0 0-1 0 0,-1 1 1 0 0,1-1 0 0 0,0 1-1 0 0,-1-1 1 0 0,1 1 0 0 0,-1-1-1 0 0,1 1 1 0 0,-1-1 0 0 0,0 1-1 0 0,0 0 1 0 0,0-1 0 0 0,0 1-1 0 0,0 2 1 0 0,-1 20-21 0 0,-1-1 0 0 0,-1 0 0 0 0,-1 0 1 0 0,-1 0-1 0 0,-1 0 0 0 0,-9 23 0 0 0,6-20 174 0 0,1 0 0 0 0,2 0 0 0 0,-7 54 0 0 0,13-79-155 0 0,-1 1 0 0 0,1-1 0 0 0,0 1 0 0 0,0 0 0 0 0,0-1-1 0 0,0 1 1 0 0,0 0 0 0 0,0-1 0 0 0,0 1 0 0 0,0-1 0 0 0,1 1 0 0 0,-1 0 0 0 0,1-1 0 0 0,-1 1 0 0 0,1-1 0 0 0,0 1-1 0 0,0-1 1 0 0,-1 1 0 0 0,1-1 0 0 0,0 0 0 0 0,0 1 0 0 0,0-1 0 0 0,1 0 0 0 0,-1 0 0 0 0,0 0 0 0 0,0 0 0 0 0,1 0-1 0 0,-1 0 1 0 0,0 0 0 0 0,1 0 0 0 0,-1 0 0 0 0,1-1 0 0 0,-1 1 0 0 0,1-1 0 0 0,-1 1 0 0 0,1-1 0 0 0,0 1 0 0 0,-1-1-1 0 0,1 0 1 0 0,0 0 0 0 0,-1 0 0 0 0,1 0 0 0 0,1 0 0 0 0,36-8-1046 0 0,-3-5-3584 0 0,-12 2-310 0 0</inkml:trace>
</inkml:ink>
</file>

<file path=ppt/ink/ink1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0.853"/>
    </inkml:context>
    <inkml:brush xml:id="br0">
      <inkml:brushProperty name="width" value="0.1" units="cm"/>
      <inkml:brushProperty name="height" value="0.1" units="cm"/>
      <inkml:brushProperty name="color" value="#FF0066"/>
    </inkml:brush>
  </inkml:definitions>
  <inkml:trace contextRef="#ctx0" brushRef="#br0">0 217 3225 0 0,'3'2'194'0'0,"0"0"0"0"0,0 0 0 0 0,0-1 1 0 0,0 1-1 0 0,1-1 0 0 0,-1 0 0 0 0,0 0 1 0 0,1 0-1 0 0,-1 0 0 0 0,0 0 0 0 0,1-1 1 0 0,-1 0-1 0 0,7 0 0 0 0,48-3 1695 0 0,-56 3-1783 0 0,14-2 25 0 0,0-2 0 0 0,0 1-1 0 0,0-2 1 0 0,-1 0 0 0 0,0-1 0 0 0,24-12-1 0 0,-32 14-83 0 0,1 0-1 0 0,-1-1 0 0 0,0 1 0 0 0,0-1 0 0 0,-1-1 1 0 0,1 1-1 0 0,-1-1 0 0 0,-1 0 0 0 0,1-1 0 0 0,-1 1 1 0 0,0-1-1 0 0,0 0 0 0 0,-1-1 0 0 0,5-9 0 0 0,-8 15 32 0 0,0-1 0 0 0,0 1 0 0 0,0-1 0 0 0,-1 1-1 0 0,1-1 1 0 0,-1 1 0 0 0,1-1 0 0 0,-1 1 0 0 0,0-1 0 0 0,0 1-1 0 0,0-1 1 0 0,0 1 0 0 0,-1-1 0 0 0,1 1 0 0 0,-1-1-1 0 0,1 1 1 0 0,-1-1 0 0 0,0 1 0 0 0,0-1 0 0 0,0 1 0 0 0,0 0-1 0 0,0 0 1 0 0,-1-1 0 0 0,1 1 0 0 0,-1 0 0 0 0,1 0-1 0 0,-1 0 1 0 0,0 1 0 0 0,0-1 0 0 0,0 0 0 0 0,0 1 0 0 0,0-1-1 0 0,0 1 1 0 0,0 0 0 0 0,-1-1 0 0 0,1 1 0 0 0,0 0-1 0 0,-4-1 1 0 0,1 1 53 0 0,0 0 1 0 0,0-1-1 0 0,0 2 0 0 0,0-1 0 0 0,0 1 0 0 0,-1-1 0 0 0,1 2 0 0 0,0-1 1 0 0,0 0-1 0 0,0 1 0 0 0,0 0 0 0 0,0 0 0 0 0,0 1 0 0 0,0-1 0 0 0,0 1 0 0 0,0 0 1 0 0,0 0-1 0 0,-6 5 0 0 0,5-2-96 0 0,-1 1 1 0 0,0-1 0 0 0,1 1-1 0 0,0 1 1 0 0,1-1-1 0 0,0 1 1 0 0,0 0-1 0 0,0 1 1 0 0,1-1-1 0 0,0 1 1 0 0,0 0 0 0 0,0 0-1 0 0,2 0 1 0 0,-4 12-1 0 0,5-15-113 0 0,0-1-1 0 0,0 0 0 0 0,1 1 1 0 0,-1-1-1 0 0,1 0 1 0 0,0 1-1 0 0,1-1 0 0 0,-1 0 1 0 0,1 1-1 0 0,0-1 1 0 0,0 0-1 0 0,0 0 1 0 0,0 0-1 0 0,1 1 0 0 0,0-1 1 0 0,0-1-1 0 0,0 1 1 0 0,0 0-1 0 0,0 0 0 0 0,1-1 1 0 0,0 1-1 0 0,-1-1 1 0 0,1 0-1 0 0,1 0 0 0 0,-1 0 1 0 0,0 0-1 0 0,1-1 1 0 0,-1 1-1 0 0,8 2 1 0 0,-1 0-288 0 0,0-1 0 0 0,1 0 0 0 0,-1-1 0 0 0,1 0 0 0 0,0-1 0 0 0,14 2 0 0 0,4-1-3537 0 0</inkml:trace>
</inkml:ink>
</file>

<file path=ppt/ink/ink1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1.087"/>
    </inkml:context>
    <inkml:brush xml:id="br0">
      <inkml:brushProperty name="width" value="0.1" units="cm"/>
      <inkml:brushProperty name="height" value="0.1" units="cm"/>
      <inkml:brushProperty name="color" value="#FF0066"/>
    </inkml:brush>
  </inkml:definitions>
  <inkml:trace contextRef="#ctx0" brushRef="#br0">388 17 4977 0 0,'-1'-1'53'0'0,"1"0"1"0"0,0 0-1 0 0,0 1 0 0 0,-1-1 0 0 0,1 0 0 0 0,-1 0 1 0 0,1 0-1 0 0,-1 1 0 0 0,1-1 0 0 0,-1 0 1 0 0,1 1-1 0 0,-1-1 0 0 0,1 0 0 0 0,-1 1 0 0 0,0-1 1 0 0,0 1-1 0 0,1-1 0 0 0,-1 1 0 0 0,0-1 1 0 0,0 1-1 0 0,1 0 0 0 0,-1-1 0 0 0,0 1 0 0 0,0 0 1 0 0,0-1-1 0 0,0 1 0 0 0,0 0 0 0 0,0 0 1 0 0,1 0-1 0 0,-1 0 0 0 0,0 0 0 0 0,0 0 0 0 0,0 0 1 0 0,-1 0-1 0 0,-36 4 2588 0 0,33-4-2425 0 0,-12 4 371 0 0,0 0 0 0 0,-1 0 0 0 0,1 2 0 0 0,1 0 0 0 0,-1 1 0 0 0,1 1 1 0 0,0 0-1 0 0,-21 16 0 0 0,20-12-269 0 0,0 2 1 0 0,1-1-1 0 0,0 2 1 0 0,1 0-1 0 0,1 1 1 0 0,-22 30-1 0 0,34-42-313 0 0,0 0-1 0 0,0-1 1 0 0,0 1-1 0 0,0 0 1 0 0,0 0-1 0 0,1 0 0 0 0,0 0 1 0 0,0 1-1 0 0,0-1 1 0 0,0 0-1 0 0,1 0 1 0 0,-1 1-1 0 0,1-1 1 0 0,0 0-1 0 0,0 1 1 0 0,1-1-1 0 0,0 0 0 0 0,1 8 1 0 0,-1-9-109 0 0,1 0-1 0 0,-1 0 1 0 0,1 0 0 0 0,-1-1 0 0 0,1 1-1 0 0,0 0 1 0 0,0-1 0 0 0,0 1 0 0 0,0-1-1 0 0,1 0 1 0 0,-1 1 0 0 0,1-1 0 0 0,-1 0-1 0 0,1-1 1 0 0,0 1 0 0 0,0 0 0 0 0,0-1-1 0 0,0 0 1 0 0,0 1 0 0 0,0-1 0 0 0,0 0-1 0 0,0-1 1 0 0,0 1 0 0 0,0-1 0 0 0,4 1-1 0 0,34-1-2771 0 0,-19-4-1526 0 0</inkml:trace>
</inkml:ink>
</file>

<file path=ppt/ink/ink1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1.578"/>
    </inkml:context>
    <inkml:brush xml:id="br0">
      <inkml:brushProperty name="width" value="0.1" units="cm"/>
      <inkml:brushProperty name="height" value="0.1" units="cm"/>
      <inkml:brushProperty name="color" value="#FF0066"/>
    </inkml:brush>
  </inkml:definitions>
  <inkml:trace contextRef="#ctx0" brushRef="#br0">12 256 5985 0 0,'-1'0'82'0'0,"0"1"0"0"0,0-1-1 0 0,0 1 1 0 0,1 0 0 0 0,-1-1 0 0 0,0 1-1 0 0,1 0 1 0 0,-1-1 0 0 0,1 1-1 0 0,-1 0 1 0 0,1 0 0 0 0,-1-1 0 0 0,1 1-1 0 0,-1 0 1 0 0,1 0 0 0 0,0 0-1 0 0,-1 0 1 0 0,1 0 0 0 0,0-1-1 0 0,0 1 1 0 0,0 0 0 0 0,-1 0 0 0 0,1 0-1 0 0,0 0 1 0 0,0 0 0 0 0,0 0-1 0 0,1 0 1 0 0,-1 0 0 0 0,0 0 0 0 0,1 1-1 0 0,0-2 62 0 0,0 1-1 0 0,0 0 1 0 0,0-1-1 0 0,0 0 1 0 0,1 1-1 0 0,-1-1 1 0 0,0 0-1 0 0,0 1 1 0 0,1-1-1 0 0,-1 0 1 0 0,0 0-1 0 0,1 0 1 0 0,-1 0-1 0 0,0 0 1 0 0,0-1-1 0 0,1 1 1 0 0,-1 0-1 0 0,0 0 1 0 0,0-1 0 0 0,1 1-1 0 0,-1-1 1 0 0,0 1-1 0 0,1-2 1 0 0,9-3 103 0 0,0-1 1 0 0,-1 0-1 0 0,0 0 1 0 0,0-1-1 0 0,0-1 1 0 0,-1 1 0 0 0,-1-2-1 0 0,1 1 1 0 0,-1-1-1 0 0,0 0 1 0 0,10-18 0 0 0,-10 15-43 0 0,-1-1 0 0 0,0 0 1 0 0,0 0-1 0 0,-1-1 0 0 0,-1 1 1 0 0,-1-1-1 0 0,0-1 0 0 0,0 1 1 0 0,1-18-1 0 0,-5 11 659 0 0,-4 35 113 0 0,2 0-728 0 0,-1 3-209 0 0,0 0 0 0 0,1-1 0 0 0,1 1 0 0 0,1 0 0 0 0,2 22 0 0 0,-1-35-201 0 0,0 0 1 0 0,0 0 0 0 0,0 0 0 0 0,0 0 0 0 0,0-1-1 0 0,1 1 1 0 0,0 0 0 0 0,0-1 0 0 0,0 1-1 0 0,0-1 1 0 0,0 1 0 0 0,1-1 0 0 0,0 0-1 0 0,-1 0 1 0 0,1 0 0 0 0,0 0 0 0 0,1-1-1 0 0,-1 1 1 0 0,0-1 0 0 0,1 0 0 0 0,-1 0 0 0 0,1 0-1 0 0,0 0 1 0 0,-1-1 0 0 0,1 1 0 0 0,0-1-1 0 0,7 1 1 0 0,-4 0-234 0 0,0-1 0 0 0,0-1 0 0 0,0 1 0 0 0,1-1 0 0 0,-1 0 1 0 0,12-2-1 0 0,2-2-426 0 0</inkml:trace>
</inkml:ink>
</file>

<file path=ppt/ink/ink1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1.720"/>
    </inkml:context>
    <inkml:brush xml:id="br0">
      <inkml:brushProperty name="width" value="0.1" units="cm"/>
      <inkml:brushProperty name="height" value="0.1" units="cm"/>
      <inkml:brushProperty name="color" value="#FF0066"/>
    </inkml:brush>
  </inkml:definitions>
  <inkml:trace contextRef="#ctx0" brushRef="#br0">0 61 3625 0 0,'13'-15'211'0'0,"14"-16"60"0"0,-9 17 4057 0 0,-17 14-4195 0 0,-1 0 0 0 0,6 3 2394 0 0,-6-2-2394 0 0,0-1 0 0 0,1 0 0 0 0,-1 1 0 0 0,0-1 0 0 0,0 0 0 0 0,0 1 0 0 0,0-1 0 0 0,0 0 0 0 0,0 1 0 0 0,0-1 0 0 0,1 0 0 0 0,-1 1 0 0 0,0-1 0 0 0,0 0 0 0 0,0 1 0 0 0,-1-1 0 0 0,1 1 0 0 0,0-1 0 0 0,0 0 0 0 0,0 1 0 0 0,0-1 0 0 0,0 24 1740 0 0,0-21-1496 0 0,0 29 796 0 0,6 51 0 0 0,-4-70-2671 0 0,1 1 0 0 0,1-1-1 0 0,8 21 1 0 0</inkml:trace>
</inkml:ink>
</file>

<file path=ppt/ink/ink1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1.911"/>
    </inkml:context>
    <inkml:brush xml:id="br0">
      <inkml:brushProperty name="width" value="0.1" units="cm"/>
      <inkml:brushProperty name="height" value="0.1" units="cm"/>
      <inkml:brushProperty name="color" value="#FF0066"/>
    </inkml:brush>
  </inkml:definitions>
  <inkml:trace contextRef="#ctx0" brushRef="#br0">13 2 11058 0 0,'-1'0'30'0'0,"1"0"-1"0"0,0 0 0 0 0,0 0 0 0 0,-1-1 0 0 0,1 1 0 0 0,0 0 0 0 0,0 0 1 0 0,-1 0-1 0 0,1 0 0 0 0,0 0 0 0 0,-1 0 0 0 0,1 0 0 0 0,0-1 1 0 0,-1 1-1 0 0,1 0 0 0 0,0 0 0 0 0,-1 0 0 0 0,1 0 0 0 0,0 0 1 0 0,-1 0-1 0 0,1 1 0 0 0,0-1 0 0 0,0 0 0 0 0,-1 0 0 0 0,1 0 1 0 0,0 0-1 0 0,-1 0 0 0 0,1 0 0 0 0,0 0 0 0 0,0 1 0 0 0,-1-1 0 0 0,1 0 1 0 0,0 0-1 0 0,0 0 0 0 0,-1 1 0 0 0,1-1 0 0 0,0 0 0 0 0,0 0 1 0 0,0 1-1 0 0,-1-1 0 0 0,1 0 0 0 0,0 0 0 0 0,0 1 0 0 0,0-1 1 0 0,0 0-1 0 0,0 1 0 0 0,-1-1 0 0 0,1 0 0 0 0,0 1 0 0 0,0-1 1 0 0,0 0-1 0 0,0 1 0 0 0,0-1 0 0 0,0 0 0 0 0,0 0 0 0 0,0 1 0 0 0,1-1 1 0 0,10 30 438 0 0,28 30-4197 0 0,-17-38 2251 0 0,-10-12 1437 0 0</inkml:trace>
</inkml:ink>
</file>

<file path=ppt/ink/ink1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2.148"/>
    </inkml:context>
    <inkml:brush xml:id="br0">
      <inkml:brushProperty name="width" value="0.1" units="cm"/>
      <inkml:brushProperty name="height" value="0.1" units="cm"/>
      <inkml:brushProperty name="color" value="#FF0066"/>
    </inkml:brush>
  </inkml:definitions>
  <inkml:trace contextRef="#ctx0" brushRef="#br0">1 1 4145 0 0,'8'23'792'0'0,"1"38"1502"0"0,-5-29-938 0 0,1 0 0 0 0,18 59 0 0 0,-21-83-1227 0 0,1-1 1 0 0,0 1-1 0 0,1-1 1 0 0,-1 0-1 0 0,1 0 0 0 0,1 0 1 0 0,0-1-1 0 0,0 1 1 0 0,0-1-1 0 0,0 0 0 0 0,1 0 1 0 0,0-1-1 0 0,0 0 1 0 0,1 0-1 0 0,-1 0 0 0 0,13 6 1 0 0,-17-10-100 0 0,1 0 1 0 0,-1 0-1 0 0,0 0 1 0 0,0 0-1 0 0,0-1 1 0 0,1 1-1 0 0,-1-1 1 0 0,0 1-1 0 0,1-1 1 0 0,-1 0-1 0 0,0 1 1 0 0,1-1-1 0 0,-1-1 0 0 0,0 1 1 0 0,1 0-1 0 0,-1 0 1 0 0,0-1-1 0 0,1 0 1 0 0,-1 1-1 0 0,0-1 1 0 0,0 0-1 0 0,0 0 1 0 0,1 0-1 0 0,-1 0 1 0 0,0 0-1 0 0,0-1 1 0 0,-1 1-1 0 0,1-1 1 0 0,0 1-1 0 0,0-1 0 0 0,-1 0 1 0 0,1 0-1 0 0,-1 1 1 0 0,1-1-1 0 0,-1 0 1 0 0,0 0-1 0 0,0 0 1 0 0,0-1-1 0 0,1-2 1 0 0,4-10-56 0 0,-1 0 1 0 0,-1 0 0 0 0,0-1-1 0 0,2-27 1 0 0,-3 23-188 0 0,1-1 92 0 0,0 0 0 0 0,2 0 0 0 0,11-29 0 0 0,-8 32 187 0 0</inkml:trace>
</inkml:ink>
</file>

<file path=ppt/ink/ink1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2.385"/>
    </inkml:context>
    <inkml:brush xml:id="br0">
      <inkml:brushProperty name="width" value="0.1" units="cm"/>
      <inkml:brushProperty name="height" value="0.1" units="cm"/>
      <inkml:brushProperty name="color" value="#FF0066"/>
    </inkml:brush>
  </inkml:definitions>
  <inkml:trace contextRef="#ctx0" brushRef="#br0">1 109 1840 0 0,'0'9'621'0'0,"1"-1"-1"0"0,0 1 0 0 0,0 0 0 0 0,4 12 0 0 0,-4-18-313 0 0,0-1-1 0 0,0 1 1 0 0,1-1-1 0 0,-1 1 1 0 0,0-1 0 0 0,1 1-1 0 0,-1-1 1 0 0,4 4-1 0 0,-5-6-264 0 0,1 1 0 0 0,0 0-1 0 0,0-1 1 0 0,0 1-1 0 0,-1-1 1 0 0,1 1-1 0 0,0-1 1 0 0,0 1-1 0 0,0-1 1 0 0,0 1 0 0 0,0-1-1 0 0,0 0 1 0 0,0 0-1 0 0,0 1 1 0 0,0-1-1 0 0,0 0 1 0 0,0 0-1 0 0,0 0 1 0 0,0 0 0 0 0,0 0-1 0 0,0 0 1 0 0,0-1-1 0 0,1 1 1 0 0,2-2 164 0 0,-1 1 1 0 0,1-1-1 0 0,-1 0 0 0 0,0-1 1 0 0,1 1-1 0 0,-1 0 0 0 0,0-1 1 0 0,-1 0-1 0 0,1 0 0 0 0,0 1 1 0 0,-1-2-1 0 0,4-4 0 0 0,24-43 1922 0 0,-28 48-1985 0 0,0 0-43 0 0,3-5-42 0 0,-1 0 0 0 0,0 0 0 0 0,0-1-1 0 0,-1 1 1 0 0,0-1 0 0 0,0 0 0 0 0,-1 0-1 0 0,2-14 1 0 0,-4 23-133 0 0,0-1 0 0 0,0 1 0 0 0,0-1 0 0 0,0 1 0 0 0,0 0 0 0 0,0-1 0 0 0,0 1 0 0 0,0-1 0 0 0,0 1 0 0 0,0-1 0 0 0,0 1 0 0 0,0 0 0 0 0,-1-1 0 0 0,1 1 0 0 0,0-1 0 0 0,0 1 0 0 0,0 0 0 0 0,-1-1 0 0 0,1 1 0 0 0,0 0 0 0 0,-1-1 0 0 0,1 1 0 0 0,0 0 0 0 0,-1 0 0 0 0,1-1 0 0 0,0 1 0 0 0,-1 0 0 0 0,1 0 0 0 0,0-1 1 0 0,-1 1-1 0 0,1 0 0 0 0,-1 0 0 0 0,1 0-4 0 0,-1 0 0 0 0,1 0 1 0 0,0 0-1 0 0,0 0 0 0 0,-1 0 1 0 0,1 0-1 0 0,0 1 0 0 0,0-1 1 0 0,-1 0-1 0 0,1 0 0 0 0,0 0 1 0 0,0 0-1 0 0,0 0 1 0 0,-1 1-1 0 0,1-1 0 0 0,0 0 1 0 0,0 0-1 0 0,0 0 0 0 0,0 1 1 0 0,-1-1-1 0 0,1 0 0 0 0,0 0 1 0 0,0 1-1 0 0,0-1 0 0 0,0 0 1 0 0,0 0-1 0 0,0 1 1 0 0,0-1-1 0 0,0 0 0 0 0,0 0 1 0 0,0 1-1 0 0,0-1 0 0 0,0 0 1 0 0,0 1-1 0 0,0-1 0 0 0,0 0 1 0 0,0 0-1 0 0,0 1 1 0 0,0-1-1 0 0,0 0 0 0 0,0 0 1 0 0,0 1-1 0 0,0-1 0 0 0,0 0 1 0 0,1 0-1 0 0,-1 1 0 0 0,0-1 1 0 0</inkml:trace>
</inkml:ink>
</file>

<file path=ppt/ink/ink1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2.938"/>
    </inkml:context>
    <inkml:brush xml:id="br0">
      <inkml:brushProperty name="width" value="0.1" units="cm"/>
      <inkml:brushProperty name="height" value="0.1" units="cm"/>
      <inkml:brushProperty name="color" value="#FF0066"/>
    </inkml:brush>
  </inkml:definitions>
  <inkml:trace contextRef="#ctx0" brushRef="#br0">1 1 10594 0 0,'-1'2'173'0'0,"1"1"0"0"0,0-1 0 0 0,0 0-1 0 0,0 1 1 0 0,0-1 0 0 0,1 1-1 0 0,-1-1 1 0 0,1 1 0 0 0,-1-1 0 0 0,1 1-1 0 0,0-1 1 0 0,0 0 0 0 0,0 0 0 0 0,0 1-1 0 0,0-1 1 0 0,3 3 0 0 0,3 11 279 0 0,20 53 1470 0 0,47 140 2127 0 0,-62-167-3554 0 0,-1 1-1 0 0,-3 1 0 0 0,3 46 0 0 0,-7-50-625 0 0,-3 0 1 0 0,-1 0-1 0 0,-2-1 0 0 0,-2 1 0 0 0,-1 0 0 0 0,-2-1 0 0 0,-2 0 0 0 0,-2-1 0 0 0,-1 0 0 0 0,-2 0 0 0 0,-24 44 0 0 0,12-36 111 0 0</inkml:trace>
</inkml:ink>
</file>

<file path=ppt/ink/ink1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5.369"/>
    </inkml:context>
    <inkml:brush xml:id="br0">
      <inkml:brushProperty name="width" value="0.1" units="cm"/>
      <inkml:brushProperty name="height" value="0.1" units="cm"/>
      <inkml:brushProperty name="color" value="#FF0066"/>
    </inkml:brush>
  </inkml:definitions>
  <inkml:trace contextRef="#ctx0" brushRef="#br0">123 88 8290 0 0,'-9'-29'2362'0'0,"8"23"-1796"0"0,0 0 0 0 0,-1 1 0 0 0,0-1 0 0 0,0 0 0 0 0,-1 1 0 0 0,1-1 0 0 0,-1 1 0 0 0,-6-8 0 0 0,0 62 1707 0 0,-20 141-1456 0 0,6-49-677 0 0,-5 154 0 0 0,52 430-14 0 0,52-4-126 0 0,-75-716-1 0 0,81 956 603 0 0,-83-865-501 0 0,0-8-1799 0 0,8-31-2426 0 0,-7-53 3918 0 0,1-1 0 0 0,0 1 0 0 0,0 0 0 0 0,0 0 0 0 0,1-1 1 0 0,-1 1-1 0 0,1-1 0 0 0,0 1 0 0 0,0-1 0 0 0,5 6 0 0 0</inkml:trace>
</inkml:ink>
</file>

<file path=ppt/ink/ink1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5.951"/>
    </inkml:context>
    <inkml:brush xml:id="br0">
      <inkml:brushProperty name="width" value="0.1" units="cm"/>
      <inkml:brushProperty name="height" value="0.1" units="cm"/>
      <inkml:brushProperty name="color" value="#FF0066"/>
    </inkml:brush>
  </inkml:definitions>
  <inkml:trace contextRef="#ctx0" brushRef="#br0">0 312 4145 0 0,'22'-2'944'0'0,"34"-9"6"0"0,-1-2 0 0 0,63-25 0 0 0,3-1 241 0 0,419-92 177 0 0,-359 98-820 0 0,187-8 0 0 0,372 37-241 0 0,-2 60-16 0 0,-469-22-771 0 0,-249-32 194 0 0</inkml:trace>
</inkml:ink>
</file>

<file path=ppt/ink/ink1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6.904"/>
    </inkml:context>
    <inkml:brush xml:id="br0">
      <inkml:brushProperty name="width" value="0.1" units="cm"/>
      <inkml:brushProperty name="height" value="0.1" units="cm"/>
      <inkml:brushProperty name="color" value="#FF0066"/>
    </inkml:brush>
  </inkml:definitions>
  <inkml:trace contextRef="#ctx0" brushRef="#br0">2833 1 7370 0 0,'21'37'3170'0'0,"-5"-11"-2655"0"0,0 0 1 0 0,-2 2-1 0 0,-1-1 1 0 0,-1 2-1 0 0,-1-1 1 0 0,-1 2-1 0 0,-2-1 1 0 0,5 35-1 0 0,18 86 1684 0 0,24 139-1045 0 0,-22 197-1026 0 0,-12-99-85 0 0,16 20 317 0 0,24 236 477 0 0,-46-473-374 0 0,-10 206 1 0 0,-39 170 635 0 0,26-334-813 0 0,10-175-229 0 0,1 0-1 0 0,1 0 0 0 0,17 61 0 0 0,-21-96-59 0 0,1 1-1 0 0,0-1 1 0 0,1 1 0 0 0,-1-1 0 0 0,0 0 0 0 0,1 1 0 0 0,-1-1 0 0 0,1 0-1 0 0,0 0 1 0 0,-1 0 0 0 0,1 0 0 0 0,0 0 0 0 0,0-1 0 0 0,1 1 0 0 0,-1 0-1 0 0,0-1 1 0 0,0 0 0 0 0,1 1 0 0 0,-1-1 0 0 0,1 0 0 0 0,4 1-1 0 0,2 0-13 0 0,1 0 0 0 0,-1 0 0 0 0,1-1 0 0 0,17-1 0 0 0,-26 0-26 0 0,-1-1 22 0 0,0 1-10 0 0,-18-7 154 0 0,6 4-111 0 0,0 1-1 0 0,0 0 1 0 0,0 1-1 0 0,0 1 1 0 0,0 0-1 0 0,-19 2 1 0 0,-9 0 2 0 0,-320 8-472 0 0,-40 1-140 0 0,-712 9 279 0 0,993-10 845 0 0,-138 29 0 0 0,-113 46-87 0 0,361-83-436 0 0,-204 48 169 0 0,163-41-145 0 0,0-3 1 0 0,-67 2-1 0 0,106-8-97 0 0,-1-1-1 0 0,0 0 1 0 0,-19-4 0 0 0,27 4-227 0 0,1 0 0 0 0,-1 0 0 0 0,0-1 0 0 0,1 1 0 0 0,-1-1 0 0 0,1 0 0 0 0,0 0 0 0 0,0 0 0 0 0,-4-3 0 0 0</inkml:trace>
</inkml:ink>
</file>

<file path=ppt/ink/ink1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7.695"/>
    </inkml:context>
    <inkml:brush xml:id="br0">
      <inkml:brushProperty name="width" value="0.1" units="cm"/>
      <inkml:brushProperty name="height" value="0.1" units="cm"/>
      <inkml:brushProperty name="color" value="#FF0066"/>
    </inkml:brush>
  </inkml:definitions>
  <inkml:trace contextRef="#ctx0" brushRef="#br0">152 11 6913 0 0,'0'-10'7407'0'0,"3"27"-5896"0"0,-7 50-98 0 0,-21 105 0 0 0,-28 62-653 0 0,30-142-557 0 0,10-42-188 0 0,3-12-175 0 0,1 0 0 0 0,2 0 0 0 0,-3 60 0 0 0,10-96-53 0 0,0 0 0 0 0,0-1 1 0 0,0 1-1 0 0,0 0 1 0 0,0-1-1 0 0,1 1 0 0 0,-1 0 1 0 0,0 0-1 0 0,1-1 1 0 0,-1 1-1 0 0,1 0 0 0 0,0-1 1 0 0,0 1-1 0 0,-1-1 0 0 0,3 2 1 0 0,15-18-7137 0 0,-14 6 6096 0 0,-1 0-1 0 0,1 0 1 0 0,2-18-1 0 0,-1 5 1089 0 0</inkml:trace>
</inkml:ink>
</file>

<file path=ppt/ink/ink1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7.919"/>
    </inkml:context>
    <inkml:brush xml:id="br0">
      <inkml:brushProperty name="width" value="0.1" units="cm"/>
      <inkml:brushProperty name="height" value="0.1" units="cm"/>
      <inkml:brushProperty name="color" value="#FF0066"/>
    </inkml:brush>
  </inkml:definitions>
  <inkml:trace contextRef="#ctx0" brushRef="#br0">0 0 3681 0 0,'0'0'284'0'0,"18"14"3310"0"0,6 11-1833 0 0,-2 1-1 0 0,-1 2 1 0 0,18 29 0 0 0,48 94 208 0 0,-36-57-816 0 0,106 151-1901 0 0,-151-236 577 0 0,9 16-897 0 0,-2-3-250 0 0</inkml:trace>
</inkml:ink>
</file>

<file path=ppt/ink/ink1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8.172"/>
    </inkml:context>
    <inkml:brush xml:id="br0">
      <inkml:brushProperty name="width" value="0.1" units="cm"/>
      <inkml:brushProperty name="height" value="0.1" units="cm"/>
      <inkml:brushProperty name="color" value="#FF0066"/>
    </inkml:brush>
  </inkml:definitions>
  <inkml:trace contextRef="#ctx0" brushRef="#br0">10 202 9218 0 0,'0'0'63'0'0,"0"0"1"0"0,-1 0-1 0 0,1 0 0 0 0,-1 0 0 0 0,1 0 1 0 0,0 0-1 0 0,-1 0 0 0 0,1 0 0 0 0,-1 0 1 0 0,1-1-1 0 0,0 1 0 0 0,-1 0 0 0 0,1 0 1 0 0,0 0-1 0 0,-1 0 0 0 0,1-1 1 0 0,0 1-1 0 0,-1 0 0 0 0,1 0 0 0 0,0-1 1 0 0,-1 1-1 0 0,1 0 0 0 0,0 0 0 0 0,0-1 1 0 0,-1 1-1 0 0,1 0 0 0 0,0-1 0 0 0,0 1 1 0 0,0-1-1 0 0,0 1 0 0 0,-1-1 1 0 0,9-13 2005 0 0,-6 11-1957 0 0,4-5 180 0 0,1 0 0 0 0,0 0-1 0 0,0 1 1 0 0,1 0 0 0 0,0 0 0 0 0,15-8-1 0 0,57-31-226 0 0,-55 35-891 0 0,0 0 1 0 0,45-12-1 0 0,-35 15-1376 0 0,-1 1-1 0 0,1 2 1 0 0,53-1 0 0 0,-57 6 2030 0 0</inkml:trace>
</inkml:ink>
</file>

<file path=ppt/ink/ink1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8.516"/>
    </inkml:context>
    <inkml:brush xml:id="br0">
      <inkml:brushProperty name="width" value="0.1" units="cm"/>
      <inkml:brushProperty name="height" value="0.1" units="cm"/>
      <inkml:brushProperty name="color" value="#FF0066"/>
    </inkml:brush>
  </inkml:definitions>
  <inkml:trace contextRef="#ctx0" brushRef="#br0">0 195 4145 0 0,'4'-4'346'0'0,"-1"1"0"0"0,1 0-1 0 0,0 0 1 0 0,0 1 0 0 0,0-1 0 0 0,0 1 0 0 0,1 0-1 0 0,-1 0 1 0 0,1 0 0 0 0,-1 0 0 0 0,1 1 0 0 0,-1 0-1 0 0,1 0 1 0 0,0 0 0 0 0,0 1 0 0 0,0-1 0 0 0,-1 1 0 0 0,1 0-1 0 0,0 1 1 0 0,0-1 0 0 0,0 1 0 0 0,-1 0 0 0 0,1 0-1 0 0,5 2 1 0 0,0 0-57 0 0,-1 1 0 0 0,0 0 0 0 0,0 1 0 0 0,-1 0 0 0 0,1 0 0 0 0,-1 1 0 0 0,0 0 0 0 0,0 1 0 0 0,-1 0 0 0 0,11 12 0 0 0,-12-12-237 0 0,1 0 21 0 0,-1 0 0 0 0,0 0 0 0 0,0 1 0 0 0,-1 0-1 0 0,0 1 1 0 0,0-1 0 0 0,-1 1 0 0 0,6 16 0 0 0,-10-24-39 0 0,0-1 1 0 0,0 0-1 0 0,0 0 0 0 0,0 0 0 0 0,0 0 1 0 0,0 1-1 0 0,0-1 0 0 0,0 0 1 0 0,0 0-1 0 0,0 0 0 0 0,0 1 1 0 0,0-1-1 0 0,0 0 0 0 0,0 0 0 0 0,0 0 1 0 0,0 1-1 0 0,0-1 0 0 0,0 0 1 0 0,0 0-1 0 0,0 0 0 0 0,0 0 1 0 0,0 1-1 0 0,0-1 0 0 0,-1 0 0 0 0,1 0 1 0 0,0 0-1 0 0,0 0 0 0 0,0 0 1 0 0,0 1-1 0 0,0-1 0 0 0,-1 0 1 0 0,1 0-1 0 0,0 0 0 0 0,0 0 1 0 0,0 0-1 0 0,0 0 0 0 0,-1 0 0 0 0,1 0 1 0 0,0 0-1 0 0,0 0 0 0 0,-1 0 1 0 0,-9-2 1183 0 0,-10-10 65 0 0,16 7-1217 0 0,-1-1 0 0 0,1 0 0 0 0,0 1 0 0 0,1-2 0 0 0,-1 1 0 0 0,1 0 0 0 0,1 0-1 0 0,-1-1 1 0 0,1 0 0 0 0,0 1 0 0 0,0-1 0 0 0,1 0 0 0 0,0 0 0 0 0,0 0 0 0 0,1 0 0 0 0,0 0 0 0 0,0 0 0 0 0,1 0 0 0 0,-1 0 0 0 0,2 0-1 0 0,1-7 1 0 0,1-4-888 0 0,1 0 0 0 0,1 0 0 0 0,1 1 0 0 0,1 0-1 0 0,0 0 1 0 0,18-27 0 0 0,-7 18-5306 0 0</inkml:trace>
</inkml:ink>
</file>

<file path=ppt/ink/ink1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9.025"/>
    </inkml:context>
    <inkml:brush xml:id="br0">
      <inkml:brushProperty name="width" value="0.1" units="cm"/>
      <inkml:brushProperty name="height" value="0.1" units="cm"/>
      <inkml:brushProperty name="color" value="#FF0066"/>
    </inkml:brush>
  </inkml:definitions>
  <inkml:trace contextRef="#ctx0" brushRef="#br0">254 499 3225 0 0,'-5'-4'449'0'0,"-1"0"0"0"0,-1 0 1 0 0,1 0-1 0 0,0 1 0 0 0,-1 0 1 0 0,1 0-1 0 0,-1 1 0 0 0,0 0 1 0 0,0 0-1 0 0,0 0 0 0 0,0 1 1 0 0,-1 0-1 0 0,1 0 0 0 0,0 1 1 0 0,0 0-1 0 0,-14 2 0 0 0,15-2-222 0 0,0 0 0 0 0,0 1 0 0 0,0 0 1 0 0,1 0-1 0 0,-1 1 0 0 0,0 0 0 0 0,0 0 0 0 0,1 0 0 0 0,0 0 0 0 0,-1 1 0 0 0,1 0 0 0 0,0 0 0 0 0,0 0 0 0 0,0 1 0 0 0,1 0 0 0 0,-1 0 0 0 0,1 0 0 0 0,0 0 0 0 0,0 1 0 0 0,1-1 0 0 0,-4 7 0 0 0,5-8-238 0 0,0 1-1 0 0,1-1 1 0 0,-1 1-1 0 0,1-1 1 0 0,0 1-1 0 0,0 0 1 0 0,1-1-1 0 0,-1 1 1 0 0,1 0 0 0 0,0 0-1 0 0,0 0 1 0 0,0-1-1 0 0,0 1 1 0 0,1 0-1 0 0,-1 0 1 0 0,1 0-1 0 0,0-1 1 0 0,0 1 0 0 0,0-1-1 0 0,1 1 1 0 0,-1-1-1 0 0,1 1 1 0 0,0-1-1 0 0,0 0 1 0 0,0 1-1 0 0,1-1 1 0 0,-1-1-1 0 0,1 1 1 0 0,-1 0 0 0 0,1 0-1 0 0,0-1 1 0 0,0 0-1 0 0,0 1 1 0 0,0-1-1 0 0,1 0 1 0 0,-1-1-1 0 0,1 1 1 0 0,-1-1 0 0 0,1 1-1 0 0,-1-1 1 0 0,1 0-1 0 0,0 0 1 0 0,-1-1-1 0 0,1 1 1 0 0,0-1-1 0 0,0 0 1 0 0,0 0 0 0 0,-1 0-1 0 0,1 0 1 0 0,0 0-1 0 0,0-1 1 0 0,4-1-1 0 0,3-1-163 0 0,0 0 0 0 0,0-1 0 0 0,-1-1 0 0 0,1 1 0 0 0,-1-2 0 0 0,0 1 0 0 0,0-2 0 0 0,-1 1 0 0 0,0-1 0 0 0,0 0 0 0 0,-1-1 0 0 0,1 0 1 0 0,-2-1-1 0 0,1 1 0 0 0,-1-2 0 0 0,0 1 0 0 0,6-13 0 0 0,-8 12 264 0 0,0 0 0 0 0,-1 0 0 0 0,0-1 0 0 0,-1 1 0 0 0,0-1 0 0 0,0 0 0 0 0,-1 0 0 0 0,-1 0 1 0 0,0-1-1 0 0,0 1 0 0 0,-2-13 0 0 0,-2-9 572 0 0,-2 1 0 0 0,-1-1 0 0 0,-2 1 0 0 0,-1 0 0 0 0,-1 1-1 0 0,-2 0 1 0 0,-1 0 0 0 0,-2 1 0 0 0,-35-53 0 0 0,36 68 260 0 0,14 27-171 0 0,16 30-332 0 0,17 32-343 0 0,88 228 426 0 0,-62-103-3597 0 0,-48-159-3946 0 0</inkml:trace>
</inkml:ink>
</file>

<file path=ppt/ink/ink1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35.907"/>
    </inkml:context>
    <inkml:brush xml:id="br0">
      <inkml:brushProperty name="width" value="0.1" units="cm"/>
      <inkml:brushProperty name="height" value="0.1" units="cm"/>
      <inkml:brushProperty name="color" value="#FF0066"/>
    </inkml:brush>
  </inkml:definitions>
  <inkml:trace contextRef="#ctx0" brushRef="#br0">90 99 5529 0 0,'-5'-38'649'0'0,"2"-22"8215"0"0,1 68-5649 0 0,-9 38-1572 0 0,1 19-1546 0 0,-15 96 455 0 0,-7 217 0 0 0,31-311-731 0 0,4 165-2292 0 0,0-204 1968 0 0,0 0 1 0 0,2 0-1 0 0,1-1 1 0 0,1 1 0 0 0,2-2-1 0 0,11 29 1 0 0,-9-34-5030 0 0</inkml:trace>
</inkml:ink>
</file>

<file path=ppt/ink/ink1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36.194"/>
    </inkml:context>
    <inkml:brush xml:id="br0">
      <inkml:brushProperty name="width" value="0.1" units="cm"/>
      <inkml:brushProperty name="height" value="0.1" units="cm"/>
      <inkml:brushProperty name="color" value="#FF0066"/>
    </inkml:brush>
  </inkml:definitions>
  <inkml:trace contextRef="#ctx0" brushRef="#br0">17 98 7370 0 0,'-1'1'87'0'0,"0"-1"1"0"0,0 0-1 0 0,0 1 1 0 0,0-1-1 0 0,0 1 0 0 0,0-1 1 0 0,1 1-1 0 0,-1-1 1 0 0,0 1-1 0 0,0 0 1 0 0,1-1-1 0 0,-1 1 1 0 0,0 0-1 0 0,1 0 1 0 0,-1-1-1 0 0,1 1 1 0 0,-1 0-1 0 0,1 0 1 0 0,-1 0-1 0 0,1 0 1 0 0,0 0-1 0 0,-1-1 1 0 0,1 1-1 0 0,0 0 1 0 0,0 0-1 0 0,0 0 1 0 0,-1 0-1 0 0,1 0 1 0 0,0 0-1 0 0,0 0 1 0 0,0 0-1 0 0,1 0 1 0 0,-1 0-1 0 0,0 0 1 0 0,0 0-1 0 0,0 0 1 0 0,1 0-1 0 0,-1 0 1 0 0,1 0-1 0 0,-1-1 1 0 0,0 1-1 0 0,1 0 0 0 0,0 0 1 0 0,0 0-1 0 0,1 3 57 0 0,-1 0 1 0 0,2-1-1 0 0,-1 1 0 0 0,0-1 0 0 0,1 0 0 0 0,-1 0 0 0 0,1 0 0 0 0,0 0 0 0 0,0-1 0 0 0,6 5 0 0 0,14 5 709 0 0,0-2 1 0 0,1-1-1 0 0,46 11 0 0 0,76 9 1792 0 0,-130-26-2408 0 0,0-1 0 0 0,1 0 0 0 0,-1-1-1 0 0,1-1 1 0 0,-1-1 0 0 0,18-2 0 0 0,-28 2-187 0 0,-1 0 1 0 0,0-1 0 0 0,0 1 0 0 0,0-1 0 0 0,0 0 0 0 0,0-1 0 0 0,-1 1 0 0 0,1-1-1 0 0,0 0 1 0 0,-1 0 0 0 0,0 0 0 0 0,0-1 0 0 0,0 1 0 0 0,0-1 0 0 0,-1 0 0 0 0,1 0-1 0 0,-1 0 1 0 0,0-1 0 0 0,0 1 0 0 0,-1-1 0 0 0,1 0 0 0 0,2-8 0 0 0,0-1-47 0 0,-1 0-1 0 0,0 0 1 0 0,-1 0 0 0 0,2-23 0 0 0,-7-26-3003 0 0,-1 43-3859 0 0</inkml:trace>
</inkml:ink>
</file>

<file path=ppt/ink/ink1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37.336"/>
    </inkml:context>
    <inkml:brush xml:id="br0">
      <inkml:brushProperty name="width" value="0.1" units="cm"/>
      <inkml:brushProperty name="height" value="0.1" units="cm"/>
      <inkml:brushProperty name="color" value="#FF0066"/>
    </inkml:brush>
  </inkml:definitions>
  <inkml:trace contextRef="#ctx0" brushRef="#br0">40 31 6913 0 0,'-5'-9'5090'0'0,"-2"-12"3537"0"0,7 21-8531 0 0,0 0 1 0 0,0 0-1 0 0,0 0 0 0 0,0 1 1 0 0,0-1-1 0 0,0 0 0 0 0,0 0 1 0 0,0 1-1 0 0,0-1 0 0 0,0 0 1 0 0,0 1-1 0 0,-9 37 140 0 0,2 0 1 0 0,-3 74-1 0 0,9 84-3371 0 0,2-152-3886 0 0</inkml:trace>
</inkml:ink>
</file>

<file path=ppt/ink/ink1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38.491"/>
    </inkml:context>
    <inkml:brush xml:id="br0">
      <inkml:brushProperty name="width" value="0.1" units="cm"/>
      <inkml:brushProperty name="height" value="0.1" units="cm"/>
      <inkml:brushProperty name="color" value="#FF0066"/>
    </inkml:brush>
  </inkml:definitions>
  <inkml:trace contextRef="#ctx0" brushRef="#br0">212 1 5065 0 0,'-6'2'342'0'0,"1"0"-1"0"0,0 0 1 0 0,0 1 0 0 0,0 0-1 0 0,0 0 1 0 0,0 0-1 0 0,0 1 1 0 0,1 0 0 0 0,0-1-1 0 0,-5 6 1 0 0,3-3 128 0 0,-16 13 159 0 0,2 0 0 0 0,0 1 0 0 0,1 2 0 0 0,2 0 0 0 0,-24 37 0 0 0,40-58-624 0 0,0 0 0 0 0,0 1-1 0 0,0-1 1 0 0,1 1 0 0 0,-1-1 0 0 0,0 1 0 0 0,1-1 0 0 0,-1 1-1 0 0,1 0 1 0 0,-1-1 0 0 0,1 1 0 0 0,0 0 0 0 0,0-1 0 0 0,0 1 0 0 0,0 0-1 0 0,0 0 1 0 0,0-1 0 0 0,0 1 0 0 0,1 0 0 0 0,-1-1 0 0 0,1 1 0 0 0,-1 0-1 0 0,1-1 1 0 0,-1 1 0 0 0,1-1 0 0 0,0 1 0 0 0,0-1 0 0 0,0 1 0 0 0,0-1-1 0 0,0 0 1 0 0,0 1 0 0 0,0-1 0 0 0,0 0 0 0 0,0 0 0 0 0,1 0 0 0 0,-1 0-1 0 0,1 0 1 0 0,-1 0 0 0 0,1 0 0 0 0,-1 0 0 0 0,1-1 0 0 0,-1 1 0 0 0,1 0-1 0 0,-1-1 1 0 0,3 1 0 0 0,9 3-339 0 0,1-1 1 0 0,-1-1-1 0 0,1 0 0 0 0,21 0 0 0 0,-15-1-494 0 0,-15 0 724 0 0,0-1 1 0 0,-1 1-1 0 0,1 0 0 0 0,0 0 1 0 0,-1 1-1 0 0,1-1 0 0 0,-1 1 1 0 0,0 0-1 0 0,1 0 0 0 0,4 4 1 0 0,-8-6 158 0 0,0 1 1 0 0,0 0 0 0 0,0 0-1 0 0,0 0 1 0 0,0 1-1 0 0,-1-1 1 0 0,1 0-1 0 0,0 0 1 0 0,0 0-1 0 0,-1 1 1 0 0,1-1 0 0 0,-1 0-1 0 0,1 0 1 0 0,-1 1-1 0 0,0-1 1 0 0,1 0-1 0 0,-1 1 1 0 0,0-1 0 0 0,0 1-1 0 0,0-1 1 0 0,0 0-1 0 0,0 1 1 0 0,0-1-1 0 0,-1 0 1 0 0,1 1 0 0 0,0-1-1 0 0,-1 0 1 0 0,1 1-1 0 0,-1-1 1 0 0,1 0-1 0 0,-1 1 1 0 0,0-1-1 0 0,1 0 1 0 0,-1 0 0 0 0,0 0-1 0 0,0 0 1 0 0,0 0-1 0 0,-2 2 1 0 0,-39 43 765 0 0,24-27-1139 0 0</inkml:trace>
</inkml:ink>
</file>

<file path=ppt/ink/ink1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39.347"/>
    </inkml:context>
    <inkml:brush xml:id="br0">
      <inkml:brushProperty name="width" value="0.1" units="cm"/>
      <inkml:brushProperty name="height" value="0.1" units="cm"/>
      <inkml:brushProperty name="color" value="#FF0066"/>
    </inkml:brush>
  </inkml:definitions>
  <inkml:trace contextRef="#ctx0" brushRef="#br0">227 2 11522 0 0,'-2'-1'228'0'0,"0"1"0"0"0,0 0 0 0 0,0 0 0 0 0,-1-1 0 0 0,1 1 0 0 0,0 1 0 0 0,0-1 0 0 0,0 0 0 0 0,0 0 0 0 0,-1 1 0 0 0,1 0 0 0 0,0-1 0 0 0,0 1 0 0 0,0 0 0 0 0,-2 1 0 0 0,-32 17 859 0 0,35-19-1022 0 0,-9 6 148 0 0,1 1 0 0 0,-1 0 0 0 0,1 0 0 0 0,1 1-1 0 0,-1 0 1 0 0,1 1 0 0 0,1 0 0 0 0,0 0 0 0 0,-10 17 0 0 0,8-11-167 0 0,1 1 0 0 0,1 1 0 0 0,0-1 0 0 0,2 1 0 0 0,-8 33 0 0 0,9-23-193 0 0,1-1-1 0 0,1 1 0 0 0,1 0 0 0 0,1 0 0 0 0,1 0 1 0 0,2-1-1 0 0,1 1 0 0 0,10 35 0 0 0,-12-55 24 0 0,0 0-1 0 0,0-1 1 0 0,1 0-1 0 0,0 0 1 0 0,1 0 0 0 0,-1 0-1 0 0,1 0 1 0 0,0 0-1 0 0,1-1 1 0 0,-1 0-1 0 0,1 0 1 0 0,0 0 0 0 0,0-1-1 0 0,7 5 1 0 0,-8-6 9 0 0,0-1 1 0 0,0 0-1 0 0,0 0 1 0 0,1 0-1 0 0,-1 0 0 0 0,0-1 1 0 0,1 0-1 0 0,0 0 1 0 0,-1 0-1 0 0,1 0 1 0 0,-1-1-1 0 0,1 0 1 0 0,0 0-1 0 0,0 0 1 0 0,-1 0-1 0 0,1-1 0 0 0,-1 0 1 0 0,1 0-1 0 0,0 0 1 0 0,-1 0-1 0 0,8-4 1 0 0,0-1 46 0 0,-1-1-1 0 0,-1 0 1 0 0,1 0 0 0 0,-1-1 0 0 0,0 0 0 0 0,-1-1-1 0 0,0 0 1 0 0,-1 0 0 0 0,1-1 0 0 0,-2 0 0 0 0,1-1-1 0 0,-2 1 1 0 0,1-1 0 0 0,5-15 0 0 0,-3 5 250 0 0,-1 0 1 0 0,-1 0 0 0 0,-1-1 0 0 0,-1 0-1 0 0,-1 0 1 0 0,0-1 0 0 0,-1-29 0 0 0,-3 37 94 0 0,-1 0 0 0 0,-1 1 0 0 0,0-1 0 0 0,-1 0 0 0 0,-1 1 0 0 0,0-1 0 0 0,-1 1 0 0 0,-12-23 0 0 0,13 28-120 0 0,-1 0-1 0 0,0 0 1 0 0,0 1 0 0 0,-1 0-1 0 0,0 0 1 0 0,0 1 0 0 0,-1 0-1 0 0,0 0 1 0 0,0 0 0 0 0,-1 1-1 0 0,0 0 1 0 0,0 0 0 0 0,0 1 0 0 0,-12-6-1 0 0,19 11-205 0 0,-1-1 0 0 0,1 1 0 0 0,0-1-1 0 0,-1 1 1 0 0,1-1 0 0 0,0 1 0 0 0,-1 0-1 0 0,1-1 1 0 0,0 1 0 0 0,-1 0 0 0 0,1 0 0 0 0,0 0-1 0 0,-1 0 1 0 0,1 0 0 0 0,-1 1 0 0 0,1-1-1 0 0,0 0 1 0 0,-1 1 0 0 0,1-1 0 0 0,0 1 0 0 0,0-1-1 0 0,-1 1 1 0 0,1-1 0 0 0,0 1 0 0 0,0 0-1 0 0,0 0 1 0 0,0-1 0 0 0,0 1 0 0 0,0 0 0 0 0,0 0-1 0 0,0 0 1 0 0,-2 2 0 0 0,-9 15-5946 0 0</inkml:trace>
</inkml:ink>
</file>

<file path=ppt/ink/ink1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39.713"/>
    </inkml:context>
    <inkml:brush xml:id="br0">
      <inkml:brushProperty name="width" value="0.1" units="cm"/>
      <inkml:brushProperty name="height" value="0.1" units="cm"/>
      <inkml:brushProperty name="color" value="#FF0066"/>
    </inkml:brush>
  </inkml:definitions>
  <inkml:trace contextRef="#ctx0" brushRef="#br0">98 1 3225 0 0,'-8'4'792'0'0,"1"1"1"0"0,-1 0 0 0 0,1 1 0 0 0,0-1-1 0 0,0 1 1 0 0,1 1 0 0 0,-1-1 0 0 0,2 1-1 0 0,-11 15 1 0 0,13-17-578 0 0,0 1 0 0 0,1-1-1 0 0,0 1 1 0 0,0 0 0 0 0,0-1 0 0 0,1 1 0 0 0,-1 0-1 0 0,1 0 1 0 0,1 0 0 0 0,-1 0 0 0 0,1 0-1 0 0,0 1 1 0 0,0-1 0 0 0,1 0 0 0 0,2 11-1 0 0,0-9 89 0 0,0 0 0 0 0,0 0-1 0 0,1-1 1 0 0,0 1 0 0 0,0-1-1 0 0,1 0 1 0 0,0 0 0 0 0,0-1-1 0 0,1 1 1 0 0,7 6 0 0 0,-8-8-130 0 0,0 0 0 0 0,0 0 0 0 0,0 1-1 0 0,0 0 1 0 0,-1 0 0 0 0,0 0 0 0 0,0 0 0 0 0,-1 1 0 0 0,0-1 0 0 0,0 1 0 0 0,0 0 0 0 0,-1 0 0 0 0,3 14 0 0 0,-5-6-185 0 0,0 0 0 0 0,-1-1 0 0 0,-1 1 0 0 0,0 0-1 0 0,-1 0 1 0 0,0-1 0 0 0,-1 0 0 0 0,-1 0 0 0 0,0 0 0 0 0,-1 0 0 0 0,-1-1 0 0 0,-14 23 0 0 0,6-13-7183 0 0</inkml:trace>
</inkml:ink>
</file>

<file path=ppt/ink/ink1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1.494"/>
    </inkml:context>
    <inkml:brush xml:id="br0">
      <inkml:brushProperty name="width" value="0.1" units="cm"/>
      <inkml:brushProperty name="height" value="0.1" units="cm"/>
      <inkml:brushProperty name="color" value="#FF0066"/>
    </inkml:brush>
  </inkml:definitions>
  <inkml:trace contextRef="#ctx0" brushRef="#br0">358 0 3225 0 0,'-15'4'1110'0'0,"0"-1"0"0"0,-1-1 1 0 0,-28 2-1 0 0,26-4 284 0 0,1 2 0 0 0,-1 0 0 0 0,-17 5 0 0 0,30-5-1021 0 0,0-1 1 0 0,0 1-1 0 0,1 0 0 0 0,-1 0 1 0 0,1 1-1 0 0,-1-1 1 0 0,1 1-1 0 0,0 0 0 0 0,0 0 1 0 0,0 0-1 0 0,0 1 1 0 0,0-1-1 0 0,1 1 0 0 0,-6 8 1 0 0,-3 8 99 0 0,1 0 0 0 0,1 1 0 0 0,1 1 0 0 0,1 0 0 0 0,-6 24 0 0 0,-17 115 41 0 0,24-114-426 0 0,2 1 0 0 0,2-1-1 0 0,3 1 1 0 0,1 0-1 0 0,16 90 1 0 0,-15-128-65 0 0,0 0 0 0 0,1 0-1 0 0,1 0 1 0 0,0-1 0 0 0,0 1 0 0 0,1-1 0 0 0,0 0 0 0 0,0 0 0 0 0,1-1-1 0 0,0 1 1 0 0,1-1 0 0 0,0-1 0 0 0,0 1 0 0 0,0-1 0 0 0,1 0 0 0 0,11 7-1 0 0,-9-9-222 0 0,0 1-1 0 0,1-1 0 0 0,-1-1 0 0 0,1 0 0 0 0,0 0 1 0 0,0-1-1 0 0,1-1 0 0 0,-1 0 0 0 0,1 0 1 0 0,-1-1-1 0 0,1 0 0 0 0,-1-1 0 0 0,1-1 0 0 0,14-2 1 0 0,11-3-7095 0 0</inkml:trace>
</inkml:ink>
</file>

<file path=ppt/ink/ink1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1.748"/>
    </inkml:context>
    <inkml:brush xml:id="br0">
      <inkml:brushProperty name="width" value="0.1" units="cm"/>
      <inkml:brushProperty name="height" value="0.1" units="cm"/>
      <inkml:brushProperty name="color" value="#FF0066"/>
    </inkml:brush>
  </inkml:definitions>
  <inkml:trace contextRef="#ctx0" brushRef="#br0">1 1 10594 0 0,'0'0'1105'0'0,"14"24"4125"0"0,-11-20-4611 0 0,3 8-37 0 0,1 1 1 0 0,-2 0-1 0 0,0 0 0 0 0,0 0 1 0 0,-1 1-1 0 0,4 24 1 0 0,4 87-10 0 0,-11-115-526 0 0,3 72-39 0 0,2 26-420 0 0,1-37-3369 0 0</inkml:trace>
</inkml:ink>
</file>

<file path=ppt/ink/ink1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1.993"/>
    </inkml:context>
    <inkml:brush xml:id="br0">
      <inkml:brushProperty name="width" value="0.1" units="cm"/>
      <inkml:brushProperty name="height" value="0.1" units="cm"/>
      <inkml:brushProperty name="color" value="#FF0066"/>
    </inkml:brush>
  </inkml:definitions>
  <inkml:trace contextRef="#ctx0" brushRef="#br0">1 23 7834 0 0,'4'-3'271'0'0,"0"0"0"0"0,1 1 0 0 0,-1-1 1 0 0,1 1-1 0 0,0 0 0 0 0,0 1 0 0 0,-1-1 1 0 0,1 1-1 0 0,0 0 0 0 0,0 0 0 0 0,0 0 0 0 0,1 1 1 0 0,-1 0-1 0 0,0 0 0 0 0,0 0 0 0 0,0 1 1 0 0,0-1-1 0 0,0 1 0 0 0,0 1 0 0 0,0-1 1 0 0,0 0-1 0 0,0 1 0 0 0,-1 0 0 0 0,10 5 0 0 0,-5-2-80 0 0,0 0 0 0 0,0 1 0 0 0,-1 0 0 0 0,0 0 0 0 0,0 0 0 0 0,0 1 0 0 0,-1 1 0 0 0,0-1 0 0 0,0 1 0 0 0,-1 0 0 0 0,10 16 0 0 0,-10-10-135 0 0,-1 0 0 0 0,0 0 0 0 0,-1 0 0 0 0,0 1 0 0 0,-2 0 0 0 0,1 0-1 0 0,-2 0 1 0 0,0 0 0 0 0,0 0 0 0 0,-3 19 0 0 0,0-16-67 0 0,0 0-1 0 0,-1 0 1 0 0,-1-1 0 0 0,-1 1 0 0 0,0-1-1 0 0,-1 0 1 0 0,-1 0 0 0 0,-12 20 0 0 0,13-28-1352 0 0</inkml:trace>
</inkml:ink>
</file>

<file path=ppt/ink/ink1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2.225"/>
    </inkml:context>
    <inkml:brush xml:id="br0">
      <inkml:brushProperty name="width" value="0.1" units="cm"/>
      <inkml:brushProperty name="height" value="0.1" units="cm"/>
      <inkml:brushProperty name="color" value="#FF0066"/>
    </inkml:brush>
  </inkml:definitions>
  <inkml:trace contextRef="#ctx0" brushRef="#br0">0 1 10594 0 0,'2'55'3783'0'0,"11"82"0"0"0,-6-97-3498 0 0,1 1 0 0 0,2-1 0 0 0,2-1 0 0 0,2 0 0 0 0,19 38 0 0 0,-14-45-3573 0 0</inkml:trace>
</inkml:ink>
</file>

<file path=ppt/ink/ink1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2.381"/>
    </inkml:context>
    <inkml:brush xml:id="br0">
      <inkml:brushProperty name="width" value="0.1" units="cm"/>
      <inkml:brushProperty name="height" value="0.1" units="cm"/>
      <inkml:brushProperty name="color" value="#FF0066"/>
    </inkml:brush>
  </inkml:definitions>
  <inkml:trace contextRef="#ctx0" brushRef="#br0">7 4 4609 0 0,'-5'-4'12363'0'0,"4"15"-10348"0"0,5 22-6963 0 0,0-19 2816 0 0</inkml:trace>
</inkml:ink>
</file>

<file path=ppt/ink/ink1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2.951"/>
    </inkml:context>
    <inkml:brush xml:id="br0">
      <inkml:brushProperty name="width" value="0.1" units="cm"/>
      <inkml:brushProperty name="height" value="0.1" units="cm"/>
      <inkml:brushProperty name="color" value="#FF0066"/>
    </inkml:brush>
  </inkml:definitions>
  <inkml:trace contextRef="#ctx0" brushRef="#br0">189 18 656 0 0,'-29'-7'1415'0'0,"21"4"121"0"0,0 1 0 0 0,0 0 0 0 0,0 1 0 0 0,0 0 1 0 0,-16 0-1 0 0,21 1-1245 0 0,0 1 0 0 0,0-1 0 0 0,0 1 0 0 0,1 0 0 0 0,-1 0 0 0 0,0 0 0 0 0,1 0 1 0 0,-1 0-1 0 0,1 1 0 0 0,-1-1 0 0 0,1 1 0 0 0,0 0 0 0 0,0-1 0 0 0,-1 1 0 0 0,1 0 0 0 0,0 0 0 0 0,1 1 0 0 0,-1-1 1 0 0,0 0-1 0 0,1 1 0 0 0,-3 4 0 0 0,-3 7 104 0 0,0 0 1 0 0,1 1 0 0 0,1 0-1 0 0,-6 25 1 0 0,9-31-440 0 0,1 0 1 0 0,-1 0-1 0 0,1 0 1 0 0,1 0-1 0 0,0 0 1 0 0,0 0-1 0 0,1 0 1 0 0,0 0-1 0 0,3 13 1 0 0,-3-20 11 0 0,0 0 1 0 0,-1 0-1 0 0,1 0 1 0 0,0 1-1 0 0,0-1 1 0 0,0 0-1 0 0,1 0 1 0 0,-1-1-1 0 0,0 1 1 0 0,1 0-1 0 0,-1 0 1 0 0,1-1-1 0 0,0 1 1 0 0,-1-1-1 0 0,1 1 1 0 0,3 1-1 0 0,-3-2-26 0 0,0 0 1 0 0,-1-1-1 0 0,1 0 0 0 0,0 1 1 0 0,-1-1-1 0 0,1 0 0 0 0,0 0 1 0 0,0 0-1 0 0,-1 0 0 0 0,1 0 0 0 0,0 0 1 0 0,0 0-1 0 0,-1-1 0 0 0,1 1 1 0 0,0 0-1 0 0,0-1 0 0 0,1 0 1 0 0,3-2-100 0 0,-1 0 1 0 0,0-1 0 0 0,1 1-1 0 0,-1-1 1 0 0,0 0-1 0 0,-1 0 1 0 0,1-1 0 0 0,-1 1-1 0 0,0-1 1 0 0,5-8 0 0 0,10-22 211 0 0,-13 22 50 0 0,1 1 0 0 0,15-23 1 0 0,-21 33-96 0 0,1 0-1 0 0,0 0 1 0 0,0 0 0 0 0,-1 0-1 0 0,1 0 1 0 0,0 1 0 0 0,1-1-1 0 0,-1 0 1 0 0,0 1 0 0 0,0 0 0 0 0,1-1-1 0 0,-1 1 1 0 0,0 0 0 0 0,1 0-1 0 0,-1 0 1 0 0,1 1 0 0 0,0-1-1 0 0,-1 1 1 0 0,1-1 0 0 0,5 1 0 0 0,-5 1 8 0 0,-1 0 1 0 0,1 0 0 0 0,0 0 0 0 0,0 0 0 0 0,0 0 0 0 0,-1 1 0 0 0,1-1 0 0 0,-1 1 0 0 0,1 0-1 0 0,-1 0 1 0 0,0-1 0 0 0,1 2 0 0 0,-1-1 0 0 0,0 0 0 0 0,-1 0 0 0 0,1 1 0 0 0,0-1 0 0 0,-1 1 0 0 0,1 0-1 0 0,-1-1 1 0 0,0 1 0 0 0,1 0 0 0 0,-1 0 0 0 0,-1 0 0 0 0,1-1 0 0 0,0 4 0 0 0,2 7 103 0 0,0-1 0 0 0,-1 1 0 0 0,-1-1 0 0 0,1 24 0 0 0,-3-21 98 0 0,0 1 0 0 0,-1-1-1 0 0,-1 0 1 0 0,0 0 0 0 0,-1 0 0 0 0,-11 27 0 0 0,12-36-123 0 0,1-1-1 0 0,-1 1 1 0 0,0-1 0 0 0,-1 0-1 0 0,1 0 1 0 0,-1 0 0 0 0,0 0-1 0 0,0 0 1 0 0,-1-1 0 0 0,1 0-1 0 0,-1 0 1 0 0,0 0 0 0 0,0-1-1 0 0,0 1 1 0 0,-1-1 0 0 0,1-1-1 0 0,-1 1 1 0 0,1-1 0 0 0,-12 4 0 0 0,15-6-195 0 0,1 0 1 0 0,-1 0 0 0 0,1 1-1 0 0,-1-1 1 0 0,1 0 0 0 0,-1 0-1 0 0,1-1 1 0 0,-1 1 0 0 0,1 0 0 0 0,-1 0-1 0 0,1-1 1 0 0,-1 1 0 0 0,1-1-1 0 0,-1 1 1 0 0,1-1 0 0 0,-1 0 0 0 0,1 1-1 0 0,0-1 1 0 0,-1 0 0 0 0,1 0-1 0 0,-2-2 1 0 0</inkml:trace>
</inkml:ink>
</file>

<file path=ppt/ink/ink1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3.190"/>
    </inkml:context>
    <inkml:brush xml:id="br0">
      <inkml:brushProperty name="width" value="0.1" units="cm"/>
      <inkml:brushProperty name="height" value="0.1" units="cm"/>
      <inkml:brushProperty name="color" value="#FF0066"/>
    </inkml:brush>
  </inkml:definitions>
  <inkml:trace contextRef="#ctx0" brushRef="#br0">2 0 11979 0 0,'1'4'521'0'0,"0"0"0"0"0,0 0 0 0 0,0 0 0 0 0,-1 0 0 0 0,0 1 0 0 0,1-1 0 0 0,-1 0 0 0 0,-1 0 0 0 0,1 0 0 0 0,-2 8 0 0 0,1 1 96 0 0,-1 26 452 0 0,1 89 602 0 0,3-111-2773 0 0,0-1 1 0 0,1 0 0 0 0,5 19 0 0 0</inkml:trace>
</inkml:ink>
</file>

<file path=ppt/ink/ink1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3.348"/>
    </inkml:context>
    <inkml:brush xml:id="br0">
      <inkml:brushProperty name="width" value="0.1" units="cm"/>
      <inkml:brushProperty name="height" value="0.1" units="cm"/>
      <inkml:brushProperty name="color" value="#FF0066"/>
    </inkml:brush>
  </inkml:definitions>
  <inkml:trace contextRef="#ctx0" brushRef="#br0">1 33 6449 0 0,'1'-5'577'0'0,"-1"1"-465"0"0,1-2 1720 0 0,1 2-816 0 0,-2-1 8 0 0,3-4 1497 0 0,-3 12-1697 0 0,0 3-1960 0 0,0 3-393 0 0,0 5-71 0 0,-2-2-24 0 0,1 2 1304 0 0,-1-1 320 0 0</inkml:trace>
</inkml:ink>
</file>

<file path=ppt/ink/ink1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3.621"/>
    </inkml:context>
    <inkml:brush xml:id="br0">
      <inkml:brushProperty name="width" value="0.1" units="cm"/>
      <inkml:brushProperty name="height" value="0.1" units="cm"/>
      <inkml:brushProperty name="color" value="#FF0066"/>
    </inkml:brush>
  </inkml:definitions>
  <inkml:trace contextRef="#ctx0" brushRef="#br0">1 21 3225 0 0,'1'-20'15639'0'0,"2"30"-15176"0"0,101 340 1898 0 0,-45-150-5541 0 0,-52-177-3549 0 0</inkml:trace>
</inkml:ink>
</file>

<file path=ppt/ink/ink1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3.824"/>
    </inkml:context>
    <inkml:brush xml:id="br0">
      <inkml:brushProperty name="width" value="0.1" units="cm"/>
      <inkml:brushProperty name="height" value="0.1" units="cm"/>
      <inkml:brushProperty name="color" value="#FF0066"/>
    </inkml:brush>
  </inkml:definitions>
  <inkml:trace contextRef="#ctx0" brushRef="#br0">0 106 6913 0 0,'1'-8'5778'0'0,"8"-4"-3568"0"0,11-4-583 0 0,-9 8-1635 0 0,1 2 1 0 0,0 0 0 0 0,1 0-1 0 0,-1 1 1 0 0,1 0 0 0 0,0 1-1 0 0,16-2 1 0 0,97-10-1394 0 0,-84 13 1652 0 0,-8-1-311 0 0</inkml:trace>
</inkml:ink>
</file>

<file path=ppt/ink/ink1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4.137"/>
    </inkml:context>
    <inkml:brush xml:id="br0">
      <inkml:brushProperty name="width" value="0.1" units="cm"/>
      <inkml:brushProperty name="height" value="0.1" units="cm"/>
      <inkml:brushProperty name="color" value="#FF0066"/>
    </inkml:brush>
  </inkml:definitions>
  <inkml:trace contextRef="#ctx0" brushRef="#br0">188 0 2304 0 0,'-7'1'150'0'0,"1"0"0"0"0,0 0-1 0 0,0 0 1 0 0,0 1 0 0 0,1-1-1 0 0,-1 2 1 0 0,0-1 0 0 0,1 1-1 0 0,-1-1 1 0 0,1 1 0 0 0,-7 6-1 0 0,-2 1 1104 0 0,1 0-1 0 0,-22 25 1 0 0,26-26 49 0 0,1 0 1 0 0,-13 20-1 0 0,20-27-1191 0 0,-1 1 0 0 0,1-1 0 0 0,0 0 0 0 0,0 1 0 0 0,0-1 0 0 0,0 1 0 0 0,0 0 0 0 0,0-1 0 0 0,0 1 0 0 0,1 0 0 0 0,0-1 0 0 0,-1 1 1 0 0,1 0-1 0 0,0 0 0 0 0,0-1 0 0 0,1 1 0 0 0,-1 0 0 0 0,1-1 0 0 0,0 5 0 0 0,0-5-183 0 0,0-1 1 0 0,0 0 0 0 0,0 0 0 0 0,0 0-1 0 0,0 0 1 0 0,1 0 0 0 0,-1 0 0 0 0,0 0-1 0 0,0 0 1 0 0,1 0 0 0 0,-1 0-1 0 0,1-1 1 0 0,-1 1 0 0 0,0-1 0 0 0,1 1-1 0 0,-1-1 1 0 0,1 1 0 0 0,0-1 0 0 0,-1 0-1 0 0,1 0 1 0 0,-1 0 0 0 0,1 0 0 0 0,-1 0-1 0 0,1 0 1 0 0,-1 0 0 0 0,1 0-1 0 0,0 0 1 0 0,-1-1 0 0 0,1 1 0 0 0,1-2-1 0 0,46-16-2205 0 0,-9-6 1363 0 0,-31 18 1076 0 0,0 0 1 0 0,0 1 0 0 0,1 0 0 0 0,11-4-1 0 0,-17 8 40 0 0,0 0-1 0 0,-1 0 1 0 0,1 1-1 0 0,0-1 1 0 0,0 1-1 0 0,0 0 1 0 0,0 0 0 0 0,0 0-1 0 0,0 1 1 0 0,-1-1-1 0 0,1 1 1 0 0,0 0-1 0 0,0 0 1 0 0,-1 0-1 0 0,6 3 1 0 0,8 5 1 0 0,-1 0 1 0 0,0 2-1 0 0,-1-1 1 0 0,15 15-1 0 0,-28-23-352 0 0,14 12-4660 0 0</inkml:trace>
</inkml:ink>
</file>

<file path=ppt/ink/ink1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4.444"/>
    </inkml:context>
    <inkml:brush xml:id="br0">
      <inkml:brushProperty name="width" value="0.1" units="cm"/>
      <inkml:brushProperty name="height" value="0.1" units="cm"/>
      <inkml:brushProperty name="color" value="#FF0066"/>
    </inkml:brush>
  </inkml:definitions>
  <inkml:trace contextRef="#ctx0" brushRef="#br0">3 1 4145 0 0,'-2'24'6135'0'0,"2"-18"-5108"0"0,-1 0 1 0 0,1 0-1 0 0,0 0 1 0 0,1 0 0 0 0,0 0-1 0 0,2 11 1 0 0,44 163 3353 0 0,-30-102-4324 0 0,8 117 1 0 0,-22-147-197 0 0,-1-4-402 0 0,2 0-1 0 0,13 57 1 0 0,-12-81-6702 0 0</inkml:trace>
</inkml:ink>
</file>

<file path=ppt/ink/ink1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4.754"/>
    </inkml:context>
    <inkml:brush xml:id="br0">
      <inkml:brushProperty name="width" value="0.1" units="cm"/>
      <inkml:brushProperty name="height" value="0.1" units="cm"/>
      <inkml:brushProperty name="color" value="#FF0066"/>
    </inkml:brush>
  </inkml:definitions>
  <inkml:trace contextRef="#ctx0" brushRef="#br0">10 3 1376 0 0,'-9'-2'12938'0'0,"13"5"-11561"0"0,52 46-322 0 0,-3 1-1 0 0,-1 3 0 0 0,60 81 0 0 0,-97-113-640 0 0,-2 2 0 0 0,0-1 0 0 0,-1 2 0 0 0,-1 0 0 0 0,11 37 1 0 0,-17-42-293 0 0,-1-1 0 0 0,-1 1 0 0 0,0 0 1 0 0,-1 1-1 0 0,-2-1 0 0 0,0 0 0 0 0,0 0 1 0 0,-6 29-1 0 0,-5-4-135 0 0,-1-1-1 0 0,-2 0 1 0 0,-2-1 0 0 0,-42 76-1 0 0,27-60 1 0 0</inkml:trace>
</inkml:ink>
</file>

<file path=ppt/ink/ink1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07.527"/>
    </inkml:context>
    <inkml:brush xml:id="br0">
      <inkml:brushProperty name="width" value="0.1" units="cm"/>
      <inkml:brushProperty name="height" value="0.1" units="cm"/>
      <inkml:brushProperty name="color" value="#FF0066"/>
    </inkml:brush>
  </inkml:definitions>
  <inkml:trace contextRef="#ctx0" brushRef="#br0">0 163 10538 0 0,'23'-162'5239'0'0,"-21"174"-4227"0"0,0 1 1 0 0,1-1 0 0 0,5 16-1 0 0,-1-3-667 0 0,-2-8 113 0 0,0 4 60 0 0,1 0-1 0 0,14 33 0 0 0,-20-54-497 0 0,0 0 0 0 0,0 1 0 0 0,1-1-1 0 0,-1 0 1 0 0,0 0 0 0 0,0 1 0 0 0,0-1 0 0 0,0 0 0 0 0,1 0 0 0 0,-1 0-1 0 0,0 1 1 0 0,0-1 0 0 0,1 0 0 0 0,-1 0 0 0 0,0 0 0 0 0,0 1 0 0 0,1-1-1 0 0,-1 0 1 0 0,0 0 0 0 0,1 0 0 0 0,-1 0 0 0 0,0 0 0 0 0,0 0 0 0 0,1 0-1 0 0,-1 0 1 0 0,0 0 0 0 0,1 0 0 0 0,-1 0 0 0 0,0 0 0 0 0,1 0 0 0 0,-1 0-1 0 0,0 0 1 0 0,1 0 0 0 0,-1 0 0 0 0,0 0 0 0 0,0 0 0 0 0,1 0-1 0 0,-1-1 1 0 0,0 1 0 0 0,0 0 0 0 0,1 0 0 0 0,-1 0 0 0 0,1-1 0 0 0,-3-1-36 0 0,-11-12 226 0 0,8 15-44 0 0,1 14-81 0 0,1 37-45 0 0,2 1-1 0 0,2-1 1 0 0,11 63 0 0 0,-5-39-23 0 0,25 475-320 0 0,-23-361 206 0 0,-6-147-1326 0 0,11 59 0 0 0,-8-72-5965 0 0</inkml:trace>
</inkml:ink>
</file>

<file path=ppt/ink/ink1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07.965"/>
    </inkml:context>
    <inkml:brush xml:id="br0">
      <inkml:brushProperty name="width" value="0.1" units="cm"/>
      <inkml:brushProperty name="height" value="0.1" units="cm"/>
      <inkml:brushProperty name="color" value="#FF0066"/>
    </inkml:brush>
  </inkml:definitions>
  <inkml:trace contextRef="#ctx0" brushRef="#br0">211 175 6449 0 0,'-81'29'1134'0'0,"43"-15"-44"0"0,-54 13-1 0 0,149-56 2929 0 0,1 6-2796 0 0,1 4-1 0 0,109-22 1 0 0,128-2 717 0 0,-170 27-1208 0 0,-97 12-687 0 0,538-63 1458 0 0,-562 66-1517 0 0,38 0-874 0 0,-42 1 750 0 0,1 0 1 0 0,0 0-1 0 0,0 0 0 0 0,-1 0 0 0 0,1 1 0 0 0,0-1 0 0 0,-1 0 0 0 0,1 1 0 0 0,0-1 1 0 0,-1 1-1 0 0,1 0 0 0 0,-1 0 0 0 0,1-1 0 0 0,-1 1 0 0 0,1 0 0 0 0,-1 0 0 0 0,1 0 1 0 0,-1 1-1 0 0,2 1 0 0 0</inkml:trace>
</inkml:ink>
</file>

<file path=ppt/ink/ink1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08.289"/>
    </inkml:context>
    <inkml:brush xml:id="br0">
      <inkml:brushProperty name="width" value="0.1" units="cm"/>
      <inkml:brushProperty name="height" value="0.1" units="cm"/>
      <inkml:brushProperty name="color" value="#FF0066"/>
    </inkml:brush>
  </inkml:definitions>
  <inkml:trace contextRef="#ctx0" brushRef="#br0">17 0 9618 0 0,'-15'9'486'0'0,"15"-9"-448"0"0,0 1 0 0 0,0-1 0 0 0,-1 0 1 0 0,1 0-1 0 0,0 1 0 0 0,0-1 0 0 0,0 0 0 0 0,0 0 0 0 0,0 1 0 0 0,0-1 0 0 0,0 0 0 0 0,0 1 1 0 0,0-1-1 0 0,0 0 0 0 0,0 0 0 0 0,0 1 0 0 0,0-1 0 0 0,0 0 0 0 0,0 0 0 0 0,0 1 0 0 0,0-1 0 0 0,0 0 1 0 0,0 1-1 0 0,0-1 0 0 0,0 0 0 0 0,0 0 0 0 0,1 1 0 0 0,-1-1 0 0 0,0 0 0 0 0,0 0 0 0 0,1 1 0 0 0,29 17 2521 0 0,-21-13-1939 0 0,102 49 4272 0 0,-68-31-3645 0 0,72 51-1 0 0,-64-31-939 0 0,-1 2-1 0 0,57 68 0 0 0,-59-60-487 0 0,96 83-1 0 0,-114-113-210 0 0,30 25-1134 0 0,-20-16-2680 0 0,-25-20-1919 0 0</inkml:trace>
</inkml:ink>
</file>

<file path=ppt/ink/ink1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08.590"/>
    </inkml:context>
    <inkml:brush xml:id="br0">
      <inkml:brushProperty name="width" value="0.1" units="cm"/>
      <inkml:brushProperty name="height" value="0.1" units="cm"/>
      <inkml:brushProperty name="color" value="#FF0066"/>
    </inkml:brush>
  </inkml:definitions>
  <inkml:trace contextRef="#ctx0" brushRef="#br0">326 240 4145 0 0,'44'-118'1874'0'0,"-3"-3"7910"0"0,-42 121-9726 0 0,-10 7 1549 0 0,-12 11-535 0 0,-5 10-629 0 0,1 1-1 0 0,2 2 1 0 0,-30 46-1 0 0,-56 110 614 0 0,78-129-869 0 0,24-41-322 0 0,-49 95 498 0 0,52-100-638 0 0,1 0 0 0 0,1 1 0 0 0,0 0 0 0 0,1 0 0 0 0,0 0 0 0 0,1 0 0 0 0,0 17 1 0 0</inkml:trace>
</inkml:ink>
</file>

<file path=ppt/ink/ink1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10.030"/>
    </inkml:context>
    <inkml:brush xml:id="br0">
      <inkml:brushProperty name="width" value="0.1" units="cm"/>
      <inkml:brushProperty name="height" value="0.1" units="cm"/>
      <inkml:brushProperty name="color" value="#FF0066"/>
    </inkml:brush>
  </inkml:definitions>
  <inkml:trace contextRef="#ctx0" brushRef="#br0">120 275 6449 0 0,'-11'2'394'0'0,"2"-1"-91"0"0,1 0 0 0 0,-1 0 1 0 0,0 0-1 0 0,0-1 0 0 0,0 0 0 0 0,1-1 1 0 0,-1 0-1 0 0,0 0 0 0 0,-13-5 0 0 0,22 6-241 0 0,-1 0-1 0 0,1 0 1 0 0,-1 0-1 0 0,1-1 1 0 0,0 1-1 0 0,-1 0 1 0 0,1 0-1 0 0,-1 0 1 0 0,1-1-1 0 0,0 1 0 0 0,-1 0 1 0 0,1 0-1 0 0,0-1 1 0 0,0 1-1 0 0,-1 0 1 0 0,1-1-1 0 0,0 1 1 0 0,0 0-1 0 0,-1-1 1 0 0,1 1-1 0 0,0 0 1 0 0,0-1-1 0 0,0 1 0 0 0,0-1 1 0 0,-1 1-1 0 0,1 0 1 0 0,0-1-1 0 0,0 1 1 0 0,0-1-1 0 0,0 1 1 0 0,0 0-1 0 0,0-1 1 0 0,0 1-1 0 0,0-1 0 0 0,12-12 1124 0 0,19-5 42 0 0,21 0-108 0 0,0 1 1 0 0,63-10 0 0 0,-32 8-496 0 0,467-75 389 0 0,-537 92-1011 0 0,259-19-103 0 0,22-4-2867 0 0,-250 19 1516 0 0</inkml:trace>
</inkml:ink>
</file>

<file path=ppt/ink/ink1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10.444"/>
    </inkml:context>
    <inkml:brush xml:id="br0">
      <inkml:brushProperty name="width" value="0.1" units="cm"/>
      <inkml:brushProperty name="height" value="0.1" units="cm"/>
      <inkml:brushProperty name="color" value="#FF0066"/>
    </inkml:brush>
  </inkml:definitions>
  <inkml:trace contextRef="#ctx0" brushRef="#br0">18 0 14283 0 0,'-1'1'57'0'0,"-1"1"0"0"0,1-1 0 0 0,0 0 0 0 0,0 0 0 0 0,-1 1-1 0 0,1-1 1 0 0,0 0 0 0 0,0 1 0 0 0,1-1 0 0 0,-1 1 0 0 0,0 0 0 0 0,0-1 0 0 0,1 1 0 0 0,-1 0 0 0 0,1-1 0 0 0,-1 1-1 0 0,1 0 1 0 0,0-1 0 0 0,0 4 0 0 0,-1 42-424 0 0,1-30 931 0 0,29 561 4617 0 0,-6-250-4397 0 0,-19-244-712 0 0,54 620-105 0 0,-47-590-2124 0 0,-3-15-2945 0 0,-5-86 3566 0 0</inkml:trace>
</inkml:ink>
</file>

<file path=ppt/ink/ink1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10.902"/>
    </inkml:context>
    <inkml:brush xml:id="br0">
      <inkml:brushProperty name="width" value="0.1" units="cm"/>
      <inkml:brushProperty name="height" value="0.1" units="cm"/>
      <inkml:brushProperty name="color" value="#FF0066"/>
    </inkml:brush>
  </inkml:definitions>
  <inkml:trace contextRef="#ctx0" brushRef="#br0">364 1 14283 0 0,'1'0'39'0'0,"-1"0"0"0"0,1 0 0 0 0,0 1 0 0 0,-1-1 0 0 0,1 1 0 0 0,-1-1 0 0 0,1 0 0 0 0,-1 1 0 0 0,1-1 1 0 0,-1 1-1 0 0,0-1 0 0 0,1 1 0 0 0,-1-1 0 0 0,1 1 0 0 0,-1 0 0 0 0,0-1 0 0 0,0 1 0 0 0,1-1 0 0 0,-1 1 0 0 0,0 0 0 0 0,0-1 0 0 0,0 1 0 0 0,0 0 0 0 0,1-1 0 0 0,-1 1 0 0 0,0 0 0 0 0,0-1 0 0 0,0 1 0 0 0,-1 0 0 0 0,1-1 0 0 0,0 1 1 0 0,0 0-1 0 0,0-1 0 0 0,0 1 0 0 0,-1-1 0 0 0,1 1 0 0 0,0 0 0 0 0,-8 30 883 0 0,-8 8-191 0 0,-1 0 0 0 0,-1-1 0 0 0,-30 45 0 0 0,-80 101 48 0 0,94-138-523 0 0,-64 88-540 0 0,94-129-612 0 0,7-18-4669 0 0,3 3 4193 0 0</inkml:trace>
</inkml:ink>
</file>

<file path=ppt/ink/ink1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11.235"/>
    </inkml:context>
    <inkml:brush xml:id="br0">
      <inkml:brushProperty name="width" value="0.1" units="cm"/>
      <inkml:brushProperty name="height" value="0.1" units="cm"/>
      <inkml:brushProperty name="color" value="#FF0066"/>
    </inkml:brush>
  </inkml:definitions>
  <inkml:trace contextRef="#ctx0" brushRef="#br0">343 22 456 0 0,'-9'1'828'0'0,"0"1"0"0"0,-1 1-1 0 0,1 0 1 0 0,0 0 0 0 0,0 0-1 0 0,0 1 1 0 0,-10 7 0 0 0,-7 1 40 0 0,-45 19 1977 0 0,-92 54 0 0 0,234-123-977 0 0,135-53 0 0 0,-162 71-1710 0 0,-33 13-785 0 0,1 2 0 0 0,0 0 0 0 0,0 0 0 0 0,14-2 0 0 0,-16 5-645 0 0</inkml:trace>
</inkml:ink>
</file>

<file path=ppt/ink/ink1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11.952"/>
    </inkml:context>
    <inkml:brush xml:id="br0">
      <inkml:brushProperty name="width" value="0.1" units="cm"/>
      <inkml:brushProperty name="height" value="0.1" units="cm"/>
      <inkml:brushProperty name="color" value="#FF0066"/>
    </inkml:brush>
  </inkml:definitions>
  <inkml:trace contextRef="#ctx0" brushRef="#br0">87 34 1376 0 0,'-3'-1'69'0'0,"0"0"0"0"0,0 0 0 0 0,0 0 0 0 0,0 0 0 0 0,1 0 0 0 0,-1-1 0 0 0,0 1-1 0 0,-2-3 1 0 0,-19-8-81 0 0,-10 4 8653 0 0,38 8-7375 0 0,-3 0-1182 0 0,0 0 1 0 0,0 0 0 0 0,0 0 0 0 0,0 1 0 0 0,0-1-1 0 0,0 0 1 0 0,0 1 0 0 0,0-1 0 0 0,0 0 0 0 0,0 1-1 0 0,0-1 1 0 0,0 1 0 0 0,-1-1 0 0 0,1 1 0 0 0,0 0-1 0 0,0-1 1 0 0,0 1 0 0 0,-1 0 0 0 0,1 0 0 0 0,0 0-1 0 0,-1-1 1 0 0,1 1 0 0 0,0 2 0 0 0,8 29 1544 0 0,-8-26-1517 0 0,20 141 2502 0 0,5 27-5396 0 0,-21-150 1190 0 0,-2-2-8 0 0</inkml:trace>
</inkml:ink>
</file>

<file path=ppt/ink/ink1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12.313"/>
    </inkml:context>
    <inkml:brush xml:id="br0">
      <inkml:brushProperty name="width" value="0.1" units="cm"/>
      <inkml:brushProperty name="height" value="0.1" units="cm"/>
      <inkml:brushProperty name="color" value="#FF0066"/>
    </inkml:brush>
  </inkml:definitions>
  <inkml:trace contextRef="#ctx0" brushRef="#br0">423 4 8290 0 0,'5'-4'1323'0'0,"-6"7"-271"0"0,-12 19 434 0 0,-26 29 347 0 0,-69 71-111 0 0,50-59-1070 0 0,-78 109-1 0 0,118-146-865 0 0,7-11 167 0 0,0 1 0 0 0,-8 17 1 0 0,17-27-456 0 0,-1-1 1 0 0,1 1 0 0 0,0-1-1 0 0,1 1 1 0 0,0-1 0 0 0,-1 9-1 0 0</inkml:trace>
</inkml:ink>
</file>

<file path=ppt/ink/ink1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12.758"/>
    </inkml:context>
    <inkml:brush xml:id="br0">
      <inkml:brushProperty name="width" value="0.1" units="cm"/>
      <inkml:brushProperty name="height" value="0.1" units="cm"/>
      <inkml:brushProperty name="color" value="#FF0066"/>
    </inkml:brush>
  </inkml:definitions>
  <inkml:trace contextRef="#ctx0" brushRef="#br0">262 103 3913 0 0,'-5'-2'414'0'0,"-1"1"0"0"0,0 1 1 0 0,0-1-1 0 0,0 1 0 0 0,0 0 0 0 0,0 1 0 0 0,0-1 1 0 0,0 1-1 0 0,0 0 0 0 0,0 0 0 0 0,-8 4 1 0 0,-62 26 2188 0 0,74-30-2520 0 0,-28 11 806 0 0,21-9-393 0 0,0 0 0 0 0,0 1 0 0 0,0 0 0 0 0,1 1 0 0 0,-1 0 0 0 0,-13 10 182 0 0,53-36 461 0 0,189-131-267 0 0,-217 150-865 0 0,0 0 1 0 0,0 0-1 0 0,0 0 1 0 0,0 1-1 0 0,0-1 1 0 0,0 1-1 0 0,0 0 1 0 0,0 0-1 0 0,1 0 1 0 0,-1 0-1 0 0,1 0 1 0 0,-1 1-1 0 0,1-1 1 0 0,-1 1-1 0 0,5 0 1 0 0,-5 1 37 0 0,0 0 0 0 0,-1 0 0 0 0,1 0 0 0 0,0 1 0 0 0,-1-1 1 0 0,0 1-1 0 0,1-1 0 0 0,-1 1 0 0 0,0 0 0 0 0,0 0 0 0 0,0 0 0 0 0,0 0 1 0 0,0 0-1 0 0,0 0 0 0 0,0 1 0 0 0,-1-1 0 0 0,1 1 0 0 0,1 3 0 0 0,23 47 749 0 0,-3 1 0 0 0,27 91 1 0 0,19 47-2341 0 0,-61-172-5597 0 0</inkml:trace>
</inkml:ink>
</file>

<file path=ppt/ink/ink1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0.073"/>
    </inkml:context>
    <inkml:brush xml:id="br0">
      <inkml:brushProperty name="width" value="0.1" units="cm"/>
      <inkml:brushProperty name="height" value="0.1" units="cm"/>
      <inkml:brushProperty name="color" value="#FF0066"/>
    </inkml:brush>
  </inkml:definitions>
  <inkml:trace contextRef="#ctx0" brushRef="#br0">104 178 2304 0 0,'-38'17'2333'0'0,"33"-13"-1626"0"0,-2-1 0 0 0,1 0 0 0 0,0 0 0 0 0,-1 0 0 0 0,1-1 1 0 0,-1 0-1 0 0,0 0 0 0 0,-8 0 0 0 0,35-5 3852 0 0,16-11-3590 0 0,4 0-717 0 0,81-19 675 0 0,66-14-330 0 0,-58 21-584 0 0,-54 10-14 0 0,87-8 0 0 0,-79 17-5 0 0,301-9-52 0 0,-85 48 13 0 0,-85-6 18 0 0,-119-17 27 0 0,313 20 0 0 0,-75-11-25 0 0,111 1-14 0 0,-406-19 39 0 0,598 19 0 0 0,172-12 0 0 0,-232 12 0 0 0,-230-17 0 0 0,-165-5 0 0 0,93-6 39 0 0,-93 2-3 0 0,-86 2 493 0 0,1-4 1 0 0,147-33 0 0 0,-215 35-436 0 0,55-11 48 0 0,-74 17-152 0 0,-1 0 1 0 0,1 0-1 0 0,-1 1 1 0 0,1 0 0 0 0,-1 0-1 0 0,1 1 1 0 0,10 3-1 0 0,-6-1-3 0 0,-6 0 46 0 0,1-1-1 0 0,0 0 0 0 0,1 0 1 0 0,-1-1-1 0 0,9 0 1 0 0,-10 1 26 0 0,-10 0 1165 0 0,0 0-1124 0 0,-2-1-121 0 0,-30 8 412 0 0,34-8-409 0 0,0-1 0 0 0,-1 0 0 0 0,1 0 0 0 0,-1 0 0 0 0,1 0 0 0 0,0 0 0 0 0,-1 0 0 0 0,1 0 1 0 0,-1-1-1 0 0,1 1 0 0 0,0 0 0 0 0,-1-1 0 0 0,1 1 0 0 0,0-1 0 0 0,-1 0 0 0 0,1 1 0 0 0,0-1 0 0 0,0 0 0 0 0,0 0 0 0 0,0 0 0 0 0,0 0 0 0 0,-1 0 1 0 0,0-2-1 0 0,-2-1-304 0 0,0 0 0 0 0,0 1 0 0 0,0-1 0 0 0,-1 1 0 0 0,1 0 0 0 0,-1 0 0 0 0,0 0 1 0 0,0 0-1 0 0,0 1 0 0 0,-7-3 0 0 0,5 2-92 0 0,0 0 0 0 0,-1-1 1 0 0,1 1-1 0 0,-8-8 0 0 0,-6-2 1318 0 0,20 13-807 0 0,0 0 0 0 0,1 0 0 0 0,-1 0 0 0 0,1 0 1 0 0,-1 0-1 0 0,0 0 0 0 0,1 0 0 0 0,-1 0 0 0 0,1 0 0 0 0,-1 0 0 0 0,0 0 0 0 0,1 0 0 0 0,-1 0 1 0 0,1 0-1 0 0,-1 1 0 0 0,1-1 0 0 0,-1 0 0 0 0,1 0 0 0 0,-1 1 0 0 0,1-1 0 0 0,-1 0 0 0 0,0 2 1 0 0,-1 1 82 0 0,0 0 1 0 0,0 0 0 0 0,1 0 0 0 0,-1 0 0 0 0,1 1 0 0 0,0-1-1 0 0,0 1 1 0 0,0-1 0 0 0,1 1 0 0 0,-1 5 0 0 0,5 19 278 0 0,-4-27-436 0 0,0 0-1 0 0,0 0 0 0 0,0-1 1 0 0,1 1-1 0 0,-1 0 0 0 0,0-1 1 0 0,0 1-1 0 0,1 0 0 0 0,-1-1 1 0 0,1 1-1 0 0,-1 0 0 0 0,1-1 1 0 0,-1 1-1 0 0,1-1 0 0 0,-1 1 0 0 0,1-1 1 0 0,-1 1-1 0 0,1-1 0 0 0,0 1 1 0 0,-1-1-1 0 0,1 1 0 0 0,0-1 1 0 0,-1 0-1 0 0,1 0 0 0 0,0 1 1 0 0,-1-1-1 0 0,1 0 0 0 0,0 0 1 0 0,0 0-1 0 0,-1 0 0 0 0,1 1 1 0 0,0-1-1 0 0,0 0 0 0 0,-1-1 0 0 0,2 1 1 0 0,-1-1-12 0 0,0 1 0 0 0,0-1-1 0 0,-1 0 1 0 0,1 0 0 0 0,0 0 0 0 0,-1 0 0 0 0,1 0 0 0 0,-1 0 0 0 0,1 0 0 0 0,-1 0 0 0 0,1 0-1 0 0,-1 0 1 0 0,0-1 0 0 0,0 1 0 0 0,1 0 0 0 0,-1 0 0 0 0,0 0 0 0 0,0 0 0 0 0,0 0 0 0 0,0-1 0 0 0,-1 1-1 0 0,1 0 1 0 0,0 0 0 0 0,0 0 0 0 0,-1 0 0 0 0,1 0 0 0 0,-1-2 0 0 0,-9-31 256 0 0,6 24-543 0 0,0 1 1 0 0,-1 0 0 0 0,0 0-1 0 0,0 0 1 0 0,-12-13 0 0 0</inkml:trace>
</inkml:ink>
</file>

<file path=ppt/ink/ink1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4.717"/>
    </inkml:context>
    <inkml:brush xml:id="br0">
      <inkml:brushProperty name="width" value="0.1" units="cm"/>
      <inkml:brushProperty name="height" value="0.1" units="cm"/>
      <inkml:brushProperty name="color" value="#004F8B"/>
    </inkml:brush>
  </inkml:definitions>
  <inkml:trace contextRef="#ctx0" brushRef="#br0">207 42 920 0 0,'3'-7'267'0'0,"-2"5"181"0"0,0 1 0 0 0,-1-1 0 0 0,1 0 1 0 0,0 1-1 0 0,-1-1 0 0 0,1 0 0 0 0,-1 1 0 0 0,1-1 0 0 0,-1 0 0 0 0,0 0 0 0 0,1 1 0 0 0,-1-1 0 0 0,0 0 0 0 0,0 0 0 0 0,-1 1 0 0 0,1-1 1 0 0,-1-3-1 0 0,-1 6-187 0 0,0 0 1 0 0,0 0-1 0 0,1 0 1 0 0,-1 0-1 0 0,0 0 1 0 0,1 1-1 0 0,-1-1 1 0 0,0 0-1 0 0,1 1 0 0 0,0-1 1 0 0,-1 1-1 0 0,1 0 1 0 0,-2 2-1 0 0,-29 45 416 0 0,2 2-1 0 0,3 1 1 0 0,-24 60-1 0 0,41-87-624 0 0,1 0 1 0 0,1 1-1 0 0,1 0 0 0 0,-6 47 0 0 0,11-60-49 0 0,1 0 0 0 0,0 1 0 0 0,1-1 0 0 0,1 0 0 0 0,0 1 0 0 0,1-1 0 0 0,0 0 0 0 0,1 0 0 0 0,1 0 0 0 0,0-1-1 0 0,9 20 1 0 0,-11-27 43 0 0,1 0-1 0 0,0 0 0 0 0,0 0 0 0 0,1 0 0 0 0,0-1 0 0 0,-1 1 0 0 0,2-1 0 0 0,-1 0 1 0 0,0 0-1 0 0,1-1 0 0 0,0 1 0 0 0,0-1 0 0 0,0 0 0 0 0,0 0 0 0 0,0-1 0 0 0,0 1 1 0 0,1-1-1 0 0,-1 0 0 0 0,1-1 0 0 0,0 1 0 0 0,0-1 0 0 0,6 0 0 0 0,-6-1-11 0 0,1 0 0 0 0,0-1 1 0 0,0 1-1 0 0,0-2 0 0 0,-1 1 0 0 0,1-1 0 0 0,-1 0 0 0 0,1 0 0 0 0,-1-1 0 0 0,0 0 0 0 0,0 0 0 0 0,0 0 1 0 0,0-1-1 0 0,0 0 0 0 0,-1 0 0 0 0,0 0 0 0 0,0-1 0 0 0,7-7 0 0 0,-4 3 4 0 0,0 0-1 0 0,-1-1 1 0 0,0 1-1 0 0,0-1 1 0 0,-1-1-1 0 0,-1 1 0 0 0,0-1 1 0 0,0 0-1 0 0,-1-1 1 0 0,0 1-1 0 0,3-18 1 0 0,-6 20-43 0 0,-1 0 1 0 0,0-1-1 0 0,0 1 1 0 0,0-1-1 0 0,-1 1 1 0 0,-1 0-1 0 0,1-1 0 0 0,-2 1 1 0 0,1 0-1 0 0,-1 0 1 0 0,-1 0-1 0 0,1 1 1 0 0,-2-1-1 0 0,-9-15 1 0 0,2 7 75 0 0,9 13-68 0 0,0 0 0 0 0,0 0 0 0 0,0 0 0 0 0,1 0 0 0 0,-1 0 0 0 0,1-1 0 0 0,-2-5 0 0 0,4 8-3 0 0,0 1 0 0 0,0-1 0 0 0,0 1 0 0 0,0-1 0 0 0,0 1 0 0 0,0 0 0 0 0,1-1 0 0 0,-1 1 0 0 0,0-1 0 0 0,1 1 0 0 0,-1-1 0 0 0,1 1 0 0 0,-1 0 0 0 0,1-1 0 0 0,0 1 0 0 0,0 0-1 0 0,0 0 1 0 0,-1-1 0 0 0,1 1 0 0 0,0 0 0 0 0,0 0 0 0 0,0 0 0 0 0,1 0 0 0 0,-1 0 0 0 0,0 0 0 0 0,0 1 0 0 0,1-1 0 0 0,1-1 0 0 0,4-2-8 0 0,-1 0 0 0 0,1 0 0 0 0,0 1 0 0 0,0 0 0 0 0,1 0 0 0 0,-1 1 0 0 0,0 0 0 0 0,1 0 0 0 0,-1 1 0 0 0,1 0 0 0 0,14 0 0 0 0,-17 1 5 0 0,0 1 1 0 0,0 0 0 0 0,1 0-1 0 0,-1 1 1 0 0,0-1 0 0 0,0 1 0 0 0,0 0-1 0 0,-1 0 1 0 0,1 1 0 0 0,0 0 0 0 0,-1-1-1 0 0,1 1 1 0 0,-1 1 0 0 0,0-1 0 0 0,0 1-1 0 0,0 0 1 0 0,5 7 0 0 0,2 3 59 0 0,-2 0-1 0 0,0 1 1 0 0,-1-1 0 0 0,0 2 0 0 0,-1-1-1 0 0,0 1 1 0 0,6 26 0 0 0,-2 10 121 0 0,6 58 1 0 0,-5-29-294 0 0,-10-70-627 0 0,0-4-228 0 0</inkml:trace>
</inkml:ink>
</file>

<file path=ppt/ink/ink1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4.985"/>
    </inkml:context>
    <inkml:brush xml:id="br0">
      <inkml:brushProperty name="width" value="0.1" units="cm"/>
      <inkml:brushProperty name="height" value="0.1" units="cm"/>
      <inkml:brushProperty name="color" value="#004F8B"/>
    </inkml:brush>
  </inkml:definitions>
  <inkml:trace contextRef="#ctx0" brushRef="#br0">10 0 10138 0 0,'0'0'98'0'0,"0"0"0"0"0,-1 0 0 0 0,1 0 0 0 0,0 1 0 0 0,-1-1 0 0 0,1 0 0 0 0,0 0 0 0 0,-1 0 0 0 0,1 0 0 0 0,0 0 0 0 0,-1 0 0 0 0,1 1 0 0 0,0-1 0 0 0,-1 0 0 0 0,1 0 0 0 0,0 0 0 0 0,0 1 0 0 0,-1-1 0 0 0,1 0 0 0 0,0 0 0 0 0,0 1 0 0 0,0-1 0 0 0,-1 0 0 0 0,1 1 0 0 0,0-1 0 0 0,0 0 0 0 0,0 1 0 0 0,0-1 0 0 0,0 0 0 0 0,0 1 0 0 0,0-1 0 0 0,-1 0 0 0 0,1 1 0 0 0,0-1 0 0 0,0 1 0 0 0,-2 23 2058 0 0,5 29 389 0 0,-2-50-2245 0 0,40 242 2311 0 0,-1-5-3133 0 0,-42-214-1572 0 0,-2-13-434 0 0,4-12 2481 0 0,0-1 1 0 0,0 0-1 0 0,0 0 0 0 0,0 0 1 0 0,0 0-1 0 0,0 1 0 0 0,0-1 1 0 0,-1 0-1 0 0,1 0 0 0 0,0 0 1 0 0,0 0-1 0 0,0 0 0 0 0,0 0 1 0 0,0 1-1 0 0,-1-1 1 0 0,1 0-1 0 0,0 0 0 0 0,0 0 1 0 0,0 0-1 0 0,-1 0 0 0 0,1 0 1 0 0,0 0-1 0 0,0 0 0 0 0,0 0 1 0 0,0 0-1 0 0,-1 0 1 0 0,1 0-1 0 0,0 0 0 0 0,0 0 1 0 0,0 0-1 0 0,-1 0 0 0 0,1 0 1 0 0,0 0-1 0 0,0 0 0 0 0,0 0 1 0 0,-1 0-1 0 0,1 0 0 0 0,0 0 1 0 0,0 0-1 0 0,0 0 1 0 0,0-1-1 0 0,0 1 0 0 0,-1 0 1 0 0,1 0-1 0 0,-3-4 47 0 0</inkml:trace>
</inkml:ink>
</file>

<file path=ppt/ink/ink1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5.252"/>
    </inkml:context>
    <inkml:brush xml:id="br0">
      <inkml:brushProperty name="width" value="0.1" units="cm"/>
      <inkml:brushProperty name="height" value="0.1" units="cm"/>
      <inkml:brushProperty name="color" value="#004F8B"/>
    </inkml:brush>
  </inkml:definitions>
  <inkml:trace contextRef="#ctx0" brushRef="#br0">0 56 7834 0 0,'0'-2'121'0'0,"1"1"1"0"0,-1-1-1 0 0,0 1 1 0 0,0-1-1 0 0,1 1 1 0 0,-1-1 0 0 0,1 1-1 0 0,-1 0 1 0 0,1-1-1 0 0,-1 1 1 0 0,1 0-1 0 0,0-1 1 0 0,0 1 0 0 0,0 0-1 0 0,0 0 1 0 0,0 0-1 0 0,0 0 1 0 0,0 0-1 0 0,0 0 1 0 0,0 0-1 0 0,0 0 1 0 0,0 0 0 0 0,1 1-1 0 0,-1-1 1 0 0,0 0-1 0 0,1 1 1 0 0,-1-1-1 0 0,0 1 1 0 0,3-1 0 0 0,44-16 1992 0 0,-38 15-1588 0 0,0 1-1 0 0,1 0 1 0 0,-1 0-1 0 0,1 1 1 0 0,-1 0 0 0 0,1 1-1 0 0,11 2 1 0 0,-16-2-385 0 0,0 0 0 0 0,0 0 0 0 0,-1 1 0 0 0,1 0-1 0 0,0 0 1 0 0,-1 1 0 0 0,0-1 0 0 0,1 1 0 0 0,-1 0 0 0 0,0 1 0 0 0,-1-1 0 0 0,1 1 0 0 0,-1 0 0 0 0,5 5 0 0 0,-7-7-126 0 0,-1 0 0 0 0,0 0 0 0 0,0 0 0 0 0,0 0 0 0 0,0 0 0 0 0,0 0 0 0 0,0 0 1 0 0,0 1-1 0 0,-1-1 0 0 0,1 0 0 0 0,-1 0 0 0 0,1 1 0 0 0,-1-1 0 0 0,0 0 0 0 0,0 1 1 0 0,0-1-1 0 0,0 0 0 0 0,-1 3 0 0 0,0 1 15 0 0,-1-1-1 0 0,1 0 1 0 0,-1 0 0 0 0,-1 0 0 0 0,1 0-1 0 0,-1 0 1 0 0,-4 7 0 0 0,-5 4 65 0 0,-1-1-1 0 0,0 0 1 0 0,-18 14 0 0 0,31-28-94 0 0,-17 14-106 0 0,0 0 0 0 0,-1-1 0 0 0,0-1 0 0 0,-23 12 0 0 0,40-25-76 0 0,-11 2-2796 0 0</inkml:trace>
</inkml:ink>
</file>

<file path=ppt/ink/ink1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5.554"/>
    </inkml:context>
    <inkml:brush xml:id="br0">
      <inkml:brushProperty name="width" value="0.1" units="cm"/>
      <inkml:brushProperty name="height" value="0.1" units="cm"/>
      <inkml:brushProperty name="color" value="#004F8B"/>
    </inkml:brush>
  </inkml:definitions>
  <inkml:trace contextRef="#ctx0" brushRef="#br0">1 24 5985 0 0,'27'-23'8923'0'0,"-26"23"-8733"0"0,-1 1 0 0 0,1-1 0 0 0,-1 0-1 0 0,1 1 1 0 0,0-1 0 0 0,-1 1 0 0 0,1 0 0 0 0,-1-1 0 0 0,1 1-1 0 0,-1-1 1 0 0,0 1 0 0 0,1 0 0 0 0,-1-1 0 0 0,0 1 0 0 0,1 0-1 0 0,-1-1 1 0 0,0 1 0 0 0,0 0 0 0 0,1 0 0 0 0,-1-1 0 0 0,0 1-1 0 0,0 0 1 0 0,0 0 0 0 0,0-1 0 0 0,0 1 0 0 0,0 0 0 0 0,0 0-1 0 0,0-1 1 0 0,-1 2 0 0 0,2 46 976 0 0,-6 52 0 0 0,0 39-1248 0 0,6-110 21 0 0,0 6-369 0 0,1 0 0 0 0,2 0 0 0 0,12 50 1 0 0,-12-72-744 0 0</inkml:trace>
</inkml:ink>
</file>

<file path=ppt/ink/ink1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5.776"/>
    </inkml:context>
    <inkml:brush xml:id="br0">
      <inkml:brushProperty name="width" value="0.1" units="cm"/>
      <inkml:brushProperty name="height" value="0.1" units="cm"/>
      <inkml:brushProperty name="color" value="#004F8B"/>
    </inkml:brush>
  </inkml:definitions>
  <inkml:trace contextRef="#ctx0" brushRef="#br0">18 89 5529 0 0,'-17'-15'5746'0'0,"38"-7"939"0"0,-18 19-7001 0 0,6-4 858 0 0,1-1 1 0 0,0 1 0 0 0,13-7 0 0 0,-19 11-715 0 0,0 2 1 0 0,1-1 0 0 0,-1 0 0 0 0,0 1 0 0 0,0 0 0 0 0,1 0-1 0 0,5-1 1 0 0,3 2-1238 0 0</inkml:trace>
</inkml:ink>
</file>

<file path=ppt/ink/ink1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5.998"/>
    </inkml:context>
    <inkml:brush xml:id="br0">
      <inkml:brushProperty name="width" value="0.1" units="cm"/>
      <inkml:brushProperty name="height" value="0.1" units="cm"/>
      <inkml:brushProperty name="color" value="#004F8B"/>
    </inkml:brush>
  </inkml:definitions>
  <inkml:trace contextRef="#ctx0" brushRef="#br0">0 241 10594 0 0,'65'-59'6015'0'0,"38"-23"-4380"0"0,-86 69-1547 0 0,21-14-764 0 0,18-17-4884 0 0,-38 28 3458 0 0</inkml:trace>
</inkml:ink>
</file>

<file path=ppt/ink/ink1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6.402"/>
    </inkml:context>
    <inkml:brush xml:id="br0">
      <inkml:brushProperty name="width" value="0.1" units="cm"/>
      <inkml:brushProperty name="height" value="0.1" units="cm"/>
      <inkml:brushProperty name="color" value="#004F8B"/>
    </inkml:brush>
  </inkml:definitions>
  <inkml:trace contextRef="#ctx0" brushRef="#br0">127 110 8754 0 0,'-2'-2'190'0'0,"0"0"1"0"0,0 0 0 0 0,-1 0-1 0 0,1 1 1 0 0,0-1 0 0 0,-1 1-1 0 0,1-1 1 0 0,-1 1-1 0 0,0 0 1 0 0,1 0 0 0 0,-1 0-1 0 0,0 0 1 0 0,0 1-1 0 0,-3-1 1 0 0,4 1 30 0 0,0 1 0 0 0,0-1 1 0 0,-1 1-1 0 0,1-1 0 0 0,0 1 0 0 0,0 0 0 0 0,0 0 1 0 0,0 0-1 0 0,0 0 0 0 0,1 0 0 0 0,-1 1 0 0 0,0-1 0 0 0,0 1 1 0 0,1-1-1 0 0,-1 1 0 0 0,1-1 0 0 0,-1 1 0 0 0,1 0 1 0 0,-2 3-1 0 0,-4 6 30 0 0,1 1-1 0 0,0 0 1 0 0,1 0 0 0 0,0 0 0 0 0,0 1 0 0 0,2-1-1 0 0,0 1 1 0 0,0 0 0 0 0,1 0 0 0 0,0 0-1 0 0,2 1 1 0 0,-1-1 0 0 0,2 0 0 0 0,-1 0 0 0 0,2 1-1 0 0,0-1 1 0 0,0 0 0 0 0,5 13 0 0 0,-4-19-242 0 0,0 0 1 0 0,0 0-1 0 0,1-1 1 0 0,0 1-1 0 0,0-1 1 0 0,0 0-1 0 0,1 0 1 0 0,0-1-1 0 0,0 1 0 0 0,0-1 1 0 0,1 0-1 0 0,0 0 1 0 0,0-1-1 0 0,7 5 1 0 0,-4-4 53 0 0,1 0 1 0 0,0-1-1 0 0,0 0 1 0 0,0-1-1 0 0,0 0 1 0 0,1 0 0 0 0,-1-1-1 0 0,1-1 1 0 0,15 1-1 0 0,-14-1 11 0 0,0-2 0 0 0,0 0 0 0 0,0 0 0 0 0,-1-1 0 0 0,1 0 0 0 0,-1-1 0 0 0,1-1 0 0 0,16-6 0 0 0,-21 6-57 0 0,1 0 1 0 0,-1 0 0 0 0,0 0 0 0 0,0-1 0 0 0,0 0 0 0 0,-1-1 0 0 0,1 0-1 0 0,-1 1 1 0 0,-1-2 0 0 0,1 1 0 0 0,-1-1 0 0 0,5-9 0 0 0,-4 5 19 0 0,0-1 0 0 0,-1-1 1 0 0,-1 1-1 0 0,0-1 1 0 0,-1 0-1 0 0,-1 0 0 0 0,0 0 1 0 0,0 0-1 0 0,-1 0 0 0 0,-1 0 1 0 0,0 0-1 0 0,-1-1 0 0 0,0 1 1 0 0,-1 0-1 0 0,-1 0 0 0 0,0 1 1 0 0,0-1-1 0 0,-2 0 0 0 0,1 1 1 0 0,-2 0-1 0 0,1 0 0 0 0,-2 0 1 0 0,0 1-1 0 0,0 0 0 0 0,-1 0 1 0 0,-17-17-1 0 0,21 24-15 0 0,-1 0 0 0 0,1 0 0 0 0,-1 1-1 0 0,0-1 1 0 0,-1 1 0 0 0,1 1 0 0 0,0-1 0 0 0,-1 1 0 0 0,1 0 0 0 0,-1 0-1 0 0,0 0 1 0 0,-10-1 0 0 0,4 2-325 0 0,0 0 0 0 0,0 1 0 0 0,0 0 0 0 0,0 1 0 0 0,-16 3 0 0 0,-9 3-7549 0 0</inkml:trace>
</inkml:ink>
</file>

<file path=ppt/ink/ink1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59.176"/>
    </inkml:context>
    <inkml:brush xml:id="br0">
      <inkml:brushProperty name="width" value="0.1" units="cm"/>
      <inkml:brushProperty name="height" value="0.1" units="cm"/>
      <inkml:brushProperty name="color" value="#004F8B"/>
    </inkml:brush>
  </inkml:definitions>
  <inkml:trace contextRef="#ctx0" brushRef="#br0">169 155 3225 0 0,'2'-41'1680'0'0,"-1"30"-964"0"0,0 1 1 0 0,0 0-1 0 0,-1 0 0 0 0,-1 0 0 0 0,0-1 0 0 0,0 1 0 0 0,-1 0 0 0 0,-3-12 0 0 0,4 21-644 0 0,1 1 0 0 0,0-1-1 0 0,0 1 1 0 0,-1-1-1 0 0,1 1 1 0 0,0-1-1 0 0,0 1 1 0 0,-1-1 0 0 0,1 1-1 0 0,-1 0 1 0 0,1-1-1 0 0,0 1 1 0 0,-1-1 0 0 0,1 1-1 0 0,-1 0 1 0 0,1-1-1 0 0,-1 1 1 0 0,1 0-1 0 0,-1 0 1 0 0,1 0 0 0 0,-1-1-1 0 0,1 1 1 0 0,-1 0-1 0 0,1 0 1 0 0,-1 0 0 0 0,1 0-1 0 0,-1 0 1 0 0,1 0-1 0 0,-1 0 1 0 0,1 0-1 0 0,-1 0 1 0 0,0 0 0 0 0,1 0-1 0 0,-1 0 1 0 0,1 0-1 0 0,-1 0 1 0 0,1 1-1 0 0,-1-1 1 0 0,1 0 0 0 0,-1 0-1 0 0,1 1 1 0 0,-1-1-1 0 0,1 0 1 0 0,-1 1 0 0 0,1-1-1 0 0,0 0 1 0 0,-1 1-1 0 0,1-1 1 0 0,0 1-1 0 0,-1-1 1 0 0,1 1 0 0 0,0-1-1 0 0,-1 0 1 0 0,1 1-1 0 0,0 0 1 0 0,-20 27 1174 0 0,3 5-932 0 0,1 1 1 0 0,2 0-1 0 0,2 0 0 0 0,1 1 0 0 0,-12 65 1 0 0,12-22-115 0 0,-4 129 1 0 0,15-169-85 0 0,1-1-1 0 0,1 1 1 0 0,3-1-1 0 0,1 0 1 0 0,15 54-1 0 0,-14-71-35 0 0,0 0-1 0 0,2 0 1 0 0,0-1-1 0 0,1-1 1 0 0,0 1-1 0 0,2-1 1 0 0,0-1-1 0 0,2 0 1 0 0,-1-1-1 0 0,2-1 1 0 0,18 16-1 0 0,-18-18-76 0 0,1-1-1 0 0,1 0 1 0 0,0-2 0 0 0,0 0-1 0 0,1-1 1 0 0,0 0-1 0 0,1-2 1 0 0,24 7 0 0 0,-28-10-965 0 0,0-1-1 0 0,0-1 1 0 0,27 1 0 0 0,-21-3-381 0 0</inkml:trace>
</inkml:ink>
</file>

<file path=ppt/ink/ink1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59.874"/>
    </inkml:context>
    <inkml:brush xml:id="br0">
      <inkml:brushProperty name="width" value="0.1" units="cm"/>
      <inkml:brushProperty name="height" value="0.1" units="cm"/>
      <inkml:brushProperty name="color" value="#004F8B"/>
    </inkml:brush>
  </inkml:definitions>
  <inkml:trace contextRef="#ctx0" brushRef="#br0">18 107 6913 0 0,'-1'0'31'0'0,"0"0"-1"0"0,0 0 1 0 0,1 0-1 0 0,-1 0 1 0 0,0 0-1 0 0,0 0 0 0 0,1-1 1 0 0,-1 1-1 0 0,0 0 1 0 0,1-1-1 0 0,-1 1 0 0 0,0 0 1 0 0,1-1-1 0 0,-1 1 1 0 0,0-1-1 0 0,1 1 1 0 0,-1-1-1 0 0,1 1 0 0 0,-1-1 1 0 0,1 0-1 0 0,-1 1 1 0 0,1-1-1 0 0,0 0 0 0 0,-1 1 1 0 0,1-1-1 0 0,0 0 1 0 0,-1 1-1 0 0,1-1 1 0 0,0 0-1 0 0,0 1 0 0 0,0-3 1 0 0,0 1 173 0 0,0 0 0 0 0,0 0 0 0 0,1 0 0 0 0,0-1 0 0 0,-1 1 0 0 0,1 0 1 0 0,0 0-1 0 0,0 0 0 0 0,0 0 0 0 0,0 0 0 0 0,2-2 0 0 0,1-2 521 0 0,1 0 0 0 0,0 0 0 0 0,0 0 0 0 0,1 0 0 0 0,11-8 0 0 0,-13 11-490 0 0,0 1 1 0 0,0 0-1 0 0,0 0 1 0 0,0 0-1 0 0,1 0 1 0 0,-1 1-1 0 0,1-1 1 0 0,-1 1-1 0 0,1 0 1 0 0,-1 1-1 0 0,1-1 1 0 0,0 1-1 0 0,-1 0 1 0 0,1 0-1 0 0,0 0 1 0 0,4 1-1 0 0,-6 0-165 0 0,0 0-1 0 0,0 0 0 0 0,-1 1 0 0 0,1-1 1 0 0,0 1-1 0 0,-1-1 0 0 0,1 1 1 0 0,-1 0-1 0 0,0 0 0 0 0,0 0 1 0 0,1 0-1 0 0,-1 0 0 0 0,0 0 0 0 0,-1 0 1 0 0,1 1-1 0 0,0-1 0 0 0,-1 1 1 0 0,1 0-1 0 0,-1-1 0 0 0,0 1 1 0 0,0 0-1 0 0,0 0 0 0 0,0 0 0 0 0,-1-1 1 0 0,2 7-1 0 0,-1 3-44 0 0,1 1 0 0 0,-2-1 1 0 0,0 0-1 0 0,0 1 0 0 0,-1-1 0 0 0,-3 15 0 0 0,-22 73 252 0 0,18-76-216 0 0,1 1 0 0 0,1-1 0 0 0,-5 50 1 0 0,11-71-69 0 0,0-1 0 0 0,0 1 0 0 0,-1-1 0 0 0,1 1 1 0 0,1-1-1 0 0,-1 1 0 0 0,0-1 0 0 0,1 1 0 0 0,-1-1 0 0 0,1 1 1 0 0,0-1-1 0 0,0 1 0 0 0,0-1 0 0 0,0 0 0 0 0,0 0 1 0 0,0 1-1 0 0,1-1 0 0 0,-1 0 0 0 0,1 0 0 0 0,-1 0 1 0 0,4 2-1 0 0,-2-2-10 0 0,0-1 0 0 0,0 0 1 0 0,0 0-1 0 0,0 0 0 0 0,1 0 1 0 0,-1-1-1 0 0,0 0 0 0 0,0 1 1 0 0,0-1-1 0 0,1 0 0 0 0,-1 0 1 0 0,0-1-1 0 0,0 1 0 0 0,0-1 0 0 0,1 1 1 0 0,2-3-1 0 0,7 0-153 0 0,-1 0-1 0 0,1 1 1 0 0,-1 1 0 0 0,1 0-1 0 0,0 0 1 0 0,22 2 0 0 0,-31 0 159 0 0,1 0-1 0 0,-1 0 1 0 0,0 0 0 0 0,0 1 0 0 0,0-1 0 0 0,0 1 0 0 0,0 0-1 0 0,0 0 1 0 0,-1 0 0 0 0,1 1 0 0 0,-1-1 0 0 0,1 1 0 0 0,-1 0-1 0 0,0 0 1 0 0,0 0 0 0 0,0 0 0 0 0,0 1 0 0 0,-1-1 0 0 0,1 1-1 0 0,-1-1 1 0 0,0 1 0 0 0,0 0 0 0 0,2 7 0 0 0,-1-2 19 0 0,0 1-1 0 0,-1-1 1 0 0,-1 0 0 0 0,0 1 0 0 0,0 0-1 0 0,0-1 1 0 0,-1 1 0 0 0,-1-1-1 0 0,0 1 1 0 0,0-1 0 0 0,-1 1 0 0 0,0-1-1 0 0,0 0 1 0 0,-7 15 0 0 0,-6 10-261 0 0,-1 1-1 0 0,-30 44 1 0 0,13-22-1160 0 0,21-37 314 0 0</inkml:trace>
</inkml:ink>
</file>

<file path=ppt/ink/ink1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0.082"/>
    </inkml:context>
    <inkml:brush xml:id="br0">
      <inkml:brushProperty name="width" value="0.1" units="cm"/>
      <inkml:brushProperty name="height" value="0.1" units="cm"/>
      <inkml:brushProperty name="color" value="#004F8B"/>
    </inkml:brush>
  </inkml:definitions>
  <inkml:trace contextRef="#ctx0" brushRef="#br0">26 0 7834 0 0,'-3'13'8296'0'0,"-5"4"-3809"0"0,-3 7-4001 0 0,7 1-5960 0 0</inkml:trace>
</inkml:ink>
</file>

<file path=ppt/ink/ink1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0.611"/>
    </inkml:context>
    <inkml:brush xml:id="br0">
      <inkml:brushProperty name="width" value="0.1" units="cm"/>
      <inkml:brushProperty name="height" value="0.1" units="cm"/>
      <inkml:brushProperty name="color" value="#004F8B"/>
    </inkml:brush>
  </inkml:definitions>
  <inkml:trace contextRef="#ctx0" brushRef="#br0">29 64 456 0 0,'0'-1'195'0'0,"0"0"0"0"0,0 0 0 0 0,0 0 0 0 0,0-1 0 0 0,0 1 0 0 0,-1 0 0 0 0,1 0 0 0 0,0 0 1 0 0,-1 0-1 0 0,1 0 0 0 0,0 0 0 0 0,-1 0 0 0 0,0 0 0 0 0,1 0 0 0 0,-1 0 0 0 0,1 0 0 0 0,-1 1 0 0 0,0-1 0 0 0,0 0 0 0 0,0 0 0 0 0,1 0 0 0 0,-1 1 0 0 0,0-1 0 0 0,-2 0 0 0 0,2 0 97 0 0,0 0 1 0 0,0 1-1 0 0,0-1 0 0 0,0 0 0 0 0,0 0 1 0 0,0 0-1 0 0,1 0 0 0 0,-1 0 0 0 0,0 0 1 0 0,0 0-1 0 0,1 0 0 0 0,-1 0 0 0 0,0 0 0 0 0,1 0 1 0 0,-1 0-1 0 0,1 0 0 0 0,0-1 0 0 0,-1 1 1 0 0,1 0-1 0 0,0-3 0 0 0,0 3-146 0 0,0 0-1 0 0,1 1 1 0 0,-1-1-1 0 0,1 0 1 0 0,-1 0-1 0 0,1 0 1 0 0,0 0 0 0 0,-1 0-1 0 0,1 1 1 0 0,0-1-1 0 0,0 0 1 0 0,-1 1-1 0 0,1-1 1 0 0,0 0-1 0 0,0 1 1 0 0,0-1-1 0 0,0 1 1 0 0,0-1 0 0 0,0 1-1 0 0,0 0 1 0 0,0-1-1 0 0,0 1 1 0 0,0 0-1 0 0,0 0 1 0 0,0-1-1 0 0,0 1 1 0 0,0 0-1 0 0,0 0 1 0 0,0 0 0 0 0,0 0-1 0 0,0 1 1 0 0,0-1-1 0 0,0 0 1 0 0,0 0-1 0 0,0 1 1 0 0,1-1-1 0 0,0 1-28 0 0,0 0 0 0 0,0-1 0 0 0,0 1 0 0 0,0 0 0 0 0,-1 0-1 0 0,1 0 1 0 0,0 0 0 0 0,0 0 0 0 0,-1 1 0 0 0,1-1 0 0 0,-1 0-1 0 0,1 1 1 0 0,-1-1 0 0 0,1 1 0 0 0,-1 0 0 0 0,0-1 0 0 0,1 3-1 0 0,1 7-30 0 0,-1 0-1 0 0,0 0 1 0 0,-1 1-1 0 0,0-1 1 0 0,-1 0-1 0 0,0 0 1 0 0,-1 1-1 0 0,0-1 1 0 0,0 0-1 0 0,-5 14 1 0 0,3-11-141 0 0,1 1 1 0 0,0-1 0 0 0,1 1 0 0 0,0 0-1 0 0,2 19 1 0 0,0-31 42 0 0,-1-1 0 0 0,1 1 0 0 0,0-1 0 0 0,0 1 0 0 0,0-1 0 0 0,0 1 0 0 0,1-1 0 0 0,-1 1 0 0 0,1-1 0 0 0,-1 0 0 0 0,1 0 0 0 0,0 0 0 0 0,-1 0 0 0 0,1 0 0 0 0,0 0 0 0 0,1 0 0 0 0,-1-1 0 0 0,0 1 0 0 0,0-1 0 0 0,1 1 0 0 0,-1-1 0 0 0,4 1 0 0 0,6 3 24 0 0,1-1-1 0 0,-1-1 1 0 0,22 4-1 0 0,12 3 0 0 0,-41-9 0 0 0,-1 1-1 0 0,0-1 0 0 0,0 1 0 0 0,0 0 0 0 0,0 0 0 0 0,0 1 0 0 0,0-1 0 0 0,0 1 0 0 0,-1 0 0 0 0,1 0 0 0 0,-1 0 0 0 0,0 0 1 0 0,0 0-1 0 0,0 1 0 0 0,2 3 0 0 0,-3-3-2 0 0,-1 0 0 0 0,0-1 0 0 0,0 1 0 0 0,0 0 0 0 0,0 0 0 0 0,0-1 0 0 0,-1 1 0 0 0,0 0 1 0 0,0 0-1 0 0,0 0 0 0 0,0 0 0 0 0,0 0 0 0 0,-1-1 0 0 0,0 1 0 0 0,1 0 0 0 0,-2 0 0 0 0,-1 6 0 0 0,-5 6-819 0 0,0 1-1 0 0,-1-1 0 0 0,0-1 1 0 0,-1 0-1 0 0,-1 0 1 0 0,-17 17-1 0 0,15-18-5197 0 0</inkml:trace>
</inkml:ink>
</file>

<file path=ppt/ink/ink1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1.051"/>
    </inkml:context>
    <inkml:brush xml:id="br0">
      <inkml:brushProperty name="width" value="0.1" units="cm"/>
      <inkml:brushProperty name="height" value="0.1" units="cm"/>
      <inkml:brushProperty name="color" value="#004F8B"/>
    </inkml:brush>
  </inkml:definitions>
  <inkml:trace contextRef="#ctx0" brushRef="#br0">0 304 5065 0 0,'1'-2'447'0'0,"0"-3"956"0"0,1 1 0 0 0,0-1 0 0 0,-1 1 1 0 0,2-1-1 0 0,-1 1 0 0 0,0-1 0 0 0,4-3 0 0 0,-5 7-1260 0 0,0 0 0 0 0,0 1-1 0 0,0-1 1 0 0,0 1 0 0 0,0-1-1 0 0,0 0 1 0 0,0 1 0 0 0,0 0 0 0 0,0-1-1 0 0,0 1 1 0 0,0 0 0 0 0,0-1-1 0 0,0 1 1 0 0,0 0 0 0 0,0 0-1 0 0,0 0 1 0 0,0 0 0 0 0,1 0-1 0 0,-1 0 1 0 0,0 0 0 0 0,0 0-1 0 0,0 1 1 0 0,0-1 0 0 0,0 0-1 0 0,0 1 1 0 0,0-1 0 0 0,0 1 0 0 0,0-1-1 0 0,0 1 1 0 0,0-1 0 0 0,0 1-1 0 0,0 0 1 0 0,0-1 0 0 0,-1 1-1 0 0,1 0 1 0 0,0 0 0 0 0,0 0-1 0 0,0 0 1 0 0,12 12-21 0 0,-1 1-1 0 0,-1 0 1 0 0,0 0 0 0 0,16 29-1 0 0,3 4-30 0 0,-27-43-89 0 0,9 13 21 0 0,0 0 0 0 0,2-1 0 0 0,24 23 0 0 0,-34-35-17 0 0,0-1-1 0 0,1 0 0 0 0,-1 0 1 0 0,1 0-1 0 0,0 0 1 0 0,0-1-1 0 0,0 0 0 0 0,7 3 1 0 0,-9-5-5 0 0,0 1 0 0 0,0-1 1 0 0,0 1-1 0 0,0-1 0 0 0,0 0 0 0 0,0 0 1 0 0,0 0-1 0 0,0-1 0 0 0,0 1 0 0 0,0-1 0 0 0,-1 0 1 0 0,1 1-1 0 0,0-1 0 0 0,0 0 0 0 0,-1-1 1 0 0,5-1-1 0 0,-4 1 16 0 0,0-1 0 0 0,0 1 1 0 0,-1 0-1 0 0,1-1 0 0 0,-1 0 0 0 0,0 1 0 0 0,0-1 1 0 0,0 0-1 0 0,0 0 0 0 0,0 0 0 0 0,-1 0 1 0 0,1-1-1 0 0,-1 1 0 0 0,0 0 0 0 0,0-1 0 0 0,1-4 1 0 0,1-9 141 0 0,-1 1 1 0 0,0-22-1 0 0,0 10-42 0 0,-1 19-63 0 0,18-158 371 0 0,-13 133-450 0 0,1 0 0 0 0,22-61 0 0 0,-12 63-2549 0 0</inkml:trace>
</inkml:ink>
</file>

<file path=ppt/ink/ink1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1.685"/>
    </inkml:context>
    <inkml:brush xml:id="br0">
      <inkml:brushProperty name="width" value="0.1" units="cm"/>
      <inkml:brushProperty name="height" value="0.1" units="cm"/>
      <inkml:brushProperty name="color" value="#004F8B"/>
    </inkml:brush>
  </inkml:definitions>
  <inkml:trace contextRef="#ctx0" brushRef="#br0">181 127 6913 0 0,'7'-10'595'0'0,"-1"0"-1"0"0,0 0 0 0 0,-1 0 0 0 0,0-1 0 0 0,0 0 0 0 0,-1 0 0 0 0,-1 0 0 0 0,3-15 0 0 0,-5 26-526 0 0,-1-1 0 0 0,0 1 0 0 0,0-1 0 0 0,0 1 0 0 0,0-1 0 0 0,0 1 0 0 0,0-1 0 0 0,0 0 0 0 0,0 1 0 0 0,0-1 0 0 0,0 1 0 0 0,0-1 0 0 0,-1 1 0 0 0,1-1 0 0 0,0 1 0 0 0,0-1 0 0 0,0 1 0 0 0,-1-1 0 0 0,1 1 0 0 0,0-1 0 0 0,-1 1 0 0 0,1-1 0 0 0,0 1 0 0 0,-1 0 0 0 0,1-1-1 0 0,-1 1 1 0 0,1-1 0 0 0,0 1 0 0 0,-1 0 0 0 0,1 0 0 0 0,-1-1 0 0 0,1 1 0 0 0,-1 0 0 0 0,1 0 0 0 0,-1-1 0 0 0,1 1 0 0 0,-1 0 0 0 0,1 0 0 0 0,-1 0 0 0 0,0 0 0 0 0,1 0 0 0 0,-1 0 0 0 0,1 0 0 0 0,-1 0 0 0 0,1 0 0 0 0,-1 0 0 0 0,1 0 0 0 0,-1 0 0 0 0,1 0 0 0 0,-1 1 0 0 0,0-1 0 0 0,1 0 0 0 0,-1 0 0 0 0,1 1 0 0 0,0-1 0 0 0,-1 0 0 0 0,1 0 0 0 0,-1 1 0 0 0,-30 16 1497 0 0,19-7-1327 0 0,0 1 1 0 0,0 0-1 0 0,2 0 1 0 0,-1 1 0 0 0,2 1-1 0 0,0-1 1 0 0,0 2-1 0 0,1-1 1 0 0,0 1-1 0 0,-9 26 1 0 0,4-4-186 0 0,2 1 0 0 0,1-1 0 0 0,-6 52 0 0 0,11-61-49 0 0,3-1 0 0 0,0 1-1 0 0,1 0 1 0 0,2 0-1 0 0,1-1 1 0 0,1 1-1 0 0,11 46 1 0 0,-10-59-15 0 0,1 0-1 0 0,0-1 1 0 0,1 0 0 0 0,0 0-1 0 0,1 0 1 0 0,1-1 0 0 0,0 0-1 0 0,1 0 1 0 0,0-1 0 0 0,0 0-1 0 0,1-1 1 0 0,1 0 0 0 0,0 0-1 0 0,0-1 1 0 0,1-1 0 0 0,13 8-1 0 0,-9-7-289 0 0,1 0 0 0 0,0-2 0 0 0,1 0 0 0 0,35 9 0 0 0,-25-10-778 0 0</inkml:trace>
</inkml:ink>
</file>

<file path=ppt/ink/ink1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2.112"/>
    </inkml:context>
    <inkml:brush xml:id="br0">
      <inkml:brushProperty name="width" value="0.1" units="cm"/>
      <inkml:brushProperty name="height" value="0.1" units="cm"/>
      <inkml:brushProperty name="color" value="#004F8B"/>
    </inkml:brush>
  </inkml:definitions>
  <inkml:trace contextRef="#ctx0" brushRef="#br0">50 136 14283 0 0,'-1'0'42'0'0,"0"-1"-1"0"0,0 0 1 0 0,0 0-1 0 0,0 0 1 0 0,0 1-1 0 0,0-1 0 0 0,0 0 1 0 0,0 1-1 0 0,0-1 1 0 0,0 1-1 0 0,0-1 1 0 0,0 1-1 0 0,-1 0 1 0 0,1-1-1 0 0,0 1 1 0 0,0 0-1 0 0,0 0 1 0 0,-1 0-1 0 0,1 0 1 0 0,0 0-1 0 0,0 0 1 0 0,0 0-1 0 0,-1 0 1 0 0,1 0-1 0 0,0 1 1 0 0,0-1-1 0 0,-2 1 1 0 0,1 1 92 0 0,1-1 0 0 0,0 1 0 0 0,-1-1 0 0 0,1 1 0 0 0,0-1 0 0 0,0 1 0 0 0,0 0 0 0 0,0 0 0 0 0,1 0 0 0 0,-1-1 0 0 0,0 1 1 0 0,1 0-1 0 0,0 0 0 0 0,-1 0 0 0 0,1 2 0 0 0,-1 8 464 0 0,0 0 0 0 0,1-1 0 0 0,0 1 0 0 0,4 18 0 0 0,-2-18-593 0 0,2 0 0 0 0,-1-1-1 0 0,1 1 1 0 0,1-1-1 0 0,0 0 1 0 0,1-1-1 0 0,0 1 1 0 0,1-1 0 0 0,0 0-1 0 0,0-1 1 0 0,1 0-1 0 0,0 0 1 0 0,1 0-1 0 0,-1-1 1 0 0,2-1 0 0 0,10 8-1 0 0,-13-10 3 0 0,0-1 0 0 0,1 0 0 0 0,0 0 1 0 0,0 0-1 0 0,0-1 0 0 0,0 0 0 0 0,1-1 0 0 0,-1 0 0 0 0,1 0 0 0 0,0-1 0 0 0,-1 0 0 0 0,1 0 1 0 0,0-1-1 0 0,0 0 0 0 0,-1-1 0 0 0,1 0 0 0 0,0 0 0 0 0,-1-1 0 0 0,1 0 0 0 0,-1 0 1 0 0,0-1-1 0 0,16-7 0 0 0,-18 6 69 0 0,1 0 0 0 0,-1 0 0 0 0,0 0 0 0 0,0-1 1 0 0,-1 0-1 0 0,1 0 0 0 0,-1 0 0 0 0,0-1 0 0 0,-1 1 0 0 0,1-1 0 0 0,-1-1 1 0 0,0 1-1 0 0,6-14 0 0 0,-6 11-3 0 0,-1-1-1 0 0,0 0 1 0 0,-1-1 0 0 0,0 1 0 0 0,0 0-1 0 0,-1-1 1 0 0,0 1 0 0 0,-1 0 0 0 0,-2-16-1 0 0,1 15-49 0 0,0-1 0 0 0,-1 1-1 0 0,-1 0 1 0 0,0-1-1 0 0,0 1 1 0 0,-1 0 0 0 0,-1 1-1 0 0,0-1 1 0 0,0 1 0 0 0,-1 0-1 0 0,0 0 1 0 0,-1 0-1 0 0,0 1 1 0 0,0 0 0 0 0,-1 1-1 0 0,-1 0 1 0 0,1 0-1 0 0,-16-11 1 0 0,17 16-55 0 0,1-1 0 0 0,-1 2 0 0 0,0-1 0 0 0,1 1 0 0 0,-1 0 1 0 0,-1 0-1 0 0,1 1 0 0 0,0 0 0 0 0,-8-1 0 0 0,-38 5-3079 0 0,33-1-4045 0 0</inkml:trace>
</inkml:ink>
</file>

<file path=ppt/ink/ink1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2.629"/>
    </inkml:context>
    <inkml:brush xml:id="br0">
      <inkml:brushProperty name="width" value="0.1" units="cm"/>
      <inkml:brushProperty name="height" value="0.1" units="cm"/>
      <inkml:brushProperty name="color" value="#004F8B"/>
    </inkml:brush>
  </inkml:definitions>
  <inkml:trace contextRef="#ctx0" brushRef="#br0">22 230 10594 0 0,'-21'-17'5647'0'0,"27"31"-2972"0"0,6 4-2428 0 0,0-1-1 0 0,0 0 1 0 0,21 21-1 0 0,-24-29-135 0 0,0 0-1 0 0,1-1 1 0 0,-1 0 0 0 0,1 0-1 0 0,1-1 1 0 0,22 10-1 0 0,-33-16-101 0 0,1-1-1 0 0,0 1 1 0 0,0-1-1 0 0,0 0 1 0 0,0 0-1 0 0,-1 1 1 0 0,1-1-1 0 0,0 0 1 0 0,0 0 0 0 0,0 0-1 0 0,0 0 1 0 0,0 0-1 0 0,0 0 1 0 0,0 0-1 0 0,-1 0 1 0 0,1-1-1 0 0,0 1 1 0 0,0 0-1 0 0,0 0 1 0 0,0-1-1 0 0,0 1 1 0 0,-1 0-1 0 0,1-1 1 0 0,0 1-1 0 0,0-1 1 0 0,0 0-1 0 0,1-1 40 0 0,-1 0 0 0 0,0 1 1 0 0,0-1-1 0 0,1 0 0 0 0,-1 0 0 0 0,0 0 0 0 0,-1 0 0 0 0,1 0 0 0 0,0 0 0 0 0,0-4 1 0 0,1-6 200 0 0,0 0 1 0 0,-1 0-1 0 0,-1-13 1 0 0,0 20-199 0 0,-6-98 483 0 0,3 70-997 0 0,1 0-1 0 0,2 0 0 0 0,4-37 1 0 0,-1 52-1026 0 0</inkml:trace>
</inkml:ink>
</file>

<file path=ppt/ink/ink1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3.336"/>
    </inkml:context>
    <inkml:brush xml:id="br0">
      <inkml:brushProperty name="width" value="0.1" units="cm"/>
      <inkml:brushProperty name="height" value="0.1" units="cm"/>
      <inkml:brushProperty name="color" value="#004F8B"/>
    </inkml:brush>
  </inkml:definitions>
  <inkml:trace contextRef="#ctx0" brushRef="#br0">37 69 4609 0 0,'-25'-28'2455'0'0,"24"26"-2149"0"0,0 0 0 0 0,-1 0 1 0 0,1 0-1 0 0,0 0 0 0 0,0 0 1 0 0,0 0-1 0 0,0 0 0 0 0,1 0 1 0 0,-1 0-1 0 0,1 0 0 0 0,-1 0 1 0 0,1-1-1 0 0,0 1 0 0 0,-1-4 0 0 0,2 6-222 0 0,-1 0 0 0 0,0-1-1 0 0,0 1 1 0 0,1 0 0 0 0,-1-1-1 0 0,0 1 1 0 0,1 0-1 0 0,-1-1 1 0 0,0 1 0 0 0,1 0-1 0 0,-1-1 1 0 0,0 1-1 0 0,1 0 1 0 0,-1 0 0 0 0,0-1-1 0 0,1 1 1 0 0,-1 0-1 0 0,1 0 1 0 0,-1 0 0 0 0,1 0-1 0 0,-1 0 1 0 0,0 0-1 0 0,1 0 1 0 0,-1 0 0 0 0,1 0-1 0 0,-1 0 1 0 0,1 0-1 0 0,-1 0 1 0 0,1 0 0 0 0,-1 0-1 0 0,1 0 1 0 0,-1 0 0 0 0,0 0-1 0 0,1 0 1 0 0,-1 1-1 0 0,1-1 1 0 0,-1 0 0 0 0,0 0-1 0 0,1 1 1 0 0,-1-1-1 0 0,0 0 1 0 0,1 1 0 0 0,20 10 1139 0 0,-6 1-878 0 0,0 0 1 0 0,-1 1-1 0 0,0 0 1 0 0,-1 1 0 0 0,-1 1-1 0 0,0 0 1 0 0,-1 1-1 0 0,0 0 1 0 0,15 34-1 0 0,-7-8-183 0 0,-2 1 0 0 0,-2 0 0 0 0,9 47 0 0 0,-11-26-190 0 0,-3 0-1 0 0,-3 0 1 0 0,-1 65-1 0 0,-8 9-6159 0 0,1-98 48 0 0</inkml:trace>
</inkml:ink>
</file>

<file path=ppt/ink/ink1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3.792"/>
    </inkml:context>
    <inkml:brush xml:id="br0">
      <inkml:brushProperty name="width" value="0.1" units="cm"/>
      <inkml:brushProperty name="height" value="0.1" units="cm"/>
      <inkml:brushProperty name="color" value="#004F8B"/>
    </inkml:brush>
  </inkml:definitions>
  <inkml:trace contextRef="#ctx0" brushRef="#br0">0 19 8754 0 0,'0'-1'175'0'0,"0"1"0"0"0,0-1 0 0 0,0 0 0 0 0,0 1 0 0 0,0-1 0 0 0,0 0 0 0 0,0 1 0 0 0,0-1 0 0 0,0 0 0 0 0,1 0 0 0 0,-1 1 0 0 0,0-1 0 0 0,0 1 0 0 0,1-1 0 0 0,-1 0 1 0 0,0 1-1 0 0,1-1 0 0 0,-1 1 0 0 0,0-1 0 0 0,1 0 0 0 0,-1 1 0 0 0,1-1 0 0 0,-1 1 0 0 0,1 0 0 0 0,-1-1 0 0 0,1 1 0 0 0,-1-1 0 0 0,1 1 0 0 0,1-1 0 0 0,-1 1 19 0 0,1 0 0 0 0,-1 0 0 0 0,0 0 0 0 0,1 0 1 0 0,-1 0-1 0 0,1 0 0 0 0,-1 1 0 0 0,0-1 0 0 0,1 0 0 0 0,-1 1 0 0 0,1-1 0 0 0,-1 1 0 0 0,2 0 0 0 0,3 3 205 0 0,0 0-1 0 0,0 0 0 0 0,0 0 0 0 0,8 8 0 0 0,5 9-1 0 0,-2 1-1 0 0,0 0 1 0 0,-2 1-1 0 0,0 1 1 0 0,-2 1 0 0 0,0 0-1 0 0,15 46 1 0 0,-14-27-223 0 0,-2 0 0 0 0,-2 0 0 0 0,-2 1 1 0 0,2 47-1 0 0,-8-52-116 0 0,-2 0 1 0 0,-2 0 0 0 0,-2 1-1 0 0,-1-1 1 0 0,-12 43 0 0 0,-1-17-620 0 0,-3-1 0 0 0,-35 74 0 0 0,31-83-7094 0 0</inkml:trace>
</inkml:ink>
</file>

<file path=ppt/ink/ink1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5.382"/>
    </inkml:context>
    <inkml:brush xml:id="br0">
      <inkml:brushProperty name="width" value="0.1" units="cm"/>
      <inkml:brushProperty name="height" value="0.1" units="cm"/>
      <inkml:brushProperty name="color" value="#004F8B"/>
    </inkml:brush>
  </inkml:definitions>
  <inkml:trace contextRef="#ctx0" brushRef="#br0">49 49 7834 0 0,'-11'5'8386'0'0,"11"-4"-8204"0"0,-9 25 2252 0 0,-4 31-1744 0 0,7-17-496 0 0,-3 55 0 0 0,8-80-161 0 0,1 0 1 0 0,1-1-1 0 0,0 1 0 0 0,1 0 0 0 0,1 0 1 0 0,0-1-1 0 0,6 16 0 0 0,-8-27-20 0 0,0 1 0 0 0,1-1 0 0 0,-1 0 0 0 0,1 0 1 0 0,-1-1-1 0 0,1 1 0 0 0,0 0 0 0 0,0-1 0 0 0,0 1 0 0 0,1-1 0 0 0,-1 1 0 0 0,0-1 0 0 0,1 0 0 0 0,0 0 0 0 0,-1 0 0 0 0,1 0 0 0 0,0-1 0 0 0,0 1 0 0 0,0-1 0 0 0,0 0 0 0 0,0 1 0 0 0,0-1 0 0 0,1-1 0 0 0,-1 1 0 0 0,0 0 0 0 0,0-1 0 0 0,1 0 0 0 0,-1 0 1 0 0,0 0-1 0 0,1 0 0 0 0,-1 0 0 0 0,0-1 0 0 0,0 1 0 0 0,1-1 0 0 0,-1 0 0 0 0,0 0 0 0 0,4-2 0 0 0,12-4 113 0 0,0-2-1 0 0,-1 0 1 0 0,0-1 0 0 0,29-22 0 0 0,-30 20-98 0 0,-11 7 6 0 0,1 0 1 0 0,-1-1 0 0 0,0 0 0 0 0,0 0 0 0 0,0-1 0 0 0,-1 0 0 0 0,0 0 0 0 0,-1 0-1 0 0,1 0 1 0 0,-2-1 0 0 0,1 0 0 0 0,-1 1 0 0 0,0-2 0 0 0,0 1 0 0 0,-1 0 0 0 0,0 0 0 0 0,0-1-1 0 0,-1 1 1 0 0,-1-1 0 0 0,1 1 0 0 0,-1-1 0 0 0,-1 1 0 0 0,1-1 0 0 0,-1 1 0 0 0,-1-1-1 0 0,0 1 1 0 0,0 0 0 0 0,0-1 0 0 0,-1 1 0 0 0,-1 1 0 0 0,1-1 0 0 0,-1 0 0 0 0,0 1-1 0 0,-1 0 1 0 0,0 0 0 0 0,0 0 0 0 0,-1 0 0 0 0,-8-8 0 0 0,1 4 20 0 0,-1 1 0 0 0,0 0 0 0 0,-23-11 0 0 0,31 18-73 0 0,1 0 0 0 0,-1 0-1 0 0,0 1 1 0 0,0 0 0 0 0,0 0 0 0 0,0 1 0 0 0,-1 0 0 0 0,1 0-1 0 0,0 0 1 0 0,0 1 0 0 0,-1 0 0 0 0,-11 1 0 0 0,16-1-95 0 0,0 1 0 0 0,-1 0 0 0 0,1-1 0 0 0,0 1 0 0 0,0 0 1 0 0,0 0-1 0 0,0 0 0 0 0,0 1 0 0 0,0-1 0 0 0,0 0 0 0 0,0 1 0 0 0,0-1 1 0 0,1 1-1 0 0,-1 0 0 0 0,1 0 0 0 0,-1-1 0 0 0,1 1 0 0 0,-1 0 0 0 0,1 0 0 0 0,0 0 1 0 0,-2 5-1 0 0,2-2-84 0 0,-1 0 1 0 0,1 0-1 0 0,0 0 1 0 0,1 0-1 0 0,-1 0 1 0 0,1 1-1 0 0,0-1 1 0 0,1 9-1 0 0,0-2 144 0 0</inkml:trace>
</inkml:ink>
</file>

<file path=ppt/ink/ink1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5.666"/>
    </inkml:context>
    <inkml:brush xml:id="br0">
      <inkml:brushProperty name="width" value="0.1" units="cm"/>
      <inkml:brushProperty name="height" value="0.1" units="cm"/>
      <inkml:brushProperty name="color" value="#004F8B"/>
    </inkml:brush>
  </inkml:definitions>
  <inkml:trace contextRef="#ctx0" brushRef="#br0">54 34 6913 0 0,'4'-8'731'0'0,"21"-17"10198"0"0,-34 51-9410 0 0,-8 21-907 0 0,2 1 0 0 0,-11 59 0 0 0,20-75-1120 0 0,1 1 0 0 0,2 0-1 0 0,2-1 1 0 0,3 47 0 0 0,-2-74 45 0 0,3 13-1341 0 0</inkml:trace>
</inkml:ink>
</file>

<file path=ppt/ink/ink1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5.950"/>
    </inkml:context>
    <inkml:brush xml:id="br0">
      <inkml:brushProperty name="width" value="0.1" units="cm"/>
      <inkml:brushProperty name="height" value="0.1" units="cm"/>
      <inkml:brushProperty name="color" value="#004F8B"/>
    </inkml:brush>
  </inkml:definitions>
  <inkml:trace contextRef="#ctx0" brushRef="#br0">23 328 3225 0 0,'-9'-41'124'0'0,"-2"-15"1749"0"0,10 49-959 0 0,0 1 0 0 0,1-1 1 0 0,0 1-1 0 0,0-1 0 0 0,2-12 1 0 0,-2 18-859 0 0,0 1 1 0 0,0-1-1 0 0,0 1 1 0 0,0-1-1 0 0,1 1 1 0 0,-1 0 0 0 0,0-1-1 0 0,0 1 1 0 0,0-1-1 0 0,1 1 1 0 0,-1-1-1 0 0,0 1 1 0 0,0 0 0 0 0,1-1-1 0 0,-1 1 1 0 0,0 0-1 0 0,1-1 1 0 0,-1 1-1 0 0,0 0 1 0 0,1-1 0 0 0,-1 1-1 0 0,1 0 1 0 0,-1 0-1 0 0,0 0 1 0 0,1-1-1 0 0,-1 1 1 0 0,1 0 0 0 0,-1 0-1 0 0,1 0 1 0 0,-1 0-1 0 0,1 0 1 0 0,-1 0-1 0 0,1 0 1 0 0,-1 0 0 0 0,1 0-1 0 0,-1 0 1 0 0,1 0-1 0 0,-1 0 1 0 0,0 0-1 0 0,1 0 1 0 0,-1 0 0 0 0,1 0-1 0 0,-1 1 1 0 0,1-1-1 0 0,-1 0 1 0 0,1 0-1 0 0,-1 1 1 0 0,0-1-1 0 0,1 0 1 0 0,-1 0 0 0 0,0 1-1 0 0,1-1 1 0 0,-1 0-1 0 0,0 1 1 0 0,1-1-1 0 0,-1 1 1 0 0,0-1 0 0 0,24 25 1271 0 0,-22-23-1122 0 0,16 19 632 0 0,13 16 541 0 0,50 46 0 0 0,-71-74-1183 0 0,1 0-1 0 0,0-1 1 0 0,0 0 0 0 0,1-1-1 0 0,0 0 1 0 0,0-1-1 0 0,1 0 1 0 0,0-1 0 0 0,23 6-1 0 0,-34-11-151 0 0,0 1 0 0 0,1-1-1 0 0,-1 0 1 0 0,0 0 0 0 0,1-1-1 0 0,-1 1 1 0 0,1 0 0 0 0,-1-1-1 0 0,0 1 1 0 0,0-1 0 0 0,1 0 0 0 0,-1 0-1 0 0,0 0 1 0 0,0 0 0 0 0,0 0-1 0 0,0 0 1 0 0,0-1 0 0 0,0 1-1 0 0,0-1 1 0 0,0 1 0 0 0,-1-1-1 0 0,1 0 1 0 0,0 0 0 0 0,-1 1 0 0 0,1-1-1 0 0,-1 0 1 0 0,0 0 0 0 0,0-1-1 0 0,0 1 1 0 0,0 0 0 0 0,0 0-1 0 0,1-4 1 0 0,3-11 137 0 0,0 1 1 0 0,-1-1-1 0 0,3-26 0 0 0,-4 25-194 0 0,4-43-510 0 0,-2-113 0 0 0,-5 145-956 0 0</inkml:trace>
</inkml:ink>
</file>

<file path=ppt/ink/ink1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6.541"/>
    </inkml:context>
    <inkml:brush xml:id="br0">
      <inkml:brushProperty name="width" value="0.1" units="cm"/>
      <inkml:brushProperty name="height" value="0.1" units="cm"/>
      <inkml:brushProperty name="color" value="#004F8B"/>
    </inkml:brush>
  </inkml:definitions>
  <inkml:trace contextRef="#ctx0" brushRef="#br0">149 24 6913 0 0,'-1'-2'190'0'0,"-1"0"0"0"0,0 0 0 0 0,0 1 0 0 0,0-1 0 0 0,0 0 0 0 0,0 1 0 0 0,0-1-1 0 0,0 1 1 0 0,0-1 0 0 0,0 1 0 0 0,-1 0 0 0 0,1 0 0 0 0,-1 0 0 0 0,1 1 0 0 0,-1-1-1 0 0,1 0 1 0 0,-1 1 0 0 0,1 0 0 0 0,-1 0 0 0 0,0-1 0 0 0,1 1 0 0 0,-1 1 0 0 0,1-1-1 0 0,-1 0 1 0 0,1 1 0 0 0,-1-1 0 0 0,1 1 0 0 0,-1 0 0 0 0,1 0 0 0 0,-1 0-1 0 0,1 0 1 0 0,0 0 0 0 0,-1 0 0 0 0,1 1 0 0 0,0-1 0 0 0,0 1 0 0 0,0-1 0 0 0,-2 3-1 0 0,-1 2 88 0 0,-1 0-1 0 0,1 1 0 0 0,1 0 1 0 0,-1-1-1 0 0,1 2 0 0 0,0-1 1 0 0,1 0-1 0 0,-1 1 0 0 0,1-1 1 0 0,1 1-1 0 0,-2 10 0 0 0,0 1-248 0 0,2 1 0 0 0,0-1 0 0 0,1 1 0 0 0,1 0 0 0 0,1-1 0 0 0,6 37 0 0 0,-5-45-21 0 0,1-1-1 0 0,0 0 1 0 0,1-1 0 0 0,-1 1-1 0 0,2 0 1 0 0,7 12 0 0 0,-8-17-6 0 0,-1 0 0 0 0,1 0 0 0 0,0-1 0 0 0,0 1 1 0 0,0-1-1 0 0,1 0 0 0 0,-1-1 0 0 0,1 1 0 0 0,0-1 0 0 0,0 0 0 0 0,1 0 1 0 0,5 3-1 0 0,-5-5 33 0 0,0 1 0 0 0,0-1 1 0 0,0 0-1 0 0,0-1 0 0 0,0 0 0 0 0,0 0 1 0 0,0 0-1 0 0,0 0 0 0 0,0-1 0 0 0,0 0 1 0 0,0-1-1 0 0,0 1 0 0 0,0-1 0 0 0,0 0 1 0 0,-1 0-1 0 0,1-1 0 0 0,-1 0 0 0 0,1 0 1 0 0,-1 0-1 0 0,0-1 0 0 0,0 1 0 0 0,-1-1 1 0 0,1 0-1 0 0,3-5 0 0 0,-3 4 7 0 0,0 1 1 0 0,-1-1-1 0 0,1 0 1 0 0,-1 0-1 0 0,-1 0 0 0 0,1-1 1 0 0,-1 1-1 0 0,0-1 1 0 0,0 0-1 0 0,0 0 0 0 0,-1 0 1 0 0,0 0-1 0 0,0 0 1 0 0,-1-1-1 0 0,1 1 0 0 0,-2-1 1 0 0,1 1-1 0 0,0-1 1 0 0,-1 1-1 0 0,-1-1 0 0 0,1 1 1 0 0,-2-10-1 0 0,-3 5 118 0 0,1 0 1 0 0,-1 0-1 0 0,-1 0 0 0 0,0 0 0 0 0,-1 1 0 0 0,0 0 0 0 0,0 1 1 0 0,-1 0-1 0 0,0 0 0 0 0,-10-9 0 0 0,6 8-367 0 0,0 1 0 0 0,0 0 0 0 0,-1 0-1 0 0,0 1 1 0 0,-1 1 0 0 0,0 0 0 0 0,-22-7 0 0 0,20 9-1190 0 0</inkml:trace>
</inkml:ink>
</file>

<file path=ppt/ink/ink1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6.855"/>
    </inkml:context>
    <inkml:brush xml:id="br0">
      <inkml:brushProperty name="width" value="0.1" units="cm"/>
      <inkml:brushProperty name="height" value="0.1" units="cm"/>
      <inkml:brushProperty name="color" value="#004F8B"/>
    </inkml:brush>
  </inkml:definitions>
  <inkml:trace contextRef="#ctx0" brushRef="#br0">13 18 6913 0 0,'-12'-18'12188'0'0,"14"29"-10183"0"0,-1-7-2184 0 0,49 359 2094 0 0,-37-243-2659 0 0,-7-80-2055 0 0</inkml:trace>
</inkml:ink>
</file>

<file path=ppt/ink/ink1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7.045"/>
    </inkml:context>
    <inkml:brush xml:id="br0">
      <inkml:brushProperty name="width" value="0.1" units="cm"/>
      <inkml:brushProperty name="height" value="0.1" units="cm"/>
      <inkml:brushProperty name="color" value="#004F8B"/>
    </inkml:brush>
  </inkml:definitions>
  <inkml:trace contextRef="#ctx0" brushRef="#br0">1 250 2304 0 0,'0'-6'390'0'0,"0"-1"-1"0"0,1 0 0 0 0,0 0 0 0 0,0 1 0 0 0,0-1 0 0 0,1 1 0 0 0,0-1 0 0 0,0 1 0 0 0,1 0 0 0 0,0 0 0 0 0,0 0 0 0 0,6-8 0 0 0,5-8 2058 0 0,31-35 0 0 0,-37 48-1814 0 0,1 0 0 0 0,-1 0 0 0 0,1 1-1 0 0,1 0 1 0 0,17-11 0 0 0,-22 16-685 0 0,0 1 0 0 0,0-1-1 0 0,0 1 1 0 0,0 1-1 0 0,0-1 1 0 0,0 1 0 0 0,1-1-1 0 0,-1 2 1 0 0,0-1 0 0 0,1 0-1 0 0,-1 1 1 0 0,1 0-1 0 0,-1 1 1 0 0,0-1 0 0 0,8 2-1 0 0,3 2-5424 0 0</inkml:trace>
</inkml:ink>
</file>

<file path=ppt/ink/ink1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7.266"/>
    </inkml:context>
    <inkml:brush xml:id="br0">
      <inkml:brushProperty name="width" value="0.1" units="cm"/>
      <inkml:brushProperty name="height" value="0.1" units="cm"/>
      <inkml:brushProperty name="color" value="#004F8B"/>
    </inkml:brush>
  </inkml:definitions>
  <inkml:trace contextRef="#ctx0" brushRef="#br0">1 306 4609 0 0,'4'-5'359'0'0,"0"0"-1"0"0,1 1 1 0 0,0-1-1 0 0,0 1 1 0 0,6-4-1 0 0,9-7 584 0 0,53-53 3009 0 0,31-27-2513 0 0,-75 72-3205 0 0,56-37 0 0 0,-63 47 1740 0 0</inkml:trace>
</inkml:ink>
</file>

<file path=ppt/ink/ink1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7.472"/>
    </inkml:context>
    <inkml:brush xml:id="br0">
      <inkml:brushProperty name="width" value="0.1" units="cm"/>
      <inkml:brushProperty name="height" value="0.1" units="cm"/>
      <inkml:brushProperty name="color" value="#004F8B"/>
    </inkml:brush>
  </inkml:definitions>
  <inkml:trace contextRef="#ctx0" brushRef="#br0">13 0 10138 0 0,'-1'2'113'0'0,"0"-1"0"0"0,-1 1-1 0 0,1 0 1 0 0,0 0 0 0 0,0 0-1 0 0,0-1 1 0 0,0 1 0 0 0,0 0 0 0 0,1 0-1 0 0,-1 0 1 0 0,1 0 0 0 0,-1 0-1 0 0,1 0 1 0 0,0 0 0 0 0,-1 1 0 0 0,1 2-1 0 0,1 43 773 0 0,-1-33-400 0 0,0-10-464 0 0,0 47 1059 0 0,8 69 1 0 0,-5-104-890 0 0,0-1 1 0 0,1 1 0 0 0,0-1 0 0 0,1 0 0 0 0,1-1-1 0 0,1 1 1 0 0,0-1 0 0 0,13 19 0 0 0,-4-8-2411 0 0</inkml:trace>
</inkml:ink>
</file>

<file path=ppt/ink/ink1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7.679"/>
    </inkml:context>
    <inkml:brush xml:id="br0">
      <inkml:brushProperty name="width" value="0.1" units="cm"/>
      <inkml:brushProperty name="height" value="0.1" units="cm"/>
      <inkml:brushProperty name="color" value="#004F8B"/>
    </inkml:brush>
  </inkml:definitions>
  <inkml:trace contextRef="#ctx0" brushRef="#br0">1 175 6913 0 0,'3'-8'442'0'0,"1"0"-1"0"0,0 0 0 0 0,0 1 0 0 0,1 0 0 0 0,0 0 0 0 0,11-12 1 0 0,39-34 2420 0 0,-51 49-2667 0 0,42-34 1135 0 0,-43 36-1257 0 0,0 1 0 0 0,-1-1 0 0 0,1 0 0 0 0,0 1 0 0 0,0-1-1 0 0,0 1 1 0 0,1 0 0 0 0,-1 0 0 0 0,0 0 0 0 0,0 0 0 0 0,1 1-1 0 0,-1-1 1 0 0,0 1 0 0 0,6 0 0 0 0,-8 0-138 0 0,0 1 0 0 0,0-1 0 0 0,0 1 0 0 0,0-1 0 0 0,0 1 0 0 0,1-1 0 0 0,-1 1 0 0 0,0 0 1 0 0,-1-1-1 0 0,1 1 0 0 0,0 0 0 0 0,0 0 0 0 0,0 0 0 0 0,0 0 0 0 0,-1 0 0 0 0,1 0 0 0 0,0 0 0 0 0,-1 0 0 0 0,1 0 0 0 0,-1 0 0 0 0,1 0 0 0 0,-1 0 0 0 0,1 0 0 0 0,-1 0 1 0 0,0 2-1 0 0</inkml:trace>
</inkml:ink>
</file>

<file path=ppt/ink/ink1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7.852"/>
    </inkml:context>
    <inkml:brush xml:id="br0">
      <inkml:brushProperty name="width" value="0.1" units="cm"/>
      <inkml:brushProperty name="height" value="0.1" units="cm"/>
      <inkml:brushProperty name="color" value="#004F8B"/>
    </inkml:brush>
  </inkml:definitions>
  <inkml:trace contextRef="#ctx0" brushRef="#br0">1 179 1376 0 0,'23'-19'2445'0'0,"1"1"1"0"0,0 1-1 0 0,49-25 0 0 0,67-19-2448 0 0,-115 51-574 0 0,6-2-30 0 0</inkml:trace>
</inkml:ink>
</file>

<file path=ppt/ink/ink1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49.387"/>
    </inkml:context>
    <inkml:brush xml:id="br0">
      <inkml:brushProperty name="width" value="0.1" units="cm"/>
      <inkml:brushProperty name="height" value="0.1" units="cm"/>
      <inkml:brushProperty name="color" value="#004F8B"/>
    </inkml:brush>
  </inkml:definitions>
  <inkml:trace contextRef="#ctx0" brushRef="#br0">35 80 3225 0 0,'-34'5'8332'0'0,"49"-12"-7694"0"0,12-4-34 0 0,12-5 347 0 0,0 1 1 0 0,56-13 0 0 0,-82 25-866 0 0,-1 1 0 0 0,1 1 0 0 0,-1 0 0 0 0,1 0 0 0 0,-1 1 0 0 0,1 1 0 0 0,-1 0 0 0 0,0 1 0 0 0,1 0 0 0 0,-1 1 0 0 0,0 1 0 0 0,16 6 0 0 0,-27-10-71 0 0,1 1 0 0 0,-1-1 0 0 0,1 1 0 0 0,-1 0 0 0 0,0-1 0 0 0,1 1 0 0 0,-1 0 0 0 0,0 0 0 0 0,1 0 0 0 0,-1 0 1 0 0,0 0-1 0 0,0 1 0 0 0,0-1 0 0 0,0 0 0 0 0,0 0 0 0 0,0 1 0 0 0,0-1 0 0 0,-1 1 0 0 0,1-1 0 0 0,0 1 0 0 0,-1-1 0 0 0,1 3 1 0 0,-1-2 33 0 0,0 0 0 0 0,0 0 0 0 0,0 1 0 0 0,-1-1 0 0 0,1 0 0 0 0,-1 0 0 0 0,1 0 0 0 0,-1 1 0 0 0,0-1 0 0 0,0 0 0 0 0,0 0 0 0 0,0 0 0 0 0,0 0 0 0 0,-2 2 0 0 0,-6 8 273 0 0,-1-1 0 0 0,-1 0-1 0 0,-22 19 1 0 0,19-17-296 0 0,-15 13 213 0 0,-34 33 2 0 0,57-53-244 0 0,1 0 1 0 0,1 0 0 0 0,-1 0-1 0 0,1 1 1 0 0,0-1 0 0 0,1 1-1 0 0,-1 0 1 0 0,-3 12 0 0 0,7-17-3 0 0,0 0 0 0 0,0 1 0 0 0,0-1 0 0 0,0 0 1 0 0,0 0-1 0 0,0 1 0 0 0,1-1 0 0 0,-1 0 0 0 0,1 0 0 0 0,-1 0 1 0 0,1 0-1 0 0,0 0 0 0 0,0 0 0 0 0,0 0 0 0 0,0 0 1 0 0,0 0-1 0 0,0 0 0 0 0,1 0 0 0 0,-1 0 0 0 0,1-1 1 0 0,-1 1-1 0 0,1-1 0 0 0,0 1 0 0 0,-1-1 0 0 0,1 0 1 0 0,3 2-1 0 0,7 5-35 0 0,0-1-1 0 0,27 12 1 0 0,-28-14 17 0 0,60 20-139 0 0,-57-21 118 0 0,1 0 0 0 0,-1 1-1 0 0,-1 1 1 0 0,1 0 0 0 0,-1 1 0 0 0,0 0-1 0 0,14 11 1 0 0,-27-17 44 0 0,1 0 0 0 0,0 0 0 0 0,0 0 0 0 0,-1 0 0 0 0,1 0 0 0 0,-1 1 0 0 0,1-1 0 0 0,-1 0 0 0 0,0 0 0 0 0,1 0 0 0 0,-1 1 0 0 0,0-1 0 0 0,0 0 0 0 0,0 0 0 0 0,0 1 0 0 0,0-1 0 0 0,0 0 0 0 0,0 1 0 0 0,0-1 0 0 0,0 0 0 0 0,-1 0 0 0 0,1 1 0 0 0,-1-1 0 0 0,1 0 0 0 0,-1 0 0 0 0,1 0 0 0 0,-1 0 0 0 0,1 0 0 0 0,-1 0 0 0 0,-2 2 0 0 0,-28 37 0 0 0,24-32 0 0 0,-20 21 11 0 0,20-23-7 0 0,0 0 1 0 0,0 1 0 0 0,1 0 0 0 0,0 0 0 0 0,1 1 0 0 0,-1-1 0 0 0,1 1-1 0 0,1 1 1 0 0,-1-1 0 0 0,-5 17 0 0 0,10-23-2 0 0,1-1-1 0 0,-1 1 0 0 0,0 0 1 0 0,1 0-1 0 0,-1 0 1 0 0,1-1-1 0 0,-1 1 1 0 0,1 0-1 0 0,0-1 1 0 0,0 1-1 0 0,0-1 1 0 0,0 1-1 0 0,0-1 1 0 0,0 1-1 0 0,0-1 1 0 0,0 1-1 0 0,1-1 1 0 0,-1 0-1 0 0,0 0 1 0 0,1 0-1 0 0,-1 0 1 0 0,1 0-1 0 0,-1 0 1 0 0,1 0-1 0 0,0 0 1 0 0,-1-1-1 0 0,1 1 1 0 0,0 0-1 0 0,2-1 1 0 0,9 5 34 0 0,1-1 0 0 0,20 3 0 0 0,-30-6-31 0 0,35 3 93 0 0,-22-3-1 0 0,1 1 1 0 0,20 5 0 0 0,-34-6-89 0 0,-1 0-1 0 0,0 0 1 0 0,0 0-1 0 0,1 0 1 0 0,-1 1 0 0 0,0-1-1 0 0,0 1 1 0 0,0 0 0 0 0,-1 0-1 0 0,1 0 1 0 0,0 0-1 0 0,-1 0 1 0 0,1 0 0 0 0,-1 1-1 0 0,0 0 1 0 0,0-1 0 0 0,3 5-1 0 0,-4-4-9 0 0,0 0 0 0 0,0 1 0 0 0,0-1 0 0 0,-1 1 0 0 0,1-1 0 0 0,-1 1 0 0 0,0-1 0 0 0,0 0 0 0 0,0 1 0 0 0,-1-1 0 0 0,1 1 0 0 0,-1-1 0 0 0,1 1 0 0 0,-1-1 0 0 0,0 0 0 0 0,-1 1 0 0 0,1-1 0 0 0,-2 3 0 0 0,-6 10 0 0 0,1 0 0 0 0,-15 18 0 0 0,13-20 0 0 0,-26 35 30 0 0,25-36-18 0 0,1 0-1 0 0,0 1 1 0 0,1 0 0 0 0,1 0 0 0 0,-12 28-1 0 0,19-39-462 0 0,0 1 1 0 0,1-1-1 0 0,0 1 0 0 0,-1 0 0 0 0,2-1 1 0 0,-1 1-1 0 0,1 6 0 0 0,0-2-828 0 0</inkml:trace>
</inkml:ink>
</file>

<file path=ppt/ink/ink1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49.912"/>
    </inkml:context>
    <inkml:brush xml:id="br0">
      <inkml:brushProperty name="width" value="0.1" units="cm"/>
      <inkml:brushProperty name="height" value="0.1" units="cm"/>
      <inkml:brushProperty name="color" value="#004F8B"/>
    </inkml:brush>
  </inkml:definitions>
  <inkml:trace contextRef="#ctx0" brushRef="#br0">2 5 3617 0 0,'-2'-4'12847'0'0,"20"66"-7014"0"0,1 2-4558 0 0,9 116-485 0 0,-13-79-860 0 0,39 142-1 0 0,-42-204 17 0 0,-1 0-1 0 0,-2 0 1 0 0,-2 1 0 0 0,4 60-1 0 0,-16-60-1615 0 0,3-34 732 0 0</inkml:trace>
</inkml:ink>
</file>

<file path=ppt/ink/ink1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0.625"/>
    </inkml:context>
    <inkml:brush xml:id="br0">
      <inkml:brushProperty name="width" value="0.1" units="cm"/>
      <inkml:brushProperty name="height" value="0.1" units="cm"/>
      <inkml:brushProperty name="color" value="#004F8B"/>
    </inkml:brush>
  </inkml:definitions>
  <inkml:trace contextRef="#ctx0" brushRef="#br0">56 40 5065 0 0,'-19'10'378'0'0,"-18"14"8337"0"0,46-25-7552 0 0,8-2-64 0 0,204-41 4759 0 0,-121 31-5477 0 0,137 1 0 0 0,-202 12-354 0 0,42 7 1 0 0,-63-6-113 0 0,0 2 1 0 0,0 0 0 0 0,-1 1-1 0 0,1 0 1 0 0,22 12 0 0 0,-15-2-1113 0 0,-14 0-2673 0 0</inkml:trace>
</inkml:ink>
</file>

<file path=ppt/ink/ink1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0.940"/>
    </inkml:context>
    <inkml:brush xml:id="br0">
      <inkml:brushProperty name="width" value="0.1" units="cm"/>
      <inkml:brushProperty name="height" value="0.1" units="cm"/>
      <inkml:brushProperty name="color" value="#004F8B"/>
    </inkml:brush>
  </inkml:definitions>
  <inkml:trace contextRef="#ctx0" brushRef="#br0">7 15 5065 0 0,'-7'-14'9369'0'0,"31"20"-2473"0"0,-10 1-8004 0 0,8 6 1624 0 0,0 1 0 0 0,-1 1 0 0 0,-1 1 0 0 0,-1 1 1 0 0,0 0-1 0 0,31 39 0 0 0,-12-4-856 0 0,51 88 1 0 0,-85-133-33 0 0,1 0 1 0 0,0 0 0 0 0,0 0 0 0 0,10 10 0 0 0,8-2-2809 0 0,-20-14 2513 0 0,-1 0 0 0 0,1-1 0 0 0,-1 1-1 0 0,1-1 1 0 0,-1 1 0 0 0,1-1 0 0 0,-1 0-1 0 0,1 0 1 0 0,3-1 0 0 0,4-1-1939 0 0</inkml:trace>
</inkml:ink>
</file>

<file path=ppt/ink/ink1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1.194"/>
    </inkml:context>
    <inkml:brush xml:id="br0">
      <inkml:brushProperty name="width" value="0.1" units="cm"/>
      <inkml:brushProperty name="height" value="0.1" units="cm"/>
      <inkml:brushProperty name="color" value="#004F8B"/>
    </inkml:brush>
  </inkml:definitions>
  <inkml:trace contextRef="#ctx0" brushRef="#br0">305 51 6913 0 0,'15'-50'14068'0'0,"-40"72"-12839"0"0,-13 29-1044 0 0,3 1 0 0 0,-49 94 0 0 0,-6 12-89 0 0,43-85-1959 0 0</inkml:trace>
</inkml:ink>
</file>

<file path=ppt/ink/ink1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2.520"/>
    </inkml:context>
    <inkml:brush xml:id="br0">
      <inkml:brushProperty name="width" value="0.1" units="cm"/>
      <inkml:brushProperty name="height" value="0.1" units="cm"/>
      <inkml:brushProperty name="color" value="#004F8B"/>
    </inkml:brush>
  </inkml:definitions>
  <inkml:trace contextRef="#ctx0" brushRef="#br0">55 265 10138 0 0,'-6'2'763'0'0,"0"0"1"0"0,1 1-1 0 0,0 0 0 0 0,-1 0 1 0 0,1 1-1 0 0,0-1 0 0 0,1 1 0 0 0,-7 6 1 0 0,11-10-706 0 0,0 0 0 0 0,0 0 1 0 0,0 0-1 0 0,-1 1 0 0 0,1-1 1 0 0,0 0-1 0 0,0 0 0 0 0,0 0 1 0 0,0 1-1 0 0,0-1 0 0 0,0 0 1 0 0,0 0-1 0 0,0 0 0 0 0,-1 1 1 0 0,1-1-1 0 0,0 0 0 0 0,0 0 1 0 0,0 0-1 0 0,0 1 0 0 0,0-1 1 0 0,0 0-1 0 0,0 0 0 0 0,0 0 1 0 0,0 1-1 0 0,0-1 0 0 0,0 0 1 0 0,1 0-1 0 0,-1 0 0 0 0,0 1 1 0 0,0-1-1 0 0,0 0 0 0 0,0 0 1 0 0,0 0-1 0 0,0 1 0 0 0,0-1 1 0 0,0 0-1 0 0,1 0 0 0 0,-1 0 1 0 0,0 0-1 0 0,0 0 0 0 0,0 1 1 0 0,0-1-1 0 0,1 0 0 0 0,12 3 884 0 0,16-4-335 0 0,46-13 59 0 0,-1-3 1 0 0,116-43-1 0 0,82-20-702 0 0,-99 35 99 0 0,-147 36-1168 0 0,0-2 1 0 0,-1 0-1 0 0,-1-1 0 0 0,36-25 0 0 0,-44 25-5422 0 0</inkml:trace>
</inkml:ink>
</file>

<file path=ppt/ink/ink1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2.886"/>
    </inkml:context>
    <inkml:brush xml:id="br0">
      <inkml:brushProperty name="width" value="0.1" units="cm"/>
      <inkml:brushProperty name="height" value="0.1" units="cm"/>
      <inkml:brushProperty name="color" value="#004F8B"/>
    </inkml:brush>
  </inkml:definitions>
  <inkml:trace contextRef="#ctx0" brushRef="#br0">76 0 8754 0 0,'-5'2'63'0'0,"-36"9"1389"0"0,39-10-1154 0 0,0-1-1 0 0,0 1 1 0 0,0 0 0 0 0,0-1 0 0 0,1 1-1 0 0,-1 0 1 0 0,0 0 0 0 0,1 0 0 0 0,-1 1-1 0 0,0-1 1 0 0,1 0 0 0 0,0 1 0 0 0,-1-1 0 0 0,1 1-1 0 0,0-1 1 0 0,0 1 0 0 0,-2 2 0 0 0,3-3-173 0 0,0 0 0 0 0,0 0 0 0 0,0-1 0 0 0,1 1 0 0 0,-1 0 0 0 0,0 0 0 0 0,0 0 0 0 0,1 0 0 0 0,-1 0 0 0 0,1 0 0 0 0,-1-1 0 0 0,0 1-1 0 0,1 0 1 0 0,0 0 0 0 0,-1 0 0 0 0,1-1 0 0 0,-1 1 0 0 0,1 0 0 0 0,0-1 0 0 0,-1 1 0 0 0,1-1 0 0 0,0 1 0 0 0,0-1 0 0 0,0 1 0 0 0,-1-1 0 0 0,1 1 0 0 0,0-1 0 0 0,0 0 0 0 0,0 0 0 0 0,0 1 0 0 0,1-1 0 0 0,31 10 825 0 0,-30-10-777 0 0,152 20 1615 0 0,-20-4-1623 0 0,-115-12-108 0 0,0 1 0 0 0,0 1 0 0 0,-1 0 0 0 0,29 14 0 0 0,-45-19-49 0 0,-1 0 0 0 0,1 1 0 0 0,-1-1 0 0 0,1 1-1 0 0,-1-1 1 0 0,0 1 0 0 0,1 0 0 0 0,-1 0 0 0 0,0 0 0 0 0,0 0 0 0 0,-1 0 0 0 0,1 0 0 0 0,0 1 0 0 0,-1-1-1 0 0,1 0 1 0 0,-1 1 0 0 0,0 0 0 0 0,0-1 0 0 0,1 4 0 0 0,-1-2 5 0 0,-1 0 0 0 0,0-1 0 0 0,0 1 0 0 0,0-1 0 0 0,0 1 0 0 0,-1-1 0 0 0,1 1 0 0 0,-1-1 0 0 0,0 1 0 0 0,0-1 0 0 0,-1 0 0 0 0,1 1 1 0 0,-3 4-1 0 0,-7 8 64 0 0,0 0 0 0 0,-1 0 0 0 0,0-1 0 0 0,-24 21 0 0 0,23-22-7 0 0,-27 26-133 0 0,20-22-291 0 0,0 2 1 0 0,2 0 0 0 0,0 0 0 0 0,2 2-1 0 0,-27 44 1 0 0</inkml:trace>
</inkml:ink>
</file>

<file path=ppt/ink/ink1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3.408"/>
    </inkml:context>
    <inkml:brush xml:id="br0">
      <inkml:brushProperty name="width" value="0.1" units="cm"/>
      <inkml:brushProperty name="height" value="0.1" units="cm"/>
      <inkml:brushProperty name="color" value="#004F8B"/>
    </inkml:brush>
  </inkml:definitions>
  <inkml:trace contextRef="#ctx0" brushRef="#br0">4 3 7834 0 0,'-4'-2'11986'0'0,"7"4"-11884"0"0,0 0 0 0 0,-1 0 0 0 0,1 1 0 0 0,-1-1 0 0 0,0 1 1 0 0,1 0-1 0 0,-1 0 0 0 0,0 0 0 0 0,-1 0 0 0 0,1 0 0 0 0,-1 0 0 0 0,1 0 0 0 0,-1 0 0 0 0,1 4 0 0 0,12 58 305 0 0,-7-29-280 0 0,3 6-20 0 0,2 0 0 0 0,20 45 0 0 0,-23-67-104 0 0,1 0 1 0 0,0 0 0 0 0,2-1 0 0 0,0-1 0 0 0,1 0 0 0 0,17 18 0 0 0,-27-33 19 0 0,0 0 0 0 0,0 0 0 0 0,1 0-1 0 0,-1 0 1 0 0,1 0 0 0 0,0-1 0 0 0,-1 1 0 0 0,1-1 0 0 0,0 0 0 0 0,0 0 0 0 0,1-1 0 0 0,-1 1 0 0 0,0-1 0 0 0,1 0 0 0 0,-1 0-1 0 0,6 0 1 0 0,-6-1 8 0 0,0-1 0 0 0,0 1 0 0 0,0-1 0 0 0,1 0 0 0 0,-1 0 0 0 0,0 0 0 0 0,-1-1 0 0 0,1 1 0 0 0,0-1 0 0 0,0 0 0 0 0,0 0 0 0 0,-1 0 0 0 0,0-1 0 0 0,1 1 0 0 0,-1-1 0 0 0,0 0 0 0 0,4-4 0 0 0,17-22 142 0 0,0-1 0 0 0,36-63 0 0 0,16-20-3141 0 0,-62 96-4536 0 0</inkml:trace>
</inkml:ink>
</file>

<file path=ppt/ink/ink1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3.582"/>
    </inkml:context>
    <inkml:brush xml:id="br0">
      <inkml:brushProperty name="width" value="0.1" units="cm"/>
      <inkml:brushProperty name="height" value="0.1" units="cm"/>
      <inkml:brushProperty name="color" value="#004F8B"/>
    </inkml:brush>
  </inkml:definitions>
  <inkml:trace contextRef="#ctx0" brushRef="#br0">0 1 9218 0 0,'2'32'4635'0'0,"8"56"0"0"0,14 31-1050 0 0,-21-109-3437 0 0,-2-4-164 0 0,-1-3-172 0 0,1 1 0 0 0,0-1 0 0 0,-1 0 1 0 0,1 0-1 0 0,0 1 0 0 0,1-1 0 0 0,-1 0 0 0 0,1 0 0 0 0,-1 0 1 0 0,1 0-1 0 0,2 2 0 0 0</inkml:trace>
</inkml:ink>
</file>

<file path=ppt/ink/ink1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3.761"/>
    </inkml:context>
    <inkml:brush xml:id="br0">
      <inkml:brushProperty name="width" value="0.1" units="cm"/>
      <inkml:brushProperty name="height" value="0.1" units="cm"/>
      <inkml:brushProperty name="color" value="#004F8B"/>
    </inkml:brush>
  </inkml:definitions>
  <inkml:trace contextRef="#ctx0" brushRef="#br0">33 1 14283 0 0,'-10'3'632'0'0,"5"-2"136"0"0,1 0-616 0 0,1 1-152 0 0,2-1 0 0 0,-1 0 0 0 0,2 1 96 0 0,-1 0-16 0 0,-2 1 0 0 0,2 3 0 0 0,-2-2-80 0 0,3 1-72 0 0,2-2 72 0 0,2 0-104 0 0,1-2 104 0 0,3 0 0 0 0</inkml:trace>
</inkml:ink>
</file>

<file path=ppt/ink/ink1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4.328"/>
    </inkml:context>
    <inkml:brush xml:id="br0">
      <inkml:brushProperty name="width" value="0.1" units="cm"/>
      <inkml:brushProperty name="height" value="0.1" units="cm"/>
      <inkml:brushProperty name="color" value="#004F8B"/>
    </inkml:brush>
  </inkml:definitions>
  <inkml:trace contextRef="#ctx0" brushRef="#br0">0 53 5985 0 0,'9'31'3420'0'0,"-2"1"0"0"0,6 45-1 0 0,-7-30-2725 0 0,-5-45-725 0 0,-1 0 0 0 0,0 1 0 0 0,1-1-1 0 0,-1 0 1 0 0,1 0 0 0 0,0 0 0 0 0,0 1-1 0 0,0-1 1 0 0,0 0 0 0 0,0 0 0 0 0,0 0-1 0 0,0 0 1 0 0,1-1 0 0 0,-1 1 0 0 0,1 0-1 0 0,1 1 1 0 0,-2-2-90 0 0,0 0-1 0 0,0-1 1 0 0,1 1-1 0 0,-1-1 1 0 0,0 1 0 0 0,0-1-1 0 0,0 0 1 0 0,1 1-1 0 0,-1-1 1 0 0,0 0-1 0 0,1 0 1 0 0,-1 0 0 0 0,0 0-1 0 0,0 0 1 0 0,1 0-1 0 0,-1 0 1 0 0,0-1-1 0 0,0 1 1 0 0,1 0-1 0 0,-1-1 1 0 0,1 0 0 0 0,2 0-87 0 0,-1-1 1 0 0,1 0-1 0 0,-1 0 1 0 0,0-1-1 0 0,0 1 1 0 0,0-1-1 0 0,0 1 1 0 0,0-1-1 0 0,-1 0 1 0 0,1 0-1 0 0,-1 0 1 0 0,0 0-1 0 0,0-1 1 0 0,0 1-1 0 0,0-1 1 0 0,0 1-1 0 0,1-5 1 0 0,10-48 363 0 0,-10 38-10 0 0,1 1 0 0 0,13-34 0 0 0,-15 46-134 0 0,1 0-1 0 0,-1 0 1 0 0,1 1-1 0 0,0-1 0 0 0,0 1 1 0 0,1-1-1 0 0,-1 1 1 0 0,1 0-1 0 0,0 1 0 0 0,0-1 1 0 0,0 1-1 0 0,0-1 1 0 0,1 1-1 0 0,5-3 0 0 0,-9 6 36 0 0,0-1 0 0 0,0 1 0 0 0,0-1 0 0 0,0 1 0 0 0,0 0 1 0 0,0-1-1 0 0,0 1 0 0 0,0 0 0 0 0,0 0 0 0 0,0 0 0 0 0,0 0 0 0 0,0 0 0 0 0,-1 0 0 0 0,1 0 0 0 0,0 0 0 0 0,0 0 0 0 0,0 0 0 0 0,0 1 0 0 0,0-1 0 0 0,0 0 0 0 0,0 1 0 0 0,0-1 0 0 0,0 1 0 0 0,1 0 0 0 0,0 0 69 0 0,-1 1 0 0 0,1 0 0 0 0,-1-1 0 0 0,1 1 0 0 0,-1 0-1 0 0,1 0 1 0 0,-1 0 0 0 0,0 0 0 0 0,0 0 0 0 0,1 3 0 0 0,2 8 428 0 0,0 0 1 0 0,-1-1 0 0 0,2 15-1 0 0,-3-15-178 0 0,1 0-430 0 0,-1 2 293 0 0,1 1 1 0 0,1-1-1 0 0,0-1 1 0 0,6 16-1 0 0,-8-27-352 0 0,-1 1 0 0 0,1 0 0 0 0,0 0 0 0 0,0-1 1 0 0,-1 1-1 0 0,2-1 0 0 0,-1 1 0 0 0,0-1 0 0 0,0 0 0 0 0,5 3 0 0 0,-6-4-135 0 0,1 0 0 0 0,0 0 0 0 0,0-1 0 0 0,0 1 0 0 0,0 0 0 0 0,-1-1 0 0 0,1 1 0 0 0,0-1 0 0 0,0 0 0 0 0,0 0 0 0 0,0 0 0 0 0,0 0 0 0 0,0 0 0 0 0,0 0 0 0 0,0 0 0 0 0,0-1 0 0 0,0 1 0 0 0,2-1 0 0 0,-2 0 63 0 0,0 0 0 0 0,-1 0 0 0 0,1 0 0 0 0,-1 0 0 0 0,1 0 0 0 0,-1 0 0 0 0,1 0 0 0 0,-1 0 0 0 0,0-1 0 0 0,1 1 0 0 0,-1 0 0 0 0,0-1 0 0 0,0 1 0 0 0,0-1 0 0 0,0 1 0 0 0,0-1 0 0 0,-1 0 0 0 0,1 1 0 0 0,0-5 0 0 0,9-39-305 0 0,-7 25 73 0 0,0 7 160 0 0,0-1 1 0 0,2 1-1 0 0,-1-1 1 0 0,2 2-1 0 0,9-20 1 0 0,-12 28 216 0 0,-1 0 1 0 0,1 0-1 0 0,-1 0 0 0 0,1 1 1 0 0,0-1-1 0 0,1 1 0 0 0,-1 0 0 0 0,0 0 1 0 0,1 0-1 0 0,0 0 0 0 0,0 0 1 0 0,0 1-1 0 0,0 0 0 0 0,0-1 1 0 0,0 2-1 0 0,0-1 0 0 0,1 0 1 0 0,-1 1-1 0 0,1 0 0 0 0,5-1 1 0 0,-8 2 200 0 0,-1 0 1 0 0,1 1 0 0 0,-1-1 0 0 0,1 0 0 0 0,-1 1-1 0 0,1-1 1 0 0,-1 0 0 0 0,0 1 0 0 0,1 0 0 0 0,-1-1-1 0 0,0 1 1 0 0,1 0 0 0 0,-1 0 0 0 0,0 0-1 0 0,0 0 1 0 0,1 0 0 0 0,-1 0 0 0 0,0 0 0 0 0,0 0-1 0 0,0 1 1 0 0,-1-1 0 0 0,1 0 0 0 0,0 0-1 0 0,1 3 1 0 0,16 40 2795 0 0,-11-25-2208 0 0,3 3-643 0 0,2 0 1 0 0,18 26-1 0 0,-21-35-3977 0 0</inkml:trace>
</inkml:ink>
</file>

<file path=ppt/ink/ink1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4.565"/>
    </inkml:context>
    <inkml:brush xml:id="br0">
      <inkml:brushProperty name="width" value="0.1" units="cm"/>
      <inkml:brushProperty name="height" value="0.1" units="cm"/>
      <inkml:brushProperty name="color" value="#004F8B"/>
    </inkml:brush>
  </inkml:definitions>
  <inkml:trace contextRef="#ctx0" brushRef="#br0">4 1 14283 0 0,'-2'21'890'0'0,"1"1"0"0"0,0-1-1 0 0,2 0 1 0 0,5 30 0 0 0,21 84 2043 0 0,-27-133-2905 0 0,12 39-4136 0 0,-9-35 2558 0 0</inkml:trace>
</inkml:ink>
</file>

<file path=ppt/ink/ink1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4.755"/>
    </inkml:context>
    <inkml:brush xml:id="br0">
      <inkml:brushProperty name="width" value="0.1" units="cm"/>
      <inkml:brushProperty name="height" value="0.1" units="cm"/>
      <inkml:brushProperty name="color" value="#004F8B"/>
    </inkml:brush>
  </inkml:definitions>
  <inkml:trace contextRef="#ctx0" brushRef="#br0">36 0 9674 0 0,'-5'2'-392'0'0,"-23"13"11681"0"0,25-12-10605 0 0,25 2-2376 0 0,-10-2 813 0 0</inkml:trace>
</inkml:ink>
</file>

<file path=ppt/ink/ink1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4.988"/>
    </inkml:context>
    <inkml:brush xml:id="br0">
      <inkml:brushProperty name="width" value="0.1" units="cm"/>
      <inkml:brushProperty name="height" value="0.1" units="cm"/>
      <inkml:brushProperty name="color" value="#004F8B"/>
    </inkml:brush>
  </inkml:definitions>
  <inkml:trace contextRef="#ctx0" brushRef="#br0">1 0 14747 0 0,'0'0'1574'0'0,"-1"20"3113"0"0,3 38-2630 0 0,7-10-2176 0 0,2-1 1 0 0,2 0-1 0 0,2 0 0 0 0,2-1 0 0 0,2-1 1 0 0,45 75-1 0 0,-49-95-998 0 0</inkml:trace>
</inkml:ink>
</file>

<file path=ppt/ink/ink1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5.184"/>
    </inkml:context>
    <inkml:brush xml:id="br0">
      <inkml:brushProperty name="width" value="0.1" units="cm"/>
      <inkml:brushProperty name="height" value="0.1" units="cm"/>
      <inkml:brushProperty name="color" value="#004F8B"/>
    </inkml:brush>
  </inkml:definitions>
  <inkml:trace contextRef="#ctx0" brushRef="#br0">2 171 15667 0 0,'0'0'53'0'0,"0"0"-1"0"0,0-1 1 0 0,-1 1-1 0 0,1-1 0 0 0,0 1 1 0 0,0 0-1 0 0,0-1 1 0 0,0 1-1 0 0,0-1 0 0 0,0 1 1 0 0,0-1-1 0 0,0 1 1 0 0,0 0-1 0 0,0-1 1 0 0,0 1-1 0 0,0-1 0 0 0,0 1 1 0 0,0-1-1 0 0,0 1 1 0 0,0 0-1 0 0,0-1 0 0 0,1 1 1 0 0,-1-1-1 0 0,0 1 1 0 0,0 0-1 0 0,0-1 0 0 0,1 1 1 0 0,-1 0-1 0 0,0-1 1 0 0,0 1-1 0 0,1 0 0 0 0,-1-1 1 0 0,0 1-1 0 0,1 0 1 0 0,-1 0-1 0 0,1-1 1 0 0,-1 1-1 0 0,0 0 0 0 0,1 0 1 0 0,-1 0-1 0 0,1-1 1 0 0,-1 1-1 0 0,0 0 0 0 0,1 0 1 0 0,0 0-1 0 0,28-12 1232 0 0,-19 7-843 0 0,158-84 2093 0 0,-114 58-4764 0 0,-20 16-276 0 0,-18 12 2029 0 0</inkml:trace>
</inkml:ink>
</file>

<file path=ppt/ink/ink1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5.692"/>
    </inkml:context>
    <inkml:brush xml:id="br0">
      <inkml:brushProperty name="width" value="0.1" units="cm"/>
      <inkml:brushProperty name="height" value="0.1" units="cm"/>
      <inkml:brushProperty name="color" value="#004F8B"/>
    </inkml:brush>
  </inkml:definitions>
  <inkml:trace contextRef="#ctx0" brushRef="#br0">165 4 12443 0 0,'-1'0'242'0'0,"-1"-1"1"0"0,0 0 0 0 0,1 1-1 0 0,-1-1 1 0 0,0 1 0 0 0,0 0-1 0 0,1-1 1 0 0,-1 1 0 0 0,0 0-1 0 0,0 0 1 0 0,1 0 0 0 0,-1 1-1 0 0,0-1 1 0 0,0 0 0 0 0,1 1-1 0 0,-1-1 1 0 0,0 1 0 0 0,1-1-1 0 0,-1 1 1 0 0,0 0 0 0 0,1-1-1 0 0,-1 1 1 0 0,1 0 0 0 0,-1 0-1 0 0,1 0 1 0 0,0 0 0 0 0,-1 1-1 0 0,1-1 1 0 0,-1 2 0 0 0,-5 3 44 0 0,1 1 0 0 0,-1 0 0 0 0,2 1 0 0 0,-7 9 0 0 0,-2 5-164 0 0,2 1 0 0 0,0 1 0 0 0,-15 44 0 0 0,24-59-97 0 0,0 1 0 0 0,1 0 0 0 0,0 0 0 0 0,0 0 0 0 0,1 0 0 0 0,0 0 1 0 0,1 0-1 0 0,0 0 0 0 0,1 0 0 0 0,0 0 0 0 0,0 0 0 0 0,6 18 0 0 0,-5-23-50 0 0,0-1-1 0 0,0 0 1 0 0,0 0 0 0 0,0 0 0 0 0,1 0 0 0 0,0 0 0 0 0,-1 0 0 0 0,1-1 0 0 0,1 1 0 0 0,-1-1-1 0 0,0 0 1 0 0,1 0 0 0 0,0 0 0 0 0,0-1 0 0 0,0 1 0 0 0,0-1 0 0 0,0 0 0 0 0,0 0-1 0 0,0 0 1 0 0,1-1 0 0 0,-1 0 0 0 0,1 1 0 0 0,-1-1 0 0 0,1-1 0 0 0,-1 1 0 0 0,7-1 0 0 0,1 0-261 0 0,-1 0 0 0 0,1-1 0 0 0,-1-1 0 0 0,1 0 0 0 0,-1 0 0 0 0,1-1 0 0 0,-1-1 0 0 0,0 0 0 0 0,14-8 0 0 0,2-2-6488 0 0</inkml:trace>
</inkml:ink>
</file>

<file path=ppt/ink/ink1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5.969"/>
    </inkml:context>
    <inkml:brush xml:id="br0">
      <inkml:brushProperty name="width" value="0.1" units="cm"/>
      <inkml:brushProperty name="height" value="0.1" units="cm"/>
      <inkml:brushProperty name="color" value="#004F8B"/>
    </inkml:brush>
  </inkml:definitions>
  <inkml:trace contextRef="#ctx0" brushRef="#br0">53 0 5529 0 0,'-4'2'580'0'0,"1"0"0"0"0,0 0 1 0 0,0 0-1 0 0,1 0 0 0 0,-1 1 0 0 0,0-1 0 0 0,1 1 0 0 0,0-1 1 0 0,-1 1-1 0 0,1 0 0 0 0,0 0 0 0 0,0 0 0 0 0,-2 6 0 0 0,1-1 34 0 0,1-1-1 0 0,-1 0 0 0 0,2 1 0 0 0,-1-1 0 0 0,1 1 0 0 0,-1 9 1 0 0,2-3-162 0 0,0 1-1 0 0,1-1 1 0 0,0 0 0 0 0,2 0 0 0 0,-1 0 0 0 0,9 23 0 0 0,-8-29-344 0 0,0 0-1 0 0,1 0 1 0 0,1-1 0 0 0,-1 1-1 0 0,1-1 1 0 0,0 0-1 0 0,1-1 1 0 0,0 1 0 0 0,0-1-1 0 0,0 0 1 0 0,1-1-1 0 0,-1 0 1 0 0,1 0-1 0 0,8 5 1 0 0,-11-8-127 0 0,0 0 0 0 0,0 0 0 0 0,0-1 0 0 0,0 1 0 0 0,0-1 0 0 0,1 0 0 0 0,-1 0 0 0 0,0 0 0 0 0,1-1 0 0 0,-1 1 0 0 0,0-1 0 0 0,1 0 0 0 0,-1 0 0 0 0,1-1 0 0 0,-1 1 0 0 0,0-1-1 0 0,1 0 1 0 0,-1 0 0 0 0,0 0 0 0 0,0-1 0 0 0,0 0 0 0 0,0 0 0 0 0,0 0 0 0 0,0 0 0 0 0,0 0 0 0 0,-1-1 0 0 0,1 1 0 0 0,-1-1 0 0 0,4-4 0 0 0,4-5-644 0 0,0 0 0 0 0,-1-1 1 0 0,11-18-1 0 0,-3-2-5485 0 0,-10 17 383 0 0</inkml:trace>
</inkml:ink>
</file>

<file path=ppt/ink/ink1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6.373"/>
    </inkml:context>
    <inkml:brush xml:id="br0">
      <inkml:brushProperty name="width" value="0.1" units="cm"/>
      <inkml:brushProperty name="height" value="0.1" units="cm"/>
      <inkml:brushProperty name="color" value="#004F8B"/>
    </inkml:brush>
  </inkml:definitions>
  <inkml:trace contextRef="#ctx0" brushRef="#br0">22 1 12899 0 0,'-1'0'179'0'0,"0"0"0"0"0,0 0 0 0 0,0 0 1 0 0,1 0-1 0 0,-1 0 0 0 0,0 0 0 0 0,0 0 1 0 0,1 0-1 0 0,-1 0 0 0 0,0 1 0 0 0,0-1 0 0 0,0 0 1 0 0,1 1-1 0 0,-1-1 0 0 0,0 0 0 0 0,1 1 1 0 0,-1-1-1 0 0,0 1 0 0 0,1-1 0 0 0,-1 1 0 0 0,1 0 1 0 0,-1-1-1 0 0,1 1 0 0 0,-1-1 0 0 0,1 1 1 0 0,-1 1-1 0 0,0-1 40 0 0,1 1 0 0 0,-1 0 1 0 0,1 0-1 0 0,0-1 1 0 0,0 1-1 0 0,0 0 0 0 0,0 0 1 0 0,0-1-1 0 0,0 1 0 0 0,0 0 1 0 0,1 0-1 0 0,-1 1 1 0 0,4 9 435 0 0,0 0 1 0 0,12 22-1 0 0,-9-20-495 0 0,11 33 43 0 0,25 48 191 0 0,-36-83-1487 0 0,0 0 1 0 0,18 22-1 0 0,-16-25-10 0 0</inkml:trace>
</inkml:ink>
</file>

<file path=ppt/ink/ink1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6.690"/>
    </inkml:context>
    <inkml:brush xml:id="br0">
      <inkml:brushProperty name="width" value="0.1" units="cm"/>
      <inkml:brushProperty name="height" value="0.1" units="cm"/>
      <inkml:brushProperty name="color" value="#004F8B"/>
    </inkml:brush>
  </inkml:definitions>
  <inkml:trace contextRef="#ctx0" brushRef="#br0">2 0 6913 0 0,'0'0'146'0'0,"0"1"-1"0"0,0-1 0 0 0,0 1 0 0 0,-1-1 1 0 0,1 0-1 0 0,0 1 0 0 0,0-1 0 0 0,0 1 1 0 0,0-1-1 0 0,0 1 0 0 0,0-1 0 0 0,0 1 0 0 0,0-1 1 0 0,0 0-1 0 0,0 1 0 0 0,0-1 0 0 0,0 1 1 0 0,0-1-1 0 0,0 1 0 0 0,1-1 0 0 0,-1 0 1 0 0,0 1-1 0 0,0-1 0 0 0,0 1 0 0 0,1-1 1 0 0,0 2 725 0 0,0-2-726 0 0,-1 0 0 0 0,0 1 1 0 0,1-1-1 0 0,0 1 0 0 0,20 20 2447 0 0,-10-10-1276 0 0,12 15-742 0 0,-2 1-1 0 0,-1 1 1 0 0,-1 1-1 0 0,25 54 1 0 0,-48-97-85 0 0,0 0 0 0 0,1 0 1 0 0,-3-25-1 0 0,4 21-1022 0 0,1 0 1 0 0,1 0-1 0 0,3-35 0 0 0,2 28-736 0 0</inkml:trace>
</inkml:ink>
</file>

<file path=ppt/ink/ink1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7.087"/>
    </inkml:context>
    <inkml:brush xml:id="br0">
      <inkml:brushProperty name="width" value="0.1" units="cm"/>
      <inkml:brushProperty name="height" value="0.1" units="cm"/>
      <inkml:brushProperty name="color" value="#004F8B"/>
    </inkml:brush>
  </inkml:definitions>
  <inkml:trace contextRef="#ctx0" brushRef="#br0">5 74 3681 0 0,'-4'15'9977'0'0,"4"-14"-9633"0"0,16 12 4926 0 0,34 8-2656 0 0,-35-16-1911 0 0,-6-1-685 0 0,0 0 0 0 0,0 1 0 0 0,0 0 0 0 0,0 1-1 0 0,-1 0 1 0 0,0 0 0 0 0,0 1 0 0 0,0 0 0 0 0,-1 1 0 0 0,0-1 0 0 0,-1 1 0 0 0,0 0 0 0 0,0 1 0 0 0,0 0 0 0 0,-1 0 0 0 0,-1 0 0 0 0,0 0-1 0 0,0 1 1 0 0,0-1 0 0 0,-1 1 0 0 0,-1 0 0 0 0,0 0 0 0 0,0 0 0 0 0,0 13 0 0 0,-2-21 8 0 0,0 0-1 0 0,0 1 1 0 0,0-1 0 0 0,-1 1 0 0 0,1-1-1 0 0,0 0 1 0 0,-1 1 0 0 0,0-1-1 0 0,0 0 1 0 0,0 1 0 0 0,0-1 0 0 0,-1 2-1 0 0,2-4-18 0 0,0 1 0 0 0,0-1 0 0 0,-1 0 0 0 0,1 0 0 0 0,0 1 0 0 0,0-1 0 0 0,0 0 0 0 0,-1 0 0 0 0,1 0 0 0 0,0 1 0 0 0,0-1 0 0 0,-1 0 0 0 0,1 0 0 0 0,0 0 0 0 0,0 0 0 0 0,-1 0 0 0 0,1 0 0 0 0,0 1 0 0 0,-1-1 0 0 0,1 0 0 0 0,0 0 0 0 0,0 0 0 0 0,-1 0 0 0 0,1 0 0 0 0,0 0 0 0 0,-1 0 0 0 0,1 0 0 0 0,0 0 0 0 0,0 0 0 0 0,-1 0 0 0 0,1 0 0 0 0,0-1 0 0 0,-1 1 0 0 0,-9-16 116 0 0,9 9-138 0 0,-1 0-1 0 0,2-1 1 0 0,-1 1 0 0 0,1 0 0 0 0,0 0-1 0 0,0 0 1 0 0,1-1 0 0 0,0 1 0 0 0,0 0 0 0 0,4-12-1 0 0,4-9-133 0 0,14-32 0 0 0,-15 42-88 0 0,1 1-1 0 0,1 0 0 0 0,23-32 0 0 0,-20 34-986 0 0,0 0-1 0 0,15-13 0 0 0,-9 11-5613 0 0</inkml:trace>
</inkml:ink>
</file>

<file path=ppt/ink/ink1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7.739"/>
    </inkml:context>
    <inkml:brush xml:id="br0">
      <inkml:brushProperty name="width" value="0.1" units="cm"/>
      <inkml:brushProperty name="height" value="0.1" units="cm"/>
      <inkml:brushProperty name="color" value="#004F8B"/>
    </inkml:brush>
  </inkml:definitions>
  <inkml:trace contextRef="#ctx0" brushRef="#br0">9 258 6017 0 0,'-9'33'598'0'0,"11"-20"1417"0"0,-2-12-1853 0 0,1-1 1 0 0,-1 0-1 0 0,1 0 1 0 0,0 0-1 0 0,-1 0 1 0 0,1 0-1 0 0,-1 0 1 0 0,1 0-1 0 0,-1 0 1 0 0,1 0-1 0 0,-1 0 1 0 0,1 0 0 0 0,-1 0-1 0 0,1 0 1 0 0,-1 0-1 0 0,1-1 1 0 0,-1 1-1 0 0,1 0 1 0 0,-1 0-1 0 0,1-1 1 0 0,-1 1-1 0 0,1 0 1 0 0,-1-1-1 0 0,0 1 1 0 0,1 0-1 0 0,-1-1 1 0 0,1 1-1 0 0,-1-1 1 0 0,9-7 694 0 0,0 0 0 0 0,-1-1 0 0 0,0 0 0 0 0,0 0 1 0 0,-1-1-1 0 0,10-19 0 0 0,31-70-815 0 0,-34 66-124 0 0,-21 48-540 0 0,1-1 0 0 0,0 1-1 0 0,0 0 1 0 0,2 1 0 0 0,-4 22 0 0 0,8-32 722 0 0,1 1 0 0 0,0-1 0 0 0,0 1 0 0 0,0-1 0 0 0,1 0 0 0 0,0 0 0 0 0,1 0 0 0 0,-1 0 1 0 0,1 0-1 0 0,0 0 0 0 0,1-1 0 0 0,-1 1 0 0 0,1-1 0 0 0,0 0 0 0 0,0 0 0 0 0,1 0 0 0 0,0-1 0 0 0,-1 0 0 0 0,1 0 0 0 0,1 0 0 0 0,-1 0 0 0 0,1-1 0 0 0,7 4 0 0 0,-6-3 40 0 0,1 0 0 0 0,0 0-1 0 0,0-1 1 0 0,0 0 0 0 0,0-1-1 0 0,0 1 1 0 0,1-2 0 0 0,-1 1 0 0 0,1-1-1 0 0,-1 0 1 0 0,1-1 0 0 0,0 0-1 0 0,-1-1 1 0 0,1 1 0 0 0,-1-2-1 0 0,1 1 1 0 0,9-4 0 0 0,-13 3-238 0 0,-1 0 1 0 0,0-1-1 0 0,0 1 1 0 0,0-1-1 0 0,0 0 1 0 0,0 0 0 0 0,-1 0-1 0 0,0-1 1 0 0,1 1-1 0 0,4-8 1 0 0,25-46-786 0 0,-6 10 1615 0 0,-26 46-646 0 0,0 0 0 0 0,0 0 0 0 0,0 0 0 0 0,0 0 0 0 0,0 1 0 0 0,0-1 0 0 0,0 0 0 0 0,0 1 0 0 0,0-1 0 0 0,0 1 1 0 0,1-1-1 0 0,-1 1 0 0 0,0 0 0 0 0,0-1 0 0 0,0 1 0 0 0,1 0 0 0 0,-1 0 0 0 0,0 0 0 0 0,0 0 0 0 0,0 0 0 0 0,1 0 0 0 0,-1 0 0 0 0,0 0 0 0 0,0 0 1 0 0,1 1-1 0 0,-1-1 0 0 0,0 1 0 0 0,0-1 0 0 0,0 1 0 0 0,0-1 0 0 0,0 1 0 0 0,0-1 0 0 0,0 1 0 0 0,0 0 0 0 0,0 0 0 0 0,0-1 0 0 0,0 1 0 0 0,1 2 0 0 0,8 5-59 0 0,0 1 0 0 0,15 19 0 0 0,-15-17 174 0 0,-3-2-164 0 0,0 0-1 0 0,-1 0 1 0 0,0 1-1 0 0,0 0 1 0 0,-1 0 0 0 0,4 12-1 0 0,11 20-164 0 0,-20-42 66 0 0,1 1-1 0 0,-1-1 1 0 0,0 1-1 0 0,0-1 1 0 0,0 0 0 0 0,0 1-1 0 0,1-1 1 0 0,-1 1 0 0 0,0-1-1 0 0,0 0 1 0 0,1 1-1 0 0,-1-1 1 0 0,0 0 0 0 0,1 1-1 0 0,-1-1 1 0 0,0 0 0 0 0,1 1-1 0 0,-1-1 1 0 0,0 0-1 0 0,1 0 1 0 0,-1 1 0 0 0,1-1-1 0 0,-1 0 1 0 0,1 0-1 0 0,-1 0 1 0 0,0 0 0 0 0,1 0-1 0 0,-1 0 1 0 0,1 0 0 0 0,-1 0-1 0 0,1 0 1 0 0,-1 0-1 0 0,1 0 1 0 0,-1 0 0 0 0,1 0-1 0 0,-1 0 1 0 0,0 0 0 0 0,1 0-1 0 0,0 0 1 0 0,12-19-2383 0 0,2-27-1410 0 0,0-45-1199 0 0,-12 59 4355 0 0,2 0 0 0 0,2 0 1 0 0,1 0-1 0 0,21-52 1 0 0,-29 82 831 0 0,1 1 0 0 0,-1 0 1 0 0,0 0-1 0 0,1-1 0 0 0,0 1 1 0 0,-1 0-1 0 0,1 0 0 0 0,0 0 1 0 0,-1 0-1 0 0,1 0 0 0 0,0 0 1 0 0,0 0-1 0 0,0 0 0 0 0,0 0 1 0 0,0 1-1 0 0,0-1 0 0 0,0 0 1 0 0,0 0-1 0 0,0 1 0 0 0,2-1 1 0 0,-2 1 44 0 0,0 1 1 0 0,0-1-1 0 0,-1 1 1 0 0,1-1 0 0 0,0 1-1 0 0,0-1 1 0 0,0 1 0 0 0,0 0-1 0 0,-1 0 1 0 0,1-1-1 0 0,0 1 1 0 0,-1 0 0 0 0,1 0-1 0 0,0 0 1 0 0,-1 0-1 0 0,1 0 1 0 0,-1 0 0 0 0,0 0-1 0 0,1 0 1 0 0,-1 0-1 0 0,0 0 1 0 0,1 1 0 0 0,0 2 9 0 0,1 0 1 0 0,-1-1 0 0 0,1 1 0 0 0,0-1 0 0 0,0 1-1 0 0,0-1 1 0 0,0 0 0 0 0,1 0 0 0 0,-1 0 0 0 0,1 0-1 0 0,0 0 1 0 0,0 0 0 0 0,0-1 0 0 0,0 0 0 0 0,5 4-1 0 0,2-3-440 0 0</inkml:trace>
</inkml:ink>
</file>

<file path=ppt/ink/ink1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8.185"/>
    </inkml:context>
    <inkml:brush xml:id="br0">
      <inkml:brushProperty name="width" value="0.1" units="cm"/>
      <inkml:brushProperty name="height" value="0.1" units="cm"/>
      <inkml:brushProperty name="color" value="#004F8B"/>
    </inkml:brush>
  </inkml:definitions>
  <inkml:trace contextRef="#ctx0" brushRef="#br0">25 1 9218 0 0,'-10'7'4295'0'0,"10"-6"-3988"0"0,-1-1 0 0 0,1 1 0 0 0,-1 0 0 0 0,1 0-1 0 0,0-1 1 0 0,-1 1 0 0 0,1 0 0 0 0,0 0 0 0 0,-1 1-1 0 0,-7 22 2301 0 0,7-13-2191 0 0,0-1-1 0 0,0 1 1 0 0,1 0-1 0 0,1 0 0 0 0,0 0 1 0 0,0 0-1 0 0,1-1 1 0 0,3 12-1 0 0,33 85 201 0 0,-16-49-202 0 0,-7-12-349 0 0,33 84 806 0 0,-39-110-1415 0 0,0-1-1 0 0,2 0 0 0 0,0 0 1 0 0,18 21-1 0 0</inkml:trace>
</inkml:ink>
</file>

<file path=ppt/ink/ink1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8.373"/>
    </inkml:context>
    <inkml:brush xml:id="br0">
      <inkml:brushProperty name="width" value="0.1" units="cm"/>
      <inkml:brushProperty name="height" value="0.1" units="cm"/>
      <inkml:brushProperty name="color" value="#004F8B"/>
    </inkml:brush>
  </inkml:definitions>
  <inkml:trace contextRef="#ctx0" brushRef="#br0">6 196 9674 0 0,'0'0'160'0'0,"-1"1"-1"0"0,1-1 1 0 0,-1 1 0 0 0,1-1-1 0 0,0 1 1 0 0,-1-1 0 0 0,1 1-1 0 0,0-1 1 0 0,-1 1-1 0 0,1 0 1 0 0,0-1 0 0 0,0 1-1 0 0,-1-1 1 0 0,1 1 0 0 0,0 0-1 0 0,0-1 1 0 0,0 1 0 0 0,0 0-1 0 0,0-1 1 0 0,0 1-1 0 0,0-1 1 0 0,0 1 0 0 0,0 0-1 0 0,0-1 1 0 0,0 1 0 0 0,0 0-1 0 0,1-1 1 0 0,-1 1 0 0 0,0-1-1 0 0,0 1 1 0 0,1 0 0 0 0,-1-1-1 0 0,0 1 1 0 0,1-1-1 0 0,0 1 1 0 0,0 0 99 0 0,1 0 0 0 0,0 0 0 0 0,0 0 0 0 0,0-1 0 0 0,-1 1 0 0 0,1-1 0 0 0,0 0 0 0 0,0 1 0 0 0,0-1 0 0 0,0 0 0 0 0,0 0 0 0 0,2 0 0 0 0,7-1 338 0 0,1 0 0 0 0,-1-1 0 0 0,16-4 1 0 0,-8-1-416 0 0,0 0 0 0 0,0-2 0 0 0,-1 0 0 0 0,0-1 0 0 0,20-15 0 0 0,-2-2-838 0 0,43-42 1 0 0,-28 20-235 0 0</inkml:trace>
</inkml:ink>
</file>

<file path=ppt/ink/ink1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4.157"/>
    </inkml:context>
    <inkml:brush xml:id="br0">
      <inkml:brushProperty name="width" value="0.1" units="cm"/>
      <inkml:brushProperty name="height" value="0.1" units="cm"/>
      <inkml:brushProperty name="color" value="#004F8B"/>
    </inkml:brush>
  </inkml:definitions>
  <inkml:trace contextRef="#ctx0" brushRef="#br0">115 6 11522 0 0,'-2'-1'256'0'0,"-1"0"0"0"0,1 0 0 0 0,0 1 0 0 0,-1-1 0 0 0,1 1 0 0 0,-1-1 0 0 0,1 1 0 0 0,-1 0 0 0 0,1 0 0 0 0,-1 0 0 0 0,1 0 0 0 0,-1 0 0 0 0,1 1 0 0 0,-1-1 0 0 0,1 1 0 0 0,-1 0 0 0 0,1 0 0 0 0,0 0 0 0 0,-1 0 0 0 0,1 0 0 0 0,0 0 0 0 0,0 0-1 0 0,0 1 1 0 0,0-1 0 0 0,0 1 0 0 0,0-1 0 0 0,0 1 0 0 0,0 0 0 0 0,-1 2 0 0 0,-1 1-33 0 0,0 0-1 0 0,0 1 1 0 0,0-1-1 0 0,1 1 1 0 0,-1-1-1 0 0,1 1 1 0 0,1 0-1 0 0,-1 1 1 0 0,1-1-1 0 0,-1 7 1 0 0,-1 11-126 0 0,1 0 1 0 0,2 0-1 0 0,0 0 1 0 0,2 0-1 0 0,1 0 1 0 0,0 0 0 0 0,2 0-1 0 0,1 0 1 0 0,0-1-1 0 0,15 37 1 0 0,-8-31-512 0 0,1 0-1 0 0,2-1 1 0 0,1-1 0 0 0,0 0 0 0 0,2-1 0 0 0,2-1-1 0 0,34 36 1 0 0,-41-49-993 0 0,-3-2-239 0 0</inkml:trace>
</inkml:ink>
</file>

<file path=ppt/ink/ink1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4.328"/>
    </inkml:context>
    <inkml:brush xml:id="br0">
      <inkml:brushProperty name="width" value="0.1" units="cm"/>
      <inkml:brushProperty name="height" value="0.1" units="cm"/>
      <inkml:brushProperty name="color" value="#004F8B"/>
    </inkml:brush>
  </inkml:definitions>
  <inkml:trace contextRef="#ctx0" brushRef="#br0">16 167 10594 0 0,'-1'0'61'0'0,"1"0"-1"0"0,-1 0 1 0 0,1 1-1 0 0,-1-1 1 0 0,1 0-1 0 0,-1 0 1 0 0,1 0-1 0 0,-1 0 1 0 0,1-1-1 0 0,-1 1 1 0 0,1 0-1 0 0,-1 0 1 0 0,1 0-1 0 0,-1 0 1 0 0,1 0-1 0 0,-1-1 1 0 0,1 1-1 0 0,-1 0 1 0 0,1 0-1 0 0,0-1 1 0 0,-1 1-1 0 0,1 0 1 0 0,-1-1-1 0 0,1 1 1 0 0,0 0-1 0 0,-1-1 1 0 0,1 1-1 0 0,0-1 1 0 0,-1 1-1 0 0,1-1 1 0 0,0 1-1 0 0,0 0 1 0 0,0-1-1 0 0,-1 1 1 0 0,1-1-1 0 0,0 1 1 0 0,0-1-1 0 0,0 1 1 0 0,0-1-1 0 0,0 0 1 0 0,1-1 109 0 0,0 0 0 0 0,0 1 1 0 0,0-1-1 0 0,0 1 0 0 0,0-1 1 0 0,1 1-1 0 0,-1-1 0 0 0,0 1 0 0 0,1 0 1 0 0,-1 0-1 0 0,3-2 0 0 0,47-27 2226 0 0,-51 30-2386 0 0,60-33 1400 0 0,-27 14-2508 0 0,65-27-1 0 0,-72 37 125 0 0</inkml:trace>
</inkml:ink>
</file>

<file path=ppt/ink/ink1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4.679"/>
    </inkml:context>
    <inkml:brush xml:id="br0">
      <inkml:brushProperty name="width" value="0.1" units="cm"/>
      <inkml:brushProperty name="height" value="0.1" units="cm"/>
      <inkml:brushProperty name="color" value="#004F8B"/>
    </inkml:brush>
  </inkml:definitions>
  <inkml:trace contextRef="#ctx0" brushRef="#br0">164 0 11979 0 0,'-3'1'272'0'0,"-1"0"-1"0"0,0-1 1 0 0,1 1 0 0 0,-1 1 0 0 0,1-1 0 0 0,-1 1 0 0 0,1-1 0 0 0,0 1 0 0 0,0 0 0 0 0,0 0 0 0 0,0 0 0 0 0,0 1 0 0 0,0-1 0 0 0,0 1 0 0 0,1-1 0 0 0,-4 5 0 0 0,-37 51 362 0 0,41-54-525 0 0,-39 65-159 0 0,38-62 3 0 0,0 0-1 0 0,0 0 1 0 0,0 1-1 0 0,1-1 1 0 0,0 1-1 0 0,1 0 1 0 0,-1-1-1 0 0,1 9 1 0 0,1-15 19 0 0,0 0 1 0 0,-1 0-1 0 0,1 0 1 0 0,0 0 0 0 0,0 0-1 0 0,0 0 1 0 0,0 0 0 0 0,1 0-1 0 0,-1 1 1 0 0,0-1-1 0 0,0 0 1 0 0,1-1 0 0 0,-1 1-1 0 0,0 0 1 0 0,1 0 0 0 0,-1 0-1 0 0,1 0 1 0 0,0 0-1 0 0,-1 0 1 0 0,1 0 0 0 0,-1-1-1 0 0,1 1 1 0 0,0 0-1 0 0,0 0 1 0 0,-1-1 0 0 0,1 1-1 0 0,0-1 1 0 0,0 1 0 0 0,0-1-1 0 0,0 1 1 0 0,0-1-1 0 0,0 1 1 0 0,0-1 0 0 0,0 0-1 0 0,0 1 1 0 0,0-1-1 0 0,0 0 1 0 0,0 0 0 0 0,0 0-1 0 0,0 0 1 0 0,0 0 0 0 0,0 0-1 0 0,0 0 1 0 0,0 0-1 0 0,0 0 1 0 0,0-1 0 0 0,0 1-1 0 0,0 0 1 0 0,0-1-1 0 0,0 1 1 0 0,0 0 0 0 0,1-2-1 0 0,5-1-553 0 0,-1 0-1 0 0,1 0 0 0 0,-1-1 1 0 0,0 1-1 0 0,11-10 1 0 0,10-20-624 0 0,-25 29 1378 0 0,0-1 0 0 0,1 1 1 0 0,0 0-1 0 0,0 1 1 0 0,0-1-1 0 0,0 0 1 0 0,1 1-1 0 0,-1 0 0 0 0,1 0 1 0 0,0 0-1 0 0,0 0 1 0 0,0 0-1 0 0,8-3 0 0 0,-10 6-16 0 0,-1 0-1 0 0,1 0 1 0 0,-1 0-1 0 0,0 1 1 0 0,1-1-1 0 0,-1 0 1 0 0,1 1-1 0 0,-1-1 1 0 0,0 1-1 0 0,1 0 1 0 0,-1-1-1 0 0,0 1 1 0 0,0 0-1 0 0,1 0 1 0 0,-1 0-1 0 0,0 0 1 0 0,0 0-1 0 0,0 0 1 0 0,0 0-1 0 0,0 0 1 0 0,0 0-1 0 0,0 0 1 0 0,-1 1-1 0 0,1-1 1 0 0,0 0-1 0 0,-1 0 1 0 0,1 3-1 0 0,17 42 1739 0 0,-16-39-1619 0 0,10 32 464 0 0,-4-8-117 0 0,16 34 1 0 0,-21-58-1014 0 0,0-1-1 0 0,0 1 1 0 0,1-1 0 0 0,0 1 0 0 0,0-1-1 0 0,1 0 1 0 0,0-1 0 0 0,0 1-1 0 0,0-1 1 0 0,10 8 0 0 0,0-4-1083 0 0</inkml:trace>
</inkml:ink>
</file>

<file path=ppt/ink/ink1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4.980"/>
    </inkml:context>
    <inkml:brush xml:id="br0">
      <inkml:brushProperty name="width" value="0.1" units="cm"/>
      <inkml:brushProperty name="height" value="0.1" units="cm"/>
      <inkml:brushProperty name="color" value="#004F8B"/>
    </inkml:brush>
  </inkml:definitions>
  <inkml:trace contextRef="#ctx0" brushRef="#br0">140 4 456 0 0,'-20'-1'6740'0'0,"18"0"-6344"0"0,-1 1-1 0 0,1-1 1 0 0,0 1-1 0 0,0 0 1 0 0,-1-1 0 0 0,1 1-1 0 0,0 1 1 0 0,0-1 0 0 0,-1 0-1 0 0,1 0 1 0 0,0 1 0 0 0,0-1-1 0 0,0 1 1 0 0,-1 0-1 0 0,1 0 1 0 0,0 0 0 0 0,0 0-1 0 0,0 0 1 0 0,0 0 0 0 0,1 0-1 0 0,-1 1 1 0 0,-3 2-1 0 0,-3 6-10 0 0,1-1 0 0 0,-1 2 0 0 0,2-1 0 0 0,0 1 0 0 0,0 0 0 0 0,1 1 0 0 0,0-1 0 0 0,1 1 0 0 0,1 0 0 0 0,-1 0 0 0 0,-1 18 0 0 0,5-28-372 0 0,0 0 0 0 0,0 0 0 0 0,0 1 0 0 0,0-1 0 0 0,0 0 0 0 0,0 0-1 0 0,1 1 1 0 0,-1-1 0 0 0,1 0 0 0 0,-1 0 0 0 0,1 0 0 0 0,0 0 0 0 0,0 1 0 0 0,0-1 0 0 0,0 0 0 0 0,0-1 0 0 0,1 1-1 0 0,-1 0 1 0 0,1 0 0 0 0,-1-1 0 0 0,1 1 0 0 0,-1 0 0 0 0,1-1 0 0 0,0 0 0 0 0,0 1 0 0 0,0-1 0 0 0,0 0-1 0 0,0 0 1 0 0,0 0 0 0 0,0 0 0 0 0,0 0 0 0 0,0-1 0 0 0,0 1 0 0 0,1-1 0 0 0,-1 1 0 0 0,3-1 0 0 0,9 1-22 0 0,1 0 0 0 0,-1-1 0 0 0,0-1 0 0 0,26-5 0 0 0,-2 2-54 0 0,-36 3-33 0 0,1 1 0 0 0,-1 0 0 0 0,1 0 0 0 0,-1 0 1 0 0,1 0-1 0 0,-1 1 0 0 0,0-1 0 0 0,1 1 1 0 0,-1-1-1 0 0,0 1 0 0 0,1 0 0 0 0,-1 0 0 0 0,0 0 1 0 0,0 0-1 0 0,1 1 0 0 0,-1-1 0 0 0,0 0 1 0 0,0 1-1 0 0,-1 0 0 0 0,1-1 0 0 0,3 4 0 0 0,-4-2 88 0 0,1 0 0 0 0,-1 0-1 0 0,1 0 1 0 0,-1 0 0 0 0,0 0-1 0 0,0 1 1 0 0,-1-1 0 0 0,1 0-1 0 0,0 1 1 0 0,-1-1 0 0 0,0 0-1 0 0,0 0 1 0 0,0 1 0 0 0,-1 4-1 0 0,0-1-39 0 0,0 0 0 0 0,-1 0 0 0 0,0 0 0 0 0,0 0 0 0 0,0 0 0 0 0,-1 0 0 0 0,0-1-1 0 0,0 1 1 0 0,-1-1 0 0 0,0 0 0 0 0,0 0 0 0 0,0 0 0 0 0,-1 0 0 0 0,-7 6 0 0 0</inkml:trace>
</inkml:ink>
</file>

<file path=ppt/ink/ink1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5.204"/>
    </inkml:context>
    <inkml:brush xml:id="br0">
      <inkml:brushProperty name="width" value="0.1" units="cm"/>
      <inkml:brushProperty name="height" value="0.1" units="cm"/>
      <inkml:brushProperty name="color" value="#004F8B"/>
    </inkml:brush>
  </inkml:definitions>
  <inkml:trace contextRef="#ctx0" brushRef="#br0">1 0 3225 0 0,'11'5'11386'0'0,"-3"13"-6207"0"0,1 30-3816 0 0,-6-31-490 0 0,6 25-784 0 0,2 0 0 0 0,2-1 0 0 0,1 0 0 0 0,2-1 0 0 0,2-1 0 0 0,2-1 0 0 0,1 0 0 0 0,50 64 1 0 0,-59-85-1968 0 0</inkml:trace>
</inkml:ink>
</file>

<file path=ppt/ink/ink1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5.348"/>
    </inkml:context>
    <inkml:brush xml:id="br0">
      <inkml:brushProperty name="width" value="0.1" units="cm"/>
      <inkml:brushProperty name="height" value="0.1" units="cm"/>
      <inkml:brushProperty name="color" value="#004F8B"/>
    </inkml:brush>
  </inkml:definitions>
  <inkml:trace contextRef="#ctx0" brushRef="#br0">7 223 4609 0 0,'-1'-3'379'0'0,"0"0"0"0"0,0-1 1 0 0,0 1-1 0 0,0 0 0 0 0,1-1 0 0 0,-1 1 0 0 0,1-1 0 0 0,0 1 1 0 0,0-1-1 0 0,0 1 0 0 0,0 0 0 0 0,1-1 0 0 0,-1 1 0 0 0,1-1 1 0 0,0 1-1 0 0,0 0 0 0 0,0 0 0 0 0,1-1 0 0 0,-1 1 1 0 0,1 0-1 0 0,0 0 0 0 0,0 0 0 0 0,0 1 0 0 0,0-1 0 0 0,0 0 1 0 0,0 1-1 0 0,1-1 0 0 0,3-2 0 0 0,5-5 281 0 0,0 1 1 0 0,1 0-1 0 0,0 1 0 0 0,1 0 1 0 0,17-8-1 0 0,95-36-2027 0 0,-110 47 840 0 0,15-7-478 0 0</inkml:trace>
</inkml:ink>
</file>

<file path=ppt/ink/ink1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5.890"/>
    </inkml:context>
    <inkml:brush xml:id="br0">
      <inkml:brushProperty name="width" value="0.1" units="cm"/>
      <inkml:brushProperty name="height" value="0.1" units="cm"/>
      <inkml:brushProperty name="color" value="#004F8B"/>
    </inkml:brush>
  </inkml:definitions>
  <inkml:trace contextRef="#ctx0" brushRef="#br0">172 13 11522 0 0,'0'0'887'0'0,"-29"-7"4913"0"0,3 1-4077 0 0,23 6-1679 0 0,-1 0 0 0 0,1 0 0 0 0,-1 1 0 0 0,1-1 0 0 0,-1 1-1 0 0,1 0 1 0 0,0 0 0 0 0,-1 0 0 0 0,1 0 0 0 0,0 0 0 0 0,-1 1-1 0 0,1-1 1 0 0,0 1 0 0 0,0 0 0 0 0,0 0 0 0 0,-3 3 0 0 0,2-1 69 0 0,0 1 1 0 0,-1 0-1 0 0,2 0 0 0 0,-1 0 1 0 0,0 0-1 0 0,1 0 1 0 0,0 1-1 0 0,-3 9 1 0 0,1-2 47 0 0,1 0 0 0 0,0 1 0 0 0,1 0 1 0 0,0 0-1 0 0,2 0 0 0 0,-1 0 1 0 0,2 22-1 0 0,1-28-229 0 0,-1 0 0 0 0,2 0 0 0 0,-1 0 0 0 0,1 0 0 0 0,0 0 0 0 0,1-1 0 0 0,3 10-1 0 0,-4-14-3 0 0,0 1-1 0 0,0-1 0 0 0,1 1 0 0 0,-1-1 0 0 0,1 0 0 0 0,-1 0 0 0 0,1 0 1 0 0,0 0-1 0 0,0 0 0 0 0,0-1 0 0 0,1 1 0 0 0,-1-1 0 0 0,1 0 0 0 0,-1 0 1 0 0,1 0-1 0 0,4 1 0 0 0,11 3-1393 0 0</inkml:trace>
</inkml:ink>
</file>

<file path=ppt/ink/ink1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6.461"/>
    </inkml:context>
    <inkml:brush xml:id="br0">
      <inkml:brushProperty name="width" value="0.1" units="cm"/>
      <inkml:brushProperty name="height" value="0.1" units="cm"/>
      <inkml:brushProperty name="color" value="#004F8B"/>
    </inkml:brush>
  </inkml:definitions>
  <inkml:trace contextRef="#ctx0" brushRef="#br0">141 34 3225 0 0,'-1'-2'532'0'0,"-1"1"0"0"0,1-1 0 0 0,-1 0 0 0 0,0 1 0 0 0,1 0 0 0 0,-1-1 1 0 0,0 1-1 0 0,0 0 0 0 0,0 0 0 0 0,0 0 0 0 0,0 0 0 0 0,0 1 0 0 0,0-1 1 0 0,-1 0-1 0 0,1 1 0 0 0,0 0 0 0 0,0-1 0 0 0,0 1 0 0 0,-1 0 0 0 0,1 0 0 0 0,-3 0 1 0 0,2 1-194 0 0,0 0 0 0 0,0 0 1 0 0,0 1-1 0 0,0-1 1 0 0,1 1-1 0 0,-1-1 1 0 0,1 1-1 0 0,-1 0 1 0 0,1 0-1 0 0,-1 0 1 0 0,1 0-1 0 0,0 0 1 0 0,-3 4-1 0 0,-2 3-193 0 0,1 1-1 0 0,1-1 1 0 0,-1 1-1 0 0,1 0 1 0 0,1 0-1 0 0,0 1 1 0 0,-3 13-1 0 0,3-8-274 0 0,1 0-1 0 0,1 0 0 0 0,0 18 1 0 0,1-30-10 0 0,1 0 1 0 0,0 0 0 0 0,0 0-1 0 0,1 0 1 0 0,-1 0-1 0 0,1 0 1 0 0,0 0-1 0 0,0-1 1 0 0,0 1 0 0 0,0 0-1 0 0,1-1 1 0 0,0 1-1 0 0,0-1 1 0 0,-1 1-1 0 0,2-1 1 0 0,-1 0 0 0 0,0 0-1 0 0,6 6 1 0 0,-7-9 6 0 0,0 1-1 0 0,0 0 1 0 0,0 0 0 0 0,0-1-1 0 0,0 1 1 0 0,0-1 0 0 0,0 1 0 0 0,0-1-1 0 0,0 0 1 0 0,0 1 0 0 0,0-1 0 0 0,1 0-1 0 0,-1 0 1 0 0,0 0 0 0 0,0 1 0 0 0,0-1-1 0 0,1-1 1 0 0,-1 1 0 0 0,0 0 0 0 0,0 0-1 0 0,0 0 1 0 0,0-1 0 0 0,2 0-1 0 0,0 0 22 0 0,-1 0 0 0 0,0-1 0 0 0,0 1 0 0 0,0-1 0 0 0,0 0-1 0 0,0 0 1 0 0,0 1 0 0 0,0-1 0 0 0,-1 0 0 0 0,3-4 0 0 0,3-5 111 0 0,-1 0 0 0 0,-1-1 1 0 0,7-17-1 0 0,-11 25-13 0 0,15-52 446 0 0,-13 43-73 0 0,1-1 0 0 0,0 1 0 0 0,0 0 0 0 0,2 0 0 0 0,-1 1 0 0 0,12-18-1 0 0,-17 29-284 0 0,0 1-1 0 0,1 0 0 0 0,-1-1 0 0 0,0 1 0 0 0,0 0 0 0 0,1-1 0 0 0,-1 1 0 0 0,0 0 0 0 0,1-1 0 0 0,-1 1 0 0 0,0 0 0 0 0,1 0 0 0 0,-1 0 0 0 0,0-1 0 0 0,1 1 0 0 0,-1 0 0 0 0,0 0 0 0 0,1 0 0 0 0,-1 0 0 0 0,0 0 0 0 0,1 0 0 0 0,-1 0 0 0 0,1 0 0 0 0,-1 0 0 0 0,0 0 0 0 0,1 0 1 0 0,-1 0-1 0 0,1 0 0 0 0,-1 0 0 0 0,0 0 0 0 0,1 0 0 0 0,-1 0 0 0 0,1 0 0 0 0,11 13 1214 0 0,7 26-431 0 0,-17-33-606 0 0,3 4-214 0 0,0 0 1 0 0,1-1 0 0 0,0 1 0 0 0,0-1 0 0 0,1-1 0 0 0,0 1-1 0 0,15 13 1 0 0,-19-20-112 0 0,0 1 1 0 0,0-1-1 0 0,0 0 0 0 0,0 0 0 0 0,0 0 0 0 0,0 0 0 0 0,1 0 1 0 0,-1-1-1 0 0,1 1 0 0 0,-1-1 0 0 0,1 0 0 0 0,-1 0 0 0 0,1 0 0 0 0,0-1 1 0 0,-1 1-1 0 0,1-1 0 0 0,0 0 0 0 0,-1 0 0 0 0,1 0 0 0 0,0-1 1 0 0,0 1-1 0 0,-1-1 0 0 0,1 0 0 0 0,-1 0 0 0 0,1 0 0 0 0,6-3 0 0 0,-5 0 13 0 0,-1 0-1 0 0,1-1 0 0 0,-1 1 0 0 0,0-1 1 0 0,0 0-1 0 0,0 0 0 0 0,0 0 0 0 0,-1 0 1 0 0,0-1-1 0 0,0 0 0 0 0,-1 1 0 0 0,0-1 1 0 0,0 0-1 0 0,2-7 0 0 0,-1 4 123 0 0,0 0 1 0 0,1 0-1 0 0,0 0 0 0 0,11-17 0 0 0,-10 20-66 0 0,0 0 0 0 0,1 0-1 0 0,-1 1 1 0 0,1-1 0 0 0,0 1-1 0 0,10-6 1 0 0,-15 10 15 0 0,1 0 1 0 0,0 0-1 0 0,-1 1 1 0 0,1-1 0 0 0,0 0-1 0 0,-1 0 1 0 0,1 1-1 0 0,0-1 1 0 0,0 1-1 0 0,0 0 1 0 0,-1-1-1 0 0,1 1 1 0 0,0 0 0 0 0,0 0-1 0 0,0 0 1 0 0,0 1-1 0 0,0-1 1 0 0,-1 0-1 0 0,1 1 1 0 0,0-1 0 0 0,0 1-1 0 0,-1-1 1 0 0,1 1-1 0 0,0 0 1 0 0,-1 0-1 0 0,1 0 1 0 0,0 0-1 0 0,-1 0 1 0 0,1 0 0 0 0,-1 0-1 0 0,0 0 1 0 0,1 0-1 0 0,0 2 1 0 0,1 1-285 0 0,1-1 0 0 0,-1 1 0 0 0,1-1 0 0 0,0 0 0 0 0,0 0 0 0 0,6 3 0 0 0,-1-2-852 0 0</inkml:trace>
</inkml:ink>
</file>

<file path=ppt/ink/ink1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7"/>
    </inkml:context>
    <inkml:brush xml:id="br0">
      <inkml:brushProperty name="width" value="0.1" units="cm"/>
      <inkml:brushProperty name="height" value="0.1" units="cm"/>
      <inkml:brushProperty name="color" value="#004F8B"/>
    </inkml:brush>
  </inkml:definitions>
  <inkml:trace contextRef="#ctx0" brushRef="#br0">21 91 2761 0 0,'-9'-22'6497'0'0,"-1"-3"-1283"0"0,10 24-4997 0 0,-1 0-1 0 0,1 1 0 0 0,0-1 1 0 0,0 0-1 0 0,0 1 0 0 0,0-1 1 0 0,-1 0-1 0 0,1 1 0 0 0,0-1 1 0 0,0 0-1 0 0,0 1 1 0 0,0-1-1 0 0,0 0 0 0 0,1 1 1 0 0,-1-1-1 0 0,0 0 0 0 0,0 1 1 0 0,0-1-1 0 0,1 0 0 0 0,-1 1 1 0 0,0-1-1 0 0,1 0 1 0 0,-1 1-1 0 0,0-1 0 0 0,1 0 1 0 0,0 1-128 0 0,0 0 0 0 0,0-1 0 0 0,0 1 1 0 0,0 0-1 0 0,0 0 0 0 0,0 0 0 0 0,0 0 0 0 0,0 0 1 0 0,0 0-1 0 0,0 0 0 0 0,0 1 0 0 0,0-1 0 0 0,0 0 1 0 0,0 1-1 0 0,0-1 0 0 0,0 0 0 0 0,0 1 1 0 0,0-1-1 0 0,0 1 0 0 0,-1-1 0 0 0,1 1 0 0 0,0 0 1 0 0,0-1-1 0 0,-1 1 0 0 0,1 0 0 0 0,0 0 1 0 0,-1-1-1 0 0,1 1 0 0 0,0 0 0 0 0,-1 0 0 0 0,1 0 1 0 0,0 1-1 0 0,18 30 203 0 0,-19-32-269 0 0,13 28 185 0 0,-2-1 0 0 0,9 33 0 0 0,-12-34-371 0 0,1 0 1 0 0,20 42-1 0 0,-29-68 137 0 0,0 0-1 0 0,1 1 1 0 0,-1-1 0 0 0,0 0 0 0 0,0 1-1 0 0,0-1 1 0 0,1 0 0 0 0,-1 1 0 0 0,0-1-1 0 0,0 0 1 0 0,1 0 0 0 0,-1 1-1 0 0,0-1 1 0 0,1 0 0 0 0,-1 0 0 0 0,0 1-1 0 0,1-1 1 0 0,-1 0 0 0 0,0 0-1 0 0,1 0 1 0 0,-1 0 0 0 0,0 0 0 0 0,1 1-1 0 0,-1-1 1 0 0,1 0 0 0 0,-1 0-1 0 0,0 0 1 0 0,1 0 0 0 0,-1 0 0 0 0,0 0-1 0 0,1 0 1 0 0,-1 0 0 0 0,1-1-1 0 0,-1 1 1 0 0,0 0 0 0 0,1 0 0 0 0,-1 0-1 0 0,0 0 1 0 0,1 0 0 0 0,-1-1 0 0 0,0 1-1 0 0,1 0 1 0 0,-1 0 0 0 0,0 0-1 0 0,1-1 1 0 0,-1 1 0 0 0,0 0 0 0 0,0-1-1 0 0,1 1 1 0 0,-1 0 0 0 0,0 0-1 0 0,0-1 1 0 0,1 1 0 0 0,-1 0 0 0 0,0-1-1 0 0,0 1 1 0 0,0-1 0 0 0,0 1-1 0 0,0 0 1 0 0,0-1 0 0 0,0 1 0 0 0,0 0-1 0 0,0-2 1 0 0,13-31-999 0 0,-11 26 863 0 0,16-52-715 0 0,-14 41 1071 0 0,1 1 0 0 0,1 0 0 0 0,0 0 0 0 0,1 1 0 0 0,1-1 0 0 0,0 2 0 0 0,1-1 0 0 0,20-25 0 0 0,-27 39-144 0 0,1-1 1 0 0,0 0 0 0 0,0 1 0 0 0,0 0 0 0 0,0-1-1 0 0,0 1 1 0 0,0 1 0 0 0,0-1 0 0 0,1 0-1 0 0,-1 1 1 0 0,1-1 0 0 0,-1 1 0 0 0,1 0 0 0 0,-1 0-1 0 0,1 1 1 0 0,0-1 0 0 0,0 1 0 0 0,-1 0 0 0 0,1 0-1 0 0,0 0 1 0 0,0 0 0 0 0,-1 1 0 0 0,1-1-1 0 0,7 3 1 0 0,-6-1-4 0 0,0 0 0 0 0,-1 0 0 0 0,1 1 0 0 0,0-1 1 0 0,-1 1-1 0 0,1 0 0 0 0,-1 1 0 0 0,0-1 0 0 0,0 1 0 0 0,0 0 0 0 0,-1 0 0 0 0,1 0 0 0 0,-1 0 0 0 0,0 0 0 0 0,0 1 0 0 0,3 8 0 0 0,12 31-221 0 0,-13-29-660 0 0,1 0 0 0 0,15 27 0 0 0</inkml:trace>
</inkml:ink>
</file>

<file path=ppt/ink/ink1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9.287"/>
    </inkml:context>
    <inkml:brush xml:id="br0">
      <inkml:brushProperty name="width" value="0.1" units="cm"/>
      <inkml:brushProperty name="height" value="0.1" units="cm"/>
      <inkml:brushProperty name="color" value="#004F8B"/>
    </inkml:brush>
  </inkml:definitions>
  <inkml:trace contextRef="#ctx0" brushRef="#br0">11 1 12443 0 0,'-8'1'8223'0'0,"8"0"-8007"0"0,-3 13 2362 0 0,6 23-3299 0 0,-2-32 1336 0 0,12 179-291 0 0,9 71-659 0 0,-14-204-1672 0 0,18 63-1 0 0,-15-81-5085 0 0</inkml:trace>
</inkml:ink>
</file>

<file path=ppt/ink/ink1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9.498"/>
    </inkml:context>
    <inkml:brush xml:id="br0">
      <inkml:brushProperty name="width" value="0.1" units="cm"/>
      <inkml:brushProperty name="height" value="0.1" units="cm"/>
      <inkml:brushProperty name="color" value="#004F8B"/>
    </inkml:brush>
  </inkml:definitions>
  <inkml:trace contextRef="#ctx0" brushRef="#br0">0 57 10138 0 0,'18'-16'3960'0'0,"14"-6"-36"0"0,-1 7-3683 0 0,-26 14-563 0 0,-1 0 1 0 0,0 1-1 0 0,1-1 1 0 0,-1 1-1 0 0,0 0 1 0 0,1 0-1 0 0,-1 0 1 0 0,1 1-1 0 0,-1-1 1 0 0,0 1-1 0 0,1 0 1 0 0,-1 1-1 0 0,0-1 1 0 0,7 4-1 0 0,3 1 285 0 0</inkml:trace>
</inkml:ink>
</file>

<file path=ppt/ink/ink1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9.794"/>
    </inkml:context>
    <inkml:brush xml:id="br0">
      <inkml:brushProperty name="width" value="0.1" units="cm"/>
      <inkml:brushProperty name="height" value="0.1" units="cm"/>
      <inkml:brushProperty name="color" value="#004F8B"/>
    </inkml:brush>
  </inkml:definitions>
  <inkml:trace contextRef="#ctx0" brushRef="#br0">0 178 7834 0 0,'39'17'5576'0'0,"-22"-9"-4849"0"0,-1 2 0 0 0,0-1 0 0 0,-1 2 0 0 0,0 0 1 0 0,0 1-1 0 0,16 18 0 0 0,-37-48 2518 0 0,-2-56-2387 0 0,9 64-1088 0 0,0-1 0 0 0,1 1 0 0 0,0 0 0 0 0,0 0 0 0 0,2 0 0 0 0,-1 0 0 0 0,1 0 0 0 0,0 0 0 0 0,1 1 0 0 0,0 0 0 0 0,1 0 0 0 0,0 0 0 0 0,0 1 0 0 0,1 0 0 0 0,0 0 0 0 0,0 1 0 0 0,1 0 0 0 0,9-8 0 0 0,-1 2 193 0 0</inkml:trace>
</inkml:ink>
</file>

<file path=ppt/ink/ink1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0.096"/>
    </inkml:context>
    <inkml:brush xml:id="br0">
      <inkml:brushProperty name="width" value="0.1" units="cm"/>
      <inkml:brushProperty name="height" value="0.1" units="cm"/>
      <inkml:brushProperty name="color" value="#004F8B"/>
    </inkml:brush>
  </inkml:definitions>
  <inkml:trace contextRef="#ctx0" brushRef="#br0">21 0 6913 0 0,'-6'2'7835'0'0,"6"-2"-7692"0"0,-3 15-416 0 0,-6 9-4203 0 0,6-21 4416 0 0</inkml:trace>
</inkml:ink>
</file>

<file path=ppt/ink/ink1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0.652"/>
    </inkml:context>
    <inkml:brush xml:id="br0">
      <inkml:brushProperty name="width" value="0.1" units="cm"/>
      <inkml:brushProperty name="height" value="0.1" units="cm"/>
      <inkml:brushProperty name="color" value="#004F8B"/>
    </inkml:brush>
  </inkml:definitions>
  <inkml:trace contextRef="#ctx0" brushRef="#br0">2 6 10594 0 0,'0'-6'10225'0'0,"-1"26"-10112"0"0,1-1-1 0 0,1 1 0 0 0,1-1 1 0 0,0 0-1 0 0,2 0 1 0 0,0 0-1 0 0,1 0 0 0 0,1-1 1 0 0,1 0-1 0 0,0 0 1 0 0,1 0-1 0 0,1-1 0 0 0,19 27 1 0 0,-23-37-207 0 0,0-2-1 0 0,0 1 1 0 0,1-1 0 0 0,-1 1-1 0 0,1-1 1 0 0,0-1 0 0 0,1 1 0 0 0,-1-1-1 0 0,1-1 1 0 0,10 6 0 0 0,-14-8 43 0 0,0 0 0 0 0,-1 0 0 0 0,1 0 0 0 0,0 0 0 0 0,0-1 0 0 0,0 1 0 0 0,0-1 0 0 0,0 0 1 0 0,0 0-1 0 0,0 0 0 0 0,0 0 0 0 0,0-1 0 0 0,0 1 0 0 0,0-1 0 0 0,0 1 0 0 0,-1-1 0 0 0,1 0 0 0 0,0 0 0 0 0,0 0 0 0 0,-1-1 1 0 0,1 1-1 0 0,0-1 0 0 0,-1 1 0 0 0,0-1 0 0 0,1 0 0 0 0,-1 0 0 0 0,0 0 0 0 0,0 0 0 0 0,3-4 0 0 0,2-5 141 0 0,1-1 0 0 0,-2-1 0 0 0,1 1 0 0 0,-2-1 0 0 0,0 0 0 0 0,0 0 0 0 0,-1 0 0 0 0,-1-1 0 0 0,0 0 0 0 0,1-18 0 0 0,4-16 673 0 0,-8 48-780 0 0,0-1 1 0 0,0 1 0 0 0,0-1-1 0 0,0 1 1 0 0,0-1-1 0 0,0 1 1 0 0,0-1 0 0 0,1 1-1 0 0,-1-1 1 0 0,0 1 0 0 0,0 0-1 0 0,0-1 1 0 0,0 1 0 0 0,1-1-1 0 0,-1 1 1 0 0,0 0-1 0 0,0-1 1 0 0,1 1 0 0 0,-1 0-1 0 0,0-1 1 0 0,1 1 0 0 0,-1 0-1 0 0,0-1 1 0 0,1 1-1 0 0,-1 0 1 0 0,0 0 0 0 0,1-1-1 0 0,-1 1 1 0 0,1 0 0 0 0,-1 0-1 0 0,0 0 1 0 0,1 0 0 0 0,-1-1-1 0 0,1 1 1 0 0,-1 0-1 0 0,1 0 1 0 0,15 12-77 0 0,13 33 550 0 0,-25-38-371 0 0,39 74 170 0 0,-34-60-546 0 0,1-1-1 0 0,1 0 1 0 0,1-1-1 0 0,27 35 0 0 0,-14-32-2313 0 0</inkml:trace>
</inkml:ink>
</file>

<file path=ppt/ink/ink1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1.045"/>
    </inkml:context>
    <inkml:brush xml:id="br0">
      <inkml:brushProperty name="width" value="0.1" units="cm"/>
      <inkml:brushProperty name="height" value="0.1" units="cm"/>
      <inkml:brushProperty name="color" value="#004F8B"/>
    </inkml:brush>
  </inkml:definitions>
  <inkml:trace contextRef="#ctx0" brushRef="#br0">1 41 8754 0 0,'2'-2'296'0'0,"1"1"1"0"0,-1 0-1 0 0,1 0 0 0 0,-1 0 1 0 0,1 0-1 0 0,-1 1 0 0 0,1-1 1 0 0,0 1-1 0 0,-1 0 1 0 0,1-1-1 0 0,0 1 0 0 0,-1 0 1 0 0,1 1-1 0 0,0-1 0 0 0,-1 0 1 0 0,1 1-1 0 0,0 0 0 0 0,-1-1 1 0 0,1 1-1 0 0,2 1 1 0 0,-1 1-3 0 0,0-1 0 0 0,0 1 1 0 0,0 0-1 0 0,-1 0 0 0 0,1 0 1 0 0,-1 1-1 0 0,0-1 1 0 0,0 1-1 0 0,0 0 0 0 0,4 7 1 0 0,0 2 30 0 0,-1 1 1 0 0,0-1 0 0 0,0 1-1 0 0,-2 1 1 0 0,0-1-1 0 0,3 20 1 0 0,-5-26-226 0 0,-2-6-54 0 0,1 1-1 0 0,0 0 0 0 0,-1 0 0 0 0,1 0 0 0 0,-1 0 1 0 0,0 0-1 0 0,0 0 0 0 0,0 0 0 0 0,-1-1 0 0 0,0 7 0 0 0,1-9-25 0 0,-1 0-1 0 0,1 0 0 0 0,-1 0 0 0 0,1 0 0 0 0,0 0 0 0 0,-1 0 0 0 0,1 0 0 0 0,0 0 0 0 0,-1 0 0 0 0,1 0 0 0 0,-1 0 0 0 0,1 0 0 0 0,0-1 0 0 0,-1 1 0 0 0,1 0 0 0 0,-1 0 0 0 0,1 0 0 0 0,0 0 0 0 0,-1-1 0 0 0,1 1 0 0 0,0 0 0 0 0,0 0 0 0 0,-1-1 0 0 0,1 1 0 0 0,0 0 0 0 0,-1 0 0 0 0,1-1 1 0 0,0 1-1 0 0,0 0 0 0 0,0-1 0 0 0,-1 1 0 0 0,1 0 0 0 0,0-1 0 0 0,0 1 0 0 0,0-1 0 0 0,0 1 0 0 0,0 0 0 0 0,0-1 0 0 0,-1 0 0 0 0,-7-15 280 0 0,5 8-308 0 0,1-1 0 0 0,0 1 1 0 0,0-1-1 0 0,1 1 0 0 0,0-1 1 0 0,0 1-1 0 0,1-1 0 0 0,0 1 1 0 0,2-12-1 0 0,8-28-1686 0 0,5 2-4114 0 0,-5 19-471 0 0</inkml:trace>
</inkml:ink>
</file>

<file path=ppt/ink/ink1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1.919"/>
    </inkml:context>
    <inkml:brush xml:id="br0">
      <inkml:brushProperty name="width" value="0.1" units="cm"/>
      <inkml:brushProperty name="height" value="0.1" units="cm"/>
      <inkml:brushProperty name="color" value="#004F8B"/>
    </inkml:brush>
  </inkml:definitions>
  <inkml:trace contextRef="#ctx0" brushRef="#br0">1 38 5529 0 0,'0'-3'1655'0'0,"3"-32"9205"0"0,-1 37-10601 0 0,1 0 0 0 0,-1 1 0 0 0,1-1-1 0 0,-1 1 1 0 0,0 0 0 0 0,0 0 0 0 0,0-1 0 0 0,0 1 0 0 0,-1 0 0 0 0,3 7 0 0 0,0-4-78 0 0,7 13-173 0 0,-1 1 1 0 0,0-1 0 0 0,-1 2 0 0 0,-2-1 0 0 0,0 1 0 0 0,5 26 0 0 0,-11-40-348 0 0,-2-16 127 0 0,-1-19 79 0 0,4 10 195 0 0,0 0-1 0 0,8-22 1 0 0,-9 36 24 0 0,0 0 0 0 0,0 0 0 0 0,0 1 0 0 0,1-1 0 0 0,-1 0 0 0 0,1 1 1 0 0,0-1-1 0 0,0 1 0 0 0,1 0 0 0 0,-1-1 0 0 0,1 1 0 0 0,0 0 0 0 0,-1 1 0 0 0,1-1 0 0 0,0 0 0 0 0,7-3 0 0 0,-8 5-45 0 0,0 1-1 0 0,0 0 0 0 0,1 0 0 0 0,-1-1 0 0 0,0 1 0 0 0,0 1 0 0 0,1-1 0 0 0,-1 0 1 0 0,0 1-1 0 0,0-1 0 0 0,1 1 0 0 0,-1-1 0 0 0,0 1 0 0 0,0 0 0 0 0,0 0 0 0 0,0 0 1 0 0,0 0-1 0 0,0 1 0 0 0,0-1 0 0 0,0 0 0 0 0,2 3 0 0 0,34 34 408 0 0,-29-26-384 0 0,0 0 0 0 0,-1 1 0 0 0,-1 0-1 0 0,0 1 1 0 0,5 15 0 0 0,4 14-5443 0 0,-14-38 3986 0 0,6 16-5926 0 0</inkml:trace>
</inkml:ink>
</file>

<file path=ppt/ink/ink1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2.426"/>
    </inkml:context>
    <inkml:brush xml:id="br0">
      <inkml:brushProperty name="width" value="0.1" units="cm"/>
      <inkml:brushProperty name="height" value="0.1" units="cm"/>
      <inkml:brushProperty name="color" value="#004F8B"/>
    </inkml:brush>
  </inkml:definitions>
  <inkml:trace contextRef="#ctx0" brushRef="#br0">93 99 10138 0 0,'2'-3'258'0'0,"-1"0"0"0"0,1 0 0 0 0,-1 0 0 0 0,1 0 0 0 0,-1-1 0 0 0,0 1 0 0 0,0 0 0 0 0,-1 0 0 0 0,1-1 0 0 0,0-5 0 0 0,-1 8-67 0 0,0-1-1 0 0,0 1 1 0 0,0 0 0 0 0,0-1 0 0 0,0 1 0 0 0,0-1-1 0 0,0 1 1 0 0,0 0 0 0 0,-1-1 0 0 0,1 1 0 0 0,0 0-1 0 0,-1-1 1 0 0,1 1 0 0 0,-1 0 0 0 0,0 0 0 0 0,1 0-1 0 0,-1-1 1 0 0,0 1 0 0 0,0 0 0 0 0,1 0 0 0 0,-1 0 0 0 0,0 0-1 0 0,0 0 1 0 0,0 0 0 0 0,-1 0 0 0 0,1 1 0 0 0,0-1-1 0 0,0 0 1 0 0,-2 0 0 0 0,1 1-74 0 0,1 0 1 0 0,-1 0-1 0 0,1 0 0 0 0,-1 0 0 0 0,0 1 1 0 0,1-1-1 0 0,-1 1 0 0 0,1-1 0 0 0,-1 1 1 0 0,1-1-1 0 0,-1 1 0 0 0,1 0 0 0 0,0 0 1 0 0,-1 0-1 0 0,1 0 0 0 0,0 0 0 0 0,0 0 1 0 0,-1 0-1 0 0,1 0 0 0 0,0 0 0 0 0,0 0 1 0 0,0 1-1 0 0,0-1 0 0 0,0 2 0 0 0,-22 36 442 0 0,17-26-511 0 0,1 0-1 0 0,1 1 1 0 0,0 0-1 0 0,1 0 1 0 0,0 0-1 0 0,1 1 1 0 0,1-1-1 0 0,0 1 1 0 0,1-1 0 0 0,1 17-1 0 0,0-24-66 0 0,0 0 0 0 0,1 0 1 0 0,0 0-1 0 0,0 0 0 0 0,0-1 0 0 0,0 1 0 0 0,1-1 1 0 0,1 1-1 0 0,-1-1 0 0 0,5 6 0 0 0,-5-8 1 0 0,0 0 0 0 0,1-1-1 0 0,-1 0 1 0 0,1 0 0 0 0,-1 0 0 0 0,1 0 0 0 0,0 0-1 0 0,0-1 1 0 0,1 1 0 0 0,-1-1 0 0 0,0 0 0 0 0,1-1 0 0 0,-1 1-1 0 0,1-1 1 0 0,-1 0 0 0 0,7 1 0 0 0,-7-2 16 0 0,-1 1 0 0 0,1-1 0 0 0,-1 0 0 0 0,1 0 0 0 0,0 0 0 0 0,-1-1 0 0 0,1 1 0 0 0,-1-1 0 0 0,1 0 0 0 0,-1 0 1 0 0,0 0-1 0 0,1 0 0 0 0,-1-1 0 0 0,0 1 0 0 0,0-1 0 0 0,5-4 0 0 0,-3 3-23 0 0,-1-1 1 0 0,0 0-1 0 0,-1 0 0 0 0,1 0 1 0 0,-1-1-1 0 0,1 0 0 0 0,-1 1 1 0 0,-1-1-1 0 0,5-10 0 0 0,-3 5-12 0 0,-1 1-1 0 0,0-1 0 0 0,-1 0 0 0 0,0 0 0 0 0,0-1 0 0 0,-1 1 1 0 0,0 0-1 0 0,-1-1 0 0 0,0 1 0 0 0,-1 0 0 0 0,-2-11 0 0 0,-1 3 56 0 0,-1 1 0 0 0,-1 0-1 0 0,-13-28 1 0 0,16 39-66 0 0,0 0 1 0 0,-1 0-1 0 0,1 1 0 0 0,-1 0 0 0 0,0 0 1 0 0,0 0-1 0 0,0 0 0 0 0,-1 0 0 0 0,0 1 1 0 0,0 0-1 0 0,0 0 0 0 0,0 0 1 0 0,-10-4-1 0 0,4 4-678 0 0</inkml:trace>
</inkml:ink>
</file>

<file path=ppt/ink/ink1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2.887"/>
    </inkml:context>
    <inkml:brush xml:id="br0">
      <inkml:brushProperty name="width" value="0.1" units="cm"/>
      <inkml:brushProperty name="height" value="0.1" units="cm"/>
      <inkml:brushProperty name="color" value="#004F8B"/>
    </inkml:brush>
  </inkml:definitions>
  <inkml:trace contextRef="#ctx0" brushRef="#br0">40 22 8754 0 0,'0'-2'501'0'0,"-1"0"0"0"0,0 1 1 0 0,0-1-1 0 0,-1 0 0 0 0,1 1 0 0 0,0-1 0 0 0,0 1 1 0 0,-1-1-1 0 0,1 1 0 0 0,-1 0 0 0 0,1 0 0 0 0,-4-2 1 0 0,4 3-423 0 0,1-1 0 0 0,-1 1 0 0 0,0 0 1 0 0,1 0-1 0 0,-1 0 0 0 0,1 0 1 0 0,-1 0-1 0 0,1 0 0 0 0,-1 0 0 0 0,1 0 1 0 0,-1 1-1 0 0,0-1 0 0 0,1 0 0 0 0,-1 0 1 0 0,1 0-1 0 0,-1 1 0 0 0,1-1 1 0 0,-1 0-1 0 0,1 0 0 0 0,-1 1 0 0 0,1-1 1 0 0,0 0-1 0 0,-1 1 0 0 0,1-1 0 0 0,-1 1 1 0 0,1-1-1 0 0,0 1 0 0 0,-1-1 1 0 0,1 0-1 0 0,0 1 0 0 0,0-1 0 0 0,-1 1 1 0 0,1-1-1 0 0,0 1 0 0 0,0 0 0 0 0,0-1 1 0 0,0 1-1 0 0,-1-1 0 0 0,1 1 1 0 0,0-1-1 0 0,0 1 0 0 0,0-1 0 0 0,0 1 1 0 0,0 0-1 0 0,0-1 0 0 0,1 1 0 0 0,-1 0 1 0 0,-3 28 769 0 0,1 37 1 0 0,3-54-1033 0 0,-1 0-1 0 0,2 0 1 0 0,0-1-1 0 0,0 1 1 0 0,1-1-1 0 0,4 13 0 0 0,4-7-2592 0 0,-11-17 2666 0 0,1 0 0 0 0,-1 0 0 0 0,0 1 0 0 0,1-1 1 0 0,-1 0-1 0 0,0 0 0 0 0,1 0 0 0 0,-1 0 1 0 0,0 0-1 0 0,1 0 0 0 0,-1 0 0 0 0,0 0 0 0 0,1 0 1 0 0,-1 0-1 0 0,0 0 0 0 0,1 0 0 0 0,-1 0 1 0 0,0 0-1 0 0,1 0 0 0 0,-1 0 0 0 0,0 0 0 0 0,1-1 1 0 0,-1 1-1 0 0,0 0 0 0 0,1 0 0 0 0,-1 0 1 0 0,0 0-1 0 0,1-1 0 0 0,-1 1 0 0 0,0 0 0 0 0,0 0 1 0 0,1-1-1 0 0,-1 1 0 0 0,0 0 0 0 0,0 0 1 0 0,0-1-1 0 0,1 1 0 0 0,-1 0 0 0 0,0-1 0 0 0,0 1 1 0 0,0 0-1 0 0,0-1 0 0 0,0 1 0 0 0,0 0 1 0 0,0-1-1 0 0,0 1 0 0 0,1 0 0 0 0,-1-1 1 0 0,-1 0-1 0 0,4-6-1088 0 0</inkml:trace>
</inkml:ink>
</file>

<file path=ppt/ink/ink1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3.102"/>
    </inkml:context>
    <inkml:brush xml:id="br0">
      <inkml:brushProperty name="width" value="0.1" units="cm"/>
      <inkml:brushProperty name="height" value="0.1" units="cm"/>
      <inkml:brushProperty name="color" value="#004F8B"/>
    </inkml:brush>
  </inkml:definitions>
  <inkml:trace contextRef="#ctx0" brushRef="#br0">1 189 6449 0 0,'0'-10'394'0'0,"-1"0"1"0"0,2 0-1 0 0,-1 0 0 0 0,1 0 0 0 0,4-14 0 0 0,-4 19-21 0 0,0 1-1 0 0,0 0 1 0 0,1 0-1 0 0,0 0 1 0 0,0 0 0 0 0,0 0-1 0 0,0 0 1 0 0,0 0-1 0 0,1 1 1 0 0,0-1 0 0 0,0 1-1 0 0,0 0 1 0 0,0 0-1 0 0,6-5 1 0 0,-7 7-235 0 0,-1 1 1 0 0,0-1-1 0 0,0 1 0 0 0,1 0 1 0 0,-1-1-1 0 0,0 1 0 0 0,1 0 1 0 0,-1 0-1 0 0,0 0 0 0 0,1 0 1 0 0,-1 0-1 0 0,0 0 0 0 0,1 0 1 0 0,-1 1-1 0 0,0-1 0 0 0,0 0 1 0 0,1 1-1 0 0,-1-1 0 0 0,0 1 1 0 0,0-1-1 0 0,1 1 0 0 0,-1 0 1 0 0,0-1-1 0 0,0 1 0 0 0,0 0 1 0 0,0 0-1 0 0,0 0 0 0 0,1 1 1 0 0,31 34 1450 0 0,-25-25-1061 0 0,-2-5-337 0 0,0 0-1 0 0,0-1 0 0 0,1 1 0 0 0,0-1 1 0 0,0-1-1 0 0,0 1 0 0 0,0-1 0 0 0,15 6 1 0 0,-20-9-177 0 0,0-1 0 0 0,-1 1 0 0 0,1 0 0 0 0,0-1 0 0 0,0 1 0 0 0,0-1 0 0 0,0 0 0 0 0,0 0 0 0 0,0 0 0 0 0,0 0 0 0 0,0 0 0 0 0,0 0 0 0 0,0 0 0 0 0,0 0 0 0 0,-1-1 0 0 0,1 1 0 0 0,0-1 0 0 0,0 0 0 0 0,0 1 0 0 0,0-1 0 0 0,-1 0 0 0 0,1 0 0 0 0,0 0 0 0 0,-1 0 0 0 0,1 0 0 0 0,-1-1 0 0 0,1 1 0 0 0,-1 0 0 0 0,0-1 0 0 0,1 1 0 0 0,-1-1 0 0 0,0 1 0 0 0,0-1 0 0 0,0 0 0 0 0,0 1 0 0 0,0-1 0 0 0,-1 0 0 0 0,1 0 0 0 0,0 0 0 0 0,-1 0 0 0 0,1 0 0 0 0,-1 1 0 0 0,0-4 0 0 0,1-2-79 0 0,0 0 0 0 0,-1 0 0 0 0,0 0-1 0 0,0 0 1 0 0,-1 0 0 0 0,0 0 0 0 0,0 0 0 0 0,-4-12 0 0 0,-11-28-4129 0 0</inkml:trace>
</inkml:ink>
</file>

<file path=ppt/ink/ink1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3.409"/>
    </inkml:context>
    <inkml:brush xml:id="br0">
      <inkml:brushProperty name="width" value="0.1" units="cm"/>
      <inkml:brushProperty name="height" value="0.1" units="cm"/>
      <inkml:brushProperty name="color" value="#004F8B"/>
    </inkml:brush>
  </inkml:definitions>
  <inkml:trace contextRef="#ctx0" brushRef="#br0">163 77 6913 0 0,'1'-3'-136'0'0,"2"-36"6642"0"0,-3 37-5957 0 0,0 0 1 0 0,0 0-1 0 0,-1 0 0 0 0,1 0 1 0 0,0 0-1 0 0,-1-1 0 0 0,0 1 1 0 0,1 0-1 0 0,-1 0 0 0 0,0 0 1 0 0,0 0-1 0 0,0 0 1 0 0,0 1-1 0 0,0-1 0 0 0,-2-2 1 0 0,2 4-510 0 0,1 0 1 0 0,-1 0-1 0 0,1 0 1 0 0,-1-1-1 0 0,1 1 1 0 0,-1 0-1 0 0,1 0 0 0 0,-1 0 1 0 0,1 0-1 0 0,-1 0 1 0 0,1 0-1 0 0,-1 0 1 0 0,1 0-1 0 0,-1 1 1 0 0,1-1-1 0 0,-1 0 1 0 0,1 0-1 0 0,-1 0 1 0 0,1 0-1 0 0,-1 1 1 0 0,1-1-1 0 0,0 0 1 0 0,-1 0-1 0 0,1 1 1 0 0,-1-1-1 0 0,1 0 0 0 0,0 1 1 0 0,-1-1-1 0 0,1 1 1 0 0,0-1-1 0 0,-1 0 1 0 0,1 1-1 0 0,0-1 1 0 0,-1 1-1 0 0,1-1 1 0 0,0 1-1 0 0,0-1 1 0 0,0 1-1 0 0,-1-1 1 0 0,1 1-1 0 0,0-1 1 0 0,0 1-1 0 0,-11 24 263 0 0,-29 109 1 0 0,-25 144-1 0 0,62-261-277 0 0,-4 16-850 0 0,2 0 0 0 0,-1 57 0 0 0,7-60-7210 0 0</inkml:trace>
</inkml:ink>
</file>

<file path=ppt/ink/ink1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3.726"/>
    </inkml:context>
    <inkml:brush xml:id="br0">
      <inkml:brushProperty name="width" value="0.1" units="cm"/>
      <inkml:brushProperty name="height" value="0.1" units="cm"/>
      <inkml:brushProperty name="color" value="#004F8B"/>
    </inkml:brush>
  </inkml:definitions>
  <inkml:trace contextRef="#ctx0" brushRef="#br0">49 40 9218 0 0,'-2'0'224'0'0,"0"0"0"0"0,0 1 0 0 0,0-1 0 0 0,-1 1 0 0 0,1 0 0 0 0,0 0 0 0 0,0 0 0 0 0,0 0 0 0 0,0 0 0 0 0,0 0 0 0 0,0 0 1 0 0,1 1-1 0 0,-1-1 0 0 0,0 1 0 0 0,1-1 0 0 0,-1 1 0 0 0,1 0 0 0 0,-1-1 0 0 0,1 1 0 0 0,0 0 0 0 0,0 0 0 0 0,0 0 0 0 0,0 0 0 0 0,0 0 0 0 0,0 0 0 0 0,0 1 0 0 0,1-1 0 0 0,-1 0 0 0 0,1 0 0 0 0,-1 3 0 0 0,0 2 37 0 0,0 0-1 0 0,1 0 1 0 0,-1 0-1 0 0,1 0 1 0 0,1 0-1 0 0,-1 0 1 0 0,1 0-1 0 0,1 0 1 0 0,-1 0-1 0 0,1 0 1 0 0,0 0-1 0 0,1-1 1 0 0,0 1-1 0 0,0-1 1 0 0,0 1-1 0 0,1-1 1 0 0,-1 0-1 0 0,1-1 1 0 0,6 7-1 0 0,-8-9-268 0 0,1-1-1 0 0,-1 1 0 0 0,1 0 0 0 0,0-1 0 0 0,0 0 0 0 0,1 1 0 0 0,-1-1 0 0 0,0-1 0 0 0,1 1 0 0 0,-1 0 0 0 0,1-1 0 0 0,-1 0 0 0 0,1 1 0 0 0,0-1 0 0 0,-1-1 0 0 0,1 1 0 0 0,0-1 0 0 0,0 1 0 0 0,0-1 0 0 0,-1 0 0 0 0,1 0 0 0 0,0-1 0 0 0,0 1 0 0 0,0-1 0 0 0,-1 0 0 0 0,1 0 0 0 0,0 0 1 0 0,-1-1-1 0 0,1 1 0 0 0,-1-1 0 0 0,1 1 0 0 0,-1-1 0 0 0,0-1 0 0 0,0 1 0 0 0,0 0 0 0 0,3-4 0 0 0,-1 3 14 0 0,-1-1 0 0 0,0 1-1 0 0,0-1 1 0 0,0 0 0 0 0,0-1 0 0 0,-1 1 0 0 0,0-1 0 0 0,0 1 0 0 0,0-1 0 0 0,0 0 0 0 0,-1 0-1 0 0,1 0 1 0 0,-2-1 0 0 0,1 1 0 0 0,0 0 0 0 0,-1-1 0 0 0,0 1 0 0 0,0-1 0 0 0,0-6 0 0 0,-2 6-6 0 0,0 0 0 0 0,0 0 0 0 0,0 1 0 0 0,0-1 0 0 0,-1 0 0 0 0,0 1 1 0 0,0 0-1 0 0,-1-1 0 0 0,1 1 0 0 0,-1 0 0 0 0,0 0 0 0 0,-1 0 0 0 0,1 1 0 0 0,-1-1 1 0 0,0 1-1 0 0,0 0 0 0 0,0 0 0 0 0,-8-5 0 0 0,-20-12-1886 0 0,15 11-5042 0 0</inkml:trace>
</inkml:ink>
</file>

<file path=ppt/ink/ink1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4.123"/>
    </inkml:context>
    <inkml:brush xml:id="br0">
      <inkml:brushProperty name="width" value="0.1" units="cm"/>
      <inkml:brushProperty name="height" value="0.1" units="cm"/>
      <inkml:brushProperty name="color" value="#004F8B"/>
    </inkml:brush>
  </inkml:definitions>
  <inkml:trace contextRef="#ctx0" brushRef="#br0">9 0 10594 0 0,'-5'3'8727'0'0,"2"5"-6221"0"0,2 10-3692 0 0,1-15 2178 0 0,0 33-535 0 0,1 1 1 0 0,7 37-1 0 0,-6-56-545 0 0,2-1 1 0 0,0 1-1 0 0,1-1 0 0 0,0 0 0 0 0,2-1 0 0 0,9 19 0 0 0,11 1-2643 0 0,-19-28 1700 0 0</inkml:trace>
</inkml:ink>
</file>

<file path=ppt/ink/ink1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4.314"/>
    </inkml:context>
    <inkml:brush xml:id="br0">
      <inkml:brushProperty name="width" value="0.1" units="cm"/>
      <inkml:brushProperty name="height" value="0.1" units="cm"/>
      <inkml:brushProperty name="color" value="#004F8B"/>
    </inkml:brush>
  </inkml:definitions>
  <inkml:trace contextRef="#ctx0" brushRef="#br0">10 78 4609 0 0,'-1'0'308'0'0,"0"-1"0"0"0,1 0 0 0 0,-1 0 0 0 0,0 0 0 0 0,1 1 0 0 0,-1-1 0 0 0,0 0 0 0 0,1 0 0 0 0,-1 0 0 0 0,1 0 0 0 0,-1 0 0 0 0,1 0 0 0 0,0 0 0 0 0,-1 0 0 0 0,1-1 0 0 0,0 1 0 0 0,0 0 0 0 0,0 0 0 0 0,0 0 0 0 0,0 0 0 0 0,0 0 0 0 0,0 0 0 0 0,1-2 1 0 0,-1 1 23 0 0,1 0 1 0 0,0 0 0 0 0,0 0-1 0 0,0 0 1 0 0,0 0 0 0 0,1 1 0 0 0,-1-1-1 0 0,0 1 1 0 0,1-1 0 0 0,-1 1-1 0 0,4-3 1 0 0,0 0 37 0 0,0 0 0 0 0,1 1 0 0 0,-1 0 0 0 0,1 0 0 0 0,0 1 0 0 0,0-1-1 0 0,9-2 1 0 0,-8 4-600 0 0,0 0 0 0 0,0 1 0 0 0,0-1 0 0 0,-1 1 0 0 0,1 1 0 0 0,8 0-1 0 0</inkml:trace>
</inkml:ink>
</file>

<file path=ppt/ink/ink1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4.473"/>
    </inkml:context>
    <inkml:brush xml:id="br0">
      <inkml:brushProperty name="width" value="0.1" units="cm"/>
      <inkml:brushProperty name="height" value="0.1" units="cm"/>
      <inkml:brushProperty name="color" value="#004F8B"/>
    </inkml:brush>
  </inkml:definitions>
  <inkml:trace contextRef="#ctx0" brushRef="#br0">0 86 8754 0 0,'16'-4'6084'0'0,"25"-18"-2790"0"0,-16 6-4120 0 0,12-12-5562 0 0,-20 12 2447 0 0</inkml:trace>
</inkml:ink>
</file>

<file path=ppt/ink/ink1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4.663"/>
    </inkml:context>
    <inkml:brush xml:id="br0">
      <inkml:brushProperty name="width" value="0.1" units="cm"/>
      <inkml:brushProperty name="height" value="0.1" units="cm"/>
      <inkml:brushProperty name="color" value="#004F8B"/>
    </inkml:brush>
  </inkml:definitions>
  <inkml:trace contextRef="#ctx0" brushRef="#br0">9 0 5529 0 0,'-3'10'509'0'0,"1"-1"1"0"0,1 1-1 0 0,0-1 0 0 0,0 1 0 0 0,1-1 0 0 0,0 1 0 0 0,0-1 1 0 0,1 1-1 0 0,4 17 0 0 0,5 10 1224 0 0,15 40 1 0 0,-15-46-499 0 0,-4-15-964 0 0,7 23 1174 0 0,-3-15-5995 0 0</inkml:trace>
</inkml:ink>
</file>

<file path=ppt/ink/ink1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4.838"/>
    </inkml:context>
    <inkml:brush xml:id="br0">
      <inkml:brushProperty name="width" value="0.1" units="cm"/>
      <inkml:brushProperty name="height" value="0.1" units="cm"/>
      <inkml:brushProperty name="color" value="#004F8B"/>
    </inkml:brush>
  </inkml:definitions>
  <inkml:trace contextRef="#ctx0" brushRef="#br0">3 123 6449 0 0,'-1'-5'453'0'0,"0"0"0"0"0,1 0 0 0 0,0-1 0 0 0,0 1 0 0 0,0 0 0 0 0,1 0-1 0 0,-1 0 1 0 0,1 0 0 0 0,0 0 0 0 0,1 0 0 0 0,-1 0 0 0 0,1 0 0 0 0,0 0 0 0 0,0 1-1 0 0,1-1 1 0 0,-1 1 0 0 0,5-5 0 0 0,-5 6-314 0 0,0 1 0 0 0,0-1-1 0 0,0 1 1 0 0,0 0 0 0 0,1 0 0 0 0,-1 0-1 0 0,1 0 1 0 0,0 0 0 0 0,-1 1 0 0 0,1-1-1 0 0,0 1 1 0 0,4-2 0 0 0,-4 2-422 0 0,0 1-1 0 0,-1-1 1 0 0,1 1 0 0 0,-1 0 0 0 0,1 0-1 0 0,-1 0 1 0 0,1 0 0 0 0,0 0 0 0 0,-1 0-1 0 0,1 1 1 0 0,-1 0 0 0 0,1-1 0 0 0,-1 1-1 0 0,1 0 1 0 0,-1 0 0 0 0,1 0 0 0 0,1 2-1 0 0,6 3-1540 0 0</inkml:trace>
</inkml:ink>
</file>

<file path=ppt/ink/ink1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4.979"/>
    </inkml:context>
    <inkml:brush xml:id="br0">
      <inkml:brushProperty name="width" value="0.1" units="cm"/>
      <inkml:brushProperty name="height" value="0.1" units="cm"/>
      <inkml:brushProperty name="color" value="#004F8B"/>
    </inkml:brush>
  </inkml:definitions>
  <inkml:trace contextRef="#ctx0" brushRef="#br0">0 50 656 0 0,'6'11'8962'0'0,"2"-17"-5841"0"0,2-2 23 0 0,2-1-2471 0 0,0-2-505 0 0,3-2-96 0 0,-1 0-72 0 0</inkml:trace>
</inkml:ink>
</file>

<file path=ppt/ink/ink1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1.658"/>
    </inkml:context>
    <inkml:brush xml:id="br0">
      <inkml:brushProperty name="width" value="0.1" units="cm"/>
      <inkml:brushProperty name="height" value="0.1" units="cm"/>
      <inkml:brushProperty name="color" value="#004F8B"/>
    </inkml:brush>
  </inkml:definitions>
  <inkml:trace contextRef="#ctx0" brushRef="#br0">26 29 9218 0 0,'-17'-28'11696'0'0,"12"42"-10115"0"0,2 25-1373 0 0,2 0-1 0 0,2-1 0 0 0,11 77 0 0 0,-2-17-46 0 0,-5-23-752 0 0,17 137-6221 0 0,-14-177-108 0 0</inkml:trace>
</inkml:ink>
</file>

<file path=ppt/ink/ink1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1.896"/>
    </inkml:context>
    <inkml:brush xml:id="br0">
      <inkml:brushProperty name="width" value="0.1" units="cm"/>
      <inkml:brushProperty name="height" value="0.1" units="cm"/>
      <inkml:brushProperty name="color" value="#004F8B"/>
    </inkml:brush>
  </inkml:definitions>
  <inkml:trace contextRef="#ctx0" brushRef="#br0">0 2 4145 0 0,'15'-1'11108'0'0,"-13"5"-10040"0"0,130 427 3253 0 0,-73-229-3150 0 0,-54-185-1608 0 0,0 0 1 0 0,1-1 0 0 0,0 0 0 0 0,2 0-1 0 0,0 0 1 0 0,10 15 0 0 0</inkml:trace>
</inkml:ink>
</file>

<file path=ppt/ink/ink1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2.102"/>
    </inkml:context>
    <inkml:brush xml:id="br0">
      <inkml:brushProperty name="width" value="0.1" units="cm"/>
      <inkml:brushProperty name="height" value="0.1" units="cm"/>
      <inkml:brushProperty name="color" value="#004F8B"/>
    </inkml:brush>
  </inkml:definitions>
  <inkml:trace contextRef="#ctx0" brushRef="#br0">18 89 9218 0 0,'-17'4'4201'0'0,"26"-5"-2141"0"0,3-2-1434 0 0,0 0-1 0 0,-1 0 0 0 0,1-2 1 0 0,-1 1-1 0 0,0-1 1 0 0,0-1-1 0 0,15-10 0 0 0,17-8-391 0 0,-19 12-1613 0 0,0 2-5515 0 0</inkml:trace>
</inkml:ink>
</file>

<file path=ppt/ink/ink1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2.483"/>
    </inkml:context>
    <inkml:brush xml:id="br0">
      <inkml:brushProperty name="width" value="0.1" units="cm"/>
      <inkml:brushProperty name="height" value="0.1" units="cm"/>
      <inkml:brushProperty name="color" value="#004F8B"/>
    </inkml:brush>
  </inkml:definitions>
  <inkml:trace contextRef="#ctx0" brushRef="#br0">72 81 6913 0 0,'-5'8'1095'0'0,"-7"10"650"0"0,0 0 0 0 0,1 0 1 0 0,-8 22-1 0 0,17-33-1655 0 0,-1-1-1 0 0,1 1 1 0 0,1 0-1 0 0,-1 1 1 0 0,1-1-1 0 0,0 0 1 0 0,1 0-1 0 0,0 0 1 0 0,0 1-1 0 0,0-1 1 0 0,1 0-1 0 0,0 0 1 0 0,3 8-1 0 0,-3-10-81 0 0,1 0 0 0 0,0 1 0 0 0,1-1 0 0 0,-1 0 0 0 0,1 0 0 0 0,0 0 0 0 0,1-1 0 0 0,-1 1 0 0 0,1-1 0 0 0,0 0 0 0 0,0 0 0 0 0,7 6 0 0 0,-10-9-23 0 0,1 0-1 0 0,-1 0 1 0 0,1 0-1 0 0,-1 0 1 0 0,1 0-1 0 0,0-1 1 0 0,-1 1-1 0 0,1 0 1 0 0,0-1 0 0 0,0 1-1 0 0,-1-1 1 0 0,1 0-1 0 0,0 0 1 0 0,0 0-1 0 0,0 0 1 0 0,-1 0 0 0 0,1 0-1 0 0,0 0 1 0 0,0 0-1 0 0,-1-1 1 0 0,1 1-1 0 0,0-1 1 0 0,0 1-1 0 0,-1-1 1 0 0,1 0 0 0 0,0 1-1 0 0,-1-1 1 0 0,1 0-1 0 0,-1 0 1 0 0,1 0-1 0 0,-1-1 1 0 0,0 1-1 0 0,1 0 1 0 0,-1 0 0 0 0,0-1-1 0 0,0 1 1 0 0,0-1-1 0 0,0 1 1 0 0,0-1-1 0 0,0 1 1 0 0,0-1-1 0 0,0-3 1 0 0,5-5 84 0 0,-2-2 0 0 0,0 1 0 0 0,0 0 0 0 0,-1-1 0 0 0,0 0 0 0 0,-1 0 0 0 0,0 0 0 0 0,-1 0 0 0 0,0 0 0 0 0,-1 0 0 0 0,-2-14 0 0 0,0 9 383 0 0,0 1 0 0 0,-1-1 0 0 0,-1 1 0 0 0,0 0 0 0 0,-1 0 0 0 0,-1 0 0 0 0,-12-22 0 0 0,17 36-405 0 0,-1-1 1 0 0,1 1 0 0 0,-1 0 0 0 0,0-1-1 0 0,1 1 1 0 0,-1 0 0 0 0,0 0 0 0 0,0 0 0 0 0,-1 0-1 0 0,-4-3 1 0 0,6 5-59 0 0,0-1 0 0 0,-1 1-1 0 0,1-1 1 0 0,0 1 0 0 0,-1 0 0 0 0,1-1-1 0 0,0 1 1 0 0,-1 0 0 0 0,1 0 0 0 0,0 0-1 0 0,-1 0 1 0 0,1 0 0 0 0,-1 0 0 0 0,1 0-1 0 0,0 1 1 0 0,-1-1 0 0 0,1 0-1 0 0,0 1 1 0 0,-1-1 0 0 0,1 1 0 0 0,0 0-1 0 0,0-1 1 0 0,-1 1 0 0 0,0 1 0 0 0,-5 3-563 0 0</inkml:trace>
</inkml:ink>
</file>

<file path=ppt/ink/ink1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2.935"/>
    </inkml:context>
    <inkml:brush xml:id="br0">
      <inkml:brushProperty name="width" value="0.1" units="cm"/>
      <inkml:brushProperty name="height" value="0.1" units="cm"/>
      <inkml:brushProperty name="color" value="#004F8B"/>
    </inkml:brush>
  </inkml:definitions>
  <inkml:trace contextRef="#ctx0" brushRef="#br0">5 0 5065 0 0,'-1'2'162'0'0,"0"0"0"0"0,1 0-1 0 0,-1 0 1 0 0,1 0 0 0 0,-1 0-1 0 0,1 1 1 0 0,0-1 0 0 0,-1 0 0 0 0,1 0-1 0 0,0 0 1 0 0,0 0 0 0 0,1 0-1 0 0,-1 1 1 0 0,0-1 0 0 0,1 0 0 0 0,0 2-1 0 0,16 39 2599 0 0,-7-20-1451 0 0,-2 1 163 0 0,24 58 989 0 0,-29-75-2379 0 0,1 0-1 0 0,0 0 0 0 0,1 0 0 0 0,0 0 1 0 0,0-1-1 0 0,0 1 0 0 0,1-1 0 0 0,8 6 1 0 0,-12-10-104 0 0,0 0 0 0 0,0 0 0 0 0,1-1 0 0 0,-1 1 0 0 0,0-1 0 0 0,1 0 1 0 0,-1 0-1 0 0,0 0 0 0 0,1 0 0 0 0,0 0 0 0 0,-1 0 0 0 0,1-1 1 0 0,-1 1-1 0 0,1-1 0 0 0,0 0 0 0 0,-1 0 0 0 0,1 0 0 0 0,0 0 0 0 0,-1 0 1 0 0,1 0-1 0 0,0-1 0 0 0,-1 1 0 0 0,1-1 0 0 0,-1 0 0 0 0,1 0 1 0 0,-1 0-1 0 0,1 0 0 0 0,-1 0 0 0 0,1-1 0 0 0,-1 1 0 0 0,0-1 0 0 0,0 1 1 0 0,0-1-1 0 0,0 0 0 0 0,0 0 0 0 0,2-2 0 0 0,1-2-92 0 0,-1 0 0 0 0,1 0 0 0 0,-1-1 0 0 0,0 1 0 0 0,-1-1-1 0 0,0 0 1 0 0,0 0 0 0 0,0 0 0 0 0,-1 0 0 0 0,0-1 0 0 0,1-10 0 0 0,0-18 312 0 0,-3 28 223 0 0,0 0 1 0 0,0 0-1 0 0,1 0 1 0 0,0 0-1 0 0,1 0 1 0 0,0 0-1 0 0,5-12 1 0 0,-7 20-370 0 0,0 0 0 0 0,0-1 0 0 0,0 1 0 0 0,0 0 0 0 0,0 0 0 0 0,0 0 0 0 0,0-1 0 0 0,0 1 1 0 0,0 0-1 0 0,1 0 0 0 0,-1 0 0 0 0,0 0 0 0 0,0-1 0 0 0,0 1 0 0 0,0 0 0 0 0,1 0 0 0 0,-1 0 0 0 0,0 0 0 0 0,0 0 0 0 0,0 0 1 0 0,0 0-1 0 0,1-1 0 0 0,-1 1 0 0 0,0 0 0 0 0,0 0 0 0 0,1 0 0 0 0,-1 0 0 0 0,0 0 0 0 0,0 0 0 0 0,0 0 0 0 0,1 0 0 0 0,-1 0 1 0 0,0 0-1 0 0,0 0 0 0 0,0 0 0 0 0,1 0 0 0 0,-1 0 0 0 0,0 0 0 0 0,0 1 0 0 0,1-1 0 0 0,-1 0 0 0 0,0 0 0 0 0,0 0 0 0 0,9 11 905 0 0,3 14-386 0 0,-10-22-777 0 0,-1 1-1 0 0,1 0 0 0 0,-1 0 0 0 0,1-1 1 0 0,0 1-1 0 0,3 3 0 0 0</inkml:trace>
</inkml:ink>
</file>

<file path=ppt/ink/ink1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3.778"/>
    </inkml:context>
    <inkml:brush xml:id="br0">
      <inkml:brushProperty name="width" value="0.1" units="cm"/>
      <inkml:brushProperty name="height" value="0.1" units="cm"/>
      <inkml:brushProperty name="color" value="#004F8B"/>
    </inkml:brush>
  </inkml:definitions>
  <inkml:trace contextRef="#ctx0" brushRef="#br0">6 149 9218 0 0,'-6'7'9927'0'0,"7"-6"-9759"0"0,14 18 3052 0 0,40 28-4542 0 0,-39-34 2424 0 0,0 0-995 0 0,1 0 0 0 0,0-1-1 0 0,22 11 1 0 0,-32-19-92 0 0,-1-1 0 0 0,1 0 0 0 0,0 0 0 0 0,0 0 0 0 0,1-1 0 0 0,-1 0 0 0 0,0-1 0 0 0,1 0 1 0 0,-1 0-1 0 0,1 0 0 0 0,-1-1 0 0 0,12-1 0 0 0,-17 0-8 0 0,1 1 1 0 0,0-1-1 0 0,0 0 1 0 0,0 0-1 0 0,-1 0 1 0 0,1 0-1 0 0,0-1 1 0 0,-1 1-1 0 0,1-1 1 0 0,-1 1-1 0 0,0-1 1 0 0,0 0-1 0 0,1 0 1 0 0,-1 0-1 0 0,0 0 1 0 0,3-5 0 0 0,-2 2 19 0 0,0 0-1 0 0,-1 0 1 0 0,1-1 0 0 0,-1 1 0 0 0,0 0 0 0 0,-1-1 0 0 0,1 0 0 0 0,0-6 0 0 0,0-5 51 0 0,-1 0-1 0 0,-1 0 0 0 0,-1 0 1 0 0,-4-32-1 0 0,1 27-374 0 0,0 1 0 0 0,-1-1 0 0 0,-13-31 0 0 0</inkml:trace>
</inkml:ink>
</file>

<file path=ppt/ink/ink1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8.064"/>
    </inkml:context>
    <inkml:brush xml:id="br0">
      <inkml:brushProperty name="width" value="0.1" units="cm"/>
      <inkml:brushProperty name="height" value="0.1" units="cm"/>
      <inkml:brushProperty name="color" value="#004F8B"/>
    </inkml:brush>
  </inkml:definitions>
  <inkml:trace contextRef="#ctx0" brushRef="#br0">0 60 4577 0 0,'3'0'73'0'0,"-1"0"0"0"0,0 0 1 0 0,0 0-1 0 0,0 0 0 0 0,1-1 0 0 0,-1 1 0 0 0,0-1 1 0 0,0 0-1 0 0,25-40 17115 0 0,-24 52-18529 0 0,5 8 1402 0 0,-2 1-66 0 0,2-1 0 0 0,1-1 0 0 0,13 24 0 0 0,-20-38-53 0 0,1-1-1 0 0,-1 1 1 0 0,1-1 0 0 0,0 1 0 0 0,0-1 0 0 0,0 0-1 0 0,0 0 1 0 0,1 0 0 0 0,-1-1 0 0 0,1 1-1 0 0,-1-1 1 0 0,1 0 0 0 0,0 0 0 0 0,0 0 0 0 0,0 0-1 0 0,0-1 1 0 0,1 1 0 0 0,-1-1 0 0 0,0 0-1 0 0,0-1 1 0 0,6 1 0 0 0,-7-1 6 0 0,0 0 0 0 0,0 0 0 0 0,0 0 1 0 0,0-1-1 0 0,0 1 0 0 0,-1-1 0 0 0,1 0 0 0 0,0 0 0 0 0,-1 0 1 0 0,1 0-1 0 0,0-1 0 0 0,-1 1 0 0 0,1-1 0 0 0,-1 1 0 0 0,0-1 1 0 0,0 0-1 0 0,1 0 0 0 0,-1 0 0 0 0,0 0 0 0 0,0 0 0 0 0,-1 0 1 0 0,1-1-1 0 0,0 1 0 0 0,-1-1 0 0 0,0 1 0 0 0,1-1 0 0 0,0-2 1 0 0,2-9 88 0 0,0 0 0 0 0,0-1 0 0 0,-1 1 0 0 0,1-21 0 0 0,6-24 1422 0 0,-6 65-1084 0 0,-1 1-1 0 0,0 0 1 0 0,0 0-1 0 0,2 11 1 0 0,10 46 0 0 0,-3 2 0 0 0,5 102 0 0 0,-16-138-768 0 0,-2 1-1 0 0,-1-1 1 0 0,-2 0-1 0 0,0-1 1 0 0,-2 1 0 0 0,-2-1-1 0 0,0 0 1 0 0,-13 28-1 0 0</inkml:trace>
</inkml:ink>
</file>

<file path=ppt/ink/ink1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8.367"/>
    </inkml:context>
    <inkml:brush xml:id="br0">
      <inkml:brushProperty name="width" value="0.1" units="cm"/>
      <inkml:brushProperty name="height" value="0.1" units="cm"/>
      <inkml:brushProperty name="color" value="#004F8B"/>
    </inkml:brush>
  </inkml:definitions>
  <inkml:trace contextRef="#ctx0" brushRef="#br0">37 115 6913 0 0,'0'0'172'0'0,"0"-1"-1"0"0,-1 0 0 0 0,1 1 0 0 0,0-1 0 0 0,0 0 0 0 0,0 1 0 0 0,-1-1 0 0 0,1 1 0 0 0,0-1 0 0 0,-1 1 1 0 0,1-1-1 0 0,0 1 0 0 0,-1-1 0 0 0,1 1 0 0 0,-1-1 0 0 0,1 1 0 0 0,-1-1 0 0 0,1 1 0 0 0,-1 0 0 0 0,1-1 0 0 0,-1 1 1 0 0,0 0-1 0 0,1-1 0 0 0,-1 1 0 0 0,1 0 0 0 0,-1 0 0 0 0,0-1 0 0 0,1 1 0 0 0,-1 0 0 0 0,0 0 0 0 0,1 0 0 0 0,-1 0 1 0 0,0 0-1 0 0,1 0 0 0 0,-1 0 0 0 0,0 0 0 0 0,1 0 0 0 0,-1 1 0 0 0,1-1 0 0 0,-1 0 0 0 0,0 0 0 0 0,1 0 1 0 0,-1 1-1 0 0,1-1 0 0 0,-1 0 0 0 0,0 1 0 0 0,1-1 0 0 0,-1 1 0 0 0,1-1 0 0 0,-1 0 0 0 0,1 1 0 0 0,0-1 0 0 0,-1 1 1 0 0,1-1-1 0 0,-1 1 0 0 0,1 0 0 0 0,-1 0 0 0 0,-1 9-179 0 0,0 1 0 0 0,0 0 1 0 0,1 0-1 0 0,1 0 0 0 0,0-1 1 0 0,0 1-1 0 0,1 0 0 0 0,0 0 0 0 0,1 0 1 0 0,0 0-1 0 0,1-1 0 0 0,0 1 0 0 0,0-1 1 0 0,2 0-1 0 0,-1 0 0 0 0,1 0 0 0 0,0-1 1 0 0,1 0-1 0 0,10 14 0 0 0,-14-21-18 0 0,-1 0 0 0 0,1-1 0 0 0,0 1 0 0 0,0 0 0 0 0,0 0 0 0 0,0-1 0 0 0,0 1 0 0 0,0-1 0 0 0,0 0 0 0 0,0 0 0 0 0,0 0 0 0 0,1 0 0 0 0,-1 0 0 0 0,1 0 0 0 0,-1 0 0 0 0,0-1 0 0 0,1 1 0 0 0,-1-1 0 0 0,1 0 0 0 0,-1 0 0 0 0,1 0 0 0 0,-1 0 0 0 0,1 0 0 0 0,-1 0 0 0 0,1-1 0 0 0,-1 1 0 0 0,1-1 0 0 0,-1 0 0 0 0,1 1 0 0 0,-1-1 0 0 0,0 0 0 0 0,0-1 0 0 0,1 1 0 0 0,-1 0 0 0 0,0-1 0 0 0,0 1 0 0 0,0-1 0 0 0,-1 1 0 0 0,3-3 0 0 0,2-2 80 0 0,0-1 0 0 0,-1 1 0 0 0,0-1 0 0 0,0 0 0 0 0,0 0 0 0 0,-1 0 0 0 0,0-1 0 0 0,0 0 1 0 0,-1 0-1 0 0,3-11 0 0 0,-4 9 132 0 0,-1 0 1 0 0,0-1-1 0 0,-1 1 1 0 0,0 0-1 0 0,-1 0 1 0 0,0-1-1 0 0,0 1 1 0 0,-1 0-1 0 0,0 0 1 0 0,-1 0-1 0 0,0 1 1 0 0,-1-1-1 0 0,0 1 1 0 0,-1-1-1 0 0,1 1 1 0 0,-2 0-1 0 0,1 1 1 0 0,-1 0-1 0 0,-1 0 0 0 0,1 0 1 0 0,-1 0-1 0 0,-1 1 1 0 0,-9-8-1 0 0,15 14-201 0 0,-1-1 0 0 0,1 0-1 0 0,-1 1 1 0 0,1-1-1 0 0,-1 1 1 0 0,1 0-1 0 0,-1 0 1 0 0,0 0-1 0 0,0 0 1 0 0,1 0-1 0 0,-1 1 1 0 0,0-1-1 0 0,0 1 1 0 0,0 0 0 0 0,0 0-1 0 0,0 0 1 0 0,0 0-1 0 0,0 0 1 0 0,0 1-1 0 0,0-1 1 0 0,-3 2-1 0 0,-9 5-568 0 0</inkml:trace>
</inkml:ink>
</file>

<file path=ppt/ink/ink1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8.778"/>
    </inkml:context>
    <inkml:brush xml:id="br0">
      <inkml:brushProperty name="width" value="0.1" units="cm"/>
      <inkml:brushProperty name="height" value="0.1" units="cm"/>
      <inkml:brushProperty name="color" value="#004F8B"/>
    </inkml:brush>
  </inkml:definitions>
  <inkml:trace contextRef="#ctx0" brushRef="#br0">1 62 9674 0 0,'3'0'367'0'0,"0"0"-1"0"0,0-1 1 0 0,0 2-1 0 0,0-1 1 0 0,0 0 0 0 0,1 1-1 0 0,-1-1 1 0 0,0 1 0 0 0,0 0-1 0 0,0 0 1 0 0,0 0-1 0 0,-1 0 1 0 0,6 3 0 0 0,41 27 1989 0 0,-25-14-1507 0 0,10 5-778 0 0,-27-16-60 0 0,1 0 0 0 0,1 0 0 0 0,-1-1 1 0 0,1 0-1 0 0,0-1 0 0 0,0 0 0 0 0,18 6 0 0 0,-25-10-33 0 0,-1-1-1 0 0,0 1 1 0 0,1 0-1 0 0,-1 0 1 0 0,1-1 0 0 0,-1 1-1 0 0,0 0 1 0 0,1-1-1 0 0,-1 0 1 0 0,0 1 0 0 0,0-1-1 0 0,0 0 1 0 0,1 1 0 0 0,-1-1-1 0 0,0 0 1 0 0,0 0-1 0 0,0 0 1 0 0,0 0 0 0 0,0 0-1 0 0,0 0 1 0 0,-1 0-1 0 0,1-1 1 0 0,0 1 0 0 0,-1 0-1 0 0,1 0 1 0 0,0-1 0 0 0,0-1-1 0 0,15-44-739 0 0,-14 36 763 0 0,4-13 667 0 0,-5 18-312 0 0,0 0-1 0 0,0 0 1 0 0,1 0 0 0 0,0 0-1 0 0,0 1 1 0 0,0-1 0 0 0,0 1-1 0 0,1-1 1 0 0,0 1-1 0 0,0 0 1 0 0,1 0 0 0 0,3-5-1 0 0,-6 9-337 0 0,1 1-1 0 0,-1-1 1 0 0,0 1-1 0 0,0-1 1 0 0,1 1-1 0 0,-1-1 1 0 0,0 1-1 0 0,1 0 1 0 0,-1-1-1 0 0,0 1 1 0 0,1 0-1 0 0,-1 0 1 0 0,0 0-1 0 0,1 0 1 0 0,-1 0-1 0 0,0 0 1 0 0,1 1-1 0 0,-1-1 1 0 0,0 0-1 0 0,1 1 1 0 0,-1-1-1 0 0,0 1 0 0 0,1-1 1 0 0,-1 1-1 0 0,0 0 1 0 0,0-1-1 0 0,0 1 1 0 0,0 0-1 0 0,0 0 1 0 0,0 0-1 0 0,0 0 1 0 0,1 1-1 0 0,5 5-62 0 0,0 1 0 0 0,-1 0 0 0 0,8 12 0 0 0,-6-9-256 0 0,-2-3-20 0 0,8 10-5734 0 0</inkml:trace>
</inkml:ink>
</file>

<file path=ppt/ink/ink1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07.975"/>
    </inkml:context>
    <inkml:brush xml:id="br0">
      <inkml:brushProperty name="width" value="0.1" units="cm"/>
      <inkml:brushProperty name="height" value="0.1" units="cm"/>
      <inkml:brushProperty name="color" value="#004F8B"/>
    </inkml:brush>
  </inkml:definitions>
  <inkml:trace contextRef="#ctx0" brushRef="#br0">26 1 1840 0 0,'-25'10'6179'0'0,"42"4"677"0"0,61 43-6023 0 0,-53-37-1271 0 0,0-2-1 0 0,2 0 0 0 0,45 22 1 0 0,-37-26 434 0 0,1-2 1 0 0,0-1 0 0 0,1-2 0 0 0,0-1-1 0 0,0-2 1 0 0,56 1 0 0 0,2-6 1180 0 0,130-15 1 0 0,399-63-268 0 0,-198 28-668 0 0,197-19 544 0 0,5 52-318 0 0,205 57-468 0 0,-365-4 182 0 0,89 5 107 0 0,51-20 56 0 0,-249-1-589 0 0,-23 0 237 0 0,-206-23 783 0 0,228-34 0 0 0,-78 5-340 0 0,-205 26-572 0 0,133 9 1 0 0,-43 14-1277 0 0,186 46-1 0 0,-258-48 1008 0 0,162 9-1 0 0,-74-11-5416 0 0,-163-13 1492 0 0</inkml:trace>
</inkml:ink>
</file>

<file path=ppt/ink/ink1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08.380"/>
    </inkml:context>
    <inkml:brush xml:id="br0">
      <inkml:brushProperty name="width" value="0.1" units="cm"/>
      <inkml:brushProperty name="height" value="0.1" units="cm"/>
      <inkml:brushProperty name="color" value="#004F8B"/>
    </inkml:brush>
  </inkml:definitions>
  <inkml:trace contextRef="#ctx0" brushRef="#br0">86 0 5065 0 0,'-2'1'287'0'0,"0"-1"-1"0"0,0 0 1 0 0,0 0-1 0 0,0 1 1 0 0,0-1-1 0 0,0 1 1 0 0,0 0-1 0 0,0-1 1 0 0,0 1-1 0 0,0 0 1 0 0,0 0-1 0 0,0 0 1 0 0,0 1-1 0 0,1-1 1 0 0,-1 0-1 0 0,1 1 1 0 0,-1-1-1 0 0,1 1 0 0 0,-1-1 1 0 0,1 1-1 0 0,0 0 1 0 0,0-1-1 0 0,0 1 1 0 0,0 0-1 0 0,0 0 1 0 0,0 0-1 0 0,0 0 1 0 0,0 3-1 0 0,-3 7 428 0 0,2-1 0 0 0,0 1 0 0 0,-1 23-1 0 0,1-15-185 0 0,-25 607 2582 0 0,52 1-3100 0 0,49 238 1527 0 0,23-338-274 0 0,-90-490-1198 0 0,7 51 181 0 0,-10-55-726 0 0,1-1 0 0 0,13 45 0 0 0,-18-76 347 0 0,-8-4 116 0 0</inkml:trace>
</inkml:ink>
</file>

<file path=ppt/ink/ink1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09.194"/>
    </inkml:context>
    <inkml:brush xml:id="br0">
      <inkml:brushProperty name="width" value="0.1" units="cm"/>
      <inkml:brushProperty name="height" value="0.1" units="cm"/>
      <inkml:brushProperty name="color" value="#004F8B"/>
    </inkml:brush>
  </inkml:definitions>
  <inkml:trace contextRef="#ctx0" brushRef="#br0">14 15 12443 0 0,'-14'-14'8646'0'0,"14"14"-8600"0"0,4 35 1290 0 0,-2-24-1384 0 0,25 216 462 0 0,8 57-1828 0 0,-31-263 218 0 0,0-2-299 0 0</inkml:trace>
</inkml:ink>
</file>

<file path=ppt/ink/ink1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09.432"/>
    </inkml:context>
    <inkml:brush xml:id="br0">
      <inkml:brushProperty name="width" value="0.1" units="cm"/>
      <inkml:brushProperty name="height" value="0.1" units="cm"/>
      <inkml:brushProperty name="color" value="#004F8B"/>
    </inkml:brush>
  </inkml:definitions>
  <inkml:trace contextRef="#ctx0" brushRef="#br0">1 1 14515 0 0,'3'0'246'0'0,"0"1"-1"0"0,0-1 0 0 0,0 1 1 0 0,0 0-1 0 0,0 0 1 0 0,0 0-1 0 0,0 1 0 0 0,-1-1 1 0 0,1 1-1 0 0,0-1 1 0 0,-1 1-1 0 0,1 0 1 0 0,-1 0-1 0 0,3 3 0 0 0,32 35 1559 0 0,-31-32-1565 0 0,25 33 192 0 0,-3 2-1 0 0,-1 1 1 0 0,32 73 0 0 0,12 20-634 0 0,-55-107-1675 0 0,-11-16-3871 0 0</inkml:trace>
</inkml:ink>
</file>

<file path=ppt/ink/ink1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09.637"/>
    </inkml:context>
    <inkml:brush xml:id="br0">
      <inkml:brushProperty name="width" value="0.1" units="cm"/>
      <inkml:brushProperty name="height" value="0.1" units="cm"/>
      <inkml:brushProperty name="color" value="#004F8B"/>
    </inkml:brush>
  </inkml:definitions>
  <inkml:trace contextRef="#ctx0" brushRef="#br0">0 96 12443 0 0,'38'-22'6635'0'0,"5"-3"-4793"0"0,-23 15-2375 0 0,0 0 0 0 0,41-12-1 0 0,-37 15-6439 0 0</inkml:trace>
</inkml:ink>
</file>

<file path=ppt/ink/ink1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0.068"/>
    </inkml:context>
    <inkml:brush xml:id="br0">
      <inkml:brushProperty name="width" value="0.1" units="cm"/>
      <inkml:brushProperty name="height" value="0.1" units="cm"/>
      <inkml:brushProperty name="color" value="#004F8B"/>
    </inkml:brush>
  </inkml:definitions>
  <inkml:trace contextRef="#ctx0" brushRef="#br0">209 1 2761 0 0,'-5'0'1527'0'0,"-1"1"0"0"0,1-1 1 0 0,-1 1-1 0 0,1 1 0 0 0,-1-1 1 0 0,-7 4-1 0 0,-33 20 2519 0 0,36-18-3543 0 0,-1 1 0 0 0,2 0 0 0 0,-1 1-1 0 0,1 0 1 0 0,-14 19 0 0 0,16-18-388 0 0,2 0 1 0 0,-1 1-1 0 0,1-1 0 0 0,1 1 0 0 0,0 0 1 0 0,1 0-1 0 0,0 0 0 0 0,0 1 1 0 0,1-1-1 0 0,1 1 0 0 0,0 0 0 0 0,0-1 1 0 0,2 1-1 0 0,-1 0 0 0 0,4 17 0 0 0,-4-28-172 0 0,0 0 0 0 0,0 0-1 0 0,1 1 1 0 0,-1-1 0 0 0,0 0-1 0 0,1 0 1 0 0,-1 0-1 0 0,1 0 1 0 0,-1 0 0 0 0,1 0-1 0 0,0 0 1 0 0,-1 0-1 0 0,1 0 1 0 0,0 0 0 0 0,0-1-1 0 0,-1 1 1 0 0,1 0 0 0 0,0 0-1 0 0,0-1 1 0 0,0 1-1 0 0,0 0 1 0 0,0-1 0 0 0,0 1-1 0 0,0-1 1 0 0,0 1-1 0 0,0-1 1 0 0,2 1 0 0 0,-1-1-24 0 0,0-1 0 0 0,0 1 0 0 0,0 0 0 0 0,0-1-1 0 0,0 1 1 0 0,0-1 0 0 0,-1 0 0 0 0,1 0 0 0 0,0 0 0 0 0,0 0 0 0 0,-1 0 0 0 0,1 0 0 0 0,0 0 0 0 0,1-2 0 0 0,6-5-63 0 0,-1 0 1 0 0,0 0-1 0 0,0-1 0 0 0,7-11 1 0 0,0-11 2 0 0,-14 27 168 0 0,1-1 0 0 0,0 1-1 0 0,0 0 1 0 0,0 0 0 0 0,0 0 0 0 0,1 0-1 0 0,-1 0 1 0 0,1 0 0 0 0,0 1-1 0 0,6-6 1 0 0,-8 9 61 0 0,0-1-1 0 0,0 1 1 0 0,0 0 0 0 0,-1 0-1 0 0,1 0 1 0 0,0 1 0 0 0,0-1-1 0 0,0 0 1 0 0,0 0-1 0 0,0 0 1 0 0,-1 1 0 0 0,1-1-1 0 0,0 0 1 0 0,0 1 0 0 0,0-1-1 0 0,-1 0 1 0 0,1 1 0 0 0,0-1-1 0 0,0 1 1 0 0,-1 0 0 0 0,1-1-1 0 0,-1 1 1 0 0,1-1-1 0 0,0 1 1 0 0,0 1 0 0 0,19 23 564 0 0,-17-21-504 0 0,26 37 151 0 0,-16-22-1029 0 0,1-1 0 0 0,1 1 1 0 0,26 24-1 0 0</inkml:trace>
</inkml:ink>
</file>

<file path=ppt/ink/ink1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0.340"/>
    </inkml:context>
    <inkml:brush xml:id="br0">
      <inkml:brushProperty name="width" value="0.1" units="cm"/>
      <inkml:brushProperty name="height" value="0.1" units="cm"/>
      <inkml:brushProperty name="color" value="#004F8B"/>
    </inkml:brush>
  </inkml:definitions>
  <inkml:trace contextRef="#ctx0" brushRef="#br0">10 114 8290 0 0,'-10'5'4231'0'0,"27"-5"-678"0"0,-8 0-4205 0 0,-1 2 791 0 0,0 0-1 0 0,0 0 1 0 0,-1 0-1 0 0,1 1 1 0 0,-1 0 0 0 0,0 1-1 0 0,0 0 1 0 0,0 0 0 0 0,0 0-1 0 0,-1 1 1 0 0,1 0 0 0 0,-1 0-1 0 0,-1 1 1 0 0,1-1-1 0 0,-1 1 1 0 0,0 1 0 0 0,0-1-1 0 0,0 1 1 0 0,3 7 0 0 0,-5 2 1461 0 0,-9-12 394 0 0,4-5-1897 0 0,1 1-1 0 0,-1-1 0 0 0,1 0 1 0 0,-1 1-1 0 0,1-1 1 0 0,0 0-1 0 0,-1 0 0 0 0,1 0 1 0 0,0 0-1 0 0,0 0 0 0 0,0 0 1 0 0,0 0-1 0 0,0 0 1 0 0,0 0-1 0 0,0-1 0 0 0,-1-1 1 0 0,-2-5-44 0 0,-1 0-1 0 0,2 0 1 0 0,-1-1 0 0 0,1 0 0 0 0,0 0 0 0 0,1 0 0 0 0,0 0-1 0 0,1 0 1 0 0,0 0 0 0 0,0-14 0 0 0,1 18-165 0 0,0 0-1 0 0,0 1 1 0 0,1-1-1 0 0,-1 0 1 0 0,1 0 0 0 0,1 0-1 0 0,-1 0 1 0 0,1 1 0 0 0,0-1-1 0 0,0 1 1 0 0,0-1-1 0 0,0 1 1 0 0,1 0 0 0 0,0 0-1 0 0,0 0 1 0 0,0 0-1 0 0,0 0 1 0 0,0 1 0 0 0,1 0-1 0 0,0-1 1 0 0,4-2 0 0 0,9-4-1205 0 0</inkml:trace>
</inkml:ink>
</file>

<file path=ppt/ink/ink1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1.034"/>
    </inkml:context>
    <inkml:brush xml:id="br0">
      <inkml:brushProperty name="width" value="0.1" units="cm"/>
      <inkml:brushProperty name="height" value="0.1" units="cm"/>
      <inkml:brushProperty name="color" value="#004F8B"/>
    </inkml:brush>
  </inkml:definitions>
  <inkml:trace contextRef="#ctx0" brushRef="#br0">200 412 5985 0 0,'-3'-3'347'0'0,"0"1"-1"0"0,0-1 1 0 0,0 1 0 0 0,0-1-1 0 0,0 1 1 0 0,-1 0-1 0 0,1 0 1 0 0,-1 1 0 0 0,1-1-1 0 0,-1 1 1 0 0,0 0-1 0 0,1 0 1 0 0,-1 0 0 0 0,0 0-1 0 0,0 0 1 0 0,0 1-1 0 0,0 0 1 0 0,1 0-1 0 0,-1 0 1 0 0,0 0 0 0 0,0 1-1 0 0,0-1 1 0 0,0 1-1 0 0,1 0 1 0 0,-1 0 0 0 0,0 1-1 0 0,1-1 1 0 0,-1 1-1 0 0,1-1 1 0 0,-1 1 0 0 0,-2 3-1 0 0,-1-1-119 0 0,1 0-1 0 0,0 1 1 0 0,0 0 0 0 0,1 0-1 0 0,-1 1 1 0 0,1 0-1 0 0,1 0 1 0 0,-1 0-1 0 0,1 0 1 0 0,0 1 0 0 0,0-1-1 0 0,1 1 1 0 0,0 0-1 0 0,-5 14 1 0 0,6-11-163 0 0,0 1 0 0 0,1 0 1 0 0,0-1-1 0 0,1 1 0 0 0,0 0 0 0 0,1 0 0 0 0,0-1 1 0 0,0 1-1 0 0,5 15 0 0 0,-4-20-108 0 0,-1-1 0 0 0,1 1 1 0 0,0 0-1 0 0,1-1 0 0 0,0 0 0 0 0,-1 0 0 0 0,2 0 0 0 0,-1 0 1 0 0,0 0-1 0 0,1 0 0 0 0,0-1 0 0 0,0 0 0 0 0,1 0 0 0 0,-1 0 1 0 0,1 0-1 0 0,0-1 0 0 0,0 1 0 0 0,9 3 0 0 0,-13-6-35 0 0,1 0 0 0 0,0 0 0 0 0,0-1 0 0 0,0 1 0 0 0,0-1 0 0 0,0 1 0 0 0,0-1 0 0 0,0 0 0 0 0,0 0 0 0 0,0 0 0 0 0,0 0 0 0 0,1 0 0 0 0,-1 0-1 0 0,0 0 1 0 0,0-1 0 0 0,0 1 0 0 0,0-1 0 0 0,0 0 0 0 0,-1 1 0 0 0,3-2 0 0 0,-1 0-107 0 0,0 0 0 0 0,-1 0 0 0 0,1 0 0 0 0,-1-1 0 0 0,0 1 0 0 0,0-1 0 0 0,0 1 0 0 0,0-1 0 0 0,0 0 0 0 0,0 1 0 0 0,1-6 0 0 0,2-4-583 0 0,0-1-1 0 0,-1 0 0 0 0,0-1 0 0 0,2-25 0 0 0,0-10-543 0 0,-3-1 0 0 0,-2 1 0 0 0,-2-1 0 0 0,-2 0 0 0 0,-13-67 0 0 0,-14-1 4820 0 0,-12 11 10441 0 0,43 159-12855 0 0,38 225-350 0 0,-27-222-901 0 0,3-1 1 0 0,42 105 0 0 0,-50-145-222 0 0,0 0 1 0 0,16 21 0 0 0,-2-7-654 0 0</inkml:trace>
</inkml:ink>
</file>

<file path=ppt/ink/ink1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1.601"/>
    </inkml:context>
    <inkml:brush xml:id="br0">
      <inkml:brushProperty name="width" value="0.1" units="cm"/>
      <inkml:brushProperty name="height" value="0.1" units="cm"/>
      <inkml:brushProperty name="color" value="#004F8B"/>
    </inkml:brush>
  </inkml:definitions>
  <inkml:trace contextRef="#ctx0" brushRef="#br0">51 16 3681 0 0,'-47'20'15032'0'0,"46"-17"-14412"0"0,-1 18-106 0 0,3-6-267 0 0,1 0 0 0 0,1-1 0 0 0,0 1 0 0 0,10 27 0 0 0,-11-37-321 0 0,-1 0-1 0 0,1 0 1 0 0,0-1-1 0 0,1 1 0 0 0,-1-1 1 0 0,1 1-1 0 0,0-1 1 0 0,0 0-1 0 0,1 0 1 0 0,-1 0-1 0 0,1-1 1 0 0,-1 1-1 0 0,1-1 0 0 0,1 0 1 0 0,-1 0-1 0 0,0 0 1 0 0,9 4-1 0 0,-10-7-13 0 0,0 1-1 0 0,0-1 1 0 0,0 1 0 0 0,0-1-1 0 0,0 0 1 0 0,0 0-1 0 0,0 0 1 0 0,0 0 0 0 0,0-1-1 0 0,0 1 1 0 0,0-1-1 0 0,0 0 1 0 0,0 1 0 0 0,0-2-1 0 0,0 1 1 0 0,0 0-1 0 0,-1 0 1 0 0,1-1 0 0 0,0 0-1 0 0,-1 1 1 0 0,0-1 0 0 0,1 0-1 0 0,-1 0 1 0 0,0 0-1 0 0,0-1 1 0 0,0 1 0 0 0,0-1-1 0 0,0 1 1 0 0,-1-1-1 0 0,1 1 1 0 0,-1-1 0 0 0,2-3-1 0 0,1-2 82 0 0,0-1 0 0 0,-1 1 0 0 0,0 0 0 0 0,-1-1 0 0 0,0 1 0 0 0,0-1 0 0 0,-1 0 0 0 0,0 0 0 0 0,0 0 0 0 0,-1-8 0 0 0,-17-61 3225 0 0,24 109-661 0 0,-1-17-2508 0 0,0 0 0 0 0,1 0 0 0 0,13 17 0 0 0,-18-26-50 0 0,1-2 1 0 0,0 1 0 0 0,1 0-1 0 0,-1 0 1 0 0,0-1 0 0 0,1 0-1 0 0,0 0 1 0 0,0 0-1 0 0,0 0 1 0 0,0 0 0 0 0,0-1-1 0 0,1 0 1 0 0,-1 0 0 0 0,1 0-1 0 0,-1-1 1 0 0,1 1-1 0 0,0-1 1 0 0,0 0 0 0 0,0 0-1 0 0,-1-1 1 0 0,1 1-1 0 0,7-1 1 0 0,-8-1-145 0 0,1 0 1 0 0,-1 0-1 0 0,0 0 1 0 0,0 0-1 0 0,0 0 0 0 0,0-1 1 0 0,-1 0-1 0 0,1 0 0 0 0,0 0 1 0 0,-1 0-1 0 0,1 0 0 0 0,-1-1 1 0 0,0 0-1 0 0,1 1 0 0 0,-1-1 1 0 0,-1 0-1 0 0,1-1 0 0 0,0 1 1 0 0,-1 0-1 0 0,0-1 1 0 0,0 0-1 0 0,0 1 0 0 0,0-1 1 0 0,0 0-1 0 0,-1 0 0 0 0,2-5 1 0 0,3-22-2618 0 0,-6 26 2432 0 0,0 0 1 0 0,1 1-1 0 0,0-1 0 0 0,0 0 0 0 0,0 1 0 0 0,0-1 0 0 0,1 1 0 0 0,0 0 0 0 0,0-1 0 0 0,0 1 0 0 0,4-6 1 0 0,-2 7 329 0 0</inkml:trace>
</inkml:ink>
</file>

<file path=ppt/ink/ink1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2.065"/>
    </inkml:context>
    <inkml:brush xml:id="br0">
      <inkml:brushProperty name="width" value="0.1" units="cm"/>
      <inkml:brushProperty name="height" value="0.1" units="cm"/>
      <inkml:brushProperty name="color" value="#004F8B"/>
    </inkml:brush>
  </inkml:definitions>
  <inkml:trace contextRef="#ctx0" brushRef="#br0">81 7 5985 0 0,'-4'-3'6923'0'0,"-6"-1"-3213"0"0,7 5-3388 0 0,1 0 1 0 0,0 0-1 0 0,-1 0 0 0 0,1 0 0 0 0,0 0 0 0 0,-1 1 0 0 0,1-1 1 0 0,0 1-1 0 0,0-1 0 0 0,0 1 0 0 0,0 0 0 0 0,0 0 1 0 0,1 0-1 0 0,-3 3 0 0 0,1 0-118 0 0,0 0-1 0 0,0 0 1 0 0,0 1-1 0 0,1-1 1 0 0,-4 12 0 0 0,2 2-210 0 0,1 1 1 0 0,-3 33 0 0 0,6-49-28 0 0,1 53 169 0 0,-1-56-184 0 0,0 1 0 0 0,0 0 0 0 0,0-1 0 0 0,0 1 0 0 0,0-1 0 0 0,0 1 0 0 0,1-1-1 0 0,-1 1 1 0 0,0-1 0 0 0,1 1 0 0 0,0-1 0 0 0,-1 0 0 0 0,1 1 0 0 0,0-1 0 0 0,0 0-1 0 0,-1 1 1 0 0,1-1 0 0 0,0 0 0 0 0,0 0 0 0 0,1 0 0 0 0,-1 0 0 0 0,0 0 0 0 0,0 0 0 0 0,0 0-1 0 0,1 0 1 0 0,-1 0 0 0 0,0-1 0 0 0,1 1 0 0 0,-1-1 0 0 0,1 1 0 0 0,1 0 0 0 0,0-2-123 0 0,0 1 1 0 0,0-1-1 0 0,-1 0 1 0 0,1 0-1 0 0,-1 0 1 0 0,1 0 0 0 0,-1 0-1 0 0,1-1 1 0 0,-1 1-1 0 0,0-1 1 0 0,0 0 0 0 0,0 1-1 0 0,0-1 1 0 0,0 0-1 0 0,0 0 1 0 0,0 0-1 0 0,2-4 1 0 0,25-40-1530 0 0,22-61 1166 0 0,-51 106 623 0 0,1 1-1 0 0,-1 0 0 0 0,1-1 1 0 0,-1 1-1 0 0,1 0 1 0 0,-1 0-1 0 0,1-1 0 0 0,0 1 1 0 0,-1 0-1 0 0,1 0 0 0 0,-1 0 1 0 0,1 0-1 0 0,0 0 0 0 0,-1 0 1 0 0,1-1-1 0 0,-1 1 0 0 0,1 1 1 0 0,-1-1-1 0 0,1 0 0 0 0,0 0 1 0 0,-1 0-1 0 0,1 0 1 0 0,-1 0-1 0 0,1 0 0 0 0,0 1 1 0 0,-1-1-1 0 0,1 0 0 0 0,-1 1 1 0 0,1-1-1 0 0,-1 0 0 0 0,1 1 1 0 0,-1-1-1 0 0,0 0 0 0 0,1 1 1 0 0,-1-1-1 0 0,1 1 1 0 0,-1-1-1 0 0,0 1 0 0 0,1-1 1 0 0,-1 1-1 0 0,1 0 0 0 0,20 23 890 0 0,-19-22-830 0 0,12 15 206 0 0,33 36 60 0 0,-44-50-581 0 0,1 1 0 0 0,-1-1 0 0 0,1 0 0 0 0,0 0 1 0 0,0-1-1 0 0,1 1 0 0 0,-1-1 0 0 0,1 0 0 0 0,-1 0 0 0 0,1 0 0 0 0,6 1 1 0 0,2-1-1056 0 0</inkml:trace>
</inkml:ink>
</file>

<file path=ppt/ink/ink1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2.348"/>
    </inkml:context>
    <inkml:brush xml:id="br0">
      <inkml:brushProperty name="width" value="0.1" units="cm"/>
      <inkml:brushProperty name="height" value="0.1" units="cm"/>
      <inkml:brushProperty name="color" value="#004F8B"/>
    </inkml:brush>
  </inkml:definitions>
  <inkml:trace contextRef="#ctx0" brushRef="#br0">1 79 3225 0 0,'1'3'345'0'0,"1"0"1"0"0,0 1 0 0 0,0-1-1 0 0,0 0 1 0 0,0 0-1 0 0,1 0 1 0 0,-1 0 0 0 0,1 0-1 0 0,-1 0 1 0 0,1-1 0 0 0,6 5-1 0 0,-2-1 397 0 0,5 6 32 0 0,49 46 1195 0 0,-22-17 9550 0 0,-61-77-10657 0 0,19 29-830 0 0,1 0-1 0 0,0 0 1 0 0,1 0-1 0 0,0-1 0 0 0,0 1 1 0 0,0 0-1 0 0,1-1 1 0 0,0 1-1 0 0,0-1 1 0 0,1 1-1 0 0,0 0 0 0 0,0-1 1 0 0,1 1-1 0 0,0 0 1 0 0,0 0-1 0 0,5-10 1 0 0,-3 11-452 0 0,-1 0 0 0 0,1 0 1 0 0,0 0-1 0 0,1 0 1 0 0,-1 1-1 0 0,1 0 1 0 0,0 0-1 0 0,1 0 1 0 0,-1 0-1 0 0,12-6 0 0 0</inkml:trace>
</inkml:ink>
</file>

<file path=ppt/ink/ink1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2.881"/>
    </inkml:context>
    <inkml:brush xml:id="br0">
      <inkml:brushProperty name="width" value="0.1" units="cm"/>
      <inkml:brushProperty name="height" value="0.1" units="cm"/>
      <inkml:brushProperty name="color" value="#004F8B"/>
    </inkml:brush>
  </inkml:definitions>
  <inkml:trace contextRef="#ctx0" brushRef="#br0">1 152 2761 0 0,'1'10'8037'0'0,"0"-10"-7883"0"0,22 10 3623 0 0,31 2-194 0 0,-51-11-3469 0 0,-1 0 0 0 0,1-1 1 0 0,-1 0-1 0 0,1 1 0 0 0,-1-1 1 0 0,1 0-1 0 0,-1 0 0 0 0,1-1 0 0 0,-1 1 1 0 0,1 0-1 0 0,-1-1 0 0 0,1 1 1 0 0,-1-1-1 0 0,0 0 0 0 0,1 0 0 0 0,-1 0 1 0 0,0 0-1 0 0,1 0 0 0 0,-1-1 1 0 0,0 1-1 0 0,0-1 0 0 0,0 1 0 0 0,0-1 1 0 0,-1 0-1 0 0,1 0 0 0 0,2-2 0 0 0,-3 1-104 0 0,0 0 0 0 0,0 0 0 0 0,0 0 0 0 0,-1 0 0 0 0,1 0 0 0 0,-1 0 0 0 0,1 0 0 0 0,-1 0 0 0 0,0 0-1 0 0,0 0 1 0 0,-1 0 0 0 0,1 0 0 0 0,-1 0 0 0 0,1 0 0 0 0,-1 0 0 0 0,0 0 0 0 0,0 0 0 0 0,0 0 0 0 0,-1 0-1 0 0,1 1 1 0 0,-3-5 0 0 0,-1-1-79 0 0,0-1 0 0 0,0 0-1 0 0,-1 1 1 0 0,-1 0 0 0 0,1 1-1 0 0,-1-1 1 0 0,0 1-1 0 0,-1 1 1 0 0,0-1 0 0 0,-12-7-1 0 0,20 14 89 0 0,-1 0 0 0 0,1-1 0 0 0,-1 1 0 0 0,1 0 0 0 0,-1 0 0 0 0,1 0 0 0 0,0-1 0 0 0,-1 1 0 0 0,1 0 0 0 0,-1 0 0 0 0,1 0 0 0 0,-1 0 1 0 0,0 0-1 0 0,1 0 0 0 0,-1 0 0 0 0,1 0 0 0 0,-1 0 0 0 0,1 0 0 0 0,-1 0 0 0 0,1 0 0 0 0,-1 1 0 0 0,1-1 0 0 0,0 0 0 0 0,-1 0 0 0 0,1 0 0 0 0,-1 1 0 0 0,1-1 0 0 0,-1 0 0 0 0,1 1 0 0 0,0-1 0 0 0,-1 0 0 0 0,1 1 0 0 0,-1-1 0 0 0,1 0 0 0 0,-1 2 0 0 0,-2 21 649 0 0,12 25 84 0 0,-6-41-777 0 0,0 0-1 0 0,0 0 1 0 0,1 0-1 0 0,0-1 1 0 0,0 0 0 0 0,1 0-1 0 0,-1 0 1 0 0,1 0-1 0 0,0-1 1 0 0,1 1 0 0 0,-1-1-1 0 0,1-1 1 0 0,0 1-1 0 0,1-1 1 0 0,-1 0 0 0 0,1 0-1 0 0,-1-1 1 0 0,1 0 0 0 0,0 0-1 0 0,0-1 1 0 0,0 0-1 0 0,1 0 1 0 0,-1 0 0 0 0,1-1-1 0 0,-1 0 1 0 0,10-1-1 0 0,6-1-824 0 0</inkml:trace>
</inkml:ink>
</file>

<file path=ppt/ink/ink1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3.577"/>
    </inkml:context>
    <inkml:brush xml:id="br0">
      <inkml:brushProperty name="width" value="0.1" units="cm"/>
      <inkml:brushProperty name="height" value="0.1" units="cm"/>
      <inkml:brushProperty name="color" value="#004F8B"/>
    </inkml:brush>
  </inkml:definitions>
  <inkml:trace contextRef="#ctx0" brushRef="#br0">149 1 1376 0 0,'-6'0'2055'0'0,"0"0"0"0"0,0 0 0 0 0,0 1-1 0 0,0-1 1 0 0,1 1 0 0 0,-1 1 0 0 0,-10 2-1 0 0,13-2-1754 0 0,1 0 0 0 0,-1-1-1 0 0,0 1 1 0 0,0 1 0 0 0,1-1-1 0 0,-1 0 1 0 0,1 1-1 0 0,0-1 1 0 0,0 1 0 0 0,0-1-1 0 0,0 1 1 0 0,0 0-1 0 0,0 0 1 0 0,-1 5 0 0 0,-8 18-174 0 0,1 0 0 0 0,2 1 0 0 0,1 0 0 0 0,0 0 0 0 0,3 0 0 0 0,-4 54 0 0 0,7-46-131 0 0,2 0 1 0 0,1 0-1 0 0,2-1 1 0 0,1 1-1 0 0,12 38 1 0 0,-14-62-42 0 0,0 0 0 0 0,2 1 0 0 0,-1-1 0 0 0,1-1 0 0 0,1 1 0 0 0,0-1 0 0 0,1 0 0 0 0,-1 0 0 0 0,16 15 0 0 0,-17-20-7 0 0,0-1 0 0 0,0 0 0 0 0,0 0 1 0 0,0 0-1 0 0,1-1 0 0 0,0 0 0 0 0,-1 0 1 0 0,1 0-1 0 0,0-1 0 0 0,0 0 0 0 0,1 0 1 0 0,-1 0-1 0 0,0-1 0 0 0,1 0 0 0 0,-1 0 1 0 0,1-1-1 0 0,-1 0 0 0 0,1 0 0 0 0,10-2 1 0 0,-15 2 72 0 0,1 0 0 0 0,0 0-1 0 0,-1-1 1 0 0,1 1 0 0 0,-1-1 0 0 0,1 0 0 0 0,-1 0 0 0 0,1 0 0 0 0,-1 0 0 0 0,1 0 0 0 0,-1-1 0 0 0,0 1 0 0 0,0 0 0 0 0,1-1 0 0 0,-1 0 0 0 0,0 0 0 0 0,-1 0 0 0 0,1 1 0 0 0,0-2-1 0 0,0 1 1 0 0,-1 0 0 0 0,0 0 0 0 0,1 0 0 0 0,-1-1 0 0 0,0 1 0 0 0,0-1 0 0 0,0 1 0 0 0,0-1 0 0 0,0 1 0 0 0,-1-1 0 0 0,1 1 0 0 0,-1-1 0 0 0,0 0 0 0 0,0 1 0 0 0,0-1 0 0 0,0 0 0 0 0,0 1-1 0 0,-1-5 1 0 0,0 2 35 0 0,0 0 0 0 0,0 1 0 0 0,-1-1 0 0 0,0 0 0 0 0,1 1 0 0 0,-1-1 0 0 0,-1 1 0 0 0,1 0 0 0 0,-1 0 0 0 0,0 0 0 0 0,0 0 0 0 0,0 0 0 0 0,0 0 0 0 0,-1 1 0 0 0,1 0 0 0 0,-1-1 0 0 0,0 1 0 0 0,0 1 0 0 0,0-1 0 0 0,-6-3 0 0 0,4 4-3 0 0,-1 0 0 0 0,1 1 1 0 0,0 0-1 0 0,-1 0 0 0 0,1 0 0 0 0,-1 0 0 0 0,1 1 1 0 0,-1 0-1 0 0,1 1 0 0 0,0-1 0 0 0,-1 1 0 0 0,1 1 1 0 0,0-1-1 0 0,-11 4 0 0 0,10-2-212 0 0,-1 0 1 0 0,1 1-1 0 0,-1 0 0 0 0,1 0 0 0 0,1 0 1 0 0,-1 1-1 0 0,1 0 0 0 0,-1 0 1 0 0,2 1-1 0 0,-1 0 0 0 0,-6 8 0 0 0</inkml:trace>
</inkml:ink>
</file>

<file path=ppt/ink/ink1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3.958"/>
    </inkml:context>
    <inkml:brush xml:id="br0">
      <inkml:brushProperty name="width" value="0.1" units="cm"/>
      <inkml:brushProperty name="height" value="0.1" units="cm"/>
      <inkml:brushProperty name="color" value="#004F8B"/>
    </inkml:brush>
  </inkml:definitions>
  <inkml:trace contextRef="#ctx0" brushRef="#br0">24 9 7834 0 0,'-24'-9'10203'0'0,"26"22"-6709"0"0,9 28-2833 0 0,7 62-1 0 0,-15-75-607 0 0,1 0 1 0 0,2-1-1 0 0,0 1 1 0 0,2-1-1 0 0,20 44 1 0 0,-27-68-46 0 0,0 0 1 0 0,1-1-1 0 0,-1 1 0 0 0,1-1 1 0 0,0 1-1 0 0,-1-1 0 0 0,1 0 1 0 0,1 0-1 0 0,-1 0 0 0 0,0 0 1 0 0,0 0-1 0 0,1 0 1 0 0,-1-1-1 0 0,1 1 0 0 0,-1-1 1 0 0,1 1-1 0 0,0-1 0 0 0,-1 0 1 0 0,1 0-1 0 0,0 0 0 0 0,0-1 1 0 0,0 1-1 0 0,0-1 0 0 0,0 0 1 0 0,0 1-1 0 0,0-1 0 0 0,0 0 1 0 0,0-1-1 0 0,0 1 0 0 0,0 0 1 0 0,-1-1-1 0 0,1 0 0 0 0,0 0 1 0 0,5-2-1 0 0,8-4-420 0 0,-1 0-1 0 0,0-2 1 0 0,0 0 0 0 0,25-20 0 0 0,-19 13-1000 0 0,-4 4-839 0 0,1 0-4320 0 0</inkml:trace>
</inkml:ink>
</file>

<file path=ppt/ink/ink1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4.179"/>
    </inkml:context>
    <inkml:brush xml:id="br0">
      <inkml:brushProperty name="width" value="0.1" units="cm"/>
      <inkml:brushProperty name="height" value="0.1" units="cm"/>
      <inkml:brushProperty name="color" value="#004F8B"/>
    </inkml:brush>
  </inkml:definitions>
  <inkml:trace contextRef="#ctx0" brushRef="#br0">66 1 3225 0 0,'-3'1'814'0'0,"0"1"-1"0"0,0-1 1 0 0,1 1 0 0 0,-1 0 0 0 0,0 0 0 0 0,1 0 0 0 0,0 0 0 0 0,-1 0 0 0 0,1 1 0 0 0,0-1-1 0 0,-3 6 1 0 0,1-3 121 0 0,2 1 0 0 0,-1 0 0 0 0,0-1 0 0 0,1 1-1 0 0,-2 11 1 0 0,0 5 293 0 0,1 0 0 0 0,0 36 0 0 0,3-34-959 0 0,-1-16-256 0 0,-2 34-289 0 0,2-1 1 0 0,2 1 0 0 0,1 0 0 0 0,15 71 0 0 0,-11-89-7336 0 0</inkml:trace>
</inkml:ink>
</file>

<file path=ppt/ink/ink1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4.576"/>
    </inkml:context>
    <inkml:brush xml:id="br0">
      <inkml:brushProperty name="width" value="0.1" units="cm"/>
      <inkml:brushProperty name="height" value="0.1" units="cm"/>
      <inkml:brushProperty name="color" value="#004F8B"/>
    </inkml:brush>
  </inkml:definitions>
  <inkml:trace contextRef="#ctx0" brushRef="#br0">77 30 9674 0 0,'-18'-13'1323'0'0,"-7"-3"4697"0"0,24 16-5919 0 0,0 0-1 0 0,1 0 1 0 0,-1 0 0 0 0,0 0-1 0 0,0 0 1 0 0,1 0 0 0 0,-1 0-1 0 0,0 0 1 0 0,0 1 0 0 0,1-1-1 0 0,-1 0 1 0 0,0 0-1 0 0,1 1 1 0 0,-1-1 0 0 0,0 0-1 0 0,1 1 1 0 0,-1-1 0 0 0,0 1-1 0 0,1-1 1 0 0,-1 1 0 0 0,1-1-1 0 0,-1 1 1 0 0,1 0 0 0 0,-1-1-1 0 0,1 1 1 0 0,0-1 0 0 0,-1 1-1 0 0,1 0 1 0 0,0-1 0 0 0,-1 1-1 0 0,1 0 1 0 0,0 0 0 0 0,0-1-1 0 0,-1 1 1 0 0,1 0 0 0 0,0 0-1 0 0,0 0 1 0 0,-5 23 149 0 0,2 0-1 0 0,0 1 1 0 0,1-1 0 0 0,2 1 0 0 0,0-1 0 0 0,6 35-1 0 0,-3-16-154 0 0,5 31 438 0 0,3-37-1613 0 0,7-6-5193 0 0</inkml:trace>
</inkml:ink>
</file>

<file path=ppt/ink/ink1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4.941"/>
    </inkml:context>
    <inkml:brush xml:id="br0">
      <inkml:brushProperty name="width" value="0.1" units="cm"/>
      <inkml:brushProperty name="height" value="0.1" units="cm"/>
      <inkml:brushProperty name="color" value="#004F8B"/>
    </inkml:brush>
  </inkml:definitions>
  <inkml:trace contextRef="#ctx0" brushRef="#br0">40 125 456 0 0,'-6'-14'-1075'0'0,"-17"-17"10593"0"0,22 31-9355 0 0,1 0 0 0 0,0 0 1 0 0,-1 0-1 0 0,-4 4 2123 0 0,4-4-2123 0 0,1 1 0 0 0,0-1 0 0 0,0 1 1 0 0,0-1-1 0 0,-1 1 0 0 0,1-1 0 0 0,0 0 1 0 0,0 1-1 0 0,0-1 0 0 0,0 1 0 0 0,0-1 1 0 0,0 1-1 0 0,0-1 0 0 0,0 1 0 0 0,0 0 1 0 0,-1 7 147 0 0,0-1 1 0 0,1 1-1 0 0,0-1 1 0 0,1 1-1 0 0,-1-1 0 0 0,1 1 1 0 0,1-1-1 0 0,0 1 1 0 0,0-1-1 0 0,5 13 1 0 0,1-2-23 0 0,0 0 0 0 0,21 33 0 0 0,-25-46-269 0 0,0 1 1 0 0,0-1-1 0 0,0 0 1 0 0,1 0 0 0 0,0-1-1 0 0,0 1 1 0 0,0-1-1 0 0,8 5 1 0 0,-12-8-9 0 0,0-1 0 0 0,1 1 1 0 0,-1 0-1 0 0,1-1 0 0 0,-1 1 1 0 0,1-1-1 0 0,-1 1 0 0 0,1-1 1 0 0,-1 0-1 0 0,1 1 0 0 0,-1-1 1 0 0,1 0-1 0 0,-1 0 0 0 0,1 0 0 0 0,0 0 1 0 0,-1-1-1 0 0,1 1 0 0 0,-1 0 1 0 0,1-1-1 0 0,-1 1 0 0 0,1-1 1 0 0,-1 1-1 0 0,1-1 0 0 0,-1 0 1 0 0,0 1-1 0 0,1-1 0 0 0,-1 0 0 0 0,0 0 1 0 0,1 0-1 0 0,-1 0 0 0 0,0 0 1 0 0,0-1-1 0 0,0 1 0 0 0,0 0 1 0 0,0 0-1 0 0,0-1 0 0 0,-1 1 1 0 0,1 0-1 0 0,1-3 0 0 0,8-18 214 0 0,-1-1 0 0 0,0 0-1 0 0,-2-1 1 0 0,-1 0 0 0 0,0 0 0 0 0,3-43-1 0 0,3-11 564 0 0,-12 78-761 0 0,0-1 0 0 0,-1 0 0 0 0,1 1 0 0 0,0-1 0 0 0,0 0 0 0 0,1 1 1 0 0,-1-1-1 0 0,0 0 0 0 0,0 1 0 0 0,0-1 0 0 0,0 0 0 0 0,1 1 0 0 0,-1-1 0 0 0,0 0 1 0 0,0 1-1 0 0,1-1 0 0 0,-1 1 0 0 0,1-1 0 0 0,-1 0 0 0 0,0 1 0 0 0,1-1 1 0 0,-1 1-1 0 0,1-1 0 0 0,-1 1 0 0 0,1 0 0 0 0,-1-1 0 0 0,1 1 0 0 0,0 0 0 0 0,-1-1 1 0 0,1 1-1 0 0,-1 0 0 0 0,1-1 0 0 0,0 1 0 0 0,1 0 0 0 0,-1 1 4 0 0,1-1-1 0 0,-1 1 1 0 0,0 0-1 0 0,1 0 0 0 0,-1 0 1 0 0,0 0-1 0 0,0 0 1 0 0,1 1-1 0 0,-1-1 1 0 0,0 0-1 0 0,0 0 1 0 0,0 1-1 0 0,1 1 0 0 0,26 53 274 0 0,-11-13-362 0 0,-4-10-300 0 0,0 0 0 0 0,2-1 1 0 0,1-1-1 0 0,2-1 0 0 0,36 47 1 0 0</inkml:trace>
</inkml:ink>
</file>

<file path=ppt/ink/ink1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5.339"/>
    </inkml:context>
    <inkml:brush xml:id="br0">
      <inkml:brushProperty name="width" value="0.1" units="cm"/>
      <inkml:brushProperty name="height" value="0.1" units="cm"/>
      <inkml:brushProperty name="color" value="#004F8B"/>
    </inkml:brush>
  </inkml:definitions>
  <inkml:trace contextRef="#ctx0" brushRef="#br0">0 75 7834 0 0,'2'-15'658'0'0,"15"-44"12449"0"0,-3 92-12309 0 0,1 23-260 0 0,-3 0 0 0 0,7 80 0 0 0,-12-73-629 0 0,26 104 0 0 0,-29-154-426 0 0,1 0-1 0 0,0-1 1 0 0,0 0-1 0 0,11 15 1 0 0,-3-8-7154 0 0</inkml:trace>
</inkml:ink>
</file>

<file path=ppt/ink/ink1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5.593"/>
    </inkml:context>
    <inkml:brush xml:id="br0">
      <inkml:brushProperty name="width" value="0.1" units="cm"/>
      <inkml:brushProperty name="height" value="0.1" units="cm"/>
      <inkml:brushProperty name="color" value="#004F8B"/>
    </inkml:brush>
  </inkml:definitions>
  <inkml:trace contextRef="#ctx0" brushRef="#br0">6 1 8754 0 0,'-3'29'2423'0'0,"1"0"0"0"0,2 30 1 0 0,12 62 1518 0 0,39 112-2339 0 0,-47-217-1805 0 0,1 1 0 0 0,1-1-1 0 0,0 0 1 0 0,1 0 0 0 0,13 21 0 0 0,-11-24-782 0 0</inkml:trace>
</inkml:ink>
</file>

<file path=ppt/ink/ink1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5.831"/>
    </inkml:context>
    <inkml:brush xml:id="br0">
      <inkml:brushProperty name="width" value="0.1" units="cm"/>
      <inkml:brushProperty name="height" value="0.1" units="cm"/>
      <inkml:brushProperty name="color" value="#004F8B"/>
    </inkml:brush>
  </inkml:definitions>
  <inkml:trace contextRef="#ctx0" brushRef="#br0">0 168 8754 0 0,'4'-1'579'0'0,"1"0"0"0"0,-1-1 0 0 0,0 1 1 0 0,0-1-1 0 0,0 0 0 0 0,0 0 0 0 0,0 0 0 0 0,7-5 0 0 0,5-3 488 0 0,61-33 2939 0 0,-54 28-4079 0 0,1 2 1 0 0,0 0-1 0 0,1 2 1 0 0,0 0 0 0 0,1 2-1 0 0,38-9 1 0 0,-46 14 72 0 0</inkml:trace>
</inkml:ink>
</file>

<file path=ppt/ink/ink1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6.245"/>
    </inkml:context>
    <inkml:brush xml:id="br0">
      <inkml:brushProperty name="width" value="0.1" units="cm"/>
      <inkml:brushProperty name="height" value="0.1" units="cm"/>
      <inkml:brushProperty name="color" value="#004F8B"/>
    </inkml:brush>
  </inkml:definitions>
  <inkml:trace contextRef="#ctx0" brushRef="#br0">69 31 4609 0 0,'-17'-3'2618'0'0,"13"3"-1712"0"0,1 0 0 0 0,-1-1-1 0 0,0 1 1 0 0,1-1 0 0 0,-1 0 0 0 0,0 0 0 0 0,1 0 0 0 0,-1-1 0 0 0,1 1 0 0 0,0-1 0 0 0,-1 0 0 0 0,-5-4 0 0 0,9 6-798 0 0,1-1-1 0 0,-1 1 0 0 0,0-1 1 0 0,0 1-1 0 0,0-1 1 0 0,1 1-1 0 0,-1-1 1 0 0,0 1-1 0 0,1 0 1 0 0,-1-1-1 0 0,0 1 0 0 0,1 0 1 0 0,-1-1-1 0 0,0 1 1 0 0,1 0-1 0 0,-1-1 1 0 0,1 1-1 0 0,-1 0 1 0 0,0 0-1 0 0,1-1 0 0 0,-1 1 1 0 0,1 0-1 0 0,-1 0 1 0 0,1 0-1 0 0,-1 0 1 0 0,1-1-1 0 0,-1 1 1 0 0,1 0-1 0 0,-1 0 0 0 0,1 0 1 0 0,-1 0-1 0 0,1 0 1 0 0,-1 0-1 0 0,1 1 1 0 0,-1-1-1 0 0,2 0 1 0 0,20-1 372 0 0,-17 1-434 0 0,-1 1 1 0 0,0 0-1 0 0,1 0 1 0 0,-1 1 0 0 0,0-1-1 0 0,0 1 1 0 0,0 0-1 0 0,0 0 1 0 0,0 0-1 0 0,0 1 1 0 0,0-1 0 0 0,-1 1-1 0 0,1 0 1 0 0,-1 0-1 0 0,0 0 1 0 0,0 0-1 0 0,0 1 1 0 0,0-1 0 0 0,4 9-1 0 0,0 3-96 0 0,0 0 1 0 0,-1 1-1 0 0,-1 0 0 0 0,5 19 1 0 0,-8-23-84 0 0,1 0 1 0 0,0 0-1 0 0,1-1 1 0 0,0 0-1 0 0,1 0 1 0 0,1 0-1 0 0,-1 0 1 0 0,11 12-1 0 0,-14-20 65 0 0,0-1 1 0 0,1-1-1 0 0,-1 1 0 0 0,1 0 0 0 0,0-1 0 0 0,-1 1 0 0 0,1-1 1 0 0,0 0-1 0 0,0 0 0 0 0,0 0 0 0 0,0 0 0 0 0,0 0 0 0 0,0-1 0 0 0,0 1 1 0 0,0-1-1 0 0,0 0 0 0 0,0 0 0 0 0,1 0 0 0 0,-1 0 0 0 0,5-2 1 0 0,-2 1-289 0 0,-1 0 0 0 0,0 0 0 0 0,0-1 0 0 0,0 0 0 0 0,0 0 1 0 0,0 0-1 0 0,0-1 0 0 0,0 1 0 0 0,-1-1 0 0 0,1 0 1 0 0,5-6-1 0 0,1-8-5940 0 0</inkml:trace>
</inkml:ink>
</file>

<file path=ppt/ink/ink1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6.467"/>
    </inkml:context>
    <inkml:brush xml:id="br0">
      <inkml:brushProperty name="width" value="0.1" units="cm"/>
      <inkml:brushProperty name="height" value="0.1" units="cm"/>
      <inkml:brushProperty name="color" value="#004F8B"/>
    </inkml:brush>
  </inkml:definitions>
  <inkml:trace contextRef="#ctx0" brushRef="#br0">71 125 4609 0 0,'-26'9'185'0'0,"-18"14"14822"0"0,57-22-13213 0 0,13 0-931 0 0,-14-3-578 0 0,0 0-1 0 0,0-1 1 0 0,0 0 0 0 0,0-1-1 0 0,-1-1 1 0 0,0 0 0 0 0,0 0 0 0 0,18-12-1 0 0,-9 2-844 0 0,0 0 0 0 0,-1-2 0 0 0,22-24 0 0 0,-19 17-7641 0 0</inkml:trace>
</inkml:ink>
</file>

<file path=ppt/ink/ink1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52.416"/>
    </inkml:context>
    <inkml:brush xml:id="br0">
      <inkml:brushProperty name="width" value="0.1" units="cm"/>
      <inkml:brushProperty name="height" value="0.1" units="cm"/>
      <inkml:brushProperty name="color" value="#008C3A"/>
    </inkml:brush>
  </inkml:definitions>
  <inkml:trace contextRef="#ctx0" brushRef="#br0">0 35 10594 0 0,'0'-2'145'0'0,"0"1"-1"0"0,1-1 0 0 0,-1 1 1 0 0,0-1-1 0 0,0 1 0 0 0,1-1 1 0 0,-1 1-1 0 0,1-1 0 0 0,-1 1 0 0 0,1 0 1 0 0,0-1-1 0 0,0 1 0 0 0,-1 0 1 0 0,1 0-1 0 0,0-1 0 0 0,0 1 1 0 0,0 0-1 0 0,0 0 0 0 0,1 0 1 0 0,-1 0-1 0 0,2-1 0 0 0,-3 2-55 0 0,1-1 1 0 0,0 1-1 0 0,0-1 0 0 0,-1 1 0 0 0,1-1 0 0 0,0 1 0 0 0,0 0 0 0 0,-1-1 0 0 0,1 1 1 0 0,0 0-1 0 0,0 0 0 0 0,0 0 0 0 0,0 0 0 0 0,0 0 0 0 0,0 0 0 0 0,-1 0 0 0 0,1 0 0 0 0,0 0 1 0 0,0 0-1 0 0,0 0 0 0 0,0 0 0 0 0,0 0 0 0 0,-1 1 0 0 0,1-1 0 0 0,0 0 0 0 0,0 1 0 0 0,-1-1 1 0 0,1 1-1 0 0,0-1 0 0 0,0 1 0 0 0,-1-1 0 0 0,1 1 0 0 0,0-1 0 0 0,-1 1 0 0 0,1 0 1 0 0,-1-1-1 0 0,1 1 0 0 0,-1 0 0 0 0,1 0 0 0 0,-1-1 0 0 0,1 1 0 0 0,-1 0 0 0 0,1 1 0 0 0,15 38 1060 0 0,-1 0-1 0 0,17 77 0 0 0,-28-102-1030 0 0,6 34-85 0 0,-2 1 0 0 0,-2 0 1 0 0,-2 0-1 0 0,-3 1 0 0 0,-7 85 1 0 0,3-74-1213 0 0,4-20-5469 0 0,2-25 768 0 0</inkml:trace>
</inkml:ink>
</file>

<file path=ppt/ink/ink1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53.353"/>
    </inkml:context>
    <inkml:brush xml:id="br0">
      <inkml:brushProperty name="width" value="0.1" units="cm"/>
      <inkml:brushProperty name="height" value="0.1" units="cm"/>
      <inkml:brushProperty name="color" value="#008C3A"/>
    </inkml:brush>
  </inkml:definitions>
  <inkml:trace contextRef="#ctx0" brushRef="#br0">233 17 10594 0 0,'-6'0'166'0'0,"-1"1"1"0"0,1 0-1 0 0,0 1 0 0 0,0 0 0 0 0,0 0 0 0 0,0 0 1 0 0,0 0-1 0 0,0 1 0 0 0,-9 6 0 0 0,-46 35 1822 0 0,52-36-1819 0 0,0 1-1 0 0,0 0 1 0 0,1 0-1 0 0,0 1 1 0 0,1 0-1 0 0,0 0 1 0 0,1 1-1 0 0,0-1 0 0 0,1 1 1 0 0,0 1-1 0 0,0-1 1 0 0,1 1-1 0 0,1 0 1 0 0,0 0-1 0 0,-2 19 1 0 0,3-17-97 0 0,1 0 0 0 0,1 0 0 0 0,0 0 0 0 0,1 0 0 0 0,1 0 0 0 0,0-1 0 0 0,0 1 0 0 0,2-1 0 0 0,-1 1 0 0 0,2-1 0 0 0,0 0 0 0 0,0 0 0 0 0,13 20 0 0 0,-14-27-70 0 0,-1-1 0 0 0,1 0 1 0 0,0 0-1 0 0,0 0 0 0 0,1-1 1 0 0,-1 1-1 0 0,1-1 0 0 0,0 0 1 0 0,0-1-1 0 0,0 1 0 0 0,1-1 1 0 0,-1 0-1 0 0,1 0 0 0 0,0-1 1 0 0,0 0-1 0 0,0 0 0 0 0,0 0 1 0 0,0 0-1 0 0,0-1 0 0 0,0 0 0 0 0,1-1 1 0 0,9 1-1 0 0,-8-2 14 0 0,0 0 0 0 0,0-1-1 0 0,0 1 1 0 0,0-1 0 0 0,-1-1-1 0 0,1 0 1 0 0,-1 0 0 0 0,0 0 0 0 0,0-1-1 0 0,0 0 1 0 0,0 0 0 0 0,0-1-1 0 0,-1 0 1 0 0,0 0 0 0 0,0 0-1 0 0,0-1 1 0 0,6-9 0 0 0,-2 2 85 0 0,-2 1 0 0 0,1-2 0 0 0,-2 1 0 0 0,0-1 0 0 0,0-1 0 0 0,-2 1 0 0 0,0-1 0 0 0,0 0 0 0 0,-1 0 0 0 0,-1 0 0 0 0,-1-1 0 0 0,0 1 0 0 0,-1-1 0 0 0,0 1 0 0 0,-2-1 0 0 0,1 0 0 0 0,-2 1 0 0 0,0-1 0 0 0,-1 1 0 0 0,-1 0 0 0 0,0 0 0 0 0,-1 0 0 0 0,-1 1 0 0 0,0-1 0 0 0,-1 1 0 0 0,0 0 0 0 0,-1 1 0 0 0,-12-16 0 0 0,16 24-257 0 0,-1 1 1 0 0,1-1 0 0 0,-1 1-1 0 0,0 0 1 0 0,0 0 0 0 0,-6-4-1 0 0,-9 0-5287 0 0</inkml:trace>
</inkml:ink>
</file>

<file path=ppt/ink/ink1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53.765"/>
    </inkml:context>
    <inkml:brush xml:id="br0">
      <inkml:brushProperty name="width" value="0.1" units="cm"/>
      <inkml:brushProperty name="height" value="0.1" units="cm"/>
      <inkml:brushProperty name="color" value="#008C3A"/>
    </inkml:brush>
  </inkml:definitions>
  <inkml:trace contextRef="#ctx0" brushRef="#br0">1 1 11522 0 0,'2'46'7990'0'0,"5"9"-5531"0"0,4 58-1929 0 0,-16 137 563 0 0,1-155-2525 0 0,3 0-4113 0 0,2-51-1606 0 0</inkml:trace>
</inkml:ink>
</file>

<file path=ppt/ink/ink1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57.926"/>
    </inkml:context>
    <inkml:brush xml:id="br0">
      <inkml:brushProperty name="width" value="0.1" units="cm"/>
      <inkml:brushProperty name="height" value="0.1" units="cm"/>
      <inkml:brushProperty name="color" value="#008C3A"/>
    </inkml:brush>
  </inkml:definitions>
  <inkml:trace contextRef="#ctx0" brushRef="#br0">108 55 6913 0 0,'1'-3'393'0'0,"0"-1"-1"0"0,0 0 1 0 0,-1 0-1 0 0,0 0 1 0 0,0 0-1 0 0,0 0 1 0 0,0 1-1 0 0,0-1 1 0 0,-1 0-1 0 0,0 0 1 0 0,1 0-1 0 0,-3-4 1 0 0,-10 34 1850 0 0,-8 47-1088 0 0,-29 111 350 0 0,43-151-1363 0 0,1 1 0 0 0,2-1 1 0 0,0 53-1 0 0,4-79-165 0 0,0 0 0 0 0,1 0 0 0 0,0 0 1 0 0,0 0-1 0 0,1 0 0 0 0,0-1 0 0 0,0 1 1 0 0,0-1-1 0 0,1 1 0 0 0,0-1 0 0 0,1 0 0 0 0,-1 0 1 0 0,8 10-1 0 0,-8-14-75 0 0,-1 0 0 0 0,1 1 0 0 0,-1-1 0 0 0,1 0 0 0 0,0 0 0 0 0,0-1 0 0 0,0 1 0 0 0,0 0 0 0 0,0-1 0 0 0,0 0 0 0 0,0 0 0 0 0,0 0 0 0 0,1 0 0 0 0,-1 0 0 0 0,0-1 0 0 0,1 1 0 0 0,-1-1 0 0 0,0 0 0 0 0,1 0 0 0 0,-1 0 0 0 0,1-1-1 0 0,-1 1 1 0 0,0-1 0 0 0,1 0 0 0 0,-1 0 0 0 0,0 0 0 0 0,0 0 0 0 0,0 0 0 0 0,5-4 0 0 0,-1 2-27 0 0,0-1 0 0 0,0 0 0 0 0,0 0 0 0 0,-1-1 0 0 0,1 0 0 0 0,-1 0 0 0 0,0 0 0 0 0,-1-1-1 0 0,1 0 1 0 0,-1 0 0 0 0,-1 0 0 0 0,1-1 0 0 0,5-10 0 0 0,-8 12-10 0 0,1-1 0 0 0,-1 1 0 0 0,-1-1 0 0 0,1 0 1 0 0,-1 0-1 0 0,0 1 0 0 0,0-1 0 0 0,-1 0 0 0 0,0 0 0 0 0,0 0 0 0 0,0 0 0 0 0,-1 0 0 0 0,0 0 1 0 0,0 0-1 0 0,0 1 0 0 0,-1-1 0 0 0,0 0 0 0 0,-3-7 0 0 0,1 4 248 0 0,-1 1 0 0 0,1 0-1 0 0,-1 0 1 0 0,-1 0 0 0 0,1 1 0 0 0,-10-9 0 0 0,15 15-60 0 0,0 1 1 0 0,0-1 0 0 0,0 1 0 0 0,0-1 0 0 0,0 1-1 0 0,0-1 1 0 0,0 1 0 0 0,0-1 0 0 0,0 0 0 0 0,0 1-1 0 0,0-1 1 0 0,1 1 0 0 0,-1-1 0 0 0,0 1 0 0 0,0-1 0 0 0,0 1-1 0 0,1 0 1 0 0,-1-1 0 0 0,0 1 0 0 0,0-1 0 0 0,1 1-1 0 0,-1-1 1 0 0,1 1 0 0 0,-1 0 0 0 0,0-1 0 0 0,1 1-1 0 0,-1 0 1 0 0,1-1 0 0 0,-1 1 0 0 0,0 0 0 0 0,1 0-1 0 0,-1 0 1 0 0,1-1 0 0 0,-1 1 0 0 0,1 0 0 0 0,-1 0-1 0 0,2 0 1 0 0,20-10 249 0 0,-9 5-32 0 0,0 1 1 0 0,0 1 0 0 0,0 0-1 0 0,0 1 1 0 0,0 0 0 0 0,0 1-1 0 0,0 1 1 0 0,1 0 0 0 0,-1 1-1 0 0,17 2 1 0 0,-24-1-167 0 0,0-1 0 0 0,0 1 0 0 0,0 0 0 0 0,-1 0 1 0 0,1 0-1 0 0,-1 1 0 0 0,0 0 0 0 0,0 0 0 0 0,0 0 0 0 0,0 1 0 0 0,0-1 0 0 0,-1 1 0 0 0,1 0 1 0 0,-1 1-1 0 0,0-1 0 0 0,-1 1 0 0 0,1 0 0 0 0,-1 0 0 0 0,0 0 0 0 0,0 0 0 0 0,0 0 1 0 0,-1 1-1 0 0,1-1 0 0 0,-1 1 0 0 0,1 7 0 0 0,-1 1 25 0 0,0 0 0 0 0,-1 0 0 0 0,0 0-1 0 0,-1 0 1 0 0,-1 0 0 0 0,-2 19 0 0 0,-2 32-3581 0 0,5-60 1345 0 0</inkml:trace>
</inkml:ink>
</file>

<file path=ppt/ink/ink1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58.417"/>
    </inkml:context>
    <inkml:brush xml:id="br0">
      <inkml:brushProperty name="width" value="0.1" units="cm"/>
      <inkml:brushProperty name="height" value="0.1" units="cm"/>
      <inkml:brushProperty name="color" value="#008C3A"/>
    </inkml:brush>
  </inkml:definitions>
  <inkml:trace contextRef="#ctx0" brushRef="#br0">1 94 6449 0 0,'0'-6'543'0'0,"1"0"-1"0"0,0 1 0 0 0,1 0 0 0 0,-1-1 1 0 0,1 1-1 0 0,0 0 0 0 0,0 0 0 0 0,1 0 1 0 0,0 0-1 0 0,0 0 0 0 0,0 0 1 0 0,0 1-1 0 0,1 0 0 0 0,-1-1 0 0 0,1 1 1 0 0,0 1-1 0 0,6-5 0 0 0,-9 7-480 0 0,-1 1 0 0 0,1 0 0 0 0,-1-1 0 0 0,1 1 0 0 0,0 0 0 0 0,-1 0 0 0 0,1 0 0 0 0,-1 0 0 0 0,1-1 0 0 0,0 1 0 0 0,-1 0 0 0 0,1 0 0 0 0,0 0 0 0 0,-1 0 0 0 0,1 1 0 0 0,0-1 0 0 0,-1 0 0 0 0,1 0 0 0 0,0 0 0 0 0,-1 0 0 0 0,1 1 0 0 0,-1-1 0 0 0,1 0 0 0 0,0 0 0 0 0,-1 1 0 0 0,1-1 0 0 0,-1 1 0 0 0,1-1 0 0 0,-1 0 0 0 0,1 1 0 0 0,-1-1 0 0 0,1 1 0 0 0,-1-1 0 0 0,0 1 0 0 0,1-1 0 0 0,-1 1 0 0 0,0 0 0 0 0,1-1 0 0 0,-1 1 0 0 0,0-1 0 0 0,0 1 0 0 0,0 0 0 0 0,1-1 0 0 0,-1 2 0 0 0,10 31 468 0 0,-10-31-440 0 0,6 42 416 0 0,-1-1 0 0 0,-2 69 0 0 0,-3-59-1318 0 0,8 60 1 0 0,-6-101-704 0 0,-1-1 1 0 0,0 0-1 0 0,-1 13 0 0 0,-1-16-419 0 0</inkml:trace>
</inkml:ink>
</file>

<file path=ppt/ink/ink1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58.639"/>
    </inkml:context>
    <inkml:brush xml:id="br0">
      <inkml:brushProperty name="width" value="0.1" units="cm"/>
      <inkml:brushProperty name="height" value="0.1" units="cm"/>
      <inkml:brushProperty name="color" value="#008C3A"/>
    </inkml:brush>
  </inkml:definitions>
  <inkml:trace contextRef="#ctx0" brushRef="#br0">0 52 4609 0 0,'4'-5'195'0'0,"-1"1"1"0"0,1 0-1 0 0,0 0 0 0 0,0 1 0 0 0,0-1 1 0 0,1 1-1 0 0,-1 0 0 0 0,1 0 1 0 0,0 0-1 0 0,-1 1 0 0 0,1-1 0 0 0,0 1 1 0 0,1 1-1 0 0,-1-1 0 0 0,0 1 0 0 0,0 0 1 0 0,1 0-1 0 0,-1 0 0 0 0,1 1 1 0 0,6-1-1 0 0,8 1 977 0 0,0 0 0 0 0,-1 1 0 0 0,33 6 1 0 0,-44-6-847 0 0,0 0 0 0 0,-1 1 1 0 0,1 1-1 0 0,-1-1 1 0 0,0 1-1 0 0,0 1 1 0 0,0-1-1 0 0,0 1 1 0 0,0 0-1 0 0,-1 0 1 0 0,0 1-1 0 0,8 7 0 0 0,-13-11-289 0 0,-1 0-1 0 0,1 0 0 0 0,0-1 0 0 0,-1 1 1 0 0,1 0-1 0 0,-1 0 0 0 0,1 0 0 0 0,-1 0 0 0 0,1 0 1 0 0,-1 0-1 0 0,0 0 0 0 0,0 0 0 0 0,1 0 1 0 0,-1 1-1 0 0,0-1 0 0 0,0 0 0 0 0,0 0 1 0 0,0 0-1 0 0,0 0 0 0 0,0 0 0 0 0,0 0 0 0 0,-1 0 1 0 0,1 2-1 0 0,-1 0 14 0 0,-1-1 0 0 0,1 1 0 0 0,0-1 0 0 0,-1 0 0 0 0,1 1 0 0 0,-1-1 0 0 0,0 0 0 0 0,0 0 0 0 0,-2 2 0 0 0,-4 3 55 0 0,-1-1 0 0 0,1 0 0 0 0,-1 0 0 0 0,-9 4 1 0 0,11-6-433 0 0,-1-1 1 0 0,1 0 0 0 0,-1-1 0 0 0,1 1 0 0 0,-12 1 0 0 0,0-2-6021 0 0</inkml:trace>
</inkml:ink>
</file>

<file path=ppt/ink/ink1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59.320"/>
    </inkml:context>
    <inkml:brush xml:id="br0">
      <inkml:brushProperty name="width" value="0.1" units="cm"/>
      <inkml:brushProperty name="height" value="0.1" units="cm"/>
      <inkml:brushProperty name="color" value="#008C3A"/>
    </inkml:brush>
  </inkml:definitions>
  <inkml:trace contextRef="#ctx0" brushRef="#br0">1 4 8754 0 0,'1'0'191'0'0,"0"-1"1"0"0,0 1-1 0 0,0-1 1 0 0,0 1-1 0 0,0-1 1 0 0,1 1 0 0 0,-1 0-1 0 0,0 0 1 0 0,0-1-1 0 0,0 1 1 0 0,0 0-1 0 0,1 0 1 0 0,-1 0-1 0 0,0 0 1 0 0,0 1-1 0 0,0-1 1 0 0,0 0-1 0 0,0 0 1 0 0,1 1-1 0 0,-1-1 1 0 0,0 1-1 0 0,0-1 1 0 0,0 1-1 0 0,1 0 1 0 0,0 1 70 0 0,0 0-1 0 0,0 0 1 0 0,0 0-1 0 0,0 0 1 0 0,-1 0-1 0 0,1 0 1 0 0,-1 0 0 0 0,0 1-1 0 0,1-1 1 0 0,0 4-1 0 0,2 4 214 0 0,-1 1 0 0 0,0 0 0 0 0,-1-1 0 0 0,1 14-1 0 0,0 50 362 0 0,-7 92-1 0 0,0-55-3682 0 0,3-76-3584 0 0</inkml:trace>
</inkml:ink>
</file>

<file path=ppt/ink/ink1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59.543"/>
    </inkml:context>
    <inkml:brush xml:id="br0">
      <inkml:brushProperty name="width" value="0.1" units="cm"/>
      <inkml:brushProperty name="height" value="0.1" units="cm"/>
      <inkml:brushProperty name="color" value="#008C3A"/>
    </inkml:brush>
  </inkml:definitions>
  <inkml:trace contextRef="#ctx0" brushRef="#br0">1 173 10594 0 0,'0'-1'76'0'0,"0"0"0"0"0,0 0 0 0 0,0-1 0 0 0,0 1 0 0 0,1 0 0 0 0,-1 0 0 0 0,0 0 0 0 0,1 0 0 0 0,-1-1 0 0 0,1 1-1 0 0,-1 0 1 0 0,1 0 0 0 0,0 0 0 0 0,-1 0 0 0 0,1 0 0 0 0,0 0 0 0 0,0 1 0 0 0,2-3 0 0 0,20-20 237 0 0,-18 19 38 0 0,13-13 170 0 0,2 0-1 0 0,0 2 1 0 0,37-22-1 0 0,-44 30-1428 0 0,1 0-1 0 0,-1 1 1 0 0,1 1-1 0 0,20-5 1 0 0,0 7-821 0 0,-18 5 1619 0 0</inkml:trace>
</inkml:ink>
</file>

<file path=ppt/ink/ink1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59.712"/>
    </inkml:context>
    <inkml:brush xml:id="br0">
      <inkml:brushProperty name="width" value="0.1" units="cm"/>
      <inkml:brushProperty name="height" value="0.1" units="cm"/>
      <inkml:brushProperty name="color" value="#008C3A"/>
    </inkml:brush>
  </inkml:definitions>
  <inkml:trace contextRef="#ctx0" brushRef="#br0">0 77 5529 0 0,'11'-3'240'0'0,"-2"0"56"0"0,0 1-232 0 0,-2-2-64 0 0,-2 1 0 0 0,0 1 0 0 0,1-2 0 0 0,5-1 96 0 0,6-5-32 0 0,5-2 0 0 0,4-3-64 0 0,-2 1 0 0 0</inkml:trace>
</inkml:ink>
</file>

<file path=ppt/ink/ink1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59.998"/>
    </inkml:context>
    <inkml:brush xml:id="br0">
      <inkml:brushProperty name="width" value="0.1" units="cm"/>
      <inkml:brushProperty name="height" value="0.1" units="cm"/>
      <inkml:brushProperty name="color" value="#008C3A"/>
    </inkml:brush>
  </inkml:definitions>
  <inkml:trace contextRef="#ctx0" brushRef="#br0">102 47 5529 0 0,'-5'3'174'0'0,"0"1"0"0"0,0-1 0 0 0,1 1 0 0 0,-1 0 0 0 0,1 0 0 0 0,0 0 0 0 0,0 1 0 0 0,1 0 0 0 0,-4 5 0 0 0,-26 47 1665 0 0,30-52-1646 0 0,0 0 44 0 0,1 1 0 0 0,-1-1 1 0 0,1 0-1 0 0,0 1 0 0 0,0 0 1 0 0,0-1-1 0 0,1 1 0 0 0,0 0 1 0 0,0 0-1 0 0,1 0 1 0 0,0 0-1 0 0,0 0 0 0 0,0 0 1 0 0,0 0-1 0 0,3 10 0 0 0,-1-11-38 0 0,0 0 0 0 0,0-1-1 0 0,1 1 1 0 0,-1-1 0 0 0,1 0-1 0 0,0 0 1 0 0,0 0 0 0 0,0 0-1 0 0,1 0 1 0 0,-1-1 0 0 0,1 1-1 0 0,0-1 1 0 0,0 0 0 0 0,0 0-1 0 0,1 0 1 0 0,-1-1 0 0 0,1 0-1 0 0,8 4 1 0 0,-3-3-150 0 0,0 1 1 0 0,0-2-1 0 0,0 1 1 0 0,0-2-1 0 0,0 1 0 0 0,1-1 1 0 0,-1-1-1 0 0,0 0 1 0 0,1 0-1 0 0,-1-1 0 0 0,0 0 1 0 0,0-1-1 0 0,0 0 1 0 0,0-1-1 0 0,0 0 0 0 0,0-1 1 0 0,0 1-1 0 0,12-9 1 0 0,-15 9-52 0 0,-1-2 1 0 0,1 1-1 0 0,-1-1 1 0 0,0 0 0 0 0,0 0-1 0 0,0 0 1 0 0,-1-1 0 0 0,0 0-1 0 0,0 0 1 0 0,0 0-1 0 0,-1-1 1 0 0,0 1 0 0 0,0-1-1 0 0,-1 0 1 0 0,0 0 0 0 0,0-1-1 0 0,-1 1 1 0 0,1-1-1 0 0,-2 1 1 0 0,1-1 0 0 0,-1 0-1 0 0,0 1 1 0 0,-1-1 0 0 0,0 0-1 0 0,0-8 1 0 0,-1 8 87 0 0,-1 0 1 0 0,1 0 0 0 0,-1 0-1 0 0,-1 0 1 0 0,0 0-1 0 0,0 1 1 0 0,0-1-1 0 0,-1 1 1 0 0,0 0 0 0 0,-9-14-1 0 0,9 17-957 0 0,-1-1-1 0 0,1 0 1 0 0,-1 1-1 0 0,1 0 0 0 0,-7-4 1 0 0,-6-2-4922 0 0</inkml:trace>
</inkml:ink>
</file>

<file path=ppt/ink/ink1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0.393"/>
    </inkml:context>
    <inkml:brush xml:id="br0">
      <inkml:brushProperty name="width" value="0.1" units="cm"/>
      <inkml:brushProperty name="height" value="0.1" units="cm"/>
      <inkml:brushProperty name="color" value="#008C3A"/>
    </inkml:brush>
  </inkml:definitions>
  <inkml:trace contextRef="#ctx0" brushRef="#br0">1 20 7370 0 0,'0'-1'130'0'0,"1"-1"1"0"0,-1 1 0 0 0,1 0 0 0 0,-1 0-1 0 0,1 0 1 0 0,-1 0 0 0 0,1 0 0 0 0,0 0-1 0 0,0 0 1 0 0,-1 1 0 0 0,1-1 0 0 0,0 0-1 0 0,0 0 1 0 0,0 1 0 0 0,0-1 0 0 0,0 0-1 0 0,0 1 1 0 0,0-1 0 0 0,0 1 0 0 0,0-1-1 0 0,0 1 1 0 0,0 0 0 0 0,2-1 0 0 0,-2 1 78 0 0,1 1 0 0 0,-1-1 0 0 0,0 0 1 0 0,0 1-1 0 0,0 0 0 0 0,0-1 0 0 0,1 1 0 0 0,-1 0 1 0 0,0-1-1 0 0,0 1 0 0 0,0 0 0 0 0,0 0 0 0 0,0 0 0 0 0,-1 0 1 0 0,1 0-1 0 0,0 0 0 0 0,0 0 0 0 0,-1 0 0 0 0,1 0 1 0 0,0 0-1 0 0,-1 0 0 0 0,1 2 0 0 0,2 5 159 0 0,0 0-1 0 0,0-1 0 0 0,-1 1 1 0 0,0 0-1 0 0,-1 0 0 0 0,0 0 1 0 0,0 0-1 0 0,-1 0 0 0 0,0 11 1 0 0,-3 13 137 0 0,-6 33 1 0 0,3-27-130 0 0,-4 26-637 0 0,-12 115 1091 0 0,17-60-6964 0 0,6-86-239 0 0</inkml:trace>
</inkml:ink>
</file>

<file path=ppt/ink/ink1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0.625"/>
    </inkml:context>
    <inkml:brush xml:id="br0">
      <inkml:brushProperty name="width" value="0.1" units="cm"/>
      <inkml:brushProperty name="height" value="0.1" units="cm"/>
      <inkml:brushProperty name="color" value="#008C3A"/>
    </inkml:brush>
  </inkml:definitions>
  <inkml:trace contextRef="#ctx0" brushRef="#br0">0 0 11058 0 0,'4'1'329'0'0,"-1"-1"-1"0"0,0 0 0 0 0,1 1 1 0 0,-1 0-1 0 0,0-1 0 0 0,0 1 0 0 0,1 0 1 0 0,-1 1-1 0 0,0-1 0 0 0,0 1 1 0 0,0-1-1 0 0,-1 1 0 0 0,1 0 1 0 0,0 0-1 0 0,3 4 0 0 0,0 0 106 0 0,-1 0-1 0 0,0 0 1 0 0,0 0-1 0 0,-1 1 0 0 0,1 0 1 0 0,3 9-1 0 0,3 10 26 0 0,-1 1 0 0 0,11 46 0 0 0,-21-72-465 0 0,33 134-3768 0 0,-28-111-2470 0 0</inkml:trace>
</inkml:ink>
</file>

<file path=ppt/ink/ink1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0.815"/>
    </inkml:context>
    <inkml:brush xml:id="br0">
      <inkml:brushProperty name="width" value="0.1" units="cm"/>
      <inkml:brushProperty name="height" value="0.1" units="cm"/>
      <inkml:brushProperty name="color" value="#008C3A"/>
    </inkml:brush>
  </inkml:definitions>
  <inkml:trace contextRef="#ctx0" brushRef="#br0">24 161 9674 0 0,'-9'-3'126'0'0,"-5"-4"491"0"0,13 6-586 0 0,1 1 1 0 0,0-1-1 0 0,0 1 0 0 0,0 0 1 0 0,0-1-1 0 0,0 1 1 0 0,0-1-1 0 0,0 1 1 0 0,0-1-1 0 0,0 1 0 0 0,0 0 1 0 0,1-1-1 0 0,-1 1 1 0 0,0-1-1 0 0,0 1 0 0 0,0-1 1 0 0,0 1-1 0 0,1 0 1 0 0,-1-1-1 0 0,0 1 0 0 0,0 0 1 0 0,1-1-1 0 0,-1 1 1 0 0,0 0-1 0 0,0-1 1 0 0,1 1-1 0 0,-1 0 0 0 0,1 0 1 0 0,-1-1-1 0 0,0 1 1 0 0,1 0-1 0 0,-1 0 0 0 0,0 0 1 0 0,1-1-1 0 0,-1 1 1 0 0,1 0-1 0 0,-1 0 0 0 0,14-8 231 0 0,1 1-1 0 0,-1 1 0 0 0,31-10 0 0 0,-5 2-505 0 0,-24 8-321 0 0,31-12-2613 0 0,51-27-1 0 0,-66 27 3035 0 0</inkml:trace>
</inkml:ink>
</file>

<file path=ppt/ink/ink1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0.974"/>
    </inkml:context>
    <inkml:brush xml:id="br0">
      <inkml:brushProperty name="width" value="0.1" units="cm"/>
      <inkml:brushProperty name="height" value="0.1" units="cm"/>
      <inkml:brushProperty name="color" value="#008C3A"/>
    </inkml:brush>
  </inkml:definitions>
  <inkml:trace contextRef="#ctx0" brushRef="#br0">42 13 3225 0 0,'13'-13'3726'0'0,"-15"23"247"0"0,-10 23-1820 0 0,1 1 1 0 0,2 1-1 0 0,-9 69 1 0 0,15-77-2245 0 0,3 53 1 0 0,2-59-1306 0 0,1 0 0 0 0,1-1 0 0 0,6 22 1 0 0</inkml:trace>
</inkml:ink>
</file>

<file path=ppt/ink/ink1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1.521"/>
    </inkml:context>
    <inkml:brush xml:id="br0">
      <inkml:brushProperty name="width" value="0.1" units="cm"/>
      <inkml:brushProperty name="height" value="0.1" units="cm"/>
      <inkml:brushProperty name="color" value="#008C3A"/>
    </inkml:brush>
  </inkml:definitions>
  <inkml:trace contextRef="#ctx0" brushRef="#br0">77 148 3225 0 0,'10'-12'300'0'0,"32"-44"607"0"0,-40 53-463 0 0,0 0-1 0 0,0-1 1 0 0,0 1-1 0 0,-1 0 1 0 0,1-1-1 0 0,-1 0 0 0 0,0 1 1 0 0,0-1-1 0 0,0 0 1 0 0,0 1-1 0 0,-1-1 0 0 0,1 0 1 0 0,-1 0-1 0 0,-1-4 1 0 0,1 7-219 0 0,0 0 1 0 0,0 0-1 0 0,0 0 1 0 0,0 0-1 0 0,0 0 1 0 0,-1 0-1 0 0,1 0 1 0 0,-1 0-1 0 0,1 0 1 0 0,0 0-1 0 0,-1 0 1 0 0,1 1-1 0 0,-1-1 1 0 0,0 0-1 0 0,1 0 1 0 0,-1 1-1 0 0,0-1 1 0 0,1 0-1 0 0,-1 1 1 0 0,0-1-1 0 0,0 0 1 0 0,1 1 0 0 0,-1-1-1 0 0,0 1 1 0 0,0 0-1 0 0,-1-1 1 0 0,0 1-50 0 0,1 0 1 0 0,-1 0-1 0 0,1 0 1 0 0,-1 0-1 0 0,0 0 0 0 0,1 1 1 0 0,-1-1-1 0 0,1 0 1 0 0,-1 1-1 0 0,1-1 1 0 0,-1 1-1 0 0,1 0 1 0 0,-1-1-1 0 0,-1 2 1 0 0,-2 2 5 0 0,-1 0 0 0 0,1 1 0 0 0,0-1 1 0 0,0 1-1 0 0,0 0 0 0 0,-6 7 0 0 0,3 2-134 0 0,-1 0 0 0 0,2 0 0 0 0,0 0 0 0 0,1 1 0 0 0,0 0 1 0 0,1 1-1 0 0,1-1 0 0 0,0 1 0 0 0,1-1 0 0 0,1 1 0 0 0,1 0 0 0 0,0 29 0 0 0,2-36-201 0 0,-1 0 0 0 0,2 0-1 0 0,-1 0 1 0 0,1 0 0 0 0,1 0 0 0 0,0 0 0 0 0,0-1 0 0 0,0 1-1 0 0,1-1 1 0 0,1 0 0 0 0,-1 0 0 0 0,1-1 0 0 0,0 1 0 0 0,1-1-1 0 0,0 0 1 0 0,0 0 0 0 0,1-1 0 0 0,-1 0 0 0 0,1 0 0 0 0,1-1-1 0 0,-1 1 1 0 0,1-2 0 0 0,16 9 0 0 0,-22-12 82 0 0,-1 0 0 0 0,1 0 0 0 0,0-1 1 0 0,0 1-1 0 0,-1 0 0 0 0,1-1 0 0 0,0 1 0 0 0,0-1 0 0 0,0 1 1 0 0,0-1-1 0 0,0 0 0 0 0,0 0 0 0 0,0 0 0 0 0,0 0 1 0 0,0 0-1 0 0,0 0 0 0 0,0-1 0 0 0,-1 1 0 0 0,1 0 0 0 0,0-1 1 0 0,0 0-1 0 0,0 1 0 0 0,0-1 0 0 0,1-1 0 0 0,-1 0-58 0 0,-1 0 0 0 0,0 0 0 0 0,0 0 0 0 0,0 0 0 0 0,0 0 0 0 0,0 0-1 0 0,0 0 1 0 0,0 0 0 0 0,-1 0 0 0 0,1 0 0 0 0,-1 0 0 0 0,0-1 0 0 0,1 1 0 0 0,-1 0-1 0 0,0 0 1 0 0,0-1 0 0 0,-1 1 0 0 0,1 0 0 0 0,0 0 0 0 0,-2-4 0 0 0,0-9-710 0 0,-1 2 663 0 0,1 1 0 0 0,1-1 1 0 0,0 0-1 0 0,1 0 1 0 0,1-13-1 0 0,-1 22 303 0 0,1 1 0 0 0,0-1 0 0 0,0 1 0 0 0,0 0-1 0 0,0-1 1 0 0,0 1 0 0 0,1 0 0 0 0,0 0 0 0 0,-1 0 0 0 0,1 0 0 0 0,0 0 0 0 0,0 0 0 0 0,1 1 0 0 0,-1-1 0 0 0,1 0 0 0 0,-1 1 0 0 0,1 0 0 0 0,0 0-1 0 0,0 0 1 0 0,0 0 0 0 0,0 0 0 0 0,0 1 0 0 0,5-3 0 0 0,3 0 119 0 0,0 1 0 0 0,1 0 0 0 0,-1 1 0 0 0,1 0 0 0 0,0 1 0 0 0,0 0 0 0 0,0 1 0 0 0,-1 0 0 0 0,1 1 0 0 0,0 0 0 0 0,0 1 0 0 0,-1 0 0 0 0,1 1 0 0 0,13 5 0 0 0,-22-6-156 0 0,0 0 0 0 0,0 1 0 0 0,0-1 0 0 0,0 1 0 0 0,0 0-1 0 0,-1 0 1 0 0,1 0 0 0 0,-1 0 0 0 0,0 0 0 0 0,0 0 0 0 0,0 1-1 0 0,0-1 1 0 0,0 1 0 0 0,-1 0 0 0 0,1-1 0 0 0,-1 1 0 0 0,0 0 0 0 0,-1 0-1 0 0,1 0 1 0 0,0 0 0 0 0,-1-1 0 0 0,0 1 0 0 0,-1 7 0 0 0,1 10-266 0 0,-2 0-1 0 0,-1 0 1 0 0,-5 22 0 0 0,6-35-39 0 0,-6 29-2410 0 0,5-22-3614 0 0</inkml:trace>
</inkml:ink>
</file>

<file path=ppt/ink/ink1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2.075"/>
    </inkml:context>
    <inkml:brush xml:id="br0">
      <inkml:brushProperty name="width" value="0.1" units="cm"/>
      <inkml:brushProperty name="height" value="0.1" units="cm"/>
      <inkml:brushProperty name="color" value="#008C3A"/>
    </inkml:brush>
  </inkml:definitions>
  <inkml:trace contextRef="#ctx0" brushRef="#br0">30 4 6913 0 0,'-3'-3'2909'0'0,"2"3"-2861"0"0,-7 7 1271 0 0,-6 12 53 0 0,13-11-807 0 0,0-1 0 0 0,0 1 0 0 0,1 0 0 0 0,0 0-1 0 0,0 0 1 0 0,1 0 0 0 0,0 0 0 0 0,0-1 0 0 0,5 14 0 0 0,-1 6 169 0 0,6 35 125 0 0,24 76 0 0 0,-23-99-2092 0 0,26 50 0 0 0,-29-69-5345 0 0</inkml:trace>
</inkml:ink>
</file>

<file path=ppt/ink/ink1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2.297"/>
    </inkml:context>
    <inkml:brush xml:id="br0">
      <inkml:brushProperty name="width" value="0.1" units="cm"/>
      <inkml:brushProperty name="height" value="0.1" units="cm"/>
      <inkml:brushProperty name="color" value="#008C3A"/>
    </inkml:brush>
  </inkml:definitions>
  <inkml:trace contextRef="#ctx0" brushRef="#br0">1 15 9674 0 0,'0'0'89'0'0,"1"-1"1"0"0,-1 0-1 0 0,1 0 0 0 0,-1 0 0 0 0,1 0 1 0 0,-1 0-1 0 0,1 1 0 0 0,0-1 0 0 0,-1 0 1 0 0,1 1-1 0 0,0-1 0 0 0,0 0 1 0 0,-1 1-1 0 0,1-1 0 0 0,0 1 0 0 0,0-1 1 0 0,0 1-1 0 0,0 0 0 0 0,0-1 0 0 0,0 1 1 0 0,0 0-1 0 0,0-1 0 0 0,-1 1 1 0 0,1 0-1 0 0,0 0 0 0 0,0 0 0 0 0,2 0 1 0 0,-1 1 130 0 0,-1 0 0 0 0,0 0 1 0 0,1 0-1 0 0,-1 0 1 0 0,0 0-1 0 0,0 0 0 0 0,0 0 1 0 0,0 0-1 0 0,0 0 1 0 0,0 1-1 0 0,0-1 0 0 0,0 1 1 0 0,0-1-1 0 0,0 0 1 0 0,-1 1-1 0 0,1-1 0 0 0,0 4 1 0 0,7 23 744 0 0,-1 0 0 0 0,-1 0 1 0 0,-2 1-1 0 0,-1 0 0 0 0,0 30 1 0 0,2 19-486 0 0,6 9-691 0 0,1-31-3070 0 0,-8-38-3637 0 0</inkml:trace>
</inkml:ink>
</file>

<file path=ppt/ink/ink1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2.491"/>
    </inkml:context>
    <inkml:brush xml:id="br0">
      <inkml:brushProperty name="width" value="0.1" units="cm"/>
      <inkml:brushProperty name="height" value="0.1" units="cm"/>
      <inkml:brushProperty name="color" value="#008C3A"/>
    </inkml:brush>
  </inkml:definitions>
  <inkml:trace contextRef="#ctx0" brushRef="#br0">0 121 8290 0 0,'81'-12'4019'0'0,"104"-41"-1544"0"0,-66 9-6066 0 0,-95 33 2312 0 0</inkml:trace>
</inkml:ink>
</file>

<file path=ppt/ink/ink1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3.263"/>
    </inkml:context>
    <inkml:brush xml:id="br0">
      <inkml:brushProperty name="width" value="0.1" units="cm"/>
      <inkml:brushProperty name="height" value="0.1" units="cm"/>
      <inkml:brushProperty name="color" value="#008C3A"/>
    </inkml:brush>
  </inkml:definitions>
  <inkml:trace contextRef="#ctx0" brushRef="#br0">143 0 3225 0 0,'-7'3'439'0'0,"1"-1"1"0"0,0 1-1 0 0,-1 0 0 0 0,1 1 1 0 0,0 0-1 0 0,1 0 1 0 0,-8 6-1 0 0,10-8-230 0 0,-4 4 343 0 0,0 0 0 0 0,1 1 0 0 0,-1 0 0 0 0,1 1-1 0 0,1 0 1 0 0,-1-1 0 0 0,1 2 0 0 0,1-1 0 0 0,-1 1-1 0 0,2-1 1 0 0,-7 18 0 0 0,7-15-399 0 0,1-1-1 0 0,-1 1 1 0 0,1-1 0 0 0,1 1 0 0 0,0 0-1 0 0,1 0 1 0 0,0-1 0 0 0,0 1 0 0 0,1 0 0 0 0,4 14-1 0 0,-5-23-166 0 0,1 1-1 0 0,-1-1 1 0 0,1 0-1 0 0,-1 0 1 0 0,1 0-1 0 0,0 0 1 0 0,0 0-1 0 0,0 0 1 0 0,1 0-1 0 0,-1 0 0 0 0,0 0 1 0 0,1 0-1 0 0,-1-1 1 0 0,1 1-1 0 0,-1-1 1 0 0,1 1-1 0 0,0-1 1 0 0,0 1-1 0 0,1 0 1 0 0,-1-2-65 0 0,0 1 0 0 0,0-1 0 0 0,0 1 1 0 0,0-1-1 0 0,0 0 0 0 0,0 0 0 0 0,0 0 1 0 0,0 0-1 0 0,0 0 0 0 0,0 0 0 0 0,0 0 0 0 0,0-1 1 0 0,0 1-1 0 0,0-1 0 0 0,0 0 0 0 0,-1 1 1 0 0,3-2-1 0 0,4-2-287 0 0,-1-1 0 0 0,1 0-1 0 0,-1 0 1 0 0,-1-1 0 0 0,1 1 0 0 0,-1-1 0 0 0,0-1 0 0 0,6-8 0 0 0,0-1-789 0 0,-1-2-192 0 0</inkml:trace>
</inkml:ink>
</file>

<file path=ppt/ink/ink1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3.437"/>
    </inkml:context>
    <inkml:brush xml:id="br0">
      <inkml:brushProperty name="width" value="0.1" units="cm"/>
      <inkml:brushProperty name="height" value="0.1" units="cm"/>
      <inkml:brushProperty name="color" value="#008C3A"/>
    </inkml:brush>
  </inkml:definitions>
  <inkml:trace contextRef="#ctx0" brushRef="#br0">30 225 1896 0 0,'1'-19'914'0'0,"-2"-14"457"0"0,0 1 660 0 0,-6-42 1 0 0,5 63-520 0 0,-1 1 0 0 0,1 0-1 0 0,-2-1 1 0 0,-6-14 0 0 0,13 42 3006 0 0,-1 23-3626 0 0,-2-14-360 0 0,2 9-318 0 0,12 117 803 0 0,-11-132-1233 0 0,1 0-1 0 0,1-1 1 0 0,1 0 0 0 0,1 0-1 0 0,14 29 1 0 0,-12-28-906 0 0</inkml:trace>
</inkml:ink>
</file>

<file path=ppt/ink/ink1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3.771"/>
    </inkml:context>
    <inkml:brush xml:id="br0">
      <inkml:brushProperty name="width" value="0.1" units="cm"/>
      <inkml:brushProperty name="height" value="0.1" units="cm"/>
      <inkml:brushProperty name="color" value="#008C3A"/>
    </inkml:brush>
  </inkml:definitions>
  <inkml:trace contextRef="#ctx0" brushRef="#br0">1 354 5529 0 0,'6'-3'529'0'0,"-1"-1"-1"0"0,1 0 1 0 0,-1-1 0 0 0,1 1-1 0 0,-1-1 1 0 0,-1 0-1 0 0,1-1 1 0 0,5-7 0 0 0,28-50 3643 0 0,6-40-565 0 0,-39 89-3325 0 0,0-1 0 0 0,-2 1-1 0 0,1-1 1 0 0,-2 1 0 0 0,1-24-1 0 0,-2 37-276 0 0,-1 0 0 0 0,0 0 0 0 0,0 0 0 0 0,0 0 0 0 0,0-1 0 0 0,0 1 0 0 0,-1 0 0 0 0,1 0 0 0 0,0 0 0 0 0,0 0 0 0 0,-1-1 0 0 0,1 1 0 0 0,-1 0 0 0 0,1 0 0 0 0,-1 0 0 0 0,1 0 0 0 0,-1 0 0 0 0,0 0 0 0 0,1 0 0 0 0,-1 0 0 0 0,0 0 0 0 0,0 1 0 0 0,0-1 0 0 0,-2-1 0 0 0,2 1 1 0 0,-1 1 1 0 0,1 0-1 0 0,-1-1 1 0 0,1 1-1 0 0,-1 0 1 0 0,1 0-1 0 0,-1 0 0 0 0,0 0 1 0 0,1 0-1 0 0,-1 1 1 0 0,1-1-1 0 0,-1 0 1 0 0,1 1-1 0 0,-1-1 1 0 0,1 1-1 0 0,-2 0 1 0 0,-3 2-65 0 0,0 0 1 0 0,0 1 0 0 0,0-1-1 0 0,1 1 1 0 0,0 0 0 0 0,0 0-1 0 0,-9 10 1 0 0,8-6 9 0 0,1 1-1 0 0,1 0 0 0 0,-1 0 1 0 0,1 0-1 0 0,1 0 1 0 0,-1 0-1 0 0,2 1 0 0 0,-1 0 1 0 0,1-1-1 0 0,1 1 1 0 0,0 0-1 0 0,0 0 0 0 0,1 0 1 0 0,0 0-1 0 0,1 0 1 0 0,3 19-1 0 0,-2-20 18 0 0,-1-1 0 0 0,2 1 1 0 0,-1-1-1 0 0,1 0 0 0 0,0 0 0 0 0,1 0 1 0 0,0 0-1 0 0,0-1 0 0 0,1 0 0 0 0,0 1 1 0 0,0-1-1 0 0,1-1 0 0 0,-1 1 0 0 0,1-1 0 0 0,1 0 1 0 0,-1-1-1 0 0,1 1 0 0 0,0-1 0 0 0,15 8 1 0 0,14-4-1415 0 0,-12-9-2980 0 0,-3-2-843 0 0</inkml:trace>
</inkml:ink>
</file>

<file path=ppt/ink/ink1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4.072"/>
    </inkml:context>
    <inkml:brush xml:id="br0">
      <inkml:brushProperty name="width" value="0.1" units="cm"/>
      <inkml:brushProperty name="height" value="0.1" units="cm"/>
      <inkml:brushProperty name="color" value="#008C3A"/>
    </inkml:brush>
  </inkml:definitions>
  <inkml:trace contextRef="#ctx0" brushRef="#br0">43 54 6913 0 0,'-4'-7'592'0'0,"-35"-39"12979"0"0,44 67-12771 0 0,-2-7-342 0 0,16 50 95 0 0,35 81-1 0 0,8-9-4067 0 0,-50-112-3726 0 0</inkml:trace>
</inkml:ink>
</file>

<file path=ppt/ink/ink1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4.972"/>
    </inkml:context>
    <inkml:brush xml:id="br0">
      <inkml:brushProperty name="width" value="0.1" units="cm"/>
      <inkml:brushProperty name="height" value="0.1" units="cm"/>
      <inkml:brushProperty name="color" value="#008C3A"/>
    </inkml:brush>
  </inkml:definitions>
  <inkml:trace contextRef="#ctx0" brushRef="#br0">121 85 8290 0 0,'0'0'105'0'0,"1"0"0"0"0,-1-1 0 0 0,1 1 0 0 0,-1 0 0 0 0,0-1 0 0 0,1 1 0 0 0,-1 0 0 0 0,1-1 1 0 0,-1 1-1 0 0,0 0 0 0 0,1-1 0 0 0,-1 1 0 0 0,0-1 0 0 0,0 1 0 0 0,1-1 0 0 0,-1 1 0 0 0,0-1 0 0 0,0 1 0 0 0,0-1 0 0 0,1 1 1 0 0,-1-1-1 0 0,0 1 0 0 0,0-1 0 0 0,0 1 0 0 0,0-1 0 0 0,0 1 0 0 0,0-1 0 0 0,0 1 0 0 0,0-1 0 0 0,0 1 0 0 0,0-1 0 0 0,-1 1 1 0 0,1-1-1 0 0,0 1 0 0 0,0-1 0 0 0,0 1 0 0 0,-1-1 0 0 0,1 1 0 0 0,0-1 0 0 0,0 1 0 0 0,-1-1 0 0 0,1 1 0 0 0,0 0 0 0 0,-1-1 1 0 0,1 1-1 0 0,-1 0 0 0 0,1-1 0 0 0,0 1 0 0 0,-1 0 0 0 0,1-1 0 0 0,-1 1 0 0 0,1 0 0 0 0,-1 0 0 0 0,0-1 0 0 0,-1 1 99 0 0,1-1 1 0 0,-1 1-1 0 0,1 0 0 0 0,-1 0 0 0 0,1-1 0 0 0,-1 1 0 0 0,1 0 0 0 0,-1 0 0 0 0,1 0 0 0 0,0 1 0 0 0,-1-1 0 0 0,1 0 0 0 0,-1 1 0 0 0,1-1 0 0 0,-1 1 0 0 0,1-1 0 0 0,0 1 0 0 0,-1-1 0 0 0,-1 2 1 0 0,-6 7-20 0 0,0 1 1 0 0,1 0 0 0 0,0 0 0 0 0,1 0 0 0 0,0 1-1 0 0,0 0 1 0 0,1 0 0 0 0,1 1 0 0 0,0 0 0 0 0,0 0 0 0 0,-5 23-1 0 0,10-33-220 0 0,-1 0 0 0 0,1 0 0 0 0,0 0 0 0 0,0 0 0 0 0,-1 0 0 0 0,1 0 0 0 0,1 0 0 0 0,-1 0 0 0 0,0 0 0 0 0,0 0 0 0 0,1 0 0 0 0,-1 0 0 0 0,1 0 0 0 0,-1 0 0 0 0,1 0 0 0 0,0 0 0 0 0,2 3 0 0 0,-2-4-37 0 0,0 0 1 0 0,0 0-1 0 0,0-1 0 0 0,0 1 0 0 0,1 0 0 0 0,-1 0 1 0 0,0-1-1 0 0,0 1 0 0 0,1 0 0 0 0,-1-1 0 0 0,0 0 0 0 0,1 1 1 0 0,-1-1-1 0 0,1 0 0 0 0,-1 1 0 0 0,0-1 0 0 0,1 0 1 0 0,-1 0-1 0 0,3-1 0 0 0,2 1-185 0 0,1-2 1 0 0,-1 1-1 0 0,1-1 0 0 0,-1 0 1 0 0,1 0-1 0 0,-1-1 0 0 0,0 0 1 0 0,0 0-1 0 0,6-4 0 0 0,4-4-1403 0 0,0-1-1 0 0,23-22 0 0 0,-33 28 1476 0 0,-1 0 0 0 0,0 0 0 0 0,0-1 0 0 0,0 1 0 0 0,-1-1 0 0 0,0 0 0 0 0,0 0 0 0 0,0-1 0 0 0,6-10 3424 0 0,-4 26-1502 0 0,7 20-916 0 0,-7-15-340 0 0,-4-9-461 0 0,0 0 1 0 0,0 0-1 0 0,1-1 0 0 0,-1 1 1 0 0,1-1-1 0 0,0 1 0 0 0,0-1 1 0 0,0 0-1 0 0,0 0 0 0 0,0 0 1 0 0,1-1-1 0 0,-1 1 0 0 0,1-1 1 0 0,0 0-1 0 0,-1 0 0 0 0,1 0 1 0 0,0 0-1 0 0,0-1 0 0 0,1 0 1 0 0,-1 0-1 0 0,0 0 1 0 0,5 1-1 0 0,-3-2-91 0 0,1-1-1 0 0,-1 1 1 0 0,1-1 0 0 0,-1 0 0 0 0,1-1-1 0 0,-1 1 1 0 0,0-1 0 0 0,1-1 0 0 0,-1 1-1 0 0,0-1 1 0 0,-1 0 0 0 0,1 0 0 0 0,10-8 0 0 0,-8 5-350 0 0,0-1 1 0 0,0 1 0 0 0,0-2-1 0 0,-1 1 1 0 0,0-1 0 0 0,0 0-1 0 0,-1 0 1 0 0,0-1 0 0 0,8-16-1 0 0,-8 11 895 0 0,0 0-1 0 0,-1-1 0 0 0,4-20 1 0 0,-5 23 2208 0 0,-2 23 796 0 0,-2-5-3013 0 0,0 3-318 0 0,0 0-1 0 0,1 0 1 0 0,0 1 0 0 0,1-1 0 0 0,0 0-1 0 0,0 0 1 0 0,1 0 0 0 0,0-1-1 0 0,0 1 1 0 0,1-1 0 0 0,0 1-1 0 0,1-1 1 0 0,0-1 0 0 0,0 1 0 0 0,1-1-1 0 0,0 1 1 0 0,11 9 0 0 0,6-1 897 0 0,-19-15-1032 0 0,-1 2 1 0 0,1-1-1 0 0,-1 0 1 0 0,1 1-1 0 0,-1-1 1 0 0,0 1-1 0 0,5 5 1 0 0,-3 2-42 0 0,-1 0 0 0 0,0 0-1 0 0,0 0 1 0 0,-1 0 0 0 0,4 19 0 0 0,-7-26 28 0 0,2 5-30 0 0,-1 1-1 0 0,0-1 1 0 0,-1 0 0 0 0,1 0-1 0 0,-2 1 1 0 0,1-1 0 0 0,-1 0 0 0 0,0 0-1 0 0,-1 1 1 0 0,0-1 0 0 0,0 0-1 0 0,-1-1 1 0 0,0 1 0 0 0,-1 0-1 0 0,1-1 1 0 0,-1 1 0 0 0,-1-1 0 0 0,1-1-1 0 0,-1 1 1 0 0,0 0 0 0 0,-1-1-1 0 0,0 0 1 0 0,0 0 0 0 0,0-1 0 0 0,-1 0-1 0 0,1 0 1 0 0,-1 0 0 0 0,0-1-1 0 0,-1 0 1 0 0,1 0 0 0 0,-1-1 0 0 0,1 0-1 0 0,-1-1 1 0 0,0 1 0 0 0,0-1-1 0 0,-1-1 1 0 0,1 0 0 0 0,0 0-1 0 0,0 0 1 0 0,-17-2 0 0 0,22 1-71 0 0,-1 0-1 0 0,1 0 1 0 0,0-1 0 0 0,-1 1 0 0 0,1-1-1 0 0,0 0 1 0 0,0 0 0 0 0,0 0-1 0 0,-1 0 1 0 0,1 0 0 0 0,1-1 0 0 0,-1 1-1 0 0,0-1 1 0 0,0 0 0 0 0,0 0 0 0 0,1 0-1 0 0,-1 0 1 0 0,1-1 0 0 0,0 1 0 0 0,0-1-1 0 0,0 1 1 0 0,0-1 0 0 0,0 0-1 0 0,0 0 1 0 0,1 0 0 0 0,-1 0 0 0 0,1 0-1 0 0,0 0 1 0 0,0 0 0 0 0,0 0 0 0 0,0 0-1 0 0,0-1 1 0 0,1 1 0 0 0,-1-4-1 0 0,4-19-6405 0 0</inkml:trace>
</inkml:ink>
</file>

<file path=ppt/ink/ink1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5.916"/>
    </inkml:context>
    <inkml:brush xml:id="br0">
      <inkml:brushProperty name="width" value="0.1" units="cm"/>
      <inkml:brushProperty name="height" value="0.1" units="cm"/>
      <inkml:brushProperty name="color" value="#008C3A"/>
    </inkml:brush>
  </inkml:definitions>
  <inkml:trace contextRef="#ctx0" brushRef="#br0">40 1 5985 0 0,'-12'27'7280'0'0,"-1"25"-5392"0"0,7-23-1653 0 0,-3 52-1 0 0,10-59-219 0 0,1 0 1 0 0,1 0-1 0 0,0 0 1 0 0,2 0-1 0 0,1 0 1 0 0,0-1-1 0 0,2 0 0 0 0,0 0 1 0 0,2-1-1 0 0,0 0 1 0 0,1-1-1 0 0,1 0 1 0 0,19 24-1 0 0,-25-37-70 0 0,0 0 0 0 0,0-1 0 0 0,1 1-1 0 0,-1-1 1 0 0,1 0 0 0 0,0-1 0 0 0,1 1 0 0 0,-1-2-1 0 0,1 1 1 0 0,0-1 0 0 0,8 2 0 0 0,-13-3 0 0 0,-1-2 1 0 0,1 1-1 0 0,0 0 0 0 0,-1 0 0 0 0,1-1 1 0 0,0 0-1 0 0,0 1 0 0 0,0-1 1 0 0,-1 0-1 0 0,1 0 0 0 0,0-1 1 0 0,0 1-1 0 0,0-1 0 0 0,-1 1 0 0 0,1-1 1 0 0,0 0-1 0 0,-1 0 0 0 0,1 0 1 0 0,0 0-1 0 0,-1-1 0 0 0,1 1 1 0 0,-1-1-1 0 0,0 1 0 0 0,0-1 1 0 0,1 0-1 0 0,-1 0 0 0 0,0 0 0 0 0,-1 0 1 0 0,1 0-1 0 0,0 0 0 0 0,0-1 1 0 0,-1 1-1 0 0,0 0 0 0 0,1-1 1 0 0,1-5-1 0 0,-2 3 43 0 0,0-1 1 0 0,0 0 0 0 0,0 0-1 0 0,-1 1 1 0 0,0-1 0 0 0,0 0-1 0 0,0 0 1 0 0,-1 0 0 0 0,0 1-1 0 0,0-1 1 0 0,-3-9 0 0 0,-27-65 685 0 0,24 63-280 0 0,-3-4-48 0 0,6 14-130 0 0,1-1 0 0 0,-1 0 0 0 0,1 0 1 0 0,1 0-1 0 0,-3-11 0 0 0,5 17-171 0 0,0 0 1 0 0,0 0-1 0 0,0 0 0 0 0,0 0 0 0 0,0-1 1 0 0,0 1-1 0 0,0 0 0 0 0,1 0 1 0 0,-1 0-1 0 0,1 0 0 0 0,0 0 1 0 0,0 0-1 0 0,0 0 0 0 0,0 0 0 0 0,0 0 1 0 0,0 1-1 0 0,0-1 0 0 0,0 0 1 0 0,1 0-1 0 0,-1 1 0 0 0,1-1 0 0 0,-1 1 1 0 0,1 0-1 0 0,-1-1 0 0 0,5-1 1 0 0,-3 0 19 0 0,0 1 0 0 0,1 0 1 0 0,0 0-1 0 0,-1 0 0 0 0,1 0 1 0 0,0 1-1 0 0,0-1 0 0 0,0 1 0 0 0,0 0 1 0 0,0 0-1 0 0,0 1 0 0 0,0-1 1 0 0,0 1-1 0 0,0 0 0 0 0,1 0 1 0 0,-1 0-1 0 0,0 1 0 0 0,0-1 1 0 0,7 3-1 0 0,-7-1-4 0 0,0 0-1 0 0,0 0 1 0 0,-1 1 0 0 0,1-1-1 0 0,-1 1 1 0 0,0 0 0 0 0,0 0 0 0 0,0 0-1 0 0,0 0 1 0 0,-1 0 0 0 0,1 1-1 0 0,-1-1 1 0 0,0 1 0 0 0,1 0 0 0 0,-2 0-1 0 0,1-1 1 0 0,0 1 0 0 0,-1 0-1 0 0,1 6 1 0 0,3 14-79 0 0,-1-1-1 0 0,-1 1 1 0 0,-1 0 0 0 0,-1 30-1 0 0,0 2-3271 0 0,-1-41-2630 0 0</inkml:trace>
</inkml:ink>
</file>

<file path=ppt/ink/ink1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6.427"/>
    </inkml:context>
    <inkml:brush xml:id="br0">
      <inkml:brushProperty name="width" value="0.1" units="cm"/>
      <inkml:brushProperty name="height" value="0.1" units="cm"/>
      <inkml:brushProperty name="color" value="#008C3A"/>
    </inkml:brush>
  </inkml:definitions>
  <inkml:trace contextRef="#ctx0" brushRef="#br0">1 29 10138 0 0,'0'-1'101'0'0,"0"0"-1"0"0,1 1 1 0 0,-1-1-1 0 0,0 1 1 0 0,1-1-1 0 0,-1 0 1 0 0,1 1-1 0 0,-1-1 1 0 0,1 1-1 0 0,-1-1 1 0 0,1 1-1 0 0,-1 0 1 0 0,1-1-1 0 0,-1 1 1 0 0,1-1-1 0 0,0 1 1 0 0,-1 0-1 0 0,1-1 1 0 0,-1 1-1 0 0,1 0 1 0 0,0 0-1 0 0,-1 0 1 0 0,1 0-1 0 0,0-1 1 0 0,0 1-1 0 0,-1 0 1 0 0,1 0-1 0 0,0 0 1 0 0,-1 0-1 0 0,1 1 1 0 0,0-1-1 0 0,1 1 83 0 0,-1 0 1 0 0,0 0-1 0 0,0 0 0 0 0,0 0 0 0 0,0 0 0 0 0,-1 0 0 0 0,1 0 0 0 0,0 0 0 0 0,0 1 0 0 0,-1-1 0 0 0,1 0 0 0 0,-1 1 0 0 0,1-1 1 0 0,0 2-1 0 0,9 61 2967 0 0,-9-55-3021 0 0,3 26 485 0 0,-2-16-474 0 0,0-1 0 0 0,1 1 0 0 0,1-1 0 0 0,8 25 0 0 0,-10-38-147 0 0,0 0-1 0 0,0-1 0 0 0,1 1 0 0 0,0-1 0 0 0,-1 1 0 0 0,1-1 0 0 0,0 0 0 0 0,1 0 0 0 0,-1-1 0 0 0,1 1 0 0 0,0-1 0 0 0,0 0 1 0 0,0 1-1 0 0,0-2 0 0 0,0 1 0 0 0,1 0 0 0 0,0-1 0 0 0,-1 0 0 0 0,1 0 0 0 0,0-1 0 0 0,6 2 0 0 0,-8-2-18 0 0,0-1 0 0 0,0 0-1 0 0,0 1 1 0 0,0-1-1 0 0,0-1 1 0 0,0 1-1 0 0,0 0 1 0 0,0-1 0 0 0,0 0-1 0 0,0 1 1 0 0,0-1-1 0 0,0 0 1 0 0,0-1 0 0 0,-1 1-1 0 0,1 0 1 0 0,0-1-1 0 0,-1 0 1 0 0,1 1-1 0 0,-1-1 1 0 0,0 0 0 0 0,1 0-1 0 0,-1-1 1 0 0,0 1-1 0 0,0 0 1 0 0,0-1 0 0 0,-1 1-1 0 0,1-1 1 0 0,0 0-1 0 0,-1 1 1 0 0,1-4-1 0 0,6-10-187 0 0,-1-1 1 0 0,-1 1-1 0 0,7-33 0 0 0,-11 42 204 0 0,-1-1 61 0 0,0 1 0 0 0,-1 0 1 0 0,0 0-1 0 0,-1-1 0 0 0,1 1 0 0 0,-1 0 1 0 0,-1 0-1 0 0,1 0 0 0 0,-1 0 0 0 0,-1 0 0 0 0,1 0 1 0 0,-1 0-1 0 0,0 1 0 0 0,-7-11 0 0 0,8 12-12 0 0,-1 0 0 0 0,-1 0-1 0 0,1 0 1 0 0,-1 0 0 0 0,0 1 0 0 0,0-1-1 0 0,0 1 1 0 0,-1 0 0 0 0,1 0 0 0 0,-1 0-1 0 0,0 1 1 0 0,0 0 0 0 0,-1 0 0 0 0,1 0-1 0 0,0 1 1 0 0,-1-1 0 0 0,0 1 0 0 0,-8-2-1 0 0,10 4-107 0 0,1 1-1 0 0,-1-1 0 0 0,0 0 1 0 0,0 1-1 0 0,1 0 1 0 0,-1 0-1 0 0,0 0 0 0 0,1 0 1 0 0,-1 1-1 0 0,1-1 0 0 0,-1 1 1 0 0,1 0-1 0 0,-5 4 0 0 0,-12 8-5336 0 0</inkml:trace>
</inkml:ink>
</file>

<file path=ppt/ink/ink1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6.804"/>
    </inkml:context>
    <inkml:brush xml:id="br0">
      <inkml:brushProperty name="width" value="0.1" units="cm"/>
      <inkml:brushProperty name="height" value="0.1" units="cm"/>
      <inkml:brushProperty name="color" value="#008C3A"/>
    </inkml:brush>
  </inkml:definitions>
  <inkml:trace contextRef="#ctx0" brushRef="#br0">67 22 9674 0 0,'-3'-1'91'0'0,"-3"-3"304"0"0,0 1 0 0 0,0-1 0 0 0,-1 2 1 0 0,-9-4-1 0 0,15 6-308 0 0,0-1-1 0 0,1 1 1 0 0,-1 0 0 0 0,0 0-1 0 0,1 0 1 0 0,-1 0 0 0 0,0 0-1 0 0,0 0 1 0 0,1 0-1 0 0,-1 0 1 0 0,0 0 0 0 0,1 0-1 0 0,-1 0 1 0 0,0 0 0 0 0,1 1-1 0 0,-1-1 1 0 0,0 0 0 0 0,1 0-1 0 0,-1 1 1 0 0,0-1 0 0 0,1 0-1 0 0,-1 1 1 0 0,1-1-1 0 0,-1 1 1 0 0,1-1 0 0 0,-1 1-1 0 0,1-1 1 0 0,-1 1 0 0 0,1-1-1 0 0,-1 1 1 0 0,1 0 0 0 0,-1-1-1 0 0,1 1 1 0 0,0-1-1 0 0,0 1 1 0 0,-1 0 0 0 0,1-1-1 0 0,0 1 1 0 0,0 0 0 0 0,0-1-1 0 0,0 1 1 0 0,-1 0 0 0 0,1 0-1 0 0,0-1 1 0 0,0 1 0 0 0,1 0-1 0 0,-1-1 1 0 0,0 1-1 0 0,0 0 1 0 0,0 0 0 0 0,0-1-1 0 0,1 1 1 0 0,-1 0 0 0 0,0-1-1 0 0,1 2 1 0 0,25 116 3154 0 0,3 23-1880 0 0,-21-76-1014 0 0,-3-14-943 0 0,2-1 1 0 0,21 77-1 0 0,-25-116-1019 0 0</inkml:trace>
</inkml:ink>
</file>

<file path=ppt/ink/ink1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7.453"/>
    </inkml:context>
    <inkml:brush xml:id="br0">
      <inkml:brushProperty name="width" value="0.1" units="cm"/>
      <inkml:brushProperty name="height" value="0.1" units="cm"/>
      <inkml:brushProperty name="color" value="#008C3A"/>
    </inkml:brush>
  </inkml:definitions>
  <inkml:trace contextRef="#ctx0" brushRef="#br0">1 8 8754 0 0,'7'-7'5810'0'0,"-6"7"-5689"0"0,6 15 3112 0 0,4 25-1032 0 0,9 137 123 0 0,-10-75-4640 0 0,-8-74-4944 0 0</inkml:trace>
</inkml:ink>
</file>

<file path=ppt/ink/ink1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7.675"/>
    </inkml:context>
    <inkml:brush xml:id="br0">
      <inkml:brushProperty name="width" value="0.1" units="cm"/>
      <inkml:brushProperty name="height" value="0.1" units="cm"/>
      <inkml:brushProperty name="color" value="#008C3A"/>
    </inkml:brush>
  </inkml:definitions>
  <inkml:trace contextRef="#ctx0" brushRef="#br0">1 1 10594 0 0,'0'1'119'0'0,"0"0"0"0"0,0 0-1 0 0,0 0 1 0 0,0 0 0 0 0,0 0-1 0 0,0 0 1 0 0,1 0 0 0 0,-1 0 0 0 0,0-1-1 0 0,0 1 1 0 0,1 0 0 0 0,-1 0-1 0 0,1 0 1 0 0,-1 0 0 0 0,1 0-1 0 0,-1-1 1 0 0,1 1 0 0 0,0 0 0 0 0,-1 0-1 0 0,1-1 1 0 0,0 1 0 0 0,0 0-1 0 0,-1-1 1 0 0,1 1 0 0 0,0-1-1 0 0,0 1 1 0 0,0-1 0 0 0,1 1 0 0 0,28 14 1415 0 0,-21-13-1616 0 0,0-1 0 0 0,0 1 0 0 0,0-1 0 0 0,1-1 0 0 0,9 0 0 0 0,24 1-4357 0 0,-25 2 2094 0 0,-1-1-21 0 0</inkml:trace>
</inkml:ink>
</file>

<file path=ppt/ink/ink1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7.836"/>
    </inkml:context>
    <inkml:brush xml:id="br0">
      <inkml:brushProperty name="width" value="0.1" units="cm"/>
      <inkml:brushProperty name="height" value="0.1" units="cm"/>
      <inkml:brushProperty name="color" value="#008C3A"/>
    </inkml:brush>
  </inkml:definitions>
  <inkml:trace contextRef="#ctx0" brushRef="#br0">1 71 6913 0 0,'5'0'305'0'0,"-1"-1"63"0"0,2 0-296 0 0,-2-1-72 0 0,-1 1 0 0 0,-1-1 0 0 0,4 0-360 0 0,2-5-89 0 0,6-3-23 0 0,4-3 0 0 0,3-2 408 0 0,1-2 64 0 0</inkml:trace>
</inkml:ink>
</file>

<file path=ppt/ink/ink1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8.094"/>
    </inkml:context>
    <inkml:brush xml:id="br0">
      <inkml:brushProperty name="width" value="0.1" units="cm"/>
      <inkml:brushProperty name="height" value="0.1" units="cm"/>
      <inkml:brushProperty name="color" value="#008C3A"/>
    </inkml:brush>
  </inkml:definitions>
  <inkml:trace contextRef="#ctx0" brushRef="#br0">129 1 6913 0 0,'-5'1'159'0'0,"0"1"-1"0"0,1 0 0 0 0,-1 0 0 0 0,1 0 1 0 0,-1 0-1 0 0,1 1 0 0 0,0-1 0 0 0,0 1 0 0 0,0 0 1 0 0,1 1-1 0 0,-1-1 0 0 0,1 1 0 0 0,0-1 0 0 0,0 1 1 0 0,0 0-1 0 0,0 0 0 0 0,-3 6 0 0 0,-4 9 726 0 0,0 0-1 0 0,-11 32 1 0 0,17-42-617 0 0,2-1 1 0 0,-1 1-1 0 0,1-1 1 0 0,0 1-1 0 0,1 0 0 0 0,0 0 1 0 0,1 0-1 0 0,-1 0 1 0 0,2-1-1 0 0,1 18 1 0 0,0-21-152 0 0,-1 0 0 0 0,1 1 1 0 0,0-1-1 0 0,0-1 1 0 0,0 1-1 0 0,1 0 1 0 0,0-1-1 0 0,0 1 1 0 0,0-1-1 0 0,0 0 0 0 0,1 0 1 0 0,-1 0-1 0 0,1 0 1 0 0,0-1-1 0 0,0 1 1 0 0,1-1-1 0 0,-1 0 1 0 0,1 0-1 0 0,6 2 0 0 0,-6-2-70 0 0,0-1 0 0 0,1 0 0 0 0,0 0 0 0 0,-1 0 0 0 0,1-1 0 0 0,0 0 0 0 0,0 0 0 0 0,0 0 0 0 0,0-1 0 0 0,0 0 0 0 0,0 0 0 0 0,0 0 0 0 0,0-1 0 0 0,-1 0 0 0 0,1 0 0 0 0,8-3 0 0 0,-6 1-28 0 0,0-1 0 0 0,-1 1 0 0 0,0-1 0 0 0,0 0 0 0 0,0-1 0 0 0,-1 1 0 0 0,1-2 0 0 0,-1 1 0 0 0,0 0 0 0 0,-1-1 0 0 0,8-9 0 0 0,-9 9-107 0 0,1 1-1 0 0,-1-1 0 0 0,0 0 0 0 0,-1 0 0 0 0,0 0 0 0 0,0-1 1 0 0,0 1-1 0 0,0-1 0 0 0,-1 0 0 0 0,0 1 0 0 0,-1-1 1 0 0,0 0-1 0 0,0 0 0 0 0,0 0 0 0 0,-1 0 0 0 0,0 0 1 0 0,0 0-1 0 0,-1 0 0 0 0,0 0 0 0 0,0 0 0 0 0,0 0 1 0 0,-1 0-1 0 0,0 0 0 0 0,-1 0 0 0 0,1 1 0 0 0,-1 0 0 0 0,-1-1 1 0 0,1 1-1 0 0,-6-7 0 0 0,6 10-746 0 0,-1-1-1 0 0,1 1 1 0 0,-1-1-1 0 0,0 1 1 0 0,-9-5 0 0 0,-3 0-3899 0 0</inkml:trace>
</inkml:ink>
</file>

<file path=ppt/ink/ink1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9.095"/>
    </inkml:context>
    <inkml:brush xml:id="br0">
      <inkml:brushProperty name="width" value="0.1" units="cm"/>
      <inkml:brushProperty name="height" value="0.1" units="cm"/>
      <inkml:brushProperty name="color" value="#008C3A"/>
    </inkml:brush>
  </inkml:definitions>
  <inkml:trace contextRef="#ctx0" brushRef="#br0">26 37 8290 0 0,'-2'-2'308'0'0,"-1"0"-1"0"0,1-1 1 0 0,0 1 0 0 0,0 0 0 0 0,0-1-1 0 0,-11-19 8950 0 0,18 36-8938 0 0,-1 0 0 0 0,-1 1 0 0 0,0 0 0 0 0,-1-1 0 0 0,0 21-1 0 0,4 22-139 0 0,-3-36-160 0 0,1-1 0 0 0,1 0 1 0 0,1-1-1 0 0,0 1 0 0 0,12 22 1 0 0,-16-37-17 0 0,1 0 0 0 0,0 0 0 0 0,0-1 1 0 0,0 0-1 0 0,0 1 0 0 0,0-1 0 0 0,1 0 0 0 0,0-1 1 0 0,0 1-1 0 0,0-1 0 0 0,0 1 0 0 0,1-1 1 0 0,-1-1-1 0 0,1 1 0 0 0,0-1 0 0 0,0 1 1 0 0,0-1-1 0 0,0-1 0 0 0,0 1 0 0 0,0-1 0 0 0,0 0 1 0 0,1 0-1 0 0,-1 0 0 0 0,0-1 0 0 0,6 0 1 0 0,3-1-88 0 0,-1 0 1 0 0,-1-1 0 0 0,1-1 0 0 0,0 0-1 0 0,-1-1 1 0 0,1-1 0 0 0,21-10 0 0 0,78-53-2160 0 0,-79 46 1140 0 0,-10 8-5440 0 0</inkml:trace>
</inkml:ink>
</file>

<file path=ppt/ink/ink1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9.413"/>
    </inkml:context>
    <inkml:brush xml:id="br0">
      <inkml:brushProperty name="width" value="0.1" units="cm"/>
      <inkml:brushProperty name="height" value="0.1" units="cm"/>
      <inkml:brushProperty name="color" value="#008C3A"/>
    </inkml:brush>
  </inkml:definitions>
  <inkml:trace contextRef="#ctx0" brushRef="#br0">173 23 4145 0 0,'-2'-2'463'0'0,"0"0"1"0"0,0 1-1 0 0,0-1 1 0 0,0 0-1 0 0,0 1 1 0 0,0-1-1 0 0,-1 1 1 0 0,1 0-1 0 0,0 0 1 0 0,-1 0 0 0 0,1 0-1 0 0,-1 0 1 0 0,1 1-1 0 0,-1-1 1 0 0,0 1-1 0 0,1-1 1 0 0,-1 1-1 0 0,0 0 1 0 0,-5 0-1 0 0,4 1-185 0 0,0 0 0 0 0,0 0 0 0 0,0 1 0 0 0,0-1 0 0 0,0 1 0 0 0,0 0 0 0 0,1 0 0 0 0,-1 0 0 0 0,0 1 0 0 0,1-1 0 0 0,-5 6 0 0 0,1-1-141 0 0,0 0-1 0 0,0 0 1 0 0,1 1 0 0 0,0 0 0 0 0,1 1 0 0 0,0-1 0 0 0,0 1-1 0 0,1 0 1 0 0,0 0 0 0 0,-4 11 0 0 0,7-14-111 0 0,0 0 0 0 0,-1 1 0 0 0,2-1 0 0 0,-1 0 0 0 0,1 1 0 0 0,0-1 0 0 0,0 0 1 0 0,1 0-1 0 0,0 1 0 0 0,0-1 0 0 0,0 0 0 0 0,1 0 0 0 0,0 0 0 0 0,3 7 0 0 0,-3-10-28 0 0,0 1 1 0 0,0-1-1 0 0,1 0 0 0 0,-1 1 1 0 0,1-1-1 0 0,0 0 0 0 0,-1-1 1 0 0,2 1-1 0 0,-1 0 0 0 0,0-1 0 0 0,0 0 1 0 0,1 0-1 0 0,-1 0 0 0 0,1 0 1 0 0,0 0-1 0 0,-1-1 0 0 0,1 1 1 0 0,0-1-1 0 0,0 0 0 0 0,0 0 0 0 0,0-1 1 0 0,7 1-1 0 0,2-1-34 0 0,0 0 1 0 0,-1 0-1 0 0,1-2 1 0 0,0 0-1 0 0,-1 0 1 0 0,0-1-1 0 0,1 0 1 0 0,-1-1-1 0 0,-1-1 1 0 0,1 0-1 0 0,-1 0 1 0 0,1-2-1 0 0,-2 1 0 0 0,1-1 1 0 0,-1 0-1 0 0,11-11 1 0 0,-19 16 35 0 0,0 0 0 0 0,0 0 0 0 0,0 0 0 0 0,-1-1 0 0 0,1 1 0 0 0,-1-1 0 0 0,0 1 1 0 0,0-1-1 0 0,0 1 0 0 0,0-1 0 0 0,0 0 0 0 0,0 1 0 0 0,-1-1 0 0 0,1 0 0 0 0,-1 0 0 0 0,0 1 0 0 0,0-1 0 0 0,0 0 1 0 0,0-4-1 0 0,-1 2 49 0 0,-1 1 0 0 0,1-1 0 0 0,-1 0 0 0 0,0 1 1 0 0,0 0-1 0 0,0-1 0 0 0,-1 1 0 0 0,1 0 0 0 0,-1 0 0 0 0,-5-5 1 0 0,-3-2 35 0 0,0 0 1 0 0,-1 1-1 0 0,0 1 1 0 0,-1 0-1 0 0,0 0 1 0 0,-16-7-1 0 0,-14-1-2057 0 0,23 12-4247 0 0</inkml:trace>
</inkml:ink>
</file>

<file path=ppt/ink/ink1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09.891"/>
    </inkml:context>
    <inkml:brush xml:id="br0">
      <inkml:brushProperty name="width" value="0.1" units="cm"/>
      <inkml:brushProperty name="height" value="0.1" units="cm"/>
      <inkml:brushProperty name="color" value="#008C3A"/>
    </inkml:brush>
  </inkml:definitions>
  <inkml:trace contextRef="#ctx0" brushRef="#br0">0 13 10594 0 0,'5'-13'6944'0'0,"4"35"-6759"0"0,-1-1 0 0 0,-1 1 0 0 0,5 30-1 0 0,-7-27 93 0 0,1-1-1 0 0,1 0 1 0 0,16 35-1 0 0,-20-52-243 0 0,1 0 1 0 0,0-1-1 0 0,0 0 0 0 0,0 0 0 0 0,1 0 1 0 0,0-1-1 0 0,0 1 0 0 0,0-1 0 0 0,1 0 1 0 0,-1 0-1 0 0,1-1 0 0 0,1 0 0 0 0,-1 0 1 0 0,0-1-1 0 0,1 1 0 0 0,10 2 0 0 0,-13-4 0 0 0,0-1-1 0 0,0 1 1 0 0,1-1-1 0 0,-1 0 1 0 0,0-1 0 0 0,1 1-1 0 0,-1-1 1 0 0,1 0-1 0 0,-1 0 1 0 0,0 0-1 0 0,1-1 1 0 0,-1 1-1 0 0,9-4 1 0 0,-11 3-11 0 0,0 0 0 0 0,1 0 0 0 0,-1-1 1 0 0,0 1-1 0 0,0-1 0 0 0,0 1 0 0 0,0-1 0 0 0,0 0 0 0 0,0 0 1 0 0,-1 0-1 0 0,1 0 0 0 0,0 0 0 0 0,-1-1 0 0 0,0 1 0 0 0,0 0 0 0 0,1-1 1 0 0,-1 1-1 0 0,-1-1 0 0 0,1 1 0 0 0,0-1 0 0 0,-1 1 0 0 0,1-1 1 0 0,-1 1-1 0 0,0-6 0 0 0,2-7-47 0 0,-2 0 1 0 0,0-1-1 0 0,0 1 1 0 0,-2 0 0 0 0,0 0-1 0 0,-1 0 1 0 0,0 0-1 0 0,-10-26 1 0 0</inkml:trace>
</inkml:ink>
</file>

<file path=ppt/ink/ink1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0.192"/>
    </inkml:context>
    <inkml:brush xml:id="br0">
      <inkml:brushProperty name="width" value="0.1" units="cm"/>
      <inkml:brushProperty name="height" value="0.1" units="cm"/>
      <inkml:brushProperty name="color" value="#008C3A"/>
    </inkml:brush>
  </inkml:definitions>
  <inkml:trace contextRef="#ctx0" brushRef="#br0">14 16 5065 0 0,'-7'-12'209'0'0,"9"9"-969"0"0,0 5 25 0 0,-9 5 1021 0 0,4-5-286 0 0</inkml:trace>
</inkml:ink>
</file>

<file path=ppt/ink/ink1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0.527"/>
    </inkml:context>
    <inkml:brush xml:id="br0">
      <inkml:brushProperty name="width" value="0.1" units="cm"/>
      <inkml:brushProperty name="height" value="0.1" units="cm"/>
      <inkml:brushProperty name="color" value="#008C3A"/>
    </inkml:brush>
  </inkml:definitions>
  <inkml:trace contextRef="#ctx0" brushRef="#br0">17 211 6913 0 0,'-16'-19'8478'0'0,"20"32"-5484"0"0,-3-8-3094 0 0,3 7 434 0 0,1-1-1 0 0,0 1 0 0 0,0-1 1 0 0,1-1-1 0 0,0 1 1 0 0,1-1-1 0 0,0 0 1 0 0,1 0-1 0 0,17 17 0 0 0,-20-23-279 0 0,0 0 0 0 0,0 0 0 0 0,1-1-1 0 0,-1 1 1 0 0,1-1 0 0 0,0 0-1 0 0,0-1 1 0 0,0 1 0 0 0,0-1 0 0 0,0-1-1 0 0,1 1 1 0 0,-1-1 0 0 0,0 0-1 0 0,1 0 1 0 0,-1-1 0 0 0,1 0 0 0 0,-1 0-1 0 0,1 0 1 0 0,-1-1 0 0 0,12-3 0 0 0,-14 3-31 0 0,0 0 0 0 0,0 0 1 0 0,0-1-1 0 0,-1 0 1 0 0,1 0-1 0 0,0 0 1 0 0,-1 0-1 0 0,1 0 0 0 0,-1-1 1 0 0,0 0-1 0 0,0 1 1 0 0,0-1-1 0 0,0 0 1 0 0,0-1-1 0 0,-1 1 1 0 0,0 0-1 0 0,1-1 0 0 0,-1 1 1 0 0,0-1-1 0 0,-1 0 1 0 0,1 0-1 0 0,-1 0 1 0 0,1 0-1 0 0,-1 0 0 0 0,1-6 1 0 0,0-10-24 0 0,1-1-1 0 0,-2 1 1 0 0,-1-1 0 0 0,-2-21 0 0 0,0-2-178 0 0,4-27-764 0 0,3 24-2538 0 0</inkml:trace>
</inkml:ink>
</file>

<file path=ppt/ink/ink1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2.127"/>
    </inkml:context>
    <inkml:brush xml:id="br0">
      <inkml:brushProperty name="width" value="0.1" units="cm"/>
      <inkml:brushProperty name="height" value="0.1" units="cm"/>
      <inkml:brushProperty name="color" value="#008C3A"/>
    </inkml:brush>
  </inkml:definitions>
  <inkml:trace contextRef="#ctx0" brushRef="#br0">130 15 7370 0 0,'-25'-5'1245'0'0,"-24"-4"1363"0"0,45 9-2475 0 0,1-1-1 0 0,0 1 0 0 0,0 0 0 0 0,-1 1 0 0 0,1-1 0 0 0,0 0 0 0 0,0 1 0 0 0,-1 0 0 0 0,1 0 0 0 0,0 0 0 0 0,0 0 0 0 0,-3 2 0 0 0,5-2-3 0 0,0 0 0 0 0,0 0-1 0 0,0 0 1 0 0,0 0 0 0 0,1 0-1 0 0,-1 0 1 0 0,0 1 0 0 0,1-1 0 0 0,-1 0-1 0 0,1 1 1 0 0,-1-1 0 0 0,1 0-1 0 0,0 1 1 0 0,-1-1 0 0 0,1 0 0 0 0,0 1-1 0 0,0-1 1 0 0,0 1 0 0 0,0-1-1 0 0,0 0 1 0 0,0 1 0 0 0,1-1 0 0 0,-1 3-1 0 0,11 37 631 0 0,-9-33-570 0 0,-1-3-290 0 0,1 0 1 0 0,0 0-1 0 0,0 0 1 0 0,1 0-1 0 0,-1 0 0 0 0,1 0 1 0 0,0-1-1 0 0,0 1 1 0 0,1-1-1 0 0,-1 0 1 0 0,9 7-1 0 0,-11-9-60 0 0,1-1 0 0 0,0 0 0 0 0,0 0 1 0 0,0 0-1 0 0,0 0 0 0 0,0 0 0 0 0,0 0 0 0 0,0-1 0 0 0,0 1 1 0 0,0-1-1 0 0,0 1 0 0 0,0-1 0 0 0,0 0 0 0 0,1 0 0 0 0,-1 0 1 0 0,0 0-1 0 0,0 0 0 0 0,0 0 0 0 0,0-1 0 0 0,0 1 0 0 0,1-1 0 0 0,-1 1 1 0 0,0-1-1 0 0,0 0 0 0 0,0 0 0 0 0,0 0 0 0 0,-1 0 0 0 0,1 0 1 0 0,0 0-1 0 0,0-1 0 0 0,-1 1 0 0 0,4-3 0 0 0,26-32-2159 0 0,-20 22-701 0 0</inkml:trace>
</inkml:ink>
</file>

<file path=ppt/ink/ink1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2.286"/>
    </inkml:context>
    <inkml:brush xml:id="br0">
      <inkml:brushProperty name="width" value="0.1" units="cm"/>
      <inkml:brushProperty name="height" value="0.1" units="cm"/>
      <inkml:brushProperty name="color" value="#008C3A"/>
    </inkml:brush>
  </inkml:definitions>
  <inkml:trace contextRef="#ctx0" brushRef="#br0">69 173 2761 0 0,'1'-15'508'0'0,"0"1"0"0"0,-1-1 1 0 0,-2-26-1 0 0,1 34 64 0 0,0 0-1 0 0,-1 1 0 0 0,0-1 1 0 0,0 0-1 0 0,0 1 0 0 0,-1-1 1 0 0,0 1-1 0 0,0-1 0 0 0,-8-10 1 0 0,10 16-436 0 0,1 1 1 0 0,0-1-1 0 0,-1 0 1 0 0,1 1-1 0 0,-1-1 1 0 0,1 0-1 0 0,-1 1 1 0 0,1-1-1 0 0,-1 1 0 0 0,1-1 1 0 0,-1 1-1 0 0,1 0 1 0 0,-1-1-1 0 0,0 1 1 0 0,1-1-1 0 0,-1 1 1 0 0,0 0-1 0 0,1 0 1 0 0,-1-1-1 0 0,0 1 1 0 0,0 0-1 0 0,1 0 1 0 0,-1 0-1 0 0,0 0 1 0 0,0 0-1 0 0,1 0 1 0 0,-1 0-1 0 0,-1 0 1 0 0,1 1 3 0 0,0-1 1 0 0,0 1-1 0 0,0 0 1 0 0,0 0-1 0 0,0 0 0 0 0,1 0 1 0 0,-1-1-1 0 0,0 1 1 0 0,1 0-1 0 0,-1 0 1 0 0,0 1-1 0 0,1-1 1 0 0,-1 0-1 0 0,1 0 0 0 0,-1 2 1 0 0,-1 3 142 0 0,1 0 0 0 0,-1 1 0 0 0,1-1 0 0 0,0 0 0 0 0,1 11 0 0 0,1-6-37 0 0,1-1 0 0 0,0 1 1 0 0,1-1-1 0 0,0 1 1 0 0,1-1-1 0 0,8 16 1 0 0,38 57 536 0 0,-4-5-3718 0 0,-36-57-3623 0 0</inkml:trace>
</inkml:ink>
</file>

<file path=ppt/ink/ink1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2.861"/>
    </inkml:context>
    <inkml:brush xml:id="br0">
      <inkml:brushProperty name="width" value="0.1" units="cm"/>
      <inkml:brushProperty name="height" value="0.1" units="cm"/>
      <inkml:brushProperty name="color" value="#008C3A"/>
    </inkml:brush>
  </inkml:definitions>
  <inkml:trace contextRef="#ctx0" brushRef="#br0">0 422 6449 0 0,'2'0'139'0'0,"0"0"0"0"0,-1 1 0 0 0,1-1 0 0 0,0 0 0 0 0,0 0 0 0 0,0 0 0 0 0,0 0 0 0 0,0 0 0 0 0,-1-1 0 0 0,1 1 0 0 0,0 0 0 0 0,0-1 0 0 0,-1 1 0 0 0,1-1 0 0 0,0 0 0 0 0,0 0 0 0 0,-1 1 0 0 0,4-3 0 0 0,32-23 2299 0 0,-29 19-1751 0 0,0 1-324 0 0,-1 0 0 0 0,-1-1 0 0 0,1 1 0 0 0,-1-1-1 0 0,0-1 1 0 0,0 1 0 0 0,-1-1 0 0 0,0 0 0 0 0,-1-1 0 0 0,4-9 0 0 0,-5 13-221 0 0,-1-1-1 0 0,0 0 0 0 0,0 0 1 0 0,-1 0-1 0 0,0 0 1 0 0,0 0-1 0 0,0 0 0 0 0,-1 0 1 0 0,0 0-1 0 0,0 0 0 0 0,0-1 1 0 0,-1 1-1 0 0,0 0 1 0 0,0 0-1 0 0,-1 0 0 0 0,-3-9 1 0 0,5 14-122 0 0,0 0 1 0 0,0 1-1 0 0,-1-1 1 0 0,1 0 0 0 0,0 0-1 0 0,-1 0 1 0 0,1 1 0 0 0,-1-1-1 0 0,1 0 1 0 0,-1 0-1 0 0,0 1 1 0 0,1-1 0 0 0,-1 0-1 0 0,0 1 1 0 0,1-1-1 0 0,-1 1 1 0 0,0-1 0 0 0,1 1-1 0 0,-1-1 1 0 0,0 1-1 0 0,0-1 1 0 0,0 1 0 0 0,0 0-1 0 0,0 0 1 0 0,1-1-1 0 0,-1 1 1 0 0,0 0 0 0 0,-1 0-1 0 0,0 0 23 0 0,0 1 0 0 0,1-1 0 0 0,-1 1 0 0 0,1 0 0 0 0,0 0 0 0 0,-1-1-1 0 0,1 1 1 0 0,0 0 0 0 0,-1 0 0 0 0,1 0 0 0 0,0 0 0 0 0,0 1 0 0 0,0-1 0 0 0,-2 2-1 0 0,-1 3 62 0 0,0 0 0 0 0,0 1 0 0 0,0-1-1 0 0,1 1 1 0 0,-5 13 0 0 0,7-17-125 0 0,0 1 0 0 0,1-1 1 0 0,-1 1-1 0 0,1-1 0 0 0,0 1 0 0 0,-1 0 1 0 0,2-1-1 0 0,-1 1 0 0 0,0-1 1 0 0,1 1-1 0 0,-1-1 0 0 0,1 1 1 0 0,0-1-1 0 0,1 1 0 0 0,-1-1 0 0 0,0 1 1 0 0,1-1-1 0 0,0 0 0 0 0,0 0 1 0 0,0 0-1 0 0,0 0 0 0 0,0 0 1 0 0,0-1-1 0 0,1 1 0 0 0,-1 0 0 0 0,1-1 1 0 0,0 0-1 0 0,0 0 0 0 0,0 0 1 0 0,4 2-1 0 0,-1-1-466 0 0,1 0 0 0 0,-1 0 0 0 0,1-1 1 0 0,-1 0-1 0 0,1 0 0 0 0,0-1 0 0 0,0 0 0 0 0,0 0 0 0 0,0 0 1 0 0,0-1-1 0 0,0 0 0 0 0,0-1 0 0 0,0 1 0 0 0,12-4 0 0 0,-7 0-478 0 0,0 0 0 0 0,0 0-1 0 0,0-2 1 0 0,-1 1-1 0 0,0-2 1 0 0,14-9 0 0 0,-14 8 734 0 0,0-1 0 0 0,-1 0 0 0 0,0-1 1 0 0,0 0-1 0 0,-1 0 0 0 0,8-13 0 0 0,-13 18 364 0 0,0-2-1 0 0,0 1 1 0 0,0 0-1 0 0,-1-1 0 0 0,1 1 1 0 0,-2-1-1 0 0,1 0 1 0 0,-1 0-1 0 0,0 0 0 0 0,-1-1 1 0 0,1 1-1 0 0,-1 0 0 0 0,-1 0 1 0 0,1-1-1 0 0,-1 1 1 0 0,-1-1-1 0 0,1 1 0 0 0,-1 0 1 0 0,-1-1-1 0 0,1 1 1 0 0,-1 0-1 0 0,-1 0 0 0 0,1 0 1 0 0,-1 0-1 0 0,0 1 1 0 0,-8-13-1 0 0,10 18 186 0 0,1-1 0 0 0,-1 1 1 0 0,0 0-1 0 0,0 0 0 0 0,0-1 0 0 0,0 1 0 0 0,0 0 0 0 0,0 0 1 0 0,0 0-1 0 0,0 0 0 0 0,0 0 0 0 0,0 1 0 0 0,-1-1 0 0 0,1 0 1 0 0,0 0-1 0 0,-1 1 0 0 0,1-1 0 0 0,0 1 0 0 0,-1-1 0 0 0,1 1 1 0 0,-1 0-1 0 0,1-1 0 0 0,-2 1 0 0 0,2 0-77 0 0,0 1 0 0 0,0-1 0 0 0,1 0 0 0 0,-1 1 0 0 0,0-1 0 0 0,1 0 1 0 0,-1 1-1 0 0,0-1 0 0 0,1 1 0 0 0,-1-1 0 0 0,1 1 0 0 0,-1-1 0 0 0,0 1 0 0 0,1 0 0 0 0,0-1 0 0 0,-1 1 0 0 0,1 0 0 0 0,-1-1 0 0 0,1 1 0 0 0,-1 1 0 0 0,-3 16 146 0 0,1 13-3 0 0,2 0 0 0 0,3 41-1 0 0,0-56-413 0 0,0 1 0 0 0,1-1-1 0 0,0 1 1 0 0,2-1 0 0 0,0 0 0 0 0,7 15-1 0 0,-10-27-61 0 0,0 1-1 0 0,1-1 0 0 0,0 1 0 0 0,-1-1 0 0 0,1 0 1 0 0,1 0-1 0 0,-1-1 0 0 0,1 1 0 0 0,-1-1 0 0 0,1 1 1 0 0,0-1-1 0 0,0 0 0 0 0,0-1 0 0 0,1 1 0 0 0,-1-1 1 0 0,1 0-1 0 0,5 2 0 0 0,-6-3-167 0 0,-1 0-1 0 0,0-1 1 0 0,0 1 0 0 0,1-1-1 0 0,-1 0 1 0 0,0 0 0 0 0,0 0-1 0 0,1 0 1 0 0,-1-1 0 0 0,0 1 0 0 0,5-2-1 0 0,-4 0-337 0 0,-1 1-1 0 0,1-1 1 0 0,0 0-1 0 0,-1 0 1 0 0,0 0-1 0 0,1 0 1 0 0,-1-1 0 0 0,0 0-1 0 0,0 1 1 0 0,4-6-1 0 0,2-3-3890 0 0</inkml:trace>
</inkml:ink>
</file>

<file path=ppt/ink/ink1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3.844"/>
    </inkml:context>
    <inkml:brush xml:id="br0">
      <inkml:brushProperty name="width" value="0.1" units="cm"/>
      <inkml:brushProperty name="height" value="0.1" units="cm"/>
      <inkml:brushProperty name="color" value="#008C3A"/>
    </inkml:brush>
  </inkml:definitions>
  <inkml:trace contextRef="#ctx0" brushRef="#br0">95 31 5529 0 0,'0'-1'241'0'0,"1"0"0"0"0,-1 0 0 0 0,0 0 0 0 0,0-1 0 0 0,0 1 0 0 0,0 0 0 0 0,0 0 0 0 0,-1 0 0 0 0,1 0-1 0 0,0 0 1 0 0,0 0 0 0 0,-1 0 0 0 0,1 0 0 0 0,0 0 0 0 0,-1 0 0 0 0,1 0 0 0 0,-1 0 0 0 0,0 0 0 0 0,1 0 0 0 0,-1 0 0 0 0,0 1 0 0 0,1-1-1 0 0,-1 0 1 0 0,0 0 0 0 0,0 1 0 0 0,0-1 0 0 0,1 0 0 0 0,-1 1 0 0 0,0-1 0 0 0,0 1 0 0 0,0-1 0 0 0,0 1 0 0 0,0 0 0 0 0,0-1 0 0 0,0 1 0 0 0,0 0-1 0 0,-2 0 1 0 0,1 0 0 0 0,0 0 0 0 0,0 0 0 0 0,0 1-1 0 0,0-1 1 0 0,0 1 0 0 0,0 0 0 0 0,0 0-1 0 0,0-1 1 0 0,0 1 0 0 0,0 0 0 0 0,1 1-1 0 0,-1-1 1 0 0,0 0 0 0 0,1 0 0 0 0,-1 1 0 0 0,0-1-1 0 0,1 1 1 0 0,-2 2 0 0 0,-2 3-112 0 0,0 0 0 0 0,1 0 0 0 0,0 1 0 0 0,1-1 0 0 0,0 1-1 0 0,0-1 1 0 0,-3 14 0 0 0,5-19-194 0 0,1 1 0 0 0,-1-1 0 0 0,1 1 0 0 0,-1-1 0 0 0,1 1 0 0 0,0-1-1 0 0,0 1 1 0 0,0-1 0 0 0,0 1 0 0 0,1-1 0 0 0,-1 1 0 0 0,1-1 0 0 0,-1 1-1 0 0,1-1 1 0 0,0 0 0 0 0,0 1 0 0 0,0-1 0 0 0,0 0 0 0 0,1 0 0 0 0,-1 1-1 0 0,0-1 1 0 0,1 0 0 0 0,0 0 0 0 0,-1-1 0 0 0,1 1 0 0 0,0 0 0 0 0,0-1-1 0 0,3 3 1 0 0,-3-3-101 0 0,0 0-1 0 0,0-1 1 0 0,-1 1-1 0 0,1-1 0 0 0,0 0 1 0 0,0 1-1 0 0,0-1 1 0 0,-1 0-1 0 0,1 0 1 0 0,0 0-1 0 0,0 0 1 0 0,0-1-1 0 0,0 1 1 0 0,-1 0-1 0 0,1-1 0 0 0,0 0 1 0 0,0 1-1 0 0,-1-1 1 0 0,1 0-1 0 0,0 0 1 0 0,2-1-1 0 0,35-29-2267 0 0,-27 21 1597 0 0,-10 8 691 0 0,10-7-272 0 0,0 0 0 0 0,-1-1 1 0 0,0 0-1 0 0,-1-1 0 0 0,0-1 0 0 0,15-21 6335 0 0,-32 54-2212 0 0,5-7-4007 0 0,1-7 350 0 0,1 1 0 0 0,1-1-1 0 0,0 0 1 0 0,0 0 0 0 0,0 0 0 0 0,0 0-1 0 0,1 0 1 0 0,1 0 0 0 0,-1 0-1 0 0,1-1 1 0 0,3 7 0 0 0,-5-10-73 0 0,1-1 0 0 0,-1 0 0 0 0,1 0 0 0 0,-1 0 1 0 0,1 0-1 0 0,-1-1 0 0 0,1 1 0 0 0,0 0 0 0 0,0-1 0 0 0,0 1 0 0 0,0-1 0 0 0,0 0 1 0 0,0 1-1 0 0,0-1 0 0 0,1 0 0 0 0,-1 0 0 0 0,0 0 0 0 0,1-1 0 0 0,-1 1 0 0 0,0-1 1 0 0,1 1-1 0 0,-1-1 0 0 0,1 0 0 0 0,-1 0 0 0 0,1 0 0 0 0,-1 0 0 0 0,1 0 0 0 0,-1-1 1 0 0,1 1-1 0 0,-1-1 0 0 0,0 1 0 0 0,1-1 0 0 0,-1 0 0 0 0,0 0 0 0 0,3-1 0 0 0,-2 0-86 0 0,-1 0 0 0 0,1 0-1 0 0,0 0 1 0 0,-1-1-1 0 0,0 1 1 0 0,1-1-1 0 0,-1 1 1 0 0,0-1-1 0 0,-1 0 1 0 0,1 0 0 0 0,0 1-1 0 0,-1-1 1 0 0,1 0-1 0 0,-1-1 1 0 0,0 1-1 0 0,0 0 1 0 0,0 0-1 0 0,-1 0 1 0 0,1-6 0 0 0,0 4-2 0 0,1 0 1 0 0,-1 0-1 0 0,1-1 1 0 0,0 1 0 0 0,4-8-1 0 0,-5 13 106 0 0,-1 0 0 0 0,0 0-1 0 0,1 0 1 0 0,-1 0 0 0 0,0 0-1 0 0,1-1 1 0 0,-1 1 0 0 0,1 0-1 0 0,-1 0 1 0 0,0 0 0 0 0,1 0-1 0 0,-1 0 1 0 0,0 0 0 0 0,1 0-1 0 0,-1 1 1 0 0,0-1 0 0 0,1 0-1 0 0,-1 0 1 0 0,0 0 0 0 0,1 0-1 0 0,-1 0 1 0 0,0 0 0 0 0,1 1-1 0 0,-1-1 1 0 0,0 0 0 0 0,1 0-1 0 0,-1 1 1 0 0,0-1 0 0 0,0 0-1 0 0,1 0 1 0 0,-1 1 0 0 0,0-1-1 0 0,0 0 1 0 0,0 0 0 0 0,1 1-1 0 0,-1-1 1 0 0,0 0-1 0 0,0 1 1 0 0,0 0 0 0 0,13 17 230 0 0,-10-13-102 0 0,-2-4-105 0 0,0 1 0 0 0,0 0-1 0 0,0 0 1 0 0,0-1 0 0 0,0 1 0 0 0,1-1 0 0 0,-1 1 0 0 0,1-1 0 0 0,0 1 0 0 0,-1-1 0 0 0,1 0-1 0 0,0 0 1 0 0,-1 0 0 0 0,1 0 0 0 0,0 0 0 0 0,0 0 0 0 0,0 0 0 0 0,0-1 0 0 0,0 1-1 0 0,0-1 1 0 0,0 1 0 0 0,0-1 0 0 0,0 0 0 0 0,0 0 0 0 0,1 0 0 0 0,-1 0 0 0 0,0 0-1 0 0,0 0 1 0 0,0-1 0 0 0,0 1 0 0 0,0-1 0 0 0,0 1 0 0 0,0-1 0 0 0,0 0 0 0 0,0 0-1 0 0,-1 0 1 0 0,1 0 0 0 0,0 0 0 0 0,0 0 0 0 0,-1 0 0 0 0,1-1 0 0 0,0 1 0 0 0,-1-1-1 0 0,2-1 1 0 0,3-4 159 0 0,-1 0-1 0 0,1 0 1 0 0,-1-1-1 0 0,-1 1 1 0 0,1-1-1 0 0,-1 0 0 0 0,-1-1 1 0 0,6-15-1 0 0,-6 15 1651 0 0,0 8-633 0 0,0 20-159 0 0,-1 34-545 0 0,-2-52-399 0 0,0 51 396 0 0,1 25-1603 0 0,-12 94 0 0 0,8-157-252 0 0</inkml:trace>
</inkml:ink>
</file>

<file path=ppt/ink/ink1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4.829"/>
    </inkml:context>
    <inkml:brush xml:id="br0">
      <inkml:brushProperty name="width" value="0.1" units="cm"/>
      <inkml:brushProperty name="height" value="0.1" units="cm"/>
      <inkml:brushProperty name="color" value="#008C3A"/>
    </inkml:brush>
  </inkml:definitions>
  <inkml:trace contextRef="#ctx0" brushRef="#br0">140 32 5985 0 0,'1'0'171'0'0,"0"0"0"0"0,0-1-1 0 0,0 1 1 0 0,0-1 0 0 0,0 1-1 0 0,0-1 1 0 0,0 1 0 0 0,-1-1-1 0 0,1 1 1 0 0,0-1 0 0 0,0 0-1 0 0,-1 1 1 0 0,1-1 0 0 0,0 0-1 0 0,-1 0 1 0 0,1 0 0 0 0,-1 1 0 0 0,1-1-1 0 0,-1 0 1 0 0,1 0 0 0 0,-1 0-1 0 0,1-2 1 0 0,-1 3-105 0 0,0 0 0 0 0,0-1 0 0 0,0 1 0 0 0,0-1 0 0 0,0 1 1 0 0,1-1-1 0 0,-1 1 0 0 0,0-1 0 0 0,0 1 0 0 0,0-1 0 0 0,0 1 0 0 0,-1 0 0 0 0,1-1 0 0 0,0 1 0 0 0,0-1 0 0 0,0 1 1 0 0,0-1-1 0 0,0 1 0 0 0,0 0 0 0 0,-1-1 0 0 0,1 1 0 0 0,0-1 0 0 0,0 1 0 0 0,-1 0 0 0 0,1-1 0 0 0,0 1 0 0 0,-1 0 1 0 0,1-1-1 0 0,0 1 0 0 0,-1 0 0 0 0,1 0 0 0 0,0-1 0 0 0,-1 1 0 0 0,1 0 0 0 0,-1 0 0 0 0,1-1 0 0 0,0 1 1 0 0,-1 0-1 0 0,1 0 0 0 0,-1 0 0 0 0,1 0 0 0 0,-1 0 0 0 0,1 0 0 0 0,-1 0 0 0 0,1 0 0 0 0,0 0 0 0 0,-1 0 0 0 0,1 0 1 0 0,-1 0-1 0 0,1 0 0 0 0,-1 0 0 0 0,1 0 0 0 0,-1 0 0 0 0,1 1 0 0 0,-1-1 0 0 0,-3 1 190 0 0,0 1 0 0 0,0-1 0 0 0,0 1-1 0 0,1 0 1 0 0,-1 0 0 0 0,1 0 0 0 0,-1 1-1 0 0,1-1 1 0 0,0 1 0 0 0,0-1 0 0 0,0 1-1 0 0,0 0 1 0 0,1 1 0 0 0,-1-1 0 0 0,-3 7-1 0 0,-3 3 24 0 0,2 1-1 0 0,-12 26 1 0 0,8-12-90 0 0,2 1 0 0 0,0 0-1 0 0,2 0 1 0 0,-4 33 0 0 0,10-49-204 0 0,-1 0-1 0 0,2 0 1 0 0,0 0 0 0 0,0 1-1 0 0,1-1 1 0 0,1 0 0 0 0,0 0-1 0 0,1 0 1 0 0,0 0 0 0 0,1 0-1 0 0,10 21 1 0 0,-11-29-98 0 0,0-1 0 0 0,0 1 0 0 0,0-1 0 0 0,1 1 0 0 0,0-1 0 0 0,-1 0 0 0 0,2 0 0 0 0,-1-1 0 0 0,0 1 0 0 0,1-1 0 0 0,-1 0 0 0 0,1 0 0 0 0,0-1 0 0 0,0 0 0 0 0,0 1 0 0 0,1-1 0 0 0,-1-1 0 0 0,0 1 0 0 0,1-1 0 0 0,-1 0 0 0 0,1 0 0 0 0,-1-1 0 0 0,1 0 0 0 0,-1 0 0 0 0,1 0 0 0 0,-1 0 0 0 0,1-1 0 0 0,-1 0 0 0 0,1 0 0 0 0,-1-1 0 0 0,1 1 0 0 0,6-4 0 0 0,-7 3 57 0 0,1 0 0 0 0,-1-1 0 0 0,1 1 0 0 0,-1-1 0 0 0,0 0 0 0 0,0-1 0 0 0,0 1 0 0 0,0-1 0 0 0,-1 0 0 0 0,0-1 0 0 0,1 1 0 0 0,-2 0 0 0 0,1-1 0 0 0,0 0 0 0 0,-1 0 0 0 0,0 0 0 0 0,0-1 0 0 0,0 1 0 0 0,-1-1 0 0 0,0 1 0 0 0,0-1 0 0 0,0 0 0 0 0,-1 0 0 0 0,0 0 0 0 0,0 1 0 0 0,0-1 0 0 0,-1-1 0 0 0,0 1 0 0 0,-1-10 0 0 0,-1 9 61 0 0,0 0 1 0 0,-1 0-1 0 0,0-1 1 0 0,0 2-1 0 0,-7-13 1 0 0,6 15 70 0 0,2-1 0 0 0,-1 0 0 0 0,0 1 0 0 0,1-1 0 0 0,0 0 0 0 0,0 0 0 0 0,1-1 0 0 0,-1 1 0 0 0,1 0 0 0 0,0 0 0 0 0,0-10 1 0 0,2 13-17 0 0,-1 0 1 0 0,1 0-1 0 0,1 0 1 0 0,-1 0-1 0 0,0 0 1 0 0,0 0 0 0 0,1 0-1 0 0,-1 1 1 0 0,1-1-1 0 0,-1 0 1 0 0,1 1 0 0 0,0-1-1 0 0,0 1 1 0 0,0 0-1 0 0,0-1 1 0 0,0 1-1 0 0,0 0 1 0 0,0 0 0 0 0,0 0-1 0 0,3 0 1 0 0,3-3 187 0 0,1 2-1 0 0,-1-1 1 0 0,18-2 0 0 0,-23 4-148 0 0,0 1 1 0 0,0 0-1 0 0,0 0 0 0 0,0 0 1 0 0,0 0-1 0 0,0 1 1 0 0,0-1-1 0 0,0 1 1 0 0,0 0-1 0 0,0 0 0 0 0,0 0 1 0 0,0 0-1 0 0,0 0 1 0 0,-1 1-1 0 0,1-1 1 0 0,0 1-1 0 0,-1 0 0 0 0,0 0 1 0 0,1 0-1 0 0,-1 0 1 0 0,0 0-1 0 0,0 0 1 0 0,0 0-1 0 0,0 1 0 0 0,0-1 1 0 0,0 1-1 0 0,-1 0 1 0 0,0-1-1 0 0,1 1 1 0 0,-1 0-1 0 0,0 0 0 0 0,0 0 1 0 0,0 0-1 0 0,0 5 1 0 0,3 11 46 0 0,-1 0 1 0 0,-1 1-1 0 0,-1-1 0 0 0,-2 27 1 0 0,1-23-159 0 0,-1 8-115 0 0,0 18 320 0 0,7-17-3114 0 0</inkml:trace>
</inkml:ink>
</file>

<file path=ppt/ink/ink1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5.352"/>
    </inkml:context>
    <inkml:brush xml:id="br0">
      <inkml:brushProperty name="width" value="0.1" units="cm"/>
      <inkml:brushProperty name="height" value="0.1" units="cm"/>
      <inkml:brushProperty name="color" value="#008C3A"/>
    </inkml:brush>
  </inkml:definitions>
  <inkml:trace contextRef="#ctx0" brushRef="#br0">1 5 5529 0 0,'0'-1'242'0'0,"1"1"0"0"0,0-1 1 0 0,0 1-1 0 0,0-1 0 0 0,0 1 0 0 0,-1-1 0 0 0,1 1 0 0 0,0 0 0 0 0,0 0 0 0 0,0-1 0 0 0,0 1 0 0 0,0 0 1 0 0,0 0-1 0 0,0 0 0 0 0,0 0 0 0 0,0 0 0 0 0,0 0 0 0 0,0 0 0 0 0,0 1 0 0 0,0-1 0 0 0,0 0 1 0 0,0 0-1 0 0,-1 1 0 0 0,1-1 0 0 0,0 1 0 0 0,0-1 0 0 0,0 1 0 0 0,0-1 0 0 0,-1 1 0 0 0,1-1 0 0 0,0 1 1 0 0,0 0-1 0 0,-1-1 0 0 0,1 1 0 0 0,0 0 0 0 0,-1 0 0 0 0,1-1 0 0 0,-1 1 0 0 0,1 0 0 0 0,-1 0 1 0 0,0 0-1 0 0,1 0 0 0 0,-1 0 0 0 0,0 0 0 0 0,1 1 0 0 0,1 7 717 0 0,0-1 0 0 0,-1 1 0 0 0,0 0 0 0 0,-1 12 0 0 0,1-1-970 0 0,1 10 452 0 0,-2-22-405 0 0,0 0 0 0 0,1 0 0 0 0,0 0-1 0 0,0-1 1 0 0,0 1 0 0 0,1 0 0 0 0,0-1-1 0 0,1 1 1 0 0,0-1 0 0 0,5 12 0 0 0,-8-19-36 0 0,1 0-1 0 0,-1 0 1 0 0,0 0 0 0 0,0 0 0 0 0,0 0 0 0 0,0 1-1 0 0,0-1 1 0 0,0 0 0 0 0,1 0 0 0 0,-1 0 0 0 0,0 0-1 0 0,0 0 1 0 0,0 0 0 0 0,0 0 0 0 0,0 0 0 0 0,1 0 0 0 0,-1 1-1 0 0,0-1 1 0 0,0 0 0 0 0,0 0 0 0 0,1 0 0 0 0,-1 0-1 0 0,0 0 1 0 0,0 0 0 0 0,0 0 0 0 0,0 0 0 0 0,1 0-1 0 0,-1 0 1 0 0,0 0 0 0 0,0-1 0 0 0,0 1 0 0 0,0 0 0 0 0,1 0-1 0 0,-1 0 1 0 0,0 0 0 0 0,0 0 0 0 0,0 0 0 0 0,0 0-1 0 0,0 0 1 0 0,1 0 0 0 0,-1-1 0 0 0,0 1 0 0 0,0 0-1 0 0,0 0 1 0 0,0 0 0 0 0,0 0 0 0 0,0 0 0 0 0,1-1 0 0 0,5-12 28 0 0,2-16 17 0 0,-7 18 504 0 0,3-6-2259 0 0,-3 18 1605 0 0,0-1 1 0 0,1 1-1 0 0,-1-1 1 0 0,0 1-1 0 0,0-1 1 0 0,0 1-1 0 0,0 0 1 0 0,1 0-1 0 0,-1 0 1 0 0,0 0-1 0 0,0-1 1 0 0,-1 1-1 0 0,1 0 1 0 0,1 2-1 0 0,-1 0 283 0 0,0 0 1 0 0,0 0-1 0 0,0 0 0 0 0,-1 0 0 0 0,1-1 1 0 0,-1 1-1 0 0,0 0 0 0 0,1 0 0 0 0,-2 0 0 0 0,1 0 1 0 0,0 0-1 0 0,-1 4 0 0 0,0 11 162 0 0,21 229 111 0 0,-4-142-4850 0 0</inkml:trace>
</inkml:ink>
</file>

<file path=ppt/ink/ink1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5.543"/>
    </inkml:context>
    <inkml:brush xml:id="br0">
      <inkml:brushProperty name="width" value="0.1" units="cm"/>
      <inkml:brushProperty name="height" value="0.1" units="cm"/>
      <inkml:brushProperty name="color" value="#008C3A"/>
    </inkml:brush>
  </inkml:definitions>
  <inkml:trace contextRef="#ctx0" brushRef="#br0">1 163 4609 0 0,'0'-6'185'0'0,"0"1"0"0"0,0-1 0 0 0,0 1 0 0 0,1-1 0 0 0,-1 1-1 0 0,1-1 1 0 0,1 1 0 0 0,-1 0 0 0 0,1 0 0 0 0,0 0 0 0 0,0-1 0 0 0,0 2 0 0 0,1-1 0 0 0,0 0 0 0 0,0 0-1 0 0,0 1 1 0 0,0 0 0 0 0,1 0 0 0 0,6-6 0 0 0,-2 3 556 0 0,1 0 0 0 0,0 1 0 0 0,0 0 0 0 0,1 0-1 0 0,-1 1 1 0 0,1 0 0 0 0,15-4 0 0 0,-21 7-467 0 0,0 1 1 0 0,0 1-1 0 0,0-1 1 0 0,0 0-1 0 0,0 1 0 0 0,0 0 1 0 0,0 0-1 0 0,0 0 1 0 0,0 0-1 0 0,6 2 0 0 0,-7-1-157 0 0,-1 0 0 0 0,0-1 0 0 0,1 1 0 0 0,-1 1-1 0 0,0-1 1 0 0,0 0 0 0 0,0 1 0 0 0,0-1 0 0 0,0 1 0 0 0,0-1 0 0 0,0 1-1 0 0,-1 0 1 0 0,1 0 0 0 0,-1 0 0 0 0,1 0 0 0 0,-1 0 0 0 0,0 0-1 0 0,2 4 1 0 0,-1-2-66 0 0,-1 0 0 0 0,0 0-1 0 0,0 1 1 0 0,-1-1 0 0 0,1 0-1 0 0,-1 1 1 0 0,0-1 0 0 0,0 0 0 0 0,0 1-1 0 0,-1-1 1 0 0,0 0 0 0 0,0 1-1 0 0,0-1 1 0 0,0 0 0 0 0,0 0 0 0 0,-1 0-1 0 0,0 0 1 0 0,0 0 0 0 0,0 0-1 0 0,0 0 1 0 0,-1-1 0 0 0,-3 5 0 0 0,0 0-212 0 0,-1 1 1 0 0,0-2 0 0 0,0 1 0 0 0,-1-1 0 0 0,0 0 0 0 0,0 0 0 0 0,-1-1 0 0 0,-10 6-1 0 0,-9 0-2388 0 0</inkml:trace>
</inkml:ink>
</file>

<file path=ppt/ink/ink1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5.749"/>
    </inkml:context>
    <inkml:brush xml:id="br0">
      <inkml:brushProperty name="width" value="0.1" units="cm"/>
      <inkml:brushProperty name="height" value="0.1" units="cm"/>
      <inkml:brushProperty name="color" value="#008C3A"/>
    </inkml:brush>
  </inkml:definitions>
  <inkml:trace contextRef="#ctx0" brushRef="#br0">1 30 6913 0 0,'17'-13'564'0'0,"-14"11"255"0"0,-1 0 0 0 0,1 0 1 0 0,-1 0-1 0 0,1 0 0 0 0,-1 0 0 0 0,1 1 1 0 0,5-3-1 0 0,-5 16 3546 0 0,-4 15-2833 0 0,1-26-1522 0 0,-6 49 1507 0 0,0 63-1 0 0,7-95-1829 0 0,0 1 0 0 0,6 26-1 0 0,-4-34-694 0 0,0-1-1 0 0,0 0 0 0 0,1 0 1 0 0,0 0-1 0 0,8 13 0 0 0</inkml:trace>
</inkml:ink>
</file>

<file path=ppt/ink/ink1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5.955"/>
    </inkml:context>
    <inkml:brush xml:id="br0">
      <inkml:brushProperty name="width" value="0.1" units="cm"/>
      <inkml:brushProperty name="height" value="0.1" units="cm"/>
      <inkml:brushProperty name="color" value="#008C3A"/>
    </inkml:brush>
  </inkml:definitions>
  <inkml:trace contextRef="#ctx0" brushRef="#br0">13 35 9218 0 0,'-13'3'2928'0'0,"19"-2"-814"0"0,-2-2-1371 0 0,35-14 378 0 0,-4 0-1935 0 0,1 8-4527 0 0,-27 8 3102 0 0</inkml:trace>
</inkml:ink>
</file>

<file path=ppt/ink/ink1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6.115"/>
    </inkml:context>
    <inkml:brush xml:id="br0">
      <inkml:brushProperty name="width" value="0.1" units="cm"/>
      <inkml:brushProperty name="height" value="0.1" units="cm"/>
      <inkml:brushProperty name="color" value="#008C3A"/>
    </inkml:brush>
  </inkml:definitions>
  <inkml:trace contextRef="#ctx0" brushRef="#br0">0 96 10138 0 0,'6'0'448'0'0,"-2"-1"96"0"0,0-1-440 0 0,0 1-104 0 0,-1 0 0 0 0,-1-2 0 0 0,2 0-304 0 0,2-1-80 0 0,5-4-24 0 0,5-3 0 0 0,2-4 408 0 0,1 0 0 0 0,-1-2 0 0 0,0 2 80 0 0</inkml:trace>
</inkml:ink>
</file>

<file path=ppt/ink/ink1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6.402"/>
    </inkml:context>
    <inkml:brush xml:id="br0">
      <inkml:brushProperty name="width" value="0.1" units="cm"/>
      <inkml:brushProperty name="height" value="0.1" units="cm"/>
      <inkml:brushProperty name="color" value="#008C3A"/>
    </inkml:brush>
  </inkml:definitions>
  <inkml:trace contextRef="#ctx0" brushRef="#br0">40 34 11058 0 0,'-5'5'197'0'0,"1"0"1"0"0,1 0-1 0 0,-1 0 0 0 0,1 0 0 0 0,0 1 0 0 0,0-1 0 0 0,0 1 0 0 0,1 0 0 0 0,0 0 0 0 0,0 0 0 0 0,0 0 1 0 0,1 0-1 0 0,0 0 0 0 0,0 1 0 0 0,0-1 0 0 0,1 0 0 0 0,0 1 0 0 0,1-1 0 0 0,-1 0 0 0 0,1 0 0 0 0,0 1 0 0 0,2 5 1 0 0,-1-7-91 0 0,-1 0 1 0 0,1-1-1 0 0,0 1 1 0 0,0-1-1 0 0,0 1 1 0 0,1-1-1 0 0,-1 0 1 0 0,1 0-1 0 0,0 0 1 0 0,1 0-1 0 0,-1-1 1 0 0,0 1-1 0 0,1-1 1 0 0,0 0-1 0 0,0 0 1 0 0,0 0-1 0 0,0 0 1 0 0,0-1-1 0 0,1 0 1 0 0,-1 1-1 0 0,1-2 1 0 0,0 1-1 0 0,-1-1 1 0 0,1 1-1 0 0,0-1 1 0 0,0 0-1 0 0,0-1 1 0 0,9 1-1 0 0,-11-1-31 0 0,-1 0-1 0 0,1 0 0 0 0,0 0 0 0 0,0-1 1 0 0,0 1-1 0 0,0-1 0 0 0,0 1 1 0 0,-1-1-1 0 0,1 0 0 0 0,0 0 0 0 0,0-1 1 0 0,-1 1-1 0 0,1 0 0 0 0,-1-1 0 0 0,0 1 1 0 0,1-1-1 0 0,-1 0 0 0 0,0 0 0 0 0,0 0 1 0 0,0 0-1 0 0,0 0 0 0 0,0-1 1 0 0,0 1-1 0 0,-1 0 0 0 0,1-1 0 0 0,-1 1 1 0 0,0-1-1 0 0,1 0 0 0 0,-1 1 0 0 0,-1-1 1 0 0,1 0-1 0 0,0 0 0 0 0,-1 0 1 0 0,1 1-1 0 0,-1-1 0 0 0,0 0 0 0 0,0-5 1 0 0,0-2-84 0 0,-1 0 1 0 0,1 1 0 0 0,-2-1 0 0 0,0 0-1 0 0,0 1 1 0 0,-1-1 0 0 0,0 1 0 0 0,0 0-1 0 0,-1 0 1 0 0,-5-9 0 0 0,4 10-156 0 0,-1-1 0 0 0,0 1 0 0 0,0 0 0 0 0,-1 1 0 0 0,0-1-1 0 0,-12-8 1 0 0,4 4-789 0 0</inkml:trace>
</inkml:ink>
</file>

<file path=ppt/ink/ink1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6.796"/>
    </inkml:context>
    <inkml:brush xml:id="br0">
      <inkml:brushProperty name="width" value="0.1" units="cm"/>
      <inkml:brushProperty name="height" value="0.1" units="cm"/>
      <inkml:brushProperty name="color" value="#008C3A"/>
    </inkml:brush>
  </inkml:definitions>
  <inkml:trace contextRef="#ctx0" brushRef="#br0">1 1 11979 0 0,'1'0'204'0'0,"1"1"1"0"0,-1-1 0 0 0,0 1 0 0 0,0-1 0 0 0,0 1 0 0 0,0 0 0 0 0,1-1-1 0 0,-1 1 1 0 0,0 0 0 0 0,0 0 0 0 0,0 0 0 0 0,0 0 0 0 0,-1 0-1 0 0,1 0 1 0 0,0 0 0 0 0,0 0 0 0 0,-1 0 0 0 0,1 0 0 0 0,0 0 0 0 0,-1 1-1 0 0,1-1 1 0 0,0 2 0 0 0,11 33 1091 0 0,-10-30-1006 0 0,11 51 632 0 0,12 93-1 0 0,0 6-1381 0 0,-19-128 69 0 0</inkml:trace>
</inkml:ink>
</file>

<file path=ppt/ink/ink1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7.022"/>
    </inkml:context>
    <inkml:brush xml:id="br0">
      <inkml:brushProperty name="width" value="0.1" units="cm"/>
      <inkml:brushProperty name="height" value="0.1" units="cm"/>
      <inkml:brushProperty name="color" value="#008C3A"/>
    </inkml:brush>
  </inkml:definitions>
  <inkml:trace contextRef="#ctx0" brushRef="#br0">1 0 7834 0 0,'2'0'479'0'0,"-1"0"1"0"0,1 1 0 0 0,0-1 0 0 0,0 0-1 0 0,0 1 1 0 0,0-1 0 0 0,-1 1 0 0 0,1 0 0 0 0,0 0-1 0 0,-1-1 1 0 0,1 1 0 0 0,0 0 0 0 0,-1 1-1 0 0,1-1 1 0 0,2 2 0 0 0,-1 1 125 0 0,0 0 0 0 0,0 0-1 0 0,0 0 1 0 0,0 0 0 0 0,3 8 0 0 0,0 1 31 0 0,-1 1 0 0 0,0 0 0 0 0,3 16 0 0 0,0 13-71 0 0,-4-19-1015 0 0,1-1 1 0 0,2 1-1 0 0,0-2 1 0 0,12 29-1 0 0,-13-40-1322 0 0</inkml:trace>
</inkml:ink>
</file>

<file path=ppt/ink/ink1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7.346"/>
    </inkml:context>
    <inkml:brush xml:id="br0">
      <inkml:brushProperty name="width" value="0.1" units="cm"/>
      <inkml:brushProperty name="height" value="0.1" units="cm"/>
      <inkml:brushProperty name="color" value="#008C3A"/>
    </inkml:brush>
  </inkml:definitions>
  <inkml:trace contextRef="#ctx0" brushRef="#br0">0 157 3225 0 0,'0'-1'27'0'0,"1"1"-1"0"0,-1-1 1 0 0,0 1 0 0 0,1-1 0 0 0,-1 1 0 0 0,0 0 0 0 0,1-1 0 0 0,-1 1-1 0 0,1 0 1 0 0,-1-1 0 0 0,0 1 0 0 0,1 0 0 0 0,-1 0 0 0 0,1-1 0 0 0,-1 1-1 0 0,1 0 1 0 0,-1 0 0 0 0,1 0 0 0 0,-1-1 0 0 0,1 1 0 0 0,-1 0 0 0 0,1 0-1 0 0,-1 0 1 0 0,1 0 0 0 0,-1 0 0 0 0,1 0 0 0 0,0 0 0 0 0,23-3 1110 0 0,-20 3-930 0 0,10-2 268 0 0,1-1-1 0 0,-1-1 1 0 0,25-9-1 0 0,-3-3-1618 0 0,43-25 0 0 0,-14 5 1384 0 0,3 7 4260 0 0,-66 28-4145 0 0,-1 1 0 0 0,0-1 0 0 0,0 1 0 0 0,0 0 0 0 0,0 0 0 0 0,0-1-1 0 0,1 1 1 0 0,-1 0 0 0 0,0 0 0 0 0,0 0 0 0 0,0 0 0 0 0,1 0 0 0 0,-1 1-1 0 0,0-1 1 0 0,0 0 0 0 0,0 0 0 0 0,0 1 0 0 0,0-1 0 0 0,1 1 0 0 0,0 0-1 0 0,-1 0-152 0 0,0 0 0 0 0,0 0 0 0 0,0 0-1 0 0,0 0 1 0 0,-1 0 0 0 0,1 0 0 0 0,0 0-1 0 0,0 1 1 0 0,-1-1 0 0 0,1 0 0 0 0,-1 1-1 0 0,1-1 1 0 0,-1 0 0 0 0,1 3 0 0 0,0 6-132 0 0,0 0 0 0 0,-1 0 0 0 0,0 0 0 0 0,-2 12 1 0 0,0-3 623 0 0,-4 66-134 0 0,3-63-848 0 0,0 1-1 0 0,2 0 0 0 0,1-1 1 0 0,0 1-1 0 0,2 0 1 0 0,7 33-1 0 0,-6-47-1944 0 0</inkml:trace>
</inkml:ink>
</file>

<file path=ppt/ink/ink1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8.046"/>
    </inkml:context>
    <inkml:brush xml:id="br0">
      <inkml:brushProperty name="width" value="0.1" units="cm"/>
      <inkml:brushProperty name="height" value="0.1" units="cm"/>
      <inkml:brushProperty name="color" value="#008C3A"/>
    </inkml:brush>
  </inkml:definitions>
  <inkml:trace contextRef="#ctx0" brushRef="#br0">142 1 8754 0 0,'-11'12'5637'0'0,"-14"19"-4026"0"0,7-5-1277 0 0,1 0 1 0 0,1 2-1 0 0,2 0 0 0 0,-13 33 0 0 0,24-51-355 0 0,0-1 0 0 0,0 1-1 0 0,2 0 1 0 0,-1 0 0 0 0,1-1 0 0 0,0 1-1 0 0,2 16 1 0 0,0-20 0 0 0,0 1-1 0 0,0-1 1 0 0,0 0 0 0 0,1 0 0 0 0,0 1-1 0 0,1-1 1 0 0,0 0 0 0 0,-1-1-1 0 0,2 1 1 0 0,-1 0 0 0 0,1-1 0 0 0,7 9-1 0 0,-7-10-151 0 0,0 0 1 0 0,1-1-1 0 0,-1 1 0 0 0,1-1 0 0 0,0 0 0 0 0,0 0 0 0 0,0-1 0 0 0,1 1 0 0 0,-1-1 0 0 0,1-1 0 0 0,9 3 1 0 0,-12-3-12 0 0,0 0 0 0 0,1 0 0 0 0,-1-1 0 0 0,0 0 0 0 0,0 0 0 0 0,1 0 0 0 0,-1 0 1 0 0,0 0-1 0 0,1 0 0 0 0,-1-1 0 0 0,0 0 0 0 0,0 1 0 0 0,0-1 0 0 0,0 0 0 0 0,1-1 0 0 0,-1 1 1 0 0,-1-1-1 0 0,1 1 0 0 0,0-1 0 0 0,0 0 0 0 0,-1 0 0 0 0,4-2 0 0 0,-5 2 126 0 0,0 1 0 0 0,0-1-1 0 0,0 0 1 0 0,0 0 0 0 0,0 0-1 0 0,0 1 1 0 0,-1-1 0 0 0,1 0-1 0 0,-1 0 1 0 0,1 0 0 0 0,-1 0 0 0 0,0 0-1 0 0,0 0 1 0 0,1 0 0 0 0,-1 0-1 0 0,-1 0 1 0 0,1 0 0 0 0,0 0-1 0 0,-1-4 1 0 0,-17-41-51 0 0,4 9 1000 0 0,13 34-713 0 0,0 1-1 0 0,0-1 0 0 0,1 0 1 0 0,-1 0-1 0 0,1 0 1 0 0,0 1-1 0 0,0-1 0 0 0,1 0 1 0 0,-1 0-1 0 0,1 0 0 0 0,0 1 1 0 0,-1-1-1 0 0,2 0 1 0 0,-1 1-1 0 0,0-1 0 0 0,1 1 1 0 0,0-1-1 0 0,3-5 0 0 0,-2 6-47 0 0,0 1 0 0 0,0-1-1 0 0,0 1 1 0 0,0 0 0 0 0,1 0-1 0 0,-1 0 1 0 0,1 0 0 0 0,-1 0-1 0 0,1 1 1 0 0,-1 0-1 0 0,1 0 1 0 0,0 0 0 0 0,0 0-1 0 0,0 0 1 0 0,-1 1 0 0 0,1-1-1 0 0,0 1 1 0 0,5 1-1 0 0,-5-2-19 0 0,0 1-1 0 0,1 0 1 0 0,-1 1-1 0 0,0-1 1 0 0,0 1-1 0 0,0 0 1 0 0,0 0-1 0 0,0 0 1 0 0,0 0-1 0 0,0 1 1 0 0,0 0-1 0 0,0 0 1 0 0,0 0-1 0 0,-1 0 1 0 0,1 0-1 0 0,-1 1 1 0 0,0-1-1 0 0,0 1 1 0 0,0 0-1 0 0,4 4 1 0 0,-3-1-8 0 0,-1 1 0 0 0,0-1-1 0 0,0 0 1 0 0,0 1 0 0 0,-1 0 0 0 0,0 0-1 0 0,0 0 1 0 0,0 0 0 0 0,-1 0 0 0 0,0 0-1 0 0,-1 8 1 0 0,-2 46 427 0 0,0-50-807 0 0,1 0 0 0 0,1 0 1 0 0,0 0-1 0 0,0 0 0 0 0,1 0 0 0 0,0 0 0 0 0,5 19 1 0 0,-3-26-824 0 0,1-2-10 0 0</inkml:trace>
</inkml:ink>
</file>

<file path=ppt/ink/ink1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8.289"/>
    </inkml:context>
    <inkml:brush xml:id="br0">
      <inkml:brushProperty name="width" value="0.1" units="cm"/>
      <inkml:brushProperty name="height" value="0.1" units="cm"/>
      <inkml:brushProperty name="color" value="#008C3A"/>
    </inkml:brush>
  </inkml:definitions>
  <inkml:trace contextRef="#ctx0" brushRef="#br0">17 0 9674 0 0,'-3'6'826'0'0,"0"0"0"0"0,1 0 0 0 0,0 0-1 0 0,0 0 1 0 0,1 0 0 0 0,-1 1 0 0 0,2-1 0 0 0,-1 0 0 0 0,0 1-1 0 0,2 7 1 0 0,-2-12-485 0 0,8 195 3550 0 0,-4-152-3868 0 0,4 34-883 0 0,-5-61-80 0 0</inkml:trace>
</inkml:ink>
</file>

<file path=ppt/ink/ink1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8.823"/>
    </inkml:context>
    <inkml:brush xml:id="br0">
      <inkml:brushProperty name="width" value="0.1" units="cm"/>
      <inkml:brushProperty name="height" value="0.1" units="cm"/>
      <inkml:brushProperty name="color" value="#008C3A"/>
    </inkml:brush>
  </inkml:definitions>
  <inkml:trace contextRef="#ctx0" brushRef="#br0">3 28 8290 0 0,'-1'-8'4526'0'0,"1"8"-4461"0"0,0 0 1 0 0,-1 0-1 0 0,1 0 0 0 0,42-15-5500 0 0,-38 14 4987 0 0,0 0 0 0 0,0 0 1 0 0,0 0-1 0 0,0 1 0 0 0,0 0 0 0 0,0 0 0 0 0,0 0 1 0 0,0 0-1 0 0,0 0 0 0 0,0 1 0 0 0,4 1 0 0 0,-8-2 558 0 0,1 0 0 0 0,-1 1 0 0 0,1-1 0 0 0,-1 1 0 0 0,0 0 0 0 0,1-1 0 0 0,-1 1-1 0 0,0-1 1 0 0,0 1 0 0 0,1-1 0 0 0,-1 1 0 0 0,0 0 0 0 0,0-1 0 0 0,0 1-1 0 0,0-1 1 0 0,1 1 0 0 0,-1 0 0 0 0,0-1 0 0 0,0 1 0 0 0,0 0 0 0 0,0-1-1 0 0,-1 1 1 0 0,1 0 0 0 0,0 0 0 0 0,-5 24 5137 0 0,2-10-2933 0 0,3 0-1245 0 0,1 0 0 0 0,0 0 0 0 0,2 0 0 0 0,5 23 0 0 0,0-1-121 0 0,1 17 497 0 0,3 88-1 0 0,-14-57-7373 0 0</inkml:trace>
</inkml:ink>
</file>

<file path=ppt/ink/ink1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19.002"/>
    </inkml:context>
    <inkml:brush xml:id="br0">
      <inkml:brushProperty name="width" value="0.1" units="cm"/>
      <inkml:brushProperty name="height" value="0.1" units="cm"/>
      <inkml:brushProperty name="color" value="#008C3A"/>
    </inkml:brush>
  </inkml:definitions>
  <inkml:trace contextRef="#ctx0" brushRef="#br0">1 8 8754 0 0,'2'0'776'0'0,"2"0"-616"0"0,3 0-160 0 0,-1 0 0 0 0,1 1 896 0 0,1-1 144 0 0,7 0 33 0 0,8 1 7 0 0,7-1 128 0 0,6 2 24 0 0,-1-1 9 0 0,-2-1-1 0 0,-2 0-1016 0 0,-2-1-224 0 0,0-1 0 0 0,-6-2 0 0 0,-3-1 0 0 0</inkml:trace>
</inkml:ink>
</file>

<file path=ppt/ink/ink1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22.015"/>
    </inkml:context>
    <inkml:brush xml:id="br0">
      <inkml:brushProperty name="width" value="0.1" units="cm"/>
      <inkml:brushProperty name="height" value="0.1" units="cm"/>
      <inkml:brushProperty name="color" value="#008C3A"/>
    </inkml:brush>
  </inkml:definitions>
  <inkml:trace contextRef="#ctx0" brushRef="#br0">76 340 3225 0 0,'-6'-5'401'0'0,"0"0"1"0"0,0 0-1 0 0,1-1 1 0 0,0 0-1 0 0,0 0 1 0 0,0 0-1 0 0,1-1 1 0 0,0 1-1 0 0,0-1 1 0 0,0 0-1 0 0,1-1 1 0 0,-4-13-1 0 0,7 19-333 0 0,0-1-1 0 0,0 1 0 0 0,1-1 0 0 0,-1 1 1 0 0,1 0-1 0 0,-1-1 0 0 0,1 1 0 0 0,0 0 0 0 0,0 0 1 0 0,0-1-1 0 0,0 1 0 0 0,1 0 0 0 0,-1 0 0 0 0,0 0 1 0 0,1 0-1 0 0,-1 1 0 0 0,1-1 0 0 0,0 0 0 0 0,0 0 1 0 0,-1 1-1 0 0,1 0 0 0 0,0-1 0 0 0,1 1 0 0 0,-1 0 1 0 0,3-2-1 0 0,8-3 181 0 0,0-1 1 0 0,27-7 0 0 0,-32 11-81 0 0,59-18 377 0 0,124-21 0 0 0,74 7-985 0 0,-59 10 205 0 0,-47 5 133 0 0,207 1 0 0 0,-252 24-48 0 0,173 31 0 0 0,-73-5 47 0 0,-182-28 528 0 0,0-1 0 0 0,0-1 0 0 0,0-1 0 0 0,0-2 0 0 0,0-2 0 0 0,0-1 0 0 0,0-1 0 0 0,55-19 0 0 0,-85 24-321 0 0,1 0 1 0 0,-1 0-1 0 0,1 0 0 0 0,-1 1 1 0 0,1-1-1 0 0,-1 1 0 0 0,1-1 1 0 0,-1 1-1 0 0,1 0 0 0 0,-1 0 0 0 0,1 0 1 0 0,0 0-1 0 0,-1 0 0 0 0,1 1 1 0 0,-1-1-1 0 0,1 1 0 0 0,-1 0 0 0 0,1-1 1 0 0,-1 1-1 0 0,0 0 0 0 0,1 1 1 0 0,-1-1-1 0 0,0 0 0 0 0,0 1 1 0 0,0-1-1 0 0,2 3 0 0 0,0 1 111 0 0,0 0 1 0 0,0 0-1 0 0,-1 1 0 0 0,0 0 1 0 0,0 0-1 0 0,-1 0 0 0 0,1 0 1 0 0,-1 0-1 0 0,2 9 0 0 0,9 38-39 0 0,-2 0 0 0 0,7 104 0 0 0,-13-64-536 0 0,19 241-4481 0 0,-13-249 3041 0 0,40 158-1 0 0,-50-239 1924 0 0,0 0-1 0 0,0-1 1 0 0,0 1-1 0 0,-1 0 0 0 0,1 0 1 0 0,-1 0-1 0 0,0-1 0 0 0,0 1 1 0 0,-1 0-1 0 0,1 0 0 0 0,-1 0 1 0 0,0-1-1 0 0,-2 8 0 0 0,2-9-66 0 0,0-1 0 0 0,0 1 0 0 0,0-1 0 0 0,0 0 0 0 0,0 1 0 0 0,-1-1 0 0 0,1 0 0 0 0,0 0 0 0 0,-1 0 0 0 0,1 1-1 0 0,-1-2 1 0 0,1 1 0 0 0,-1 0 0 0 0,1 0 0 0 0,-1 0 0 0 0,0-1 0 0 0,1 1 0 0 0,-1-1 0 0 0,0 1 0 0 0,0-1 0 0 0,0 0-1 0 0,1 0 1 0 0,-1 0 0 0 0,0 0 0 0 0,0 0 0 0 0,1 0 0 0 0,-1 0 0 0 0,0 0 0 0 0,0-1 0 0 0,0 1 0 0 0,-2-2 0 0 0,-123-32 3340 0 0,66 16-2370 0 0,-104-15-1 0 0,-188 8-998 0 0,70 8-1233 0 0,233 15 977 0 0,1 2 0 0 0,0 1 0 0 0,0 3 0 0 0,-65 14 0 0 0,-185 22-116 0 0,132-20 408 0 0,106-12 433 0 0,0-3-1 0 0,-1-2 0 0 0,0-3 1 0 0,-101-13-1 0 0,110 0-49 0 0,39 9-296 0 0,0 1 0 0 0,0 0 1 0 0,-1 1-1 0 0,-16-1 1 0 0,-50 7-1832 0 0,-33-2-3244 0 0</inkml:trace>
</inkml:ink>
</file>

<file path=ppt/ink/ink1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22.316"/>
    </inkml:context>
    <inkml:brush xml:id="br0">
      <inkml:brushProperty name="width" value="0.1" units="cm"/>
      <inkml:brushProperty name="height" value="0.1" units="cm"/>
      <inkml:brushProperty name="color" value="#008C3A"/>
    </inkml:brush>
  </inkml:definitions>
  <inkml:trace contextRef="#ctx0" brushRef="#br0">20 1 6913 0 0,'-1'0'136'0'0,"0"1"-1"0"0,0-1 0 0 0,0 1 1 0 0,0-1-1 0 0,0 1 0 0 0,0 0 0 0 0,0-1 1 0 0,0 1-1 0 0,0 0 0 0 0,1 0 0 0 0,-1 0 1 0 0,0-1-1 0 0,0 1 0 0 0,1 0 1 0 0,-1 0-1 0 0,1 0 0 0 0,-1 0 0 0 0,1 0 1 0 0,-1 1-1 0 0,1-1 0 0 0,0 0 1 0 0,-1 0-1 0 0,1 0 0 0 0,0 0 0 0 0,0 0 1 0 0,0 0-1 0 0,0 1 0 0 0,0 0 0 0 0,-2 39 2050 0 0,2-38-1915 0 0,3 53 1809 0 0,3-1 0 0 0,17 76 0 0 0,-11-71-1548 0 0,14 64-16 0 0,15 97-6385 0 0,-39-200 5857 0 0</inkml:trace>
</inkml:ink>
</file>

<file path=ppt/ink/ink1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23.599"/>
    </inkml:context>
    <inkml:brush xml:id="br0">
      <inkml:brushProperty name="width" value="0.1" units="cm"/>
      <inkml:brushProperty name="height" value="0.1" units="cm"/>
      <inkml:brushProperty name="color" value="#008C3A"/>
    </inkml:brush>
  </inkml:definitions>
  <inkml:trace contextRef="#ctx0" brushRef="#br0">0 89 6913 0 0,'129'5'265'0'0,"529"-51"2473"0"0,-546 36-2533 0 0,15-2 85 0 0,196-12 3 0 0,-270 22-193 0 0,442 3 2200 0 0,-305 6-1441 0 0,158 16 93 0 0,-294-15-883 0 0,74 13 62 0 0,-108-17 268 0 0,-1 1 0 0 0,0 1-1 0 0,-1 1 1 0 0,25 12 0 0 0,-38-16-270 0 0,0 0 1 0 0,-1 0-1 0 0,1 0 1 0 0,-1 0-1 0 0,0 0 1 0 0,0 1-1 0 0,0 0 1 0 0,0 0-1 0 0,-1 0 1 0 0,0 0-1 0 0,1 1 1 0 0,-2-1-1 0 0,1 1 1 0 0,0 0-1 0 0,-1 0 1 0 0,3 7-1 0 0,-3-3-75 0 0,0 1 0 0 0,-1-1 0 0 0,0 1 0 0 0,0 0-1 0 0,-1 0 1 0 0,0-1 0 0 0,-1 1 0 0 0,-2 13 0 0 0,-35 187 48 0 0,14-86-46 0 0,-8 130 1 0 0,29-140-68 0 0,5 0 0 0 0,17 120 0 0 0,54 227-62 0 0,-40-270 61 0 0,107 780 785 0 0,-64 5 84 0 0,-43-396 27 0 0,-23-422-832 0 0,0 108 40 0 0,-11-217-405 0 0,-2 0 0 0 0,-3 0-1 0 0,-15 68 1 0 0,20-113-181 0 0,0 1 1 0 0,-1-1-1 0 0,1 0 1 0 0,-1 0-1 0 0,0 0 1 0 0,0 0-1 0 0,-4 7 1 0 0</inkml:trace>
</inkml:ink>
</file>

<file path=ppt/ink/ink1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24.091"/>
    </inkml:context>
    <inkml:brush xml:id="br0">
      <inkml:brushProperty name="width" value="0.1" units="cm"/>
      <inkml:brushProperty name="height" value="0.1" units="cm"/>
      <inkml:brushProperty name="color" value="#008C3A"/>
    </inkml:brush>
  </inkml:definitions>
  <inkml:trace contextRef="#ctx0" brushRef="#br0">32 25 456 0 0,'-31'6'16058'0'0,"39"1"-16309"0"0,10 8 492 0 0,-1 1-1 0 0,0 1 0 0 0,-2 0 0 0 0,0 1 0 0 0,17 26 0 0 0,-20-26-39 0 0,1 0 0 0 0,1 0-1 0 0,1-2 1 0 0,0 0-1 0 0,31 25 1 0 0,-28-28-191 0 0,1-2 1 0 0,0 0-1 0 0,0-1 0 0 0,1 0 0 0 0,0-2 0 0 0,35 10 1 0 0,-45-16 2 0 0,0 0-1 0 0,0 0 1 0 0,0-1 0 0 0,1 0 0 0 0,-1-1 0 0 0,0 0-1 0 0,0-1 1 0 0,1 0 0 0 0,-1 0 0 0 0,0-1 0 0 0,0 0-1 0 0,0-1 1 0 0,0 0 0 0 0,-1-1 0 0 0,1 0 0 0 0,9-6-1 0 0,9-7 626 0 0,-1-1-1 0 0,-1-2 0 0 0,-1 0 0 0 0,29-32 1 0 0,-40 38-557 0 0,-2-2 1 0 0,0 1-1 0 0,0-2 1 0 0,-2 0-1 0 0,0 0 0 0 0,-1-1 1 0 0,0 0-1 0 0,6-24 1 0 0,-6 16-423 0 0,-2 3-150 0 0</inkml:trace>
</inkml:ink>
</file>

<file path=ppt/ink/ink1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27.121"/>
    </inkml:context>
    <inkml:brush xml:id="br0">
      <inkml:brushProperty name="width" value="0.1" units="cm"/>
      <inkml:brushProperty name="height" value="0.1" units="cm"/>
      <inkml:brushProperty name="color" value="#008C3A"/>
    </inkml:brush>
  </inkml:definitions>
  <inkml:trace contextRef="#ctx0" brushRef="#br0">349 425 2761 0 0,'-5'1'152'0'0,"1"-1"1"0"0,0 0-1 0 0,0-1 1 0 0,0 1-1 0 0,0-1 1 0 0,-1 0-1 0 0,1 0 1 0 0,0 0-1 0 0,0 0 1 0 0,0-1-1 0 0,1 1 1 0 0,-6-4-1 0 0,1 2 205 0 0,-23-11 648 0 0,20 8-278 0 0,-1 1 0 0 0,1 1 0 0 0,-1 0 0 0 0,-15-3 1 0 0,23 6-523 0 0,1 1 1 0 0,-1-1 0 0 0,1 1-1 0 0,-1 0 1 0 0,1 0 0 0 0,-1 1-1 0 0,1-1 1 0 0,-1 1-1 0 0,1 0 1 0 0,-1 0 0 0 0,1 0-1 0 0,0 0 1 0 0,-1 0 0 0 0,1 1-1 0 0,0-1 1 0 0,0 1 0 0 0,0 0-1 0 0,0 0 1 0 0,-4 4 0 0 0,-3 4 173 0 0,0 1 0 0 0,1 0 1 0 0,0 0-1 0 0,1 1 0 0 0,0 0 1 0 0,1 1-1 0 0,1 0 0 0 0,0 0 1 0 0,-7 20-1 0 0,8-16-273 0 0,0-1-1 0 0,2 1 1 0 0,-1-1 0 0 0,2 1-1 0 0,1 0 1 0 0,0 0-1 0 0,2 29 1 0 0,-1-41-125 0 0,1-1 0 0 0,0 0 0 0 0,0 0 0 0 0,0 0-1 0 0,0 0 1 0 0,0 0 0 0 0,1 0 0 0 0,0 0 0 0 0,0 0 0 0 0,0-1 0 0 0,0 1 0 0 0,1-1 0 0 0,-1 1 0 0 0,1-1-1 0 0,0 0 1 0 0,0 0 0 0 0,0 0 0 0 0,4 3 0 0 0,-5-5-110 0 0,1 0 1 0 0,0 1-1 0 0,-1-1 0 0 0,1 0 1 0 0,0 0-1 0 0,0-1 0 0 0,0 1 1 0 0,0-1-1 0 0,0 1 0 0 0,0-1 1 0 0,0 0-1 0 0,0 0 0 0 0,0 0 1 0 0,0 0-1 0 0,-1-1 0 0 0,1 1 1 0 0,0-1-1 0 0,0 0 0 0 0,0 0 1 0 0,0 0-1 0 0,0 0 0 0 0,-1 0 1 0 0,1-1-1 0 0,-1 1 0 0 0,1-1 1 0 0,3-2-1 0 0,3-4-354 0 0,0 0 1 0 0,0 0-1 0 0,-1-1 0 0 0,0 0 1 0 0,-1 0-1 0 0,0-1 0 0 0,0 0 0 0 0,-1 0 1 0 0,0-1-1 0 0,6-16 0 0 0,-1-1-534 0 0,-1-1 1 0 0,11-58-1 0 0,-17 63 1091 0 0,-2 1 1 0 0,0-1 0 0 0,-2 0-1 0 0,-1 0 1 0 0,0 1-1 0 0,-7-30 1 0 0,-40-140 5081 0 0,18 87 224 0 0,42 189-1074 0 0,-5 71-3827 0 0,-3-44-234 0 0,-3-80-600 0 0,2 0-1 0 0,1 0 1 0 0,1 0-1 0 0,1-1 1 0 0,2 1-1 0 0,14 33 1 0 0,-7-30-6841 0 0</inkml:trace>
</inkml:ink>
</file>

<file path=ppt/ink/ink1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27.486"/>
    </inkml:context>
    <inkml:brush xml:id="br0">
      <inkml:brushProperty name="width" value="0.1" units="cm"/>
      <inkml:brushProperty name="height" value="0.1" units="cm"/>
      <inkml:brushProperty name="color" value="#008C3A"/>
    </inkml:brush>
  </inkml:definitions>
  <inkml:trace contextRef="#ctx0" brushRef="#br0">23 335 6449 0 0,'0'0'48'0'0,"0"0"-1"0"0,0 0 1 0 0,0 0-1 0 0,0 1 0 0 0,0-1 1 0 0,0 0-1 0 0,0 0 1 0 0,0 1-1 0 0,0-1 0 0 0,0 0 1 0 0,1 0-1 0 0,-1 0 1 0 0,0 1-1 0 0,0-1 1 0 0,0 0-1 0 0,0 0 0 0 0,0 0 1 0 0,1 1-1 0 0,-1-1 1 0 0,0 0-1 0 0,0 0 0 0 0,0 0 1 0 0,1 0-1 0 0,-1 0 1 0 0,0 1-1 0 0,0-1 0 0 0,0 0 1 0 0,1 0-1 0 0,-1 0 1 0 0,0 0-1 0 0,0 0 0 0 0,1 0 1 0 0,-1 0-1 0 0,0 0 1 0 0,0 0-1 0 0,1 0 1 0 0,-1 0-1 0 0,0 0 0 0 0,1 0 1 0 0,14-4 1802 0 0,10-10 998 0 0,-18 5-2462 0 0,0 0 1 0 0,-2 0-1 0 0,1-1 0 0 0,-1 0 1 0 0,0 0-1 0 0,-1 0 0 0 0,0-1 1 0 0,-1 1-1 0 0,0-1 0 0 0,-1 0 1 0 0,2-18-1 0 0,-3 16-117 0 0,0-1 0 0 0,-1 0 0 0 0,-1 1 1 0 0,0-1-1 0 0,-1 1 0 0 0,-1 0 0 0 0,0-1 0 0 0,0 1 0 0 0,-6-13 0 0 0,8 24-248 0 0,1 0 0 0 0,-1 0 0 0 0,0 1-1 0 0,1-1 1 0 0,-1 0 0 0 0,0 0 0 0 0,0 0 0 0 0,0 1 0 0 0,-1-1 0 0 0,1 1-1 0 0,0-1 1 0 0,-1 1 0 0 0,1-1 0 0 0,-1 1 0 0 0,1 0 0 0 0,-1-1 0 0 0,1 1-1 0 0,-1 0 1 0 0,0 0 0 0 0,0 0 0 0 0,1 1 0 0 0,-1-1 0 0 0,0 0-1 0 0,0 1 1 0 0,0-1 0 0 0,0 1 0 0 0,-3-1 0 0 0,2 2-26 0 0,0 0 1 0 0,1-1 0 0 0,0 1-1 0 0,-1 0 1 0 0,1 1-1 0 0,-1-1 1 0 0,1 0-1 0 0,0 1 1 0 0,0-1 0 0 0,0 1-1 0 0,0 0 1 0 0,0 0-1 0 0,0-1 1 0 0,0 1-1 0 0,1 0 1 0 0,-1 1 0 0 0,1-1-1 0 0,-1 0 1 0 0,1 0-1 0 0,-2 5 1 0 0,0-1-47 0 0,0 0 1 0 0,1 0 0 0 0,0 0-1 0 0,0 0 1 0 0,0 0 0 0 0,1 0-1 0 0,0 1 1 0 0,0-1 0 0 0,0 0-1 0 0,1 1 1 0 0,0-1 0 0 0,0 0-1 0 0,1 1 1 0 0,-1-1 0 0 0,4 10-1 0 0,-1-6 16 0 0,1-1 0 0 0,0 0-1 0 0,1 0 1 0 0,0 0 0 0 0,0 0-1 0 0,1-1 1 0 0,0 0 0 0 0,1 0-1 0 0,7 8 1 0 0,57 60-2128 0 0,-58-61 1003 0 0</inkml:trace>
</inkml:ink>
</file>

<file path=ppt/ink/ink1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27.745"/>
    </inkml:context>
    <inkml:brush xml:id="br0">
      <inkml:brushProperty name="width" value="0.1" units="cm"/>
      <inkml:brushProperty name="height" value="0.1" units="cm"/>
      <inkml:brushProperty name="color" value="#008C3A"/>
    </inkml:brush>
  </inkml:definitions>
  <inkml:trace contextRef="#ctx0" brushRef="#br0">211 52 4609 0 0,'-20'-24'593'0'0,"17"21"254"0"0,-1 0-1 0 0,1 0 0 0 0,-1 1 1 0 0,0-1-1 0 0,1 1 1 0 0,-1 0-1 0 0,-7-3 1 0 0,8 4-206 0 0,-1 0 0 0 0,1 0 0 0 0,0 1 0 0 0,-1-1 1 0 0,1 1-1 0 0,-1 0 0 0 0,1 0 0 0 0,-1 0 0 0 0,1 0 0 0 0,-5 1 1 0 0,-22 10 451 0 0,24-7-950 0 0,1 0 1 0 0,-1 0-1 0 0,1 1 0 0 0,0 0 0 0 0,1 0 0 0 0,-1 0 0 0 0,1 0 1 0 0,0 1-1 0 0,0 0 0 0 0,1-1 0 0 0,-1 1 0 0 0,1 1 0 0 0,1-1 0 0 0,-1 0 1 0 0,1 1-1 0 0,0-1 0 0 0,-1 14 0 0 0,-2 11-98 0 0,1 1-1 0 0,1 48 1 0 0,3-67 22 0 0,1 55-236 0 0,3-1-1 0 0,4 1 0 0 0,15 66 0 0 0,-13-88-516 0 0</inkml:trace>
</inkml:ink>
</file>

<file path=ppt/ink/ink1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28.296"/>
    </inkml:context>
    <inkml:brush xml:id="br0">
      <inkml:brushProperty name="width" value="0.1" units="cm"/>
      <inkml:brushProperty name="height" value="0.1" units="cm"/>
      <inkml:brushProperty name="color" value="#008C3A"/>
    </inkml:brush>
  </inkml:definitions>
  <inkml:trace contextRef="#ctx0" brushRef="#br0">138 15 1088 0 0,'0'-1'71'0'0,"0"1"0"0"0,0-1 1 0 0,0 1-1 0 0,0-1 0 0 0,0 0 0 0 0,0 1 0 0 0,0-1 0 0 0,-1 1 0 0 0,1-1 0 0 0,0 1 1 0 0,0-1-1 0 0,0 1 0 0 0,-1-1 0 0 0,1 1 0 0 0,0-1 0 0 0,-1 1 0 0 0,1-1 0 0 0,0 1 1 0 0,-1-1-1 0 0,1 1 0 0 0,-1 0 0 0 0,1-1 0 0 0,-1 1 0 0 0,1 0 0 0 0,0-1 0 0 0,-1 1 1 0 0,1 0-1 0 0,-1 0 0 0 0,0-1 0 0 0,1 1 0 0 0,-1 0 0 0 0,0 0 0 0 0,-24 2 5109 0 0,21 0-4481 0 0,0-1 0 0 0,-1 1 0 0 0,1-1 0 0 0,1 1 0 0 0,-1 1 0 0 0,0-1 0 0 0,0 0 0 0 0,1 1 0 0 0,0 0 0 0 0,-5 4-1 0 0,-1 9-676 0 0,1 0-1 0 0,1 0 1 0 0,0 0-1 0 0,2 1 1 0 0,0 0-1 0 0,0 1 1 0 0,2-1-1 0 0,0 1 1 0 0,1-1-1 0 0,0 31 1 0 0,3-44-47 0 0,-1 1 1 0 0,1 0-1 0 0,0 0 1 0 0,0 0 0 0 0,0-1-1 0 0,1 1 1 0 0,0 0-1 0 0,0-1 1 0 0,0 1 0 0 0,0-1-1 0 0,5 6 1 0 0,-7-9 12 0 0,1 0 1 0 0,0-1-1 0 0,-1 1 0 0 0,1 0 1 0 0,0 0-1 0 0,0-1 1 0 0,0 1-1 0 0,0 0 0 0 0,0-1 1 0 0,0 1-1 0 0,0-1 1 0 0,0 1-1 0 0,0-1 0 0 0,0 1 1 0 0,0-1-1 0 0,0 0 0 0 0,0 1 1 0 0,0-1-1 0 0,0 0 1 0 0,1 0-1 0 0,0 0 0 0 0,0-1-18 0 0,-1 1 0 0 0,1-1 0 0 0,0 1 0 0 0,-1-1 0 0 0,1 0 0 0 0,0 0 0 0 0,-1 0 0 0 0,1 0 0 0 0,-1 0 0 0 0,0 0 0 0 0,1-1-1 0 0,-1 1 1 0 0,0 0 0 0 0,0-1 0 0 0,1 1 0 0 0,-1-1 0 0 0,1-2 0 0 0,5-9-54 0 0,0-1 1 0 0,-1 0-1 0 0,-1 0 1 0 0,0 0-1 0 0,-1 0 1 0 0,0-1-1 0 0,-1 0 0 0 0,1-16 1 0 0,8-36 2573 0 0,11 100 614 0 0,-16-17-2956 0 0,1-1 0 0 0,0 0 0 0 0,14 17 0 0 0,-17-26-418 0 0,0 0 1 0 0,1 0-1 0 0,-1-1 1 0 0,1 0-1 0 0,0 0 1 0 0,0-1 0 0 0,1 1-1 0 0,-1-1 1 0 0,14 5-1 0 0,-4-3-1387 0 0</inkml:trace>
</inkml:ink>
</file>

<file path=ppt/ink/ink1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28.712"/>
    </inkml:context>
    <inkml:brush xml:id="br0">
      <inkml:brushProperty name="width" value="0.1" units="cm"/>
      <inkml:brushProperty name="height" value="0.1" units="cm"/>
      <inkml:brushProperty name="color" value="#008C3A"/>
    </inkml:brush>
  </inkml:definitions>
  <inkml:trace contextRef="#ctx0" brushRef="#br0">50 11 6449 0 0,'0'-1'126'0'0,"0"0"-1"0"0,-1 1 0 0 0,1-1 1 0 0,0 1-1 0 0,-1-1 1 0 0,1 1-1 0 0,0-1 0 0 0,-1 1 1 0 0,1-1-1 0 0,0 1 0 0 0,-1-1 1 0 0,1 1-1 0 0,-1-1 1 0 0,1 1-1 0 0,-1 0 0 0 0,1-1 1 0 0,-1 1-1 0 0,1 0 0 0 0,-1-1 1 0 0,1 1-1 0 0,-1 0 1 0 0,0 0-1 0 0,1 0 0 0 0,-1-1 1 0 0,1 1-1 0 0,-1 0 0 0 0,0 0 1 0 0,-1 0-1 0 0,1 0 54 0 0,0 1 0 0 0,0-1 0 0 0,0 1 0 0 0,0-1 0 0 0,0 1 0 0 0,0 0 0 0 0,0-1 0 0 0,0 1 0 0 0,0 0 0 0 0,0 0 0 0 0,0 0 0 0 0,0 0 0 0 0,-1 1 0 0 0,0 2 128 0 0,-1-1 0 0 0,1 1 1 0 0,0 0-1 0 0,0 0 1 0 0,0 0-1 0 0,0 0 0 0 0,-1 5 1 0 0,2 4-167 0 0,1 0 1 0 0,0 1-1 0 0,0-1 1 0 0,2 1-1 0 0,-1-1 1 0 0,2 0-1 0 0,0 0 1 0 0,0 0-1 0 0,2 0 0 0 0,-1 0 1 0 0,1-1-1 0 0,1 0 1 0 0,13 20-1 0 0,-19-31-135 0 0,1 1-1 0 0,0-1 0 0 0,0 0 1 0 0,0 0-1 0 0,-1 0 0 0 0,2 0 1 0 0,-1 0-1 0 0,0 0 0 0 0,0 0 1 0 0,0 0-1 0 0,0 0 0 0 0,0 0 1 0 0,1-1-1 0 0,-1 1 0 0 0,0 0 0 0 0,1-1 1 0 0,-1 1-1 0 0,0-1 0 0 0,1 0 1 0 0,-1 1-1 0 0,1-1 0 0 0,-1 0 1 0 0,1 0-1 0 0,-1 0 0 0 0,1 0 1 0 0,-1 0-1 0 0,1 0 0 0 0,-1 0 1 0 0,0-1-1 0 0,1 1 0 0 0,-1 0 1 0 0,1-1-1 0 0,-1 1 0 0 0,0-1 1 0 0,1 0-1 0 0,-1 1 0 0 0,0-1 1 0 0,0 0-1 0 0,1 0 0 0 0,-1 0 1 0 0,0 0-1 0 0,0 0 0 0 0,0 0 1 0 0,0 0-1 0 0,1-2 0 0 0,7-7-9 0 0,-1-1-1 0 0,0 0 1 0 0,-1 0 0 0 0,7-14-1 0 0,-6 10-114 0 0,7-13-75 0 0,19-31-192 0 0,-32 56 458 0 0,0 0-1 0 0,0 0 1 0 0,1 0 0 0 0,-1 1-1 0 0,1-1 1 0 0,-1 1 0 0 0,1 0 0 0 0,0 0-1 0 0,0 0 1 0 0,0 0 0 0 0,0 0-1 0 0,0 1 1 0 0,0-1 0 0 0,0 1-1 0 0,5-2 1 0 0,-6 3 22 0 0,1 0 0 0 0,-1 0 0 0 0,0 1 0 0 0,0-1 0 0 0,0 0 0 0 0,0 1 0 0 0,0-1 0 0 0,0 1 0 0 0,0 0-1 0 0,0 0 1 0 0,0-1 0 0 0,0 1 0 0 0,0 1 0 0 0,0-1 0 0 0,-1 0 0 0 0,1 0 0 0 0,0 1 0 0 0,-1-1 0 0 0,1 1 0 0 0,-1-1 0 0 0,0 1 0 0 0,1 0 0 0 0,-1-1 0 0 0,0 1 0 0 0,0 0 0 0 0,0 0-1 0 0,1 2 1 0 0,3 8 211 0 0,1-1-1 0 0,-2 2 1 0 0,4 13-1 0 0,-7-24-248 0 0,6 21-42 0 0,-2 0 0 0 0,0 0 0 0 0,-2 1 0 0 0,0 0 0 0 0,-2-1 0 0 0,-1 1 1 0 0,0 0-1 0 0,-2-1 0 0 0,0 1 0 0 0,-2-1 0 0 0,-1 0 0 0 0,-1 1 0 0 0,0-2 1 0 0,-2 1-1 0 0,-1-1 0 0 0,0-1 0 0 0,-2 1 0 0 0,-1-2 0 0 0,-16 24 0 0 0,21-33-425 0 0,0-1 0 0 0,-1 0 0 0 0,-1 0-1 0 0,0-1 1 0 0,0 0 0 0 0,0 0 0 0 0,-21 13-1 0 0,14-14-6374 0 0</inkml:trace>
</inkml:ink>
</file>

<file path=ppt/ink/ink1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29.059"/>
    </inkml:context>
    <inkml:brush xml:id="br0">
      <inkml:brushProperty name="width" value="0.1" units="cm"/>
      <inkml:brushProperty name="height" value="0.1" units="cm"/>
      <inkml:brushProperty name="color" value="#008C3A"/>
    </inkml:brush>
  </inkml:definitions>
  <inkml:trace contextRef="#ctx0" brushRef="#br0">247 0 5065 0 0,'-6'0'664'0'0,"0"0"0"0"0,0 1-1 0 0,0 0 1 0 0,0 0 0 0 0,1 0 0 0 0,-1 1 0 0 0,1-1-1 0 0,-1 2 1 0 0,1-1 0 0 0,-1 0 0 0 0,1 1 0 0 0,0 0-1 0 0,-8 6 1 0 0,6-3-241 0 0,0 1 1 0 0,1 0-1 0 0,0 0 0 0 0,0 0 1 0 0,0 0-1 0 0,1 1 0 0 0,-8 16 1 0 0,0 6-286 0 0,2 1 0 0 0,1 0 1 0 0,-11 59-1 0 0,19-81 0 0 0,-36 211 294 0 0,33-178-260 0 0,2 0 0 0 0,2-1 0 0 0,5 58 0 0 0,-1-76-218 0 0,1 0 1 0 0,1 0-1 0 0,10 28 0 0 0,-13-45-202 0 0,0 1 0 0 0,1-1 1 0 0,-1 0-1 0 0,1 0 0 0 0,1 0 0 0 0,-1 0 1 0 0,1-1-1 0 0,0 1 0 0 0,1-1 0 0 0,-1 0 0 0 0,1 0 1 0 0,0 0-1 0 0,0-1 0 0 0,0 0 0 0 0,10 6 1 0 0,-13-9-11 0 0,1 0 1 0 0,-1 0-1 0 0,1-1 1 0 0,-1 1-1 0 0,1 0 1 0 0,0-1-1 0 0,-1 0 1 0 0,1 0-1 0 0,-1 0 1 0 0,1 0-1 0 0,5-1 1 0 0,11-2-4380 0 0</inkml:trace>
</inkml:ink>
</file>

<file path=ppt/ink/ink1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29.344"/>
    </inkml:context>
    <inkml:brush xml:id="br0">
      <inkml:brushProperty name="width" value="0.1" units="cm"/>
      <inkml:brushProperty name="height" value="0.1" units="cm"/>
      <inkml:brushProperty name="color" value="#008C3A"/>
    </inkml:brush>
  </inkml:definitions>
  <inkml:trace contextRef="#ctx0" brushRef="#br0">0 1 9218 0 0,'2'3'1003'0'0,"0"0"-1"0"0,0 0 1 0 0,0 1-1 0 0,0-1 1 0 0,-1 0 0 0 0,0 1-1 0 0,1 0 1 0 0,-1-1 0 0 0,1 8-1 0 0,6 56 1828 0 0,-4 80-3660 0 0,-4-139 1028 0 0,0 19-1445 0 0,1 0-3706 0 0,2-1-1607 0 0</inkml:trace>
</inkml:ink>
</file>

<file path=ppt/ink/ink1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29.725"/>
    </inkml:context>
    <inkml:brush xml:id="br0">
      <inkml:brushProperty name="width" value="0.1" units="cm"/>
      <inkml:brushProperty name="height" value="0.1" units="cm"/>
      <inkml:brushProperty name="color" value="#008C3A"/>
    </inkml:brush>
  </inkml:definitions>
  <inkml:trace contextRef="#ctx0" brushRef="#br0">61 55 6449 0 0,'-20'-25'2476'0'0,"14"20"-362"0"0,0 0 0 0 0,1 0 1 0 0,-2 1-1 0 0,-10-6 0 0 0,25 15-1792 0 0,-2 0 0 0 0,1 0 0 0 0,0 1-1 0 0,-1 0 1 0 0,0 1 0 0 0,7 9 0 0 0,6 6-82 0 0,-1-1-168 0 0,0 1 0 0 0,-2 0 0 0 0,0 1 0 0 0,-2 0 0 0 0,0 1 0 0 0,-2 1 0 0 0,-1 0 0 0 0,0 1 0 0 0,8 34 0 0 0,-14-40-133 0 0,-1 1 0 0 0,0-1 0 0 0,-2 1-1 0 0,0 0 1 0 0,-1-1 0 0 0,-2 1 0 0 0,0 0 0 0 0,-1 0 0 0 0,-1-1-1 0 0,0 1 1 0 0,-2-1 0 0 0,-1 0 0 0 0,-8 20 0 0 0,2-12-519 0 0,-2-1-1 0 0,0 0 1 0 0,-21 27 0 0 0,21-34-6453 0 0</inkml:trace>
</inkml:ink>
</file>

<file path=ppt/ink/ink1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30.423"/>
    </inkml:context>
    <inkml:brush xml:id="br0">
      <inkml:brushProperty name="width" value="0.1" units="cm"/>
      <inkml:brushProperty name="height" value="0.1" units="cm"/>
      <inkml:brushProperty name="color" value="#008C3A"/>
    </inkml:brush>
  </inkml:definitions>
  <inkml:trace contextRef="#ctx0" brushRef="#br0">110 1 10138 0 0,'4'18'4717'0'0,"0"4"-2772"0"0,-5-3-1286 0 0,-1 1 1 0 0,-1-1 0 0 0,-1-1 0 0 0,0 1 0 0 0,-1-1-1 0 0,-11 25 1 0 0,-18 33-1688 0 0,-1-6-4473 0 0,22-45-898 0 0</inkml:trace>
</inkml:ink>
</file>

<file path=ppt/ink/ink1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30.615"/>
    </inkml:context>
    <inkml:brush xml:id="br0">
      <inkml:brushProperty name="width" value="0.1" units="cm"/>
      <inkml:brushProperty name="height" value="0.1" units="cm"/>
      <inkml:brushProperty name="color" value="#008C3A"/>
    </inkml:brush>
  </inkml:definitions>
  <inkml:trace contextRef="#ctx0" brushRef="#br0">1 6 12899 0 0,'1'-3'1264'0'0,"1"2"-1128"0"0,-1 0-136 0 0,0 1 0 0 0,1 0 512 0 0,0 1 664 0 0,1-1-575 0 0,1 3-689 0 0,-8 27-641 0 0</inkml:trace>
</inkml:ink>
</file>

<file path=ppt/ink/ink1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32.351"/>
    </inkml:context>
    <inkml:brush xml:id="br0">
      <inkml:brushProperty name="width" value="0.1" units="cm"/>
      <inkml:brushProperty name="height" value="0.1" units="cm"/>
      <inkml:brushProperty name="color" value="#008C3A"/>
    </inkml:brush>
  </inkml:definitions>
  <inkml:trace contextRef="#ctx0" brushRef="#br0">5 297 3225 0 0,'-2'-45'1890'0'0,"1"30"-1097"0"0,0 0 0 0 0,1-1 0 0 0,0 1 0 0 0,2 0 0 0 0,-1 0 0 0 0,2 0 0 0 0,5-17-1 0 0,-7 29-635 0 0,0 1 0 0 0,0 0-1 0 0,0 0 1 0 0,1 0-1 0 0,-1 0 1 0 0,0 1 0 0 0,1-1-1 0 0,0 0 1 0 0,-1 1-1 0 0,1-1 1 0 0,0 1 0 0 0,0-1-1 0 0,0 1 1 0 0,0 0-1 0 0,0 0 1 0 0,0 0 0 0 0,0 0-1 0 0,1 0 1 0 0,-1 0-1 0 0,0 1 1 0 0,1-1 0 0 0,-1 1-1 0 0,0-1 1 0 0,1 1-1 0 0,-1 0 1 0 0,0 0-1 0 0,1 0 1 0 0,-1 0 0 0 0,4 1-1 0 0,8 1 379 0 0,0 1 1 0 0,0 0-1 0 0,24 10 0 0 0,-16-6 137 0 0,-12-3-561 0 0,1-2-1 0 0,-1 1 0 0 0,1-1 0 0 0,-1 0 0 0 0,1-1 0 0 0,0-1 0 0 0,-1 0 1 0 0,1 0-1 0 0,0-1 0 0 0,-1 0 0 0 0,1-1 0 0 0,-1 0 0 0 0,1-1 1 0 0,-1 0-1 0 0,0 0 0 0 0,0-1 0 0 0,0 0 0 0 0,-1-1 0 0 0,12-7 1 0 0,82-63 477 0 0,-88 67-856 0 0</inkml:trace>
</inkml:ink>
</file>

<file path=ppt/ink/ink1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32.714"/>
    </inkml:context>
    <inkml:brush xml:id="br0">
      <inkml:brushProperty name="width" value="0.1" units="cm"/>
      <inkml:brushProperty name="height" value="0.1" units="cm"/>
      <inkml:brushProperty name="color" value="#008C3A"/>
    </inkml:brush>
  </inkml:definitions>
  <inkml:trace contextRef="#ctx0" brushRef="#br0">1 162 456 0 0,'0'-6'565'0'0,"1"0"-1"0"0,0 0 1 0 0,1 1-1 0 0,0-1 1 0 0,0 0 0 0 0,0 0-1 0 0,0 1 1 0 0,1 0-1 0 0,0-1 1 0 0,0 1 0 0 0,0 0-1 0 0,7-7 1 0 0,-3 3 168 0 0,2 0 0 0 0,-1 0 0 0 0,1 0-1 0 0,0 1 1 0 0,13-8 0 0 0,-18 13-351 0 0,1 0-1 0 0,-1 1 1 0 0,1-1 0 0 0,-1 1-1 0 0,1 0 1 0 0,0 0-1 0 0,0 1 1 0 0,0 0 0 0 0,0-1-1 0 0,0 1 1 0 0,0 1-1 0 0,10-1 1 0 0,-10 2-235 0 0,1 0 0 0 0,-1 0 0 0 0,1 1-1 0 0,-1-1 1 0 0,1 1 0 0 0,-1 1 0 0 0,0-1 0 0 0,0 1 0 0 0,0 0-1 0 0,0 0 1 0 0,6 5 0 0 0,61 55 395 0 0,-49-41-356 0 0,51 37-1 0 0,-67-54-58 0 0,1 0-1 0 0,-1 0 1 0 0,2-1-1 0 0,-1-1 1 0 0,0 1-1 0 0,1-2 1 0 0,-1 1-1 0 0,1-1 1 0 0,0 0-1 0 0,0-1 1 0 0,13 1-1 0 0,-17-2-43 0 0,0 0 0 0 0,-1-1 0 0 0,1 0 0 0 0,-1 0 0 0 0,0-1 0 0 0,1 1 0 0 0,-1-1 0 0 0,0 0 0 0 0,0 0 0 0 0,0 0 0 0 0,0 0-1 0 0,0-1 1 0 0,0 1 0 0 0,-1-1 0 0 0,7-6 0 0 0,3-6-120 0 0,0 0-1 0 0,16-25 0 0 0,5-5-1587 0 0,-11 20-5884 0 0</inkml:trace>
</inkml:ink>
</file>

<file path=ppt/ink/ink1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44.349"/>
    </inkml:context>
    <inkml:brush xml:id="br0">
      <inkml:brushProperty name="width" value="0.1" units="cm"/>
      <inkml:brushProperty name="height" value="0.1" units="cm"/>
      <inkml:brushProperty name="color" value="#008C3A"/>
    </inkml:brush>
  </inkml:definitions>
  <inkml:trace contextRef="#ctx0" brushRef="#br0">45 50 3225 0 0,'-10'-17'1550'0'0,"-2"-6"572"0"0,12 23-1957 0 0,0-1 0 0 0,-1 0-1 0 0,1 1 1 0 0,-1-1 0 0 0,1 1 0 0 0,0-1 0 0 0,-1 1 0 0 0,1-1 0 0 0,-1 1-1 0 0,1-1 1 0 0,-1 1 0 0 0,1-1 0 0 0,-1 1 0 0 0,1 0 0 0 0,-1-1 0 0 0,0 1-1 0 0,1 0 1 0 0,-1 0 0 0 0,0-1 0 0 0,1 1 0 0 0,-1 0 0 0 0,0 0 0 0 0,1 0-1 0 0,-2 0 1 0 0,1 1 66 0 0,0 1-1 0 0,0-1 0 0 0,0 1 0 0 0,0-1 1 0 0,1 1-1 0 0,-1 0 0 0 0,0 0 0 0 0,1-1 1 0 0,-1 1-1 0 0,1 0 0 0 0,0 0 0 0 0,0 0 1 0 0,-1-1-1 0 0,1 1 0 0 0,1 0 0 0 0,-1 0 1 0 0,0 0-1 0 0,0-1 0 0 0,1 3 0 0 0,-1 3 214 0 0,7 168 2508 0 0,0-41-1920 0 0,-5-59-982 0 0,21 123 0 0 0,-16-161-3140 0 0,15 39 0 0 0,-9-40-2927 0 0</inkml:trace>
</inkml:ink>
</file>

<file path=ppt/ink/ink1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45.205"/>
    </inkml:context>
    <inkml:brush xml:id="br0">
      <inkml:brushProperty name="width" value="0.1" units="cm"/>
      <inkml:brushProperty name="height" value="0.1" units="cm"/>
      <inkml:brushProperty name="color" value="#008C3A"/>
    </inkml:brush>
  </inkml:definitions>
  <inkml:trace contextRef="#ctx0" brushRef="#br0">0 0 8754 0 0,'3'8'3784'0'0,"1"15"-2227"0"0,0 0-766 0 0,49 144 1161 0 0,-6-25-2539 0 0,-43-117-528 0 0,-3-21-393 0 0,1-15 1372 0 0,-1 7 386 0 0,5-23 680 0 0,0-1-153 0 0,1 0-1 0 0,1 0 1 0 0,17-37 0 0 0,-23 59-721 0 0,1 0 1 0 0,0 0-1 0 0,0 1 0 0 0,0 0 1 0 0,1-1-1 0 0,0 1 1 0 0,0 0-1 0 0,0 1 1 0 0,1-1-1 0 0,-1 1 0 0 0,1 0 1 0 0,0 0-1 0 0,0 0 1 0 0,1 1-1 0 0,-1 0 1 0 0,1 0-1 0 0,0 0 0 0 0,-1 1 1 0 0,1-1-1 0 0,0 1 1 0 0,10-1-1 0 0,-9 3-15 0 0,0 0 0 0 0,1 0 0 0 0,-1 0 0 0 0,1 1 1 0 0,-1 1-1 0 0,0-1 0 0 0,0 1 0 0 0,0 0 0 0 0,0 1 0 0 0,0 0 0 0 0,0 0 0 0 0,0 0 0 0 0,-1 1 1 0 0,0 0-1 0 0,0 0 0 0 0,10 9 0 0 0,-10-8-150 0 0,-1 0 0 0 0,1 0 0 0 0,-1 0 0 0 0,-1 1 0 0 0,1 0 0 0 0,-1 0 1 0 0,0 0-1 0 0,0 0 0 0 0,-1 1 0 0 0,0 0 0 0 0,0-1 0 0 0,0 1 0 0 0,-1 0 0 0 0,0 0 0 0 0,0 1 0 0 0,-1-1 0 0 0,1 9 0 0 0,-2-33 188 0 0,1 0 0 0 0,1 0 0 0 0,1 0 0 0 0,1 0 0 0 0,0 0-1 0 0,7-18 1 0 0,-8 28-44 0 0,-1 0 0 0 0,1 0 0 0 0,1 1 0 0 0,-1-1 0 0 0,1 1-1 0 0,0-1 1 0 0,1 1 0 0 0,-1 0 0 0 0,1 1 0 0 0,0-1 0 0 0,1 1-1 0 0,-1 0 1 0 0,1 0 0 0 0,0 1 0 0 0,1 0 0 0 0,9-6 0 0 0,-14 10 3 0 0,1-1 0 0 0,-1 0 0 0 0,0 1 0 0 0,0 0 0 0 0,0-1 0 0 0,1 1 0 0 0,-1 0 0 0 0,0 0 0 0 0,0 0 1 0 0,1 0-1 0 0,-1 1 0 0 0,0-1 0 0 0,0 0 0 0 0,0 1 0 0 0,0 0 0 0 0,1-1 0 0 0,-1 1 0 0 0,0 0 0 0 0,0 0 0 0 0,0 0 1 0 0,-1 1-1 0 0,1-1 0 0 0,0 0 0 0 0,0 1 0 0 0,-1-1 0 0 0,4 4 0 0 0,3 5 152 0 0,0 0 0 0 0,0 1 0 0 0,11 21 0 0 0,6 8-1489 0 0,-17-32-568 0 0</inkml:trace>
</inkml:ink>
</file>

<file path=ppt/ink/ink1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0:45.778"/>
    </inkml:context>
    <inkml:brush xml:id="br0">
      <inkml:brushProperty name="width" value="0.1" units="cm"/>
      <inkml:brushProperty name="height" value="0.1" units="cm"/>
      <inkml:brushProperty name="color" value="#008C3A"/>
    </inkml:brush>
  </inkml:definitions>
  <inkml:trace contextRef="#ctx0" brushRef="#br0">165 0 3225 0 0,'-2'4'7754'0'0,"-4"4"-4714"0"0,-15 23-1661 0 0,12-13-835 0 0,-3 5-11 0 0,1 0 0 0 0,1 1-1 0 0,-11 37 1 0 0,19-56-557 0 0,1 0 0 0 0,0 0 0 0 0,0 0 0 0 0,0 0 0 0 0,1 0 0 0 0,-1 0 0 0 0,1 0 0 0 0,0 0 0 0 0,1 1 0 0 0,-1-1 0 0 0,1 0 0 0 0,0 0 0 0 0,1-1 0 0 0,-1 1 0 0 0,1 0 0 0 0,0 0 0 0 0,0-1 0 0 0,0 1 0 0 0,0-1 0 0 0,1 1 0 0 0,0-1 0 0 0,0 0 0 0 0,0 0 0 0 0,5 5 0 0 0,-3-6-206 0 0,0 0 1 0 0,0 0-1 0 0,0-1 0 0 0,0 0 1 0 0,1 1-1 0 0,-1-2 0 0 0,1 1 0 0 0,-1-1 1 0 0,1 0-1 0 0,0 0 0 0 0,5 0 1 0 0,-5 0 138 0 0,-1-1 1 0 0,1 1 0 0 0,0 0 0 0 0,-1 1 0 0 0,1-1 0 0 0,-1 1 0 0 0,0 0 0 0 0,1 1 0 0 0,-1-1 0 0 0,8 7 0 0 0,-12-9 170 0 0,-1 1 0 0 0,1 0 0 0 0,-1-1 1 0 0,0 1-1 0 0,1 0 0 0 0,-1-1 0 0 0,0 1 1 0 0,1 0-1 0 0,-1 0 0 0 0,0-1 0 0 0,0 1 0 0 0,0 0 1 0 0,0 0-1 0 0,0 0 0 0 0,0 0 0 0 0,0-1 1 0 0,0 1-1 0 0,0 0 0 0 0,0 0 0 0 0,0 0 1 0 0,0-1-1 0 0,-1 1 0 0 0,1 0 0 0 0,0 0 1 0 0,0-1-1 0 0,-1 1 0 0 0,1 0 0 0 0,-1-1 1 0 0,1 1-1 0 0,-1 0 0 0 0,1-1 0 0 0,-1 1 1 0 0,1 0-1 0 0,-1-1 0 0 0,1 1 0 0 0,-1-1 0 0 0,0 1 1 0 0,0-1-1 0 0,-30 26 1564 0 0,26-22-1330 0 0,-25 17 921 0 0,-56 31-1 0 0,3-15-2809 0 0</inkml:trace>
</inkml:ink>
</file>

<file path=ppt/ink/ink1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34.510"/>
    </inkml:context>
    <inkml:brush xml:id="br0">
      <inkml:brushProperty name="width" value="0.1" units="cm"/>
      <inkml:brushProperty name="height" value="0.1" units="cm"/>
      <inkml:brushProperty name="color" value="#008C3A"/>
    </inkml:brush>
  </inkml:definitions>
  <inkml:trace contextRef="#ctx0" brushRef="#br0">105 199 920 0 0,'-104'1'5872'0'0,"105"0"-5779"0"0,-1 0-1 0 0,1-1 0 0 0,0 0 1 0 0,0 1-1 0 0,0-1 0 0 0,-1 1 1 0 0,1-1-1 0 0,0 0 1 0 0,0 1-1 0 0,0-1 0 0 0,0 0 1 0 0,-1 0-1 0 0,1 0 1 0 0,0 0-1 0 0,0 0 0 0 0,0 0 1 0 0,0 0-1 0 0,0 0 0 0 0,0 0 1 0 0,0 0-1 0 0,1-1 1 0 0,17-1 84 0 0,46-7 590 0 0,2 0-271 0 0,-1 2 1 0 0,78 3-1 0 0,-95 6-366 0 0,116 6 160 0 0,220-18 1 0 0,-36-47 153 0 0,71-6 339 0 0,208 33 1944 0 0,-529 19-2132 0 0,-59 6-502 0 0,44-1 1 0 0,-33 12-3083 0 0,-42-4 2260 0 0</inkml:trace>
</inkml:ink>
</file>

<file path=ppt/ink/ink1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36.978"/>
    </inkml:context>
    <inkml:brush xml:id="br0">
      <inkml:brushProperty name="width" value="0.1" units="cm"/>
      <inkml:brushProperty name="height" value="0.1" units="cm"/>
      <inkml:brushProperty name="color" value="#008C3A"/>
    </inkml:brush>
  </inkml:definitions>
  <inkml:trace contextRef="#ctx0" brushRef="#br0">56 112 6449 0 0,'-56'11'8185'0'0,"77"-19"-3940"0"0,6-2-3488 0 0,40-2-339 0 0,0 2-1 0 0,112 0 1 0 0,-101 8-852 0 0,118-19 1 0 0,-54-8-2320 0 0,-67 13-1257 0 0,-52 12-967 0 0</inkml:trace>
</inkml:ink>
</file>

<file path=ppt/ink/ink1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37.281"/>
    </inkml:context>
    <inkml:brush xml:id="br0">
      <inkml:brushProperty name="width" value="0.1" units="cm"/>
      <inkml:brushProperty name="height" value="0.1" units="cm"/>
      <inkml:brushProperty name="color" value="#008C3A"/>
    </inkml:brush>
  </inkml:definitions>
  <inkml:trace contextRef="#ctx0" brushRef="#br0">1 67 3225 0 0,'-1'-2'473'0'0,"1"-1"-1"0"0,0 0 1 0 0,0 0 0 0 0,1 0 0 0 0,-1 0 0 0 0,0 0 0 0 0,1 1-1 0 0,0-1 1 0 0,-1 0 0 0 0,1 0 0 0 0,2-3 0 0 0,-2 4 582 0 0,0-1 0 0 0,0 1 0 0 0,0-1 0 0 0,-1 1 0 0 0,1-1 0 0 0,-1 0 0 0 0,1 1 0 0 0,-1-1 0 0 0,0-3 0 0 0,22 52 1973 0 0,12 62-2490 0 0,20 116 0 0 0,1 6-654 0 0,-50-211-459 0 0,8 24-527 0 0,2-19-6187 0 0</inkml:trace>
</inkml:ink>
</file>

<file path=ppt/ink/ink1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37.669"/>
    </inkml:context>
    <inkml:brush xml:id="br0">
      <inkml:brushProperty name="width" value="0.1" units="cm"/>
      <inkml:brushProperty name="height" value="0.1" units="cm"/>
      <inkml:brushProperty name="color" value="#008C3A"/>
    </inkml:brush>
  </inkml:definitions>
  <inkml:trace contextRef="#ctx0" brushRef="#br0">50 22 920 0 0,'-45'-22'15579'0'0,"41"22"-14585"0"0,10 10 2593 0 0,8 9-2786 0 0,76 106 521 0 0,-65-87-1511 0 0,1-1 0 0 0,1-2 0 0 0,2-1 0 0 0,52 48 0 0 0,-34-45-1434 0 0,-25-21 784 0 0</inkml:trace>
</inkml:ink>
</file>

<file path=ppt/ink/ink1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37.923"/>
    </inkml:context>
    <inkml:brush xml:id="br0">
      <inkml:brushProperty name="width" value="0.1" units="cm"/>
      <inkml:brushProperty name="height" value="0.1" units="cm"/>
      <inkml:brushProperty name="color" value="#008C3A"/>
    </inkml:brush>
  </inkml:definitions>
  <inkml:trace contextRef="#ctx0" brushRef="#br0">344 5 6913 0 0,'-3'-1'681'0'0,"-1"0"-1"0"0,1 0 0 0 0,-1 0 1 0 0,1 1-1 0 0,-1-1 0 0 0,0 1 1 0 0,1 0-1 0 0,-1 0 0 0 0,0 0 1 0 0,1 1-1 0 0,-1-1 0 0 0,1 1 1 0 0,-8 2-1 0 0,7-1-273 0 0,0-1 0 0 0,0 2 1 0 0,0-1-1 0 0,0 0 0 0 0,1 1 0 0 0,-1 0 0 0 0,1 0 1 0 0,-1 0-1 0 0,1 0 0 0 0,-3 4 0 0 0,-5 9-140 0 0,1 1 0 0 0,0-1 0 0 0,2 2 0 0 0,-11 26 0 0 0,-2 4 258 0 0,-12 15-387 0 0,7-17-193 0 0,2 2 0 0 0,3 0 0 0 0,1 1 0 0 0,-17 68 0 0 0,33-95-516 0 0</inkml:trace>
</inkml:ink>
</file>

<file path=ppt/ink/ink1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38.351"/>
    </inkml:context>
    <inkml:brush xml:id="br0">
      <inkml:brushProperty name="width" value="0.1" units="cm"/>
      <inkml:brushProperty name="height" value="0.1" units="cm"/>
      <inkml:brushProperty name="color" value="#008C3A"/>
    </inkml:brush>
  </inkml:definitions>
  <inkml:trace contextRef="#ctx0" brushRef="#br0">13 44 5065 0 0,'-12'8'10434'0'0,"50"-15"-7005"0"0,-28 5-3042 0 0,75-16 1203 0 0,16-2-5175 0 0,-77 16-2773 0 0</inkml:trace>
</inkml:ink>
</file>

<file path=ppt/ink/ink1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38.561"/>
    </inkml:context>
    <inkml:brush xml:id="br0">
      <inkml:brushProperty name="width" value="0.1" units="cm"/>
      <inkml:brushProperty name="height" value="0.1" units="cm"/>
      <inkml:brushProperty name="color" value="#008C3A"/>
    </inkml:brush>
  </inkml:definitions>
  <inkml:trace contextRef="#ctx0" brushRef="#br0">0 135 6449 0 0,'13'-4'5748'0'0,"12"-12"-2818"0"0,-5 4-1299 0 0,66-25 621 0 0,-34 19-3282 0 0,105-22 0 0 0,-126 33 1020 0 0</inkml:trace>
</inkml:ink>
</file>

<file path=ppt/ink/ink1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38.890"/>
    </inkml:context>
    <inkml:brush xml:id="br0">
      <inkml:brushProperty name="width" value="0.1" units="cm"/>
      <inkml:brushProperty name="height" value="0.1" units="cm"/>
      <inkml:brushProperty name="color" value="#008C3A"/>
    </inkml:brush>
  </inkml:definitions>
  <inkml:trace contextRef="#ctx0" brushRef="#br0">2 52 11979 0 0,'-1'-30'3044'0'0,"1"29"-2872"0"0,0 0 0 0 0,0 0 0 0 0,0 0 0 0 0,0 0 0 0 0,0 1 0 0 0,0-1 0 0 0,0 0 0 0 0,0 0 0 0 0,1 0 0 0 0,-1 0 0 0 0,0 1 0 0 0,1-1 0 0 0,-1 0 0 0 0,0 0 1 0 0,1 1-1 0 0,-1-1 0 0 0,1 0 0 0 0,-1 1 0 0 0,1-1 0 0 0,0 0 0 0 0,-1 1 0 0 0,1-1 0 0 0,0 1 0 0 0,-1-1 0 0 0,1 1 0 0 0,0-1 0 0 0,-1 1 0 0 0,1 0 0 0 0,0-1 0 0 0,0 1 0 0 0,0 0 0 0 0,1-1 0 0 0,-1 2-76 0 0,0-1 0 0 0,0 0 0 0 0,0 1 0 0 0,0 0 0 0 0,0-1 0 0 0,-1 1 0 0 0,1 0 0 0 0,0-1 0 0 0,0 1 0 0 0,0 0 0 0 0,-1 0 0 0 0,1 0 0 0 0,0-1 0 0 0,-1 1 0 0 0,1 0 0 0 0,-1 0 0 0 0,1 0 0 0 0,-1 0 0 0 0,1 2 0 0 0,8 21 158 0 0,-9-23-226 0 0,19 69 279 0 0,-4 1-1 0 0,9 106 0 0 0,9 46-571 0 0,-25-189-436 0 0,1 0-1 0 0,1-1 1 0 0,2 0 0 0 0,23 44 0 0 0,-23-54-6570 0 0</inkml:trace>
</inkml:ink>
</file>

<file path=ppt/ink/ink1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39.208"/>
    </inkml:context>
    <inkml:brush xml:id="br0">
      <inkml:brushProperty name="width" value="0.1" units="cm"/>
      <inkml:brushProperty name="height" value="0.1" units="cm"/>
      <inkml:brushProperty name="color" value="#008C3A"/>
    </inkml:brush>
  </inkml:definitions>
  <inkml:trace contextRef="#ctx0" brushRef="#br0">1 4 11058 0 0,'1'-3'1486'0'0,"-1"3"-1435"0"0,1 0 0 0 0,-1 0 0 0 0,0 0 0 0 0,0 0 1 0 0,0 0-1 0 0,0 0 0 0 0,0 0 0 0 0,2 0 820 0 0,-1 1-820 0 0,10 6 1635 0 0,8 11 231 0 0,-6 0-1257 0 0,0 1 0 0 0,-2 1 0 0 0,0 0 0 0 0,-1 1 0 0 0,-1-1 0 0 0,-1 2 0 0 0,8 32-1 0 0,23 164-541 0 0,-30-154 148 0 0,1 19-454 0 0,11 60 213 0 0,-16-126-1144 0 0,-1 0 0 0 0,2-1 0 0 0,10 22 1 0 0</inkml:trace>
</inkml:ink>
</file>

<file path=ppt/ink/ink1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39.492"/>
    </inkml:context>
    <inkml:brush xml:id="br0">
      <inkml:brushProperty name="width" value="0.1" units="cm"/>
      <inkml:brushProperty name="height" value="0.1" units="cm"/>
      <inkml:brushProperty name="color" value="#008C3A"/>
    </inkml:brush>
  </inkml:definitions>
  <inkml:trace contextRef="#ctx0" brushRef="#br0">251 1 920 0 0,'-2'7'7372'0'0,"-10"18"-3950"0"0,-20 35-797 0 0,-47 55 822 0 0,-36 60 836 0 0,114-173-4259 0 0,-1-1 1 0 0,1 1 0 0 0,0-1 0 0 0,0 1-1 0 0,1-1 1 0 0,-1 1 0 0 0,0 0 0 0 0,1 0-1 0 0,-1-1 1 0 0,1 1 0 0 0,-1 0 0 0 0,1 0-1 0 0,0 0 1 0 0,-1-1 0 0 0,1 1-1 0 0,0 0 1 0 0,0 0 0 0 0,1 0 0 0 0,-1 0-1 0 0,0-1 1 0 0,1 1 0 0 0,-1 0 0 0 0,1 0-1 0 0,-1 0 1 0 0,1-1 0 0 0,0 1 0 0 0,0 0-1 0 0,0-1 1 0 0,0 1 0 0 0,0-1-1 0 0,0 1 1 0 0,0-1 0 0 0,0 0 0 0 0,1 1-1 0 0,-1-1 1 0 0,0 0 0 0 0,1 0 0 0 0,-1 0-1 0 0,1 0 1 0 0,0 0 0 0 0,-1 0 0 0 0,1 0-1 0 0,0 0 1 0 0,-1-1 0 0 0,1 1-1 0 0,0-1 1 0 0,2 1 0 0 0,8 2-35 0 0,1-1-1 0 0,0 0 1 0 0,-1-1 0 0 0,1 0 0 0 0,20-2-1 0 0,7-2-894 0 0,72-15 0 0 0,-12-7-3038 0 0,-59 11-2528 0 0</inkml:trace>
</inkml:ink>
</file>

<file path=ppt/ink/ink1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39.769"/>
    </inkml:context>
    <inkml:brush xml:id="br0">
      <inkml:brushProperty name="width" value="0.1" units="cm"/>
      <inkml:brushProperty name="height" value="0.1" units="cm"/>
      <inkml:brushProperty name="color" value="#008C3A"/>
    </inkml:brush>
  </inkml:definitions>
  <inkml:trace contextRef="#ctx0" brushRef="#br0">67 3 456 0 0,'-7'0'-998'0'0,"-11"-2"1835"0"0,-22 16 13703 0 0,39-12-14163 0 0,0 19 2045 0 0,37 127 2454 0 0,-1-6-4313 0 0,12 91-356 0 0,-23-135-3867 0 0,-18-79-3509 0 0</inkml:trace>
</inkml:ink>
</file>

<file path=ppt/ink/ink1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39.966"/>
    </inkml:context>
    <inkml:brush xml:id="br0">
      <inkml:brushProperty name="width" value="0.1" units="cm"/>
      <inkml:brushProperty name="height" value="0.1" units="cm"/>
      <inkml:brushProperty name="color" value="#008C3A"/>
    </inkml:brush>
  </inkml:definitions>
  <inkml:trace contextRef="#ctx0" brushRef="#br0">0 22 2761 0 0,'33'-21'11878'0'0,"-32"23"-11522"0"0,11 14 1427 0 0,46 96 3494 0 0,-10 4-3684 0 0,29 122-1308 0 0,-53-175-1653 0 0,-16-45-4495 0 0</inkml:trace>
</inkml:ink>
</file>

<file path=ppt/ink/ink1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40.141"/>
    </inkml:context>
    <inkml:brush xml:id="br0">
      <inkml:brushProperty name="width" value="0.1" units="cm"/>
      <inkml:brushProperty name="height" value="0.1" units="cm"/>
      <inkml:brushProperty name="color" value="#008C3A"/>
    </inkml:brush>
  </inkml:definitions>
  <inkml:trace contextRef="#ctx0" brushRef="#br0">26 194 2761 0 0,'-2'1'-8'0'0,"-19"2"470"0"0,18-6 452 0 0,11-6 736 0 0,15-9-469 0 0,0 2 1 0 0,1 0-1 0 0,46-21 1 0 0,83-26-2772 0 0,-94 40-472 0 0,-26 10-894 0 0</inkml:trace>
</inkml:ink>
</file>

<file path=ppt/ink/ink1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40.426"/>
    </inkml:context>
    <inkml:brush xml:id="br0">
      <inkml:brushProperty name="width" value="0.1" units="cm"/>
      <inkml:brushProperty name="height" value="0.1" units="cm"/>
      <inkml:brushProperty name="color" value="#008C3A"/>
    </inkml:brush>
  </inkml:definitions>
  <inkml:trace contextRef="#ctx0" brushRef="#br0">1 0 920 0 0,'6'7'2025'0'0,"-1"0"0"0"0,0 0 0 0 0,0 1 0 0 0,6 13 1 0 0,10 15 1074 0 0,8 3-750 0 0,-11-16-666 0 0,24 40 1 0 0,-37-53-1459 0 0,0 0 0 0 0,0 1-1 0 0,-1 0 1 0 0,-1 0 0 0 0,0 0 0 0 0,0 0 0 0 0,1 16-1 0 0,-2-1 61 0 0,-2-1-1 0 0,-4 36 1 0 0,1-37-52 0 0,2 0-1 0 0,3 45 1 0 0,-2-65-203 0 0,0 0-1 0 0,1 0 1 0 0,0 0-1 0 0,0-1 1 0 0,0 1-1 0 0,1 0 1 0 0,-1-1-1 0 0,1 1 1 0 0,0-1 0 0 0,0 0-1 0 0,0 1 1 0 0,0-1-1 0 0,0 0 1 0 0,1 0-1 0 0,3 3 1 0 0,-4-5-54 0 0,0 0 1 0 0,-1 0-1 0 0,1 0 0 0 0,0 0 1 0 0,-1-1-1 0 0,1 1 1 0 0,0-1-1 0 0,0 1 0 0 0,-1-1 1 0 0,1 0-1 0 0,0 0 1 0 0,0 1-1 0 0,0-1 0 0 0,-1 0 1 0 0,1-1-1 0 0,0 1 0 0 0,0 0 1 0 0,0-1-1 0 0,-1 1 1 0 0,1-1-1 0 0,0 1 0 0 0,0-1 1 0 0,-1 0-1 0 0,1 1 0 0 0,-1-1 1 0 0,1 0-1 0 0,-1 0 1 0 0,1 0-1 0 0,-1-1 0 0 0,1 1 1 0 0,-1 0-1 0 0,0 0 0 0 0,0-1 1 0 0,2-1-1 0 0,23-34-2697 0 0,-17 20-4595 0 0</inkml:trace>
</inkml:ink>
</file>

<file path=ppt/ink/ink1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40.617"/>
    </inkml:context>
    <inkml:brush xml:id="br0">
      <inkml:brushProperty name="width" value="0.1" units="cm"/>
      <inkml:brushProperty name="height" value="0.1" units="cm"/>
      <inkml:brushProperty name="color" value="#008C3A"/>
    </inkml:brush>
  </inkml:definitions>
  <inkml:trace contextRef="#ctx0" brushRef="#br0">30 0 5529 0 0,'-30'25'8779'0'0,"56"-17"-5339"0"0,10-1-1627 0 0,1-3 0 0 0,62 1 1 0 0,-77-5-1962 0 0,0-2 0 0 0,-1 0 0 0 0,1-2 0 0 0,0 0-1 0 0,39-14 1 0 0,-42 10-778 0 0</inkml:trace>
</inkml:ink>
</file>

<file path=ppt/ink/ink1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1:40.775"/>
    </inkml:context>
    <inkml:brush xml:id="br0">
      <inkml:brushProperty name="width" value="0.1" units="cm"/>
      <inkml:brushProperty name="height" value="0.1" units="cm"/>
      <inkml:brushProperty name="color" value="#008C3A"/>
    </inkml:brush>
  </inkml:definitions>
  <inkml:trace contextRef="#ctx0" brushRef="#br0">2 1 8290 0 0,'-2'8'736'0'0,"2"-4"-584"0"0,0 0-152 0 0,11 14 7089 0 0,-5-11-5640 0 0,0 1-81 0 0,3-1-24 0 0,-1-5 1 0 0,1-2-1249 0 0,4-5-256 0 0,4-6-56 0 0,0-14-8 0 0</inkml:trace>
</inkml:ink>
</file>

<file path=ppt/ink/ink1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28.872"/>
    </inkml:context>
    <inkml:brush xml:id="br0">
      <inkml:brushProperty name="width" value="0.1" units="cm"/>
      <inkml:brushProperty name="height" value="0.1" units="cm"/>
      <inkml:brushProperty name="color" value="#FF0066"/>
    </inkml:brush>
  </inkml:definitions>
  <inkml:trace contextRef="#ctx0" brushRef="#br0">48 1 7834 0 0,'0'9'4589'0'0,"4"38"-3238"0"0,0 43-650 0 0,-5 1 1 0 0,-15 126 0 0 0,-1-9-626 0 0,16 535 506 0 0,36 1 813 0 0,2 33 877 0 0,-24-476-1390 0 0,2 207 259 0 0,-22-346-868 0 0,5-139-249 0 0,-2 1 1 0 0,0-1-1 0 0,-2 0 1 0 0,-14 39-1 0 0,20-60-93 0 0,-1 0 0 0 0,0 0 0 0 0,0 0 0 0 0,0 0 0 0 0,0 0-1 0 0,0 0 1 0 0,0-1 0 0 0,-1 1 0 0 0,1 0 0 0 0,-1 0 0 0 0,1-1 0 0 0,-1 1 0 0 0,1-1-1 0 0,-1 0 1 0 0,0 1 0 0 0,-3 1 0 0 0,4-3-48 0 0,-1 0-1 0 0,1 0 1 0 0,0 0 0 0 0,0-1-1 0 0,-1 1 1 0 0,1 0 0 0 0,0 0 0 0 0,0-1-1 0 0,0 1 1 0 0,-1-1 0 0 0,1 1-1 0 0,0-1 1 0 0,0 1 0 0 0,0-1-1 0 0,0 0 1 0 0,0 0 0 0 0,0 1 0 0 0,0-1-1 0 0,0 0 1 0 0,0 0 0 0 0,1 0-1 0 0,-1 0 1 0 0,0 0 0 0 0,0 0-1 0 0,1 0 1 0 0,-1 0 0 0 0,1-1-1 0 0,-1 1 1 0 0,0-2 0 0 0,-10-20-201 0 0,-1-10 288 0 0</inkml:trace>
</inkml:ink>
</file>

<file path=ppt/ink/ink1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29.370"/>
    </inkml:context>
    <inkml:brush xml:id="br0">
      <inkml:brushProperty name="width" value="0.1" units="cm"/>
      <inkml:brushProperty name="height" value="0.1" units="cm"/>
      <inkml:brushProperty name="color" value="#FF0066"/>
    </inkml:brush>
  </inkml:definitions>
  <inkml:trace contextRef="#ctx0" brushRef="#br0">15 0 13363 0 0,'0'0'48'0'0,"-1"1"1"0"0,0-1 0 0 0,0 0-1 0 0,1 1 1 0 0,-1-1-1 0 0,0 0 1 0 0,0 1-1 0 0,1-1 1 0 0,-1 1 0 0 0,0-1-1 0 0,1 1 1 0 0,-1-1-1 0 0,1 1 1 0 0,-1-1-1 0 0,1 1 1 0 0,-1 0 0 0 0,1-1-1 0 0,-1 1 1 0 0,1 0-1 0 0,-1-1 1 0 0,1 1-1 0 0,0 0 1 0 0,0 0 0 0 0,-1-1-1 0 0,1 1 1 0 0,0 0-1 0 0,0 0 1 0 0,0 1-1 0 0,17 15-316 0 0,-9-12 239 0 0,10 8-221 0 0,1-2 0 0 0,1 0 0 0 0,0-1 0 0 0,0-1 0 0 0,1-1 0 0 0,0 0 0 0 0,0-2 0 0 0,0-1 0 0 0,1 0 0 0 0,25 1 0 0 0,30 0-449 0 0,124-8-1 0 0,-88-1 477 0 0,529-18 771 0 0,-487 17-207 0 0,212 3 382 0 0,-146 5-557 0 0,67 3-179 0 0,-1-5 53 0 0,-59-1-66 0 0,-184 0-221 0 0</inkml:trace>
</inkml:ink>
</file>

<file path=ppt/ink/ink1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0.093"/>
    </inkml:context>
    <inkml:brush xml:id="br0">
      <inkml:brushProperty name="width" value="0.1" units="cm"/>
      <inkml:brushProperty name="height" value="0.1" units="cm"/>
      <inkml:brushProperty name="color" value="#FF0066"/>
    </inkml:brush>
  </inkml:definitions>
  <inkml:trace contextRef="#ctx0" brushRef="#br0">3036 1 13363 0 0,'13'192'1994'0'0,"-1"-51"-1716"0"0,-11 329 655 0 0,-2-72-205 0 0,17 89-323 0 0,6 383 515 0 0,-10-236-748 0 0,-6-418-45 0 0,-19 417 2830 0 0,14-629-2918 0 0,-2-1 0 0 0,1 0 0 0 0,0 0 0 0 0,0 1 0 0 0,-1-1 0 0 0,0 0 0 0 0,0 0 0 0 0,0 0 0 0 0,0 0 0 0 0,0 0 0 0 0,0 0-1 0 0,-1 0 1 0 0,-3 5 0 0 0,3-7-31 0 0,1 1 0 0 0,-1-1 0 0 0,0 0 0 0 0,1-1 0 0 0,-1 1 0 0 0,0 0 0 0 0,0 0 0 0 0,0-1 0 0 0,0 1 0 0 0,0-1 0 0 0,0 0 0 0 0,1 1 0 0 0,-1-1 0 0 0,0 0-1 0 0,0 0 1 0 0,0 0 0 0 0,0-1 0 0 0,0 1 0 0 0,0 0 0 0 0,0-1 0 0 0,0 1 0 0 0,0-1 0 0 0,0 0 0 0 0,-1 0 0 0 0,-45-17-22 0 0,-67-34 0 0 0,16 6-116 0 0,55 27-1 0 0,-2 2-1 0 0,1 2 0 0 0,-2 2 0 0 0,0 2 0 0 0,0 3 0 0 0,-93-6 1 0 0,-530 55-2597 0 0,341-10 2959 0 0,-342 9 3124 0 0,47 41-3861 0 0,575-74-615 0 0,28-4 273 0 0</inkml:trace>
</inkml:ink>
</file>

<file path=ppt/ink/ink1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0.816"/>
    </inkml:context>
    <inkml:brush xml:id="br0">
      <inkml:brushProperty name="width" value="0.1" units="cm"/>
      <inkml:brushProperty name="height" value="0.1" units="cm"/>
      <inkml:brushProperty name="color" value="#FF0066"/>
    </inkml:brush>
  </inkml:definitions>
  <inkml:trace contextRef="#ctx0" brushRef="#br0">22 208 6561 0 0,'11'-14'340'0'0,"-1"0"-1"0"0,0-1 0 0 0,-1-1 1 0 0,0 1-1 0 0,-2-1 0 0 0,1-1 1 0 0,-2 1-1 0 0,7-29 0 0 0,-18 18 1568 0 0,-11 15 4548 0 0,15 13-6341 0 0,0 2 115 0 0,0 0 0 0 0,-1 0 0 0 0,1 0 1 0 0,1 1-1 0 0,-1-1 0 0 0,0 0 0 0 0,1 1 1 0 0,0-1-1 0 0,-1 1 0 0 0,2-1 0 0 0,-1 0 1 0 0,1 7-1 0 0,0 5-39 0 0,-45 581-941 0 0,35-552-108 0 0,9-41 599 0 0,-1-1-1 0 0,0 0 1 0 0,0 1 0 0 0,0-1-1 0 0,-1 0 1 0 0,1 1 0 0 0,0-1-1 0 0,-1 0 1 0 0,0 0 0 0 0,1 0-1 0 0,-1 0 1 0 0,0 0 0 0 0,0-1-1 0 0,-4 3 1 0 0</inkml:trace>
</inkml:ink>
</file>

<file path=ppt/ink/ink1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1.053"/>
    </inkml:context>
    <inkml:brush xml:id="br0">
      <inkml:brushProperty name="width" value="0.1" units="cm"/>
      <inkml:brushProperty name="height" value="0.1" units="cm"/>
      <inkml:brushProperty name="color" value="#FF0066"/>
    </inkml:brush>
  </inkml:definitions>
  <inkml:trace contextRef="#ctx0" brushRef="#br0">0 93 3225 0 0,'13'-33'-167'0'0,"-10"27"904"0"0,0 1 0 0 0,0-1-1 0 0,1 0 1 0 0,-1 1 0 0 0,1 0 0 0 0,5-6-1 0 0,-7 10-515 0 0,-1-1 1 0 0,1 1-1 0 0,0 0 0 0 0,-1-1 0 0 0,1 1 0 0 0,0 0 0 0 0,0 0 1 0 0,0 0-1 0 0,0 0 0 0 0,0 0 0 0 0,0 1 0 0 0,0-1 0 0 0,0 0 1 0 0,0 1-1 0 0,1 0 0 0 0,-1 0 0 0 0,0-1 0 0 0,0 1 0 0 0,0 0 1 0 0,1 1-1 0 0,-1-1 0 0 0,0 0 0 0 0,0 1 0 0 0,0-1 0 0 0,0 1 1 0 0,0 0-1 0 0,0-1 0 0 0,0 1 0 0 0,0 0 0 0 0,0 0 0 0 0,0 0 1 0 0,0 1-1 0 0,0-1 0 0 0,-1 0 0 0 0,1 1 0 0 0,0-1 0 0 0,1 3 1 0 0,8 6 162 0 0,-1 1 1 0 0,0 0-1 0 0,0 1 1 0 0,-1 1 0 0 0,0-1-1 0 0,-1 1 1 0 0,8 19 0 0 0,38 104 226 0 0,-39-93-525 0 0,14 45-177 0 0,16 38-509 0 0,-36-104-970 0 0,21 35-1 0 0,-16-36-4509 0 0</inkml:trace>
</inkml:ink>
</file>

<file path=ppt/ink/ink1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1.259"/>
    </inkml:context>
    <inkml:brush xml:id="br0">
      <inkml:brushProperty name="width" value="0.1" units="cm"/>
      <inkml:brushProperty name="height" value="0.1" units="cm"/>
      <inkml:brushProperty name="color" value="#FF0066"/>
    </inkml:brush>
  </inkml:definitions>
  <inkml:trace contextRef="#ctx0" brushRef="#br0">22 105 7370 0 0,'-1'0'81'0'0,"0"0"0"0"0,0 1 0 0 0,-1-2 0 0 0,1 1 0 0 0,0 0 0 0 0,0 0 0 0 0,-1 0 0 0 0,1 0 0 0 0,0-1 0 0 0,0 1 0 0 0,0-1 0 0 0,-1 1 0 0 0,1-1 0 0 0,-1 0 0 0 0,1 0 27 0 0,1 1-1 0 0,0 0 0 0 0,0-1 1 0 0,-1 1-1 0 0,1 0 1 0 0,0-1-1 0 0,0 1 1 0 0,0-1-1 0 0,0 1 1 0 0,0 0-1 0 0,0-1 0 0 0,0 1 1 0 0,0-1-1 0 0,0 1 1 0 0,0 0-1 0 0,0-1 1 0 0,0 1-1 0 0,0-1 1 0 0,0 1-1 0 0,0 0 1 0 0,0-1-1 0 0,0 1 0 0 0,0 0 1 0 0,0-1-1 0 0,1 1 1 0 0,-1 0-1 0 0,0-1 1 0 0,0 1-1 0 0,1-1 1 0 0,2-3 421 0 0,0 0 0 0 0,0 0 0 0 0,1 1 0 0 0,-1-1 0 0 0,9-5 0 0 0,6-3-864 0 0,0 0 0 0 0,29-14 0 0 0,-24 15-4729 0 0</inkml:trace>
</inkml:ink>
</file>

<file path=ppt/ink/ink1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1.593"/>
    </inkml:context>
    <inkml:brush xml:id="br0">
      <inkml:brushProperty name="width" value="0.1" units="cm"/>
      <inkml:brushProperty name="height" value="0.1" units="cm"/>
      <inkml:brushProperty name="color" value="#FF0066"/>
    </inkml:brush>
  </inkml:definitions>
  <inkml:trace contextRef="#ctx0" brushRef="#br0">1 242 8754 0 0,'2'-1'270'0'0,"0"0"0"0"0,0 0-1 0 0,0 1 1 0 0,0-1 0 0 0,0 1 0 0 0,0-1 0 0 0,0 1 0 0 0,0 0-1 0 0,0 0 1 0 0,0 0 0 0 0,1 0 0 0 0,-1 0 0 0 0,0 0 0 0 0,0 0 0 0 0,0 1-1 0 0,0-1 1 0 0,3 2 0 0 0,45 14 888 0 0,-42-14-756 0 0,2 3-248 0 0,0 0 0 0 0,0 0 0 0 0,0 1 0 0 0,17 13-1 0 0,-18-12-151 0 0,0 0 0 0 0,1-1 0 0 0,19 9-1 0 0,-34-17 290 0 0,1 0-1 0 0,-1 0 1 0 0,0-1-1 0 0,1 0 0 0 0,0 1 1 0 0,-1-2-1 0 0,1 1 1 0 0,1 0-1 0 0,-1-1 0 0 0,0 0 1 0 0,1 0-1 0 0,0 0 1 0 0,0 0-1 0 0,0 0 0 0 0,-3-6 1 0 0,3 3-238 0 0,1 0 1 0 0,-1 1-1 0 0,1-1 1 0 0,1 0-1 0 0,-1-1 1 0 0,1 1-1 0 0,0 0 1 0 0,1 0-1 0 0,0-1 1 0 0,1-6 0 0 0,0 0-672 0 0,1-1 1 0 0,1 1 0 0 0,0 1 0 0 0,1-1 0 0 0,1 1 0 0 0,0-1 0 0 0,1 1 0 0 0,0 0 0 0 0,1 1 0 0 0,1 0 0 0 0,8-11 0 0 0,0 3-4575 0 0</inkml:trace>
</inkml:ink>
</file>

<file path=ppt/ink/ink1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2.097"/>
    </inkml:context>
    <inkml:brush xml:id="br0">
      <inkml:brushProperty name="width" value="0.1" units="cm"/>
      <inkml:brushProperty name="height" value="0.1" units="cm"/>
      <inkml:brushProperty name="color" value="#FF0066"/>
    </inkml:brush>
  </inkml:definitions>
  <inkml:trace contextRef="#ctx0" brushRef="#br0">313 498 5985 0 0,'-6'-5'363'0'0,"-1"0"0"0"0,1 0 0 0 0,-1 0 0 0 0,0 1 0 0 0,0 0 0 0 0,0 1 0 0 0,0-1 0 0 0,-1 1 0 0 0,1 1 0 0 0,-1-1 0 0 0,0 1 0 0 0,0 1 0 0 0,1-1 0 0 0,-1 1 0 0 0,0 1 0 0 0,0 0 0 0 0,0 0 0 0 0,-1 0 0 0 0,1 1 0 0 0,1 0 0 0 0,-10 3 0 0 0,10-3-187 0 0,-1 1 0 0 0,1 1 1 0 0,0-1-1 0 0,0 1 0 0 0,0 0 0 0 0,1 1 1 0 0,-1-1-1 0 0,1 1 0 0 0,0 1 1 0 0,0-1-1 0 0,0 1 0 0 0,1 0 0 0 0,-1 0 1 0 0,1 1-1 0 0,0-1 0 0 0,1 1 1 0 0,0 1-1 0 0,-1-1 0 0 0,2 0 0 0 0,-1 1 1 0 0,1 0-1 0 0,-4 11 0 0 0,5-9-268 0 0,0 1 0 0 0,0-1 0 0 0,1 0-1 0 0,0 1 1 0 0,1-1 0 0 0,0 1 0 0 0,1 0 0 0 0,-1-1 0 0 0,5 18-1 0 0,-4-24-8 0 0,0 0 0 0 0,0-1 1 0 0,0 1-1 0 0,0 0 0 0 0,0-1 0 0 0,0 1 0 0 0,1-1 0 0 0,-1 0 0 0 0,1 1 0 0 0,-1-1 0 0 0,1 0 0 0 0,0 0 0 0 0,0 0 0 0 0,0 0 0 0 0,0-1 0 0 0,1 1 0 0 0,-1 0 0 0 0,0-1 0 0 0,1 1 0 0 0,-1-1 0 0 0,1 0 0 0 0,-1 0 0 0 0,1 0 0 0 0,-1 0 0 0 0,1 0 0 0 0,0-1 0 0 0,0 1 0 0 0,-1-1 1 0 0,1 0-1 0 0,0 0 0 0 0,0 0 0 0 0,0 0 0 0 0,-1 0 0 0 0,1-1 0 0 0,0 1 0 0 0,-1-1 0 0 0,5-1 0 0 0,0 0-116 0 0,0 0 0 0 0,-1 0 1 0 0,0-1-1 0 0,1 1 0 0 0,-1-2 0 0 0,0 1 0 0 0,0-1 1 0 0,-1 0-1 0 0,1 0 0 0 0,-1 0 0 0 0,8-9 1 0 0,-6 5 50 0 0,0-1 1 0 0,0 0-1 0 0,-1-1 1 0 0,0 0-1 0 0,-1 0 1 0 0,6-15-1 0 0,-1-3 143 0 0,-1-1 0 0 0,-2-1 0 0 0,-1 1 0 0 0,3-42-1 0 0,-8 46 242 0 0,-1 1-1 0 0,0 0 1 0 0,-2-1-1 0 0,-1 1 1 0 0,-1 0-1 0 0,-8-29 1 0 0,1 18 1030 0 0,-1 1 0 0 0,-1 0 0 0 0,-28-49 0 0 0,40 81-1035 0 0,-1-1-1 0 0,1 1 1 0 0,-1-1-1 0 0,0 1 1 0 0,0-1-1 0 0,0 1 0 0 0,0 0 1 0 0,0 0-1 0 0,0 0 1 0 0,0 0-1 0 0,-5-2 1 0 0,7 4-147 0 0,-1-1 0 0 0,1 1-1 0 0,-1 0 1 0 0,1 0 0 0 0,-1 0 0 0 0,1 0 0 0 0,-1 0-1 0 0,1 0 1 0 0,-1 0 0 0 0,0 0 0 0 0,1 0 0 0 0,-1 0 0 0 0,1 0-1 0 0,-1 0 1 0 0,1 0 0 0 0,-1 0 0 0 0,1 0 0 0 0,-1 1-1 0 0,0-1 1 0 0,1 0 0 0 0,-1 0 0 0 0,1 1 0 0 0,-1 0 0 0 0,-1 0 2 0 0,1 0 1 0 0,0 1-1 0 0,0-1 1 0 0,0 1 0 0 0,0-1-1 0 0,0 1 1 0 0,0-1 0 0 0,1 1-1 0 0,-1 0 1 0 0,0-1 0 0 0,0 4-1 0 0,-2 7 66 0 0,1 0 0 0 0,0 1 0 0 0,1-1 0 0 0,1 1 0 0 0,0-1 0 0 0,0 1 0 0 0,4 21 0 0 0,24 87-135 0 0,-27-116 14 0 0,82 242 115 0 0,-4-15-166 0 0,-78-230 69 0 0,11 41-1196 0 0,0-1-3844 0 0,0 1-1823 0 0</inkml:trace>
</inkml:ink>
</file>

<file path=ppt/ink/ink1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5.443"/>
    </inkml:context>
    <inkml:brush xml:id="br0">
      <inkml:brushProperty name="width" value="0.1" units="cm"/>
      <inkml:brushProperty name="height" value="0.1" units="cm"/>
      <inkml:brushProperty name="color" value="#FF0066"/>
    </inkml:brush>
  </inkml:definitions>
  <inkml:trace contextRef="#ctx0" brushRef="#br0">1 1 14283 0 0,'1'16'604'0'0,"1"0"-1"0"0,7 30 1 0 0,0-3-540 0 0,32 379-662 0 0,-19-134-615 0 0,-18-253 464 0 0,2 1 1 0 0,12 43-1 0 0,-10-55-3654 0 0</inkml:trace>
</inkml:ink>
</file>

<file path=ppt/ink/ink1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6.155"/>
    </inkml:context>
    <inkml:brush xml:id="br0">
      <inkml:brushProperty name="width" value="0.1" units="cm"/>
      <inkml:brushProperty name="height" value="0.1" units="cm"/>
      <inkml:brushProperty name="color" value="#FF0066"/>
    </inkml:brush>
  </inkml:definitions>
  <inkml:trace contextRef="#ctx0" brushRef="#br0">1 518 6913 0 0,'45'-8'821'0'0,"1"1"-1"0"0,0 3 0 0 0,71 3 0 0 0,-47 0-508 0 0,522 4 111 0 0,-68-3 2115 0 0,-26 19-1314 0 0,79-9-296 0 0,-132-22-148 0 0,-350 9-647 0 0,140-5-101 0 0,341-17-32 0 0,-75-5 0 0 0,-292 16 0 0 0,111-9 0 0 0,3-7 0 0 0,432-43 0 0 0,2283-197-54 0 0,-2115 230-97 0 0,-46 42-68 0 0,-414 3 88 0 0,107 7 114 0 0,-5 0 20 0 0,125-4 122 0 0,291 1 86 0 0,-791-10-204 0 0,468-9 191 0 0,-190-12-537 0 0,-364 13-840 0 0,-59 3 556 0 0</inkml:trace>
</inkml:ink>
</file>

<file path=ppt/ink/ink1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6.600"/>
    </inkml:context>
    <inkml:brush xml:id="br0">
      <inkml:brushProperty name="width" value="0.1" units="cm"/>
      <inkml:brushProperty name="height" value="0.1" units="cm"/>
      <inkml:brushProperty name="color" value="#FF0066"/>
    </inkml:brush>
  </inkml:definitions>
  <inkml:trace contextRef="#ctx0" brushRef="#br0">152 2 10970 0 0,'-1'0'39'0'0,"1"0"0"0"0,-1-1 1 0 0,0 1-1 0 0,0 0 0 0 0,1 0 0 0 0,-1 0 0 0 0,0 0 0 0 0,0 0 0 0 0,0 0 0 0 0,1 0 0 0 0,-1 0 0 0 0,0 0 0 0 0,0 0 0 0 0,1 1 0 0 0,-1-1 0 0 0,0 0 0 0 0,1 0 0 0 0,-1 1 1 0 0,0-1-1 0 0,0 0 0 0 0,1 1 0 0 0,-1-1 0 0 0,1 1 0 0 0,-1-1 0 0 0,0 1 0 0 0,0 0 0 0 0,-6 21 159 0 0,6-11-232 0 0,-59 336 4170 0 0,26-132-3635 0 0,22-132-1730 0 0,-4 121-1 0 0,14-134-4015 0 0</inkml:trace>
</inkml:ink>
</file>

<file path=ppt/ink/ink1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7.377"/>
    </inkml:context>
    <inkml:brush xml:id="br0">
      <inkml:brushProperty name="width" value="0.1" units="cm"/>
      <inkml:brushProperty name="height" value="0.1" units="cm"/>
      <inkml:brushProperty name="color" value="#FF0066"/>
    </inkml:brush>
  </inkml:definitions>
  <inkml:trace contextRef="#ctx0" brushRef="#br0">42 188 4609 0 0,'-5'2'278'0'0,"3"-2"-183"0"0,-1 0 1 0 0,1 0 0 0 0,0 1 0 0 0,0-1 0 0 0,1 1 0 0 0,-1-1 0 0 0,0 1 0 0 0,0 0 0 0 0,0 0 0 0 0,0 0 0 0 0,0 0 0 0 0,1 0 0 0 0,-1 0 0 0 0,0 0 0 0 0,1 1 0 0 0,-1-1 0 0 0,1 1-1 0 0,-3 2 1 0 0,4-4-52 0 0,1 1 0 0 0,-1-1 0 0 0,0 0 0 0 0,0 0-1 0 0,0 1 1 0 0,0-1 0 0 0,0 0 0 0 0,0 1 0 0 0,1-1 0 0 0,-1 0-1 0 0,0 0 1 0 0,0 1 0 0 0,0-1 0 0 0,1 0 0 0 0,-1 0-1 0 0,0 0 1 0 0,0 1 0 0 0,1-1 0 0 0,-1 0 0 0 0,0 0-1 0 0,0 0 1 0 0,1 0 0 0 0,-1 1 0 0 0,0-1 0 0 0,1 0-1 0 0,-1 0 1 0 0,0 0 0 0 0,1 0 0 0 0,-1 0 0 0 0,0 0-1 0 0,0 0 1 0 0,1 0 0 0 0,-1 0 0 0 0,0 0 0 0 0,1 0-1 0 0,-1 0 1 0 0,0 0 0 0 0,1 0 0 0 0,-1 0 0 0 0,0-1 0 0 0,1 1-1 0 0,-1 0 1 0 0,17-1 765 0 0,311-76 7151 0 0,-103 22-6263 0 0,-105 21-1408 0 0,8-1-217 0 0,-108 31-301 0 0,0 0 0 0 0,0 2 0 0 0,1 0 0 0 0,28 2 0 0 0,-31 3-1414 0 0,-3 1-4403 0 0</inkml:trace>
</inkml:ink>
</file>

<file path=ppt/ink/ink1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7.649"/>
    </inkml:context>
    <inkml:brush xml:id="br0">
      <inkml:brushProperty name="width" value="0.1" units="cm"/>
      <inkml:brushProperty name="height" value="0.1" units="cm"/>
      <inkml:brushProperty name="color" value="#FF0066"/>
    </inkml:brush>
  </inkml:definitions>
  <inkml:trace contextRef="#ctx0" brushRef="#br0">0 0 4609 0 0,'34'24'5587'0'0,"-24"-13"-4833"0"0,-1 2 1 0 0,-1-1 0 0 0,0 1-1 0 0,0 0 1 0 0,-2 1 0 0 0,1 0-1 0 0,4 17 1 0 0,26 106 1176 0 0,-33-121-1831 0 0,17 85 125 0 0,14 54-610 0 0,-26-126-2763 0 0,18 41 0 0 0,-16-47-1947 0 0</inkml:trace>
</inkml:ink>
</file>

<file path=ppt/ink/ink1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7.936"/>
    </inkml:context>
    <inkml:brush xml:id="br0">
      <inkml:brushProperty name="width" value="0.1" units="cm"/>
      <inkml:brushProperty name="height" value="0.1" units="cm"/>
      <inkml:brushProperty name="color" value="#FF0066"/>
    </inkml:brush>
  </inkml:definitions>
  <inkml:trace contextRef="#ctx0" brushRef="#br0">26 24 4609 0 0,'-6'-5'31'0'0,"-13"-10"1834"0"0,19 11-395 0 0,14 6 32 0 0,42 12 1663 0 0,65 28 1 0 0,-91-30-2518 0 0,-1 2 1 0 0,0 1 0 0 0,47 34 0 0 0,-46-27-598 0 0,49 37 117 0 0,-29-16-2845 0 0,-36-29-3146 0 0</inkml:trace>
</inkml:ink>
</file>

<file path=ppt/ink/ink1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8.200"/>
    </inkml:context>
    <inkml:brush xml:id="br0">
      <inkml:brushProperty name="width" value="0.1" units="cm"/>
      <inkml:brushProperty name="height" value="0.1" units="cm"/>
      <inkml:brushProperty name="color" value="#FF0066"/>
    </inkml:brush>
  </inkml:definitions>
  <inkml:trace contextRef="#ctx0" brushRef="#br0">394 80 6449 0 0,'-5'-8'320'0'0,"-1"0"0"0"0,0 0-1 0 0,0 1 1 0 0,-1 0 0 0 0,0 1-1 0 0,0-1 1 0 0,-9-5 0 0 0,13 10-51 0 0,0 0 0 0 0,1 0-1 0 0,-1 0 1 0 0,0 1 0 0 0,0 0 0 0 0,0-1 0 0 0,0 1 0 0 0,0 0 0 0 0,-1 0 0 0 0,1 1-1 0 0,0-1 1 0 0,0 1 0 0 0,0-1 0 0 0,-1 1 0 0 0,1 0 0 0 0,0 0 0 0 0,-1 1 0 0 0,1-1-1 0 0,0 1 1 0 0,0-1 0 0 0,0 1 0 0 0,-1 0 0 0 0,1 0 0 0 0,-4 3 0 0 0,3-2-86 0 0,0 1 1 0 0,1 0-1 0 0,0 0 0 0 0,-1 1 1 0 0,1-1-1 0 0,1 1 1 0 0,-1-1-1 0 0,0 1 0 0 0,1 0 1 0 0,-3 6-1 0 0,-19 48 415 0 0,18-41-430 0 0,-167 511 632 0 0,172-525-875 0 0,-10 43 193 0 0,11-43-365 0 0,-1 0-1 0 0,1 1 1 0 0,0-1 0 0 0,0 0-1 0 0,0 0 1 0 0,1 0 0 0 0,-1 1-1 0 0,0-1 1 0 0,1 0 0 0 0,0 0-1 0 0,0 0 1 0 0,1 3-1 0 0</inkml:trace>
</inkml:ink>
</file>

<file path=ppt/ink/ink1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9.321"/>
    </inkml:context>
    <inkml:brush xml:id="br0">
      <inkml:brushProperty name="width" value="0.1" units="cm"/>
      <inkml:brushProperty name="height" value="0.1" units="cm"/>
      <inkml:brushProperty name="color" value="#FF0066"/>
    </inkml:brush>
  </inkml:definitions>
  <inkml:trace contextRef="#ctx0" brushRef="#br0">0 1 1840 0 0</inkml:trace>
</inkml:ink>
</file>

<file path=ppt/ink/ink1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9.537"/>
    </inkml:context>
    <inkml:brush xml:id="br0">
      <inkml:brushProperty name="width" value="0.1" units="cm"/>
      <inkml:brushProperty name="height" value="0.1" units="cm"/>
      <inkml:brushProperty name="color" value="#FF0066"/>
    </inkml:brush>
  </inkml:definitions>
  <inkml:trace contextRef="#ctx0" brushRef="#br0">1 298 6009 0 0,'2'-17'-3'0'0,"0"0"0"0"0,-2 0 0 0 0,0 1 0 0 0,-2-19-1 0 0,-1-26 271 0 0,5-74 8560 0 0,5 152-7274 0 0,3 5-957 0 0,-2 8-297 0 0,0 0 1 0 0,-3 0-1 0 0,5 61 1 0 0,-11 94-21 0 0,-2-132-250 0 0,2 0 0 0 0,3 0 0 0 0,1 0 0 0 0,13 55-1 0 0,-3-60 57 0 0,-1-7-4153 0 0</inkml:trace>
</inkml:ink>
</file>

<file path=ppt/ink/ink1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39.919"/>
    </inkml:context>
    <inkml:brush xml:id="br0">
      <inkml:brushProperty name="width" value="0.1" units="cm"/>
      <inkml:brushProperty name="height" value="0.1" units="cm"/>
      <inkml:brushProperty name="color" value="#FF0066"/>
    </inkml:brush>
  </inkml:definitions>
  <inkml:trace contextRef="#ctx0" brushRef="#br0">0 196 5985 0 0,'0'-5'141'0'0,"0"-1"0"0"0,0 1-1 0 0,1 0 1 0 0,-1-1 0 0 0,1 1-1 0 0,0 0 1 0 0,1 0 0 0 0,-1-1 0 0 0,1 1-1 0 0,0 0 1 0 0,0 1 0 0 0,1-1-1 0 0,-1 0 1 0 0,1 1 0 0 0,0-1 0 0 0,1 1-1 0 0,-1 0 1 0 0,6-5 0 0 0,1-3 304 0 0,2 1 0 0 0,-1 1 0 0 0,1 0 0 0 0,1 1 0 0 0,16-10 0 0 0,-21 14-72 0 0,1 1 0 0 0,-1 1-1 0 0,1 0 1 0 0,-1 0 0 0 0,1 1-1 0 0,0 0 1 0 0,0 0 0 0 0,17 0 0 0 0,-20 1-203 0 0,0 1 0 0 0,-1 1 0 0 0,1-1 0 0 0,0 1 0 0 0,-1 0 0 0 0,1 0 0 0 0,-1 0 0 0 0,1 1 0 0 0,-1 0 1 0 0,0 0-1 0 0,1 0 0 0 0,-1 1 0 0 0,0 0 0 0 0,-1 0 0 0 0,8 6 0 0 0,-10-8-171 0 0,-1 1 0 0 0,0 0 0 0 0,1 0 0 0 0,-1 0 0 0 0,0-1 0 0 0,0 1 0 0 0,0 0 0 0 0,-1 0 0 0 0,1 1 0 0 0,0-1 0 0 0,-1 0-1 0 0,1 0 1 0 0,-1 0 0 0 0,0 0 0 0 0,0 0 0 0 0,0 1 0 0 0,0-1 0 0 0,0 0 0 0 0,0 0 0 0 0,0 0 0 0 0,-1 0 0 0 0,1 1 0 0 0,-1-1 0 0 0,0 0 0 0 0,1 0 0 0 0,-1 0 0 0 0,0 0 0 0 0,0 0 0 0 0,-1 0 0 0 0,-1 2-1 0 0,-5 8-67 0 0,0 0 0 0 0,-1-1 0 0 0,-14 15 0 0 0,20-23 77 0 0,-27 27-57 0 0,-45 33 1 0 0,42-37 166 0 0,-40 41 1 0 0,72-65-90 0 0,-1-1 0 0 0,1 1 0 0 0,0 0 0 0 0,-1 0 0 0 0,1-1 0 0 0,0 1 1 0 0,0 0-1 0 0,0 0 0 0 0,0 0 0 0 0,1 0 0 0 0,-1 1 0 0 0,0-1 0 0 0,1 0 0 0 0,-1 0 1 0 0,1 0-1 0 0,0 0 0 0 0,0 1 0 0 0,0 3 0 0 0,1-2 40 0 0,0-1-1 0 0,0 1 0 0 0,0-1 1 0 0,0 1-1 0 0,1-1 1 0 0,0 0-1 0 0,-1 1 0 0 0,1-1 1 0 0,0 0-1 0 0,4 4 1 0 0,7 6 235 0 0,0 0 1 0 0,0-2 0 0 0,29 20-1 0 0,-26-19-220 0 0,7 4-240 0 0,1 0-1 0 0,0-2 0 0 0,1-1 0 0 0,44 17 1 0 0,-51-24-568 0 0,1 0 0 0 0,0-1 0 0 0,0-2 1 0 0,27 3-1 0 0,-15-5-4940 0 0</inkml:trace>
</inkml:ink>
</file>

<file path=ppt/ink/ink1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0.187"/>
    </inkml:context>
    <inkml:brush xml:id="br0">
      <inkml:brushProperty name="width" value="0.1" units="cm"/>
      <inkml:brushProperty name="height" value="0.1" units="cm"/>
      <inkml:brushProperty name="color" value="#FF0066"/>
    </inkml:brush>
  </inkml:definitions>
  <inkml:trace contextRef="#ctx0" brushRef="#br0">1 7 4609 0 0,'0'-1'24'0'0,"0"1"0"0"0,0 0 1 0 0,0 0-1 0 0,0 0 0 0 0,0 0 0 0 0,0 0 1 0 0,0-1-1 0 0,0 1 0 0 0,0 0 0 0 0,0 0 0 0 0,0 0 1 0 0,0 0-1 0 0,0-1 0 0 0,0 1 0 0 0,0 0 1 0 0,0 0-1 0 0,0 0 0 0 0,0 0 0 0 0,0 0 0 0 0,0-1 1 0 0,0 1-1 0 0,0 0 0 0 0,0 0 0 0 0,0 0 1 0 0,0 0-1 0 0,0 0 0 0 0,0-1 0 0 0,0 1 0 0 0,0 0 1 0 0,1 0-1 0 0,-1 0 0 0 0,0 0 0 0 0,0 0 1 0 0,0 0-1 0 0,0 0 0 0 0,0-1 0 0 0,0 1 0 0 0,1 0 1 0 0,-1 0-1 0 0,0 0 0 0 0,0 0 0 0 0,0 0 1 0 0,0 0-1 0 0,0 0 0 0 0,1 0 0 0 0,-1 0 0 0 0,0 0 1 0 0,13 0 1495 0 0,11 4 943 0 0,7 11-919 0 0,-2 2 0 0 0,0 0 0 0 0,0 2 0 0 0,28 25 0 0 0,-26-20-1112 0 0,1-1 1 0 0,50 27-1 0 0,-73-45-547 0 0,1-1 0 0 0,0 0 0 0 0,0-1-1 0 0,18 4 1 0 0,-24-7-347 0 0,1 1 1 0 0,0-1-1 0 0,0 0 0 0 0,0 0 0 0 0,0 0 0 0 0,0 0 1 0 0,6-2-1 0 0</inkml:trace>
</inkml:ink>
</file>

<file path=ppt/ink/ink1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0.360"/>
    </inkml:context>
    <inkml:brush xml:id="br0">
      <inkml:brushProperty name="width" value="0.1" units="cm"/>
      <inkml:brushProperty name="height" value="0.1" units="cm"/>
      <inkml:brushProperty name="color" value="#FF0066"/>
    </inkml:brush>
  </inkml:definitions>
  <inkml:trace contextRef="#ctx0" brushRef="#br0">244 54 1840 0 0,'-5'-13'578'0'0,"-15"-28"7031"0"0,20 41-7484 0 0,-1 0-1 0 0,1 0 1 0 0,-1 0-1 0 0,1 0 0 0 0,-1 0 1 0 0,1 0-1 0 0,0 1 0 0 0,-1-1 1 0 0,1 0-1 0 0,-1 0 1 0 0,1 0-1 0 0,0 0 0 0 0,-1 1 1 0 0,1-1-1 0 0,0 0 1 0 0,-1 0-1 0 0,1 1 0 0 0,0-1 1 0 0,-1 0-1 0 0,1 0 0 0 0,0 1 1 0 0,0-1-1 0 0,-1 1 1 0 0,1-1-1 0 0,0 0 0 0 0,0 1 1 0 0,-1-1-1 0 0,1 0 0 0 0,0 1 1 0 0,0-1-1 0 0,0 1 1 0 0,0-1-1 0 0,0 0 0 0 0,0 2 1 0 0,-11 19 802 0 0,10-18-505 0 0,-83 167 2571 0 0,-15 33-3764 0 0,86-173-5627 0 0</inkml:trace>
</inkml:ink>
</file>

<file path=ppt/ink/ink1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1.537"/>
    </inkml:context>
    <inkml:brush xml:id="br0">
      <inkml:brushProperty name="width" value="0.1" units="cm"/>
      <inkml:brushProperty name="height" value="0.1" units="cm"/>
      <inkml:brushProperty name="color" value="#FF0066"/>
    </inkml:brush>
  </inkml:definitions>
  <inkml:trace contextRef="#ctx0" brushRef="#br0">276 65 6913 0 0,'-25'-9'86'0'0,"0"0"1"0"0,0 2-1 0 0,-1 0 0 0 0,0 2 0 0 0,0 1 0 0 0,0 1 0 0 0,-49 1 0 0 0,53 1 337 0 0,33-2 267 0 0,40-4 410 0 0,-45 7-1070 0 0,356-8 1290 0 0,-214 10-1433 0 0,1111 54 1056 0 0,765 76 1454 0 0,124-108-846 0 0,-1065-30-1049 0 0,1124-31 809 0 0,426-47-1310 0 0,-661 162 1977 0 0,-1856-65-1992 0 0,197 12-543 0 0,-298-26 167 0 0</inkml:trace>
</inkml:ink>
</file>

<file path=ppt/ink/ink1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2.266"/>
    </inkml:context>
    <inkml:brush xml:id="br0">
      <inkml:brushProperty name="width" value="0.1" units="cm"/>
      <inkml:brushProperty name="height" value="0.1" units="cm"/>
      <inkml:brushProperty name="color" value="#FF0066"/>
    </inkml:brush>
  </inkml:definitions>
  <inkml:trace contextRef="#ctx0" brushRef="#br0">5 63 3681 0 0,'-1'-2'541'0'0,"0"2"-360"0"0,1 0-1 0 0,0-1 1 0 0,0 1-1 0 0,0-1 1 0 0,-1 1-1 0 0,1-1 1 0 0,0 1-1 0 0,0-1 1 0 0,0 1-1 0 0,0-1 1 0 0,0 1-1 0 0,0-1 1 0 0,0 1-1 0 0,0-1 1 0 0,0 1-1 0 0,0 0 1 0 0,0-1-1 0 0,0 1 1 0 0,3-5 1985 0 0,-2 4-1986 0 0,11-22 1569 0 0,-9 17-1186 0 0,9-11 3232 0 0,-10 28-1701 0 0,-2 41-1648 0 0,-3 1 1 0 0,-12 73 0 0 0,7-77-398 0 0,3 0 1 0 0,1 0-1 0 0,5 70 0 0 0,8-46-769 0 0,1-25-4330 0 0,-1-14-962 0 0</inkml:trace>
</inkml:ink>
</file>

<file path=ppt/ink/ink1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3.041"/>
    </inkml:context>
    <inkml:brush xml:id="br0">
      <inkml:brushProperty name="width" value="0.1" units="cm"/>
      <inkml:brushProperty name="height" value="0.1" units="cm"/>
      <inkml:brushProperty name="color" value="#FF0066"/>
    </inkml:brush>
  </inkml:definitions>
  <inkml:trace contextRef="#ctx0" brushRef="#br0">1 1 3225 0 0,'5'36'10018'0'0,"-4"55"-8630"0"0,-2-63-168 0 0,10 172 447 0 0,-4-165-2215 0 0,0 0 0 0 0,3 0 0 0 0,19 56 0 0 0,-11-50-599 0 0,0 1-5 0 0</inkml:trace>
</inkml:ink>
</file>

<file path=ppt/ink/ink1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4.584"/>
    </inkml:context>
    <inkml:brush xml:id="br0">
      <inkml:brushProperty name="width" value="0.1" units="cm"/>
      <inkml:brushProperty name="height" value="0.1" units="cm"/>
      <inkml:brushProperty name="color" value="#FF0066"/>
    </inkml:brush>
  </inkml:definitions>
  <inkml:trace contextRef="#ctx0" brushRef="#br0">199 1 10594 0 0,'-26'24'2449'0'0,"8"0"-2050"0"0,2 1 1 0 0,1 1 0 0 0,1 0-1 0 0,1 1 1 0 0,2 0 0 0 0,-15 49-1 0 0,9-8-34 0 0,-15 118 0 0 0,27-133-186 0 0,1 0 0 0 0,3 0 0 0 0,2 0 0 0 0,2 0 0 0 0,20 98 0 0 0,-17-124-337 0 0,1-1 1 0 0,1 1-1 0 0,2-1 1 0 0,0-1 0 0 0,2 0-1 0 0,0 0 1 0 0,2-1 0 0 0,1-1-1 0 0,1-1 1 0 0,0 0 0 0 0,2 0-1 0 0,1-2 1 0 0,21 19 0 0 0,1-8-5418 0 0</inkml:trace>
</inkml:ink>
</file>

<file path=ppt/ink/ink1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4.822"/>
    </inkml:context>
    <inkml:brush xml:id="br0">
      <inkml:brushProperty name="width" value="0.1" units="cm"/>
      <inkml:brushProperty name="height" value="0.1" units="cm"/>
      <inkml:brushProperty name="color" value="#FF0066"/>
    </inkml:brush>
  </inkml:definitions>
  <inkml:trace contextRef="#ctx0" brushRef="#br0">0 199 6913 0 0,'27'-17'-46'0'0,"215"-92"6298"0"0,-75 48-9644 0 0,-133 50-782 0 0</inkml:trace>
</inkml:ink>
</file>

<file path=ppt/ink/ink1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5.028"/>
    </inkml:context>
    <inkml:brush xml:id="br0">
      <inkml:brushProperty name="width" value="0.1" units="cm"/>
      <inkml:brushProperty name="height" value="0.1" units="cm"/>
      <inkml:brushProperty name="color" value="#FF0066"/>
    </inkml:brush>
  </inkml:definitions>
  <inkml:trace contextRef="#ctx0" brushRef="#br0">1 0 10594 0 0,'4'8'176'0'0,"0"0"1"0"0,0 0-1 0 0,0 0 0 0 0,-1 0 0 0 0,-1 0 0 0 0,1 1 1 0 0,1 12-1 0 0,4 66 948 0 0,-4-34 263 0 0,2-1-589 0 0,24 91-1 0 0,-20-112-1465 0 0,0 0-1 0 0,17 31 0 0 0,-12-33-4449 0 0</inkml:trace>
</inkml:ink>
</file>

<file path=ppt/ink/ink1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5.329"/>
    </inkml:context>
    <inkml:brush xml:id="br0">
      <inkml:brushProperty name="width" value="0.1" units="cm"/>
      <inkml:brushProperty name="height" value="0.1" units="cm"/>
      <inkml:brushProperty name="color" value="#FF0066"/>
    </inkml:brush>
  </inkml:definitions>
  <inkml:trace contextRef="#ctx0" brushRef="#br0">0 160 6449 0 0,'0'-1'34'0'0,"1"0"1"0"0,-1 1-1 0 0,1-1 0 0 0,-1 0 0 0 0,1 0 0 0 0,-1 1 0 0 0,1-1 0 0 0,-1 0 0 0 0,1 0 0 0 0,0 1 0 0 0,0-1 0 0 0,-1 1 0 0 0,1-1 0 0 0,0 1 1 0 0,0-1-1 0 0,-1 1 0 0 0,1-1 0 0 0,0 1 0 0 0,0 0 0 0 0,0-1 0 0 0,0 1 0 0 0,0 0 0 0 0,0 0 0 0 0,-1 0 0 0 0,1 0 0 0 0,0 0 0 0 0,0 0 0 0 0,0 0 1 0 0,0 0-1 0 0,0 0 0 0 0,0 0 0 0 0,0 0 0 0 0,0 0 0 0 0,1 1 0 0 0,34 6 1213 0 0,-27-3-818 0 0,0 0 0 0 0,-1 0 0 0 0,0 1 0 0 0,0 0 0 0 0,0 1 0 0 0,-1 0 0 0 0,0 0 0 0 0,10 10 0 0 0,49 64 433 0 0,-42-50-95 0 0,-57-59 3699 0 0,29 22-4272 0 0,0-1 0 0 0,0 0-1 0 0,1 0 1 0 0,0 0 0 0 0,1 0-1 0 0,-1 0 1 0 0,2-1-1 0 0,-1 1 1 0 0,1-1 0 0 0,0 0-1 0 0,1 1 1 0 0,0-1 0 0 0,2-16-1 0 0,-1 13-322 0 0,1 0 0 0 0,1 1-1 0 0,-1-1 1 0 0,2 1 0 0 0,0 0-1 0 0,0-1 1 0 0,1 2 0 0 0,0-1-1 0 0,11-16 1 0 0,-1 10-959 0 0,1 3-259 0 0</inkml:trace>
</inkml:ink>
</file>

<file path=ppt/ink/ink1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5.678"/>
    </inkml:context>
    <inkml:brush xml:id="br0">
      <inkml:brushProperty name="width" value="0.1" units="cm"/>
      <inkml:brushProperty name="height" value="0.1" units="cm"/>
      <inkml:brushProperty name="color" value="#FF0066"/>
    </inkml:brush>
  </inkml:definitions>
  <inkml:trace contextRef="#ctx0" brushRef="#br0">141 1 456 0 0,'1'2'133'0'0,"-1"0"-1"0"0,1 0 1 0 0,0 1-1 0 0,-1-1 1 0 0,1 0-1 0 0,-1 0 1 0 0,0 1-1 0 0,0-1 1 0 0,0 0-1 0 0,0 0 1 0 0,0 1-1 0 0,-1-1 1 0 0,1 0-1 0 0,0 0 1 0 0,-1 1-1 0 0,0-1 1 0 0,0 0-1 0 0,1 0 1 0 0,-3 4-1 0 0,-27 43 3133 0 0,19-33-2576 0 0,6-8-398 0 0,-12 18 514 0 0,1 1 0 0 0,2 1 1 0 0,0 0-1 0 0,-14 45 0 0 0,27-70-768 0 0,1-1-1 0 0,-1 1 1 0 0,1 0-1 0 0,-1-1 1 0 0,1 1-1 0 0,0 0 1 0 0,0-1-1 0 0,0 1 1 0 0,0 0-1 0 0,1-1 1 0 0,-1 1-1 0 0,1 0 1 0 0,0-1-1 0 0,0 1 1 0 0,0-1-1 0 0,0 1 1 0 0,0-1-1 0 0,0 0 1 0 0,3 4-1 0 0,-4-5-39 0 0,1-1-1 0 0,-1 1 1 0 0,1-1-1 0 0,0 1 1 0 0,-1-1-1 0 0,1 1 1 0 0,0-1-1 0 0,0 1 1 0 0,-1-1-1 0 0,1 0 1 0 0,0 1-1 0 0,0-1 1 0 0,-1 0-1 0 0,1 0 1 0 0,0 0-1 0 0,0 1 0 0 0,0-1 1 0 0,0 0-1 0 0,-1 0 1 0 0,1 0-1 0 0,0 0 1 0 0,0-1-1 0 0,1 1 1 0 0,0-1-84 0 0,0 1-1 0 0,0-1 1 0 0,-1 0 0 0 0,1 0 0 0 0,0 0 0 0 0,0-1 0 0 0,-1 1-1 0 0,1 0 1 0 0,0-1 0 0 0,-1 1 0 0 0,0-1 0 0 0,1 1-1 0 0,1-4 1 0 0,1-1-102 0 0,0-1-1 0 0,0 0 0 0 0,-1 0 1 0 0,4-11-1 0 0,-6 13 324 0 0,1 0 0 0 0,-1 0 0 0 0,1 0 0 0 0,1 0-1 0 0,-1 1 1 0 0,1-1 0 0 0,-1 1 0 0 0,1 0 0 0 0,1 0 0 0 0,-1 0 0 0 0,0 0 0 0 0,6-4-1 0 0,-8 7-98 0 0,-1 1 0 0 0,1 0-1 0 0,-1-1 1 0 0,1 1 0 0 0,0 0-1 0 0,0-1 1 0 0,-1 1 0 0 0,1 0-1 0 0,0 0 1 0 0,-1 0-1 0 0,1-1 1 0 0,0 1 0 0 0,0 0-1 0 0,-1 0 1 0 0,1 0 0 0 0,0 0-1 0 0,0 0 1 0 0,-1 1-1 0 0,1-1 1 0 0,0 0 0 0 0,0 0-1 0 0,-1 0 1 0 0,1 1 0 0 0,0-1-1 0 0,-1 0 1 0 0,2 1 0 0 0,14 19 882 0 0,3 28 1344 0 0,-19-47-2151 0 0,6 22 700 0 0,-3-9-229 0 0,2 0-1 0 0,7 20 0 0 0,-10-31-587 0 0,-1 0 0 0 0,1 1 0 0 0,0-1 0 0 0,0 0 0 0 0,0 0 0 0 0,1 0 0 0 0,-1 0 1 0 0,1-1-1 0 0,0 1 0 0 0,-1-1 0 0 0,1 1 0 0 0,0-1 0 0 0,0 0 0 0 0,6 3 0 0 0,6 0-702 0 0</inkml:trace>
</inkml:ink>
</file>

<file path=ppt/ink/ink1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6.881"/>
    </inkml:context>
    <inkml:brush xml:id="br0">
      <inkml:brushProperty name="width" value="0.1" units="cm"/>
      <inkml:brushProperty name="height" value="0.1" units="cm"/>
      <inkml:brushProperty name="color" value="#FF0066"/>
    </inkml:brush>
  </inkml:definitions>
  <inkml:trace contextRef="#ctx0" brushRef="#br0">2 21 6913 0 0,'-1'-16'989'0'0,"8"11"1186"0"0,-6 6-2048 0 0,0-1 1 0 0,0 0-1 0 0,1 1 1 0 0,-1-1-1 0 0,0 1 0 0 0,0-1 1 0 0,0 1-1 0 0,0 0 1 0 0,0-1-1 0 0,0 1 1 0 0,0 0-1 0 0,0 0 1 0 0,0 0-1 0 0,0 0 1 0 0,0 0-1 0 0,0 0 1 0 0,0 0-1 0 0,0 2 1 0 0,6 11 418 0 0,-1 0 1 0 0,0 1-1 0 0,7 30 1 0 0,-9-30-463 0 0,0 0 1 0 0,0-1-1 0 0,2 1 1 0 0,10 18-1 0 0,-16-32-113 0 0,0 0-1 0 0,1-1 0 0 0,-1 1 1 0 0,0 0-1 0 0,1-1 0 0 0,-1 1 1 0 0,1-1-1 0 0,-1 1 0 0 0,1-1 1 0 0,-1 1-1 0 0,1-1 0 0 0,-1 1 1 0 0,1-1-1 0 0,-1 1 0 0 0,1-1 1 0 0,0 0-1 0 0,-1 1 0 0 0,1-1 1 0 0,0 0-1 0 0,-1 1 0 0 0,1-1 1 0 0,0 0-1 0 0,-1 0 0 0 0,1 0 1 0 0,0 0-1 0 0,-1 0 0 0 0,1 0 1 0 0,0 0-1 0 0,0 0 0 0 0,-1 0 1 0 0,1 0-1 0 0,0 0 0 0 0,1 0 1 0 0,0-2-27 0 0,0 1 0 0 0,0 0 0 0 0,0-1 0 0 0,0 1 1 0 0,0-1-1 0 0,-1 1 0 0 0,1-1 0 0 0,0 0 0 0 0,-1 0 0 0 0,2-3 1 0 0,5-7-141 0 0,-1 0 1 0 0,8-20 0 0 0,-3 2 114 0 0,-9 20 425 0 0,0 0-1 0 0,1 0 1 0 0,1 1-1 0 0,-1 0 1 0 0,2-1-1 0 0,-1 2 1 0 0,11-13-1 0 0,-16 20-308 0 0,0 1 0 0 0,1-1-1 0 0,-1 1 1 0 0,1-1 0 0 0,-1 1 0 0 0,1-1-1 0 0,-1 1 1 0 0,1 0 0 0 0,-1-1 0 0 0,1 1 0 0 0,-1 0-1 0 0,1-1 1 0 0,0 1 0 0 0,-1 0 0 0 0,1 0-1 0 0,-1 0 1 0 0,1 0 0 0 0,0-1 0 0 0,-1 1-1 0 0,1 0 1 0 0,0 0 0 0 0,-1 0 0 0 0,1 0 0 0 0,0 0-1 0 0,-1 0 1 0 0,1 1 0 0 0,0-1 0 0 0,-1 0-1 0 0,1 0 1 0 0,-1 0 0 0 0,1 1 0 0 0,0-1 0 0 0,-1 0-1 0 0,1 0 1 0 0,-1 1 0 0 0,1-1 0 0 0,-1 1-1 0 0,1-1 1 0 0,-1 0 0 0 0,1 1 0 0 0,-1-1 0 0 0,1 1-1 0 0,-1-1 1 0 0,0 1 0 0 0,1 0 0 0 0,-1-1-1 0 0,0 1 1 0 0,1-1 0 0 0,-1 1 0 0 0,0-1-1 0 0,0 1 1 0 0,1 1 0 0 0,11 39 708 0 0,-10-33-595 0 0,2 8-547 0 0,1 0 1 0 0,10 24 0 0 0,11 3-3810 0 0,-16-32 2721 0 0</inkml:trace>
</inkml:ink>
</file>

<file path=ppt/ink/ink1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7.170"/>
    </inkml:context>
    <inkml:brush xml:id="br0">
      <inkml:brushProperty name="width" value="0.1" units="cm"/>
      <inkml:brushProperty name="height" value="0.1" units="cm"/>
      <inkml:brushProperty name="color" value="#FF0066"/>
    </inkml:brush>
  </inkml:definitions>
  <inkml:trace contextRef="#ctx0" brushRef="#br0">169 14 6449 0 0,'0'-1'81'0'0,"-1"0"1"0"0,1 1-1 0 0,-1-1 0 0 0,1 0 0 0 0,-1 0 0 0 0,1 0 0 0 0,-1 1 0 0 0,0-1 0 0 0,1 0 0 0 0,-1 1 0 0 0,0-1 0 0 0,1 0 0 0 0,-1 1 0 0 0,0-1 1 0 0,0 1-1 0 0,0-1 0 0 0,0 1 0 0 0,0 0 0 0 0,1-1 0 0 0,-1 1 0 0 0,0 0 0 0 0,0 0 0 0 0,0 0 0 0 0,0-1 0 0 0,0 1 0 0 0,-2 0 0 0 0,1 1 90 0 0,-1-1-1 0 0,0 1 0 0 0,1 0 0 0 0,-1-1 0 0 0,1 1 0 0 0,-1 1 1 0 0,1-1-1 0 0,-1 0 0 0 0,-3 3 0 0 0,-4 3 370 0 0,1 1-1 0 0,-1 0 1 0 0,-9 12 0 0 0,9-9-242 0 0,1 1 0 0 0,1 0 0 0 0,0 0 0 0 0,-8 15 0 0 0,13-21-254 0 0,0-1 0 0 0,1 1 0 0 0,0 0 0 0 0,0 0 1 0 0,0 0-1 0 0,1 0 0 0 0,0 0 0 0 0,0 0 0 0 0,0 0 1 0 0,1 1-1 0 0,0-1 0 0 0,0 7 0 0 0,1-11-42 0 0,0 0 0 0 0,-1-1 1 0 0,1 1-1 0 0,0-1 0 0 0,0 1 0 0 0,0-1 0 0 0,0 1 1 0 0,1-1-1 0 0,-1 1 0 0 0,0-1 0 0 0,0 0 0 0 0,1 0 1 0 0,-1 0-1 0 0,1 1 0 0 0,-1-2 0 0 0,1 1 0 0 0,0 0 1 0 0,-1 0-1 0 0,1 0 0 0 0,0-1 0 0 0,-1 1 0 0 0,1-1 0 0 0,0 1 1 0 0,0-1-1 0 0,0 0 0 0 0,-1 0 0 0 0,1 0 0 0 0,0 0 1 0 0,2 0-1 0 0,9 0 25 0 0,1 0 1 0 0,23-4 0 0 0,-28 3-25 0 0,24-5-3 0 0,-25 4 0 0 0,-1 0 0 0 0,1 0 0 0 0,0 1 0 0 0,-1 0 0 0 0,1 1 0 0 0,0 0 0 0 0,0 0 0 0 0,-1 0 0 0 0,1 1 0 0 0,9 3 0 0 0,-16-4 0 0 0,0 0-1 0 0,0 1 1 0 0,-1-1-1 0 0,1 0 1 0 0,0 1 0 0 0,-1-1-1 0 0,1 1 1 0 0,0-1-1 0 0,-1 1 1 0 0,1-1-1 0 0,-1 1 1 0 0,1 0 0 0 0,-1-1-1 0 0,1 1 1 0 0,-1 0-1 0 0,1-1 1 0 0,-1 1 0 0 0,0 0-1 0 0,1 0 1 0 0,-1-1-1 0 0,0 1 1 0 0,0 0-1 0 0,1 0 1 0 0,-1 0 0 0 0,0 0-1 0 0,-5 26-33 0 0,-22 23-108 0 0,26-48 125 0 0,-28 37-1331 0 0,15-21-3397 0 0</inkml:trace>
</inkml:ink>
</file>

<file path=ppt/ink/ink1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7.947"/>
    </inkml:context>
    <inkml:brush xml:id="br0">
      <inkml:brushProperty name="width" value="0.1" units="cm"/>
      <inkml:brushProperty name="height" value="0.1" units="cm"/>
      <inkml:brushProperty name="color" value="#FF0066"/>
    </inkml:brush>
  </inkml:definitions>
  <inkml:trace contextRef="#ctx0" brushRef="#br0">13 12 6913 0 0,'-9'-12'2698'0'0,"7"30"90"0"0,2-14-2992 0 0,-1 20 270 0 0,0-1-1 0 0,2 1 1 0 0,0 0 0 0 0,2-1 0 0 0,1 1 0 0 0,12 42 0 0 0,-16-65-167 0 0,0 0-1 0 0,1 0 1 0 0,-1 0 0 0 0,0 0 0 0 0,0-1-1 0 0,1 1 1 0 0,-1 0 0 0 0,1 0 0 0 0,-1 0-1 0 0,1-1 1 0 0,-1 1 0 0 0,1 0-1 0 0,-1 0 1 0 0,1-1 0 0 0,0 1 0 0 0,-1 0-1 0 0,1-1 1 0 0,0 1 0 0 0,0-1 0 0 0,-1 1-1 0 0,1-1 1 0 0,0 1 0 0 0,0-1-1 0 0,0 0 1 0 0,0 1 0 0 0,1-1 0 0 0,-1 0 58 0 0,0-1 0 0 0,0 1 1 0 0,0-1-1 0 0,0 1 1 0 0,0-1-1 0 0,0 1 0 0 0,-1-1 1 0 0,1 0-1 0 0,0 0 0 0 0,0 1 1 0 0,0-1-1 0 0,-1 0 1 0 0,1 0-1 0 0,0 0 0 0 0,-1 0 1 0 0,1 0-1 0 0,-1 0 0 0 0,1-1 1 0 0,5-10 254 0 0,-1 0-1 0 0,6-22 1 0 0,-9 28-197 0 0,0 2-20 0 0,23-60 1030 0 0,-24 61-923 0 0,0 0 1 0 0,1 0 0 0 0,-1 0-1 0 0,1 0 1 0 0,0 1-1 0 0,0-1 1 0 0,0 1-1 0 0,0-1 1 0 0,1 1 0 0 0,-1 0-1 0 0,1 0 1 0 0,-1 0-1 0 0,1 0 1 0 0,0 0-1 0 0,-1 0 1 0 0,1 1 0 0 0,0 0-1 0 0,4-2 1 0 0,-6 3-69 0 0,0 0 0 0 0,1 0-1 0 0,-1 0 1 0 0,1 1 0 0 0,-1-1 0 0 0,0 0 0 0 0,1 1 0 0 0,-1-1 0 0 0,0 1 0 0 0,0-1 0 0 0,1 1 0 0 0,-1-1 0 0 0,0 1 0 0 0,0 0 0 0 0,0 0-1 0 0,0 0 1 0 0,0-1 0 0 0,0 1 0 0 0,0 0 0 0 0,0 0 0 0 0,0 1 0 0 0,0-1 0 0 0,-1 0 0 0 0,1 0 0 0 0,0 0 0 0 0,-1 0 0 0 0,1 1 0 0 0,-1-1-1 0 0,1 0 1 0 0,-1 0 0 0 0,1 3 0 0 0,11 54 1453 0 0,-9-39-1067 0 0,-2-18-416 0 0,15 50 305 0 0,-15-48-375 0 0,0-1 1 0 0,0 0 0 0 0,0 0-1 0 0,1 0 1 0 0,-1 0-1 0 0,1 0 1 0 0,-1 0-1 0 0,1-1 1 0 0,2 3-1 0 0,-4-4-13 0 0,1 1-1 0 0,0-1 0 0 0,0 0 1 0 0,0 1-1 0 0,-1-1 0 0 0,1 1 1 0 0,0-1-1 0 0,0 0 0 0 0,0 0 1 0 0,0 0-1 0 0,0 1 0 0 0,-1-1 1 0 0,1 0-1 0 0,0 0 0 0 0,0 0 1 0 0,0 0-1 0 0,0-1 0 0 0,0 1 1 0 0,0 0-1 0 0,-1 0 0 0 0,1 0 1 0 0,0-1-1 0 0,0 1 0 0 0,1-1 1 0 0,1-1-72 0 0,-1 0 1 0 0,1 0 0 0 0,-1 0 0 0 0,0 0 0 0 0,0-1 0 0 0,0 1 0 0 0,0 0 0 0 0,0-1-1 0 0,0 0 1 0 0,0 0 0 0 0,1-3 0 0 0,14-35 79 0 0,-16 38 72 0 0,3-7 76 0 0,0-1 0 0 0,0 1 0 0 0,1 0 0 0 0,9-13 0 0 0,-14 22-42 0 0,1 0 0 0 0,0-1 1 0 0,0 1-1 0 0,0 0 0 0 0,0 0 1 0 0,0-1-1 0 0,0 1 0 0 0,0 0 1 0 0,0 0-1 0 0,0 0 0 0 0,0 0 1 0 0,1 0-1 0 0,-1 1 0 0 0,0-1 1 0 0,1 0-1 0 0,-1 1 0 0 0,1-1 1 0 0,-1 1-1 0 0,1-1 0 0 0,-1 1 1 0 0,1-1-1 0 0,-1 1 0 0 0,1 0 1 0 0,-1 0-1 0 0,1 0 0 0 0,-1 0 1 0 0,1 0-1 0 0,0 0 0 0 0,-1 1 1 0 0,1-1-1 0 0,-1 0 1 0 0,1 1-1 0 0,-1-1 0 0 0,0 1 1 0 0,1-1-1 0 0,-1 1 0 0 0,1 0 1 0 0,-1 0-1 0 0,0 0 0 0 0,0-1 1 0 0,3 3-1 0 0,19 22 2192 0 0,-21-21-2095 0 0,1 0-1 0 0,0 0 1 0 0,0-1-1 0 0,1 0 1 0 0,-1 0-1 0 0,1 0 1 0 0,-1 0-1 0 0,1 0 0 0 0,7 3 1 0 0,7 3 12 0 0,43 18-1543 0 0,-58-25 1004 0 0,0-1 0 0 0,0 0 0 0 0,0-1 0 0 0,0 1 0 0 0,0 0 0 0 0,1-1 0 0 0,-1 0 0 0 0,0 0 0 0 0,0 0 0 0 0,0 0-1 0 0,1 0 1 0 0,-1-1 0 0 0,0 1 0 0 0,0-1 0 0 0,0 0 0 0 0,4-1 0 0 0,-1-2-561 0 0,-1-1 68 0 0</inkml:trace>
</inkml:ink>
</file>

<file path=ppt/ink/ink1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8.296"/>
    </inkml:context>
    <inkml:brush xml:id="br0">
      <inkml:brushProperty name="width" value="0.1" units="cm"/>
      <inkml:brushProperty name="height" value="0.1" units="cm"/>
      <inkml:brushProperty name="color" value="#FF0066"/>
    </inkml:brush>
  </inkml:definitions>
  <inkml:trace contextRef="#ctx0" brushRef="#br0">5 0 5529 0 0,'-2'83'6311'0'0,"0"-37"-3567"0"0,7 81 0 0 0,3-73-3818 0 0,-4-26-4722 0 0</inkml:trace>
</inkml:ink>
</file>

<file path=ppt/ink/ink1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8.485"/>
    </inkml:context>
    <inkml:brush xml:id="br0">
      <inkml:brushProperty name="width" value="0.1" units="cm"/>
      <inkml:brushProperty name="height" value="0.1" units="cm"/>
      <inkml:brushProperty name="color" value="#FF0066"/>
    </inkml:brush>
  </inkml:definitions>
  <inkml:trace contextRef="#ctx0" brushRef="#br0">1 3 8754 0 0,'0'-1'776'0'0,"1"0"-616"0"0,1 1-160 0 0,-2 1 408 0 0,1 0 48 0 0,0 1 16 0 0,1 0 0 0 0,-1 4-199 0 0,0 1-41 0 0,1 1-8 0 0,1 0 0 0 0,1 2-800 0 0,1-1-161 0 0,2 2-31 0 0,0 0 0 0 0,1-1 656 0 0,-1 1 112 0 0</inkml:trace>
</inkml:ink>
</file>

<file path=ppt/ink/ink1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8.691"/>
    </inkml:context>
    <inkml:brush xml:id="br0">
      <inkml:brushProperty name="width" value="0.1" units="cm"/>
      <inkml:brushProperty name="height" value="0.1" units="cm"/>
      <inkml:brushProperty name="color" value="#FF0066"/>
    </inkml:brush>
  </inkml:definitions>
  <inkml:trace contextRef="#ctx0" brushRef="#br0">9 0 14283 0 0,'1'2'99'0'0,"-1"0"-1"0"0,0 0 1 0 0,1-1 0 0 0,-1 1 0 0 0,0 0-1 0 0,0 0 1 0 0,1 0 0 0 0,-1 0-1 0 0,-1 0 1 0 0,1 0 0 0 0,0 0-1 0 0,0-1 1 0 0,-1 1 0 0 0,-1 3 0 0 0,0 8-113 0 0,-2 51 821 0 0,3 0 0 0 0,6 66 0 0 0,0-90-975 0 0,1-1 0 0 0,2 1 0 0 0,2-2 0 0 0,21 57-1 0 0,-14-55-5999 0 0</inkml:trace>
</inkml:ink>
</file>

<file path=ppt/ink/ink1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8.882"/>
    </inkml:context>
    <inkml:brush xml:id="br0">
      <inkml:brushProperty name="width" value="0.1" units="cm"/>
      <inkml:brushProperty name="height" value="0.1" units="cm"/>
      <inkml:brushProperty name="color" value="#FF0066"/>
    </inkml:brush>
  </inkml:definitions>
  <inkml:trace contextRef="#ctx0" brushRef="#br0">0 68 5985 0 0,'2'1'536'0'0,"-1"-1"-432"0"0,2 1-104 0 0,-2-1 0 0 0,2 0 208 0 0,1 0 17 0 0,2 2 7 0 0,5-1 0 0 0,4 1 144 0 0,4-4 24 0 0,3-1 8 0 0,-1-1 0 0 0,4-1-488 0 0,0-2-96 0 0,2-3-16 0 0,0-2-8 0 0,1-1 200 0 0,-1-5-80 0 0</inkml:trace>
</inkml:ink>
</file>

<file path=ppt/ink/ink1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9.073"/>
    </inkml:context>
    <inkml:brush xml:id="br0">
      <inkml:brushProperty name="width" value="0.1" units="cm"/>
      <inkml:brushProperty name="height" value="0.1" units="cm"/>
      <inkml:brushProperty name="color" value="#FF0066"/>
    </inkml:brush>
  </inkml:definitions>
  <inkml:trace contextRef="#ctx0" brushRef="#br0">0 0 10594 0 0,'19'70'1537'0'0,"29"62"986"0"0,23 69 1375 0 0,-60-160-3391 0 0,-1 1 0 0 0,9 84 1 0 0,-14 13-1328 0 0,-7-96-1271 0 0,-7 52 1 0 0,-1-45 244 0 0</inkml:trace>
</inkml:ink>
</file>

<file path=ppt/ink/ink1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49.867"/>
    </inkml:context>
    <inkml:brush xml:id="br0">
      <inkml:brushProperty name="width" value="0.1" units="cm"/>
      <inkml:brushProperty name="height" value="0.1" units="cm"/>
      <inkml:brushProperty name="color" value="#FF0066"/>
    </inkml:brush>
  </inkml:definitions>
  <inkml:trace contextRef="#ctx0" brushRef="#br0">280 7 10594 0 0,'-3'-1'48'0'0,"0"0"0"0"0,0 0-1 0 0,0 0 1 0 0,0 0 0 0 0,-1 1 0 0 0,1-1-1 0 0,0 1 1 0 0,0 0 0 0 0,0 0-1 0 0,0 0 1 0 0,0 0 0 0 0,-1 1 0 0 0,1-1-1 0 0,0 1 1 0 0,0 0 0 0 0,0 0-1 0 0,0 0 1 0 0,0 0 0 0 0,-2 2 0 0 0,-2 1 101 0 0,1 0 1 0 0,0 1-1 0 0,0 0 1 0 0,0 0 0 0 0,1 0-1 0 0,-9 12 1 0 0,-6 9 180 0 0,2 1 0 0 0,0 1 0 0 0,2 0 0 0 0,2 1 0 0 0,0 1 0 0 0,2 0-1 0 0,1 1 1 0 0,-11 53 0 0 0,15-48-98 0 0,1 1 0 0 0,2-1 0 0 0,1 1 0 0 0,3 0-1 0 0,0-1 1 0 0,3 1 0 0 0,9 53 0 0 0,-7-69-227 0 0,1 1 0 0 0,0-1 1 0 0,1-1-1 0 0,2 1 0 0 0,0-1 0 0 0,1-1 1 0 0,0 1-1 0 0,15 17 0 0 0,-14-23-412 0 0,1 0 0 0 0,1 0-1 0 0,0-1 1 0 0,1-1 0 0 0,0 0 0 0 0,1-1 0 0 0,0-1-1 0 0,1 0 1 0 0,31 14 0 0 0,-16-11-1218 0 0,63 18-1 0 0,-70-25 1578 0 0,0-2-1 0 0,1 0 0 0 0,-1-1 1 0 0,1-2-1 0 0,-1 0 0 0 0,27-4 0 0 0,1-4 64 0 0</inkml:trace>
</inkml:ink>
</file>

<file path=ppt/ink/ink1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0.248"/>
    </inkml:context>
    <inkml:brush xml:id="br0">
      <inkml:brushProperty name="width" value="0.1" units="cm"/>
      <inkml:brushProperty name="height" value="0.1" units="cm"/>
      <inkml:brushProperty name="color" value="#FF0066"/>
    </inkml:brush>
  </inkml:definitions>
  <inkml:trace contextRef="#ctx0" brushRef="#br0">11 55 8290 0 0,'-3'-8'236'0'0,"2"6"-23"0"0,0 1 1 0 0,0-1-1 0 0,0 0 1 0 0,0 0-1 0 0,1 0 0 0 0,-1 0 1 0 0,0 1-1 0 0,1-1 0 0 0,0 0 1 0 0,-1 0-1 0 0,1 0 0 0 0,0 0 1 0 0,0 0-1 0 0,0 0 1 0 0,1 0-1 0 0,-1 0 0 0 0,0 0 1 0 0,1 0-1 0 0,-1 0 0 0 0,1 0 1 0 0,1-3-1 0 0,-2 5-146 0 0,0 0-1 0 0,1 0 1 0 0,-1-1-1 0 0,0 1 1 0 0,0 0-1 0 0,0 0 1 0 0,1 0-1 0 0,-1 0 1 0 0,0 0-1 0 0,0 0 1 0 0,0 0-1 0 0,1 0 1 0 0,-1 0-1 0 0,0 0 1 0 0,0 0-1 0 0,1 0 1 0 0,-1 0-1 0 0,0 0 1 0 0,0 0-1 0 0,1 0 1 0 0,-1 0-1 0 0,0 0 1 0 0,0 0-1 0 0,0 0 1 0 0,1 0-1 0 0,-1 0 1 0 0,0 0-1 0 0,0 0 1 0 0,0 0-1 0 0,1 1 1 0 0,-1-1-1 0 0,0 0 1 0 0,0 0-1 0 0,0 0 1 0 0,1 0-1 0 0,-1 1 1 0 0,0-1-1 0 0,0 0 1 0 0,9 13 1066 0 0,1 14-246 0 0,2 24-339 0 0,-3 2-1 0 0,-3-1 1 0 0,0 103-1 0 0,3 20-2773 0 0,-6-142 848 0 0</inkml:trace>
</inkml:ink>
</file>

<file path=ppt/ink/ink1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0.536"/>
    </inkml:context>
    <inkml:brush xml:id="br0">
      <inkml:brushProperty name="width" value="0.1" units="cm"/>
      <inkml:brushProperty name="height" value="0.1" units="cm"/>
      <inkml:brushProperty name="color" value="#FF0066"/>
    </inkml:brush>
  </inkml:definitions>
  <inkml:trace contextRef="#ctx0" brushRef="#br0">0 94 7370 0 0,'1'-4'189'0'0,"-1"0"0"0"0,1 0-1 0 0,0 0 1 0 0,0 0 0 0 0,0 0 0 0 0,1 0 0 0 0,0 0 0 0 0,-1 0 0 0 0,1 0 0 0 0,0 1 0 0 0,1-1 0 0 0,-1 1 0 0 0,1 0 0 0 0,-1-1 0 0 0,1 1 0 0 0,0 0 0 0 0,0 1 0 0 0,1-1 0 0 0,-1 0 0 0 0,0 1 0 0 0,1 0 0 0 0,5-3 0 0 0,-6 3-60 0 0,-1 1 1 0 0,1-1-1 0 0,0 1 1 0 0,0-1-1 0 0,0 1 1 0 0,0 0-1 0 0,-1 0 1 0 0,1 1 0 0 0,0-1-1 0 0,0 1 1 0 0,1-1-1 0 0,-1 1 1 0 0,0 0-1 0 0,5 0 1 0 0,-6 1-96 0 0,-1 0 1 0 0,1-1 0 0 0,-1 1-1 0 0,0 0 1 0 0,1 0 0 0 0,-1-1-1 0 0,0 1 1 0 0,1 0 0 0 0,-1 1-1 0 0,0-1 1 0 0,0 0 0 0 0,0 0 0 0 0,0 0-1 0 0,0 1 1 0 0,0-1 0 0 0,0 0-1 0 0,-1 1 1 0 0,1-1 0 0 0,0 1-1 0 0,-1-1 1 0 0,1 1 0 0 0,-1-1-1 0 0,1 1 1 0 0,-1-1 0 0 0,0 1-1 0 0,0 0 1 0 0,0-1 0 0 0,0 1-1 0 0,0 2 1 0 0,-1 20-21 0 0,-1-1 0 0 0,-1 0 0 0 0,-1 0 1 0 0,-1 0-1 0 0,-1 0 0 0 0,-9 23 0 0 0,6-20 174 0 0,1 0 0 0 0,2 0 0 0 0,-7 54 0 0 0,13-79-155 0 0,-1 1 0 0 0,1-1 0 0 0,0 1 0 0 0,0 0 0 0 0,0-1-1 0 0,0 1 1 0 0,0 0 0 0 0,0-1 0 0 0,0 1 0 0 0,0-1 0 0 0,1 1 0 0 0,-1 0 0 0 0,1-1 0 0 0,-1 1 0 0 0,1-1 0 0 0,0 1-1 0 0,0-1 1 0 0,-1 1 0 0 0,1-1 0 0 0,0 0 0 0 0,0 1 0 0 0,0-1 0 0 0,1 0 0 0 0,-1 0 0 0 0,0 0 0 0 0,0 0 0 0 0,1 0-1 0 0,-1 0 1 0 0,0 0 0 0 0,1 0 0 0 0,-1 0 0 0 0,1-1 0 0 0,-1 1 0 0 0,1-1 0 0 0,-1 1 0 0 0,1-1 0 0 0,0 1 0 0 0,-1-1-1 0 0,1 0 1 0 0,0 0 0 0 0,-1 0 0 0 0,1 0 0 0 0,1 0 0 0 0,36-8-1046 0 0,-3-5-3584 0 0,-12 2-310 0 0</inkml:trace>
</inkml:ink>
</file>

<file path=ppt/ink/ink1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0.853"/>
    </inkml:context>
    <inkml:brush xml:id="br0">
      <inkml:brushProperty name="width" value="0.1" units="cm"/>
      <inkml:brushProperty name="height" value="0.1" units="cm"/>
      <inkml:brushProperty name="color" value="#FF0066"/>
    </inkml:brush>
  </inkml:definitions>
  <inkml:trace contextRef="#ctx0" brushRef="#br0">0 217 3225 0 0,'3'2'194'0'0,"0"0"0"0"0,0 0 0 0 0,0-1 1 0 0,0 1-1 0 0,1-1 0 0 0,-1 0 0 0 0,0 0 1 0 0,1 0-1 0 0,-1 0 0 0 0,0 0 0 0 0,1-1 1 0 0,-1 0-1 0 0,7 0 0 0 0,48-3 1695 0 0,-56 3-1783 0 0,14-2 25 0 0,0-2 0 0 0,0 1-1 0 0,0-2 1 0 0,-1 0 0 0 0,0-1 0 0 0,24-12-1 0 0,-32 14-83 0 0,1 0-1 0 0,-1-1 0 0 0,0 1 0 0 0,0-1 0 0 0,-1-1 1 0 0,1 1-1 0 0,-1-1 0 0 0,-1 0 0 0 0,1-1 0 0 0,-1 1 1 0 0,0-1-1 0 0,0 0 0 0 0,-1-1 0 0 0,5-9 0 0 0,-8 15 32 0 0,0-1 0 0 0,0 1 0 0 0,0-1 0 0 0,-1 1-1 0 0,1-1 1 0 0,-1 1 0 0 0,1-1 0 0 0,-1 1 0 0 0,0-1 0 0 0,0 1-1 0 0,0-1 1 0 0,0 1 0 0 0,-1-1 0 0 0,1 1 0 0 0,-1-1-1 0 0,1 1 1 0 0,-1-1 0 0 0,0 1 0 0 0,0-1 0 0 0,0 1 0 0 0,0 0-1 0 0,0 0 1 0 0,-1-1 0 0 0,1 1 0 0 0,-1 0 0 0 0,1 0-1 0 0,-1 0 1 0 0,0 1 0 0 0,0-1 0 0 0,0 0 0 0 0,0 1 0 0 0,0-1-1 0 0,0 1 1 0 0,0 0 0 0 0,-1-1 0 0 0,1 1 0 0 0,0 0-1 0 0,-4-1 1 0 0,1 1 53 0 0,0 0 1 0 0,0-1-1 0 0,0 2 0 0 0,0-1 0 0 0,0 1 0 0 0,-1-1 0 0 0,1 2 0 0 0,0-1 1 0 0,0 0-1 0 0,0 1 0 0 0,0 0 0 0 0,0 0 0 0 0,0 1 0 0 0,0-1 0 0 0,0 1 0 0 0,0 0 1 0 0,0 0-1 0 0,-6 5 0 0 0,5-2-96 0 0,-1 1 1 0 0,0-1 0 0 0,1 1-1 0 0,0 1 1 0 0,1-1-1 0 0,0 1 1 0 0,0 0-1 0 0,0 1 1 0 0,1-1-1 0 0,0 1 1 0 0,0 0 0 0 0,0 0-1 0 0,2 0 1 0 0,-4 12-1 0 0,5-15-113 0 0,0-1-1 0 0,0 0 0 0 0,1 1 1 0 0,-1-1-1 0 0,1 0 1 0 0,0 1-1 0 0,1-1 0 0 0,-1 0 1 0 0,1 1-1 0 0,0-1 1 0 0,0 0-1 0 0,0 0 1 0 0,0 0-1 0 0,1 1 0 0 0,0-1 1 0 0,0-1-1 0 0,0 1 1 0 0,0 0-1 0 0,0 0 0 0 0,1-1 1 0 0,0 1-1 0 0,-1-1 1 0 0,1 0-1 0 0,1 0 0 0 0,-1 0 1 0 0,0 0-1 0 0,1-1 1 0 0,-1 1-1 0 0,8 2 1 0 0,-1 0-288 0 0,0-1 0 0 0,1 0 0 0 0,-1-1 0 0 0,1 0 0 0 0,0-1 0 0 0,14 2 0 0 0,4-1-3537 0 0</inkml:trace>
</inkml:ink>
</file>

<file path=ppt/ink/ink1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1.087"/>
    </inkml:context>
    <inkml:brush xml:id="br0">
      <inkml:brushProperty name="width" value="0.1" units="cm"/>
      <inkml:brushProperty name="height" value="0.1" units="cm"/>
      <inkml:brushProperty name="color" value="#FF0066"/>
    </inkml:brush>
  </inkml:definitions>
  <inkml:trace contextRef="#ctx0" brushRef="#br0">388 17 4977 0 0,'-1'-1'53'0'0,"1"0"1"0"0,0 0-1 0 0,0 1 0 0 0,-1-1 0 0 0,1 0 0 0 0,-1 0 1 0 0,1 0-1 0 0,-1 1 0 0 0,1-1 0 0 0,-1 0 1 0 0,1 1-1 0 0,-1-1 0 0 0,1 0 0 0 0,-1 1 0 0 0,0-1 1 0 0,0 1-1 0 0,1-1 0 0 0,-1 1 0 0 0,0-1 1 0 0,0 1-1 0 0,1 0 0 0 0,-1-1 0 0 0,0 1 0 0 0,0 0 1 0 0,0-1-1 0 0,0 1 0 0 0,0 0 0 0 0,0 0 1 0 0,1 0-1 0 0,-1 0 0 0 0,0 0 0 0 0,0 0 0 0 0,0 0 1 0 0,-1 0-1 0 0,-36 4 2588 0 0,33-4-2425 0 0,-12 4 371 0 0,0 0 0 0 0,-1 0 0 0 0,1 2 0 0 0,1 0 0 0 0,-1 1 0 0 0,1 1 1 0 0,0 0-1 0 0,-21 16 0 0 0,20-12-269 0 0,0 2 1 0 0,1-1-1 0 0,0 2 1 0 0,1 0-1 0 0,1 1 1 0 0,-22 30-1 0 0,34-42-313 0 0,0 0-1 0 0,0-1 1 0 0,0 1-1 0 0,0 0 1 0 0,0 0-1 0 0,1 0 0 0 0,0 0 1 0 0,0 1-1 0 0,0-1 1 0 0,0 0-1 0 0,1 0 1 0 0,-1 1-1 0 0,1-1 1 0 0,0 0-1 0 0,0 1 1 0 0,1-1-1 0 0,0 0 0 0 0,1 8 1 0 0,-1-9-109 0 0,1 0-1 0 0,-1 0 1 0 0,1 0 0 0 0,-1-1 0 0 0,1 1-1 0 0,0 0 1 0 0,0-1 0 0 0,0 1 0 0 0,0-1-1 0 0,1 0 1 0 0,-1 1 0 0 0,1-1 0 0 0,-1 0-1 0 0,1-1 1 0 0,0 1 0 0 0,0 0 0 0 0,0-1-1 0 0,0 0 1 0 0,0 1 0 0 0,0-1 0 0 0,0 0-1 0 0,0-1 1 0 0,0 1 0 0 0,0-1 0 0 0,4 1-1 0 0,34-1-2771 0 0,-19-4-1526 0 0</inkml:trace>
</inkml:ink>
</file>

<file path=ppt/ink/ink1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1.578"/>
    </inkml:context>
    <inkml:brush xml:id="br0">
      <inkml:brushProperty name="width" value="0.1" units="cm"/>
      <inkml:brushProperty name="height" value="0.1" units="cm"/>
      <inkml:brushProperty name="color" value="#FF0066"/>
    </inkml:brush>
  </inkml:definitions>
  <inkml:trace contextRef="#ctx0" brushRef="#br0">12 256 5985 0 0,'-1'0'82'0'0,"0"1"0"0"0,0-1-1 0 0,0 1 1 0 0,1 0 0 0 0,-1-1 0 0 0,0 1-1 0 0,1 0 1 0 0,-1-1 0 0 0,1 1-1 0 0,-1 0 1 0 0,1 0 0 0 0,-1-1 0 0 0,1 1-1 0 0,-1 0 1 0 0,1 0 0 0 0,0 0-1 0 0,-1 0 1 0 0,1 0 0 0 0,0-1-1 0 0,0 1 1 0 0,0 0 0 0 0,-1 0 0 0 0,1 0-1 0 0,0 0 1 0 0,0 0 0 0 0,0 0-1 0 0,1 0 1 0 0,-1 0 0 0 0,0 0 0 0 0,1 1-1 0 0,0-2 62 0 0,0 1-1 0 0,0 0 1 0 0,0-1-1 0 0,0 0 1 0 0,1 1-1 0 0,-1-1 1 0 0,0 0-1 0 0,0 1 1 0 0,1-1-1 0 0,-1 0 1 0 0,0 0-1 0 0,1 0 1 0 0,-1 0-1 0 0,0 0 1 0 0,0-1-1 0 0,1 1 1 0 0,-1 0-1 0 0,0 0 1 0 0,0-1 0 0 0,1 1-1 0 0,-1-1 1 0 0,0 1-1 0 0,1-2 1 0 0,9-3 103 0 0,0-1 1 0 0,-1 0-1 0 0,0 0 1 0 0,0-1-1 0 0,0-1 1 0 0,-1 1 0 0 0,-1-2-1 0 0,1 1 1 0 0,-1-1-1 0 0,0 0 1 0 0,10-18 0 0 0,-10 15-43 0 0,-1-1 0 0 0,0 0 1 0 0,0 0-1 0 0,-1-1 0 0 0,-1 1 1 0 0,-1-1-1 0 0,0-1 0 0 0,0 1 1 0 0,1-18-1 0 0,-5 11 659 0 0,-4 35 113 0 0,2 0-728 0 0,-1 3-209 0 0,0 0 0 0 0,1-1 0 0 0,1 1 0 0 0,1 0 0 0 0,2 22 0 0 0,-1-35-201 0 0,0 0 1 0 0,0 0 0 0 0,0 0 0 0 0,0 0 0 0 0,0-1-1 0 0,1 1 1 0 0,0 0 0 0 0,0-1 0 0 0,0 1-1 0 0,0-1 1 0 0,0 1 0 0 0,1-1 0 0 0,0 0-1 0 0,-1 0 1 0 0,1 0 0 0 0,0 0 0 0 0,1-1-1 0 0,-1 1 1 0 0,0-1 0 0 0,1 0 0 0 0,-1 0 0 0 0,1 0-1 0 0,0 0 1 0 0,-1-1 0 0 0,1 1 0 0 0,0-1-1 0 0,7 1 1 0 0,-4 0-234 0 0,0-1 0 0 0,0-1 0 0 0,0 1 0 0 0,1-1 0 0 0,-1 0 1 0 0,12-2-1 0 0,2-2-426 0 0</inkml:trace>
</inkml:ink>
</file>

<file path=ppt/ink/ink1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1.720"/>
    </inkml:context>
    <inkml:brush xml:id="br0">
      <inkml:brushProperty name="width" value="0.1" units="cm"/>
      <inkml:brushProperty name="height" value="0.1" units="cm"/>
      <inkml:brushProperty name="color" value="#FF0066"/>
    </inkml:brush>
  </inkml:definitions>
  <inkml:trace contextRef="#ctx0" brushRef="#br0">0 61 3625 0 0,'13'-15'211'0'0,"14"-16"60"0"0,-9 17 4057 0 0,-17 14-4195 0 0,-1 0 0 0 0,6 3 2394 0 0,-6-2-2394 0 0,0-1 0 0 0,1 0 0 0 0,-1 1 0 0 0,0-1 0 0 0,0 0 0 0 0,0 1 0 0 0,0-1 0 0 0,0 0 0 0 0,0 1 0 0 0,0-1 0 0 0,1 0 0 0 0,-1 1 0 0 0,0-1 0 0 0,0 0 0 0 0,0 1 0 0 0,-1-1 0 0 0,1 1 0 0 0,0-1 0 0 0,0 0 0 0 0,0 1 0 0 0,0-1 0 0 0,0 24 1740 0 0,0-21-1496 0 0,0 29 796 0 0,6 51 0 0 0,-4-70-2671 0 0,1 1 0 0 0,1-1-1 0 0,8 21 1 0 0</inkml:trace>
</inkml:ink>
</file>

<file path=ppt/ink/ink1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1.911"/>
    </inkml:context>
    <inkml:brush xml:id="br0">
      <inkml:brushProperty name="width" value="0.1" units="cm"/>
      <inkml:brushProperty name="height" value="0.1" units="cm"/>
      <inkml:brushProperty name="color" value="#FF0066"/>
    </inkml:brush>
  </inkml:definitions>
  <inkml:trace contextRef="#ctx0" brushRef="#br0">13 2 11058 0 0,'-1'0'30'0'0,"1"0"-1"0"0,0 0 0 0 0,0 0 0 0 0,-1-1 0 0 0,1 1 0 0 0,0 0 0 0 0,0 0 1 0 0,-1 0-1 0 0,1 0 0 0 0,0 0 0 0 0,-1 0 0 0 0,1 0 0 0 0,0-1 1 0 0,-1 1-1 0 0,1 0 0 0 0,0 0 0 0 0,-1 0 0 0 0,1 0 0 0 0,0 0 1 0 0,-1 0-1 0 0,1 1 0 0 0,0-1 0 0 0,0 0 0 0 0,-1 0 0 0 0,1 0 1 0 0,0 0-1 0 0,-1 0 0 0 0,1 0 0 0 0,0 0 0 0 0,0 1 0 0 0,-1-1 0 0 0,1 0 1 0 0,0 0-1 0 0,0 0 0 0 0,-1 1 0 0 0,1-1 0 0 0,0 0 0 0 0,0 0 1 0 0,0 1-1 0 0,-1-1 0 0 0,1 0 0 0 0,0 0 0 0 0,0 1 0 0 0,0-1 1 0 0,0 0-1 0 0,0 1 0 0 0,-1-1 0 0 0,1 0 0 0 0,0 1 0 0 0,0-1 1 0 0,0 0-1 0 0,0 1 0 0 0,0-1 0 0 0,0 0 0 0 0,0 0 0 0 0,0 1 0 0 0,1-1 1 0 0,10 30 438 0 0,28 30-4197 0 0,-17-38 2251 0 0,-10-12 1437 0 0</inkml:trace>
</inkml:ink>
</file>

<file path=ppt/ink/ink1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2.148"/>
    </inkml:context>
    <inkml:brush xml:id="br0">
      <inkml:brushProperty name="width" value="0.1" units="cm"/>
      <inkml:brushProperty name="height" value="0.1" units="cm"/>
      <inkml:brushProperty name="color" value="#FF0066"/>
    </inkml:brush>
  </inkml:definitions>
  <inkml:trace contextRef="#ctx0" brushRef="#br0">1 1 4145 0 0,'8'23'792'0'0,"1"38"1502"0"0,-5-29-938 0 0,1 0 0 0 0,18 59 0 0 0,-21-83-1227 0 0,1-1 1 0 0,0 1-1 0 0,1-1 1 0 0,-1 0-1 0 0,1 0 0 0 0,1 0 1 0 0,0-1-1 0 0,0 1 1 0 0,0-1-1 0 0,0 0 0 0 0,1 0 1 0 0,0-1-1 0 0,0 0 1 0 0,1 0-1 0 0,-1 0 0 0 0,13 6 1 0 0,-17-10-100 0 0,1 0 1 0 0,-1 0-1 0 0,0 0 1 0 0,0 0-1 0 0,0-1 1 0 0,1 1-1 0 0,-1-1 1 0 0,0 1-1 0 0,1-1 1 0 0,-1 0-1 0 0,0 1 1 0 0,1-1-1 0 0,-1-1 0 0 0,0 1 1 0 0,1 0-1 0 0,-1 0 1 0 0,0-1-1 0 0,1 0 1 0 0,-1 1-1 0 0,0-1 1 0 0,0 0-1 0 0,0 0 1 0 0,1 0-1 0 0,-1 0 1 0 0,0 0-1 0 0,0-1 1 0 0,-1 1-1 0 0,1-1 1 0 0,0 1-1 0 0,0-1 0 0 0,-1 0 1 0 0,1 0-1 0 0,-1 1 1 0 0,1-1-1 0 0,-1 0 1 0 0,0 0-1 0 0,0 0 1 0 0,0-1-1 0 0,1-2 1 0 0,4-10-56 0 0,-1 0 1 0 0,-1 0 0 0 0,0-1-1 0 0,2-27 1 0 0,-3 23-188 0 0,1-1 92 0 0,0 0 0 0 0,2 0 0 0 0,11-29 0 0 0,-8 32 187 0 0</inkml:trace>
</inkml:ink>
</file>

<file path=ppt/ink/ink1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2.385"/>
    </inkml:context>
    <inkml:brush xml:id="br0">
      <inkml:brushProperty name="width" value="0.1" units="cm"/>
      <inkml:brushProperty name="height" value="0.1" units="cm"/>
      <inkml:brushProperty name="color" value="#FF0066"/>
    </inkml:brush>
  </inkml:definitions>
  <inkml:trace contextRef="#ctx0" brushRef="#br0">1 109 1840 0 0,'0'9'621'0'0,"1"-1"-1"0"0,0 1 0 0 0,0 0 0 0 0,4 12 0 0 0,-4-18-313 0 0,0-1-1 0 0,0 1 1 0 0,1-1-1 0 0,-1 1 1 0 0,0-1 0 0 0,1 1-1 0 0,-1-1 1 0 0,4 4-1 0 0,-5-6-264 0 0,1 1 0 0 0,0 0-1 0 0,0-1 1 0 0,0 1-1 0 0,-1-1 1 0 0,1 1-1 0 0,0-1 1 0 0,0 1-1 0 0,0-1 1 0 0,0 1 0 0 0,0-1-1 0 0,0 0 1 0 0,0 0-1 0 0,0 1 1 0 0,0-1-1 0 0,0 0 1 0 0,0 0-1 0 0,0 0 1 0 0,0 0 0 0 0,0 0-1 0 0,0 0 1 0 0,0-1-1 0 0,1 1 1 0 0,2-2 164 0 0,-1 1 1 0 0,1-1-1 0 0,-1 0 0 0 0,0-1 1 0 0,1 1-1 0 0,-1 0 0 0 0,0-1 1 0 0,-1 0-1 0 0,1 0 0 0 0,0 1 1 0 0,-1-2-1 0 0,4-4 0 0 0,24-43 1922 0 0,-28 48-1985 0 0,0 0-43 0 0,3-5-42 0 0,-1 0 0 0 0,0 0 0 0 0,0-1-1 0 0,-1 1 1 0 0,0-1 0 0 0,0 0 0 0 0,-1 0-1 0 0,2-14 1 0 0,-4 23-133 0 0,0-1 0 0 0,0 1 0 0 0,0-1 0 0 0,0 1 0 0 0,0 0 0 0 0,0-1 0 0 0,0 1 0 0 0,0-1 0 0 0,0 1 0 0 0,0-1 0 0 0,0 1 0 0 0,0 0 0 0 0,-1-1 0 0 0,1 1 0 0 0,0-1 0 0 0,0 1 0 0 0,0 0 0 0 0,-1-1 0 0 0,1 1 0 0 0,0 0 0 0 0,-1-1 0 0 0,1 1 0 0 0,0 0 0 0 0,-1 0 0 0 0,1-1 0 0 0,0 1 0 0 0,-1 0 0 0 0,1 0 0 0 0,0-1 1 0 0,-1 1-1 0 0,1 0 0 0 0,-1 0 0 0 0,1 0-4 0 0,-1 0 0 0 0,1 0 1 0 0,0 0-1 0 0,0 0 0 0 0,-1 0 1 0 0,1 0-1 0 0,0 1 0 0 0,0-1 1 0 0,-1 0-1 0 0,1 0 0 0 0,0 0 1 0 0,0 0-1 0 0,0 0 1 0 0,-1 1-1 0 0,1-1 0 0 0,0 0 1 0 0,0 0-1 0 0,0 0 0 0 0,0 1 1 0 0,-1-1-1 0 0,1 0 0 0 0,0 0 1 0 0,0 1-1 0 0,0-1 0 0 0,0 0 1 0 0,0 0-1 0 0,0 1 1 0 0,0-1-1 0 0,0 0 0 0 0,0 0 1 0 0,0 1-1 0 0,0-1 0 0 0,0 0 1 0 0,0 1-1 0 0,0-1 0 0 0,0 0 1 0 0,0 0-1 0 0,0 1 1 0 0,0-1-1 0 0,0 0 0 0 0,0 0 1 0 0,0 1-1 0 0,0-1 0 0 0,0 0 1 0 0,1 0-1 0 0,-1 1 0 0 0,0-1 1 0 0</inkml:trace>
</inkml:ink>
</file>

<file path=ppt/ink/ink1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2.938"/>
    </inkml:context>
    <inkml:brush xml:id="br0">
      <inkml:brushProperty name="width" value="0.1" units="cm"/>
      <inkml:brushProperty name="height" value="0.1" units="cm"/>
      <inkml:brushProperty name="color" value="#FF0066"/>
    </inkml:brush>
  </inkml:definitions>
  <inkml:trace contextRef="#ctx0" brushRef="#br0">1 1 10594 0 0,'-1'2'173'0'0,"1"1"0"0"0,0-1 0 0 0,0 0-1 0 0,0 1 1 0 0,0-1 0 0 0,1 1-1 0 0,-1-1 1 0 0,1 1 0 0 0,-1-1 0 0 0,1 1-1 0 0,0-1 1 0 0,0 0 0 0 0,0 0 0 0 0,0 1-1 0 0,0-1 1 0 0,3 3 0 0 0,3 11 279 0 0,20 53 1470 0 0,47 140 2127 0 0,-62-167-3554 0 0,-1 1-1 0 0,-3 1 0 0 0,3 46 0 0 0,-7-50-625 0 0,-3 0 1 0 0,-1 0-1 0 0,-2-1 0 0 0,-2 1 0 0 0,-1 0 0 0 0,-2-1 0 0 0,-2 0 0 0 0,-2-1 0 0 0,-1 0 0 0 0,-2 0 0 0 0,-24 44 0 0 0,12-36 111 0 0</inkml:trace>
</inkml:ink>
</file>

<file path=ppt/ink/ink1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5.369"/>
    </inkml:context>
    <inkml:brush xml:id="br0">
      <inkml:brushProperty name="width" value="0.1" units="cm"/>
      <inkml:brushProperty name="height" value="0.1" units="cm"/>
      <inkml:brushProperty name="color" value="#FF0066"/>
    </inkml:brush>
  </inkml:definitions>
  <inkml:trace contextRef="#ctx0" brushRef="#br0">123 88 8290 0 0,'-9'-29'2362'0'0,"8"23"-1796"0"0,0 0 0 0 0,-1 1 0 0 0,0-1 0 0 0,0 0 0 0 0,-1 1 0 0 0,1-1 0 0 0,-1 1 0 0 0,-6-8 0 0 0,0 62 1707 0 0,-20 141-1456 0 0,6-49-677 0 0,-5 154 0 0 0,52 430-14 0 0,52-4-126 0 0,-75-716-1 0 0,81 956 603 0 0,-83-865-501 0 0,0-8-1799 0 0,8-31-2426 0 0,-7-53 3918 0 0,1-1 0 0 0,0 1 0 0 0,0 0 0 0 0,0 0 0 0 0,1-1 1 0 0,-1 1-1 0 0,1-1 0 0 0,0 1 0 0 0,0-1 0 0 0,5 6 0 0 0</inkml:trace>
</inkml:ink>
</file>

<file path=ppt/ink/ink1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5.951"/>
    </inkml:context>
    <inkml:brush xml:id="br0">
      <inkml:brushProperty name="width" value="0.1" units="cm"/>
      <inkml:brushProperty name="height" value="0.1" units="cm"/>
      <inkml:brushProperty name="color" value="#FF0066"/>
    </inkml:brush>
  </inkml:definitions>
  <inkml:trace contextRef="#ctx0" brushRef="#br0">0 312 4145 0 0,'22'-2'944'0'0,"34"-9"6"0"0,-1-2 0 0 0,63-25 0 0 0,3-1 241 0 0,419-92 177 0 0,-359 98-820 0 0,187-8 0 0 0,372 37-241 0 0,-2 60-16 0 0,-469-22-771 0 0,-249-32 194 0 0</inkml:trace>
</inkml:ink>
</file>

<file path=ppt/ink/ink1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6.904"/>
    </inkml:context>
    <inkml:brush xml:id="br0">
      <inkml:brushProperty name="width" value="0.1" units="cm"/>
      <inkml:brushProperty name="height" value="0.1" units="cm"/>
      <inkml:brushProperty name="color" value="#FF0066"/>
    </inkml:brush>
  </inkml:definitions>
  <inkml:trace contextRef="#ctx0" brushRef="#br0">2833 1 7370 0 0,'21'37'3170'0'0,"-5"-11"-2655"0"0,0 0 1 0 0,-2 2-1 0 0,-1-1 1 0 0,-1 2-1 0 0,-1-1 1 0 0,-1 2-1 0 0,-2-1 1 0 0,5 35-1 0 0,18 86 1684 0 0,24 139-1045 0 0,-22 197-1026 0 0,-12-99-85 0 0,16 20 317 0 0,24 236 477 0 0,-46-473-374 0 0,-10 206 1 0 0,-39 170 635 0 0,26-334-813 0 0,10-175-229 0 0,1 0-1 0 0,1 0 0 0 0,17 61 0 0 0,-21-96-59 0 0,1 1-1 0 0,0-1 1 0 0,1 1 0 0 0,-1-1 0 0 0,0 0 0 0 0,1 1 0 0 0,-1-1 0 0 0,1 0-1 0 0,0 0 1 0 0,-1 0 0 0 0,1 0 0 0 0,0 0 0 0 0,0-1 0 0 0,1 1 0 0 0,-1 0-1 0 0,0-1 1 0 0,0 0 0 0 0,1 1 0 0 0,-1-1 0 0 0,1 0 0 0 0,4 1-1 0 0,2 0-13 0 0,1 0 0 0 0,-1 0 0 0 0,1-1 0 0 0,17-1 0 0 0,-26 0-26 0 0,-1-1 22 0 0,0 1-10 0 0,-18-7 154 0 0,6 4-111 0 0,0 1-1 0 0,0 0 1 0 0,0 1-1 0 0,0 1 1 0 0,0 0-1 0 0,-19 2 1 0 0,-9 0 2 0 0,-320 8-472 0 0,-40 1-140 0 0,-712 9 279 0 0,993-10 845 0 0,-138 29 0 0 0,-113 46-87 0 0,361-83-436 0 0,-204 48 169 0 0,163-41-145 0 0,0-3 1 0 0,-67 2-1 0 0,106-8-97 0 0,-1-1-1 0 0,0 0 1 0 0,-19-4 0 0 0,27 4-227 0 0,1 0 0 0 0,-1 0 0 0 0,0-1 0 0 0,1 1 0 0 0,-1-1 0 0 0,1 0 0 0 0,0 0 0 0 0,0 0 0 0 0,-4-3 0 0 0</inkml:trace>
</inkml:ink>
</file>

<file path=ppt/ink/ink1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7.695"/>
    </inkml:context>
    <inkml:brush xml:id="br0">
      <inkml:brushProperty name="width" value="0.1" units="cm"/>
      <inkml:brushProperty name="height" value="0.1" units="cm"/>
      <inkml:brushProperty name="color" value="#FF0066"/>
    </inkml:brush>
  </inkml:definitions>
  <inkml:trace contextRef="#ctx0" brushRef="#br0">152 11 6913 0 0,'0'-10'7407'0'0,"3"27"-5896"0"0,-7 50-98 0 0,-21 105 0 0 0,-28 62-653 0 0,30-142-557 0 0,10-42-188 0 0,3-12-175 0 0,1 0 0 0 0,2 0 0 0 0,-3 60 0 0 0,10-96-53 0 0,0 0 0 0 0,0-1 1 0 0,0 1-1 0 0,0 0 1 0 0,0-1-1 0 0,1 1 0 0 0,-1 0 1 0 0,0 0-1 0 0,1-1 1 0 0,-1 1-1 0 0,1 0 0 0 0,0-1 1 0 0,0 1-1 0 0,-1-1 0 0 0,3 2 1 0 0,15-18-7137 0 0,-14 6 6096 0 0,-1 0-1 0 0,1 0 1 0 0,2-18-1 0 0,-1 5 1089 0 0</inkml:trace>
</inkml:ink>
</file>

<file path=ppt/ink/ink1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7.919"/>
    </inkml:context>
    <inkml:brush xml:id="br0">
      <inkml:brushProperty name="width" value="0.1" units="cm"/>
      <inkml:brushProperty name="height" value="0.1" units="cm"/>
      <inkml:brushProperty name="color" value="#FF0066"/>
    </inkml:brush>
  </inkml:definitions>
  <inkml:trace contextRef="#ctx0" brushRef="#br0">0 0 3681 0 0,'0'0'284'0'0,"18"14"3310"0"0,6 11-1833 0 0,-2 1-1 0 0,-1 2 1 0 0,18 29 0 0 0,48 94 208 0 0,-36-57-816 0 0,106 151-1901 0 0,-151-236 577 0 0,9 16-897 0 0,-2-3-250 0 0</inkml:trace>
</inkml:ink>
</file>

<file path=ppt/ink/ink1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8.172"/>
    </inkml:context>
    <inkml:brush xml:id="br0">
      <inkml:brushProperty name="width" value="0.1" units="cm"/>
      <inkml:brushProperty name="height" value="0.1" units="cm"/>
      <inkml:brushProperty name="color" value="#FF0066"/>
    </inkml:brush>
  </inkml:definitions>
  <inkml:trace contextRef="#ctx0" brushRef="#br0">10 202 9218 0 0,'0'0'63'0'0,"0"0"1"0"0,-1 0-1 0 0,1 0 0 0 0,-1 0 0 0 0,1 0 1 0 0,0 0-1 0 0,-1 0 0 0 0,1 0 0 0 0,-1 0 1 0 0,1-1-1 0 0,0 1 0 0 0,-1 0 0 0 0,1 0 1 0 0,0 0-1 0 0,-1 0 0 0 0,1-1 1 0 0,0 1-1 0 0,-1 0 0 0 0,1 0 0 0 0,0-1 1 0 0,-1 1-1 0 0,1 0 0 0 0,0 0 0 0 0,0-1 1 0 0,-1 1-1 0 0,1 0 0 0 0,0-1 0 0 0,0 1 1 0 0,0-1-1 0 0,0 1 0 0 0,-1-1 1 0 0,9-13 2005 0 0,-6 11-1957 0 0,4-5 180 0 0,1 0 0 0 0,0 0-1 0 0,0 1 1 0 0,1 0 0 0 0,0 0 0 0 0,15-8-1 0 0,57-31-226 0 0,-55 35-891 0 0,0 0 1 0 0,45-12-1 0 0,-35 15-1376 0 0,-1 1-1 0 0,1 2 1 0 0,53-1 0 0 0,-57 6 2030 0 0</inkml:trace>
</inkml:ink>
</file>

<file path=ppt/ink/ink1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8.516"/>
    </inkml:context>
    <inkml:brush xml:id="br0">
      <inkml:brushProperty name="width" value="0.1" units="cm"/>
      <inkml:brushProperty name="height" value="0.1" units="cm"/>
      <inkml:brushProperty name="color" value="#FF0066"/>
    </inkml:brush>
  </inkml:definitions>
  <inkml:trace contextRef="#ctx0" brushRef="#br0">0 195 4145 0 0,'4'-4'346'0'0,"-1"1"0"0"0,1 0-1 0 0,0 0 1 0 0,0 1 0 0 0,0-1 0 0 0,0 1 0 0 0,1 0-1 0 0,-1 0 1 0 0,1 0 0 0 0,-1 0 0 0 0,1 1 0 0 0,-1 0-1 0 0,1 0 1 0 0,0 0 0 0 0,0 1 0 0 0,0-1 0 0 0,-1 1 0 0 0,1 0-1 0 0,0 1 1 0 0,0-1 0 0 0,0 1 0 0 0,-1 0 0 0 0,1 0-1 0 0,5 2 1 0 0,0 0-57 0 0,-1 1 0 0 0,0 0 0 0 0,0 1 0 0 0,-1 0 0 0 0,1 0 0 0 0,-1 1 0 0 0,0 0 0 0 0,0 1 0 0 0,-1 0 0 0 0,11 12 0 0 0,-12-12-237 0 0,1 0 21 0 0,-1 0 0 0 0,0 0 0 0 0,0 1 0 0 0,-1 0-1 0 0,0 1 1 0 0,0-1 0 0 0,-1 1 0 0 0,6 16 0 0 0,-10-24-39 0 0,0-1 1 0 0,0 0-1 0 0,0 0 0 0 0,0 0 0 0 0,0 0 1 0 0,0 1-1 0 0,0-1 0 0 0,0 0 1 0 0,0 0-1 0 0,0 0 0 0 0,0 1 1 0 0,0-1-1 0 0,0 0 0 0 0,0 0 0 0 0,0 0 1 0 0,0 1-1 0 0,0-1 0 0 0,0 0 1 0 0,0 0-1 0 0,0 0 0 0 0,0 0 1 0 0,0 1-1 0 0,0-1 0 0 0,-1 0 0 0 0,1 0 1 0 0,0 0-1 0 0,0 0 0 0 0,0 0 1 0 0,0 1-1 0 0,0-1 0 0 0,-1 0 1 0 0,1 0-1 0 0,0 0 0 0 0,0 0 1 0 0,0 0-1 0 0,0 0 0 0 0,-1 0 0 0 0,1 0 1 0 0,0 0-1 0 0,0 0 0 0 0,-1 0 1 0 0,-9-2 1183 0 0,-10-10 65 0 0,16 7-1217 0 0,-1-1 0 0 0,1 0 0 0 0,0 1 0 0 0,1-2 0 0 0,-1 1 0 0 0,1 0 0 0 0,1 0-1 0 0,-1-1 1 0 0,1 0 0 0 0,0 1 0 0 0,0-1 0 0 0,1 0 0 0 0,0 0 0 0 0,0 0 0 0 0,1 0 0 0 0,0 0 0 0 0,0 0 0 0 0,1 0 0 0 0,-1 0 0 0 0,2 0-1 0 0,1-7 1 0 0,1-4-888 0 0,1 0 0 0 0,1 0 0 0 0,1 1 0 0 0,1 0-1 0 0,0 0 1 0 0,18-27 0 0 0,-7 18-5306 0 0</inkml:trace>
</inkml:ink>
</file>

<file path=ppt/ink/ink1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4:59.025"/>
    </inkml:context>
    <inkml:brush xml:id="br0">
      <inkml:brushProperty name="width" value="0.1" units="cm"/>
      <inkml:brushProperty name="height" value="0.1" units="cm"/>
      <inkml:brushProperty name="color" value="#FF0066"/>
    </inkml:brush>
  </inkml:definitions>
  <inkml:trace contextRef="#ctx0" brushRef="#br0">254 499 3225 0 0,'-5'-4'449'0'0,"-1"0"0"0"0,-1 0 1 0 0,1 0-1 0 0,0 1 0 0 0,-1 0 1 0 0,1 0-1 0 0,-1 1 0 0 0,0 0 1 0 0,0 0-1 0 0,0 0 0 0 0,0 1 1 0 0,-1 0-1 0 0,1 0 0 0 0,0 1 1 0 0,0 0-1 0 0,-14 2 0 0 0,15-2-222 0 0,0 0 0 0 0,0 1 0 0 0,0 0 1 0 0,1 0-1 0 0,-1 1 0 0 0,0 0 0 0 0,0 0 0 0 0,1 0 0 0 0,0 0 0 0 0,-1 1 0 0 0,1 0 0 0 0,0 0 0 0 0,0 0 0 0 0,0 1 0 0 0,1 0 0 0 0,-1 0 0 0 0,1 0 0 0 0,0 0 0 0 0,0 1 0 0 0,1-1 0 0 0,-4 7 0 0 0,5-8-238 0 0,0 1-1 0 0,1-1 1 0 0,-1 1-1 0 0,1-1 1 0 0,0 1-1 0 0,0 0 1 0 0,1-1-1 0 0,-1 1 1 0 0,1 0 0 0 0,0 0-1 0 0,0 0 1 0 0,0-1-1 0 0,0 1 1 0 0,1 0-1 0 0,-1 0 1 0 0,1 0-1 0 0,0-1 1 0 0,0 1 0 0 0,0-1-1 0 0,1 1 1 0 0,-1-1-1 0 0,1 1 1 0 0,0-1-1 0 0,0 0 1 0 0,0 1-1 0 0,1-1 1 0 0,-1-1-1 0 0,1 1 1 0 0,-1 0 0 0 0,1 0-1 0 0,0-1 1 0 0,0 0-1 0 0,0 1 1 0 0,0-1-1 0 0,1 0 1 0 0,-1-1-1 0 0,1 1 1 0 0,-1-1 0 0 0,1 1-1 0 0,-1-1 1 0 0,1 0-1 0 0,0 0 1 0 0,-1-1-1 0 0,1 1 1 0 0,0-1-1 0 0,0 0 1 0 0,0 0 0 0 0,-1 0-1 0 0,1 0 1 0 0,0 0-1 0 0,0-1 1 0 0,4-1-1 0 0,3-1-163 0 0,0 0 0 0 0,0-1 0 0 0,-1-1 0 0 0,1 1 0 0 0,-1-2 0 0 0,0 1 0 0 0,0-2 0 0 0,-1 1 0 0 0,0-1 0 0 0,0 0 0 0 0,-1-1 0 0 0,1 0 1 0 0,-2-1-1 0 0,1 1 0 0 0,-1-2 0 0 0,0 1 0 0 0,6-13 0 0 0,-8 12 264 0 0,0 0 0 0 0,-1 0 0 0 0,0-1 0 0 0,-1 1 0 0 0,0-1 0 0 0,0 0 0 0 0,-1 0 0 0 0,-1 0 1 0 0,0-1-1 0 0,0 1 0 0 0,-2-13 0 0 0,-2-9 572 0 0,-2 1 0 0 0,-1-1 0 0 0,-2 1 0 0 0,-1 0 0 0 0,-1 1-1 0 0,-2 0 1 0 0,-1 0 0 0 0,-2 1 0 0 0,-35-53 0 0 0,36 68 260 0 0,14 27-171 0 0,16 30-332 0 0,17 32-343 0 0,88 228 426 0 0,-62-103-3597 0 0,-48-159-3946 0 0</inkml:trace>
</inkml:ink>
</file>

<file path=ppt/ink/ink1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35.907"/>
    </inkml:context>
    <inkml:brush xml:id="br0">
      <inkml:brushProperty name="width" value="0.1" units="cm"/>
      <inkml:brushProperty name="height" value="0.1" units="cm"/>
      <inkml:brushProperty name="color" value="#FF0066"/>
    </inkml:brush>
  </inkml:definitions>
  <inkml:trace contextRef="#ctx0" brushRef="#br0">90 99 5529 0 0,'-5'-38'649'0'0,"2"-22"8215"0"0,1 68-5649 0 0,-9 38-1572 0 0,1 19-1546 0 0,-15 96 455 0 0,-7 217 0 0 0,31-311-731 0 0,4 165-2292 0 0,0-204 1968 0 0,0 0 1 0 0,2 0-1 0 0,1-1 1 0 0,1 1 0 0 0,2-2-1 0 0,11 29 1 0 0,-9-34-5030 0 0</inkml:trace>
</inkml:ink>
</file>

<file path=ppt/ink/ink1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36.194"/>
    </inkml:context>
    <inkml:brush xml:id="br0">
      <inkml:brushProperty name="width" value="0.1" units="cm"/>
      <inkml:brushProperty name="height" value="0.1" units="cm"/>
      <inkml:brushProperty name="color" value="#FF0066"/>
    </inkml:brush>
  </inkml:definitions>
  <inkml:trace contextRef="#ctx0" brushRef="#br0">17 98 7370 0 0,'-1'1'87'0'0,"0"-1"1"0"0,0 0-1 0 0,0 1 1 0 0,0-1-1 0 0,0 1 0 0 0,0-1 1 0 0,1 1-1 0 0,-1-1 1 0 0,0 1-1 0 0,0 0 1 0 0,1-1-1 0 0,-1 1 1 0 0,0 0-1 0 0,1 0 1 0 0,-1-1-1 0 0,1 1 1 0 0,-1 0-1 0 0,1 0 1 0 0,-1 0-1 0 0,1 0 1 0 0,0 0-1 0 0,-1-1 1 0 0,1 1-1 0 0,0 0 1 0 0,0 0-1 0 0,0 0 1 0 0,-1 0-1 0 0,1 0 1 0 0,0 0-1 0 0,0 0 1 0 0,0 0-1 0 0,1 0 1 0 0,-1 0-1 0 0,0 0 1 0 0,0 0-1 0 0,0 0 1 0 0,1 0-1 0 0,-1 0 1 0 0,1 0-1 0 0,-1-1 1 0 0,0 1-1 0 0,1 0 0 0 0,0 0 1 0 0,0 0-1 0 0,1 3 57 0 0,-1 0 1 0 0,2-1-1 0 0,-1 1 0 0 0,0-1 0 0 0,1 0 0 0 0,-1 0 0 0 0,1 0 0 0 0,0 0 0 0 0,0-1 0 0 0,6 5 0 0 0,14 5 709 0 0,0-2 1 0 0,1-1-1 0 0,46 11 0 0 0,76 9 1792 0 0,-130-26-2408 0 0,0-1 0 0 0,1 0 0 0 0,-1-1-1 0 0,1-1 1 0 0,-1-1 0 0 0,18-2 0 0 0,-28 2-187 0 0,-1 0 1 0 0,0-1 0 0 0,0 1 0 0 0,0-1 0 0 0,0 0 0 0 0,0-1 0 0 0,-1 1 0 0 0,1-1-1 0 0,0 0 1 0 0,-1 0 0 0 0,0 0 0 0 0,0-1 0 0 0,0 1 0 0 0,0-1 0 0 0,-1 0 0 0 0,1 0-1 0 0,-1 0 1 0 0,0-1 0 0 0,0 1 0 0 0,-1-1 0 0 0,1 0 0 0 0,2-8 0 0 0,0-1-47 0 0,-1 0-1 0 0,0 0 1 0 0,-1 0 0 0 0,2-23 0 0 0,-7-26-3003 0 0,-1 43-3859 0 0</inkml:trace>
</inkml:ink>
</file>

<file path=ppt/ink/ink1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37.336"/>
    </inkml:context>
    <inkml:brush xml:id="br0">
      <inkml:brushProperty name="width" value="0.1" units="cm"/>
      <inkml:brushProperty name="height" value="0.1" units="cm"/>
      <inkml:brushProperty name="color" value="#FF0066"/>
    </inkml:brush>
  </inkml:definitions>
  <inkml:trace contextRef="#ctx0" brushRef="#br0">40 31 6913 0 0,'-5'-9'5090'0'0,"-2"-12"3537"0"0,7 21-8531 0 0,0 0 1 0 0,0 0-1 0 0,0 0 0 0 0,0 1 1 0 0,0-1-1 0 0,0 0 0 0 0,0 0 1 0 0,0 1-1 0 0,0-1 0 0 0,0 0 1 0 0,0 1-1 0 0,-9 37 140 0 0,2 0 1 0 0,-3 74-1 0 0,9 84-3371 0 0,2-152-3886 0 0</inkml:trace>
</inkml:ink>
</file>

<file path=ppt/ink/ink1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38.491"/>
    </inkml:context>
    <inkml:brush xml:id="br0">
      <inkml:brushProperty name="width" value="0.1" units="cm"/>
      <inkml:brushProperty name="height" value="0.1" units="cm"/>
      <inkml:brushProperty name="color" value="#FF0066"/>
    </inkml:brush>
  </inkml:definitions>
  <inkml:trace contextRef="#ctx0" brushRef="#br0">212 1 5065 0 0,'-6'2'342'0'0,"1"0"-1"0"0,0 0 1 0 0,0 1 0 0 0,0 0-1 0 0,0 0 1 0 0,0 0-1 0 0,0 1 1 0 0,1 0 0 0 0,0-1-1 0 0,-5 6 1 0 0,3-3 128 0 0,-16 13 159 0 0,2 0 0 0 0,0 1 0 0 0,1 2 0 0 0,2 0 0 0 0,-24 37 0 0 0,40-58-624 0 0,0 0 0 0 0,0 1-1 0 0,0-1 1 0 0,1 1 0 0 0,-1-1 0 0 0,0 1 0 0 0,1-1 0 0 0,-1 1-1 0 0,1 0 1 0 0,-1-1 0 0 0,1 1 0 0 0,0 0 0 0 0,0-1 0 0 0,0 1 0 0 0,0 0-1 0 0,0 0 1 0 0,0-1 0 0 0,0 1 0 0 0,1 0 0 0 0,-1-1 0 0 0,1 1 0 0 0,-1 0-1 0 0,1-1 1 0 0,-1 1 0 0 0,1-1 0 0 0,0 1 0 0 0,0-1 0 0 0,0 1 0 0 0,0-1-1 0 0,0 0 1 0 0,0 1 0 0 0,0-1 0 0 0,0 0 0 0 0,0 0 0 0 0,1 0 0 0 0,-1 0-1 0 0,1 0 1 0 0,-1 0 0 0 0,1 0 0 0 0,-1 0 0 0 0,1-1 0 0 0,-1 1 0 0 0,1 0-1 0 0,-1-1 1 0 0,3 1 0 0 0,9 3-339 0 0,1-1 1 0 0,-1-1-1 0 0,1 0 0 0 0,21 0 0 0 0,-15-1-494 0 0,-15 0 724 0 0,0-1 1 0 0,-1 1-1 0 0,1 0 0 0 0,0 0 1 0 0,-1 1-1 0 0,1-1 0 0 0,-1 1 1 0 0,0 0-1 0 0,1 0 0 0 0,4 4 1 0 0,-8-6 158 0 0,0 1 1 0 0,0 0 0 0 0,0 0-1 0 0,0 0 1 0 0,0 1-1 0 0,-1-1 1 0 0,1 0-1 0 0,0 0 1 0 0,0 0-1 0 0,-1 1 1 0 0,1-1 0 0 0,-1 0-1 0 0,1 0 1 0 0,-1 1-1 0 0,0-1 1 0 0,1 0-1 0 0,-1 1 1 0 0,0-1 0 0 0,0 1-1 0 0,0-1 1 0 0,0 0-1 0 0,0 1 1 0 0,0-1-1 0 0,-1 0 1 0 0,1 1 0 0 0,0-1-1 0 0,-1 0 1 0 0,1 1-1 0 0,-1-1 1 0 0,1 0-1 0 0,-1 1 1 0 0,0-1-1 0 0,1 0 1 0 0,-1 0 0 0 0,0 0-1 0 0,0 0 1 0 0,0 0-1 0 0,-2 2 1 0 0,-39 43 765 0 0,24-27-1139 0 0</inkml:trace>
</inkml:ink>
</file>

<file path=ppt/ink/ink1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39.347"/>
    </inkml:context>
    <inkml:brush xml:id="br0">
      <inkml:brushProperty name="width" value="0.1" units="cm"/>
      <inkml:brushProperty name="height" value="0.1" units="cm"/>
      <inkml:brushProperty name="color" value="#FF0066"/>
    </inkml:brush>
  </inkml:definitions>
  <inkml:trace contextRef="#ctx0" brushRef="#br0">227 2 11522 0 0,'-2'-1'228'0'0,"0"1"0"0"0,0 0 0 0 0,0 0 0 0 0,-1-1 0 0 0,1 1 0 0 0,0 1 0 0 0,0-1 0 0 0,0 0 0 0 0,0 0 0 0 0,-1 1 0 0 0,1 0 0 0 0,0-1 0 0 0,0 1 0 0 0,0 0 0 0 0,-2 1 0 0 0,-32 17 859 0 0,35-19-1022 0 0,-9 6 148 0 0,1 1 0 0 0,-1 0 0 0 0,1 0 0 0 0,1 1-1 0 0,-1 0 1 0 0,1 1 0 0 0,1 0 0 0 0,0 0 0 0 0,-10 17 0 0 0,8-11-167 0 0,1 1 0 0 0,1 1 0 0 0,0-1 0 0 0,2 1 0 0 0,-8 33 0 0 0,9-23-193 0 0,1-1-1 0 0,1 1 0 0 0,1 0 0 0 0,1 0 0 0 0,1 0 1 0 0,2-1-1 0 0,1 1 0 0 0,10 35 0 0 0,-12-55 24 0 0,0 0-1 0 0,0-1 1 0 0,1 0-1 0 0,0 0 1 0 0,1 0 0 0 0,-1 0-1 0 0,1 0 1 0 0,0 0-1 0 0,1-1 1 0 0,-1 0-1 0 0,1 0 1 0 0,0 0 0 0 0,0-1-1 0 0,7 5 1 0 0,-8-6 9 0 0,0-1 1 0 0,0 0-1 0 0,0 0 1 0 0,1 0-1 0 0,-1 0 0 0 0,0-1 1 0 0,1 0-1 0 0,0 0 1 0 0,-1 0-1 0 0,1 0 1 0 0,-1-1-1 0 0,1 0 1 0 0,0 0-1 0 0,0 0 1 0 0,-1 0-1 0 0,1-1 0 0 0,-1 0 1 0 0,1 0-1 0 0,0 0 1 0 0,-1 0-1 0 0,8-4 1 0 0,0-1 46 0 0,-1-1-1 0 0,-1 0 1 0 0,1 0 0 0 0,-1-1 0 0 0,0 0 0 0 0,-1-1-1 0 0,0 0 1 0 0,-1 0 0 0 0,1-1 0 0 0,-2 0 0 0 0,1-1-1 0 0,-2 1 1 0 0,1-1 0 0 0,5-15 0 0 0,-3 5 250 0 0,-1 0 1 0 0,-1 0 0 0 0,-1-1 0 0 0,-1 0-1 0 0,-1 0 1 0 0,0-1 0 0 0,-1-29 0 0 0,-3 37 94 0 0,-1 0 0 0 0,-1 1 0 0 0,0-1 0 0 0,-1 0 0 0 0,-1 1 0 0 0,0-1 0 0 0,-1 1 0 0 0,-12-23 0 0 0,13 28-120 0 0,-1 0-1 0 0,0 0 1 0 0,0 1 0 0 0,-1 0-1 0 0,0 0 1 0 0,0 1 0 0 0,-1 0-1 0 0,0 0 1 0 0,0 0 0 0 0,-1 1-1 0 0,0 0 1 0 0,0 0 0 0 0,0 1 0 0 0,-12-6-1 0 0,19 11-205 0 0,-1-1 0 0 0,1 1 0 0 0,0-1-1 0 0,-1 1 1 0 0,1-1 0 0 0,0 1 0 0 0,-1 0-1 0 0,1-1 1 0 0,0 1 0 0 0,-1 0 0 0 0,1 0 0 0 0,0 0-1 0 0,-1 0 1 0 0,1 0 0 0 0,-1 1 0 0 0,1-1-1 0 0,0 0 1 0 0,-1 1 0 0 0,1-1 0 0 0,0 1 0 0 0,0-1-1 0 0,-1 1 1 0 0,1-1 0 0 0,0 1 0 0 0,0 0-1 0 0,0 0 1 0 0,0-1 0 0 0,0 1 0 0 0,0 0 0 0 0,0 0-1 0 0,0 0 1 0 0,-2 2 0 0 0,-9 15-5946 0 0</inkml:trace>
</inkml:ink>
</file>

<file path=ppt/ink/ink1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39.713"/>
    </inkml:context>
    <inkml:brush xml:id="br0">
      <inkml:brushProperty name="width" value="0.1" units="cm"/>
      <inkml:brushProperty name="height" value="0.1" units="cm"/>
      <inkml:brushProperty name="color" value="#FF0066"/>
    </inkml:brush>
  </inkml:definitions>
  <inkml:trace contextRef="#ctx0" brushRef="#br0">98 1 3225 0 0,'-8'4'792'0'0,"1"1"1"0"0,-1 0 0 0 0,1 1 0 0 0,0-1-1 0 0,0 1 1 0 0,1 1 0 0 0,-1-1 0 0 0,2 1-1 0 0,-11 15 1 0 0,13-17-578 0 0,0 1 0 0 0,1-1-1 0 0,0 1 1 0 0,0 0 0 0 0,0-1 0 0 0,1 1 0 0 0,-1 0-1 0 0,1 0 1 0 0,1 0 0 0 0,-1 0 0 0 0,1 0-1 0 0,0 1 1 0 0,0-1 0 0 0,1 0 0 0 0,2 11-1 0 0,0-9 89 0 0,0 0 0 0 0,0 0-1 0 0,1-1 1 0 0,0 1 0 0 0,0-1-1 0 0,1 0 1 0 0,0 0 0 0 0,0-1-1 0 0,1 1 1 0 0,7 6 0 0 0,-8-8-130 0 0,0 0 0 0 0,0 0 0 0 0,0 1-1 0 0,0 0 1 0 0,-1 0 0 0 0,0 0 0 0 0,0 0 0 0 0,-1 1 0 0 0,0-1 0 0 0,0 1 0 0 0,0 0 0 0 0,-1 0 0 0 0,3 14 0 0 0,-5-6-185 0 0,0 0 0 0 0,-1-1 0 0 0,-1 1 0 0 0,0 0-1 0 0,-1 0 1 0 0,0-1 0 0 0,-1 0 0 0 0,-1 0 0 0 0,0 0 0 0 0,-1 0 0 0 0,-1-1 0 0 0,-14 23 0 0 0,6-13-7183 0 0</inkml:trace>
</inkml:ink>
</file>

<file path=ppt/ink/ink1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1.494"/>
    </inkml:context>
    <inkml:brush xml:id="br0">
      <inkml:brushProperty name="width" value="0.1" units="cm"/>
      <inkml:brushProperty name="height" value="0.1" units="cm"/>
      <inkml:brushProperty name="color" value="#FF0066"/>
    </inkml:brush>
  </inkml:definitions>
  <inkml:trace contextRef="#ctx0" brushRef="#br0">358 0 3225 0 0,'-15'4'1110'0'0,"0"-1"0"0"0,-1-1 1 0 0,-28 2-1 0 0,26-4 284 0 0,1 2 0 0 0,-1 0 0 0 0,-17 5 0 0 0,30-5-1021 0 0,0-1 1 0 0,0 1-1 0 0,1 0 0 0 0,-1 0 1 0 0,1 1-1 0 0,-1-1 1 0 0,1 1-1 0 0,0 0 0 0 0,0 0 1 0 0,0 0-1 0 0,0 1 1 0 0,0-1-1 0 0,1 1 0 0 0,-6 8 1 0 0,-3 8 99 0 0,1 0 0 0 0,1 1 0 0 0,1 1 0 0 0,1 0 0 0 0,-6 24 0 0 0,-17 115 41 0 0,24-114-426 0 0,2 1 0 0 0,2-1-1 0 0,3 1 1 0 0,1 0-1 0 0,16 90 1 0 0,-15-128-65 0 0,0 0 0 0 0,1 0-1 0 0,1 0 1 0 0,0-1 0 0 0,0 1 0 0 0,1-1 0 0 0,0 0 0 0 0,0 0 0 0 0,1-1-1 0 0,0 1 1 0 0,1-1 0 0 0,0-1 0 0 0,0 1 0 0 0,0-1 0 0 0,1 0 0 0 0,11 7-1 0 0,-9-9-222 0 0,0 1-1 0 0,1-1 0 0 0,-1-1 0 0 0,1 0 0 0 0,0 0 1 0 0,0-1-1 0 0,1-1 0 0 0,-1 0 0 0 0,1 0 1 0 0,-1-1-1 0 0,1 0 0 0 0,-1-1 0 0 0,1-1 0 0 0,14-2 1 0 0,11-3-7095 0 0</inkml:trace>
</inkml:ink>
</file>

<file path=ppt/ink/ink1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1.748"/>
    </inkml:context>
    <inkml:brush xml:id="br0">
      <inkml:brushProperty name="width" value="0.1" units="cm"/>
      <inkml:brushProperty name="height" value="0.1" units="cm"/>
      <inkml:brushProperty name="color" value="#FF0066"/>
    </inkml:brush>
  </inkml:definitions>
  <inkml:trace contextRef="#ctx0" brushRef="#br0">1 1 10594 0 0,'0'0'1105'0'0,"14"24"4125"0"0,-11-20-4611 0 0,3 8-37 0 0,1 1 1 0 0,-2 0-1 0 0,0 0 0 0 0,0 0 1 0 0,-1 1-1 0 0,4 24 1 0 0,4 87-10 0 0,-11-115-526 0 0,3 72-39 0 0,2 26-420 0 0,1-37-3369 0 0</inkml:trace>
</inkml:ink>
</file>

<file path=ppt/ink/ink1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1.993"/>
    </inkml:context>
    <inkml:brush xml:id="br0">
      <inkml:brushProperty name="width" value="0.1" units="cm"/>
      <inkml:brushProperty name="height" value="0.1" units="cm"/>
      <inkml:brushProperty name="color" value="#FF0066"/>
    </inkml:brush>
  </inkml:definitions>
  <inkml:trace contextRef="#ctx0" brushRef="#br0">1 23 7834 0 0,'4'-3'271'0'0,"0"0"0"0"0,1 1 0 0 0,-1-1 1 0 0,1 1-1 0 0,0 0 0 0 0,0 1 0 0 0,-1-1 1 0 0,1 1-1 0 0,0 0 0 0 0,0 0 0 0 0,0 0 0 0 0,1 1 1 0 0,-1 0-1 0 0,0 0 0 0 0,0 0 0 0 0,0 1 1 0 0,0-1-1 0 0,0 1 0 0 0,0 1 0 0 0,0-1 1 0 0,0 0-1 0 0,0 1 0 0 0,-1 0 0 0 0,10 5 0 0 0,-5-2-80 0 0,0 0 0 0 0,0 1 0 0 0,-1 0 0 0 0,0 0 0 0 0,0 0 0 0 0,0 1 0 0 0,-1 1 0 0 0,0-1 0 0 0,0 1 0 0 0,-1 0 0 0 0,10 16 0 0 0,-10-10-135 0 0,-1 0 0 0 0,0 0 0 0 0,-1 0 0 0 0,0 1 0 0 0,-2 0 0 0 0,1 0-1 0 0,-2 0 1 0 0,0 0 0 0 0,0 0 0 0 0,-3 19 0 0 0,0-16-67 0 0,0 0-1 0 0,-1 0 1 0 0,-1-1 0 0 0,-1 1 0 0 0,0-1-1 0 0,-1 0 1 0 0,-1 0 0 0 0,-12 20 0 0 0,13-28-1352 0 0</inkml:trace>
</inkml:ink>
</file>

<file path=ppt/ink/ink1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2.225"/>
    </inkml:context>
    <inkml:brush xml:id="br0">
      <inkml:brushProperty name="width" value="0.1" units="cm"/>
      <inkml:brushProperty name="height" value="0.1" units="cm"/>
      <inkml:brushProperty name="color" value="#FF0066"/>
    </inkml:brush>
  </inkml:definitions>
  <inkml:trace contextRef="#ctx0" brushRef="#br0">0 1 10594 0 0,'2'55'3783'0'0,"11"82"0"0"0,-6-97-3498 0 0,1 1 0 0 0,2-1 0 0 0,2-1 0 0 0,2 0 0 0 0,19 38 0 0 0,-14-45-3573 0 0</inkml:trace>
</inkml:ink>
</file>

<file path=ppt/ink/ink1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2.381"/>
    </inkml:context>
    <inkml:brush xml:id="br0">
      <inkml:brushProperty name="width" value="0.1" units="cm"/>
      <inkml:brushProperty name="height" value="0.1" units="cm"/>
      <inkml:brushProperty name="color" value="#FF0066"/>
    </inkml:brush>
  </inkml:definitions>
  <inkml:trace contextRef="#ctx0" brushRef="#br0">7 4 4609 0 0,'-5'-4'12363'0'0,"4"15"-10348"0"0,5 22-6963 0 0,0-19 2816 0 0</inkml:trace>
</inkml:ink>
</file>

<file path=ppt/ink/ink1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2.951"/>
    </inkml:context>
    <inkml:brush xml:id="br0">
      <inkml:brushProperty name="width" value="0.1" units="cm"/>
      <inkml:brushProperty name="height" value="0.1" units="cm"/>
      <inkml:brushProperty name="color" value="#FF0066"/>
    </inkml:brush>
  </inkml:definitions>
  <inkml:trace contextRef="#ctx0" brushRef="#br0">189 18 656 0 0,'-29'-7'1415'0'0,"21"4"121"0"0,0 1 0 0 0,0 0 0 0 0,0 1 0 0 0,0 0 1 0 0,-16 0-1 0 0,21 1-1245 0 0,0 1 0 0 0,0-1 0 0 0,0 1 0 0 0,1 0 0 0 0,-1 0 0 0 0,0 0 0 0 0,1 0 1 0 0,-1 0-1 0 0,1 1 0 0 0,-1-1 0 0 0,1 1 0 0 0,0 0 0 0 0,0-1 0 0 0,-1 1 0 0 0,1 0 0 0 0,0 0 0 0 0,1 1 0 0 0,-1-1 1 0 0,0 0-1 0 0,1 1 0 0 0,-3 4 0 0 0,-3 7 104 0 0,0 0 1 0 0,1 1 0 0 0,1 0-1 0 0,-6 25 1 0 0,9-31-440 0 0,1 0 1 0 0,-1 0-1 0 0,1 0 1 0 0,1 0-1 0 0,0 0 1 0 0,0 0-1 0 0,1 0 1 0 0,0 0-1 0 0,3 13 1 0 0,-3-20 11 0 0,0 0 1 0 0,-1 0-1 0 0,1 0 1 0 0,0 1-1 0 0,0-1 1 0 0,0 0-1 0 0,1 0 1 0 0,-1-1-1 0 0,0 1 1 0 0,1 0-1 0 0,-1 0 1 0 0,1-1-1 0 0,0 1 1 0 0,-1-1-1 0 0,1 1 1 0 0,3 1-1 0 0,-3-2-26 0 0,0 0 1 0 0,-1-1-1 0 0,1 0 0 0 0,0 1 1 0 0,-1-1-1 0 0,1 0 0 0 0,0 0 1 0 0,0 0-1 0 0,-1 0 0 0 0,1 0 0 0 0,0 0 1 0 0,0 0-1 0 0,-1-1 0 0 0,1 1 1 0 0,0 0-1 0 0,0-1 0 0 0,1 0 1 0 0,3-2-100 0 0,-1 0 1 0 0,0-1 0 0 0,1 1-1 0 0,-1-1 1 0 0,0 0-1 0 0,-1 0 1 0 0,1-1 0 0 0,-1 1-1 0 0,0-1 1 0 0,5-8 0 0 0,10-22 211 0 0,-13 22 50 0 0,1 1 0 0 0,15-23 1 0 0,-21 33-96 0 0,1 0-1 0 0,0 0 1 0 0,0 0 0 0 0,-1 0-1 0 0,1 0 1 0 0,0 1 0 0 0,1-1-1 0 0,-1 0 1 0 0,0 1 0 0 0,0 0 0 0 0,1-1-1 0 0,-1 1 1 0 0,0 0 0 0 0,1 0-1 0 0,-1 0 1 0 0,1 1 0 0 0,0-1-1 0 0,-1 1 1 0 0,1-1 0 0 0,5 1 0 0 0,-5 1 8 0 0,-1 0 1 0 0,1 0 0 0 0,0 0 0 0 0,0 0 0 0 0,0 0 0 0 0,-1 1 0 0 0,1-1 0 0 0,-1 1 0 0 0,1 0-1 0 0,-1 0 1 0 0,0-1 0 0 0,1 2 0 0 0,-1-1 0 0 0,0 0 0 0 0,-1 0 0 0 0,1 1 0 0 0,0-1 0 0 0,-1 1 0 0 0,1 0-1 0 0,-1-1 1 0 0,0 1 0 0 0,1 0 0 0 0,-1 0 0 0 0,-1 0 0 0 0,1-1 0 0 0,0 4 0 0 0,2 7 103 0 0,0-1 0 0 0,-1 1 0 0 0,-1-1 0 0 0,1 24 0 0 0,-3-21 98 0 0,0 1 0 0 0,-1-1-1 0 0,-1 0 1 0 0,0 0 0 0 0,-1 0 0 0 0,-11 27 0 0 0,12-36-123 0 0,1-1-1 0 0,-1 1 1 0 0,0-1 0 0 0,-1 0-1 0 0,1 0 1 0 0,-1 0 0 0 0,0 0-1 0 0,0 0 1 0 0,-1-1 0 0 0,1 0-1 0 0,-1 0 1 0 0,0 0 0 0 0,0-1-1 0 0,0 1 1 0 0,-1-1 0 0 0,1-1-1 0 0,-1 1 1 0 0,1-1 0 0 0,-12 4 0 0 0,15-6-195 0 0,1 0 1 0 0,-1 0 0 0 0,1 1-1 0 0,-1-1 1 0 0,1 0 0 0 0,-1 0-1 0 0,1-1 1 0 0,-1 1 0 0 0,1 0 0 0 0,-1 0-1 0 0,1-1 1 0 0,-1 1 0 0 0,1-1-1 0 0,-1 1 1 0 0,1-1 0 0 0,-1 0 0 0 0,1 1-1 0 0,0-1 1 0 0,-1 0 0 0 0,1 0-1 0 0,-2-2 1 0 0</inkml:trace>
</inkml:ink>
</file>

<file path=ppt/ink/ink1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3.190"/>
    </inkml:context>
    <inkml:brush xml:id="br0">
      <inkml:brushProperty name="width" value="0.1" units="cm"/>
      <inkml:brushProperty name="height" value="0.1" units="cm"/>
      <inkml:brushProperty name="color" value="#FF0066"/>
    </inkml:brush>
  </inkml:definitions>
  <inkml:trace contextRef="#ctx0" brushRef="#br0">2 0 11979 0 0,'1'4'521'0'0,"0"0"0"0"0,0 0 0 0 0,0 0 0 0 0,-1 0 0 0 0,0 1 0 0 0,1-1 0 0 0,-1 0 0 0 0,-1 0 0 0 0,1 0 0 0 0,-2 8 0 0 0,1 1 96 0 0,-1 26 452 0 0,1 89 602 0 0,3-111-2773 0 0,0-1 1 0 0,1 0 0 0 0,5 19 0 0 0</inkml:trace>
</inkml:ink>
</file>

<file path=ppt/ink/ink1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3.348"/>
    </inkml:context>
    <inkml:brush xml:id="br0">
      <inkml:brushProperty name="width" value="0.1" units="cm"/>
      <inkml:brushProperty name="height" value="0.1" units="cm"/>
      <inkml:brushProperty name="color" value="#FF0066"/>
    </inkml:brush>
  </inkml:definitions>
  <inkml:trace contextRef="#ctx0" brushRef="#br0">1 33 6449 0 0,'1'-5'577'0'0,"-1"1"-465"0"0,1-2 1720 0 0,1 2-816 0 0,-2-1 8 0 0,3-4 1497 0 0,-3 12-1697 0 0,0 3-1960 0 0,0 3-393 0 0,0 5-71 0 0,-2-2-24 0 0,1 2 1304 0 0,-1-1 320 0 0</inkml:trace>
</inkml:ink>
</file>

<file path=ppt/ink/ink1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3.621"/>
    </inkml:context>
    <inkml:brush xml:id="br0">
      <inkml:brushProperty name="width" value="0.1" units="cm"/>
      <inkml:brushProperty name="height" value="0.1" units="cm"/>
      <inkml:brushProperty name="color" value="#FF0066"/>
    </inkml:brush>
  </inkml:definitions>
  <inkml:trace contextRef="#ctx0" brushRef="#br0">1 21 3225 0 0,'1'-20'15639'0'0,"2"30"-15176"0"0,101 340 1898 0 0,-45-150-5541 0 0,-52-177-3549 0 0</inkml:trace>
</inkml:ink>
</file>

<file path=ppt/ink/ink1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3.824"/>
    </inkml:context>
    <inkml:brush xml:id="br0">
      <inkml:brushProperty name="width" value="0.1" units="cm"/>
      <inkml:brushProperty name="height" value="0.1" units="cm"/>
      <inkml:brushProperty name="color" value="#FF0066"/>
    </inkml:brush>
  </inkml:definitions>
  <inkml:trace contextRef="#ctx0" brushRef="#br0">0 106 6913 0 0,'1'-8'5778'0'0,"8"-4"-3568"0"0,11-4-583 0 0,-9 8-1635 0 0,1 2 1 0 0,0 0 0 0 0,1 0-1 0 0,-1 1 1 0 0,1 0 0 0 0,0 1-1 0 0,16-2 1 0 0,97-10-1394 0 0,-84 13 1652 0 0,-8-1-311 0 0</inkml:trace>
</inkml:ink>
</file>

<file path=ppt/ink/ink1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4.137"/>
    </inkml:context>
    <inkml:brush xml:id="br0">
      <inkml:brushProperty name="width" value="0.1" units="cm"/>
      <inkml:brushProperty name="height" value="0.1" units="cm"/>
      <inkml:brushProperty name="color" value="#FF0066"/>
    </inkml:brush>
  </inkml:definitions>
  <inkml:trace contextRef="#ctx0" brushRef="#br0">188 0 2304 0 0,'-7'1'150'0'0,"1"0"0"0"0,0 0-1 0 0,0 0 1 0 0,0 1 0 0 0,1-1-1 0 0,-1 2 1 0 0,0-1 0 0 0,1 1-1 0 0,-1-1 1 0 0,1 1 0 0 0,-7 6-1 0 0,-2 1 1104 0 0,1 0-1 0 0,-22 25 1 0 0,26-26 49 0 0,1 0 1 0 0,-13 20-1 0 0,20-27-1191 0 0,-1 1 0 0 0,1-1 0 0 0,0 0 0 0 0,0 1 0 0 0,0-1 0 0 0,0 1 0 0 0,0 0 0 0 0,0-1 0 0 0,0 1 0 0 0,1 0 0 0 0,0-1 0 0 0,-1 1 1 0 0,1 0-1 0 0,0 0 0 0 0,0-1 0 0 0,1 1 0 0 0,-1 0 0 0 0,1-1 0 0 0,0 5 0 0 0,0-5-183 0 0,0-1 1 0 0,0 0 0 0 0,0 0 0 0 0,0 0-1 0 0,0 0 1 0 0,1 0 0 0 0,-1 0 0 0 0,0 0-1 0 0,0 0 1 0 0,1 0 0 0 0,-1 0-1 0 0,1-1 1 0 0,-1 1 0 0 0,0-1 0 0 0,1 1-1 0 0,-1-1 1 0 0,1 1 0 0 0,0-1 0 0 0,-1 0-1 0 0,1 0 1 0 0,-1 0 0 0 0,1 0 0 0 0,-1 0-1 0 0,1 0 1 0 0,-1 0 0 0 0,1 0-1 0 0,0 0 1 0 0,-1-1 0 0 0,1 1 0 0 0,1-2-1 0 0,46-16-2205 0 0,-9-6 1363 0 0,-31 18 1076 0 0,0 0 1 0 0,0 1 0 0 0,1 0 0 0 0,11-4-1 0 0,-17 8 40 0 0,0 0-1 0 0,-1 0 1 0 0,1 1-1 0 0,0-1 1 0 0,0 1-1 0 0,0 0 1 0 0,0 0 0 0 0,0 0-1 0 0,0 1 1 0 0,-1-1-1 0 0,1 1 1 0 0,0 0-1 0 0,0 0 1 0 0,-1 0-1 0 0,6 3 1 0 0,8 5 1 0 0,-1 0 1 0 0,0 2-1 0 0,-1-1 1 0 0,15 15-1 0 0,-28-23-352 0 0,14 12-4660 0 0</inkml:trace>
</inkml:ink>
</file>

<file path=ppt/ink/ink1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4.444"/>
    </inkml:context>
    <inkml:brush xml:id="br0">
      <inkml:brushProperty name="width" value="0.1" units="cm"/>
      <inkml:brushProperty name="height" value="0.1" units="cm"/>
      <inkml:brushProperty name="color" value="#FF0066"/>
    </inkml:brush>
  </inkml:definitions>
  <inkml:trace contextRef="#ctx0" brushRef="#br0">3 1 4145 0 0,'-2'24'6135'0'0,"2"-18"-5108"0"0,-1 0 1 0 0,1 0-1 0 0,0 0 1 0 0,1 0 0 0 0,0 0-1 0 0,2 11 1 0 0,44 163 3353 0 0,-30-102-4324 0 0,8 117 1 0 0,-22-147-197 0 0,-1-4-402 0 0,2 0-1 0 0,13 57 1 0 0,-12-81-6702 0 0</inkml:trace>
</inkml:ink>
</file>

<file path=ppt/ink/ink1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5:44.754"/>
    </inkml:context>
    <inkml:brush xml:id="br0">
      <inkml:brushProperty name="width" value="0.1" units="cm"/>
      <inkml:brushProperty name="height" value="0.1" units="cm"/>
      <inkml:brushProperty name="color" value="#FF0066"/>
    </inkml:brush>
  </inkml:definitions>
  <inkml:trace contextRef="#ctx0" brushRef="#br0">10 3 1376 0 0,'-9'-2'12938'0'0,"13"5"-11561"0"0,52 46-322 0 0,-3 1-1 0 0,-1 3 0 0 0,60 81 0 0 0,-97-113-640 0 0,-2 2 0 0 0,0-1 0 0 0,-1 2 0 0 0,-1 0 0 0 0,11 37 1 0 0,-17-42-293 0 0,-1-1 0 0 0,-1 1 0 0 0,0 0 1 0 0,-1 1-1 0 0,-2-1 0 0 0,0 0 0 0 0,0 0 1 0 0,-6 29-1 0 0,-5-4-135 0 0,-1-1-1 0 0,-2 0 1 0 0,-2-1 0 0 0,-42 76-1 0 0,27-60 1 0 0</inkml:trace>
</inkml:ink>
</file>

<file path=ppt/ink/ink1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07.527"/>
    </inkml:context>
    <inkml:brush xml:id="br0">
      <inkml:brushProperty name="width" value="0.1" units="cm"/>
      <inkml:brushProperty name="height" value="0.1" units="cm"/>
      <inkml:brushProperty name="color" value="#FF0066"/>
    </inkml:brush>
  </inkml:definitions>
  <inkml:trace contextRef="#ctx0" brushRef="#br0">0 163 10538 0 0,'23'-162'5239'0'0,"-21"174"-4227"0"0,0 1 1 0 0,1-1 0 0 0,5 16-1 0 0,-1-3-667 0 0,-2-8 113 0 0,0 4 60 0 0,1 0-1 0 0,14 33 0 0 0,-20-54-497 0 0,0 0 0 0 0,0 1 0 0 0,1-1-1 0 0,-1 0 1 0 0,0 0 0 0 0,0 1 0 0 0,0-1 0 0 0,0 0 0 0 0,1 0 0 0 0,-1 0-1 0 0,0 1 1 0 0,0-1 0 0 0,1 0 0 0 0,-1 0 0 0 0,0 0 0 0 0,0 1 0 0 0,1-1-1 0 0,-1 0 1 0 0,0 0 0 0 0,1 0 0 0 0,-1 0 0 0 0,0 0 0 0 0,0 0 0 0 0,1 0-1 0 0,-1 0 1 0 0,0 0 0 0 0,1 0 0 0 0,-1 0 0 0 0,0 0 0 0 0,1 0 0 0 0,-1 0-1 0 0,0 0 1 0 0,1 0 0 0 0,-1 0 0 0 0,0 0 0 0 0,0 0 0 0 0,1 0-1 0 0,-1-1 1 0 0,0 1 0 0 0,0 0 0 0 0,1 0 0 0 0,-1 0 0 0 0,1-1 0 0 0,-3-1-36 0 0,-11-12 226 0 0,8 15-44 0 0,1 14-81 0 0,1 37-45 0 0,2 1-1 0 0,2-1 1 0 0,11 63 0 0 0,-5-39-23 0 0,25 475-320 0 0,-23-361 206 0 0,-6-147-1326 0 0,11 59 0 0 0,-8-72-5965 0 0</inkml:trace>
</inkml:ink>
</file>

<file path=ppt/ink/ink1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07.965"/>
    </inkml:context>
    <inkml:brush xml:id="br0">
      <inkml:brushProperty name="width" value="0.1" units="cm"/>
      <inkml:brushProperty name="height" value="0.1" units="cm"/>
      <inkml:brushProperty name="color" value="#FF0066"/>
    </inkml:brush>
  </inkml:definitions>
  <inkml:trace contextRef="#ctx0" brushRef="#br0">211 175 6449 0 0,'-81'29'1134'0'0,"43"-15"-44"0"0,-54 13-1 0 0,149-56 2929 0 0,1 6-2796 0 0,1 4-1 0 0,109-22 1 0 0,128-2 717 0 0,-170 27-1208 0 0,-97 12-687 0 0,538-63 1458 0 0,-562 66-1517 0 0,38 0-874 0 0,-42 1 750 0 0,1 0 1 0 0,0 0-1 0 0,0 0 0 0 0,-1 0 0 0 0,1 1 0 0 0,0-1 0 0 0,-1 0 0 0 0,1 1 0 0 0,0-1 1 0 0,-1 1-1 0 0,1 0 0 0 0,-1 0 0 0 0,1-1 0 0 0,-1 1 0 0 0,1 0 0 0 0,-1 0 0 0 0,1 0 1 0 0,-1 1-1 0 0,2 1 0 0 0</inkml:trace>
</inkml:ink>
</file>

<file path=ppt/ink/ink1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08.289"/>
    </inkml:context>
    <inkml:brush xml:id="br0">
      <inkml:brushProperty name="width" value="0.1" units="cm"/>
      <inkml:brushProperty name="height" value="0.1" units="cm"/>
      <inkml:brushProperty name="color" value="#FF0066"/>
    </inkml:brush>
  </inkml:definitions>
  <inkml:trace contextRef="#ctx0" brushRef="#br0">17 0 9618 0 0,'-15'9'486'0'0,"15"-9"-448"0"0,0 1 0 0 0,0-1 0 0 0,-1 0 1 0 0,1 0-1 0 0,0 1 0 0 0,0-1 0 0 0,0 0 0 0 0,0 0 0 0 0,0 1 0 0 0,0-1 0 0 0,0 0 0 0 0,0 1 1 0 0,0-1-1 0 0,0 0 0 0 0,0 0 0 0 0,0 1 0 0 0,0-1 0 0 0,0 0 0 0 0,0 0 0 0 0,0 1 0 0 0,0-1 0 0 0,0 0 1 0 0,0 1-1 0 0,0-1 0 0 0,0 0 0 0 0,0 0 0 0 0,1 1 0 0 0,-1-1 0 0 0,0 0 0 0 0,0 0 0 0 0,1 1 0 0 0,29 17 2521 0 0,-21-13-1939 0 0,102 49 4272 0 0,-68-31-3645 0 0,72 51-1 0 0,-64-31-939 0 0,-1 2-1 0 0,57 68 0 0 0,-59-60-487 0 0,96 83-1 0 0,-114-113-210 0 0,30 25-1134 0 0,-20-16-2680 0 0,-25-20-1919 0 0</inkml:trace>
</inkml:ink>
</file>

<file path=ppt/ink/ink1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08.590"/>
    </inkml:context>
    <inkml:brush xml:id="br0">
      <inkml:brushProperty name="width" value="0.1" units="cm"/>
      <inkml:brushProperty name="height" value="0.1" units="cm"/>
      <inkml:brushProperty name="color" value="#FF0066"/>
    </inkml:brush>
  </inkml:definitions>
  <inkml:trace contextRef="#ctx0" brushRef="#br0">326 240 4145 0 0,'44'-118'1874'0'0,"-3"-3"7910"0"0,-42 121-9726 0 0,-10 7 1549 0 0,-12 11-535 0 0,-5 10-629 0 0,1 1-1 0 0,2 2 1 0 0,-30 46-1 0 0,-56 110 614 0 0,78-129-869 0 0,24-41-322 0 0,-49 95 498 0 0,52-100-638 0 0,1 0 0 0 0,1 1 0 0 0,0 0 0 0 0,1 0 0 0 0,0 0 0 0 0,1 0 0 0 0,0 17 1 0 0</inkml:trace>
</inkml:ink>
</file>

<file path=ppt/ink/ink1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10.030"/>
    </inkml:context>
    <inkml:brush xml:id="br0">
      <inkml:brushProperty name="width" value="0.1" units="cm"/>
      <inkml:brushProperty name="height" value="0.1" units="cm"/>
      <inkml:brushProperty name="color" value="#FF0066"/>
    </inkml:brush>
  </inkml:definitions>
  <inkml:trace contextRef="#ctx0" brushRef="#br0">120 275 6449 0 0,'-11'2'394'0'0,"2"-1"-91"0"0,1 0 0 0 0,-1 0 1 0 0,0 0-1 0 0,0-1 0 0 0,0 0 0 0 0,1-1 1 0 0,-1 0-1 0 0,0 0 0 0 0,-13-5 0 0 0,22 6-241 0 0,-1 0-1 0 0,1 0 1 0 0,-1 0-1 0 0,1-1 1 0 0,0 1-1 0 0,-1 0 1 0 0,1 0-1 0 0,-1 0 1 0 0,1-1-1 0 0,0 1 0 0 0,-1 0 1 0 0,1 0-1 0 0,0-1 1 0 0,0 1-1 0 0,-1 0 1 0 0,1-1-1 0 0,0 1 1 0 0,0 0-1 0 0,-1-1 1 0 0,1 1-1 0 0,0 0 1 0 0,0-1-1 0 0,0 1 0 0 0,0-1 1 0 0,-1 1-1 0 0,1 0 1 0 0,0-1-1 0 0,0 1 1 0 0,0-1-1 0 0,0 1 1 0 0,0 0-1 0 0,0-1 1 0 0,0 1-1 0 0,0-1 0 0 0,12-12 1124 0 0,19-5 42 0 0,21 0-108 0 0,0 1 1 0 0,63-10 0 0 0,-32 8-496 0 0,467-75 389 0 0,-537 92-1011 0 0,259-19-103 0 0,22-4-2867 0 0,-250 19 1516 0 0</inkml:trace>
</inkml:ink>
</file>

<file path=ppt/ink/ink1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10.444"/>
    </inkml:context>
    <inkml:brush xml:id="br0">
      <inkml:brushProperty name="width" value="0.1" units="cm"/>
      <inkml:brushProperty name="height" value="0.1" units="cm"/>
      <inkml:brushProperty name="color" value="#FF0066"/>
    </inkml:brush>
  </inkml:definitions>
  <inkml:trace contextRef="#ctx0" brushRef="#br0">18 0 14283 0 0,'-1'1'57'0'0,"-1"1"0"0"0,1-1 0 0 0,0 0 0 0 0,0 0 0 0 0,-1 1-1 0 0,1-1 1 0 0,0 0 0 0 0,0 1 0 0 0,1-1 0 0 0,-1 1 0 0 0,0 0 0 0 0,0-1 0 0 0,1 1 0 0 0,-1 0 0 0 0,1-1 0 0 0,-1 1-1 0 0,1 0 1 0 0,0-1 0 0 0,0 4 0 0 0,-1 42-424 0 0,1-30 931 0 0,29 561 4617 0 0,-6-250-4397 0 0,-19-244-712 0 0,54 620-105 0 0,-47-590-2124 0 0,-3-15-2945 0 0,-5-86 3566 0 0</inkml:trace>
</inkml:ink>
</file>

<file path=ppt/ink/ink1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10.902"/>
    </inkml:context>
    <inkml:brush xml:id="br0">
      <inkml:brushProperty name="width" value="0.1" units="cm"/>
      <inkml:brushProperty name="height" value="0.1" units="cm"/>
      <inkml:brushProperty name="color" value="#FF0066"/>
    </inkml:brush>
  </inkml:definitions>
  <inkml:trace contextRef="#ctx0" brushRef="#br0">364 1 14283 0 0,'1'0'39'0'0,"-1"0"0"0"0,1 0 0 0 0,0 1 0 0 0,-1-1 0 0 0,1 1 0 0 0,-1-1 0 0 0,1 0 0 0 0,-1 1 0 0 0,1-1 1 0 0,-1 1-1 0 0,0-1 0 0 0,1 1 0 0 0,-1-1 0 0 0,1 1 0 0 0,-1 0 0 0 0,0-1 0 0 0,0 1 0 0 0,1-1 0 0 0,-1 1 0 0 0,0 0 0 0 0,0-1 0 0 0,0 1 0 0 0,0 0 0 0 0,1-1 0 0 0,-1 1 0 0 0,0 0 0 0 0,0-1 0 0 0,0 1 0 0 0,-1 0 0 0 0,1-1 0 0 0,0 1 1 0 0,0 0-1 0 0,0-1 0 0 0,0 1 0 0 0,-1-1 0 0 0,1 1 0 0 0,0 0 0 0 0,-8 30 883 0 0,-8 8-191 0 0,-1 0 0 0 0,-1-1 0 0 0,-30 45 0 0 0,-80 101 48 0 0,94-138-523 0 0,-64 88-540 0 0,94-129-612 0 0,7-18-4669 0 0,3 3 4193 0 0</inkml:trace>
</inkml:ink>
</file>

<file path=ppt/ink/ink1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11.235"/>
    </inkml:context>
    <inkml:brush xml:id="br0">
      <inkml:brushProperty name="width" value="0.1" units="cm"/>
      <inkml:brushProperty name="height" value="0.1" units="cm"/>
      <inkml:brushProperty name="color" value="#FF0066"/>
    </inkml:brush>
  </inkml:definitions>
  <inkml:trace contextRef="#ctx0" brushRef="#br0">343 22 456 0 0,'-9'1'828'0'0,"0"1"0"0"0,-1 1-1 0 0,1 0 1 0 0,0 0 0 0 0,0 0-1 0 0,0 1 1 0 0,-10 7 0 0 0,-7 1 40 0 0,-45 19 1977 0 0,-92 54 0 0 0,234-123-977 0 0,135-53 0 0 0,-162 71-1710 0 0,-33 13-785 0 0,1 2 0 0 0,0 0 0 0 0,0 0 0 0 0,14-2 0 0 0,-16 5-645 0 0</inkml:trace>
</inkml:ink>
</file>

<file path=ppt/ink/ink1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11.952"/>
    </inkml:context>
    <inkml:brush xml:id="br0">
      <inkml:brushProperty name="width" value="0.1" units="cm"/>
      <inkml:brushProperty name="height" value="0.1" units="cm"/>
      <inkml:brushProperty name="color" value="#FF0066"/>
    </inkml:brush>
  </inkml:definitions>
  <inkml:trace contextRef="#ctx0" brushRef="#br0">87 34 1376 0 0,'-3'-1'69'0'0,"0"0"0"0"0,0 0 0 0 0,0 0 0 0 0,0 0 0 0 0,1 0 0 0 0,-1-1 0 0 0,0 1-1 0 0,-2-3 1 0 0,-19-8-81 0 0,-10 4 8653 0 0,38 8-7375 0 0,-3 0-1182 0 0,0 0 1 0 0,0 0 0 0 0,0 0 0 0 0,0 1 0 0 0,0-1-1 0 0,0 0 1 0 0,0 1 0 0 0,0-1 0 0 0,0 0 0 0 0,0 1-1 0 0,0-1 1 0 0,0 1 0 0 0,-1-1 0 0 0,1 1 0 0 0,0 0-1 0 0,0-1 1 0 0,0 1 0 0 0,-1 0 0 0 0,1 0 0 0 0,0 0-1 0 0,-1-1 1 0 0,1 1 0 0 0,0 2 0 0 0,8 29 1544 0 0,-8-26-1517 0 0,20 141 2502 0 0,5 27-5396 0 0,-21-150 1190 0 0,-2-2-8 0 0</inkml:trace>
</inkml:ink>
</file>

<file path=ppt/ink/ink1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12.313"/>
    </inkml:context>
    <inkml:brush xml:id="br0">
      <inkml:brushProperty name="width" value="0.1" units="cm"/>
      <inkml:brushProperty name="height" value="0.1" units="cm"/>
      <inkml:brushProperty name="color" value="#FF0066"/>
    </inkml:brush>
  </inkml:definitions>
  <inkml:trace contextRef="#ctx0" brushRef="#br0">423 4 8290 0 0,'5'-4'1323'0'0,"-6"7"-271"0"0,-12 19 434 0 0,-26 29 347 0 0,-69 71-111 0 0,50-59-1070 0 0,-78 109-1 0 0,118-146-865 0 0,7-11 167 0 0,0 1 0 0 0,-8 17 1 0 0,17-27-456 0 0,-1-1 1 0 0,1 1 0 0 0,0-1-1 0 0,1 1 1 0 0,0-1 0 0 0,-1 9-1 0 0</inkml:trace>
</inkml:ink>
</file>

<file path=ppt/ink/ink1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12.758"/>
    </inkml:context>
    <inkml:brush xml:id="br0">
      <inkml:brushProperty name="width" value="0.1" units="cm"/>
      <inkml:brushProperty name="height" value="0.1" units="cm"/>
      <inkml:brushProperty name="color" value="#FF0066"/>
    </inkml:brush>
  </inkml:definitions>
  <inkml:trace contextRef="#ctx0" brushRef="#br0">262 103 3913 0 0,'-5'-2'414'0'0,"-1"1"0"0"0,0 1 1 0 0,0-1-1 0 0,0 1 0 0 0,0 0 0 0 0,0 1 0 0 0,0-1 1 0 0,0 1-1 0 0,0 0 0 0 0,0 0 0 0 0,-8 4 1 0 0,-62 26 2188 0 0,74-30-2520 0 0,-28 11 806 0 0,21-9-393 0 0,0 0 0 0 0,0 1 0 0 0,0 0 0 0 0,1 1 0 0 0,-1 0 0 0 0,-13 10 182 0 0,53-36 461 0 0,189-131-267 0 0,-217 150-865 0 0,0 0 1 0 0,0 0-1 0 0,0 0 1 0 0,0 1-1 0 0,0-1 1 0 0,0 1-1 0 0,0 0 1 0 0,0 0-1 0 0,1 0 1 0 0,-1 0-1 0 0,1 0 1 0 0,-1 1-1 0 0,1-1 1 0 0,-1 1-1 0 0,5 0 1 0 0,-5 1 37 0 0,0 0 0 0 0,-1 0 0 0 0,1 0 0 0 0,0 1 0 0 0,-1-1 1 0 0,0 1-1 0 0,1-1 0 0 0,-1 1 0 0 0,0 0 0 0 0,0 0 0 0 0,0 0 0 0 0,0 0 1 0 0,0 0-1 0 0,0 0 0 0 0,0 1 0 0 0,-1-1 0 0 0,1 1 0 0 0,1 3 0 0 0,23 47 749 0 0,-3 1 0 0 0,27 91 1 0 0,19 47-2341 0 0,-61-172-5597 0 0</inkml:trace>
</inkml:ink>
</file>

<file path=ppt/ink/ink1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0.073"/>
    </inkml:context>
    <inkml:brush xml:id="br0">
      <inkml:brushProperty name="width" value="0.1" units="cm"/>
      <inkml:brushProperty name="height" value="0.1" units="cm"/>
      <inkml:brushProperty name="color" value="#FF0066"/>
    </inkml:brush>
  </inkml:definitions>
  <inkml:trace contextRef="#ctx0" brushRef="#br0">104 178 2304 0 0,'-38'17'2333'0'0,"33"-13"-1626"0"0,-2-1 0 0 0,1 0 0 0 0,0 0 0 0 0,-1 0 0 0 0,1-1 1 0 0,-1 0-1 0 0,0 0 0 0 0,-8 0 0 0 0,35-5 3852 0 0,16-11-3590 0 0,4 0-717 0 0,81-19 675 0 0,66-14-330 0 0,-58 21-584 0 0,-54 10-14 0 0,87-8 0 0 0,-79 17-5 0 0,301-9-52 0 0,-85 48 13 0 0,-85-6 18 0 0,-119-17 27 0 0,313 20 0 0 0,-75-11-25 0 0,111 1-14 0 0,-406-19 39 0 0,598 19 0 0 0,172-12 0 0 0,-232 12 0 0 0,-230-17 0 0 0,-165-5 0 0 0,93-6 39 0 0,-93 2-3 0 0,-86 2 493 0 0,1-4 1 0 0,147-33 0 0 0,-215 35-436 0 0,55-11 48 0 0,-74 17-152 0 0,-1 0 1 0 0,1 0-1 0 0,-1 1 1 0 0,1 0 0 0 0,-1 0-1 0 0,1 1 1 0 0,10 3-1 0 0,-6-1-3 0 0,-6 0 46 0 0,1-1-1 0 0,0 0 0 0 0,1 0 1 0 0,-1-1-1 0 0,9 0 1 0 0,-10 1 26 0 0,-10 0 1165 0 0,0 0-1124 0 0,-2-1-121 0 0,-30 8 412 0 0,34-8-409 0 0,0-1 0 0 0,-1 0 0 0 0,1 0 0 0 0,-1 0 0 0 0,1 0 0 0 0,0 0 0 0 0,-1 0 0 0 0,1 0 1 0 0,-1-1-1 0 0,1 1 0 0 0,0 0 0 0 0,-1-1 0 0 0,1 1 0 0 0,0-1 0 0 0,-1 0 0 0 0,1 1 0 0 0,0-1 0 0 0,0 0 0 0 0,0 0 0 0 0,0 0 0 0 0,0 0 0 0 0,-1 0 1 0 0,0-2-1 0 0,-2-1-304 0 0,0 0 0 0 0,0 1 0 0 0,0-1 0 0 0,-1 1 0 0 0,1 0 0 0 0,-1 0 0 0 0,0 0 1 0 0,0 0-1 0 0,0 1 0 0 0,-7-3 0 0 0,5 2-92 0 0,0 0 0 0 0,-1-1 1 0 0,1 1-1 0 0,-8-8 0 0 0,-6-2 1318 0 0,20 13-807 0 0,0 0 0 0 0,1 0 0 0 0,-1 0 0 0 0,1 0 1 0 0,-1 0-1 0 0,0 0 0 0 0,1 0 0 0 0,-1 0 0 0 0,1 0 0 0 0,-1 0 0 0 0,0 0 0 0 0,1 0 0 0 0,-1 0 1 0 0,1 0-1 0 0,-1 1 0 0 0,1-1 0 0 0,-1 0 0 0 0,1 0 0 0 0,-1 1 0 0 0,1-1 0 0 0,-1 0 0 0 0,0 2 1 0 0,-1 1 82 0 0,0 0 1 0 0,0 0 0 0 0,1 0 0 0 0,-1 0 0 0 0,1 1 0 0 0,0-1-1 0 0,0 1 1 0 0,0-1 0 0 0,1 1 0 0 0,-1 5 0 0 0,5 19 278 0 0,-4-27-436 0 0,0 0-1 0 0,0 0 0 0 0,0-1 1 0 0,1 1-1 0 0,-1 0 0 0 0,0-1 1 0 0,0 1-1 0 0,1 0 0 0 0,-1-1 1 0 0,1 1-1 0 0,-1 0 0 0 0,1-1 1 0 0,-1 1-1 0 0,1-1 0 0 0,-1 1 0 0 0,1-1 1 0 0,-1 1-1 0 0,1-1 0 0 0,0 1 1 0 0,-1-1-1 0 0,1 1 0 0 0,0-1 1 0 0,-1 0-1 0 0,1 0 0 0 0,0 1 1 0 0,-1-1-1 0 0,1 0 0 0 0,0 0 1 0 0,0 0-1 0 0,-1 0 0 0 0,1 1 1 0 0,0-1-1 0 0,0 0 0 0 0,-1-1 0 0 0,2 1 1 0 0,-1-1-12 0 0,0 1 0 0 0,0-1-1 0 0,-1 0 1 0 0,1 0 0 0 0,0 0 0 0 0,-1 0 0 0 0,1 0 0 0 0,-1 0 0 0 0,1 0 0 0 0,-1 0 0 0 0,1 0-1 0 0,-1 0 1 0 0,0-1 0 0 0,0 1 0 0 0,1 0 0 0 0,-1 0 0 0 0,0 0 0 0 0,0 0 0 0 0,0 0 0 0 0,0-1 0 0 0,-1 1-1 0 0,1 0 1 0 0,0 0 0 0 0,0 0 0 0 0,-1 0 0 0 0,1 0 0 0 0,-1-2 0 0 0,-9-31 256 0 0,6 24-543 0 0,0 1 1 0 0,-1 0 0 0 0,0 0-1 0 0,0 0 1 0 0,-12-13 0 0 0</inkml:trace>
</inkml:ink>
</file>

<file path=ppt/ink/ink1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4.717"/>
    </inkml:context>
    <inkml:brush xml:id="br0">
      <inkml:brushProperty name="width" value="0.1" units="cm"/>
      <inkml:brushProperty name="height" value="0.1" units="cm"/>
      <inkml:brushProperty name="color" value="#004F8B"/>
    </inkml:brush>
  </inkml:definitions>
  <inkml:trace contextRef="#ctx0" brushRef="#br0">207 42 920 0 0,'3'-7'267'0'0,"-2"5"181"0"0,0 1 0 0 0,-1-1 0 0 0,1 0 1 0 0,0 1-1 0 0,-1-1 0 0 0,1 0 0 0 0,-1 1 0 0 0,1-1 0 0 0,-1 0 0 0 0,0 0 0 0 0,1 1 0 0 0,-1-1 0 0 0,0 0 0 0 0,0 0 0 0 0,-1 1 0 0 0,1-1 1 0 0,-1-3-1 0 0,-1 6-187 0 0,0 0 1 0 0,0 0-1 0 0,1 0 1 0 0,-1 0-1 0 0,0 0 1 0 0,1 1-1 0 0,-1-1 1 0 0,0 0-1 0 0,1 1 0 0 0,0-1 1 0 0,-1 1-1 0 0,1 0 1 0 0,-2 2-1 0 0,-29 45 416 0 0,2 2-1 0 0,3 1 1 0 0,-24 60-1 0 0,41-87-624 0 0,1 0 1 0 0,1 1-1 0 0,1 0 0 0 0,-6 47 0 0 0,11-60-49 0 0,1 0 0 0 0,0 1 0 0 0,1-1 0 0 0,1 0 0 0 0,0 1 0 0 0,1-1 0 0 0,0 0 0 0 0,1 0 0 0 0,1 0 0 0 0,0-1-1 0 0,9 20 1 0 0,-11-27 43 0 0,1 0-1 0 0,0 0 0 0 0,0 0 0 0 0,1 0 0 0 0,0-1 0 0 0,-1 1 0 0 0,2-1 0 0 0,-1 0 1 0 0,0 0-1 0 0,1-1 0 0 0,0 1 0 0 0,0-1 0 0 0,0 0 0 0 0,0 0 0 0 0,0-1 0 0 0,0 1 1 0 0,1-1-1 0 0,-1 0 0 0 0,1-1 0 0 0,0 1 0 0 0,0-1 0 0 0,6 0 0 0 0,-6-1-11 0 0,1 0 0 0 0,0-1 1 0 0,0 1-1 0 0,0-2 0 0 0,-1 1 0 0 0,1-1 0 0 0,-1 0 0 0 0,1 0 0 0 0,-1-1 0 0 0,0 0 0 0 0,0 0 0 0 0,0 0 1 0 0,0-1-1 0 0,0 0 0 0 0,-1 0 0 0 0,0 0 0 0 0,0-1 0 0 0,7-7 0 0 0,-4 3 4 0 0,0 0-1 0 0,-1-1 1 0 0,0 1-1 0 0,0-1 1 0 0,-1-1-1 0 0,-1 1 0 0 0,0-1 1 0 0,0 0-1 0 0,-1-1 1 0 0,0 1-1 0 0,3-18 1 0 0,-6 20-43 0 0,-1 0 1 0 0,0-1-1 0 0,0 1 1 0 0,0-1-1 0 0,-1 1 1 0 0,-1 0-1 0 0,1-1 0 0 0,-2 1 1 0 0,1 0-1 0 0,-1 0 1 0 0,-1 0-1 0 0,1 1 1 0 0,-2-1-1 0 0,-9-15 1 0 0,2 7 75 0 0,9 13-68 0 0,0 0 0 0 0,0 0 0 0 0,0 0 0 0 0,1 0 0 0 0,-1 0 0 0 0,1-1 0 0 0,-2-5 0 0 0,4 8-3 0 0,0 1 0 0 0,0-1 0 0 0,0 1 0 0 0,0-1 0 0 0,0 1 0 0 0,0 0 0 0 0,1-1 0 0 0,-1 1 0 0 0,0-1 0 0 0,1 1 0 0 0,-1-1 0 0 0,1 1 0 0 0,-1 0 0 0 0,1-1 0 0 0,0 1 0 0 0,0 0-1 0 0,0 0 1 0 0,-1-1 0 0 0,1 1 0 0 0,0 0 0 0 0,0 0 0 0 0,0 0 0 0 0,1 0 0 0 0,-1 0 0 0 0,0 0 0 0 0,0 1 0 0 0,1-1 0 0 0,1-1 0 0 0,4-2-8 0 0,-1 0 0 0 0,1 0 0 0 0,0 1 0 0 0,0 0 0 0 0,1 0 0 0 0,-1 1 0 0 0,0 0 0 0 0,1 0 0 0 0,-1 1 0 0 0,1 0 0 0 0,14 0 0 0 0,-17 1 5 0 0,0 1 1 0 0,0 0 0 0 0,1 0-1 0 0,-1 1 1 0 0,0-1 0 0 0,0 1 0 0 0,0 0-1 0 0,-1 0 1 0 0,1 1 0 0 0,0 0 0 0 0,-1-1-1 0 0,1 1 1 0 0,-1 1 0 0 0,0-1 0 0 0,0 1-1 0 0,0 0 1 0 0,5 7 0 0 0,2 3 59 0 0,-2 0-1 0 0,0 1 1 0 0,-1-1 0 0 0,0 2 0 0 0,-1-1-1 0 0,0 1 1 0 0,6 26 0 0 0,-2 10 121 0 0,6 58 1 0 0,-5-29-294 0 0,-10-70-627 0 0,0-4-228 0 0</inkml:trace>
</inkml:ink>
</file>

<file path=ppt/ink/ink1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4.985"/>
    </inkml:context>
    <inkml:brush xml:id="br0">
      <inkml:brushProperty name="width" value="0.1" units="cm"/>
      <inkml:brushProperty name="height" value="0.1" units="cm"/>
      <inkml:brushProperty name="color" value="#004F8B"/>
    </inkml:brush>
  </inkml:definitions>
  <inkml:trace contextRef="#ctx0" brushRef="#br0">10 0 10138 0 0,'0'0'98'0'0,"0"0"0"0"0,-1 0 0 0 0,1 0 0 0 0,0 1 0 0 0,-1-1 0 0 0,1 0 0 0 0,0 0 0 0 0,-1 0 0 0 0,1 0 0 0 0,0 0 0 0 0,-1 0 0 0 0,1 1 0 0 0,0-1 0 0 0,-1 0 0 0 0,1 0 0 0 0,0 0 0 0 0,0 1 0 0 0,-1-1 0 0 0,1 0 0 0 0,0 0 0 0 0,0 1 0 0 0,0-1 0 0 0,-1 0 0 0 0,1 1 0 0 0,0-1 0 0 0,0 0 0 0 0,0 1 0 0 0,0-1 0 0 0,0 0 0 0 0,0 1 0 0 0,0-1 0 0 0,-1 0 0 0 0,1 1 0 0 0,0-1 0 0 0,0 1 0 0 0,-2 23 2058 0 0,5 29 389 0 0,-2-50-2245 0 0,40 242 2311 0 0,-1-5-3133 0 0,-42-214-1572 0 0,-2-13-434 0 0,4-12 2481 0 0,0-1 1 0 0,0 0-1 0 0,0 0 0 0 0,0 0 1 0 0,0 0-1 0 0,0 1 0 0 0,0-1 1 0 0,-1 0-1 0 0,1 0 0 0 0,0 0 1 0 0,0 0-1 0 0,0 0 0 0 0,0 0 1 0 0,0 1-1 0 0,-1-1 1 0 0,1 0-1 0 0,0 0 0 0 0,0 0 1 0 0,0 0-1 0 0,-1 0 0 0 0,1 0 1 0 0,0 0-1 0 0,0 0 0 0 0,0 0 1 0 0,0 0-1 0 0,-1 0 1 0 0,1 0-1 0 0,0 0 0 0 0,0 0 1 0 0,0 0-1 0 0,-1 0 0 0 0,1 0 1 0 0,0 0-1 0 0,0 0 0 0 0,0 0 1 0 0,-1 0-1 0 0,1 0 0 0 0,0 0 1 0 0,0 0-1 0 0,0 0 1 0 0,0-1-1 0 0,0 1 0 0 0,-1 0 1 0 0,1 0-1 0 0,-3-4 47 0 0</inkml:trace>
</inkml:ink>
</file>

<file path=ppt/ink/ink1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5.252"/>
    </inkml:context>
    <inkml:brush xml:id="br0">
      <inkml:brushProperty name="width" value="0.1" units="cm"/>
      <inkml:brushProperty name="height" value="0.1" units="cm"/>
      <inkml:brushProperty name="color" value="#004F8B"/>
    </inkml:brush>
  </inkml:definitions>
  <inkml:trace contextRef="#ctx0" brushRef="#br0">0 56 7834 0 0,'0'-2'121'0'0,"1"1"1"0"0,-1-1-1 0 0,0 1 1 0 0,0-1-1 0 0,1 1 1 0 0,-1-1 0 0 0,1 1-1 0 0,-1 0 1 0 0,1-1-1 0 0,-1 1 1 0 0,1 0-1 0 0,0-1 1 0 0,0 1 0 0 0,0 0-1 0 0,0 0 1 0 0,0 0-1 0 0,0 0 1 0 0,0 0-1 0 0,0 0 1 0 0,0 0-1 0 0,0 0 1 0 0,0 0 0 0 0,1 1-1 0 0,-1-1 1 0 0,0 0-1 0 0,1 1 1 0 0,-1-1-1 0 0,0 1 1 0 0,3-1 0 0 0,44-16 1992 0 0,-38 15-1588 0 0,0 1-1 0 0,1 0 1 0 0,-1 0-1 0 0,1 1 1 0 0,-1 0 0 0 0,1 1-1 0 0,11 2 1 0 0,-16-2-385 0 0,0 0 0 0 0,0 0 0 0 0,-1 1 0 0 0,1 0-1 0 0,0 0 1 0 0,-1 1 0 0 0,0-1 0 0 0,1 1 0 0 0,-1 0 0 0 0,0 1 0 0 0,-1-1 0 0 0,1 1 0 0 0,-1 0 0 0 0,5 5 0 0 0,-7-7-126 0 0,-1 0 0 0 0,0 0 0 0 0,0 0 0 0 0,0 0 0 0 0,0 0 0 0 0,0 0 0 0 0,0 0 1 0 0,0 1-1 0 0,-1-1 0 0 0,1 0 0 0 0,-1 0 0 0 0,1 1 0 0 0,-1-1 0 0 0,0 0 0 0 0,0 1 1 0 0,0-1-1 0 0,0 0 0 0 0,-1 3 0 0 0,0 1 15 0 0,-1-1-1 0 0,1 0 1 0 0,-1 0 0 0 0,-1 0 0 0 0,1 0-1 0 0,-1 0 1 0 0,-4 7 0 0 0,-5 4 65 0 0,-1-1-1 0 0,0 0 1 0 0,-18 14 0 0 0,31-28-94 0 0,-17 14-106 0 0,0 0 0 0 0,-1-1 0 0 0,0-1 0 0 0,-23 12 0 0 0,40-25-76 0 0,-11 2-2796 0 0</inkml:trace>
</inkml:ink>
</file>

<file path=ppt/ink/ink1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5.554"/>
    </inkml:context>
    <inkml:brush xml:id="br0">
      <inkml:brushProperty name="width" value="0.1" units="cm"/>
      <inkml:brushProperty name="height" value="0.1" units="cm"/>
      <inkml:brushProperty name="color" value="#004F8B"/>
    </inkml:brush>
  </inkml:definitions>
  <inkml:trace contextRef="#ctx0" brushRef="#br0">1 24 5985 0 0,'27'-23'8923'0'0,"-26"23"-8733"0"0,-1 1 0 0 0,1-1 0 0 0,-1 0-1 0 0,1 1 1 0 0,0-1 0 0 0,-1 1 0 0 0,1 0 0 0 0,-1-1 0 0 0,1 1-1 0 0,-1-1 1 0 0,0 1 0 0 0,1 0 0 0 0,-1-1 0 0 0,0 1 0 0 0,1 0-1 0 0,-1-1 1 0 0,0 1 0 0 0,0 0 0 0 0,1 0 0 0 0,-1-1 0 0 0,0 1-1 0 0,0 0 1 0 0,0 0 0 0 0,0-1 0 0 0,0 1 0 0 0,0 0 0 0 0,0 0-1 0 0,0-1 1 0 0,-1 2 0 0 0,2 46 976 0 0,-6 52 0 0 0,0 39-1248 0 0,6-110 21 0 0,0 6-369 0 0,1 0 0 0 0,2 0 0 0 0,12 50 1 0 0,-12-72-744 0 0</inkml:trace>
</inkml:ink>
</file>

<file path=ppt/ink/ink1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5.776"/>
    </inkml:context>
    <inkml:brush xml:id="br0">
      <inkml:brushProperty name="width" value="0.1" units="cm"/>
      <inkml:brushProperty name="height" value="0.1" units="cm"/>
      <inkml:brushProperty name="color" value="#004F8B"/>
    </inkml:brush>
  </inkml:definitions>
  <inkml:trace contextRef="#ctx0" brushRef="#br0">18 89 5529 0 0,'-17'-15'5746'0'0,"38"-7"939"0"0,-18 19-7001 0 0,6-4 858 0 0,1-1 1 0 0,0 1 0 0 0,13-7 0 0 0,-19 11-715 0 0,0 2 1 0 0,1-1 0 0 0,-1 0 0 0 0,0 1 0 0 0,0 0 0 0 0,1 0-1 0 0,5-1 1 0 0,3 2-1238 0 0</inkml:trace>
</inkml:ink>
</file>

<file path=ppt/ink/ink1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5.998"/>
    </inkml:context>
    <inkml:brush xml:id="br0">
      <inkml:brushProperty name="width" value="0.1" units="cm"/>
      <inkml:brushProperty name="height" value="0.1" units="cm"/>
      <inkml:brushProperty name="color" value="#004F8B"/>
    </inkml:brush>
  </inkml:definitions>
  <inkml:trace contextRef="#ctx0" brushRef="#br0">0 241 10594 0 0,'65'-59'6015'0'0,"38"-23"-4380"0"0,-86 69-1547 0 0,21-14-764 0 0,18-17-4884 0 0,-38 28 3458 0 0</inkml:trace>
</inkml:ink>
</file>

<file path=ppt/ink/ink1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46.402"/>
    </inkml:context>
    <inkml:brush xml:id="br0">
      <inkml:brushProperty name="width" value="0.1" units="cm"/>
      <inkml:brushProperty name="height" value="0.1" units="cm"/>
      <inkml:brushProperty name="color" value="#004F8B"/>
    </inkml:brush>
  </inkml:definitions>
  <inkml:trace contextRef="#ctx0" brushRef="#br0">127 110 8754 0 0,'-2'-2'190'0'0,"0"0"1"0"0,0 0 0 0 0,-1 0-1 0 0,1 1 1 0 0,0-1 0 0 0,-1 1-1 0 0,1-1 1 0 0,-1 1-1 0 0,0 0 1 0 0,1 0 0 0 0,-1 0-1 0 0,0 0 1 0 0,0 1-1 0 0,-3-1 1 0 0,4 1 30 0 0,0 1 0 0 0,0-1 1 0 0,-1 1-1 0 0,1-1 0 0 0,0 1 0 0 0,0 0 0 0 0,0 0 1 0 0,0 0-1 0 0,0 0 0 0 0,1 0 0 0 0,-1 1 0 0 0,0-1 0 0 0,0 1 1 0 0,1-1-1 0 0,-1 1 0 0 0,1-1 0 0 0,-1 1 0 0 0,1 0 1 0 0,-2 3-1 0 0,-4 6 30 0 0,1 1-1 0 0,0 0 1 0 0,1 0 0 0 0,0 0 0 0 0,0 1 0 0 0,2-1-1 0 0,0 1 1 0 0,0 0 0 0 0,1 0 0 0 0,0 0-1 0 0,2 1 1 0 0,-1-1 0 0 0,2 0 0 0 0,-1 0 0 0 0,2 1-1 0 0,0-1 1 0 0,0 0 0 0 0,5 13 0 0 0,-4-19-242 0 0,0 0 1 0 0,0 0-1 0 0,1-1 1 0 0,0 1-1 0 0,0-1 1 0 0,0 0-1 0 0,1 0 1 0 0,0-1-1 0 0,0 1 0 0 0,0-1 1 0 0,1 0-1 0 0,0 0 1 0 0,0-1-1 0 0,7 5 1 0 0,-4-4 53 0 0,1 0 1 0 0,0-1-1 0 0,0 0 1 0 0,0-1-1 0 0,0 0 1 0 0,1 0 0 0 0,-1-1-1 0 0,1-1 1 0 0,15 1-1 0 0,-14-1 11 0 0,0-2 0 0 0,0 0 0 0 0,0 0 0 0 0,-1-1 0 0 0,1 0 0 0 0,-1-1 0 0 0,1-1 0 0 0,16-6 0 0 0,-21 6-57 0 0,1 0 1 0 0,-1 0 0 0 0,0 0 0 0 0,0-1 0 0 0,0 0 0 0 0,-1-1 0 0 0,1 0-1 0 0,-1 1 1 0 0,-1-2 0 0 0,1 1 0 0 0,-1-1 0 0 0,5-9 0 0 0,-4 5 19 0 0,0-1 0 0 0,-1-1 1 0 0,-1 1-1 0 0,0-1 1 0 0,-1 0-1 0 0,-1 0 0 0 0,0 0 1 0 0,0 0-1 0 0,-1 0 0 0 0,-1 0 1 0 0,0 0-1 0 0,-1-1 0 0 0,0 1 1 0 0,-1 0-1 0 0,-1 0 0 0 0,0 1 1 0 0,0-1-1 0 0,-2 0 0 0 0,1 1 1 0 0,-2 0-1 0 0,1 0 0 0 0,-2 0 1 0 0,0 1-1 0 0,0 0 0 0 0,-1 0 1 0 0,-17-17-1 0 0,21 24-15 0 0,-1 0 0 0 0,1 0 0 0 0,-1 1-1 0 0,0-1 1 0 0,-1 1 0 0 0,1 1 0 0 0,0-1 0 0 0,-1 1 0 0 0,1 0 0 0 0,-1 0-1 0 0,0 0 1 0 0,-10-1 0 0 0,4 2-325 0 0,0 0 0 0 0,0 1 0 0 0,0 0 0 0 0,0 1 0 0 0,-16 3 0 0 0,-9 3-7549 0 0</inkml:trace>
</inkml:ink>
</file>

<file path=ppt/ink/ink1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59.176"/>
    </inkml:context>
    <inkml:brush xml:id="br0">
      <inkml:brushProperty name="width" value="0.1" units="cm"/>
      <inkml:brushProperty name="height" value="0.1" units="cm"/>
      <inkml:brushProperty name="color" value="#004F8B"/>
    </inkml:brush>
  </inkml:definitions>
  <inkml:trace contextRef="#ctx0" brushRef="#br0">169 155 3225 0 0,'2'-41'1680'0'0,"-1"30"-964"0"0,0 1 1 0 0,0 0-1 0 0,-1 0 0 0 0,-1 0 0 0 0,0-1 0 0 0,0 1 0 0 0,-1 0 0 0 0,-3-12 0 0 0,4 21-644 0 0,1 1 0 0 0,0-1-1 0 0,0 1 1 0 0,-1-1-1 0 0,1 1 1 0 0,0-1-1 0 0,0 1 1 0 0,-1-1 0 0 0,1 1-1 0 0,-1 0 1 0 0,1-1-1 0 0,0 1 1 0 0,-1-1 0 0 0,1 1-1 0 0,-1 0 1 0 0,1-1-1 0 0,-1 1 1 0 0,1 0-1 0 0,-1 0 1 0 0,1 0 0 0 0,-1-1-1 0 0,1 1 1 0 0,-1 0-1 0 0,1 0 1 0 0,-1 0 0 0 0,1 0-1 0 0,-1 0 1 0 0,1 0-1 0 0,-1 0 1 0 0,1 0-1 0 0,-1 0 1 0 0,0 0 0 0 0,1 0-1 0 0,-1 0 1 0 0,1 0-1 0 0,-1 0 1 0 0,1 1-1 0 0,-1-1 1 0 0,1 0 0 0 0,-1 0-1 0 0,1 1 1 0 0,-1-1-1 0 0,1 0 1 0 0,-1 1 0 0 0,1-1-1 0 0,0 0 1 0 0,-1 1-1 0 0,1-1 1 0 0,0 1-1 0 0,-1-1 1 0 0,1 1 0 0 0,0-1-1 0 0,-1 0 1 0 0,1 1-1 0 0,0 0 1 0 0,-20 27 1174 0 0,3 5-932 0 0,1 1 1 0 0,2 0-1 0 0,2 0 0 0 0,1 1 0 0 0,-12 65 1 0 0,12-22-115 0 0,-4 129 1 0 0,15-169-85 0 0,1-1-1 0 0,1 1 1 0 0,3-1-1 0 0,1 0 1 0 0,15 54-1 0 0,-14-71-35 0 0,0 0-1 0 0,2 0 1 0 0,0-1-1 0 0,1-1 1 0 0,0 1-1 0 0,2-1 1 0 0,0-1-1 0 0,2 0 1 0 0,-1-1-1 0 0,2-1 1 0 0,18 16-1 0 0,-18-18-76 0 0,1-1-1 0 0,1 0 1 0 0,0-2 0 0 0,0 0-1 0 0,1-1 1 0 0,0 0-1 0 0,1-2 1 0 0,24 7 0 0 0,-28-10-965 0 0,0-1-1 0 0,0-1 1 0 0,27 1 0 0 0,-21-3-381 0 0</inkml:trace>
</inkml:ink>
</file>

<file path=ppt/ink/ink1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6:59.874"/>
    </inkml:context>
    <inkml:brush xml:id="br0">
      <inkml:brushProperty name="width" value="0.1" units="cm"/>
      <inkml:brushProperty name="height" value="0.1" units="cm"/>
      <inkml:brushProperty name="color" value="#004F8B"/>
    </inkml:brush>
  </inkml:definitions>
  <inkml:trace contextRef="#ctx0" brushRef="#br0">18 107 6913 0 0,'-1'0'31'0'0,"0"0"-1"0"0,0 0 1 0 0,1 0-1 0 0,-1 0 1 0 0,0 0-1 0 0,0 0 0 0 0,1-1 1 0 0,-1 1-1 0 0,0 0 1 0 0,1-1-1 0 0,-1 1 0 0 0,0 0 1 0 0,1-1-1 0 0,-1 1 1 0 0,0-1-1 0 0,1 1 1 0 0,-1-1-1 0 0,1 1 0 0 0,-1-1 1 0 0,1 0-1 0 0,-1 1 1 0 0,1-1-1 0 0,0 0 0 0 0,-1 1 1 0 0,1-1-1 0 0,0 0 1 0 0,-1 1-1 0 0,1-1 1 0 0,0 0-1 0 0,0 1 0 0 0,0-3 1 0 0,0 1 173 0 0,0 0 0 0 0,0 0 0 0 0,1 0 0 0 0,0-1 0 0 0,-1 1 0 0 0,1 0 1 0 0,0 0-1 0 0,0 0 0 0 0,0 0 0 0 0,0 0 0 0 0,2-2 0 0 0,1-2 521 0 0,1 0 0 0 0,0 0 0 0 0,0 0 0 0 0,1 0 0 0 0,11-8 0 0 0,-13 11-490 0 0,0 1 1 0 0,0 0-1 0 0,0 0 1 0 0,0 0-1 0 0,1 0 1 0 0,-1 1-1 0 0,1-1 1 0 0,-1 1-1 0 0,1 0 1 0 0,-1 1-1 0 0,1-1 1 0 0,0 1-1 0 0,-1 0 1 0 0,1 0-1 0 0,0 0 1 0 0,4 1-1 0 0,-6 0-165 0 0,0 0-1 0 0,0 0 0 0 0,-1 1 0 0 0,1-1 1 0 0,0 1-1 0 0,-1-1 0 0 0,1 1 1 0 0,-1 0-1 0 0,0 0 0 0 0,0 0 1 0 0,1 0-1 0 0,-1 0 0 0 0,0 0 0 0 0,-1 0 1 0 0,1 1-1 0 0,0-1 0 0 0,-1 1 1 0 0,1 0-1 0 0,-1-1 0 0 0,0 1 1 0 0,0 0-1 0 0,0 0 0 0 0,0 0 0 0 0,-1-1 1 0 0,2 7-1 0 0,-1 3-44 0 0,1 1 0 0 0,-2-1 1 0 0,0 0-1 0 0,0 1 0 0 0,-1-1 0 0 0,-3 15 0 0 0,-22 73 252 0 0,18-76-216 0 0,1 1 0 0 0,1-1 0 0 0,-5 50 1 0 0,11-71-69 0 0,0-1 0 0 0,0 1 0 0 0,-1-1 0 0 0,1 1 1 0 0,1-1-1 0 0,-1 1 0 0 0,0-1 0 0 0,1 1 0 0 0,-1-1 0 0 0,1 1 1 0 0,0-1-1 0 0,0 1 0 0 0,0-1 0 0 0,0 0 0 0 0,0 0 1 0 0,0 1-1 0 0,1-1 0 0 0,-1 0 0 0 0,1 0 0 0 0,-1 0 1 0 0,4 2-1 0 0,-2-2-10 0 0,0-1 0 0 0,0 0 1 0 0,0 0-1 0 0,0 0 0 0 0,1 0 1 0 0,-1-1-1 0 0,0 0 0 0 0,0 1 1 0 0,0-1-1 0 0,1 0 0 0 0,-1 0 1 0 0,0-1-1 0 0,0 1 0 0 0,0-1 0 0 0,1 1 1 0 0,2-3-1 0 0,7 0-153 0 0,-1 0-1 0 0,1 1 1 0 0,-1 1 0 0 0,1 0-1 0 0,0 0 1 0 0,22 2 0 0 0,-31 0 159 0 0,1 0-1 0 0,-1 0 1 0 0,0 0 0 0 0,0 1 0 0 0,0-1 0 0 0,0 1 0 0 0,0 0-1 0 0,0 0 1 0 0,-1 0 0 0 0,1 1 0 0 0,-1-1 0 0 0,1 1 0 0 0,-1 0-1 0 0,0 0 1 0 0,0 0 0 0 0,0 0 0 0 0,0 1 0 0 0,-1-1 0 0 0,1 1-1 0 0,-1-1 1 0 0,0 1 0 0 0,0 0 0 0 0,2 7 0 0 0,-1-2 19 0 0,0 1-1 0 0,-1-1 1 0 0,-1 0 0 0 0,0 1 0 0 0,0 0-1 0 0,0-1 1 0 0,-1 1 0 0 0,-1-1-1 0 0,0 1 1 0 0,0-1 0 0 0,-1 1 0 0 0,0-1-1 0 0,0 0 1 0 0,-7 15 0 0 0,-6 10-261 0 0,-1 1-1 0 0,-30 44 1 0 0,13-22-1160 0 0,21-37 314 0 0</inkml:trace>
</inkml:ink>
</file>

<file path=ppt/ink/ink1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0.082"/>
    </inkml:context>
    <inkml:brush xml:id="br0">
      <inkml:brushProperty name="width" value="0.1" units="cm"/>
      <inkml:brushProperty name="height" value="0.1" units="cm"/>
      <inkml:brushProperty name="color" value="#004F8B"/>
    </inkml:brush>
  </inkml:definitions>
  <inkml:trace contextRef="#ctx0" brushRef="#br0">26 0 7834 0 0,'-3'13'8296'0'0,"-5"4"-3809"0"0,-3 7-4001 0 0,7 1-5960 0 0</inkml:trace>
</inkml:ink>
</file>

<file path=ppt/ink/ink1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0.611"/>
    </inkml:context>
    <inkml:brush xml:id="br0">
      <inkml:brushProperty name="width" value="0.1" units="cm"/>
      <inkml:brushProperty name="height" value="0.1" units="cm"/>
      <inkml:brushProperty name="color" value="#004F8B"/>
    </inkml:brush>
  </inkml:definitions>
  <inkml:trace contextRef="#ctx0" brushRef="#br0">29 64 456 0 0,'0'-1'195'0'0,"0"0"0"0"0,0 0 0 0 0,0 0 0 0 0,0-1 0 0 0,0 1 0 0 0,-1 0 0 0 0,1 0 0 0 0,0 0 1 0 0,-1 0-1 0 0,1 0 0 0 0,0 0 0 0 0,-1 0 0 0 0,0 0 0 0 0,1 0 0 0 0,-1 0 0 0 0,1 0 0 0 0,-1 1 0 0 0,0-1 0 0 0,0 0 0 0 0,0 0 0 0 0,1 0 0 0 0,-1 1 0 0 0,0-1 0 0 0,-2 0 0 0 0,2 0 97 0 0,0 0 1 0 0,0 1-1 0 0,0-1 0 0 0,0 0 0 0 0,0 0 1 0 0,0 0-1 0 0,1 0 0 0 0,-1 0 0 0 0,0 0 1 0 0,0 0-1 0 0,1 0 0 0 0,-1 0 0 0 0,0 0 0 0 0,1 0 1 0 0,-1 0-1 0 0,1 0 0 0 0,0-1 0 0 0,-1 1 1 0 0,1 0-1 0 0,0-3 0 0 0,0 3-146 0 0,0 0-1 0 0,1 1 1 0 0,-1-1-1 0 0,1 0 1 0 0,-1 0-1 0 0,1 0 1 0 0,0 0 0 0 0,-1 0-1 0 0,1 1 1 0 0,0-1-1 0 0,0 0 1 0 0,-1 1-1 0 0,1-1 1 0 0,0 0-1 0 0,0 1 1 0 0,0-1-1 0 0,0 1 1 0 0,0-1 0 0 0,0 1-1 0 0,0 0 1 0 0,0-1-1 0 0,0 1 1 0 0,0 0-1 0 0,0 0 1 0 0,0-1-1 0 0,0 1 1 0 0,0 0-1 0 0,0 0 1 0 0,0 0 0 0 0,0 0-1 0 0,0 1 1 0 0,0-1-1 0 0,0 0 1 0 0,0 0-1 0 0,0 1 1 0 0,1-1-1 0 0,0 1-28 0 0,0 0 0 0 0,0-1 0 0 0,0 1 0 0 0,0 0 0 0 0,-1 0-1 0 0,1 0 1 0 0,0 0 0 0 0,0 0 0 0 0,-1 1 0 0 0,1-1 0 0 0,-1 0-1 0 0,1 1 1 0 0,-1-1 0 0 0,1 1 0 0 0,-1 0 0 0 0,0-1 0 0 0,1 3-1 0 0,1 7-30 0 0,-1 0-1 0 0,0 0 1 0 0,-1 1-1 0 0,0-1 1 0 0,-1 0-1 0 0,0 0 1 0 0,-1 1-1 0 0,0-1 1 0 0,0 0-1 0 0,-5 14 1 0 0,3-11-141 0 0,1 1 1 0 0,0-1 0 0 0,1 1 0 0 0,0 0-1 0 0,2 19 1 0 0,0-31 42 0 0,-1-1 0 0 0,1 1 0 0 0,0-1 0 0 0,0 1 0 0 0,0-1 0 0 0,0 1 0 0 0,1-1 0 0 0,-1 1 0 0 0,1-1 0 0 0,-1 0 0 0 0,1 0 0 0 0,0 0 0 0 0,-1 0 0 0 0,1 0 0 0 0,0 0 0 0 0,1 0 0 0 0,-1-1 0 0 0,0 1 0 0 0,0-1 0 0 0,1 1 0 0 0,-1-1 0 0 0,4 1 0 0 0,6 3 24 0 0,1-1-1 0 0,-1-1 1 0 0,22 4-1 0 0,12 3 0 0 0,-41-9 0 0 0,-1 1-1 0 0,0-1 0 0 0,0 1 0 0 0,0 0 0 0 0,0 0 0 0 0,0 1 0 0 0,0-1 0 0 0,0 1 0 0 0,-1 0 0 0 0,1 0 0 0 0,-1 0 0 0 0,0 0 1 0 0,0 0-1 0 0,0 1 0 0 0,2 3 0 0 0,-3-3-2 0 0,-1 0 0 0 0,0-1 0 0 0,0 1 0 0 0,0 0 0 0 0,0 0 0 0 0,0-1 0 0 0,-1 1 0 0 0,0 0 1 0 0,0 0-1 0 0,0 0 0 0 0,0 0 0 0 0,0 0 0 0 0,-1-1 0 0 0,0 1 0 0 0,1 0 0 0 0,-2 0 0 0 0,-1 6 0 0 0,-5 6-819 0 0,0 1-1 0 0,-1-1 0 0 0,0-1 1 0 0,-1 0-1 0 0,-1 0 1 0 0,-17 17-1 0 0,15-18-5197 0 0</inkml:trace>
</inkml:ink>
</file>

<file path=ppt/ink/ink1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1.051"/>
    </inkml:context>
    <inkml:brush xml:id="br0">
      <inkml:brushProperty name="width" value="0.1" units="cm"/>
      <inkml:brushProperty name="height" value="0.1" units="cm"/>
      <inkml:brushProperty name="color" value="#004F8B"/>
    </inkml:brush>
  </inkml:definitions>
  <inkml:trace contextRef="#ctx0" brushRef="#br0">0 304 5065 0 0,'1'-2'447'0'0,"0"-3"956"0"0,1 1 0 0 0,0-1 0 0 0,-1 1 1 0 0,2-1-1 0 0,-1 1 0 0 0,0-1 0 0 0,4-3 0 0 0,-5 7-1260 0 0,0 0 0 0 0,0 1-1 0 0,0-1 1 0 0,0 1 0 0 0,0-1-1 0 0,0 0 1 0 0,0 1 0 0 0,0 0 0 0 0,0-1-1 0 0,0 1 1 0 0,0 0 0 0 0,0-1-1 0 0,0 1 1 0 0,0 0 0 0 0,0 0-1 0 0,0 0 1 0 0,0 0 0 0 0,1 0-1 0 0,-1 0 1 0 0,0 0 0 0 0,0 0-1 0 0,0 1 1 0 0,0-1 0 0 0,0 0-1 0 0,0 1 1 0 0,0-1 0 0 0,0 1 0 0 0,0-1-1 0 0,0 1 1 0 0,0-1 0 0 0,0 1-1 0 0,0 0 1 0 0,0-1 0 0 0,-1 1-1 0 0,1 0 1 0 0,0 0 0 0 0,0 0-1 0 0,0 0 1 0 0,12 12-21 0 0,-1 1-1 0 0,-1 0 1 0 0,0 0 0 0 0,16 29-1 0 0,3 4-30 0 0,-27-43-89 0 0,9 13 21 0 0,0 0 0 0 0,2-1 0 0 0,24 23 0 0 0,-34-35-17 0 0,0-1-1 0 0,1 0 0 0 0,-1 0 1 0 0,1 0-1 0 0,0 0 1 0 0,0-1-1 0 0,0 0 0 0 0,7 3 1 0 0,-9-5-5 0 0,0 1 0 0 0,0-1 1 0 0,0 1-1 0 0,0-1 0 0 0,0 0 0 0 0,0 0 1 0 0,0 0-1 0 0,0-1 0 0 0,0 1 0 0 0,0-1 0 0 0,-1 0 1 0 0,1 1-1 0 0,0-1 0 0 0,0 0 0 0 0,-1-1 1 0 0,5-1-1 0 0,-4 1 16 0 0,0-1 0 0 0,0 1 1 0 0,-1 0-1 0 0,1-1 0 0 0,-1 0 0 0 0,0 1 0 0 0,0-1 1 0 0,0 0-1 0 0,0 0 0 0 0,0 0 0 0 0,-1 0 1 0 0,1-1-1 0 0,-1 1 0 0 0,0 0 0 0 0,0-1 0 0 0,1-4 1 0 0,1-9 141 0 0,-1 1 1 0 0,0-22-1 0 0,0 10-42 0 0,-1 19-63 0 0,18-158 371 0 0,-13 133-450 0 0,1 0 0 0 0,22-61 0 0 0,-12 63-2549 0 0</inkml:trace>
</inkml:ink>
</file>

<file path=ppt/ink/ink1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1.685"/>
    </inkml:context>
    <inkml:brush xml:id="br0">
      <inkml:brushProperty name="width" value="0.1" units="cm"/>
      <inkml:brushProperty name="height" value="0.1" units="cm"/>
      <inkml:brushProperty name="color" value="#004F8B"/>
    </inkml:brush>
  </inkml:definitions>
  <inkml:trace contextRef="#ctx0" brushRef="#br0">181 127 6913 0 0,'7'-10'595'0'0,"-1"0"-1"0"0,0 0 0 0 0,-1 0 0 0 0,0-1 0 0 0,0 0 0 0 0,-1 0 0 0 0,-1 0 0 0 0,3-15 0 0 0,-5 26-526 0 0,-1-1 0 0 0,0 1 0 0 0,0-1 0 0 0,0 1 0 0 0,0-1 0 0 0,0 1 0 0 0,0-1 0 0 0,0 0 0 0 0,0 1 0 0 0,0-1 0 0 0,0 1 0 0 0,0-1 0 0 0,-1 1 0 0 0,1-1 0 0 0,0 1 0 0 0,0-1 0 0 0,0 1 0 0 0,-1-1 0 0 0,1 1 0 0 0,0-1 0 0 0,-1 1 0 0 0,1-1 0 0 0,0 1 0 0 0,-1 0 0 0 0,1-1-1 0 0,-1 1 1 0 0,1-1 0 0 0,0 1 0 0 0,-1 0 0 0 0,1 0 0 0 0,-1-1 0 0 0,1 1 0 0 0,-1 0 0 0 0,1 0 0 0 0,-1-1 0 0 0,1 1 0 0 0,-1 0 0 0 0,1 0 0 0 0,-1 0 0 0 0,0 0 0 0 0,1 0 0 0 0,-1 0 0 0 0,1 0 0 0 0,-1 0 0 0 0,1 0 0 0 0,-1 0 0 0 0,1 0 0 0 0,-1 0 0 0 0,1 0 0 0 0,-1 1 0 0 0,0-1 0 0 0,1 0 0 0 0,-1 0 0 0 0,1 1 0 0 0,0-1 0 0 0,-1 0 0 0 0,1 0 0 0 0,-1 1 0 0 0,-30 16 1497 0 0,19-7-1327 0 0,0 1 1 0 0,0 0-1 0 0,2 0 1 0 0,-1 1 0 0 0,2 1-1 0 0,0-1 1 0 0,0 2-1 0 0,1-1 1 0 0,0 1-1 0 0,-9 26 1 0 0,4-4-186 0 0,2 1 0 0 0,1-1 0 0 0,-6 52 0 0 0,11-61-49 0 0,3-1 0 0 0,0 1-1 0 0,1 0 1 0 0,2 0-1 0 0,1-1 1 0 0,1 1-1 0 0,11 46 1 0 0,-10-59-15 0 0,1 0-1 0 0,0-1 1 0 0,1 0 0 0 0,0 0-1 0 0,1 0 1 0 0,1-1 0 0 0,0 0-1 0 0,1 0 1 0 0,0-1 0 0 0,0 0-1 0 0,1-1 1 0 0,1 0 0 0 0,0 0-1 0 0,0-1 1 0 0,1-1 0 0 0,13 8-1 0 0,-9-7-289 0 0,1 0 0 0 0,0-2 0 0 0,1 0 0 0 0,35 9 0 0 0,-25-10-778 0 0</inkml:trace>
</inkml:ink>
</file>

<file path=ppt/ink/ink1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2.112"/>
    </inkml:context>
    <inkml:brush xml:id="br0">
      <inkml:brushProperty name="width" value="0.1" units="cm"/>
      <inkml:brushProperty name="height" value="0.1" units="cm"/>
      <inkml:brushProperty name="color" value="#004F8B"/>
    </inkml:brush>
  </inkml:definitions>
  <inkml:trace contextRef="#ctx0" brushRef="#br0">50 136 14283 0 0,'-1'0'42'0'0,"0"-1"-1"0"0,0 0 1 0 0,0 0-1 0 0,0 0 1 0 0,0 1-1 0 0,0-1 0 0 0,0 0 1 0 0,0 1-1 0 0,0-1 1 0 0,0 1-1 0 0,0-1 1 0 0,0 1-1 0 0,-1 0 1 0 0,1-1-1 0 0,0 1 1 0 0,0 0-1 0 0,0 0 1 0 0,-1 0-1 0 0,1 0 1 0 0,0 0-1 0 0,0 0 1 0 0,0 0-1 0 0,-1 0 1 0 0,1 0-1 0 0,0 1 1 0 0,0-1-1 0 0,-2 1 1 0 0,1 1 92 0 0,1-1 0 0 0,0 1 0 0 0,-1-1 0 0 0,1 1 0 0 0,0-1 0 0 0,0 1 0 0 0,0 0 0 0 0,0 0 0 0 0,1 0 0 0 0,-1-1 0 0 0,0 1 1 0 0,1 0-1 0 0,0 0 0 0 0,-1 0 0 0 0,1 2 0 0 0,-1 8 464 0 0,0 0 0 0 0,1-1 0 0 0,0 1 0 0 0,4 18 0 0 0,-2-18-593 0 0,2 0 0 0 0,-1-1-1 0 0,1 1 1 0 0,1-1-1 0 0,0 0 1 0 0,1-1-1 0 0,0 1 1 0 0,1-1 0 0 0,0 0-1 0 0,0-1 1 0 0,1 0-1 0 0,0 0 1 0 0,1 0-1 0 0,-1-1 1 0 0,2-1 0 0 0,10 8-1 0 0,-13-10 3 0 0,0-1 0 0 0,1 0 0 0 0,0 0 1 0 0,0 0-1 0 0,0-1 0 0 0,0 0 0 0 0,1-1 0 0 0,-1 0 0 0 0,1 0 0 0 0,0-1 0 0 0,-1 0 0 0 0,1 0 1 0 0,0-1-1 0 0,0 0 0 0 0,-1-1 0 0 0,1 0 0 0 0,0 0 0 0 0,-1-1 0 0 0,1 0 0 0 0,-1 0 1 0 0,0-1-1 0 0,16-7 0 0 0,-18 6 69 0 0,1 0 0 0 0,-1 0 0 0 0,0 0 0 0 0,0-1 1 0 0,-1 0-1 0 0,1 0 0 0 0,-1 0 0 0 0,0-1 0 0 0,-1 1 0 0 0,1-1 0 0 0,-1-1 1 0 0,0 1-1 0 0,6-14 0 0 0,-6 11-3 0 0,-1-1-1 0 0,0 0 1 0 0,-1-1 0 0 0,0 1 0 0 0,0 0-1 0 0,-1-1 1 0 0,0 1 0 0 0,-1 0 0 0 0,-2-16-1 0 0,1 15-49 0 0,0-1 0 0 0,-1 1-1 0 0,-1 0 1 0 0,0-1-1 0 0,0 1 1 0 0,-1 0 0 0 0,-1 1-1 0 0,0-1 1 0 0,0 1 0 0 0,-1 0-1 0 0,0 0 1 0 0,-1 0-1 0 0,0 1 1 0 0,0 0 0 0 0,-1 1-1 0 0,-1 0 1 0 0,1 0-1 0 0,-16-11 1 0 0,17 16-55 0 0,1-1 0 0 0,-1 2 0 0 0,0-1 0 0 0,1 1 0 0 0,-1 0 1 0 0,-1 0-1 0 0,1 1 0 0 0,0 0 0 0 0,-8-1 0 0 0,-38 5-3079 0 0,33-1-4045 0 0</inkml:trace>
</inkml:ink>
</file>

<file path=ppt/ink/ink1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2.629"/>
    </inkml:context>
    <inkml:brush xml:id="br0">
      <inkml:brushProperty name="width" value="0.1" units="cm"/>
      <inkml:brushProperty name="height" value="0.1" units="cm"/>
      <inkml:brushProperty name="color" value="#004F8B"/>
    </inkml:brush>
  </inkml:definitions>
  <inkml:trace contextRef="#ctx0" brushRef="#br0">22 230 10594 0 0,'-21'-17'5647'0'0,"27"31"-2972"0"0,6 4-2428 0 0,0-1-1 0 0,0 0 1 0 0,21 21-1 0 0,-24-29-135 0 0,0 0-1 0 0,1-1 1 0 0,-1 0 0 0 0,1 0-1 0 0,1-1 1 0 0,22 10-1 0 0,-33-16-101 0 0,1-1-1 0 0,0 1 1 0 0,0-1-1 0 0,0 0 1 0 0,0 0-1 0 0,-1 1 1 0 0,1-1-1 0 0,0 0 1 0 0,0 0 0 0 0,0 0-1 0 0,0 0 1 0 0,0 0-1 0 0,0 0 1 0 0,0 0-1 0 0,-1 0 1 0 0,1-1-1 0 0,0 1 1 0 0,0 0-1 0 0,0 0 1 0 0,0-1-1 0 0,0 1 1 0 0,-1 0-1 0 0,1-1 1 0 0,0 1-1 0 0,0-1 1 0 0,0 0-1 0 0,1-1 40 0 0,-1 0 0 0 0,0 1 1 0 0,0-1-1 0 0,1 0 0 0 0,-1 0 0 0 0,0 0 0 0 0,-1 0 0 0 0,1 0 0 0 0,0 0 0 0 0,0-4 1 0 0,1-6 200 0 0,0 0 1 0 0,-1 0-1 0 0,-1-13 1 0 0,0 20-199 0 0,-6-98 483 0 0,3 70-997 0 0,1 0-1 0 0,2 0 0 0 0,4-37 1 0 0,-1 52-1026 0 0</inkml:trace>
</inkml:ink>
</file>

<file path=ppt/ink/ink1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3.336"/>
    </inkml:context>
    <inkml:brush xml:id="br0">
      <inkml:brushProperty name="width" value="0.1" units="cm"/>
      <inkml:brushProperty name="height" value="0.1" units="cm"/>
      <inkml:brushProperty name="color" value="#004F8B"/>
    </inkml:brush>
  </inkml:definitions>
  <inkml:trace contextRef="#ctx0" brushRef="#br0">37 69 4609 0 0,'-25'-28'2455'0'0,"24"26"-2149"0"0,0 0 0 0 0,-1 0 1 0 0,1 0-1 0 0,0 0 0 0 0,0 0 1 0 0,0 0-1 0 0,0 0 0 0 0,1 0 1 0 0,-1 0-1 0 0,1 0 0 0 0,-1 0 1 0 0,1-1-1 0 0,0 1 0 0 0,-1-4 0 0 0,2 6-222 0 0,-1 0 0 0 0,0-1-1 0 0,0 1 1 0 0,1 0 0 0 0,-1-1-1 0 0,0 1 1 0 0,1 0-1 0 0,-1-1 1 0 0,0 1 0 0 0,1 0-1 0 0,-1-1 1 0 0,0 1-1 0 0,1 0 1 0 0,-1 0 0 0 0,0-1-1 0 0,1 1 1 0 0,-1 0-1 0 0,1 0 1 0 0,-1 0 0 0 0,1 0-1 0 0,-1 0 1 0 0,0 0-1 0 0,1 0 1 0 0,-1 0 0 0 0,1 0-1 0 0,-1 0 1 0 0,1 0-1 0 0,-1 0 1 0 0,1 0 0 0 0,-1 0-1 0 0,1 0 1 0 0,-1 0 0 0 0,0 0-1 0 0,1 0 1 0 0,-1 1-1 0 0,1-1 1 0 0,-1 0 0 0 0,0 0-1 0 0,1 1 1 0 0,-1-1-1 0 0,0 0 1 0 0,1 1 0 0 0,20 10 1139 0 0,-6 1-878 0 0,0 0 1 0 0,-1 1-1 0 0,0 0 1 0 0,-1 1 0 0 0,-1 1-1 0 0,0 0 1 0 0,-1 1-1 0 0,0 0 1 0 0,15 34-1 0 0,-7-8-183 0 0,-2 1 0 0 0,-2 0 0 0 0,9 47 0 0 0,-11-26-190 0 0,-3 0-1 0 0,-3 0 1 0 0,-1 65-1 0 0,-8 9-6159 0 0,1-98 48 0 0</inkml:trace>
</inkml:ink>
</file>

<file path=ppt/ink/ink1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3.792"/>
    </inkml:context>
    <inkml:brush xml:id="br0">
      <inkml:brushProperty name="width" value="0.1" units="cm"/>
      <inkml:brushProperty name="height" value="0.1" units="cm"/>
      <inkml:brushProperty name="color" value="#004F8B"/>
    </inkml:brush>
  </inkml:definitions>
  <inkml:trace contextRef="#ctx0" brushRef="#br0">0 19 8754 0 0,'0'-1'175'0'0,"0"1"0"0"0,0-1 0 0 0,0 0 0 0 0,0 1 0 0 0,0-1 0 0 0,0 0 0 0 0,0 1 0 0 0,0-1 0 0 0,0 0 0 0 0,1 0 0 0 0,-1 1 0 0 0,0-1 0 0 0,0 1 0 0 0,1-1 0 0 0,-1 0 1 0 0,0 1-1 0 0,1-1 0 0 0,-1 1 0 0 0,0-1 0 0 0,1 0 0 0 0,-1 1 0 0 0,1-1 0 0 0,-1 1 0 0 0,1 0 0 0 0,-1-1 0 0 0,1 1 0 0 0,-1-1 0 0 0,1 1 0 0 0,1-1 0 0 0,-1 1 19 0 0,1 0 0 0 0,-1 0 0 0 0,0 0 0 0 0,1 0 1 0 0,-1 0-1 0 0,1 0 0 0 0,-1 1 0 0 0,0-1 0 0 0,1 0 0 0 0,-1 1 0 0 0,1-1 0 0 0,-1 1 0 0 0,2 0 0 0 0,3 3 205 0 0,0 0-1 0 0,0 0 0 0 0,0 0 0 0 0,8 8 0 0 0,5 9-1 0 0,-2 1-1 0 0,0 0 1 0 0,-2 1-1 0 0,0 1 1 0 0,-2 1 0 0 0,0 0-1 0 0,15 46 1 0 0,-14-27-223 0 0,-2 0 0 0 0,-2 0 0 0 0,-2 1 1 0 0,2 47-1 0 0,-8-52-116 0 0,-2 0 1 0 0,-2 0 0 0 0,-2 1-1 0 0,-1-1 1 0 0,-12 43 0 0 0,-1-17-620 0 0,-3-1 0 0 0,-35 74 0 0 0,31-83-7094 0 0</inkml:trace>
</inkml:ink>
</file>

<file path=ppt/ink/ink1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5.382"/>
    </inkml:context>
    <inkml:brush xml:id="br0">
      <inkml:brushProperty name="width" value="0.1" units="cm"/>
      <inkml:brushProperty name="height" value="0.1" units="cm"/>
      <inkml:brushProperty name="color" value="#004F8B"/>
    </inkml:brush>
  </inkml:definitions>
  <inkml:trace contextRef="#ctx0" brushRef="#br0">49 49 7834 0 0,'-11'5'8386'0'0,"11"-4"-8204"0"0,-9 25 2252 0 0,-4 31-1744 0 0,7-17-496 0 0,-3 55 0 0 0,8-80-161 0 0,1 0 1 0 0,1-1-1 0 0,0 1 0 0 0,1 0 0 0 0,1 0 1 0 0,0-1-1 0 0,6 16 0 0 0,-8-27-20 0 0,0 1 0 0 0,1-1 0 0 0,-1 0 0 0 0,1 0 1 0 0,-1-1-1 0 0,1 1 0 0 0,0 0 0 0 0,0-1 0 0 0,0 1 0 0 0,1-1 0 0 0,-1 1 0 0 0,0-1 0 0 0,1 0 0 0 0,0 0 0 0 0,-1 0 0 0 0,1 0 0 0 0,0-1 0 0 0,0 1 0 0 0,0-1 0 0 0,0 0 0 0 0,0 1 0 0 0,0-1 0 0 0,1-1 0 0 0,-1 1 0 0 0,0 0 0 0 0,0-1 0 0 0,1 0 0 0 0,-1 0 1 0 0,0 0-1 0 0,1 0 0 0 0,-1 0 0 0 0,0-1 0 0 0,0 1 0 0 0,1-1 0 0 0,-1 0 0 0 0,0 0 0 0 0,4-2 0 0 0,12-4 113 0 0,0-2-1 0 0,-1 0 1 0 0,0-1 0 0 0,29-22 0 0 0,-30 20-98 0 0,-11 7 6 0 0,1 0 1 0 0,-1-1 0 0 0,0 0 0 0 0,0 0 0 0 0,0-1 0 0 0,-1 0 0 0 0,0 0 0 0 0,-1 0-1 0 0,1 0 1 0 0,-2-1 0 0 0,1 0 0 0 0,-1 1 0 0 0,0-2 0 0 0,0 1 0 0 0,-1 0 0 0 0,0 0 0 0 0,0-1-1 0 0,-1 1 1 0 0,-1-1 0 0 0,1 1 0 0 0,-1-1 0 0 0,-1 1 0 0 0,1-1 0 0 0,-1 1 0 0 0,-1-1-1 0 0,0 1 1 0 0,0 0 0 0 0,0-1 0 0 0,-1 1 0 0 0,-1 1 0 0 0,1-1 0 0 0,-1 0 0 0 0,0 1-1 0 0,-1 0 1 0 0,0 0 0 0 0,0 0 0 0 0,-1 0 0 0 0,-8-8 0 0 0,1 4 20 0 0,-1 1 0 0 0,0 0 0 0 0,-23-11 0 0 0,31 18-73 0 0,1 0 0 0 0,-1 0-1 0 0,0 1 1 0 0,0 0 0 0 0,0 0 0 0 0,0 1 0 0 0,-1 0 0 0 0,1 0-1 0 0,0 0 1 0 0,0 1 0 0 0,-1 0 0 0 0,-11 1 0 0 0,16-1-95 0 0,0 1 0 0 0,-1 0 0 0 0,1-1 0 0 0,0 1 0 0 0,0 0 1 0 0,0 0-1 0 0,0 0 0 0 0,0 1 0 0 0,0-1 0 0 0,0 0 0 0 0,0 1 0 0 0,0-1 1 0 0,1 1-1 0 0,-1 0 0 0 0,1 0 0 0 0,-1-1 0 0 0,1 1 0 0 0,-1 0 0 0 0,1 0 0 0 0,0 0 1 0 0,-2 5-1 0 0,2-2-84 0 0,-1 0 1 0 0,1 0-1 0 0,0 0 1 0 0,1 0-1 0 0,-1 0 1 0 0,1 1-1 0 0,0-1 1 0 0,1 9-1 0 0,0-2 144 0 0</inkml:trace>
</inkml:ink>
</file>

<file path=ppt/ink/ink1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5.666"/>
    </inkml:context>
    <inkml:brush xml:id="br0">
      <inkml:brushProperty name="width" value="0.1" units="cm"/>
      <inkml:brushProperty name="height" value="0.1" units="cm"/>
      <inkml:brushProperty name="color" value="#004F8B"/>
    </inkml:brush>
  </inkml:definitions>
  <inkml:trace contextRef="#ctx0" brushRef="#br0">54 34 6913 0 0,'4'-8'731'0'0,"21"-17"10198"0"0,-34 51-9410 0 0,-8 21-907 0 0,2 1 0 0 0,-11 59 0 0 0,20-75-1120 0 0,1 1 0 0 0,2 0-1 0 0,2-1 1 0 0,3 47 0 0 0,-2-74 45 0 0,3 13-1341 0 0</inkml:trace>
</inkml:ink>
</file>

<file path=ppt/ink/ink1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5.950"/>
    </inkml:context>
    <inkml:brush xml:id="br0">
      <inkml:brushProperty name="width" value="0.1" units="cm"/>
      <inkml:brushProperty name="height" value="0.1" units="cm"/>
      <inkml:brushProperty name="color" value="#004F8B"/>
    </inkml:brush>
  </inkml:definitions>
  <inkml:trace contextRef="#ctx0" brushRef="#br0">23 328 3225 0 0,'-9'-41'124'0'0,"-2"-15"1749"0"0,10 49-959 0 0,0 1 0 0 0,1-1 1 0 0,0 1-1 0 0,0-1 0 0 0,2-12 1 0 0,-2 18-859 0 0,0 1 1 0 0,0-1-1 0 0,0 1 1 0 0,0-1-1 0 0,1 1 1 0 0,-1 0 0 0 0,0-1-1 0 0,0 1 1 0 0,0-1-1 0 0,1 1 1 0 0,-1-1-1 0 0,0 1 1 0 0,0 0 0 0 0,1-1-1 0 0,-1 1 1 0 0,0 0-1 0 0,1-1 1 0 0,-1 1-1 0 0,0 0 1 0 0,1-1 0 0 0,-1 1-1 0 0,1 0 1 0 0,-1 0-1 0 0,0 0 1 0 0,1-1-1 0 0,-1 1 1 0 0,1 0 0 0 0,-1 0-1 0 0,1 0 1 0 0,-1 0-1 0 0,1 0 1 0 0,-1 0-1 0 0,1 0 1 0 0,-1 0 0 0 0,1 0-1 0 0,-1 0 1 0 0,1 0-1 0 0,-1 0 1 0 0,0 0-1 0 0,1 0 1 0 0,-1 0 0 0 0,1 0-1 0 0,-1 1 1 0 0,1-1-1 0 0,-1 0 1 0 0,1 0-1 0 0,-1 1 1 0 0,0-1-1 0 0,1 0 1 0 0,-1 0 0 0 0,0 1-1 0 0,1-1 1 0 0,-1 0-1 0 0,0 1 1 0 0,1-1-1 0 0,-1 1 1 0 0,0-1 0 0 0,24 25 1271 0 0,-22-23-1122 0 0,16 19 632 0 0,13 16 541 0 0,50 46 0 0 0,-71-74-1183 0 0,1 0-1 0 0,0-1 1 0 0,0 0 0 0 0,1-1-1 0 0,0 0 1 0 0,0-1-1 0 0,1 0 1 0 0,0-1 0 0 0,23 6-1 0 0,-34-11-151 0 0,0 1 0 0 0,1-1-1 0 0,-1 0 1 0 0,0 0 0 0 0,1-1-1 0 0,-1 1 1 0 0,1 0 0 0 0,-1-1-1 0 0,0 1 1 0 0,0-1 0 0 0,1 0 0 0 0,-1 0-1 0 0,0 0 1 0 0,0 0 0 0 0,0 0-1 0 0,0 0 1 0 0,0-1 0 0 0,0 1-1 0 0,0-1 1 0 0,0 1 0 0 0,-1-1-1 0 0,1 0 1 0 0,0 0 0 0 0,-1 1 0 0 0,1-1-1 0 0,-1 0 1 0 0,0 0 0 0 0,0-1-1 0 0,0 1 1 0 0,0 0 0 0 0,0 0-1 0 0,1-4 1 0 0,3-11 137 0 0,0 1 1 0 0,-1-1-1 0 0,3-26 0 0 0,-4 25-194 0 0,4-43-510 0 0,-2-113 0 0 0,-5 145-956 0 0</inkml:trace>
</inkml:ink>
</file>

<file path=ppt/ink/ink1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6.541"/>
    </inkml:context>
    <inkml:brush xml:id="br0">
      <inkml:brushProperty name="width" value="0.1" units="cm"/>
      <inkml:brushProperty name="height" value="0.1" units="cm"/>
      <inkml:brushProperty name="color" value="#004F8B"/>
    </inkml:brush>
  </inkml:definitions>
  <inkml:trace contextRef="#ctx0" brushRef="#br0">149 24 6913 0 0,'-1'-2'190'0'0,"-1"0"0"0"0,0 0 0 0 0,0 1 0 0 0,0-1 0 0 0,0 0 0 0 0,0 1 0 0 0,0-1-1 0 0,0 1 1 0 0,0-1 0 0 0,0 1 0 0 0,-1 0 0 0 0,1 0 0 0 0,-1 0 0 0 0,1 1 0 0 0,-1-1-1 0 0,1 0 1 0 0,-1 1 0 0 0,1 0 0 0 0,-1 0 0 0 0,0-1 0 0 0,1 1 0 0 0,-1 1 0 0 0,1-1-1 0 0,-1 0 1 0 0,1 1 0 0 0,-1-1 0 0 0,1 1 0 0 0,-1 0 0 0 0,1 0 0 0 0,-1 0-1 0 0,1 0 1 0 0,0 0 0 0 0,-1 0 0 0 0,1 1 0 0 0,0-1 0 0 0,0 1 0 0 0,0-1 0 0 0,-2 3-1 0 0,-1 2 88 0 0,-1 0-1 0 0,1 1 0 0 0,1 0 1 0 0,-1-1-1 0 0,1 2 0 0 0,0-1 1 0 0,1 0-1 0 0,-1 1 0 0 0,1-1 1 0 0,1 1-1 0 0,-2 10 0 0 0,0 1-248 0 0,2 1 0 0 0,0-1 0 0 0,1 1 0 0 0,1 0 0 0 0,1-1 0 0 0,6 37 0 0 0,-5-45-21 0 0,1-1-1 0 0,0 0 1 0 0,1-1 0 0 0,-1 1-1 0 0,2 0 1 0 0,7 12 0 0 0,-8-17-6 0 0,-1 0 0 0 0,1 0 0 0 0,0-1 0 0 0,0 1 1 0 0,0-1-1 0 0,1 0 0 0 0,-1-1 0 0 0,1 1 0 0 0,0-1 0 0 0,0 0 0 0 0,1 0 1 0 0,5 3-1 0 0,-5-5 33 0 0,0 1 0 0 0,0-1 1 0 0,0 0-1 0 0,0-1 0 0 0,0 0 0 0 0,0 0 1 0 0,0 0-1 0 0,0 0 0 0 0,0-1 0 0 0,0 0 1 0 0,0-1-1 0 0,0 1 0 0 0,0-1 0 0 0,0 0 1 0 0,-1 0-1 0 0,1-1 0 0 0,-1 0 0 0 0,1 0 1 0 0,-1 0-1 0 0,0-1 0 0 0,0 1 0 0 0,-1-1 1 0 0,1 0-1 0 0,3-5 0 0 0,-3 4 7 0 0,0 1 1 0 0,-1-1-1 0 0,1 0 1 0 0,-1 0-1 0 0,-1 0 0 0 0,1-1 1 0 0,-1 1-1 0 0,0-1 1 0 0,0 0-1 0 0,0 0 0 0 0,-1 0 1 0 0,0 0-1 0 0,0 0 1 0 0,-1-1-1 0 0,1 1 0 0 0,-2-1 1 0 0,1 1-1 0 0,0-1 1 0 0,-1 1-1 0 0,-1-1 0 0 0,1 1 1 0 0,-2-10-1 0 0,-3 5 118 0 0,1 0 1 0 0,-1 0-1 0 0,-1 0 0 0 0,0 0 0 0 0,-1 1 0 0 0,0 0 0 0 0,0 1 1 0 0,-1 0-1 0 0,0 0 0 0 0,-10-9 0 0 0,6 8-367 0 0,0 1 0 0 0,0 0 0 0 0,-1 0-1 0 0,0 1 1 0 0,-1 1 0 0 0,0 0 0 0 0,-22-7 0 0 0,20 9-1190 0 0</inkml:trace>
</inkml:ink>
</file>

<file path=ppt/ink/ink1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6.855"/>
    </inkml:context>
    <inkml:brush xml:id="br0">
      <inkml:brushProperty name="width" value="0.1" units="cm"/>
      <inkml:brushProperty name="height" value="0.1" units="cm"/>
      <inkml:brushProperty name="color" value="#004F8B"/>
    </inkml:brush>
  </inkml:definitions>
  <inkml:trace contextRef="#ctx0" brushRef="#br0">13 18 6913 0 0,'-12'-18'12188'0'0,"14"29"-10183"0"0,-1-7-2184 0 0,49 359 2094 0 0,-37-243-2659 0 0,-7-80-2055 0 0</inkml:trace>
</inkml:ink>
</file>

<file path=ppt/ink/ink1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7.045"/>
    </inkml:context>
    <inkml:brush xml:id="br0">
      <inkml:brushProperty name="width" value="0.1" units="cm"/>
      <inkml:brushProperty name="height" value="0.1" units="cm"/>
      <inkml:brushProperty name="color" value="#004F8B"/>
    </inkml:brush>
  </inkml:definitions>
  <inkml:trace contextRef="#ctx0" brushRef="#br0">1 250 2304 0 0,'0'-6'390'0'0,"0"-1"-1"0"0,1 0 0 0 0,0 0 0 0 0,0 1 0 0 0,0-1 0 0 0,1 1 0 0 0,0-1 0 0 0,0 1 0 0 0,1 0 0 0 0,0 0 0 0 0,0 0 0 0 0,6-8 0 0 0,5-8 2058 0 0,31-35 0 0 0,-37 48-1814 0 0,1 0 0 0 0,-1 0 0 0 0,1 1-1 0 0,1 0 1 0 0,17-11 0 0 0,-22 16-685 0 0,0 1 0 0 0,0-1-1 0 0,0 1 1 0 0,0 1-1 0 0,0-1 1 0 0,0 1 0 0 0,1-1-1 0 0,-1 2 1 0 0,0-1 0 0 0,1 0-1 0 0,-1 1 1 0 0,1 0-1 0 0,-1 1 1 0 0,0-1 0 0 0,8 2-1 0 0,3 2-5424 0 0</inkml:trace>
</inkml:ink>
</file>

<file path=ppt/ink/ink1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7.266"/>
    </inkml:context>
    <inkml:brush xml:id="br0">
      <inkml:brushProperty name="width" value="0.1" units="cm"/>
      <inkml:brushProperty name="height" value="0.1" units="cm"/>
      <inkml:brushProperty name="color" value="#004F8B"/>
    </inkml:brush>
  </inkml:definitions>
  <inkml:trace contextRef="#ctx0" brushRef="#br0">1 306 4609 0 0,'4'-5'359'0'0,"0"0"-1"0"0,1 1 1 0 0,0-1-1 0 0,0 1 1 0 0,6-4-1 0 0,9-7 584 0 0,53-53 3009 0 0,31-27-2513 0 0,-75 72-3205 0 0,56-37 0 0 0,-63 47 1740 0 0</inkml:trace>
</inkml:ink>
</file>

<file path=ppt/ink/ink1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7.472"/>
    </inkml:context>
    <inkml:brush xml:id="br0">
      <inkml:brushProperty name="width" value="0.1" units="cm"/>
      <inkml:brushProperty name="height" value="0.1" units="cm"/>
      <inkml:brushProperty name="color" value="#004F8B"/>
    </inkml:brush>
  </inkml:definitions>
  <inkml:trace contextRef="#ctx0" brushRef="#br0">13 0 10138 0 0,'-1'2'113'0'0,"0"-1"0"0"0,-1 1-1 0 0,1 0 1 0 0,0 0 0 0 0,0 0-1 0 0,0-1 1 0 0,0 1 0 0 0,0 0 0 0 0,1 0-1 0 0,-1 0 1 0 0,1 0 0 0 0,-1 0-1 0 0,1 0 1 0 0,0 0 0 0 0,-1 1 0 0 0,1 2-1 0 0,1 43 773 0 0,-1-33-400 0 0,0-10-464 0 0,0 47 1059 0 0,8 69 1 0 0,-5-104-890 0 0,0-1 1 0 0,1 1 0 0 0,0-1 0 0 0,1 0 0 0 0,1-1-1 0 0,1 1 1 0 0,0-1 0 0 0,13 19 0 0 0,-4-8-2411 0 0</inkml:trace>
</inkml:ink>
</file>

<file path=ppt/ink/ink1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7.679"/>
    </inkml:context>
    <inkml:brush xml:id="br0">
      <inkml:brushProperty name="width" value="0.1" units="cm"/>
      <inkml:brushProperty name="height" value="0.1" units="cm"/>
      <inkml:brushProperty name="color" value="#004F8B"/>
    </inkml:brush>
  </inkml:definitions>
  <inkml:trace contextRef="#ctx0" brushRef="#br0">1 175 6913 0 0,'3'-8'442'0'0,"1"0"-1"0"0,0 0 0 0 0,0 1 0 0 0,1 0 0 0 0,0 0 0 0 0,11-12 1 0 0,39-34 2420 0 0,-51 49-2667 0 0,42-34 1135 0 0,-43 36-1257 0 0,0 1 0 0 0,-1-1 0 0 0,1 0 0 0 0,0 1 0 0 0,0-1-1 0 0,0 1 1 0 0,1 0 0 0 0,-1 0 0 0 0,0 0 0 0 0,0 0 0 0 0,1 1-1 0 0,-1-1 1 0 0,0 1 0 0 0,6 0 0 0 0,-8 0-138 0 0,0 1 0 0 0,0-1 0 0 0,0 1 0 0 0,0-1 0 0 0,0 1 0 0 0,1-1 0 0 0,-1 1 0 0 0,0 0 1 0 0,-1-1-1 0 0,1 1 0 0 0,0 0 0 0 0,0 0 0 0 0,0 0 0 0 0,0 0 0 0 0,-1 0 0 0 0,1 0 0 0 0,0 0 0 0 0,-1 0 0 0 0,1 0 0 0 0,-1 0 0 0 0,1 0 0 0 0,-1 0 0 0 0,1 0 0 0 0,-1 0 1 0 0,0 2-1 0 0</inkml:trace>
</inkml:ink>
</file>

<file path=ppt/ink/ink1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07.852"/>
    </inkml:context>
    <inkml:brush xml:id="br0">
      <inkml:brushProperty name="width" value="0.1" units="cm"/>
      <inkml:brushProperty name="height" value="0.1" units="cm"/>
      <inkml:brushProperty name="color" value="#004F8B"/>
    </inkml:brush>
  </inkml:definitions>
  <inkml:trace contextRef="#ctx0" brushRef="#br0">1 179 1376 0 0,'23'-19'2445'0'0,"1"1"1"0"0,0 1-1 0 0,49-25 0 0 0,67-19-2448 0 0,-115 51-574 0 0,6-2-30 0 0</inkml:trace>
</inkml:ink>
</file>

<file path=ppt/ink/ink1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49.387"/>
    </inkml:context>
    <inkml:brush xml:id="br0">
      <inkml:brushProperty name="width" value="0.1" units="cm"/>
      <inkml:brushProperty name="height" value="0.1" units="cm"/>
      <inkml:brushProperty name="color" value="#004F8B"/>
    </inkml:brush>
  </inkml:definitions>
  <inkml:trace contextRef="#ctx0" brushRef="#br0">35 80 3225 0 0,'-34'5'8332'0'0,"49"-12"-7694"0"0,12-4-34 0 0,12-5 347 0 0,0 1 1 0 0,56-13 0 0 0,-82 25-866 0 0,-1 1 0 0 0,1 1 0 0 0,-1 0 0 0 0,1 0 0 0 0,-1 1 0 0 0,1 1 0 0 0,-1 0 0 0 0,0 1 0 0 0,1 0 0 0 0,-1 1 0 0 0,0 1 0 0 0,16 6 0 0 0,-27-10-71 0 0,1 1 0 0 0,-1-1 0 0 0,1 1 0 0 0,-1 0 0 0 0,0-1 0 0 0,1 1 0 0 0,-1 0 0 0 0,0 0 0 0 0,1 0 0 0 0,-1 0 1 0 0,0 0-1 0 0,0 1 0 0 0,0-1 0 0 0,0 0 0 0 0,0 0 0 0 0,0 1 0 0 0,0-1 0 0 0,-1 1 0 0 0,1-1 0 0 0,0 1 0 0 0,-1-1 0 0 0,1 3 1 0 0,-1-2 33 0 0,0 0 0 0 0,0 0 0 0 0,0 1 0 0 0,-1-1 0 0 0,1 0 0 0 0,-1 0 0 0 0,1 0 0 0 0,-1 1 0 0 0,0-1 0 0 0,0 0 0 0 0,0 0 0 0 0,0 0 0 0 0,0 0 0 0 0,-2 2 0 0 0,-6 8 273 0 0,-1-1 0 0 0,-1 0-1 0 0,-22 19 1 0 0,19-17-296 0 0,-15 13 213 0 0,-34 33 2 0 0,57-53-244 0 0,1 0 1 0 0,1 0 0 0 0,-1 0-1 0 0,1 1 1 0 0,0-1 0 0 0,1 1-1 0 0,-1 0 1 0 0,-3 12 0 0 0,7-17-3 0 0,0 0 0 0 0,0 1 0 0 0,0-1 0 0 0,0 0 1 0 0,0 0-1 0 0,0 1 0 0 0,1-1 0 0 0,-1 0 0 0 0,1 0 0 0 0,-1 0 1 0 0,1 0-1 0 0,0 0 0 0 0,0 0 0 0 0,0 0 0 0 0,0 0 1 0 0,0 0-1 0 0,0 0 0 0 0,1 0 0 0 0,-1 0 0 0 0,1-1 1 0 0,-1 1-1 0 0,1-1 0 0 0,0 1 0 0 0,-1-1 0 0 0,1 0 1 0 0,3 2-1 0 0,7 5-35 0 0,0-1-1 0 0,27 12 1 0 0,-28-14 17 0 0,60 20-139 0 0,-57-21 118 0 0,1 0 0 0 0,-1 1-1 0 0,-1 1 1 0 0,1 0 0 0 0,-1 1 0 0 0,0 0-1 0 0,14 11 1 0 0,-27-17 44 0 0,1 0 0 0 0,0 0 0 0 0,0 0 0 0 0,-1 0 0 0 0,1 0 0 0 0,-1 1 0 0 0,1-1 0 0 0,-1 0 0 0 0,0 0 0 0 0,1 0 0 0 0,-1 1 0 0 0,0-1 0 0 0,0 0 0 0 0,0 0 0 0 0,0 1 0 0 0,0-1 0 0 0,0 0 0 0 0,0 1 0 0 0,0-1 0 0 0,0 0 0 0 0,-1 0 0 0 0,1 1 0 0 0,-1-1 0 0 0,1 0 0 0 0,-1 0 0 0 0,1 0 0 0 0,-1 0 0 0 0,1 0 0 0 0,-1 0 0 0 0,-2 2 0 0 0,-28 37 0 0 0,24-32 0 0 0,-20 21 11 0 0,20-23-7 0 0,0 0 1 0 0,0 1 0 0 0,1 0 0 0 0,0 0 0 0 0,1 1 0 0 0,-1-1 0 0 0,1 1-1 0 0,1 1 1 0 0,-1-1 0 0 0,-5 17 0 0 0,10-23-2 0 0,1-1-1 0 0,-1 1 0 0 0,0 0 1 0 0,1 0-1 0 0,-1 0 1 0 0,1-1-1 0 0,-1 1 1 0 0,1 0-1 0 0,0-1 1 0 0,0 1-1 0 0,0-1 1 0 0,0 1-1 0 0,0-1 1 0 0,0 1-1 0 0,0-1 1 0 0,0 1-1 0 0,1-1 1 0 0,-1 0-1 0 0,0 0 1 0 0,1 0-1 0 0,-1 0 1 0 0,1 0-1 0 0,-1 0 1 0 0,1 0-1 0 0,0 0 1 0 0,-1-1-1 0 0,1 1 1 0 0,0 0-1 0 0,2-1 1 0 0,9 5 34 0 0,1-1 0 0 0,20 3 0 0 0,-30-6-31 0 0,35 3 93 0 0,-22-3-1 0 0,1 1 1 0 0,20 5 0 0 0,-34-6-89 0 0,-1 0-1 0 0,0 0 1 0 0,0 0-1 0 0,1 0 1 0 0,-1 1 0 0 0,0-1-1 0 0,0 1 1 0 0,0 0 0 0 0,-1 0-1 0 0,1 0 1 0 0,0 0-1 0 0,-1 0 1 0 0,1 0 0 0 0,-1 1-1 0 0,0 0 1 0 0,0-1 0 0 0,3 5-1 0 0,-4-4-9 0 0,0 0 0 0 0,0 1 0 0 0,0-1 0 0 0,-1 1 0 0 0,1-1 0 0 0,-1 1 0 0 0,0-1 0 0 0,0 0 0 0 0,0 1 0 0 0,-1-1 0 0 0,1 1 0 0 0,-1-1 0 0 0,1 1 0 0 0,-1-1 0 0 0,0 0 0 0 0,-1 1 0 0 0,1-1 0 0 0,-2 3 0 0 0,-6 10 0 0 0,1 0 0 0 0,-15 18 0 0 0,13-20 0 0 0,-26 35 30 0 0,25-36-18 0 0,1 0-1 0 0,0 1 1 0 0,1 0 0 0 0,1 0 0 0 0,-12 28-1 0 0,19-39-462 0 0,0 1 1 0 0,1-1-1 0 0,0 1 0 0 0,-1 0 0 0 0,2-1 1 0 0,-1 1-1 0 0,1 6 0 0 0,0-2-828 0 0</inkml:trace>
</inkml:ink>
</file>

<file path=ppt/ink/ink1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49.912"/>
    </inkml:context>
    <inkml:brush xml:id="br0">
      <inkml:brushProperty name="width" value="0.1" units="cm"/>
      <inkml:brushProperty name="height" value="0.1" units="cm"/>
      <inkml:brushProperty name="color" value="#004F8B"/>
    </inkml:brush>
  </inkml:definitions>
  <inkml:trace contextRef="#ctx0" brushRef="#br0">2 5 3617 0 0,'-2'-4'12847'0'0,"20"66"-7014"0"0,1 2-4558 0 0,9 116-485 0 0,-13-79-860 0 0,39 142-1 0 0,-42-204 17 0 0,-1 0-1 0 0,-2 0 1 0 0,-2 1 0 0 0,4 60-1 0 0,-16-60-1615 0 0,3-34 732 0 0</inkml:trace>
</inkml:ink>
</file>

<file path=ppt/ink/ink1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0.625"/>
    </inkml:context>
    <inkml:brush xml:id="br0">
      <inkml:brushProperty name="width" value="0.1" units="cm"/>
      <inkml:brushProperty name="height" value="0.1" units="cm"/>
      <inkml:brushProperty name="color" value="#004F8B"/>
    </inkml:brush>
  </inkml:definitions>
  <inkml:trace contextRef="#ctx0" brushRef="#br0">56 40 5065 0 0,'-19'10'378'0'0,"-18"14"8337"0"0,46-25-7552 0 0,8-2-64 0 0,204-41 4759 0 0,-121 31-5477 0 0,137 1 0 0 0,-202 12-354 0 0,42 7 1 0 0,-63-6-113 0 0,0 2 1 0 0,0 0 0 0 0,-1 1-1 0 0,1 0 1 0 0,22 12 0 0 0,-15-2-1113 0 0,-14 0-2673 0 0</inkml:trace>
</inkml:ink>
</file>

<file path=ppt/ink/ink1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0.940"/>
    </inkml:context>
    <inkml:brush xml:id="br0">
      <inkml:brushProperty name="width" value="0.1" units="cm"/>
      <inkml:brushProperty name="height" value="0.1" units="cm"/>
      <inkml:brushProperty name="color" value="#004F8B"/>
    </inkml:brush>
  </inkml:definitions>
  <inkml:trace contextRef="#ctx0" brushRef="#br0">7 15 5065 0 0,'-7'-14'9369'0'0,"31"20"-2473"0"0,-10 1-8004 0 0,8 6 1624 0 0,0 1 0 0 0,-1 1 0 0 0,-1 1 0 0 0,-1 1 1 0 0,0 0-1 0 0,31 39 0 0 0,-12-4-856 0 0,51 88 1 0 0,-85-133-33 0 0,1 0 1 0 0,0 0 0 0 0,0 0 0 0 0,10 10 0 0 0,8-2-2809 0 0,-20-14 2513 0 0,-1 0 0 0 0,1-1 0 0 0,-1 1-1 0 0,1-1 1 0 0,-1 1 0 0 0,1-1 0 0 0,-1 0-1 0 0,1 0 1 0 0,3-1 0 0 0,4-1-1939 0 0</inkml:trace>
</inkml:ink>
</file>

<file path=ppt/ink/ink1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1.194"/>
    </inkml:context>
    <inkml:brush xml:id="br0">
      <inkml:brushProperty name="width" value="0.1" units="cm"/>
      <inkml:brushProperty name="height" value="0.1" units="cm"/>
      <inkml:brushProperty name="color" value="#004F8B"/>
    </inkml:brush>
  </inkml:definitions>
  <inkml:trace contextRef="#ctx0" brushRef="#br0">305 51 6913 0 0,'15'-50'14068'0'0,"-40"72"-12839"0"0,-13 29-1044 0 0,3 1 0 0 0,-49 94 0 0 0,-6 12-89 0 0,43-85-1959 0 0</inkml:trace>
</inkml:ink>
</file>

<file path=ppt/ink/ink1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2.520"/>
    </inkml:context>
    <inkml:brush xml:id="br0">
      <inkml:brushProperty name="width" value="0.1" units="cm"/>
      <inkml:brushProperty name="height" value="0.1" units="cm"/>
      <inkml:brushProperty name="color" value="#004F8B"/>
    </inkml:brush>
  </inkml:definitions>
  <inkml:trace contextRef="#ctx0" brushRef="#br0">55 265 10138 0 0,'-6'2'763'0'0,"0"0"1"0"0,1 1-1 0 0,0 0 0 0 0,-1 0 1 0 0,1 1-1 0 0,0-1 0 0 0,1 1 0 0 0,-7 6 1 0 0,11-10-706 0 0,0 0 0 0 0,0 0 1 0 0,0 0-1 0 0,-1 1 0 0 0,1-1 1 0 0,0 0-1 0 0,0 0 0 0 0,0 0 1 0 0,0 1-1 0 0,0-1 0 0 0,0 0 1 0 0,0 0-1 0 0,0 0 0 0 0,-1 1 1 0 0,1-1-1 0 0,0 0 0 0 0,0 0 1 0 0,0 0-1 0 0,0 1 0 0 0,0-1 1 0 0,0 0-1 0 0,0 0 0 0 0,0 0 1 0 0,0 1-1 0 0,0-1 0 0 0,0 0 1 0 0,1 0-1 0 0,-1 0 0 0 0,0 1 1 0 0,0-1-1 0 0,0 0 0 0 0,0 0 1 0 0,0 0-1 0 0,0 1 0 0 0,0-1 1 0 0,0 0-1 0 0,1 0 0 0 0,-1 0 1 0 0,0 0-1 0 0,0 0 0 0 0,0 1 1 0 0,0-1-1 0 0,1 0 0 0 0,12 3 884 0 0,16-4-335 0 0,46-13 59 0 0,-1-3 1 0 0,116-43-1 0 0,82-20-702 0 0,-99 35 99 0 0,-147 36-1168 0 0,0-2 1 0 0,-1 0-1 0 0,-1-1 0 0 0,36-25 0 0 0,-44 25-5422 0 0</inkml:trace>
</inkml:ink>
</file>

<file path=ppt/ink/ink1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2.886"/>
    </inkml:context>
    <inkml:brush xml:id="br0">
      <inkml:brushProperty name="width" value="0.1" units="cm"/>
      <inkml:brushProperty name="height" value="0.1" units="cm"/>
      <inkml:brushProperty name="color" value="#004F8B"/>
    </inkml:brush>
  </inkml:definitions>
  <inkml:trace contextRef="#ctx0" brushRef="#br0">76 0 8754 0 0,'-5'2'63'0'0,"-36"9"1389"0"0,39-10-1154 0 0,0-1-1 0 0,0 1 1 0 0,0 0 0 0 0,0-1 0 0 0,1 1-1 0 0,-1 0 1 0 0,0 0 0 0 0,1 0 0 0 0,-1 1-1 0 0,0-1 1 0 0,1 0 0 0 0,0 1 0 0 0,-1-1 0 0 0,1 1-1 0 0,0-1 1 0 0,0 1 0 0 0,-2 2 0 0 0,3-3-173 0 0,0 0 0 0 0,0 0 0 0 0,0-1 0 0 0,1 1 0 0 0,-1 0 0 0 0,0 0 0 0 0,0 0 0 0 0,1 0 0 0 0,-1 0 0 0 0,1 0 0 0 0,-1-1 0 0 0,0 1-1 0 0,1 0 1 0 0,0 0 0 0 0,-1 0 0 0 0,1-1 0 0 0,-1 1 0 0 0,1 0 0 0 0,0-1 0 0 0,-1 1 0 0 0,1-1 0 0 0,0 1 0 0 0,0-1 0 0 0,0 1 0 0 0,-1-1 0 0 0,1 1 0 0 0,0-1 0 0 0,0 0 0 0 0,0 0 0 0 0,0 1 0 0 0,1-1 0 0 0,31 10 825 0 0,-30-10-777 0 0,152 20 1615 0 0,-20-4-1623 0 0,-115-12-108 0 0,0 1 0 0 0,0 1 0 0 0,-1 0 0 0 0,29 14 0 0 0,-45-19-49 0 0,-1 0 0 0 0,1 1 0 0 0,-1-1 0 0 0,1 1-1 0 0,-1-1 1 0 0,0 1 0 0 0,1 0 0 0 0,-1 0 0 0 0,0 0 0 0 0,0 0 0 0 0,-1 0 0 0 0,1 0 0 0 0,0 1 0 0 0,-1-1-1 0 0,1 0 1 0 0,-1 1 0 0 0,0 0 0 0 0,0-1 0 0 0,1 4 0 0 0,-1-2 5 0 0,-1 0 0 0 0,0-1 0 0 0,0 1 0 0 0,0-1 0 0 0,0 1 0 0 0,-1-1 0 0 0,1 1 0 0 0,-1-1 0 0 0,0 1 0 0 0,0-1 0 0 0,-1 0 0 0 0,1 1 1 0 0,-3 4-1 0 0,-7 8 64 0 0,0 0 0 0 0,-1 0 0 0 0,0-1 0 0 0,-24 21 0 0 0,23-22-7 0 0,-27 26-133 0 0,20-22-291 0 0,0 2 1 0 0,2 0 0 0 0,0 0 0 0 0,2 2-1 0 0,-27 44 1 0 0</inkml:trace>
</inkml:ink>
</file>

<file path=ppt/ink/ink1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3.408"/>
    </inkml:context>
    <inkml:brush xml:id="br0">
      <inkml:brushProperty name="width" value="0.1" units="cm"/>
      <inkml:brushProperty name="height" value="0.1" units="cm"/>
      <inkml:brushProperty name="color" value="#004F8B"/>
    </inkml:brush>
  </inkml:definitions>
  <inkml:trace contextRef="#ctx0" brushRef="#br0">4 3 7834 0 0,'-4'-2'11986'0'0,"7"4"-11884"0"0,0 0 0 0 0,-1 0 0 0 0,1 1 0 0 0,-1-1 0 0 0,0 1 1 0 0,1 0-1 0 0,-1 0 0 0 0,0 0 0 0 0,-1 0 0 0 0,1 0 0 0 0,-1 0 0 0 0,1 0 0 0 0,-1 0 0 0 0,1 4 0 0 0,12 58 305 0 0,-7-29-280 0 0,3 6-20 0 0,2 0 0 0 0,20 45 0 0 0,-23-67-104 0 0,1 0 1 0 0,0 0 0 0 0,2-1 0 0 0,0-1 0 0 0,1 0 0 0 0,17 18 0 0 0,-27-33 19 0 0,0 0 0 0 0,0 0 0 0 0,1 0-1 0 0,-1 0 1 0 0,1 0 0 0 0,0-1 0 0 0,-1 1 0 0 0,1-1 0 0 0,0 0 0 0 0,0 0 0 0 0,1-1 0 0 0,-1 1 0 0 0,0-1 0 0 0,1 0 0 0 0,-1 0-1 0 0,6 0 1 0 0,-6-1 8 0 0,0-1 0 0 0,0 1 0 0 0,0-1 0 0 0,1 0 0 0 0,-1 0 0 0 0,0 0 0 0 0,-1-1 0 0 0,1 1 0 0 0,0-1 0 0 0,0 0 0 0 0,0 0 0 0 0,-1 0 0 0 0,0-1 0 0 0,1 1 0 0 0,-1-1 0 0 0,0 0 0 0 0,4-4 0 0 0,17-22 142 0 0,0-1 0 0 0,36-63 0 0 0,16-20-3141 0 0,-62 96-4536 0 0</inkml:trace>
</inkml:ink>
</file>

<file path=ppt/ink/ink1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3.582"/>
    </inkml:context>
    <inkml:brush xml:id="br0">
      <inkml:brushProperty name="width" value="0.1" units="cm"/>
      <inkml:brushProperty name="height" value="0.1" units="cm"/>
      <inkml:brushProperty name="color" value="#004F8B"/>
    </inkml:brush>
  </inkml:definitions>
  <inkml:trace contextRef="#ctx0" brushRef="#br0">0 1 9218 0 0,'2'32'4635'0'0,"8"56"0"0"0,14 31-1050 0 0,-21-109-3437 0 0,-2-4-164 0 0,-1-3-172 0 0,1 1 0 0 0,0-1 0 0 0,-1 0 1 0 0,1 0-1 0 0,0 1 0 0 0,1-1 0 0 0,-1 0 0 0 0,1 0 0 0 0,-1 0 1 0 0,1 0-1 0 0,2 2 0 0 0</inkml:trace>
</inkml:ink>
</file>

<file path=ppt/ink/ink1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3.761"/>
    </inkml:context>
    <inkml:brush xml:id="br0">
      <inkml:brushProperty name="width" value="0.1" units="cm"/>
      <inkml:brushProperty name="height" value="0.1" units="cm"/>
      <inkml:brushProperty name="color" value="#004F8B"/>
    </inkml:brush>
  </inkml:definitions>
  <inkml:trace contextRef="#ctx0" brushRef="#br0">33 1 14283 0 0,'-10'3'632'0'0,"5"-2"136"0"0,1 0-616 0 0,1 1-152 0 0,2-1 0 0 0,-1 0 0 0 0,2 1 96 0 0,-1 0-16 0 0,-2 1 0 0 0,2 3 0 0 0,-2-2-80 0 0,3 1-72 0 0,2-2 72 0 0,2 0-104 0 0,1-2 104 0 0,3 0 0 0 0</inkml:trace>
</inkml:ink>
</file>

<file path=ppt/ink/ink1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4.328"/>
    </inkml:context>
    <inkml:brush xml:id="br0">
      <inkml:brushProperty name="width" value="0.1" units="cm"/>
      <inkml:brushProperty name="height" value="0.1" units="cm"/>
      <inkml:brushProperty name="color" value="#004F8B"/>
    </inkml:brush>
  </inkml:definitions>
  <inkml:trace contextRef="#ctx0" brushRef="#br0">0 53 5985 0 0,'9'31'3420'0'0,"-2"1"0"0"0,6 45-1 0 0,-7-30-2725 0 0,-5-45-725 0 0,-1 0 0 0 0,0 1 0 0 0,1-1-1 0 0,-1 0 1 0 0,1 0 0 0 0,0 0 0 0 0,0 1-1 0 0,0-1 1 0 0,0 0 0 0 0,0 0 0 0 0,0 0-1 0 0,0 0 1 0 0,1-1 0 0 0,-1 1 0 0 0,1 0-1 0 0,1 1 1 0 0,-2-2-90 0 0,0 0-1 0 0,0-1 1 0 0,1 1-1 0 0,-1-1 1 0 0,0 1 0 0 0,0-1-1 0 0,0 0 1 0 0,1 1-1 0 0,-1-1 1 0 0,0 0-1 0 0,1 0 1 0 0,-1 0 0 0 0,0 0-1 0 0,0 0 1 0 0,1 0-1 0 0,-1 0 1 0 0,0-1-1 0 0,0 1 1 0 0,1 0-1 0 0,-1-1 1 0 0,1 0 0 0 0,2 0-87 0 0,-1-1 1 0 0,1 0-1 0 0,-1 0 1 0 0,0-1-1 0 0,0 1 1 0 0,0-1-1 0 0,0 1 1 0 0,0-1-1 0 0,-1 0 1 0 0,1 0-1 0 0,-1 0 1 0 0,0 0-1 0 0,0-1 1 0 0,0 1-1 0 0,0-1 1 0 0,0 1-1 0 0,1-5 1 0 0,10-48 363 0 0,-10 38-10 0 0,1 1 0 0 0,13-34 0 0 0,-15 46-134 0 0,1 0-1 0 0,-1 0 1 0 0,1 1-1 0 0,0-1 0 0 0,0 1 1 0 0,1-1-1 0 0,-1 1 1 0 0,1 0-1 0 0,0 1 0 0 0,0-1 1 0 0,0 1-1 0 0,0-1 1 0 0,1 1-1 0 0,5-3 0 0 0,-9 6 36 0 0,0-1 0 0 0,0 1 0 0 0,0-1 0 0 0,0 1 0 0 0,0 0 1 0 0,0-1-1 0 0,0 1 0 0 0,0 0 0 0 0,0 0 0 0 0,0 0 0 0 0,0 0 0 0 0,0 0 0 0 0,-1 0 0 0 0,1 0 0 0 0,0 0 0 0 0,0 0 0 0 0,0 0 0 0 0,0 1 0 0 0,0-1 0 0 0,0 0 0 0 0,0 1 0 0 0,0-1 0 0 0,0 1 0 0 0,1 0 0 0 0,0 0 69 0 0,-1 1 0 0 0,1 0 0 0 0,-1-1 0 0 0,1 1 0 0 0,-1 0-1 0 0,1 0 1 0 0,-1 0 0 0 0,0 0 0 0 0,0 0 0 0 0,1 3 0 0 0,2 8 428 0 0,0 0 1 0 0,-1-1 0 0 0,2 15-1 0 0,-3-15-178 0 0,1 0-430 0 0,-1 2 293 0 0,1 1 1 0 0,1-1-1 0 0,0-1 1 0 0,6 16-1 0 0,-8-27-352 0 0,-1 1 0 0 0,1 0 0 0 0,0 0 0 0 0,0-1 1 0 0,-1 1-1 0 0,2-1 0 0 0,-1 1 0 0 0,0-1 0 0 0,0 0 0 0 0,5 3 0 0 0,-6-4-135 0 0,1 0 0 0 0,0 0 0 0 0,0-1 0 0 0,0 1 0 0 0,0 0 0 0 0,-1-1 0 0 0,1 1 0 0 0,0-1 0 0 0,0 0 0 0 0,0 0 0 0 0,0 0 0 0 0,0 0 0 0 0,0 0 0 0 0,0 0 0 0 0,0 0 0 0 0,0-1 0 0 0,0 1 0 0 0,2-1 0 0 0,-2 0 63 0 0,0 0 0 0 0,-1 0 0 0 0,1 0 0 0 0,-1 0 0 0 0,1 0 0 0 0,-1 0 0 0 0,1 0 0 0 0,-1 0 0 0 0,0-1 0 0 0,1 1 0 0 0,-1 0 0 0 0,0-1 0 0 0,0 1 0 0 0,0-1 0 0 0,0 1 0 0 0,0-1 0 0 0,-1 0 0 0 0,1 1 0 0 0,0-5 0 0 0,9-39-305 0 0,-7 25 73 0 0,0 7 160 0 0,0-1 1 0 0,2 1-1 0 0,-1-1 1 0 0,2 2-1 0 0,9-20 1 0 0,-12 28 216 0 0,-1 0 1 0 0,1 0-1 0 0,-1 0 0 0 0,1 1 1 0 0,0-1-1 0 0,1 1 0 0 0,-1 0 0 0 0,0 0 1 0 0,1 0-1 0 0,0 0 0 0 0,0 0 1 0 0,0 1-1 0 0,0 0 0 0 0,0-1 1 0 0,0 2-1 0 0,0-1 0 0 0,1 0 1 0 0,-1 1-1 0 0,1 0 0 0 0,5-1 1 0 0,-8 2 200 0 0,-1 0 1 0 0,1 1 0 0 0,-1-1 0 0 0,1 0 0 0 0,-1 1-1 0 0,1-1 1 0 0,-1 0 0 0 0,0 1 0 0 0,1 0 0 0 0,-1-1-1 0 0,0 1 1 0 0,1 0 0 0 0,-1 0 0 0 0,0 0-1 0 0,0 0 1 0 0,1 0 0 0 0,-1 0 0 0 0,0 0 0 0 0,0 0-1 0 0,0 1 1 0 0,-1-1 0 0 0,1 0 0 0 0,0 0-1 0 0,1 3 1 0 0,16 40 2795 0 0,-11-25-2208 0 0,3 3-643 0 0,2 0 1 0 0,18 26-1 0 0,-21-35-3977 0 0</inkml:trace>
</inkml:ink>
</file>

<file path=ppt/ink/ink1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4.565"/>
    </inkml:context>
    <inkml:brush xml:id="br0">
      <inkml:brushProperty name="width" value="0.1" units="cm"/>
      <inkml:brushProperty name="height" value="0.1" units="cm"/>
      <inkml:brushProperty name="color" value="#004F8B"/>
    </inkml:brush>
  </inkml:definitions>
  <inkml:trace contextRef="#ctx0" brushRef="#br0">4 1 14283 0 0,'-2'21'890'0'0,"1"1"0"0"0,0-1-1 0 0,2 0 1 0 0,5 30 0 0 0,21 84 2043 0 0,-27-133-2905 0 0,12 39-4136 0 0,-9-35 2558 0 0</inkml:trace>
</inkml:ink>
</file>

<file path=ppt/ink/ink1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4.755"/>
    </inkml:context>
    <inkml:brush xml:id="br0">
      <inkml:brushProperty name="width" value="0.1" units="cm"/>
      <inkml:brushProperty name="height" value="0.1" units="cm"/>
      <inkml:brushProperty name="color" value="#004F8B"/>
    </inkml:brush>
  </inkml:definitions>
  <inkml:trace contextRef="#ctx0" brushRef="#br0">36 0 9674 0 0,'-5'2'-392'0'0,"-23"13"11681"0"0,25-12-10605 0 0,25 2-2376 0 0,-10-2 813 0 0</inkml:trace>
</inkml:ink>
</file>

<file path=ppt/ink/ink1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4.988"/>
    </inkml:context>
    <inkml:brush xml:id="br0">
      <inkml:brushProperty name="width" value="0.1" units="cm"/>
      <inkml:brushProperty name="height" value="0.1" units="cm"/>
      <inkml:brushProperty name="color" value="#004F8B"/>
    </inkml:brush>
  </inkml:definitions>
  <inkml:trace contextRef="#ctx0" brushRef="#br0">1 0 14747 0 0,'0'0'1574'0'0,"-1"20"3113"0"0,3 38-2630 0 0,7-10-2176 0 0,2-1 1 0 0,2 0-1 0 0,2 0 0 0 0,2-1 0 0 0,2-1 1 0 0,45 75-1 0 0,-49-95-998 0 0</inkml:trace>
</inkml:ink>
</file>

<file path=ppt/ink/ink1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5.184"/>
    </inkml:context>
    <inkml:brush xml:id="br0">
      <inkml:brushProperty name="width" value="0.1" units="cm"/>
      <inkml:brushProperty name="height" value="0.1" units="cm"/>
      <inkml:brushProperty name="color" value="#004F8B"/>
    </inkml:brush>
  </inkml:definitions>
  <inkml:trace contextRef="#ctx0" brushRef="#br0">2 171 15667 0 0,'0'0'53'0'0,"0"0"-1"0"0,0-1 1 0 0,-1 1-1 0 0,1-1 0 0 0,0 1 1 0 0,0 0-1 0 0,0-1 1 0 0,0 1-1 0 0,0-1 0 0 0,0 1 1 0 0,0-1-1 0 0,0 1 1 0 0,0 0-1 0 0,0-1 1 0 0,0 1-1 0 0,0-1 0 0 0,0 1 1 0 0,0-1-1 0 0,0 1 1 0 0,0 0-1 0 0,0-1 0 0 0,1 1 1 0 0,-1-1-1 0 0,0 1 1 0 0,0 0-1 0 0,0-1 0 0 0,1 1 1 0 0,-1 0-1 0 0,0-1 1 0 0,0 1-1 0 0,1 0 0 0 0,-1-1 1 0 0,0 1-1 0 0,1 0 1 0 0,-1 0-1 0 0,1-1 1 0 0,-1 1-1 0 0,0 0 0 0 0,1 0 1 0 0,-1 0-1 0 0,1-1 1 0 0,-1 1-1 0 0,0 0 0 0 0,1 0 1 0 0,0 0-1 0 0,28-12 1232 0 0,-19 7-843 0 0,158-84 2093 0 0,-114 58-4764 0 0,-20 16-276 0 0,-18 12 2029 0 0</inkml:trace>
</inkml:ink>
</file>

<file path=ppt/ink/ink1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5.692"/>
    </inkml:context>
    <inkml:brush xml:id="br0">
      <inkml:brushProperty name="width" value="0.1" units="cm"/>
      <inkml:brushProperty name="height" value="0.1" units="cm"/>
      <inkml:brushProperty name="color" value="#004F8B"/>
    </inkml:brush>
  </inkml:definitions>
  <inkml:trace contextRef="#ctx0" brushRef="#br0">165 4 12443 0 0,'-1'0'242'0'0,"-1"-1"1"0"0,0 0 0 0 0,1 1-1 0 0,-1-1 1 0 0,0 1 0 0 0,0 0-1 0 0,1-1 1 0 0,-1 1 0 0 0,0 0-1 0 0,0 0 1 0 0,1 0 0 0 0,-1 1-1 0 0,0-1 1 0 0,0 0 0 0 0,1 1-1 0 0,-1-1 1 0 0,0 1 0 0 0,1-1-1 0 0,-1 1 1 0 0,0 0 0 0 0,1-1-1 0 0,-1 1 1 0 0,1 0 0 0 0,-1 0-1 0 0,1 0 1 0 0,0 0 0 0 0,-1 1-1 0 0,1-1 1 0 0,-1 2 0 0 0,-5 3 44 0 0,1 1 0 0 0,-1 0 0 0 0,2 1 0 0 0,-7 9 0 0 0,-2 5-164 0 0,2 1 0 0 0,0 1 0 0 0,-15 44 0 0 0,24-59-97 0 0,0 1 0 0 0,1 0 0 0 0,0 0 0 0 0,0 0 0 0 0,1 0 0 0 0,0 0 1 0 0,1 0-1 0 0,0 0 0 0 0,1 0 0 0 0,0 0 0 0 0,0 0 0 0 0,6 18 0 0 0,-5-23-50 0 0,0-1-1 0 0,0 0 1 0 0,0 0 0 0 0,0 0 0 0 0,1 0 0 0 0,0 0 0 0 0,-1 0 0 0 0,1-1 0 0 0,1 1 0 0 0,-1-1-1 0 0,0 0 1 0 0,1 0 0 0 0,0 0 0 0 0,0-1 0 0 0,0 1 0 0 0,0-1 0 0 0,0 0 0 0 0,0 0-1 0 0,0 0 1 0 0,1-1 0 0 0,-1 0 0 0 0,1 1 0 0 0,-1-1 0 0 0,1-1 0 0 0,-1 1 0 0 0,7-1 0 0 0,1 0-261 0 0,-1 0 0 0 0,1-1 0 0 0,-1-1 0 0 0,1 0 0 0 0,-1 0 0 0 0,1-1 0 0 0,-1-1 0 0 0,0 0 0 0 0,14-8 0 0 0,2-2-6488 0 0</inkml:trace>
</inkml:ink>
</file>

<file path=ppt/ink/ink1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5.969"/>
    </inkml:context>
    <inkml:brush xml:id="br0">
      <inkml:brushProperty name="width" value="0.1" units="cm"/>
      <inkml:brushProperty name="height" value="0.1" units="cm"/>
      <inkml:brushProperty name="color" value="#004F8B"/>
    </inkml:brush>
  </inkml:definitions>
  <inkml:trace contextRef="#ctx0" brushRef="#br0">53 0 5529 0 0,'-4'2'580'0'0,"1"0"0"0"0,0 0 1 0 0,0 0-1 0 0,1 0 0 0 0,-1 1 0 0 0,0-1 0 0 0,1 1 0 0 0,0-1 1 0 0,-1 1-1 0 0,1 0 0 0 0,0 0 0 0 0,0 0 0 0 0,-2 6 0 0 0,1-1 34 0 0,1-1-1 0 0,-1 0 0 0 0,2 1 0 0 0,-1-1 0 0 0,1 1 0 0 0,-1 9 1 0 0,2-3-162 0 0,0 1-1 0 0,1-1 1 0 0,0 0 0 0 0,2 0 0 0 0,-1 0 0 0 0,9 23 0 0 0,-8-29-344 0 0,0 0-1 0 0,1 0 1 0 0,1-1 0 0 0,-1 1-1 0 0,1-1 1 0 0,0 0-1 0 0,1-1 1 0 0,0 1 0 0 0,0-1-1 0 0,0 0 1 0 0,1-1-1 0 0,-1 0 1 0 0,1 0-1 0 0,8 5 1 0 0,-11-8-127 0 0,0 0 0 0 0,0 0 0 0 0,0-1 0 0 0,0 1 0 0 0,0-1 0 0 0,1 0 0 0 0,-1 0 0 0 0,0 0 0 0 0,1-1 0 0 0,-1 1 0 0 0,0-1 0 0 0,1 0 0 0 0,-1 0 0 0 0,1-1 0 0 0,-1 1 0 0 0,0-1-1 0 0,1 0 1 0 0,-1 0 0 0 0,0 0 0 0 0,0-1 0 0 0,0 0 0 0 0,0 0 0 0 0,0 0 0 0 0,0 0 0 0 0,0 0 0 0 0,-1-1 0 0 0,1 1 0 0 0,-1-1 0 0 0,4-4 0 0 0,4-5-644 0 0,0 0 0 0 0,-1-1 1 0 0,11-18-1 0 0,-3-2-5485 0 0,-10 17 383 0 0</inkml:trace>
</inkml:ink>
</file>

<file path=ppt/ink/ink1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6.373"/>
    </inkml:context>
    <inkml:brush xml:id="br0">
      <inkml:brushProperty name="width" value="0.1" units="cm"/>
      <inkml:brushProperty name="height" value="0.1" units="cm"/>
      <inkml:brushProperty name="color" value="#004F8B"/>
    </inkml:brush>
  </inkml:definitions>
  <inkml:trace contextRef="#ctx0" brushRef="#br0">22 1 12899 0 0,'-1'0'179'0'0,"0"0"0"0"0,0 0 0 0 0,0 0 1 0 0,1 0-1 0 0,-1 0 0 0 0,0 0 0 0 0,0 0 1 0 0,1 0-1 0 0,-1 0 0 0 0,0 1 0 0 0,0-1 0 0 0,0 0 1 0 0,1 1-1 0 0,-1-1 0 0 0,0 0 0 0 0,1 1 1 0 0,-1-1-1 0 0,0 1 0 0 0,1-1 0 0 0,-1 1 0 0 0,1 0 1 0 0,-1-1-1 0 0,1 1 0 0 0,-1-1 0 0 0,1 1 1 0 0,-1 1-1 0 0,0-1 40 0 0,1 1 0 0 0,-1 0 1 0 0,1 0-1 0 0,0-1 1 0 0,0 1-1 0 0,0 0 0 0 0,0 0 1 0 0,0-1-1 0 0,0 1 0 0 0,0 0 1 0 0,1 0-1 0 0,-1 1 1 0 0,4 9 435 0 0,0 0 1 0 0,12 22-1 0 0,-9-20-495 0 0,11 33 43 0 0,25 48 191 0 0,-36-83-1487 0 0,0 0 1 0 0,18 22-1 0 0,-16-25-10 0 0</inkml:trace>
</inkml:ink>
</file>

<file path=ppt/ink/ink1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6.690"/>
    </inkml:context>
    <inkml:brush xml:id="br0">
      <inkml:brushProperty name="width" value="0.1" units="cm"/>
      <inkml:brushProperty name="height" value="0.1" units="cm"/>
      <inkml:brushProperty name="color" value="#004F8B"/>
    </inkml:brush>
  </inkml:definitions>
  <inkml:trace contextRef="#ctx0" brushRef="#br0">2 0 6913 0 0,'0'0'146'0'0,"0"1"-1"0"0,0-1 0 0 0,0 1 0 0 0,-1-1 1 0 0,1 0-1 0 0,0 1 0 0 0,0-1 0 0 0,0 1 1 0 0,0-1-1 0 0,0 1 0 0 0,0-1 0 0 0,0 1 0 0 0,0-1 1 0 0,0 0-1 0 0,0 1 0 0 0,0-1 0 0 0,0 1 1 0 0,0-1-1 0 0,0 1 0 0 0,1-1 0 0 0,-1 0 1 0 0,0 1-1 0 0,0-1 0 0 0,0 1 0 0 0,1-1 1 0 0,0 2 725 0 0,0-2-726 0 0,-1 0 0 0 0,0 1 1 0 0,1-1-1 0 0,0 1 0 0 0,20 20 2447 0 0,-10-10-1276 0 0,12 15-742 0 0,-2 1-1 0 0,-1 1 1 0 0,-1 1-1 0 0,25 54 1 0 0,-48-97-85 0 0,0 0 0 0 0,1 0 1 0 0,-3-25-1 0 0,4 21-1022 0 0,1 0 1 0 0,1 0-1 0 0,3-35 0 0 0,2 28-736 0 0</inkml:trace>
</inkml:ink>
</file>

<file path=ppt/ink/ink1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7.087"/>
    </inkml:context>
    <inkml:brush xml:id="br0">
      <inkml:brushProperty name="width" value="0.1" units="cm"/>
      <inkml:brushProperty name="height" value="0.1" units="cm"/>
      <inkml:brushProperty name="color" value="#004F8B"/>
    </inkml:brush>
  </inkml:definitions>
  <inkml:trace contextRef="#ctx0" brushRef="#br0">5 74 3681 0 0,'-4'15'9977'0'0,"4"-14"-9633"0"0,16 12 4926 0 0,34 8-2656 0 0,-35-16-1911 0 0,-6-1-685 0 0,0 0 0 0 0,0 1 0 0 0,0 0 0 0 0,0 1-1 0 0,-1 0 1 0 0,0 0 0 0 0,0 1 0 0 0,0 0 0 0 0,-1 1 0 0 0,0-1 0 0 0,-1 1 0 0 0,0 0 0 0 0,0 1 0 0 0,0 0 0 0 0,-1 0 0 0 0,-1 0 0 0 0,0 0-1 0 0,0 1 1 0 0,0-1 0 0 0,-1 1 0 0 0,-1 0 0 0 0,0 0 0 0 0,0 0 0 0 0,0 13 0 0 0,-2-21 8 0 0,0 0-1 0 0,0 1 1 0 0,0-1 0 0 0,-1 1 0 0 0,1-1-1 0 0,0 0 1 0 0,-1 1 0 0 0,0-1-1 0 0,0 0 1 0 0,0 1 0 0 0,0-1 0 0 0,-1 2-1 0 0,2-4-18 0 0,0 1 0 0 0,0-1 0 0 0,-1 0 0 0 0,1 0 0 0 0,0 1 0 0 0,0-1 0 0 0,0 0 0 0 0,-1 0 0 0 0,1 0 0 0 0,0 1 0 0 0,0-1 0 0 0,-1 0 0 0 0,1 0 0 0 0,0 0 0 0 0,0 0 0 0 0,-1 0 0 0 0,1 0 0 0 0,0 1 0 0 0,-1-1 0 0 0,1 0 0 0 0,0 0 0 0 0,0 0 0 0 0,-1 0 0 0 0,1 0 0 0 0,0 0 0 0 0,-1 0 0 0 0,1 0 0 0 0,0 0 0 0 0,0 0 0 0 0,-1 0 0 0 0,1 0 0 0 0,0-1 0 0 0,-1 1 0 0 0,-9-16 116 0 0,9 9-138 0 0,-1 0-1 0 0,2-1 1 0 0,-1 1 0 0 0,1 0 0 0 0,0 0-1 0 0,0 0 1 0 0,1-1 0 0 0,0 1 0 0 0,0 0 0 0 0,4-12-1 0 0,4-9-133 0 0,14-32 0 0 0,-15 42-88 0 0,1 1-1 0 0,1 0 0 0 0,23-32 0 0 0,-20 34-986 0 0,0 0-1 0 0,15-13 0 0 0,-9 11-5613 0 0</inkml:trace>
</inkml:ink>
</file>

<file path=ppt/ink/ink1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7.739"/>
    </inkml:context>
    <inkml:brush xml:id="br0">
      <inkml:brushProperty name="width" value="0.1" units="cm"/>
      <inkml:brushProperty name="height" value="0.1" units="cm"/>
      <inkml:brushProperty name="color" value="#004F8B"/>
    </inkml:brush>
  </inkml:definitions>
  <inkml:trace contextRef="#ctx0" brushRef="#br0">9 258 6017 0 0,'-9'33'598'0'0,"11"-20"1417"0"0,-2-12-1853 0 0,1-1 1 0 0,-1 0-1 0 0,1 0 1 0 0,0 0-1 0 0,-1 0 1 0 0,1 0-1 0 0,-1 0 1 0 0,1 0-1 0 0,-1 0 1 0 0,1 0-1 0 0,-1 0 1 0 0,1 0 0 0 0,-1 0-1 0 0,1 0 1 0 0,-1 0-1 0 0,1-1 1 0 0,-1 1-1 0 0,1 0 1 0 0,-1 0-1 0 0,1-1 1 0 0,-1 1-1 0 0,1 0 1 0 0,-1-1-1 0 0,0 1 1 0 0,1 0-1 0 0,-1-1 1 0 0,1 1-1 0 0,-1-1 1 0 0,9-7 694 0 0,0 0 0 0 0,-1-1 0 0 0,0 0 0 0 0,0 0 1 0 0,-1-1-1 0 0,10-19 0 0 0,31-70-815 0 0,-34 66-124 0 0,-21 48-540 0 0,1-1 0 0 0,0 1-1 0 0,0 0 1 0 0,2 1 0 0 0,-4 22 0 0 0,8-32 722 0 0,1 1 0 0 0,0-1 0 0 0,0 1 0 0 0,0-1 0 0 0,1 0 0 0 0,0 0 0 0 0,1 0 0 0 0,-1 0 1 0 0,1 0-1 0 0,0 0 0 0 0,1-1 0 0 0,-1 1 0 0 0,1-1 0 0 0,0 0 0 0 0,0 0 0 0 0,1 0 0 0 0,0-1 0 0 0,-1 0 0 0 0,1 0 0 0 0,1 0 0 0 0,-1 0 0 0 0,1-1 0 0 0,7 4 0 0 0,-6-3 40 0 0,1 0 0 0 0,0 0-1 0 0,0-1 1 0 0,0 0 0 0 0,0-1-1 0 0,0 1 1 0 0,1-2 0 0 0,-1 1 0 0 0,1-1-1 0 0,-1 0 1 0 0,1-1 0 0 0,0 0-1 0 0,-1-1 1 0 0,1 1 0 0 0,-1-2-1 0 0,1 1 1 0 0,9-4 0 0 0,-13 3-238 0 0,-1 0 1 0 0,0-1-1 0 0,0 1 1 0 0,0-1-1 0 0,0 0 1 0 0,0 0 0 0 0,-1 0-1 0 0,0-1 1 0 0,1 1-1 0 0,4-8 1 0 0,25-46-786 0 0,-6 10 1615 0 0,-26 46-646 0 0,0 0 0 0 0,0 0 0 0 0,0 0 0 0 0,0 0 0 0 0,0 1 0 0 0,0-1 0 0 0,0 0 0 0 0,0 1 0 0 0,0-1 0 0 0,0 1 1 0 0,1-1-1 0 0,-1 1 0 0 0,0 0 0 0 0,0-1 0 0 0,0 1 0 0 0,1 0 0 0 0,-1 0 0 0 0,0 0 0 0 0,0 0 0 0 0,0 0 0 0 0,1 0 0 0 0,-1 0 0 0 0,0 0 0 0 0,0 0 1 0 0,1 1-1 0 0,-1-1 0 0 0,0 1 0 0 0,0-1 0 0 0,0 1 0 0 0,0-1 0 0 0,0 1 0 0 0,0-1 0 0 0,0 1 0 0 0,0 0 0 0 0,0 0 0 0 0,0-1 0 0 0,0 1 0 0 0,1 2 0 0 0,8 5-59 0 0,0 1 0 0 0,15 19 0 0 0,-15-17 174 0 0,-3-2-164 0 0,0 0-1 0 0,-1 0 1 0 0,0 1-1 0 0,0 0 1 0 0,-1 0 0 0 0,4 12-1 0 0,11 20-164 0 0,-20-42 66 0 0,1 1-1 0 0,-1-1 1 0 0,0 1-1 0 0,0-1 1 0 0,0 0 0 0 0,0 1-1 0 0,1-1 1 0 0,-1 1 0 0 0,0-1-1 0 0,0 0 1 0 0,1 1-1 0 0,-1-1 1 0 0,0 0 0 0 0,1 1-1 0 0,-1-1 1 0 0,0 0 0 0 0,1 1-1 0 0,-1-1 1 0 0,0 0-1 0 0,1 0 1 0 0,-1 1 0 0 0,1-1-1 0 0,-1 0 1 0 0,1 0-1 0 0,-1 0 1 0 0,0 0 0 0 0,1 0-1 0 0,-1 0 1 0 0,1 0 0 0 0,-1 0-1 0 0,1 0 1 0 0,-1 0-1 0 0,1 0 1 0 0,-1 0 0 0 0,1 0-1 0 0,-1 0 1 0 0,0 0 0 0 0,1 0-1 0 0,0 0 1 0 0,12-19-2383 0 0,2-27-1410 0 0,0-45-1199 0 0,-12 59 4355 0 0,2 0 0 0 0,2 0 1 0 0,1 0-1 0 0,21-52 1 0 0,-29 82 831 0 0,1 1 0 0 0,-1 0 1 0 0,0 0-1 0 0,1-1 0 0 0,0 1 1 0 0,-1 0-1 0 0,1 0 0 0 0,0 0 1 0 0,-1 0-1 0 0,1 0 0 0 0,0 0 1 0 0,0 0-1 0 0,0 0 0 0 0,0 0 1 0 0,0 1-1 0 0,0-1 0 0 0,0 0 1 0 0,0 0-1 0 0,0 1 0 0 0,2-1 1 0 0,-2 1 44 0 0,0 1 1 0 0,0-1-1 0 0,-1 1 1 0 0,1-1 0 0 0,0 1-1 0 0,0-1 1 0 0,0 1 0 0 0,0 0-1 0 0,-1 0 1 0 0,1-1-1 0 0,0 1 1 0 0,-1 0 0 0 0,1 0-1 0 0,0 0 1 0 0,-1 0-1 0 0,1 0 1 0 0,-1 0 0 0 0,0 0-1 0 0,1 0 1 0 0,-1 0-1 0 0,0 0 1 0 0,1 1 0 0 0,0 2 9 0 0,1 0 1 0 0,-1-1 0 0 0,1 1 0 0 0,0-1 0 0 0,0 1-1 0 0,0-1 1 0 0,0 0 0 0 0,1 0 0 0 0,-1 0 0 0 0,1 0-1 0 0,0 0 1 0 0,0 0 0 0 0,0-1 0 0 0,0 0 0 0 0,5 4-1 0 0,2-3-440 0 0</inkml:trace>
</inkml:ink>
</file>

<file path=ppt/ink/ink1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8.185"/>
    </inkml:context>
    <inkml:brush xml:id="br0">
      <inkml:brushProperty name="width" value="0.1" units="cm"/>
      <inkml:brushProperty name="height" value="0.1" units="cm"/>
      <inkml:brushProperty name="color" value="#004F8B"/>
    </inkml:brush>
  </inkml:definitions>
  <inkml:trace contextRef="#ctx0" brushRef="#br0">25 1 9218 0 0,'-10'7'4295'0'0,"10"-6"-3988"0"0,-1-1 0 0 0,1 1 0 0 0,-1 0 0 0 0,1 0-1 0 0,0-1 1 0 0,-1 1 0 0 0,1 0 0 0 0,0 0 0 0 0,-1 1-1 0 0,-7 22 2301 0 0,7-13-2191 0 0,0-1-1 0 0,0 1 1 0 0,1 0-1 0 0,1 0 0 0 0,0 0 1 0 0,0 0-1 0 0,1-1 1 0 0,3 12-1 0 0,33 85 201 0 0,-16-49-202 0 0,-7-12-349 0 0,33 84 806 0 0,-39-110-1415 0 0,0-1-1 0 0,2 0 0 0 0,0 0 1 0 0,18 21-1 0 0</inkml:trace>
</inkml:ink>
</file>

<file path=ppt/ink/ink1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7:58.373"/>
    </inkml:context>
    <inkml:brush xml:id="br0">
      <inkml:brushProperty name="width" value="0.1" units="cm"/>
      <inkml:brushProperty name="height" value="0.1" units="cm"/>
      <inkml:brushProperty name="color" value="#004F8B"/>
    </inkml:brush>
  </inkml:definitions>
  <inkml:trace contextRef="#ctx0" brushRef="#br0">6 196 9674 0 0,'0'0'160'0'0,"-1"1"-1"0"0,1-1 1 0 0,-1 1 0 0 0,1-1-1 0 0,0 1 1 0 0,-1-1 0 0 0,1 1-1 0 0,0-1 1 0 0,-1 1-1 0 0,1 0 1 0 0,0-1 0 0 0,0 1-1 0 0,-1-1 1 0 0,1 1 0 0 0,0 0-1 0 0,0-1 1 0 0,0 1 0 0 0,0 0-1 0 0,0-1 1 0 0,0 1-1 0 0,0-1 1 0 0,0 1 0 0 0,0 0-1 0 0,0-1 1 0 0,0 1 0 0 0,0 0-1 0 0,1-1 1 0 0,-1 1 0 0 0,0-1-1 0 0,0 1 1 0 0,1 0 0 0 0,-1-1-1 0 0,0 1 1 0 0,1-1-1 0 0,0 1 1 0 0,0 0 99 0 0,1 0 0 0 0,0 0 0 0 0,0 0 0 0 0,0-1 0 0 0,-1 1 0 0 0,1-1 0 0 0,0 0 0 0 0,0 1 0 0 0,0-1 0 0 0,0 0 0 0 0,0 0 0 0 0,2 0 0 0 0,7-1 338 0 0,1 0 0 0 0,-1-1 0 0 0,16-4 1 0 0,-8-1-416 0 0,0 0 0 0 0,0-2 0 0 0,-1 0 0 0 0,0-1 0 0 0,20-15 0 0 0,-2-2-838 0 0,43-42 1 0 0,-28 20-235 0 0</inkml:trace>
</inkml:ink>
</file>

<file path=ppt/ink/ink1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4.157"/>
    </inkml:context>
    <inkml:brush xml:id="br0">
      <inkml:brushProperty name="width" value="0.1" units="cm"/>
      <inkml:brushProperty name="height" value="0.1" units="cm"/>
      <inkml:brushProperty name="color" value="#004F8B"/>
    </inkml:brush>
  </inkml:definitions>
  <inkml:trace contextRef="#ctx0" brushRef="#br0">115 6 11522 0 0,'-2'-1'256'0'0,"-1"0"0"0"0,1 0 0 0 0,0 1 0 0 0,-1-1 0 0 0,1 1 0 0 0,-1-1 0 0 0,1 1 0 0 0,-1 0 0 0 0,1 0 0 0 0,-1 0 0 0 0,1 0 0 0 0,-1 0 0 0 0,1 1 0 0 0,-1-1 0 0 0,1 1 0 0 0,-1 0 0 0 0,1 0 0 0 0,0 0 0 0 0,-1 0 0 0 0,1 0 0 0 0,0 0 0 0 0,0 0-1 0 0,0 1 1 0 0,0-1 0 0 0,0 1 0 0 0,0-1 0 0 0,0 1 0 0 0,0 0 0 0 0,-1 2 0 0 0,-1 1-33 0 0,0 0-1 0 0,0 1 1 0 0,0-1-1 0 0,1 1 1 0 0,-1-1-1 0 0,1 1 1 0 0,1 0-1 0 0,-1 1 1 0 0,1-1-1 0 0,-1 7 1 0 0,-1 11-126 0 0,1 0 1 0 0,2 0-1 0 0,0 0 1 0 0,2 0-1 0 0,1 0 1 0 0,0 0 0 0 0,2 0-1 0 0,1 0 1 0 0,0-1-1 0 0,15 37 1 0 0,-8-31-512 0 0,1 0-1 0 0,2-1 1 0 0,1-1 0 0 0,0 0 0 0 0,2-1 0 0 0,2-1-1 0 0,34 36 1 0 0,-41-49-993 0 0,-3-2-239 0 0</inkml:trace>
</inkml:ink>
</file>

<file path=ppt/ink/ink1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4.328"/>
    </inkml:context>
    <inkml:brush xml:id="br0">
      <inkml:brushProperty name="width" value="0.1" units="cm"/>
      <inkml:brushProperty name="height" value="0.1" units="cm"/>
      <inkml:brushProperty name="color" value="#004F8B"/>
    </inkml:brush>
  </inkml:definitions>
  <inkml:trace contextRef="#ctx0" brushRef="#br0">16 167 10594 0 0,'-1'0'61'0'0,"1"0"-1"0"0,-1 0 1 0 0,1 1-1 0 0,-1-1 1 0 0,1 0-1 0 0,-1 0 1 0 0,1 0-1 0 0,-1 0 1 0 0,1-1-1 0 0,-1 1 1 0 0,1 0-1 0 0,-1 0 1 0 0,1 0-1 0 0,-1 0 1 0 0,1 0-1 0 0,-1-1 1 0 0,1 1-1 0 0,-1 0 1 0 0,1 0-1 0 0,0-1 1 0 0,-1 1-1 0 0,1 0 1 0 0,-1-1-1 0 0,1 1 1 0 0,0 0-1 0 0,-1-1 1 0 0,1 1-1 0 0,0-1 1 0 0,-1 1-1 0 0,1-1 1 0 0,0 1-1 0 0,0 0 1 0 0,0-1-1 0 0,-1 1 1 0 0,1-1-1 0 0,0 1 1 0 0,0-1-1 0 0,0 1 1 0 0,0-1-1 0 0,0 0 1 0 0,1-1 109 0 0,0 0 0 0 0,0 1 1 0 0,0-1-1 0 0,0 1 0 0 0,0-1 1 0 0,1 1-1 0 0,-1-1 0 0 0,0 1 0 0 0,1 0 1 0 0,-1 0-1 0 0,3-2 0 0 0,47-27 2226 0 0,-51 30-2386 0 0,60-33 1400 0 0,-27 14-2508 0 0,65-27-1 0 0,-72 37 125 0 0</inkml:trace>
</inkml:ink>
</file>

<file path=ppt/ink/ink1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4.679"/>
    </inkml:context>
    <inkml:brush xml:id="br0">
      <inkml:brushProperty name="width" value="0.1" units="cm"/>
      <inkml:brushProperty name="height" value="0.1" units="cm"/>
      <inkml:brushProperty name="color" value="#004F8B"/>
    </inkml:brush>
  </inkml:definitions>
  <inkml:trace contextRef="#ctx0" brushRef="#br0">164 0 11979 0 0,'-3'1'272'0'0,"-1"0"-1"0"0,0-1 1 0 0,1 1 0 0 0,-1 1 0 0 0,1-1 0 0 0,-1 1 0 0 0,1-1 0 0 0,0 1 0 0 0,0 0 0 0 0,0 0 0 0 0,0 0 0 0 0,0 1 0 0 0,0-1 0 0 0,0 1 0 0 0,1-1 0 0 0,-4 5 0 0 0,-37 51 362 0 0,41-54-525 0 0,-39 65-159 0 0,38-62 3 0 0,0 0-1 0 0,0 0 1 0 0,0 1-1 0 0,1-1 1 0 0,0 1-1 0 0,1 0 1 0 0,-1-1-1 0 0,1 9 1 0 0,1-15 19 0 0,0 0 1 0 0,-1 0-1 0 0,1 0 1 0 0,0 0 0 0 0,0 0-1 0 0,0 0 1 0 0,0 0 0 0 0,1 0-1 0 0,-1 1 1 0 0,0-1-1 0 0,0 0 1 0 0,1-1 0 0 0,-1 1-1 0 0,0 0 1 0 0,1 0 0 0 0,-1 0-1 0 0,1 0 1 0 0,0 0-1 0 0,-1 0 1 0 0,1 0 0 0 0,-1-1-1 0 0,1 1 1 0 0,0 0-1 0 0,0 0 1 0 0,-1-1 0 0 0,1 1-1 0 0,0-1 1 0 0,0 1 0 0 0,0-1-1 0 0,0 1 1 0 0,0-1-1 0 0,0 1 1 0 0,0-1 0 0 0,0 0-1 0 0,0 1 1 0 0,0-1-1 0 0,0 0 1 0 0,0 0 0 0 0,0 0-1 0 0,0 0 1 0 0,0 0 0 0 0,0 0-1 0 0,0 0 1 0 0,0 0-1 0 0,0 0 1 0 0,0-1 0 0 0,0 1-1 0 0,0 0 1 0 0,0-1-1 0 0,0 1 1 0 0,0 0 0 0 0,1-2-1 0 0,5-1-553 0 0,-1 0-1 0 0,1 0 0 0 0,-1-1 1 0 0,0 1-1 0 0,11-10 1 0 0,10-20-624 0 0,-25 29 1378 0 0,0-1 0 0 0,1 1 1 0 0,0 0-1 0 0,0 1 1 0 0,0-1-1 0 0,0 0 1 0 0,1 1-1 0 0,-1 0 0 0 0,1 0 1 0 0,0 0-1 0 0,0 0 1 0 0,0 0-1 0 0,8-3 0 0 0,-10 6-16 0 0,-1 0-1 0 0,1 0 1 0 0,-1 0-1 0 0,0 1 1 0 0,1-1-1 0 0,-1 0 1 0 0,1 1-1 0 0,-1-1 1 0 0,0 1-1 0 0,1 0 1 0 0,-1-1-1 0 0,0 1 1 0 0,0 0-1 0 0,1 0 1 0 0,-1 0-1 0 0,0 0 1 0 0,0 0-1 0 0,0 0 1 0 0,0 0-1 0 0,0 0 1 0 0,0 0-1 0 0,0 0 1 0 0,-1 1-1 0 0,1-1 1 0 0,0 0-1 0 0,-1 0 1 0 0,1 3-1 0 0,17 42 1739 0 0,-16-39-1619 0 0,10 32 464 0 0,-4-8-117 0 0,16 34 1 0 0,-21-58-1014 0 0,0-1-1 0 0,0 1 1 0 0,1-1 0 0 0,0 1 0 0 0,0-1-1 0 0,1 0 1 0 0,0-1 0 0 0,0 1-1 0 0,0-1 1 0 0,10 8 0 0 0,0-4-1083 0 0</inkml:trace>
</inkml:ink>
</file>

<file path=ppt/ink/ink1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4.980"/>
    </inkml:context>
    <inkml:brush xml:id="br0">
      <inkml:brushProperty name="width" value="0.1" units="cm"/>
      <inkml:brushProperty name="height" value="0.1" units="cm"/>
      <inkml:brushProperty name="color" value="#004F8B"/>
    </inkml:brush>
  </inkml:definitions>
  <inkml:trace contextRef="#ctx0" brushRef="#br0">140 4 456 0 0,'-20'-1'6740'0'0,"18"0"-6344"0"0,-1 1-1 0 0,1-1 1 0 0,0 1-1 0 0,0 0 1 0 0,-1-1 0 0 0,1 1-1 0 0,0 1 1 0 0,0-1 0 0 0,-1 0-1 0 0,1 0 1 0 0,0 1 0 0 0,0-1-1 0 0,0 1 1 0 0,-1 0-1 0 0,1 0 1 0 0,0 0 0 0 0,0 0-1 0 0,0 0 1 0 0,0 0 0 0 0,1 0-1 0 0,-1 1 1 0 0,-3 2-1 0 0,-3 6-10 0 0,1-1 0 0 0,-1 2 0 0 0,2-1 0 0 0,0 1 0 0 0,0 0 0 0 0,1 1 0 0 0,0-1 0 0 0,1 1 0 0 0,1 0 0 0 0,-1 0 0 0 0,-1 18 0 0 0,5-28-372 0 0,0 0 0 0 0,0 0 0 0 0,0 1 0 0 0,0-1 0 0 0,0 0 0 0 0,0 0-1 0 0,1 1 1 0 0,-1-1 0 0 0,1 0 0 0 0,-1 0 0 0 0,1 0 0 0 0,0 0 0 0 0,0 1 0 0 0,0-1 0 0 0,0 0 0 0 0,0-1 0 0 0,1 1-1 0 0,-1 0 1 0 0,1 0 0 0 0,-1-1 0 0 0,1 1 0 0 0,-1 0 0 0 0,1-1 0 0 0,0 0 0 0 0,0 1 0 0 0,0-1 0 0 0,0 0-1 0 0,0 0 1 0 0,0 0 0 0 0,0 0 0 0 0,0 0 0 0 0,0-1 0 0 0,0 1 0 0 0,1-1 0 0 0,-1 1 0 0 0,3-1 0 0 0,9 1-22 0 0,1 0 0 0 0,-1-1 0 0 0,0-1 0 0 0,26-5 0 0 0,-2 2-54 0 0,-36 3-33 0 0,1 1 0 0 0,-1 0 0 0 0,1 0 0 0 0,-1 0 1 0 0,1 0-1 0 0,-1 1 0 0 0,0-1 0 0 0,1 1 1 0 0,-1-1-1 0 0,0 1 0 0 0,1 0 0 0 0,-1 0 0 0 0,0 0 1 0 0,0 0-1 0 0,1 1 0 0 0,-1-1 0 0 0,0 0 1 0 0,0 1-1 0 0,-1 0 0 0 0,1-1 0 0 0,3 4 0 0 0,-4-2 88 0 0,1 0 0 0 0,-1 0-1 0 0,1 0 1 0 0,-1 0 0 0 0,0 0-1 0 0,0 1 1 0 0,-1-1 0 0 0,1 0-1 0 0,0 1 1 0 0,-1-1 0 0 0,0 0-1 0 0,0 0 1 0 0,0 1 0 0 0,-1 4-1 0 0,0-1-39 0 0,0 0 0 0 0,-1 0 0 0 0,0 0 0 0 0,0 0 0 0 0,0 0 0 0 0,-1 0 0 0 0,0-1-1 0 0,0 1 1 0 0,-1-1 0 0 0,0 0 0 0 0,0 0 0 0 0,0 0 0 0 0,-1 0 0 0 0,-7 6 0 0 0</inkml:trace>
</inkml:ink>
</file>

<file path=ppt/ink/ink1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5.204"/>
    </inkml:context>
    <inkml:brush xml:id="br0">
      <inkml:brushProperty name="width" value="0.1" units="cm"/>
      <inkml:brushProperty name="height" value="0.1" units="cm"/>
      <inkml:brushProperty name="color" value="#004F8B"/>
    </inkml:brush>
  </inkml:definitions>
  <inkml:trace contextRef="#ctx0" brushRef="#br0">1 0 3225 0 0,'11'5'11386'0'0,"-3"13"-6207"0"0,1 30-3816 0 0,-6-31-490 0 0,6 25-784 0 0,2 0 0 0 0,2-1 0 0 0,1 0 0 0 0,2-1 0 0 0,2-1 0 0 0,2-1 0 0 0,1 0 0 0 0,50 64 1 0 0,-59-85-1968 0 0</inkml:trace>
</inkml:ink>
</file>

<file path=ppt/ink/ink1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5.348"/>
    </inkml:context>
    <inkml:brush xml:id="br0">
      <inkml:brushProperty name="width" value="0.1" units="cm"/>
      <inkml:brushProperty name="height" value="0.1" units="cm"/>
      <inkml:brushProperty name="color" value="#004F8B"/>
    </inkml:brush>
  </inkml:definitions>
  <inkml:trace contextRef="#ctx0" brushRef="#br0">7 223 4609 0 0,'-1'-3'379'0'0,"0"0"0"0"0,0-1 1 0 0,0 1-1 0 0,0 0 0 0 0,1-1 0 0 0,-1 1 0 0 0,1-1 0 0 0,0 1 1 0 0,0-1-1 0 0,0 1 0 0 0,0 0 0 0 0,1-1 0 0 0,-1 1 0 0 0,1-1 1 0 0,0 1-1 0 0,0 0 0 0 0,0 0 0 0 0,1-1 0 0 0,-1 1 1 0 0,1 0-1 0 0,0 0 0 0 0,0 0 0 0 0,0 1 0 0 0,0-1 0 0 0,0 0 1 0 0,0 1-1 0 0,1-1 0 0 0,3-2 0 0 0,5-5 281 0 0,0 1 1 0 0,1 0-1 0 0,0 1 0 0 0,1 0 1 0 0,17-8-1 0 0,95-36-2027 0 0,-110 47 840 0 0,15-7-478 0 0</inkml:trace>
</inkml:ink>
</file>

<file path=ppt/ink/ink1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5.890"/>
    </inkml:context>
    <inkml:brush xml:id="br0">
      <inkml:brushProperty name="width" value="0.1" units="cm"/>
      <inkml:brushProperty name="height" value="0.1" units="cm"/>
      <inkml:brushProperty name="color" value="#004F8B"/>
    </inkml:brush>
  </inkml:definitions>
  <inkml:trace contextRef="#ctx0" brushRef="#br0">172 13 11522 0 0,'0'0'887'0'0,"-29"-7"4913"0"0,3 1-4077 0 0,23 6-1679 0 0,-1 0 0 0 0,1 0 0 0 0,-1 1 0 0 0,1-1 0 0 0,-1 1-1 0 0,1 0 1 0 0,0 0 0 0 0,-1 0 0 0 0,1 0 0 0 0,0 0 0 0 0,-1 1-1 0 0,1-1 1 0 0,0 1 0 0 0,0 0 0 0 0,0 0 0 0 0,-3 3 0 0 0,2-1 69 0 0,0 1 1 0 0,-1 0-1 0 0,2 0 0 0 0,-1 0 1 0 0,0 0-1 0 0,1 0 1 0 0,0 1-1 0 0,-3 9 1 0 0,1-2 47 0 0,1 0 0 0 0,0 1 0 0 0,1 0 1 0 0,0 0-1 0 0,2 0 0 0 0,-1 0 1 0 0,2 22-1 0 0,1-28-229 0 0,-1 0 0 0 0,2 0 0 0 0,-1 0 0 0 0,1 0 0 0 0,0 0 0 0 0,1-1 0 0 0,3 10-1 0 0,-4-14-3 0 0,0 1-1 0 0,0-1 0 0 0,1 1 0 0 0,-1-1 0 0 0,1 0 0 0 0,-1 0 0 0 0,1 0 1 0 0,0 0-1 0 0,0 0 0 0 0,0-1 0 0 0,1 1 0 0 0,-1-1 0 0 0,1 0 0 0 0,-1 0 1 0 0,1 0-1 0 0,4 1 0 0 0,11 3-1393 0 0</inkml:trace>
</inkml:ink>
</file>

<file path=ppt/ink/ink1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6.461"/>
    </inkml:context>
    <inkml:brush xml:id="br0">
      <inkml:brushProperty name="width" value="0.1" units="cm"/>
      <inkml:brushProperty name="height" value="0.1" units="cm"/>
      <inkml:brushProperty name="color" value="#004F8B"/>
    </inkml:brush>
  </inkml:definitions>
  <inkml:trace contextRef="#ctx0" brushRef="#br0">141 34 3225 0 0,'-1'-2'532'0'0,"-1"1"0"0"0,1-1 0 0 0,-1 0 0 0 0,0 1 0 0 0,1 0 0 0 0,-1-1 1 0 0,0 1-1 0 0,0 0 0 0 0,0 0 0 0 0,0 0 0 0 0,0 0 0 0 0,0 1 0 0 0,0-1 1 0 0,-1 0-1 0 0,1 1 0 0 0,0 0 0 0 0,0-1 0 0 0,0 1 0 0 0,-1 0 0 0 0,1 0 0 0 0,-3 0 1 0 0,2 1-194 0 0,0 0 0 0 0,0 0 1 0 0,0 1-1 0 0,0-1 1 0 0,1 1-1 0 0,-1-1 1 0 0,1 1-1 0 0,-1 0 1 0 0,1 0-1 0 0,-1 0 1 0 0,1 0-1 0 0,0 0 1 0 0,-3 4-1 0 0,-2 3-193 0 0,1 1-1 0 0,1-1 1 0 0,-1 1-1 0 0,1 0 1 0 0,1 0-1 0 0,0 1 1 0 0,-3 13-1 0 0,3-8-274 0 0,1 0-1 0 0,1 0 0 0 0,0 18 1 0 0,1-30-10 0 0,1 0 1 0 0,0 0 0 0 0,0 0-1 0 0,1 0 1 0 0,-1 0-1 0 0,1 0 1 0 0,0 0-1 0 0,0-1 1 0 0,0 1 0 0 0,0 0-1 0 0,1-1 1 0 0,0 1-1 0 0,0-1 1 0 0,-1 1-1 0 0,2-1 1 0 0,-1 0 0 0 0,0 0-1 0 0,6 6 1 0 0,-7-9 6 0 0,0 1-1 0 0,0 0 1 0 0,0 0 0 0 0,0-1-1 0 0,0 1 1 0 0,0-1 0 0 0,0 1 0 0 0,0-1-1 0 0,0 0 1 0 0,0 1 0 0 0,0-1 0 0 0,1 0-1 0 0,-1 0 1 0 0,0 0 0 0 0,0 1 0 0 0,0-1-1 0 0,1-1 1 0 0,-1 1 0 0 0,0 0 0 0 0,0 0-1 0 0,0 0 1 0 0,0-1 0 0 0,2 0-1 0 0,0 0 22 0 0,-1 0 0 0 0,0-1 0 0 0,0 1 0 0 0,0-1 0 0 0,0 0-1 0 0,0 0 1 0 0,0 1 0 0 0,0-1 0 0 0,-1 0 0 0 0,3-4 0 0 0,3-5 111 0 0,-1 0 0 0 0,-1-1 1 0 0,7-17-1 0 0,-11 25-13 0 0,15-52 446 0 0,-13 43-73 0 0,1-1 0 0 0,0 1 0 0 0,0 0 0 0 0,2 0 0 0 0,-1 1 0 0 0,12-18-1 0 0,-17 29-284 0 0,0 1-1 0 0,1 0 0 0 0,-1-1 0 0 0,0 1 0 0 0,0 0 0 0 0,1-1 0 0 0,-1 1 0 0 0,0 0 0 0 0,1-1 0 0 0,-1 1 0 0 0,0 0 0 0 0,1 0 0 0 0,-1 0 0 0 0,0-1 0 0 0,1 1 0 0 0,-1 0 0 0 0,0 0 0 0 0,1 0 0 0 0,-1 0 0 0 0,0 0 0 0 0,1 0 0 0 0,-1 0 0 0 0,1 0 0 0 0,-1 0 0 0 0,0 0 0 0 0,1 0 1 0 0,-1 0-1 0 0,1 0 0 0 0,-1 0 0 0 0,0 0 0 0 0,1 0 0 0 0,-1 0 0 0 0,1 0 0 0 0,11 13 1214 0 0,7 26-431 0 0,-17-33-606 0 0,3 4-214 0 0,0 0 1 0 0,1-1 0 0 0,0 1 0 0 0,0-1 0 0 0,1-1 0 0 0,0 1-1 0 0,15 13 1 0 0,-19-20-112 0 0,0 1 1 0 0,0-1-1 0 0,0 0 0 0 0,0 0 0 0 0,0 0 0 0 0,0 0 0 0 0,1 0 1 0 0,-1-1-1 0 0,1 1 0 0 0,-1-1 0 0 0,1 0 0 0 0,-1 0 0 0 0,1 0 0 0 0,0-1 1 0 0,-1 1-1 0 0,1-1 0 0 0,0 0 0 0 0,-1 0 0 0 0,1 0 0 0 0,0-1 1 0 0,0 1-1 0 0,-1-1 0 0 0,1 0 0 0 0,-1 0 0 0 0,1 0 0 0 0,6-3 0 0 0,-5 0 13 0 0,-1 0-1 0 0,1-1 0 0 0,-1 1 0 0 0,0-1 1 0 0,0 0-1 0 0,0 0 0 0 0,0 0 0 0 0,-1 0 1 0 0,0-1-1 0 0,0 0 0 0 0,-1 1 0 0 0,0-1 1 0 0,0 0-1 0 0,2-7 0 0 0,-1 4 123 0 0,0 0 1 0 0,1 0-1 0 0,0 0 0 0 0,11-17 0 0 0,-10 20-66 0 0,0 0 0 0 0,1 0-1 0 0,-1 1 1 0 0,1-1 0 0 0,0 1-1 0 0,10-6 1 0 0,-15 10 15 0 0,1 0 1 0 0,0 0-1 0 0,-1 1 1 0 0,1-1 0 0 0,0 0-1 0 0,-1 0 1 0 0,1 1-1 0 0,0-1 1 0 0,0 1-1 0 0,0 0 1 0 0,-1-1-1 0 0,1 1 1 0 0,0 0 0 0 0,0 0-1 0 0,0 0 1 0 0,0 1-1 0 0,0-1 1 0 0,-1 0-1 0 0,1 1 1 0 0,0-1 0 0 0,0 1-1 0 0,-1-1 1 0 0,1 1-1 0 0,0 0 1 0 0,-1 0-1 0 0,1 0 1 0 0,0 0-1 0 0,-1 0 1 0 0,1 0 0 0 0,-1 0-1 0 0,0 0 1 0 0,1 0-1 0 0,0 2 1 0 0,1 1-285 0 0,1-1 0 0 0,-1 1 0 0 0,1-1 0 0 0,0 0 0 0 0,0 0 0 0 0,6 3 0 0 0,-1-2-852 0 0</inkml:trace>
</inkml:ink>
</file>

<file path=ppt/ink/ink1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7"/>
    </inkml:context>
    <inkml:brush xml:id="br0">
      <inkml:brushProperty name="width" value="0.1" units="cm"/>
      <inkml:brushProperty name="height" value="0.1" units="cm"/>
      <inkml:brushProperty name="color" value="#004F8B"/>
    </inkml:brush>
  </inkml:definitions>
  <inkml:trace contextRef="#ctx0" brushRef="#br0">21 91 2761 0 0,'-9'-22'6497'0'0,"-1"-3"-1283"0"0,10 24-4997 0 0,-1 0-1 0 0,1 1 0 0 0,0-1 1 0 0,0 0-1 0 0,0 1 0 0 0,0-1 1 0 0,-1 0-1 0 0,1 1 0 0 0,0-1 1 0 0,0 0-1 0 0,0 1 1 0 0,0-1-1 0 0,0 0 0 0 0,1 1 1 0 0,-1-1-1 0 0,0 0 0 0 0,0 1 1 0 0,0-1-1 0 0,1 0 0 0 0,-1 1 1 0 0,0-1-1 0 0,1 0 1 0 0,-1 1-1 0 0,0-1 0 0 0,1 0 1 0 0,0 1-128 0 0,0 0 0 0 0,0-1 0 0 0,0 1 1 0 0,0 0-1 0 0,0 0 0 0 0,0 0 0 0 0,0 0 0 0 0,0 0 1 0 0,0 0-1 0 0,0 0 0 0 0,0 1 0 0 0,0-1 0 0 0,0 0 1 0 0,0 1-1 0 0,0-1 0 0 0,0 0 0 0 0,0 1 1 0 0,0-1-1 0 0,0 1 0 0 0,-1-1 0 0 0,1 1 0 0 0,0 0 1 0 0,0-1-1 0 0,-1 1 0 0 0,1 0 0 0 0,0 0 1 0 0,-1-1-1 0 0,1 1 0 0 0,0 0 0 0 0,-1 0 0 0 0,1 0 1 0 0,0 1-1 0 0,18 30 203 0 0,-19-32-269 0 0,13 28 185 0 0,-2-1 0 0 0,9 33 0 0 0,-12-34-371 0 0,1 0 1 0 0,20 42-1 0 0,-29-68 137 0 0,0 0-1 0 0,1 1 1 0 0,-1-1 0 0 0,0 0 0 0 0,0 1-1 0 0,0-1 1 0 0,1 0 0 0 0,-1 1 0 0 0,0-1-1 0 0,0 0 1 0 0,1 0 0 0 0,-1 1-1 0 0,0-1 1 0 0,1 0 0 0 0,-1 0 0 0 0,0 1-1 0 0,1-1 1 0 0,-1 0 0 0 0,0 0-1 0 0,1 0 1 0 0,-1 0 0 0 0,0 0 0 0 0,1 1-1 0 0,-1-1 1 0 0,1 0 0 0 0,-1 0-1 0 0,0 0 1 0 0,1 0 0 0 0,-1 0 0 0 0,0 0-1 0 0,1 0 1 0 0,-1 0 0 0 0,1-1-1 0 0,-1 1 1 0 0,0 0 0 0 0,1 0 0 0 0,-1 0-1 0 0,0 0 1 0 0,1 0 0 0 0,-1-1 0 0 0,0 1-1 0 0,1 0 1 0 0,-1 0 0 0 0,0 0-1 0 0,1-1 1 0 0,-1 1 0 0 0,0 0 0 0 0,0-1-1 0 0,1 1 1 0 0,-1 0 0 0 0,0 0-1 0 0,0-1 1 0 0,1 1 0 0 0,-1 0 0 0 0,0-1-1 0 0,0 1 1 0 0,0-1 0 0 0,0 1-1 0 0,0 0 1 0 0,0-1 0 0 0,0 1 0 0 0,0 0-1 0 0,0-2 1 0 0,13-31-999 0 0,-11 26 863 0 0,16-52-715 0 0,-14 41 1071 0 0,1 1 0 0 0,1 0 0 0 0,0 0 0 0 0,1 1 0 0 0,1-1 0 0 0,0 2 0 0 0,1-1 0 0 0,20-25 0 0 0,-27 39-144 0 0,1-1 1 0 0,0 0 0 0 0,0 1 0 0 0,0 0 0 0 0,0-1-1 0 0,0 1 1 0 0,0 1 0 0 0,0-1 0 0 0,1 0-1 0 0,-1 1 1 0 0,1-1 0 0 0,-1 1 0 0 0,1 0 0 0 0,-1 0-1 0 0,1 1 1 0 0,0-1 0 0 0,0 1 0 0 0,-1 0 0 0 0,1 0-1 0 0,0 0 1 0 0,0 0 0 0 0,-1 1 0 0 0,1-1-1 0 0,7 3 1 0 0,-6-1-4 0 0,0 0 0 0 0,-1 0 0 0 0,1 1 0 0 0,0-1 1 0 0,-1 1-1 0 0,1 0 0 0 0,-1 1 0 0 0,0-1 0 0 0,0 1 0 0 0,0 0 0 0 0,-1 0 0 0 0,1 0 0 0 0,-1 0 0 0 0,0 0 0 0 0,0 1 0 0 0,3 8 0 0 0,12 31-221 0 0,-13-29-660 0 0,1 0 0 0 0,15 27 0 0 0</inkml:trace>
</inkml:ink>
</file>

<file path=ppt/ink/ink1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9.287"/>
    </inkml:context>
    <inkml:brush xml:id="br0">
      <inkml:brushProperty name="width" value="0.1" units="cm"/>
      <inkml:brushProperty name="height" value="0.1" units="cm"/>
      <inkml:brushProperty name="color" value="#004F8B"/>
    </inkml:brush>
  </inkml:definitions>
  <inkml:trace contextRef="#ctx0" brushRef="#br0">11 1 12443 0 0,'-8'1'8223'0'0,"8"0"-8007"0"0,-3 13 2362 0 0,6 23-3299 0 0,-2-32 1336 0 0,12 179-291 0 0,9 71-659 0 0,-14-204-1672 0 0,18 63-1 0 0,-15-81-5085 0 0</inkml:trace>
</inkml:ink>
</file>

<file path=ppt/ink/ink1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9.498"/>
    </inkml:context>
    <inkml:brush xml:id="br0">
      <inkml:brushProperty name="width" value="0.1" units="cm"/>
      <inkml:brushProperty name="height" value="0.1" units="cm"/>
      <inkml:brushProperty name="color" value="#004F8B"/>
    </inkml:brush>
  </inkml:definitions>
  <inkml:trace contextRef="#ctx0" brushRef="#br0">0 57 10138 0 0,'18'-16'3960'0'0,"14"-6"-36"0"0,-1 7-3683 0 0,-26 14-563 0 0,-1 0 1 0 0,0 1-1 0 0,1-1 1 0 0,-1 1-1 0 0,0 0 1 0 0,1 0-1 0 0,-1 0 1 0 0,1 1-1 0 0,-1-1 1 0 0,0 1-1 0 0,1 0 1 0 0,-1 1-1 0 0,0-1 1 0 0,7 4-1 0 0,3 1 285 0 0</inkml:trace>
</inkml:ink>
</file>

<file path=ppt/ink/ink1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9.794"/>
    </inkml:context>
    <inkml:brush xml:id="br0">
      <inkml:brushProperty name="width" value="0.1" units="cm"/>
      <inkml:brushProperty name="height" value="0.1" units="cm"/>
      <inkml:brushProperty name="color" value="#004F8B"/>
    </inkml:brush>
  </inkml:definitions>
  <inkml:trace contextRef="#ctx0" brushRef="#br0">0 178 7834 0 0,'39'17'5576'0'0,"-22"-9"-4849"0"0,-1 2 0 0 0,0-1 0 0 0,-1 2 0 0 0,0 0 1 0 0,0 1-1 0 0,16 18 0 0 0,-37-48 2518 0 0,-2-56-2387 0 0,9 64-1088 0 0,0-1 0 0 0,1 1 0 0 0,0 0 0 0 0,0 0 0 0 0,2 0 0 0 0,-1 0 0 0 0,1 0 0 0 0,0 0 0 0 0,1 1 0 0 0,0 0 0 0 0,1 0 0 0 0,0 0 0 0 0,0 1 0 0 0,1 0 0 0 0,0 0 0 0 0,0 1 0 0 0,1 0 0 0 0,9-8 0 0 0,-1 2 193 0 0</inkml:trace>
</inkml:ink>
</file>

<file path=ppt/ink/ink1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0.096"/>
    </inkml:context>
    <inkml:brush xml:id="br0">
      <inkml:brushProperty name="width" value="0.1" units="cm"/>
      <inkml:brushProperty name="height" value="0.1" units="cm"/>
      <inkml:brushProperty name="color" value="#004F8B"/>
    </inkml:brush>
  </inkml:definitions>
  <inkml:trace contextRef="#ctx0" brushRef="#br0">21 0 6913 0 0,'-6'2'7835'0'0,"6"-2"-7692"0"0,-3 15-416 0 0,-6 9-4203 0 0,6-21 4416 0 0</inkml:trace>
</inkml:ink>
</file>

<file path=ppt/ink/ink1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0.652"/>
    </inkml:context>
    <inkml:brush xml:id="br0">
      <inkml:brushProperty name="width" value="0.1" units="cm"/>
      <inkml:brushProperty name="height" value="0.1" units="cm"/>
      <inkml:brushProperty name="color" value="#004F8B"/>
    </inkml:brush>
  </inkml:definitions>
  <inkml:trace contextRef="#ctx0" brushRef="#br0">2 6 10594 0 0,'0'-6'10225'0'0,"-1"26"-10112"0"0,1-1-1 0 0,1 1 0 0 0,1-1 1 0 0,0 0-1 0 0,2 0 1 0 0,0 0-1 0 0,1 0 0 0 0,1-1 1 0 0,1 0-1 0 0,0 0 1 0 0,1 0-1 0 0,1-1 0 0 0,19 27 1 0 0,-23-37-207 0 0,0-2-1 0 0,0 1 1 0 0,1-1 0 0 0,-1 1-1 0 0,1-1 1 0 0,0-1 0 0 0,1 1 0 0 0,-1-1-1 0 0,1-1 1 0 0,10 6 0 0 0,-14-8 43 0 0,0 0 0 0 0,-1 0 0 0 0,1 0 0 0 0,0 0 0 0 0,0-1 0 0 0,0 1 0 0 0,0-1 0 0 0,0 0 1 0 0,0 0-1 0 0,0 0 0 0 0,0 0 0 0 0,0-1 0 0 0,0 1 0 0 0,0-1 0 0 0,0 1 0 0 0,-1-1 0 0 0,1 0 0 0 0,0 0 0 0 0,0 0 0 0 0,-1-1 1 0 0,1 1-1 0 0,0-1 0 0 0,-1 1 0 0 0,0-1 0 0 0,1 0 0 0 0,-1 0 0 0 0,0 0 0 0 0,0 0 0 0 0,3-4 0 0 0,2-5 141 0 0,1-1 0 0 0,-2-1 0 0 0,1 1 0 0 0,-2-1 0 0 0,0 0 0 0 0,0 0 0 0 0,-1 0 0 0 0,-1-1 0 0 0,0 0 0 0 0,1-18 0 0 0,4-16 673 0 0,-8 48-780 0 0,0-1 1 0 0,0 1 0 0 0,0-1-1 0 0,0 1 1 0 0,0-1-1 0 0,0 1 1 0 0,0-1 0 0 0,1 1-1 0 0,-1-1 1 0 0,0 1 0 0 0,0 0-1 0 0,0-1 1 0 0,0 1 0 0 0,1-1-1 0 0,-1 1 1 0 0,0 0-1 0 0,0-1 1 0 0,1 1 0 0 0,-1 0-1 0 0,0-1 1 0 0,1 1 0 0 0,-1 0-1 0 0,0-1 1 0 0,1 1-1 0 0,-1 0 1 0 0,0 0 0 0 0,1-1-1 0 0,-1 1 1 0 0,1 0 0 0 0,-1 0-1 0 0,0 0 1 0 0,1 0 0 0 0,-1-1-1 0 0,1 1 1 0 0,-1 0-1 0 0,1 0 1 0 0,15 12-77 0 0,13 33 550 0 0,-25-38-371 0 0,39 74 170 0 0,-34-60-546 0 0,1-1-1 0 0,1 0 1 0 0,1-1-1 0 0,27 35 0 0 0,-14-32-2313 0 0</inkml:trace>
</inkml:ink>
</file>

<file path=ppt/ink/ink1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1.045"/>
    </inkml:context>
    <inkml:brush xml:id="br0">
      <inkml:brushProperty name="width" value="0.1" units="cm"/>
      <inkml:brushProperty name="height" value="0.1" units="cm"/>
      <inkml:brushProperty name="color" value="#004F8B"/>
    </inkml:brush>
  </inkml:definitions>
  <inkml:trace contextRef="#ctx0" brushRef="#br0">1 41 8754 0 0,'2'-2'296'0'0,"1"1"1"0"0,-1 0-1 0 0,1 0 0 0 0,-1 0 1 0 0,1 0-1 0 0,-1 1 0 0 0,1-1 1 0 0,0 1-1 0 0,-1 0 1 0 0,1-1-1 0 0,0 1 0 0 0,-1 0 1 0 0,1 1-1 0 0,0-1 0 0 0,-1 0 1 0 0,1 1-1 0 0,0 0 0 0 0,-1-1 1 0 0,1 1-1 0 0,2 1 1 0 0,-1 1-3 0 0,0-1 0 0 0,0 1 1 0 0,0 0-1 0 0,-1 0 0 0 0,1 0 1 0 0,-1 1-1 0 0,0-1 1 0 0,0 1-1 0 0,0 0 0 0 0,4 7 1 0 0,0 2 30 0 0,-1 1 1 0 0,0-1 0 0 0,0 1-1 0 0,-2 1 1 0 0,0-1-1 0 0,3 20 1 0 0,-5-26-226 0 0,-2-6-54 0 0,1 1-1 0 0,0 0 0 0 0,-1 0 0 0 0,1 0 0 0 0,-1 0 1 0 0,0 0-1 0 0,0 0 0 0 0,0 0 0 0 0,-1-1 0 0 0,0 7 0 0 0,1-9-25 0 0,-1 0-1 0 0,1 0 0 0 0,-1 0 0 0 0,1 0 0 0 0,0 0 0 0 0,-1 0 0 0 0,1 0 0 0 0,0 0 0 0 0,-1 0 0 0 0,1 0 0 0 0,-1 0 0 0 0,1 0 0 0 0,0-1 0 0 0,-1 1 0 0 0,1 0 0 0 0,-1 0 0 0 0,1 0 0 0 0,0 0 0 0 0,-1-1 0 0 0,1 1 0 0 0,0 0 0 0 0,0 0 0 0 0,-1-1 0 0 0,1 1 0 0 0,0 0 0 0 0,-1 0 0 0 0,1-1 1 0 0,0 1-1 0 0,0 0 0 0 0,0-1 0 0 0,-1 1 0 0 0,1 0 0 0 0,0-1 0 0 0,0 1 0 0 0,0-1 0 0 0,0 1 0 0 0,0 0 0 0 0,0-1 0 0 0,-1 0 0 0 0,-7-15 280 0 0,5 8-308 0 0,1-1 0 0 0,0 1 1 0 0,0-1-1 0 0,1 1 0 0 0,0-1 1 0 0,0 1-1 0 0,1-1 0 0 0,0 1 1 0 0,2-12-1 0 0,8-28-1686 0 0,5 2-4114 0 0,-5 19-471 0 0</inkml:trace>
</inkml:ink>
</file>

<file path=ppt/ink/ink1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1.919"/>
    </inkml:context>
    <inkml:brush xml:id="br0">
      <inkml:brushProperty name="width" value="0.1" units="cm"/>
      <inkml:brushProperty name="height" value="0.1" units="cm"/>
      <inkml:brushProperty name="color" value="#004F8B"/>
    </inkml:brush>
  </inkml:definitions>
  <inkml:trace contextRef="#ctx0" brushRef="#br0">1 38 5529 0 0,'0'-3'1655'0'0,"3"-32"9205"0"0,-1 37-10601 0 0,1 0 0 0 0,-1 1 0 0 0,1-1-1 0 0,-1 1 1 0 0,0 0 0 0 0,0 0 0 0 0,0-1 0 0 0,0 1 0 0 0,-1 0 0 0 0,3 7 0 0 0,0-4-78 0 0,7 13-173 0 0,-1 1 1 0 0,0-1 0 0 0,-1 2 0 0 0,-2-1 0 0 0,0 1 0 0 0,5 26 0 0 0,-11-40-348 0 0,-2-16 127 0 0,-1-19 79 0 0,4 10 195 0 0,0 0-1 0 0,8-22 1 0 0,-9 36 24 0 0,0 0 0 0 0,0 0 0 0 0,0 1 0 0 0,1-1 0 0 0,-1 0 0 0 0,1 1 1 0 0,0-1-1 0 0,0 1 0 0 0,1 0 0 0 0,-1-1 0 0 0,1 1 0 0 0,0 0 0 0 0,-1 1 0 0 0,1-1 0 0 0,0 0 0 0 0,7-3 0 0 0,-8 5-45 0 0,0 1-1 0 0,0 0 0 0 0,1 0 0 0 0,-1-1 0 0 0,0 1 0 0 0,0 1 0 0 0,1-1 0 0 0,-1 0 1 0 0,0 1-1 0 0,0-1 0 0 0,1 1 0 0 0,-1-1 0 0 0,0 1 0 0 0,0 0 0 0 0,0 0 0 0 0,0 0 1 0 0,0 0-1 0 0,0 1 0 0 0,0-1 0 0 0,0 0 0 0 0,2 3 0 0 0,34 34 408 0 0,-29-26-384 0 0,0 0 0 0 0,-1 1 0 0 0,-1 0-1 0 0,0 1 1 0 0,5 15 0 0 0,4 14-5443 0 0,-14-38 3986 0 0,6 16-5926 0 0</inkml:trace>
</inkml:ink>
</file>

<file path=ppt/ink/ink1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2.426"/>
    </inkml:context>
    <inkml:brush xml:id="br0">
      <inkml:brushProperty name="width" value="0.1" units="cm"/>
      <inkml:brushProperty name="height" value="0.1" units="cm"/>
      <inkml:brushProperty name="color" value="#004F8B"/>
    </inkml:brush>
  </inkml:definitions>
  <inkml:trace contextRef="#ctx0" brushRef="#br0">93 99 10138 0 0,'2'-3'258'0'0,"-1"0"0"0"0,1 0 0 0 0,-1 0 0 0 0,1 0 0 0 0,-1-1 0 0 0,0 1 0 0 0,0 0 0 0 0,-1 0 0 0 0,1-1 0 0 0,0-5 0 0 0,-1 8-67 0 0,0-1-1 0 0,0 1 1 0 0,0 0 0 0 0,0-1 0 0 0,0 1 0 0 0,0-1-1 0 0,0 1 1 0 0,0 0 0 0 0,-1-1 0 0 0,1 1 0 0 0,0 0-1 0 0,-1-1 1 0 0,1 1 0 0 0,-1 0 0 0 0,0 0 0 0 0,1 0-1 0 0,-1-1 1 0 0,0 1 0 0 0,0 0 0 0 0,1 0 0 0 0,-1 0 0 0 0,0 0-1 0 0,0 0 1 0 0,0 0 0 0 0,-1 0 0 0 0,1 1 0 0 0,0-1-1 0 0,0 0 1 0 0,-2 0 0 0 0,1 1-74 0 0,1 0 1 0 0,-1 0-1 0 0,1 0 0 0 0,-1 0 0 0 0,0 1 1 0 0,1-1-1 0 0,-1 1 0 0 0,1-1 0 0 0,-1 1 1 0 0,1-1-1 0 0,-1 1 0 0 0,1 0 0 0 0,0 0 1 0 0,-1 0-1 0 0,1 0 0 0 0,0 0 0 0 0,0 0 1 0 0,-1 0-1 0 0,1 0 0 0 0,0 0 0 0 0,0 0 1 0 0,0 1-1 0 0,0-1 0 0 0,0 2 0 0 0,-22 36 442 0 0,17-26-511 0 0,1 0-1 0 0,1 1 1 0 0,0 0-1 0 0,1 0 1 0 0,0 0-1 0 0,1 1 1 0 0,1-1-1 0 0,0 1 1 0 0,1-1 0 0 0,1 17-1 0 0,0-24-66 0 0,0 0 0 0 0,1 0 1 0 0,0 0-1 0 0,0 0 0 0 0,0-1 0 0 0,0 1 0 0 0,1-1 1 0 0,1 1-1 0 0,-1-1 0 0 0,5 6 0 0 0,-5-8 1 0 0,0 0 0 0 0,1-1-1 0 0,-1 0 1 0 0,1 0 0 0 0,-1 0 0 0 0,1 0 0 0 0,0 0-1 0 0,0-1 1 0 0,1 1 0 0 0,-1-1 0 0 0,0 0 0 0 0,1-1 0 0 0,-1 1-1 0 0,1-1 1 0 0,-1 0 0 0 0,7 1 0 0 0,-7-2 16 0 0,-1 1 0 0 0,1-1 0 0 0,-1 0 0 0 0,1 0 0 0 0,0 0 0 0 0,-1-1 0 0 0,1 1 0 0 0,-1-1 0 0 0,1 0 0 0 0,-1 0 1 0 0,0 0-1 0 0,1 0 0 0 0,-1-1 0 0 0,0 1 0 0 0,0-1 0 0 0,5-4 0 0 0,-3 3-23 0 0,-1-1 1 0 0,0 0-1 0 0,-1 0 0 0 0,1 0 1 0 0,-1-1-1 0 0,1 0 0 0 0,-1 1 1 0 0,-1-1-1 0 0,5-10 0 0 0,-3 5-12 0 0,-1 1-1 0 0,0-1 0 0 0,-1 0 0 0 0,0 0 0 0 0,0-1 0 0 0,-1 1 1 0 0,0 0-1 0 0,-1-1 0 0 0,0 1 0 0 0,-1 0 0 0 0,-2-11 0 0 0,-1 3 56 0 0,-1 1 0 0 0,-1 0-1 0 0,-13-28 1 0 0,16 39-66 0 0,0 0 1 0 0,-1 0-1 0 0,1 1 0 0 0,-1 0 0 0 0,0 0 1 0 0,0 0-1 0 0,0 0 0 0 0,-1 0 0 0 0,0 1 1 0 0,0 0-1 0 0,0 0 0 0 0,0 0 1 0 0,-10-4-1 0 0,4 4-678 0 0</inkml:trace>
</inkml:ink>
</file>

<file path=ppt/ink/ink1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2.887"/>
    </inkml:context>
    <inkml:brush xml:id="br0">
      <inkml:brushProperty name="width" value="0.1" units="cm"/>
      <inkml:brushProperty name="height" value="0.1" units="cm"/>
      <inkml:brushProperty name="color" value="#004F8B"/>
    </inkml:brush>
  </inkml:definitions>
  <inkml:trace contextRef="#ctx0" brushRef="#br0">40 22 8754 0 0,'0'-2'501'0'0,"-1"0"0"0"0,0 1 1 0 0,0-1-1 0 0,-1 0 0 0 0,1 1 0 0 0,0-1 0 0 0,0 1 1 0 0,-1-1-1 0 0,1 1 0 0 0,-1 0 0 0 0,1 0 0 0 0,-4-2 1 0 0,4 3-423 0 0,1-1 0 0 0,-1 1 0 0 0,0 0 1 0 0,1 0-1 0 0,-1 0 0 0 0,1 0 1 0 0,-1 0-1 0 0,1 0 0 0 0,-1 0 0 0 0,1 0 1 0 0,-1 1-1 0 0,0-1 0 0 0,1 0 0 0 0,-1 0 1 0 0,1 0-1 0 0,-1 1 0 0 0,1-1 1 0 0,-1 0-1 0 0,1 0 0 0 0,-1 1 0 0 0,1-1 1 0 0,0 0-1 0 0,-1 1 0 0 0,1-1 0 0 0,-1 1 1 0 0,1-1-1 0 0,0 1 0 0 0,-1-1 1 0 0,1 0-1 0 0,0 1 0 0 0,0-1 0 0 0,-1 1 1 0 0,1-1-1 0 0,0 1 0 0 0,0 0 0 0 0,0-1 1 0 0,0 1-1 0 0,-1-1 0 0 0,1 1 1 0 0,0-1-1 0 0,0 1 0 0 0,0-1 0 0 0,0 1 1 0 0,0 0-1 0 0,0-1 0 0 0,1 1 0 0 0,-1 0 1 0 0,-3 28 769 0 0,1 37 1 0 0,3-54-1033 0 0,-1 0-1 0 0,2 0 1 0 0,0-1-1 0 0,0 1 1 0 0,1-1-1 0 0,4 13 0 0 0,4-7-2592 0 0,-11-17 2666 0 0,1 0 0 0 0,-1 0 0 0 0,0 1 0 0 0,1-1 1 0 0,-1 0-1 0 0,0 0 0 0 0,1 0 0 0 0,-1 0 1 0 0,0 0-1 0 0,1 0 0 0 0,-1 0 0 0 0,0 0 0 0 0,1 0 1 0 0,-1 0-1 0 0,0 0 0 0 0,1 0 0 0 0,-1 0 1 0 0,0 0-1 0 0,1 0 0 0 0,-1 0 0 0 0,0 0 0 0 0,1-1 1 0 0,-1 1-1 0 0,0 0 0 0 0,1 0 0 0 0,-1 0 1 0 0,0 0-1 0 0,1-1 0 0 0,-1 1 0 0 0,0 0 0 0 0,0 0 1 0 0,1-1-1 0 0,-1 1 0 0 0,0 0 0 0 0,0 0 1 0 0,0-1-1 0 0,1 1 0 0 0,-1 0 0 0 0,0-1 0 0 0,0 1 1 0 0,0 0-1 0 0,0-1 0 0 0,0 1 0 0 0,0 0 1 0 0,0-1-1 0 0,0 1 0 0 0,1 0 0 0 0,-1-1 1 0 0,-1 0-1 0 0,4-6-1088 0 0</inkml:trace>
</inkml:ink>
</file>

<file path=ppt/ink/ink1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3.102"/>
    </inkml:context>
    <inkml:brush xml:id="br0">
      <inkml:brushProperty name="width" value="0.1" units="cm"/>
      <inkml:brushProperty name="height" value="0.1" units="cm"/>
      <inkml:brushProperty name="color" value="#004F8B"/>
    </inkml:brush>
  </inkml:definitions>
  <inkml:trace contextRef="#ctx0" brushRef="#br0">1 189 6449 0 0,'0'-10'394'0'0,"-1"0"1"0"0,2 0-1 0 0,-1 0 0 0 0,1 0 0 0 0,4-14 0 0 0,-4 19-21 0 0,0 1-1 0 0,0 0 1 0 0,1 0-1 0 0,0 0 1 0 0,0 0 0 0 0,0 0-1 0 0,0 0 1 0 0,0 0-1 0 0,1 1 1 0 0,0-1 0 0 0,0 1-1 0 0,0 0 1 0 0,0 0-1 0 0,6-5 1 0 0,-7 7-235 0 0,-1 1 1 0 0,0-1-1 0 0,0 1 0 0 0,1 0 1 0 0,-1-1-1 0 0,0 1 0 0 0,1 0 1 0 0,-1 0-1 0 0,0 0 0 0 0,1 0 1 0 0,-1 0-1 0 0,0 0 0 0 0,1 0 1 0 0,-1 1-1 0 0,0-1 0 0 0,0 0 1 0 0,1 1-1 0 0,-1-1 0 0 0,0 1 1 0 0,0-1-1 0 0,1 1 0 0 0,-1 0 1 0 0,0-1-1 0 0,0 1 0 0 0,0 0 1 0 0,0 0-1 0 0,0 0 0 0 0,1 1 1 0 0,31 34 1450 0 0,-25-25-1061 0 0,-2-5-337 0 0,0 0-1 0 0,0-1 0 0 0,1 1 0 0 0,0-1 1 0 0,0-1-1 0 0,0 1 0 0 0,0-1 0 0 0,15 6 1 0 0,-20-9-177 0 0,0-1 0 0 0,-1 1 0 0 0,1 0 0 0 0,0-1 0 0 0,0 1 0 0 0,0-1 0 0 0,0 0 0 0 0,0 0 0 0 0,0 0 0 0 0,0 0 0 0 0,0 0 0 0 0,0 0 0 0 0,0 0 0 0 0,0 0 0 0 0,-1-1 0 0 0,1 1 0 0 0,0-1 0 0 0,0 0 0 0 0,0 1 0 0 0,0-1 0 0 0,-1 0 0 0 0,1 0 0 0 0,0 0 0 0 0,-1 0 0 0 0,1 0 0 0 0,-1-1 0 0 0,1 1 0 0 0,-1 0 0 0 0,0-1 0 0 0,1 1 0 0 0,-1-1 0 0 0,0 1 0 0 0,0-1 0 0 0,0 0 0 0 0,0 1 0 0 0,0-1 0 0 0,-1 0 0 0 0,1 0 0 0 0,0 0 0 0 0,-1 0 0 0 0,1 0 0 0 0,-1 1 0 0 0,0-4 0 0 0,1-2-79 0 0,0 0 0 0 0,-1 0 0 0 0,0 0-1 0 0,0 0 1 0 0,-1 0 0 0 0,0 0 0 0 0,0 0 0 0 0,-4-12 0 0 0,-11-28-4129 0 0</inkml:trace>
</inkml:ink>
</file>

<file path=ppt/ink/ink1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3.409"/>
    </inkml:context>
    <inkml:brush xml:id="br0">
      <inkml:brushProperty name="width" value="0.1" units="cm"/>
      <inkml:brushProperty name="height" value="0.1" units="cm"/>
      <inkml:brushProperty name="color" value="#004F8B"/>
    </inkml:brush>
  </inkml:definitions>
  <inkml:trace contextRef="#ctx0" brushRef="#br0">163 77 6913 0 0,'1'-3'-136'0'0,"2"-36"6642"0"0,-3 37-5957 0 0,0 0 1 0 0,0 0-1 0 0,-1 0 0 0 0,1 0 1 0 0,0 0-1 0 0,-1-1 0 0 0,0 1 1 0 0,1 0-1 0 0,-1 0 0 0 0,0 0 1 0 0,0 0-1 0 0,0 0 1 0 0,0 1-1 0 0,0-1 0 0 0,-2-2 1 0 0,2 4-510 0 0,1 0 1 0 0,-1 0-1 0 0,1 0 1 0 0,-1-1-1 0 0,1 1 1 0 0,-1 0-1 0 0,1 0 0 0 0,-1 0 1 0 0,1 0-1 0 0,-1 0 1 0 0,1 0-1 0 0,-1 0 1 0 0,1 0-1 0 0,-1 1 1 0 0,1-1-1 0 0,-1 0 1 0 0,1 0-1 0 0,-1 0 1 0 0,1 0-1 0 0,-1 1 1 0 0,1-1-1 0 0,0 0 1 0 0,-1 0-1 0 0,1 1 1 0 0,-1-1-1 0 0,1 0 0 0 0,0 1 1 0 0,-1-1-1 0 0,1 1 1 0 0,0-1-1 0 0,-1 0 1 0 0,1 1-1 0 0,0-1 1 0 0,-1 1-1 0 0,1-1 1 0 0,0 1-1 0 0,0-1 1 0 0,0 1-1 0 0,-1-1 1 0 0,1 1-1 0 0,0-1 1 0 0,0 1-1 0 0,-11 24 263 0 0,-29 109 1 0 0,-25 144-1 0 0,62-261-277 0 0,-4 16-850 0 0,2 0 0 0 0,-1 57 0 0 0,7-60-7210 0 0</inkml:trace>
</inkml:ink>
</file>

<file path=ppt/ink/ink1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3.726"/>
    </inkml:context>
    <inkml:brush xml:id="br0">
      <inkml:brushProperty name="width" value="0.1" units="cm"/>
      <inkml:brushProperty name="height" value="0.1" units="cm"/>
      <inkml:brushProperty name="color" value="#004F8B"/>
    </inkml:brush>
  </inkml:definitions>
  <inkml:trace contextRef="#ctx0" brushRef="#br0">49 40 9218 0 0,'-2'0'224'0'0,"0"0"0"0"0,0 1 0 0 0,0-1 0 0 0,-1 1 0 0 0,1 0 0 0 0,0 0 0 0 0,0 0 0 0 0,0 0 0 0 0,0 0 0 0 0,0 0 0 0 0,0 0 1 0 0,1 1-1 0 0,-1-1 0 0 0,0 1 0 0 0,1-1 0 0 0,-1 1 0 0 0,1 0 0 0 0,-1-1 0 0 0,1 1 0 0 0,0 0 0 0 0,0 0 0 0 0,0 0 0 0 0,0 0 0 0 0,0 0 0 0 0,0 0 0 0 0,0 1 0 0 0,1-1 0 0 0,-1 0 0 0 0,1 0 0 0 0,-1 3 0 0 0,0 2 37 0 0,0 0-1 0 0,1 0 1 0 0,-1 0-1 0 0,1 0 1 0 0,1 0-1 0 0,-1 0 1 0 0,1 0-1 0 0,1 0 1 0 0,-1 0-1 0 0,1 0 1 0 0,0 0-1 0 0,1-1 1 0 0,0 1-1 0 0,0-1 1 0 0,0 1-1 0 0,1-1 1 0 0,-1 0-1 0 0,1-1 1 0 0,6 7-1 0 0,-8-9-268 0 0,1-1-1 0 0,-1 1 0 0 0,1 0 0 0 0,0-1 0 0 0,0 0 0 0 0,1 1 0 0 0,-1-1 0 0 0,0-1 0 0 0,1 1 0 0 0,-1 0 0 0 0,1-1 0 0 0,-1 0 0 0 0,1 1 0 0 0,0-1 0 0 0,-1-1 0 0 0,1 1 0 0 0,0-1 0 0 0,0 1 0 0 0,0-1 0 0 0,-1 0 0 0 0,1 0 0 0 0,0-1 0 0 0,0 1 0 0 0,0-1 0 0 0,-1 0 0 0 0,1 0 0 0 0,0 0 1 0 0,-1-1-1 0 0,1 1 0 0 0,-1-1 0 0 0,1 1 0 0 0,-1-1 0 0 0,0-1 0 0 0,0 1 0 0 0,0 0 0 0 0,3-4 0 0 0,-1 3 14 0 0,-1-1 0 0 0,0 1-1 0 0,0-1 1 0 0,0 0 0 0 0,0-1 0 0 0,-1 1 0 0 0,0-1 0 0 0,0 1 0 0 0,0-1 0 0 0,0 0 0 0 0,-1 0-1 0 0,1 0 1 0 0,-2-1 0 0 0,1 1 0 0 0,0 0 0 0 0,-1-1 0 0 0,0 1 0 0 0,0-1 0 0 0,0-6 0 0 0,-2 6-6 0 0,0 0 0 0 0,0 0 0 0 0,0 1 0 0 0,0-1 0 0 0,-1 0 0 0 0,0 1 1 0 0,0 0-1 0 0,-1-1 0 0 0,1 1 0 0 0,-1 0 0 0 0,0 0 0 0 0,-1 0 0 0 0,1 1 0 0 0,-1-1 1 0 0,0 1-1 0 0,0 0 0 0 0,0 0 0 0 0,-8-5 0 0 0,-20-12-1886 0 0,15 11-5042 0 0</inkml:trace>
</inkml:ink>
</file>

<file path=ppt/ink/ink1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4.123"/>
    </inkml:context>
    <inkml:brush xml:id="br0">
      <inkml:brushProperty name="width" value="0.1" units="cm"/>
      <inkml:brushProperty name="height" value="0.1" units="cm"/>
      <inkml:brushProperty name="color" value="#004F8B"/>
    </inkml:brush>
  </inkml:definitions>
  <inkml:trace contextRef="#ctx0" brushRef="#br0">9 0 10594 0 0,'-5'3'8727'0'0,"2"5"-6221"0"0,2 10-3692 0 0,1-15 2178 0 0,0 33-535 0 0,1 1 1 0 0,7 37-1 0 0,-6-56-545 0 0,2-1 1 0 0,0 1-1 0 0,1-1 0 0 0,0 0 0 0 0,2-1 0 0 0,9 19 0 0 0,11 1-2643 0 0,-19-28 1700 0 0</inkml:trace>
</inkml:ink>
</file>

<file path=ppt/ink/ink1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4.314"/>
    </inkml:context>
    <inkml:brush xml:id="br0">
      <inkml:brushProperty name="width" value="0.1" units="cm"/>
      <inkml:brushProperty name="height" value="0.1" units="cm"/>
      <inkml:brushProperty name="color" value="#004F8B"/>
    </inkml:brush>
  </inkml:definitions>
  <inkml:trace contextRef="#ctx0" brushRef="#br0">10 78 4609 0 0,'-1'0'308'0'0,"0"-1"0"0"0,1 0 0 0 0,-1 0 0 0 0,0 0 0 0 0,1 1 0 0 0,-1-1 0 0 0,0 0 0 0 0,1 0 0 0 0,-1 0 0 0 0,1 0 0 0 0,-1 0 0 0 0,1 0 0 0 0,0 0 0 0 0,-1 0 0 0 0,1-1 0 0 0,0 1 0 0 0,0 0 0 0 0,0 0 0 0 0,0 0 0 0 0,0 0 0 0 0,0 0 0 0 0,0 0 0 0 0,1-2 1 0 0,-1 1 23 0 0,1 0 1 0 0,0 0 0 0 0,0 0-1 0 0,0 0 1 0 0,0 0 0 0 0,1 1 0 0 0,-1-1-1 0 0,0 1 1 0 0,1-1 0 0 0,-1 1-1 0 0,4-3 1 0 0,0 0 37 0 0,0 0 0 0 0,1 1 0 0 0,-1 0 0 0 0,1 0 0 0 0,0 1 0 0 0,0-1-1 0 0,9-2 1 0 0,-8 4-600 0 0,0 0 0 0 0,0 1 0 0 0,0-1 0 0 0,-1 1 0 0 0,1 1 0 0 0,8 0-1 0 0</inkml:trace>
</inkml:ink>
</file>

<file path=ppt/ink/ink1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4.473"/>
    </inkml:context>
    <inkml:brush xml:id="br0">
      <inkml:brushProperty name="width" value="0.1" units="cm"/>
      <inkml:brushProperty name="height" value="0.1" units="cm"/>
      <inkml:brushProperty name="color" value="#004F8B"/>
    </inkml:brush>
  </inkml:definitions>
  <inkml:trace contextRef="#ctx0" brushRef="#br0">0 86 8754 0 0,'16'-4'6084'0'0,"25"-18"-2790"0"0,-16 6-4120 0 0,12-12-5562 0 0,-20 12 2447 0 0</inkml:trace>
</inkml:ink>
</file>

<file path=ppt/ink/ink1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4.663"/>
    </inkml:context>
    <inkml:brush xml:id="br0">
      <inkml:brushProperty name="width" value="0.1" units="cm"/>
      <inkml:brushProperty name="height" value="0.1" units="cm"/>
      <inkml:brushProperty name="color" value="#004F8B"/>
    </inkml:brush>
  </inkml:definitions>
  <inkml:trace contextRef="#ctx0" brushRef="#br0">9 0 5529 0 0,'-3'10'509'0'0,"1"-1"1"0"0,1 1-1 0 0,0-1 0 0 0,0 1 0 0 0,1-1 0 0 0,0 1 0 0 0,0-1 1 0 0,1 1-1 0 0,4 17 0 0 0,5 10 1224 0 0,15 40 1 0 0,-15-46-499 0 0,-4-15-964 0 0,7 23 1174 0 0,-3-15-5995 0 0</inkml:trace>
</inkml:ink>
</file>

<file path=ppt/ink/ink1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4.838"/>
    </inkml:context>
    <inkml:brush xml:id="br0">
      <inkml:brushProperty name="width" value="0.1" units="cm"/>
      <inkml:brushProperty name="height" value="0.1" units="cm"/>
      <inkml:brushProperty name="color" value="#004F8B"/>
    </inkml:brush>
  </inkml:definitions>
  <inkml:trace contextRef="#ctx0" brushRef="#br0">3 123 6449 0 0,'-1'-5'453'0'0,"0"0"0"0"0,1 0 0 0 0,0-1 0 0 0,0 1 0 0 0,0 0 0 0 0,1 0-1 0 0,-1 0 1 0 0,1 0 0 0 0,0 0 0 0 0,1 0 0 0 0,-1 0 0 0 0,1 0 0 0 0,0 0 0 0 0,0 1-1 0 0,1-1 1 0 0,-1 1 0 0 0,5-5 0 0 0,-5 6-314 0 0,0 1 0 0 0,0-1-1 0 0,0 1 1 0 0,0 0 0 0 0,1 0 0 0 0,-1 0-1 0 0,1 0 1 0 0,0 0 0 0 0,-1 1 0 0 0,1-1-1 0 0,0 1 1 0 0,4-2 0 0 0,-4 2-422 0 0,0 1-1 0 0,-1-1 1 0 0,1 1 0 0 0,-1 0 0 0 0,1 0-1 0 0,-1 0 1 0 0,1 0 0 0 0,0 0 0 0 0,-1 0-1 0 0,1 1 1 0 0,-1 0 0 0 0,1-1 0 0 0,-1 1-1 0 0,1 0 1 0 0,-1 0 0 0 0,1 0 0 0 0,1 2-1 0 0,6 3-1540 0 0</inkml:trace>
</inkml:ink>
</file>

<file path=ppt/ink/ink1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44.979"/>
    </inkml:context>
    <inkml:brush xml:id="br0">
      <inkml:brushProperty name="width" value="0.1" units="cm"/>
      <inkml:brushProperty name="height" value="0.1" units="cm"/>
      <inkml:brushProperty name="color" value="#004F8B"/>
    </inkml:brush>
  </inkml:definitions>
  <inkml:trace contextRef="#ctx0" brushRef="#br0">0 50 656 0 0,'6'11'8962'0'0,"2"-17"-5841"0"0,2-2 23 0 0,2-1-2471 0 0,0-2-505 0 0,3-2-96 0 0,-1 0-72 0 0</inkml:trace>
</inkml:ink>
</file>

<file path=ppt/ink/ink1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1.658"/>
    </inkml:context>
    <inkml:brush xml:id="br0">
      <inkml:brushProperty name="width" value="0.1" units="cm"/>
      <inkml:brushProperty name="height" value="0.1" units="cm"/>
      <inkml:brushProperty name="color" value="#004F8B"/>
    </inkml:brush>
  </inkml:definitions>
  <inkml:trace contextRef="#ctx0" brushRef="#br0">26 29 9218 0 0,'-17'-28'11696'0'0,"12"42"-10115"0"0,2 25-1373 0 0,2 0-1 0 0,2-1 0 0 0,11 77 0 0 0,-2-17-46 0 0,-5-23-752 0 0,17 137-6221 0 0,-14-177-108 0 0</inkml:trace>
</inkml:ink>
</file>

<file path=ppt/ink/ink1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1.896"/>
    </inkml:context>
    <inkml:brush xml:id="br0">
      <inkml:brushProperty name="width" value="0.1" units="cm"/>
      <inkml:brushProperty name="height" value="0.1" units="cm"/>
      <inkml:brushProperty name="color" value="#004F8B"/>
    </inkml:brush>
  </inkml:definitions>
  <inkml:trace contextRef="#ctx0" brushRef="#br0">0 2 4145 0 0,'15'-1'11108'0'0,"-13"5"-10040"0"0,130 427 3253 0 0,-73-229-3150 0 0,-54-185-1608 0 0,0 0 1 0 0,1-1 0 0 0,0 0 0 0 0,2 0-1 0 0,0 0 1 0 0,10 15 0 0 0</inkml:trace>
</inkml:ink>
</file>

<file path=ppt/ink/ink1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2.102"/>
    </inkml:context>
    <inkml:brush xml:id="br0">
      <inkml:brushProperty name="width" value="0.1" units="cm"/>
      <inkml:brushProperty name="height" value="0.1" units="cm"/>
      <inkml:brushProperty name="color" value="#004F8B"/>
    </inkml:brush>
  </inkml:definitions>
  <inkml:trace contextRef="#ctx0" brushRef="#br0">18 89 9218 0 0,'-17'4'4201'0'0,"26"-5"-2141"0"0,3-2-1434 0 0,0 0-1 0 0,-1 0 0 0 0,1-2 1 0 0,-1 1-1 0 0,0-1 1 0 0,0-1-1 0 0,15-10 0 0 0,17-8-391 0 0,-19 12-1613 0 0,0 2-5515 0 0</inkml:trace>
</inkml:ink>
</file>

<file path=ppt/ink/ink1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2.483"/>
    </inkml:context>
    <inkml:brush xml:id="br0">
      <inkml:brushProperty name="width" value="0.1" units="cm"/>
      <inkml:brushProperty name="height" value="0.1" units="cm"/>
      <inkml:brushProperty name="color" value="#004F8B"/>
    </inkml:brush>
  </inkml:definitions>
  <inkml:trace contextRef="#ctx0" brushRef="#br0">72 81 6913 0 0,'-5'8'1095'0'0,"-7"10"650"0"0,0 0 0 0 0,1 0 1 0 0,-8 22-1 0 0,17-33-1655 0 0,-1-1-1 0 0,1 1 1 0 0,1 0-1 0 0,-1 1 1 0 0,1-1-1 0 0,0 0 1 0 0,1 0-1 0 0,0 0 1 0 0,0 1-1 0 0,0-1 1 0 0,1 0-1 0 0,0 0 1 0 0,3 8-1 0 0,-3-10-81 0 0,1 0 0 0 0,0 1 0 0 0,1-1 0 0 0,-1 0 0 0 0,1 0 0 0 0,0 0 0 0 0,1-1 0 0 0,-1 1 0 0 0,1-1 0 0 0,0 0 0 0 0,0 0 0 0 0,7 6 0 0 0,-10-9-23 0 0,1 0-1 0 0,-1 0 1 0 0,1 0-1 0 0,-1 0 1 0 0,1 0-1 0 0,0-1 1 0 0,-1 1-1 0 0,1 0 1 0 0,0-1 0 0 0,0 1-1 0 0,-1-1 1 0 0,1 0-1 0 0,0 0 1 0 0,0 0-1 0 0,0 0 1 0 0,-1 0 0 0 0,1 0-1 0 0,0 0 1 0 0,0 0-1 0 0,-1-1 1 0 0,1 1-1 0 0,0-1 1 0 0,0 1-1 0 0,-1-1 1 0 0,1 0 0 0 0,0 1-1 0 0,-1-1 1 0 0,1 0-1 0 0,-1 0 1 0 0,1 0-1 0 0,-1-1 1 0 0,0 1-1 0 0,1 0 1 0 0,-1 0 0 0 0,0-1-1 0 0,0 1 1 0 0,0-1-1 0 0,0 1 1 0 0,0-1-1 0 0,0 1 1 0 0,0-1-1 0 0,0-3 1 0 0,5-5 84 0 0,-2-2 0 0 0,0 1 0 0 0,0 0 0 0 0,-1-1 0 0 0,0 0 0 0 0,-1 0 0 0 0,0 0 0 0 0,-1 0 0 0 0,0 0 0 0 0,-1 0 0 0 0,-2-14 0 0 0,0 9 383 0 0,0 1 0 0 0,-1-1 0 0 0,-1 1 0 0 0,0 0 0 0 0,-1 0 0 0 0,-1 0 0 0 0,-12-22 0 0 0,17 36-405 0 0,-1-1 1 0 0,1 1 0 0 0,-1 0 0 0 0,0-1-1 0 0,1 1 1 0 0,-1 0 0 0 0,0 0 0 0 0,0 0 0 0 0,-1 0-1 0 0,-4-3 1 0 0,6 5-59 0 0,0-1 0 0 0,-1 1-1 0 0,1-1 1 0 0,0 1 0 0 0,-1 0 0 0 0,1-1-1 0 0,0 1 1 0 0,-1 0 0 0 0,1 0 0 0 0,0 0-1 0 0,-1 0 1 0 0,1 0 0 0 0,-1 0 0 0 0,1 0-1 0 0,0 1 1 0 0,-1-1 0 0 0,1 0-1 0 0,0 1 1 0 0,-1-1 0 0 0,1 1 0 0 0,0 0-1 0 0,0-1 1 0 0,-1 1 0 0 0,0 1 0 0 0,-5 3-563 0 0</inkml:trace>
</inkml:ink>
</file>

<file path=ppt/ink/ink1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2.935"/>
    </inkml:context>
    <inkml:brush xml:id="br0">
      <inkml:brushProperty name="width" value="0.1" units="cm"/>
      <inkml:brushProperty name="height" value="0.1" units="cm"/>
      <inkml:brushProperty name="color" value="#004F8B"/>
    </inkml:brush>
  </inkml:definitions>
  <inkml:trace contextRef="#ctx0" brushRef="#br0">5 0 5065 0 0,'-1'2'162'0'0,"0"0"0"0"0,1 0-1 0 0,-1 0 1 0 0,1 0 0 0 0,-1 0-1 0 0,1 1 1 0 0,0-1 0 0 0,-1 0 0 0 0,1 0-1 0 0,0 0 1 0 0,0 0 0 0 0,1 0-1 0 0,-1 1 1 0 0,0-1 0 0 0,1 0 0 0 0,0 2-1 0 0,16 39 2599 0 0,-7-20-1451 0 0,-2 1 163 0 0,24 58 989 0 0,-29-75-2379 0 0,1 0-1 0 0,0 0 0 0 0,1 0 0 0 0,0 0 1 0 0,0-1-1 0 0,0 1 0 0 0,1-1 0 0 0,8 6 1 0 0,-12-10-104 0 0,0 0 0 0 0,0 0 0 0 0,1-1 0 0 0,-1 1 0 0 0,0-1 0 0 0,1 0 1 0 0,-1 0-1 0 0,0 0 0 0 0,1 0 0 0 0,0 0 0 0 0,-1 0 0 0 0,1-1 1 0 0,-1 1-1 0 0,1-1 0 0 0,0 0 0 0 0,-1 0 0 0 0,1 0 0 0 0,0 0 0 0 0,-1 0 1 0 0,1 0-1 0 0,0-1 0 0 0,-1 1 0 0 0,1-1 0 0 0,-1 0 0 0 0,1 0 1 0 0,-1 0-1 0 0,1 0 0 0 0,-1 0 0 0 0,1-1 0 0 0,-1 1 0 0 0,0-1 0 0 0,0 1 1 0 0,0-1-1 0 0,0 0 0 0 0,0 0 0 0 0,2-2 0 0 0,1-2-92 0 0,-1 0 0 0 0,1 0 0 0 0,-1-1 0 0 0,0 1 0 0 0,-1-1-1 0 0,0 0 1 0 0,0 0 0 0 0,0 0 0 0 0,-1 0 0 0 0,0-1 0 0 0,1-10 0 0 0,0-18 312 0 0,-3 28 223 0 0,0 0 1 0 0,0 0-1 0 0,1 0 1 0 0,0 0-1 0 0,1 0 1 0 0,0 0-1 0 0,5-12 1 0 0,-7 20-370 0 0,0 0 0 0 0,0-1 0 0 0,0 1 0 0 0,0 0 0 0 0,0 0 0 0 0,0 0 0 0 0,0-1 0 0 0,0 1 1 0 0,0 0-1 0 0,1 0 0 0 0,-1 0 0 0 0,0 0 0 0 0,0-1 0 0 0,0 1 0 0 0,0 0 0 0 0,1 0 0 0 0,-1 0 0 0 0,0 0 0 0 0,0 0 0 0 0,0 0 1 0 0,0 0-1 0 0,1-1 0 0 0,-1 1 0 0 0,0 0 0 0 0,0 0 0 0 0,1 0 0 0 0,-1 0 0 0 0,0 0 0 0 0,0 0 0 0 0,0 0 0 0 0,1 0 0 0 0,-1 0 1 0 0,0 0-1 0 0,0 0 0 0 0,0 0 0 0 0,1 0 0 0 0,-1 0 0 0 0,0 0 0 0 0,0 1 0 0 0,1-1 0 0 0,-1 0 0 0 0,0 0 0 0 0,0 0 0 0 0,9 11 905 0 0,3 14-386 0 0,-10-22-777 0 0,-1 1-1 0 0,1 0 0 0 0,-1 0 0 0 0,1-1 1 0 0,0 1-1 0 0,3 3 0 0 0</inkml:trace>
</inkml:ink>
</file>

<file path=ppt/ink/ink1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3.778"/>
    </inkml:context>
    <inkml:brush xml:id="br0">
      <inkml:brushProperty name="width" value="0.1" units="cm"/>
      <inkml:brushProperty name="height" value="0.1" units="cm"/>
      <inkml:brushProperty name="color" value="#004F8B"/>
    </inkml:brush>
  </inkml:definitions>
  <inkml:trace contextRef="#ctx0" brushRef="#br0">6 149 9218 0 0,'-6'7'9927'0'0,"7"-6"-9759"0"0,14 18 3052 0 0,40 28-4542 0 0,-39-34 2424 0 0,0 0-995 0 0,1 0 0 0 0,0-1-1 0 0,22 11 1 0 0,-32-19-92 0 0,-1-1 0 0 0,1 0 0 0 0,0 0 0 0 0,0 0 0 0 0,1-1 0 0 0,-1 0 0 0 0,0-1 0 0 0,1 0 1 0 0,-1 0-1 0 0,1 0 0 0 0,-1-1 0 0 0,12-1 0 0 0,-17 0-8 0 0,1 1 1 0 0,0-1-1 0 0,0 0 1 0 0,0 0-1 0 0,-1 0 1 0 0,1 0-1 0 0,0-1 1 0 0,-1 1-1 0 0,1-1 1 0 0,-1 1-1 0 0,0-1 1 0 0,0 0-1 0 0,1 0 1 0 0,-1 0-1 0 0,0 0 1 0 0,3-5 0 0 0,-2 2 19 0 0,0 0-1 0 0,-1 0 1 0 0,1-1 0 0 0,-1 1 0 0 0,0 0 0 0 0,-1-1 0 0 0,1 0 0 0 0,0-6 0 0 0,0-5 51 0 0,-1 0-1 0 0,-1 0 0 0 0,-1 0 1 0 0,-4-32-1 0 0,1 27-374 0 0,0 1 0 0 0,-1-1 0 0 0,-13-31 0 0 0</inkml:trace>
</inkml:ink>
</file>

<file path=ppt/ink/ink1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8.064"/>
    </inkml:context>
    <inkml:brush xml:id="br0">
      <inkml:brushProperty name="width" value="0.1" units="cm"/>
      <inkml:brushProperty name="height" value="0.1" units="cm"/>
      <inkml:brushProperty name="color" value="#004F8B"/>
    </inkml:brush>
  </inkml:definitions>
  <inkml:trace contextRef="#ctx0" brushRef="#br0">0 60 4577 0 0,'3'0'73'0'0,"-1"0"0"0"0,0 0 1 0 0,0 0-1 0 0,0 0 0 0 0,1-1 0 0 0,-1 1 0 0 0,0-1 1 0 0,0 0-1 0 0,25-40 17115 0 0,-24 52-18529 0 0,5 8 1402 0 0,-2 1-66 0 0,2-1 0 0 0,1-1 0 0 0,13 24 0 0 0,-20-38-53 0 0,1-1-1 0 0,-1 1 1 0 0,1-1 0 0 0,0 1 0 0 0,0-1 0 0 0,0 0-1 0 0,0 0 1 0 0,1 0 0 0 0,-1-1 0 0 0,1 1-1 0 0,-1-1 1 0 0,1 0 0 0 0,0 0 0 0 0,0 0 0 0 0,0 0-1 0 0,0-1 1 0 0,1 1 0 0 0,-1-1 0 0 0,0 0-1 0 0,0-1 1 0 0,6 1 0 0 0,-7-1 6 0 0,0 0 0 0 0,0 0 0 0 0,0 0 1 0 0,0-1-1 0 0,0 1 0 0 0,-1-1 0 0 0,1 0 0 0 0,0 0 0 0 0,-1 0 1 0 0,1 0-1 0 0,0-1 0 0 0,-1 1 0 0 0,1-1 0 0 0,-1 1 0 0 0,0-1 1 0 0,0 0-1 0 0,1 0 0 0 0,-1 0 0 0 0,0 0 0 0 0,0 0 0 0 0,-1 0 1 0 0,1-1-1 0 0,0 1 0 0 0,-1-1 0 0 0,0 1 0 0 0,1-1 0 0 0,0-2 1 0 0,2-9 88 0 0,0 0 0 0 0,0-1 0 0 0,-1 1 0 0 0,1-21 0 0 0,6-24 1422 0 0,-6 65-1084 0 0,-1 1-1 0 0,0 0 1 0 0,0 0-1 0 0,2 11 1 0 0,10 46 0 0 0,-3 2 0 0 0,5 102 0 0 0,-16-138-768 0 0,-2 1-1 0 0,-1-1 1 0 0,-2 0-1 0 0,0-1 1 0 0,-2 1 0 0 0,-2-1-1 0 0,0 0 1 0 0,-13 28-1 0 0</inkml:trace>
</inkml:ink>
</file>

<file path=ppt/ink/ink1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8.367"/>
    </inkml:context>
    <inkml:brush xml:id="br0">
      <inkml:brushProperty name="width" value="0.1" units="cm"/>
      <inkml:brushProperty name="height" value="0.1" units="cm"/>
      <inkml:brushProperty name="color" value="#004F8B"/>
    </inkml:brush>
  </inkml:definitions>
  <inkml:trace contextRef="#ctx0" brushRef="#br0">37 115 6913 0 0,'0'0'172'0'0,"0"-1"-1"0"0,-1 0 0 0 0,1 1 0 0 0,0-1 0 0 0,0 0 0 0 0,0 1 0 0 0,-1-1 0 0 0,1 1 0 0 0,0-1 0 0 0,-1 1 1 0 0,1-1-1 0 0,0 1 0 0 0,-1-1 0 0 0,1 1 0 0 0,-1-1 0 0 0,1 1 0 0 0,-1-1 0 0 0,1 1 0 0 0,-1 0 0 0 0,1-1 0 0 0,-1 1 1 0 0,0 0-1 0 0,1-1 0 0 0,-1 1 0 0 0,1 0 0 0 0,-1 0 0 0 0,0-1 0 0 0,1 1 0 0 0,-1 0 0 0 0,0 0 0 0 0,1 0 0 0 0,-1 0 1 0 0,0 0-1 0 0,1 0 0 0 0,-1 0 0 0 0,0 0 0 0 0,1 0 0 0 0,-1 1 0 0 0,1-1 0 0 0,-1 0 0 0 0,0 0 0 0 0,1 0 1 0 0,-1 1-1 0 0,1-1 0 0 0,-1 0 0 0 0,0 1 0 0 0,1-1 0 0 0,-1 1 0 0 0,1-1 0 0 0,-1 0 0 0 0,1 1 0 0 0,0-1 0 0 0,-1 1 1 0 0,1-1-1 0 0,-1 1 0 0 0,1 0 0 0 0,-1 0 0 0 0,-1 9-179 0 0,0 1 0 0 0,0 0 1 0 0,1 0-1 0 0,1 0 0 0 0,0-1 1 0 0,0 1-1 0 0,1 0 0 0 0,0 0 0 0 0,1 0 1 0 0,0 0-1 0 0,1-1 0 0 0,0 1 0 0 0,0-1 1 0 0,2 0-1 0 0,-1 0 0 0 0,1 0 0 0 0,0-1 1 0 0,1 0-1 0 0,10 14 0 0 0,-14-21-18 0 0,-1 0 0 0 0,1-1 0 0 0,0 1 0 0 0,0 0 0 0 0,0 0 0 0 0,0-1 0 0 0,0 1 0 0 0,0-1 0 0 0,0 0 0 0 0,0 0 0 0 0,0 0 0 0 0,1 0 0 0 0,-1 0 0 0 0,1 0 0 0 0,-1 0 0 0 0,0-1 0 0 0,1 1 0 0 0,-1-1 0 0 0,1 0 0 0 0,-1 0 0 0 0,1 0 0 0 0,-1 0 0 0 0,1 0 0 0 0,-1 0 0 0 0,1-1 0 0 0,-1 1 0 0 0,1-1 0 0 0,-1 0 0 0 0,1 1 0 0 0,-1-1 0 0 0,0 0 0 0 0,0-1 0 0 0,1 1 0 0 0,-1 0 0 0 0,0-1 0 0 0,0 1 0 0 0,0-1 0 0 0,-1 1 0 0 0,3-3 0 0 0,2-2 80 0 0,0-1 0 0 0,-1 1 0 0 0,0-1 0 0 0,0 0 0 0 0,0 0 0 0 0,-1 0 0 0 0,0-1 0 0 0,0 0 1 0 0,-1 0-1 0 0,3-11 0 0 0,-4 9 132 0 0,-1 0 1 0 0,0-1-1 0 0,-1 1 1 0 0,0 0-1 0 0,-1 0 1 0 0,0-1-1 0 0,0 1 1 0 0,-1 0-1 0 0,0 0 1 0 0,-1 0-1 0 0,0 1 1 0 0,-1-1-1 0 0,0 1 1 0 0,-1-1-1 0 0,1 1 1 0 0,-2 0-1 0 0,1 1 1 0 0,-1 0-1 0 0,-1 0 0 0 0,1 0 1 0 0,-1 0-1 0 0,-1 1 1 0 0,-9-8-1 0 0,15 14-201 0 0,-1-1 0 0 0,1 0-1 0 0,-1 1 1 0 0,1-1-1 0 0,-1 1 1 0 0,1 0-1 0 0,-1 0 1 0 0,0 0-1 0 0,0 0 1 0 0,1 0-1 0 0,-1 1 1 0 0,0-1-1 0 0,0 1 1 0 0,0 0 0 0 0,0 0-1 0 0,0 0 1 0 0,0 0-1 0 0,0 0 1 0 0,0 1-1 0 0,0-1 1 0 0,-3 2-1 0 0,-9 5-568 0 0</inkml:trace>
</inkml:ink>
</file>

<file path=ppt/ink/ink1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8:38.778"/>
    </inkml:context>
    <inkml:brush xml:id="br0">
      <inkml:brushProperty name="width" value="0.1" units="cm"/>
      <inkml:brushProperty name="height" value="0.1" units="cm"/>
      <inkml:brushProperty name="color" value="#004F8B"/>
    </inkml:brush>
  </inkml:definitions>
  <inkml:trace contextRef="#ctx0" brushRef="#br0">1 62 9674 0 0,'3'0'367'0'0,"0"0"-1"0"0,0-1 1 0 0,0 2-1 0 0,0-1 1 0 0,0 0 0 0 0,1 1-1 0 0,-1-1 1 0 0,0 1 0 0 0,0 0-1 0 0,0 0 1 0 0,0 0-1 0 0,-1 0 1 0 0,6 3 0 0 0,41 27 1989 0 0,-25-14-1507 0 0,10 5-778 0 0,-27-16-60 0 0,1 0 0 0 0,1 0 0 0 0,-1-1 1 0 0,1 0-1 0 0,0-1 0 0 0,0 0 0 0 0,18 6 0 0 0,-25-10-33 0 0,-1-1-1 0 0,0 1 1 0 0,1 0-1 0 0,-1 0 1 0 0,1-1 0 0 0,-1 1-1 0 0,0 0 1 0 0,1-1-1 0 0,-1 0 1 0 0,0 1 0 0 0,0-1-1 0 0,0 0 1 0 0,1 1 0 0 0,-1-1-1 0 0,0 0 1 0 0,0 0-1 0 0,0 0 1 0 0,0 0 0 0 0,0 0-1 0 0,0 0 1 0 0,-1 0-1 0 0,1-1 1 0 0,0 1 0 0 0,-1 0-1 0 0,1 0 1 0 0,0-1 0 0 0,0-1-1 0 0,15-44-739 0 0,-14 36 763 0 0,4-13 667 0 0,-5 18-312 0 0,0 0-1 0 0,0 0 1 0 0,1 0 0 0 0,0 0-1 0 0,0 1 1 0 0,0-1 0 0 0,0 1-1 0 0,1-1 1 0 0,0 1-1 0 0,0 0 1 0 0,1 0 0 0 0,3-5-1 0 0,-6 9-337 0 0,1 1-1 0 0,-1-1 1 0 0,0 1-1 0 0,0-1 1 0 0,1 1-1 0 0,-1-1 1 0 0,0 1-1 0 0,1 0 1 0 0,-1-1-1 0 0,0 1 1 0 0,1 0-1 0 0,-1 0 1 0 0,0 0-1 0 0,1 0 1 0 0,-1 0-1 0 0,0 0 1 0 0,1 1-1 0 0,-1-1 1 0 0,0 0-1 0 0,1 1 1 0 0,-1-1-1 0 0,0 1 0 0 0,1-1 1 0 0,-1 1-1 0 0,0 0 1 0 0,0-1-1 0 0,0 1 1 0 0,0 0-1 0 0,0 0 1 0 0,0 0-1 0 0,0 0 1 0 0,1 1-1 0 0,5 5-62 0 0,0 1 0 0 0,-1 0 0 0 0,8 12 0 0 0,-6-9-256 0 0,-2-3-20 0 0,8 10-5734 0 0</inkml:trace>
</inkml:ink>
</file>

<file path=ppt/ink/ink1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07.975"/>
    </inkml:context>
    <inkml:brush xml:id="br0">
      <inkml:brushProperty name="width" value="0.1" units="cm"/>
      <inkml:brushProperty name="height" value="0.1" units="cm"/>
      <inkml:brushProperty name="color" value="#004F8B"/>
    </inkml:brush>
  </inkml:definitions>
  <inkml:trace contextRef="#ctx0" brushRef="#br0">26 1 1840 0 0,'-25'10'6179'0'0,"42"4"677"0"0,61 43-6023 0 0,-53-37-1271 0 0,0-2-1 0 0,2 0 0 0 0,45 22 1 0 0,-37-26 434 0 0,1-2 1 0 0,0-1 0 0 0,1-2 0 0 0,0-1-1 0 0,0-2 1 0 0,56 1 0 0 0,2-6 1180 0 0,130-15 1 0 0,399-63-268 0 0,-198 28-668 0 0,197-19 544 0 0,5 52-318 0 0,205 57-468 0 0,-365-4 182 0 0,89 5 107 0 0,51-20 56 0 0,-249-1-589 0 0,-23 0 237 0 0,-206-23 783 0 0,228-34 0 0 0,-78 5-340 0 0,-205 26-572 0 0,133 9 1 0 0,-43 14-1277 0 0,186 46-1 0 0,-258-48 1008 0 0,162 9-1 0 0,-74-11-5416 0 0,-163-13 1492 0 0</inkml:trace>
</inkml:ink>
</file>

<file path=ppt/ink/ink1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08.380"/>
    </inkml:context>
    <inkml:brush xml:id="br0">
      <inkml:brushProperty name="width" value="0.1" units="cm"/>
      <inkml:brushProperty name="height" value="0.1" units="cm"/>
      <inkml:brushProperty name="color" value="#004F8B"/>
    </inkml:brush>
  </inkml:definitions>
  <inkml:trace contextRef="#ctx0" brushRef="#br0">86 0 5065 0 0,'-2'1'287'0'0,"0"-1"-1"0"0,0 0 1 0 0,0 0-1 0 0,0 1 1 0 0,0-1-1 0 0,0 1 1 0 0,0 0-1 0 0,0-1 1 0 0,0 1-1 0 0,0 0 1 0 0,0 0-1 0 0,0 0 1 0 0,0 1-1 0 0,1-1 1 0 0,-1 0-1 0 0,1 1 1 0 0,-1-1-1 0 0,1 1 0 0 0,-1-1 1 0 0,1 1-1 0 0,0 0 1 0 0,0-1-1 0 0,0 1 1 0 0,0 0-1 0 0,0 0 1 0 0,0 0-1 0 0,0 0 1 0 0,0 3-1 0 0,-3 7 428 0 0,2-1 0 0 0,0 1 0 0 0,-1 23-1 0 0,1-15-185 0 0,-25 607 2582 0 0,52 1-3100 0 0,49 238 1527 0 0,23-338-274 0 0,-90-490-1198 0 0,7 51 181 0 0,-10-55-726 0 0,1-1 0 0 0,13 45 0 0 0,-18-76 347 0 0,-8-4 116 0 0</inkml:trace>
</inkml:ink>
</file>

<file path=ppt/ink/ink1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09.194"/>
    </inkml:context>
    <inkml:brush xml:id="br0">
      <inkml:brushProperty name="width" value="0.1" units="cm"/>
      <inkml:brushProperty name="height" value="0.1" units="cm"/>
      <inkml:brushProperty name="color" value="#004F8B"/>
    </inkml:brush>
  </inkml:definitions>
  <inkml:trace contextRef="#ctx0" brushRef="#br0">14 15 12443 0 0,'-14'-14'8646'0'0,"14"14"-8600"0"0,4 35 1290 0 0,-2-24-1384 0 0,25 216 462 0 0,8 57-1828 0 0,-31-263 218 0 0,0-2-299 0 0</inkml:trace>
</inkml:ink>
</file>

<file path=ppt/ink/ink1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09.432"/>
    </inkml:context>
    <inkml:brush xml:id="br0">
      <inkml:brushProperty name="width" value="0.1" units="cm"/>
      <inkml:brushProperty name="height" value="0.1" units="cm"/>
      <inkml:brushProperty name="color" value="#004F8B"/>
    </inkml:brush>
  </inkml:definitions>
  <inkml:trace contextRef="#ctx0" brushRef="#br0">1 1 14515 0 0,'3'0'246'0'0,"0"1"-1"0"0,0-1 0 0 0,0 1 1 0 0,0 0-1 0 0,0 0 1 0 0,0 0-1 0 0,0 1 0 0 0,-1-1 1 0 0,1 1-1 0 0,0-1 1 0 0,-1 1-1 0 0,1 0 1 0 0,-1 0-1 0 0,3 3 0 0 0,32 35 1559 0 0,-31-32-1565 0 0,25 33 192 0 0,-3 2-1 0 0,-1 1 1 0 0,32 73 0 0 0,12 20-634 0 0,-55-107-1675 0 0,-11-16-3871 0 0</inkml:trace>
</inkml:ink>
</file>

<file path=ppt/ink/ink1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09.637"/>
    </inkml:context>
    <inkml:brush xml:id="br0">
      <inkml:brushProperty name="width" value="0.1" units="cm"/>
      <inkml:brushProperty name="height" value="0.1" units="cm"/>
      <inkml:brushProperty name="color" value="#004F8B"/>
    </inkml:brush>
  </inkml:definitions>
  <inkml:trace contextRef="#ctx0" brushRef="#br0">0 96 12443 0 0,'38'-22'6635'0'0,"5"-3"-4793"0"0,-23 15-2375 0 0,0 0 0 0 0,41-12-1 0 0,-37 15-6439 0 0</inkml:trace>
</inkml:ink>
</file>

<file path=ppt/ink/ink1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0.068"/>
    </inkml:context>
    <inkml:brush xml:id="br0">
      <inkml:brushProperty name="width" value="0.1" units="cm"/>
      <inkml:brushProperty name="height" value="0.1" units="cm"/>
      <inkml:brushProperty name="color" value="#004F8B"/>
    </inkml:brush>
  </inkml:definitions>
  <inkml:trace contextRef="#ctx0" brushRef="#br0">209 1 2761 0 0,'-5'0'1527'0'0,"-1"1"0"0"0,1-1 1 0 0,-1 1-1 0 0,1 1 0 0 0,-1-1 1 0 0,-7 4-1 0 0,-33 20 2519 0 0,36-18-3543 0 0,-1 1 0 0 0,2 0 0 0 0,-1 1-1 0 0,1 0 1 0 0,-14 19 0 0 0,16-18-388 0 0,2 0 1 0 0,-1 1-1 0 0,1-1 0 0 0,1 1 0 0 0,0 0 1 0 0,1 0-1 0 0,0 0 0 0 0,0 1 1 0 0,1-1-1 0 0,1 1 0 0 0,0 0 0 0 0,0-1 1 0 0,2 1-1 0 0,-1 0 0 0 0,4 17 0 0 0,-4-28-172 0 0,0 0 0 0 0,0 0-1 0 0,1 1 1 0 0,-1-1 0 0 0,0 0-1 0 0,1 0 1 0 0,-1 0-1 0 0,1 0 1 0 0,-1 0 0 0 0,1 0-1 0 0,0 0 1 0 0,-1 0-1 0 0,1 0 1 0 0,0 0 0 0 0,0-1-1 0 0,-1 1 1 0 0,1 0 0 0 0,0 0-1 0 0,0-1 1 0 0,0 1-1 0 0,0 0 1 0 0,0-1 0 0 0,0 1-1 0 0,0-1 1 0 0,0 1-1 0 0,0-1 1 0 0,2 1 0 0 0,-1-1-24 0 0,0-1 0 0 0,0 1 0 0 0,0 0 0 0 0,0-1-1 0 0,0 1 1 0 0,0-1 0 0 0,-1 0 0 0 0,1 0 0 0 0,0 0 0 0 0,0 0 0 0 0,-1 0 0 0 0,1 0 0 0 0,0 0 0 0 0,1-2 0 0 0,6-5-63 0 0,-1 0 1 0 0,0 0-1 0 0,0-1 0 0 0,7-11 1 0 0,0-11 2 0 0,-14 27 168 0 0,1-1 0 0 0,0 1-1 0 0,0 0 1 0 0,0 0 0 0 0,0 0 0 0 0,1 0-1 0 0,-1 0 1 0 0,1 0 0 0 0,0 1-1 0 0,6-6 1 0 0,-8 9 61 0 0,0-1-1 0 0,0 1 1 0 0,0 0 0 0 0,-1 0-1 0 0,1 0 1 0 0,0 1 0 0 0,0-1-1 0 0,0 0 1 0 0,0 0-1 0 0,0 0 1 0 0,-1 1 0 0 0,1-1-1 0 0,0 0 1 0 0,0 1 0 0 0,0-1-1 0 0,-1 0 1 0 0,1 1 0 0 0,0-1-1 0 0,0 1 1 0 0,-1 0 0 0 0,1-1-1 0 0,-1 1 1 0 0,1-1-1 0 0,0 1 1 0 0,0 1 0 0 0,19 23 564 0 0,-17-21-504 0 0,26 37 151 0 0,-16-22-1029 0 0,1-1 0 0 0,1 1 1 0 0,26 24-1 0 0</inkml:trace>
</inkml:ink>
</file>

<file path=ppt/ink/ink1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0.340"/>
    </inkml:context>
    <inkml:brush xml:id="br0">
      <inkml:brushProperty name="width" value="0.1" units="cm"/>
      <inkml:brushProperty name="height" value="0.1" units="cm"/>
      <inkml:brushProperty name="color" value="#004F8B"/>
    </inkml:brush>
  </inkml:definitions>
  <inkml:trace contextRef="#ctx0" brushRef="#br0">10 114 8290 0 0,'-10'5'4231'0'0,"27"-5"-678"0"0,-8 0-4205 0 0,-1 2 791 0 0,0 0-1 0 0,0 0 1 0 0,-1 0-1 0 0,1 1 1 0 0,-1 0 0 0 0,0 1-1 0 0,0 0 1 0 0,0 0 0 0 0,0 0-1 0 0,-1 1 1 0 0,1 0 0 0 0,-1 0-1 0 0,-1 1 1 0 0,1-1-1 0 0,-1 1 1 0 0,0 1 0 0 0,0-1-1 0 0,0 1 1 0 0,3 7 0 0 0,-5 2 1461 0 0,-9-12 394 0 0,4-5-1897 0 0,1 1-1 0 0,-1-1 0 0 0,1 0 1 0 0,-1 1-1 0 0,1-1 1 0 0,0 0-1 0 0,-1 0 0 0 0,1 0 1 0 0,0 0-1 0 0,0 0 0 0 0,0 0 1 0 0,0 0-1 0 0,0 0 1 0 0,0 0-1 0 0,0-1 0 0 0,-1-1 1 0 0,-2-5-44 0 0,-1 0-1 0 0,2 0 1 0 0,-1-1 0 0 0,1 0 0 0 0,0 0 0 0 0,1 0 0 0 0,0 0-1 0 0,1 0 1 0 0,0 0 0 0 0,0-14 0 0 0,1 18-165 0 0,0 0-1 0 0,0 1 1 0 0,1-1-1 0 0,-1 0 1 0 0,1 0 0 0 0,1 0-1 0 0,-1 0 1 0 0,1 1 0 0 0,0-1-1 0 0,0 1 1 0 0,0-1-1 0 0,0 1 1 0 0,1 0 0 0 0,0 0-1 0 0,0 0 1 0 0,0 0-1 0 0,0 0 1 0 0,0 1 0 0 0,1 0-1 0 0,0-1 1 0 0,4-2 0 0 0,9-4-1205 0 0</inkml:trace>
</inkml:ink>
</file>

<file path=ppt/ink/ink1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1.034"/>
    </inkml:context>
    <inkml:brush xml:id="br0">
      <inkml:brushProperty name="width" value="0.1" units="cm"/>
      <inkml:brushProperty name="height" value="0.1" units="cm"/>
      <inkml:brushProperty name="color" value="#004F8B"/>
    </inkml:brush>
  </inkml:definitions>
  <inkml:trace contextRef="#ctx0" brushRef="#br0">200 412 5985 0 0,'-3'-3'347'0'0,"0"1"-1"0"0,0-1 1 0 0,0 1 0 0 0,0-1-1 0 0,0 1 1 0 0,-1 0-1 0 0,1 0 1 0 0,-1 1 0 0 0,1-1-1 0 0,-1 1 1 0 0,0 0-1 0 0,1 0 1 0 0,-1 0 0 0 0,0 0-1 0 0,0 0 1 0 0,0 1-1 0 0,0 0 1 0 0,1 0-1 0 0,-1 0 1 0 0,0 0 0 0 0,0 1-1 0 0,0-1 1 0 0,0 1-1 0 0,1 0 1 0 0,-1 0 0 0 0,0 1-1 0 0,1-1 1 0 0,-1 1-1 0 0,1-1 1 0 0,-1 1 0 0 0,-2 3-1 0 0,-1-1-119 0 0,1 0-1 0 0,0 1 1 0 0,0 0 0 0 0,1 0-1 0 0,-1 1 1 0 0,1 0-1 0 0,1 0 1 0 0,-1 0-1 0 0,1 0 1 0 0,0 1 0 0 0,0-1-1 0 0,1 1 1 0 0,0 0-1 0 0,-5 14 1 0 0,6-11-163 0 0,0 1 0 0 0,1 0 1 0 0,0-1-1 0 0,1 1 0 0 0,0 0 0 0 0,1 0 0 0 0,0-1 1 0 0,0 1-1 0 0,5 15 0 0 0,-4-20-108 0 0,-1-1 0 0 0,1 1 1 0 0,0 0-1 0 0,1-1 0 0 0,0 0 0 0 0,-1 0 0 0 0,2 0 0 0 0,-1 0 1 0 0,0 0-1 0 0,1 0 0 0 0,0-1 0 0 0,0 0 0 0 0,1 0 0 0 0,-1 0 1 0 0,1 0-1 0 0,0-1 0 0 0,0 1 0 0 0,9 3 0 0 0,-13-6-35 0 0,1 0 0 0 0,0 0 0 0 0,0-1 0 0 0,0 1 0 0 0,0-1 0 0 0,0 1 0 0 0,0-1 0 0 0,0 0 0 0 0,0 0 0 0 0,0 0 0 0 0,0 0 0 0 0,1 0 0 0 0,-1 0-1 0 0,0 0 1 0 0,0-1 0 0 0,0 1 0 0 0,0-1 0 0 0,0 0 0 0 0,-1 1 0 0 0,3-2 0 0 0,-1 0-107 0 0,0 0 0 0 0,-1 0 0 0 0,1 0 0 0 0,-1-1 0 0 0,0 1 0 0 0,0-1 0 0 0,0 1 0 0 0,0-1 0 0 0,0 0 0 0 0,0 1 0 0 0,1-6 0 0 0,2-4-583 0 0,0-1-1 0 0,-1 0 0 0 0,0-1 0 0 0,2-25 0 0 0,0-10-543 0 0,-3-1 0 0 0,-2 1 0 0 0,-2-1 0 0 0,-2 0 0 0 0,-13-67 0 0 0,-14-1 4820 0 0,-12 11 10441 0 0,43 159-12855 0 0,38 225-350 0 0,-27-222-901 0 0,3-1 1 0 0,42 105 0 0 0,-50-145-222 0 0,0 0 1 0 0,16 21 0 0 0,-2-7-654 0 0</inkml:trace>
</inkml:ink>
</file>

<file path=ppt/ink/ink1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1.601"/>
    </inkml:context>
    <inkml:brush xml:id="br0">
      <inkml:brushProperty name="width" value="0.1" units="cm"/>
      <inkml:brushProperty name="height" value="0.1" units="cm"/>
      <inkml:brushProperty name="color" value="#004F8B"/>
    </inkml:brush>
  </inkml:definitions>
  <inkml:trace contextRef="#ctx0" brushRef="#br0">51 16 3681 0 0,'-47'20'15032'0'0,"46"-17"-14412"0"0,-1 18-106 0 0,3-6-267 0 0,1 0 0 0 0,1-1 0 0 0,0 1 0 0 0,10 27 0 0 0,-11-37-321 0 0,-1 0-1 0 0,1 0 1 0 0,0-1-1 0 0,1 1 0 0 0,-1-1 1 0 0,1 1-1 0 0,0-1 1 0 0,0 0-1 0 0,1 0 1 0 0,-1 0-1 0 0,1-1 1 0 0,-1 1-1 0 0,1-1 0 0 0,1 0 1 0 0,-1 0-1 0 0,0 0 1 0 0,9 4-1 0 0,-10-7-13 0 0,0 1-1 0 0,0-1 1 0 0,0 1 0 0 0,0-1-1 0 0,0 0 1 0 0,0 0-1 0 0,0 0 1 0 0,0 0 0 0 0,0-1-1 0 0,0 1 1 0 0,0-1-1 0 0,0 0 1 0 0,0 1 0 0 0,0-2-1 0 0,0 1 1 0 0,0 0-1 0 0,-1 0 1 0 0,1-1 0 0 0,0 0-1 0 0,-1 1 1 0 0,0-1 0 0 0,1 0-1 0 0,-1 0 1 0 0,0 0-1 0 0,0-1 1 0 0,0 1 0 0 0,0-1-1 0 0,0 1 1 0 0,-1-1-1 0 0,1 1 1 0 0,-1-1 0 0 0,2-3-1 0 0,1-2 82 0 0,0-1 0 0 0,-1 1 0 0 0,0 0 0 0 0,-1-1 0 0 0,0 1 0 0 0,0-1 0 0 0,-1 0 0 0 0,0 0 0 0 0,0 0 0 0 0,-1-8 0 0 0,-17-61 3225 0 0,24 109-661 0 0,-1-17-2508 0 0,0 0 0 0 0,1 0 0 0 0,13 17 0 0 0,-18-26-50 0 0,1-2 1 0 0,0 1 0 0 0,1 0-1 0 0,-1 0 1 0 0,0-1 0 0 0,1 0-1 0 0,0 0 1 0 0,0 0-1 0 0,0 0 1 0 0,0 0 0 0 0,0-1-1 0 0,1 0 1 0 0,-1 0 0 0 0,1 0-1 0 0,-1-1 1 0 0,1 1-1 0 0,0-1 1 0 0,0 0 0 0 0,0 0-1 0 0,-1-1 1 0 0,1 1-1 0 0,7-1 1 0 0,-8-1-145 0 0,1 0 1 0 0,-1 0-1 0 0,0 0 1 0 0,0 0-1 0 0,0 0 0 0 0,0-1 1 0 0,-1 0-1 0 0,1 0 0 0 0,0 0 1 0 0,-1 0-1 0 0,1 0 0 0 0,-1-1 1 0 0,0 0-1 0 0,1 1 0 0 0,-1-1 1 0 0,-1 0-1 0 0,1-1 0 0 0,0 1 1 0 0,-1 0-1 0 0,0-1 1 0 0,0 0-1 0 0,0 1 0 0 0,0-1 1 0 0,0 0-1 0 0,-1 0 0 0 0,2-5 1 0 0,3-22-2618 0 0,-6 26 2432 0 0,0 0 1 0 0,1 1-1 0 0,0-1 0 0 0,0 0 0 0 0,0 1 0 0 0,0-1 0 0 0,1 1 0 0 0,0 0 0 0 0,0-1 0 0 0,0 1 0 0 0,4-6 1 0 0,-2 7 329 0 0</inkml:trace>
</inkml:ink>
</file>

<file path=ppt/ink/ink1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2.065"/>
    </inkml:context>
    <inkml:brush xml:id="br0">
      <inkml:brushProperty name="width" value="0.1" units="cm"/>
      <inkml:brushProperty name="height" value="0.1" units="cm"/>
      <inkml:brushProperty name="color" value="#004F8B"/>
    </inkml:brush>
  </inkml:definitions>
  <inkml:trace contextRef="#ctx0" brushRef="#br0">81 7 5985 0 0,'-4'-3'6923'0'0,"-6"-1"-3213"0"0,7 5-3388 0 0,1 0 1 0 0,0 0-1 0 0,-1 0 0 0 0,1 0 0 0 0,0 0 0 0 0,-1 1 0 0 0,1-1 1 0 0,0 1-1 0 0,0-1 0 0 0,0 1 0 0 0,0 0 0 0 0,0 0 1 0 0,1 0-1 0 0,-3 3 0 0 0,1 0-118 0 0,0 0-1 0 0,0 0 1 0 0,0 1-1 0 0,1-1 1 0 0,-4 12 0 0 0,2 2-210 0 0,1 1 1 0 0,-3 33 0 0 0,6-49-28 0 0,1 53 169 0 0,-1-56-184 0 0,0 1 0 0 0,0 0 0 0 0,0-1 0 0 0,0 1 0 0 0,0-1 0 0 0,0 1 0 0 0,1-1-1 0 0,-1 1 1 0 0,0-1 0 0 0,1 1 0 0 0,0-1 0 0 0,-1 0 0 0 0,1 1 0 0 0,0-1 0 0 0,0 0-1 0 0,-1 1 1 0 0,1-1 0 0 0,0 0 0 0 0,0 0 0 0 0,1 0 0 0 0,-1 0 0 0 0,0 0 0 0 0,0 0 0 0 0,0 0-1 0 0,1 0 1 0 0,-1 0 0 0 0,0-1 0 0 0,1 1 0 0 0,-1-1 0 0 0,1 1 0 0 0,1 0 0 0 0,0-2-123 0 0,0 1 1 0 0,0-1-1 0 0,-1 0 1 0 0,1 0-1 0 0,-1 0 1 0 0,1 0 0 0 0,-1 0-1 0 0,1-1 1 0 0,-1 1-1 0 0,0-1 1 0 0,0 0 0 0 0,0 1-1 0 0,0-1 1 0 0,0 0-1 0 0,0 0 1 0 0,0 0-1 0 0,2-4 1 0 0,25-40-1530 0 0,22-61 1166 0 0,-51 106 623 0 0,1 1-1 0 0,-1 0 0 0 0,1-1 1 0 0,-1 1-1 0 0,1 0 1 0 0,-1 0-1 0 0,1-1 0 0 0,0 1 1 0 0,-1 0-1 0 0,1 0 0 0 0,-1 0 1 0 0,1 0-1 0 0,0 0 0 0 0,-1 0 1 0 0,1-1-1 0 0,-1 1 0 0 0,1 1 1 0 0,-1-1-1 0 0,1 0 0 0 0,0 0 1 0 0,-1 0-1 0 0,1 0 1 0 0,-1 0-1 0 0,1 0 0 0 0,0 1 1 0 0,-1-1-1 0 0,1 0 0 0 0,-1 1 1 0 0,1-1-1 0 0,-1 0 0 0 0,1 1 1 0 0,-1-1-1 0 0,0 0 0 0 0,1 1 1 0 0,-1-1-1 0 0,1 1 1 0 0,-1-1-1 0 0,0 1 0 0 0,1-1 1 0 0,-1 1-1 0 0,1 0 0 0 0,20 23 890 0 0,-19-22-830 0 0,12 15 206 0 0,33 36 60 0 0,-44-50-581 0 0,1 1 0 0 0,-1-1 0 0 0,1 0 0 0 0,0 0 1 0 0,0-1-1 0 0,1 1 0 0 0,-1-1 0 0 0,1 0 0 0 0,-1 0 0 0 0,1 0 0 0 0,6 1 1 0 0,2-1-1056 0 0</inkml:trace>
</inkml:ink>
</file>

<file path=ppt/ink/ink1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2.348"/>
    </inkml:context>
    <inkml:brush xml:id="br0">
      <inkml:brushProperty name="width" value="0.1" units="cm"/>
      <inkml:brushProperty name="height" value="0.1" units="cm"/>
      <inkml:brushProperty name="color" value="#004F8B"/>
    </inkml:brush>
  </inkml:definitions>
  <inkml:trace contextRef="#ctx0" brushRef="#br0">1 79 3225 0 0,'1'3'345'0'0,"1"0"1"0"0,0 1 0 0 0,0-1-1 0 0,0 0 1 0 0,0 0-1 0 0,1 0 1 0 0,-1 0 0 0 0,1 0-1 0 0,-1 0 1 0 0,1-1 0 0 0,6 5-1 0 0,-2-1 397 0 0,5 6 32 0 0,49 46 1195 0 0,-22-17 9550 0 0,-61-77-10657 0 0,19 29-830 0 0,1 0-1 0 0,0 0 1 0 0,1 0-1 0 0,0-1 0 0 0,0 1 1 0 0,0 0-1 0 0,1-1 1 0 0,0 1-1 0 0,0-1 1 0 0,1 1-1 0 0,0 0 0 0 0,0-1 1 0 0,1 1-1 0 0,0 0 1 0 0,0 0-1 0 0,5-10 1 0 0,-3 11-452 0 0,-1 0 0 0 0,1 0 1 0 0,0 0-1 0 0,1 0 1 0 0,-1 1-1 0 0,1 0 1 0 0,0 0-1 0 0,1 0 1 0 0,-1 0-1 0 0,12-6 0 0 0</inkml:trace>
</inkml:ink>
</file>

<file path=ppt/ink/ink1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2.881"/>
    </inkml:context>
    <inkml:brush xml:id="br0">
      <inkml:brushProperty name="width" value="0.1" units="cm"/>
      <inkml:brushProperty name="height" value="0.1" units="cm"/>
      <inkml:brushProperty name="color" value="#004F8B"/>
    </inkml:brush>
  </inkml:definitions>
  <inkml:trace contextRef="#ctx0" brushRef="#br0">1 152 2761 0 0,'1'10'8037'0'0,"0"-10"-7883"0"0,22 10 3623 0 0,31 2-194 0 0,-51-11-3469 0 0,-1 0 0 0 0,1-1 1 0 0,-1 0-1 0 0,1 1 0 0 0,-1-1 1 0 0,1 0-1 0 0,-1 0 0 0 0,1-1 0 0 0,-1 1 1 0 0,1 0-1 0 0,-1-1 0 0 0,1 1 1 0 0,-1-1-1 0 0,0 0 0 0 0,1 0 0 0 0,-1 0 1 0 0,0 0-1 0 0,1 0 0 0 0,-1-1 1 0 0,0 1-1 0 0,0-1 0 0 0,0 1 0 0 0,0-1 1 0 0,-1 0-1 0 0,1 0 0 0 0,2-2 0 0 0,-3 1-104 0 0,0 0 0 0 0,0 0 0 0 0,0 0 0 0 0,-1 0 0 0 0,1 0 0 0 0,-1 0 0 0 0,1 0 0 0 0,-1 0 0 0 0,0 0-1 0 0,0 0 1 0 0,-1 0 0 0 0,1 0 0 0 0,-1 0 0 0 0,1 0 0 0 0,-1 0 0 0 0,0 0 0 0 0,0 0 0 0 0,0 0 0 0 0,-1 0-1 0 0,1 1 1 0 0,-3-5 0 0 0,-1-1-79 0 0,0-1 0 0 0,0 0-1 0 0,-1 1 1 0 0,-1 0 0 0 0,1 1-1 0 0,-1-1 1 0 0,0 1-1 0 0,-1 1 1 0 0,0-1 0 0 0,-12-7-1 0 0,20 14 89 0 0,-1 0 0 0 0,1-1 0 0 0,-1 1 0 0 0,1 0 0 0 0,-1 0 0 0 0,1 0 0 0 0,0-1 0 0 0,-1 1 0 0 0,1 0 0 0 0,-1 0 0 0 0,1 0 0 0 0,-1 0 1 0 0,0 0-1 0 0,1 0 0 0 0,-1 0 0 0 0,1 0 0 0 0,-1 0 0 0 0,1 0 0 0 0,-1 0 0 0 0,1 0 0 0 0,-1 1 0 0 0,1-1 0 0 0,0 0 0 0 0,-1 0 0 0 0,1 0 0 0 0,-1 1 0 0 0,1-1 0 0 0,-1 0 0 0 0,1 1 0 0 0,0-1 0 0 0,-1 0 0 0 0,1 1 0 0 0,-1-1 0 0 0,1 0 0 0 0,-1 2 0 0 0,-2 21 649 0 0,12 25 84 0 0,-6-41-777 0 0,0 0-1 0 0,0 0 1 0 0,1 0-1 0 0,0-1 1 0 0,0 0 0 0 0,1 0-1 0 0,-1 0 1 0 0,1 0-1 0 0,0-1 1 0 0,1 1 0 0 0,-1-1-1 0 0,1-1 1 0 0,0 1-1 0 0,1-1 1 0 0,-1 0 0 0 0,1 0-1 0 0,-1-1 1 0 0,1 0 0 0 0,0 0-1 0 0,0-1 1 0 0,0 0-1 0 0,1 0 1 0 0,-1 0 0 0 0,1-1-1 0 0,-1 0 1 0 0,10-1-1 0 0,6-1-824 0 0</inkml:trace>
</inkml:ink>
</file>

<file path=ppt/ink/ink1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3.577"/>
    </inkml:context>
    <inkml:brush xml:id="br0">
      <inkml:brushProperty name="width" value="0.1" units="cm"/>
      <inkml:brushProperty name="height" value="0.1" units="cm"/>
      <inkml:brushProperty name="color" value="#004F8B"/>
    </inkml:brush>
  </inkml:definitions>
  <inkml:trace contextRef="#ctx0" brushRef="#br0">149 1 1376 0 0,'-6'0'2055'0'0,"0"0"0"0"0,0 0 0 0 0,0 1-1 0 0,0-1 1 0 0,1 1 0 0 0,-1 1 0 0 0,-10 2-1 0 0,13-2-1754 0 0,1 0 0 0 0,-1-1-1 0 0,0 1 1 0 0,0 1 0 0 0,1-1-1 0 0,-1 0 1 0 0,1 1-1 0 0,0-1 1 0 0,0 1 0 0 0,0-1-1 0 0,0 1 1 0 0,0 0-1 0 0,0 0 1 0 0,-1 5 0 0 0,-8 18-174 0 0,1 0 0 0 0,2 1 0 0 0,1 0 0 0 0,0 0 0 0 0,3 0 0 0 0,-4 54 0 0 0,7-46-131 0 0,2 0 1 0 0,1 0-1 0 0,2-1 1 0 0,1 1-1 0 0,12 38 1 0 0,-14-62-42 0 0,0 0 0 0 0,2 1 0 0 0,-1-1 0 0 0,1-1 0 0 0,1 1 0 0 0,0-1 0 0 0,1 0 0 0 0,-1 0 0 0 0,16 15 0 0 0,-17-20-7 0 0,0-1 0 0 0,0 0 0 0 0,0 0 1 0 0,0 0-1 0 0,1-1 0 0 0,0 0 0 0 0,-1 0 1 0 0,1 0-1 0 0,0-1 0 0 0,0 0 0 0 0,1 0 1 0 0,-1 0-1 0 0,0-1 0 0 0,1 0 0 0 0,-1 0 1 0 0,1-1-1 0 0,-1 0 0 0 0,1 0 0 0 0,10-2 1 0 0,-15 2 72 0 0,1 0 0 0 0,0 0-1 0 0,-1-1 1 0 0,1 1 0 0 0,-1-1 0 0 0,1 0 0 0 0,-1 0 0 0 0,1 0 0 0 0,-1 0 0 0 0,1 0 0 0 0,-1-1 0 0 0,0 1 0 0 0,0 0 0 0 0,1-1 0 0 0,-1 0 0 0 0,0 0 0 0 0,-1 0 0 0 0,1 1 0 0 0,0-2-1 0 0,0 1 1 0 0,-1 0 0 0 0,0 0 0 0 0,1 0 0 0 0,-1-1 0 0 0,0 1 0 0 0,0-1 0 0 0,0 1 0 0 0,0-1 0 0 0,0 1 0 0 0,-1-1 0 0 0,1 1 0 0 0,-1-1 0 0 0,0 0 0 0 0,0 1 0 0 0,0-1 0 0 0,0 0 0 0 0,0 1-1 0 0,-1-5 1 0 0,0 2 35 0 0,0 0 0 0 0,0 1 0 0 0,-1-1 0 0 0,0 0 0 0 0,1 1 0 0 0,-1-1 0 0 0,-1 1 0 0 0,1 0 0 0 0,-1 0 0 0 0,0 0 0 0 0,0 0 0 0 0,0 0 0 0 0,0 0 0 0 0,-1 1 0 0 0,1 0 0 0 0,-1-1 0 0 0,0 1 0 0 0,0 1 0 0 0,0-1 0 0 0,-6-3 0 0 0,4 4-3 0 0,-1 0 0 0 0,1 1 1 0 0,0 0-1 0 0,-1 0 0 0 0,1 0 0 0 0,-1 0 0 0 0,1 1 1 0 0,-1 0-1 0 0,1 1 0 0 0,0-1 0 0 0,-1 1 0 0 0,1 1 1 0 0,0-1-1 0 0,-11 4 0 0 0,10-2-212 0 0,-1 0 1 0 0,1 1-1 0 0,-1 0 0 0 0,1 0 0 0 0,1 0 1 0 0,-1 1-1 0 0,1 0 0 0 0,-1 0 1 0 0,2 1-1 0 0,-1 0 0 0 0,-6 8 0 0 0</inkml:trace>
</inkml:ink>
</file>

<file path=ppt/ink/ink1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3.958"/>
    </inkml:context>
    <inkml:brush xml:id="br0">
      <inkml:brushProperty name="width" value="0.1" units="cm"/>
      <inkml:brushProperty name="height" value="0.1" units="cm"/>
      <inkml:brushProperty name="color" value="#004F8B"/>
    </inkml:brush>
  </inkml:definitions>
  <inkml:trace contextRef="#ctx0" brushRef="#br0">24 9 7834 0 0,'-24'-9'10203'0'0,"26"22"-6709"0"0,9 28-2833 0 0,7 62-1 0 0,-15-75-607 0 0,1 0 1 0 0,2-1-1 0 0,0 1 1 0 0,2-1-1 0 0,20 44 1 0 0,-27-68-46 0 0,0 0 1 0 0,1-1-1 0 0,-1 1 0 0 0,1-1 1 0 0,0 1-1 0 0,-1-1 0 0 0,1 0 1 0 0,1 0-1 0 0,-1 0 0 0 0,0 0 1 0 0,0 0-1 0 0,1 0 1 0 0,-1-1-1 0 0,1 1 0 0 0,-1-1 1 0 0,1 1-1 0 0,0-1 0 0 0,-1 0 1 0 0,1 0-1 0 0,0 0 0 0 0,0-1 1 0 0,0 1-1 0 0,0-1 0 0 0,0 0 1 0 0,0 1-1 0 0,0-1 0 0 0,0 0 1 0 0,0-1-1 0 0,0 1 0 0 0,0 0 1 0 0,-1-1-1 0 0,1 0 0 0 0,0 0 1 0 0,5-2-1 0 0,8-4-420 0 0,-1 0-1 0 0,0-2 1 0 0,0 0 0 0 0,25-20 0 0 0,-19 13-1000 0 0,-4 4-839 0 0,1 0-4320 0 0</inkml:trace>
</inkml:ink>
</file>

<file path=ppt/ink/ink1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4.179"/>
    </inkml:context>
    <inkml:brush xml:id="br0">
      <inkml:brushProperty name="width" value="0.1" units="cm"/>
      <inkml:brushProperty name="height" value="0.1" units="cm"/>
      <inkml:brushProperty name="color" value="#004F8B"/>
    </inkml:brush>
  </inkml:definitions>
  <inkml:trace contextRef="#ctx0" brushRef="#br0">66 1 3225 0 0,'-3'1'814'0'0,"0"1"-1"0"0,0-1 1 0 0,1 1 0 0 0,-1 0 0 0 0,0 0 0 0 0,1 0 0 0 0,0 0 0 0 0,-1 0 0 0 0,1 1 0 0 0,0-1-1 0 0,-3 6 1 0 0,1-3 121 0 0,2 1 0 0 0,-1 0 0 0 0,0-1 0 0 0,1 1-1 0 0,-2 11 1 0 0,0 5 293 0 0,1 0 0 0 0,0 36 0 0 0,3-34-959 0 0,-1-16-256 0 0,-2 34-289 0 0,2-1 1 0 0,2 1 0 0 0,1 0 0 0 0,15 71 0 0 0,-11-89-7336 0 0</inkml:trace>
</inkml:ink>
</file>

<file path=ppt/ink/ink1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4.576"/>
    </inkml:context>
    <inkml:brush xml:id="br0">
      <inkml:brushProperty name="width" value="0.1" units="cm"/>
      <inkml:brushProperty name="height" value="0.1" units="cm"/>
      <inkml:brushProperty name="color" value="#004F8B"/>
    </inkml:brush>
  </inkml:definitions>
  <inkml:trace contextRef="#ctx0" brushRef="#br0">77 30 9674 0 0,'-18'-13'1323'0'0,"-7"-3"4697"0"0,24 16-5919 0 0,0 0-1 0 0,1 0 1 0 0,-1 0 0 0 0,0 0-1 0 0,0 0 1 0 0,1 0 0 0 0,-1 0-1 0 0,0 0 1 0 0,0 1 0 0 0,1-1-1 0 0,-1 0 1 0 0,0 0-1 0 0,1 1 1 0 0,-1-1 0 0 0,0 0-1 0 0,1 1 1 0 0,-1-1 0 0 0,0 1-1 0 0,1-1 1 0 0,-1 1 0 0 0,1-1-1 0 0,-1 1 1 0 0,1 0 0 0 0,-1-1-1 0 0,1 1 1 0 0,0-1 0 0 0,-1 1-1 0 0,1 0 1 0 0,0-1 0 0 0,-1 1-1 0 0,1 0 1 0 0,0 0 0 0 0,0-1-1 0 0,-1 1 1 0 0,1 0 0 0 0,0 0-1 0 0,0 0 1 0 0,-5 23 149 0 0,2 0-1 0 0,0 1 1 0 0,1-1 0 0 0,2 1 0 0 0,0-1 0 0 0,6 35-1 0 0,-3-16-154 0 0,5 31 438 0 0,3-37-1613 0 0,7-6-5193 0 0</inkml:trace>
</inkml:ink>
</file>

<file path=ppt/ink/ink1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4.941"/>
    </inkml:context>
    <inkml:brush xml:id="br0">
      <inkml:brushProperty name="width" value="0.1" units="cm"/>
      <inkml:brushProperty name="height" value="0.1" units="cm"/>
      <inkml:brushProperty name="color" value="#004F8B"/>
    </inkml:brush>
  </inkml:definitions>
  <inkml:trace contextRef="#ctx0" brushRef="#br0">40 125 456 0 0,'-6'-14'-1075'0'0,"-17"-17"10593"0"0,22 31-9355 0 0,1 0 0 0 0,0 0 1 0 0,-1 0-1 0 0,-4 4 2123 0 0,4-4-2123 0 0,1 1 0 0 0,0-1 0 0 0,0 1 1 0 0,0-1-1 0 0,-1 1 0 0 0,1-1 0 0 0,0 0 1 0 0,0 1-1 0 0,0-1 0 0 0,0 1 0 0 0,0-1 1 0 0,0 1-1 0 0,0-1 0 0 0,0 1 0 0 0,0 0 1 0 0,-1 7 147 0 0,0-1 1 0 0,1 1-1 0 0,0-1 1 0 0,1 1-1 0 0,-1-1 0 0 0,1 1 1 0 0,1-1-1 0 0,0 1 1 0 0,0-1-1 0 0,5 13 1 0 0,1-2-23 0 0,0 0 0 0 0,21 33 0 0 0,-25-46-269 0 0,0 1 1 0 0,0-1-1 0 0,0 0 1 0 0,1 0 0 0 0,0-1-1 0 0,0 1 1 0 0,0-1-1 0 0,8 5 1 0 0,-12-8-9 0 0,0-1 0 0 0,1 1 1 0 0,-1 0-1 0 0,1-1 0 0 0,-1 1 1 0 0,1-1-1 0 0,-1 1 0 0 0,1-1 1 0 0,-1 0-1 0 0,1 1 0 0 0,-1-1 1 0 0,1 0-1 0 0,-1 0 0 0 0,1 0 0 0 0,0 0 1 0 0,-1-1-1 0 0,1 1 0 0 0,-1 0 1 0 0,1-1-1 0 0,-1 1 0 0 0,1-1 1 0 0,-1 1-1 0 0,1-1 0 0 0,-1 0 1 0 0,0 1-1 0 0,1-1 0 0 0,-1 0 0 0 0,0 0 1 0 0,1 0-1 0 0,-1 0 0 0 0,0 0 1 0 0,0-1-1 0 0,0 1 0 0 0,0 0 1 0 0,0 0-1 0 0,0-1 0 0 0,-1 1 1 0 0,1 0-1 0 0,1-3 0 0 0,8-18 214 0 0,-1-1 0 0 0,0 0-1 0 0,-2-1 1 0 0,-1 0 0 0 0,0 0 0 0 0,3-43-1 0 0,3-11 564 0 0,-12 78-761 0 0,0-1 0 0 0,-1 0 0 0 0,1 1 0 0 0,0-1 0 0 0,0 0 0 0 0,1 1 1 0 0,-1-1-1 0 0,0 0 0 0 0,0 1 0 0 0,0-1 0 0 0,0 0 0 0 0,1 1 0 0 0,-1-1 0 0 0,0 0 1 0 0,0 1-1 0 0,1-1 0 0 0,-1 1 0 0 0,1-1 0 0 0,-1 0 0 0 0,0 1 0 0 0,1-1 1 0 0,-1 1-1 0 0,1-1 0 0 0,-1 1 0 0 0,1 0 0 0 0,-1-1 0 0 0,1 1 0 0 0,0 0 0 0 0,-1-1 1 0 0,1 1-1 0 0,-1 0 0 0 0,1-1 0 0 0,0 1 0 0 0,1 0 0 0 0,-1 1 4 0 0,1-1-1 0 0,-1 1 1 0 0,0 0-1 0 0,1 0 0 0 0,-1 0 1 0 0,0 0-1 0 0,0 0 1 0 0,1 1-1 0 0,-1-1 1 0 0,0 0-1 0 0,0 0 1 0 0,0 1-1 0 0,1 1 0 0 0,26 53 274 0 0,-11-13-362 0 0,-4-10-300 0 0,0 0 0 0 0,2-1 1 0 0,1-1-1 0 0,2-1 0 0 0,36 47 1 0 0</inkml:trace>
</inkml:ink>
</file>

<file path=ppt/ink/ink1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5.339"/>
    </inkml:context>
    <inkml:brush xml:id="br0">
      <inkml:brushProperty name="width" value="0.1" units="cm"/>
      <inkml:brushProperty name="height" value="0.1" units="cm"/>
      <inkml:brushProperty name="color" value="#004F8B"/>
    </inkml:brush>
  </inkml:definitions>
  <inkml:trace contextRef="#ctx0" brushRef="#br0">0 75 7834 0 0,'2'-15'658'0'0,"15"-44"12449"0"0,-3 92-12309 0 0,1 23-260 0 0,-3 0 0 0 0,7 80 0 0 0,-12-73-629 0 0,26 104 0 0 0,-29-154-426 0 0,1 0-1 0 0,0-1 1 0 0,0 0-1 0 0,11 15 1 0 0,-3-8-7154 0 0</inkml:trace>
</inkml:ink>
</file>

<file path=ppt/ink/ink1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5.593"/>
    </inkml:context>
    <inkml:brush xml:id="br0">
      <inkml:brushProperty name="width" value="0.1" units="cm"/>
      <inkml:brushProperty name="height" value="0.1" units="cm"/>
      <inkml:brushProperty name="color" value="#004F8B"/>
    </inkml:brush>
  </inkml:definitions>
  <inkml:trace contextRef="#ctx0" brushRef="#br0">6 1 8754 0 0,'-3'29'2423'0'0,"1"0"0"0"0,2 30 1 0 0,12 62 1518 0 0,39 112-2339 0 0,-47-217-1805 0 0,1 1 0 0 0,1-1-1 0 0,0 0 1 0 0,1 0 0 0 0,13 21 0 0 0,-11-24-782 0 0</inkml:trace>
</inkml:ink>
</file>

<file path=ppt/ink/ink1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5.831"/>
    </inkml:context>
    <inkml:brush xml:id="br0">
      <inkml:brushProperty name="width" value="0.1" units="cm"/>
      <inkml:brushProperty name="height" value="0.1" units="cm"/>
      <inkml:brushProperty name="color" value="#004F8B"/>
    </inkml:brush>
  </inkml:definitions>
  <inkml:trace contextRef="#ctx0" brushRef="#br0">0 168 8754 0 0,'4'-1'579'0'0,"1"0"0"0"0,-1-1 0 0 0,0 1 1 0 0,0-1-1 0 0,0 0 0 0 0,0 0 0 0 0,0 0 0 0 0,7-5 0 0 0,5-3 488 0 0,61-33 2939 0 0,-54 28-4079 0 0,1 2 1 0 0,0 0-1 0 0,1 2 1 0 0,0 0 0 0 0,1 2-1 0 0,38-9 1 0 0,-46 14 72 0 0</inkml:trace>
</inkml:ink>
</file>

<file path=ppt/ink/ink1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6.245"/>
    </inkml:context>
    <inkml:brush xml:id="br0">
      <inkml:brushProperty name="width" value="0.1" units="cm"/>
      <inkml:brushProperty name="height" value="0.1" units="cm"/>
      <inkml:brushProperty name="color" value="#004F8B"/>
    </inkml:brush>
  </inkml:definitions>
  <inkml:trace contextRef="#ctx0" brushRef="#br0">69 31 4609 0 0,'-17'-3'2618'0'0,"13"3"-1712"0"0,1 0 0 0 0,-1-1-1 0 0,0 1 1 0 0,1-1 0 0 0,-1 0 0 0 0,0 0 0 0 0,1 0 0 0 0,-1-1 0 0 0,1 1 0 0 0,0-1 0 0 0,-1 0 0 0 0,-5-4 0 0 0,9 6-798 0 0,1-1-1 0 0,-1 1 0 0 0,0-1 1 0 0,0 1-1 0 0,0-1 1 0 0,1 1-1 0 0,-1-1 1 0 0,0 1-1 0 0,1 0 1 0 0,-1-1-1 0 0,0 1 0 0 0,1 0 1 0 0,-1-1-1 0 0,0 1 1 0 0,1 0-1 0 0,-1-1 1 0 0,1 1-1 0 0,-1 0 1 0 0,0 0-1 0 0,1-1 0 0 0,-1 1 1 0 0,1 0-1 0 0,-1 0 1 0 0,1 0-1 0 0,-1 0 1 0 0,1-1-1 0 0,-1 1 1 0 0,1 0-1 0 0,-1 0 0 0 0,1 0 1 0 0,-1 0-1 0 0,1 0 1 0 0,-1 0-1 0 0,1 1 1 0 0,-1-1-1 0 0,2 0 1 0 0,20-1 372 0 0,-17 1-434 0 0,-1 1 1 0 0,0 0-1 0 0,1 0 1 0 0,-1 1 0 0 0,0-1-1 0 0,0 1 1 0 0,0 0-1 0 0,0 0 1 0 0,0 0-1 0 0,0 1 1 0 0,0-1 0 0 0,-1 1-1 0 0,1 0 1 0 0,-1 0-1 0 0,0 0 1 0 0,0 0-1 0 0,0 1 1 0 0,0-1 0 0 0,4 9-1 0 0,0 3-96 0 0,0 0 1 0 0,-1 1-1 0 0,-1 0 0 0 0,5 19 1 0 0,-8-23-84 0 0,1 0 1 0 0,0 0-1 0 0,1-1 1 0 0,0 0-1 0 0,1 0 1 0 0,1 0-1 0 0,-1 0 1 0 0,11 12-1 0 0,-14-20 65 0 0,0-1 1 0 0,1-1-1 0 0,-1 1 0 0 0,1 0 0 0 0,0-1 0 0 0,-1 1 0 0 0,1-1 1 0 0,0 0-1 0 0,0 0 0 0 0,0 0 0 0 0,0 0 0 0 0,0 0 0 0 0,0-1 0 0 0,0 1 1 0 0,0-1-1 0 0,0 0 0 0 0,0 0 0 0 0,1 0 0 0 0,-1 0 0 0 0,5-2 1 0 0,-2 1-289 0 0,-1 0 0 0 0,0 0 0 0 0,0-1 0 0 0,0 0 0 0 0,0 0 1 0 0,0 0-1 0 0,0-1 0 0 0,0 1 0 0 0,-1-1 0 0 0,1 0 1 0 0,5-6-1 0 0,1-8-5940 0 0</inkml:trace>
</inkml:ink>
</file>

<file path=ppt/ink/ink1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39:16.467"/>
    </inkml:context>
    <inkml:brush xml:id="br0">
      <inkml:brushProperty name="width" value="0.1" units="cm"/>
      <inkml:brushProperty name="height" value="0.1" units="cm"/>
      <inkml:brushProperty name="color" value="#004F8B"/>
    </inkml:brush>
  </inkml:definitions>
  <inkml:trace contextRef="#ctx0" brushRef="#br0">71 125 4609 0 0,'-26'9'185'0'0,"-18"14"14822"0"0,57-22-13213 0 0,13 0-931 0 0,-14-3-578 0 0,0 0-1 0 0,0-1 1 0 0,0 0 0 0 0,0-1-1 0 0,-1-1 1 0 0,0 0 0 0 0,0 0 0 0 0,18-12-1 0 0,-9 2-844 0 0,0 0 0 0 0,-1-2 0 0 0,22-24 0 0 0,-19 17-7641 0 0</inkml:trace>
</inkml:ink>
</file>

<file path=ppt/ink/ink1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2:50.487"/>
    </inkml:context>
    <inkml:brush xml:id="br0">
      <inkml:brushProperty name="width" value="0.1" units="cm"/>
      <inkml:brushProperty name="height" value="0.1" units="cm"/>
      <inkml:brushProperty name="color" value="#008C3A"/>
    </inkml:brush>
  </inkml:definitions>
  <inkml:trace contextRef="#ctx0" brushRef="#br0">261 74 5985 0 0,'9'-30'2222'0'0,"-7"25"-1323"0"0,0-1-1 0 0,0 0 1 0 0,-1 0 0 0 0,1 1-1 0 0,0-11 1 0 0,-13 38 1783 0 0,-81 196-1033 0 0,35-88-1289 0 0,-60 206 1 0 0,114-313-1333 0 0</inkml:trace>
</inkml:ink>
</file>

<file path=ppt/ink/ink1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2:50.709"/>
    </inkml:context>
    <inkml:brush xml:id="br0">
      <inkml:brushProperty name="width" value="0.1" units="cm"/>
      <inkml:brushProperty name="height" value="0.1" units="cm"/>
      <inkml:brushProperty name="color" value="#008C3A"/>
    </inkml:brush>
  </inkml:definitions>
  <inkml:trace contextRef="#ctx0" brushRef="#br0">1 213 944 0 0,'1'-8'16'0'0,"25"-102"1732"0"0,-22 96-1418 0 0,1 0-1 0 0,0 0 0 0 0,1 1 0 0 0,1-1 0 0 0,21-11 4862 0 0,-28 25-5029 0 0,0 1 0 0 0,0-1 0 0 0,0 0 0 0 0,1 1 0 0 0,-1-1 0 0 0,0 1 0 0 0,12 23 1336 0 0,-9-17-779 0 0,45 90 2202 0 0,50 151 0 0 0,6 15-1999 0 0,-95-243-843 0 0,1-1-1 0 0,1 0 0 0 0,1-1 0 0 0,16 20 1 0 0,-24-33-287 0 0,0 0 1 0 0,0 0-1 0 0,1 0 1 0 0,0-1 0 0 0,0 0-1 0 0,0 0 1 0 0,1 0-1 0 0,-1-1 1 0 0,1 1 0 0 0,0-1-1 0 0,0-1 1 0 0,0 1-1 0 0,0-1 1 0 0,0 0-1 0 0,1 0 1 0 0,-1-1 0 0 0,13 1-1 0 0</inkml:trace>
</inkml:ink>
</file>

<file path=ppt/ink/ink1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2:50.948"/>
    </inkml:context>
    <inkml:brush xml:id="br0">
      <inkml:brushProperty name="width" value="0.1" units="cm"/>
      <inkml:brushProperty name="height" value="0.1" units="cm"/>
      <inkml:brushProperty name="color" value="#008C3A"/>
    </inkml:brush>
  </inkml:definitions>
  <inkml:trace contextRef="#ctx0" brushRef="#br0">107 13 5529 0 0,'-15'7'419'0'0,"-42"17"-415"0"0,22-7 3297 0 0,85-26 936 0 0,3-4-2687 0 0,103-11 1 0 0,-14 13-2737 0 0,-91 8-4345 0 0</inkml:trace>
</inkml:ink>
</file>

<file path=ppt/ink/ink1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2:51.471"/>
    </inkml:context>
    <inkml:brush xml:id="br0">
      <inkml:brushProperty name="width" value="0.1" units="cm"/>
      <inkml:brushProperty name="height" value="0.1" units="cm"/>
      <inkml:brushProperty name="color" value="#008C3A"/>
    </inkml:brush>
  </inkml:definitions>
  <inkml:trace contextRef="#ctx0" brushRef="#br0">385 159 920 0 0,'-17'-12'332'0'0,"0"-1"0"0"0,-1 2 0 0 0,0 1 0 0 0,-1 0 0 0 0,0 1-1 0 0,-1 1 1 0 0,-25-6 0 0 0,34 11-6 0 0,1 1 1 0 0,-1 0-1 0 0,1 1 0 0 0,-1 1 1 0 0,0 0-1 0 0,1 0 0 0 0,-1 1 0 0 0,0 0 1 0 0,1 1-1 0 0,-1 0 0 0 0,1 0 1 0 0,0 1-1 0 0,0 1 0 0 0,0 0 0 0 0,0 0 1 0 0,-10 7-1 0 0,17-10-120 0 0,0 0-1 0 0,1 1 1 0 0,-1 0 0 0 0,1-1-1 0 0,0 1 1 0 0,-1 0 0 0 0,1 0-1 0 0,-2 3 1 0 0,3-5-160 0 0,1 1-1 0 0,0-1 1 0 0,0 0-1 0 0,0 0 1 0 0,0 0-1 0 0,0 1 1 0 0,0-1-1 0 0,0 0 1 0 0,0 0 0 0 0,0 0-1 0 0,0 1 1 0 0,0-1-1 0 0,0 0 1 0 0,0 0-1 0 0,1 0 1 0 0,-1 1-1 0 0,0-1 1 0 0,0 0-1 0 0,0 0 1 0 0,0 0 0 0 0,0 0-1 0 0,0 1 1 0 0,0-1-1 0 0,1 0 1 0 0,-1 0-1 0 0,0 0 1 0 0,0 0-1 0 0,0 1 1 0 0,0-1 0 0 0,1 0-1 0 0,-1 0 1 0 0,0 0-1 0 0,0 0 1 0 0,0 0-1 0 0,0 0 1 0 0,1 0-1 0 0,-1 0 1 0 0,20 4 1350 0 0,128 4 208 0 0,154-12 0 0 0,-161-7-850 0 0,196-42 1 0 0,-198 26-511 0 0,195-11 0 0 0,-294 37-610 0 0,62 6 0 0 0,-43 6-2828 0 0,-43-7-2471 0 0</inkml:trace>
</inkml:ink>
</file>

<file path=ppt/ink/ink1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2:52.724"/>
    </inkml:context>
    <inkml:brush xml:id="br0">
      <inkml:brushProperty name="width" value="0.1" units="cm"/>
      <inkml:brushProperty name="height" value="0.1" units="cm"/>
      <inkml:brushProperty name="color" value="#008C3A"/>
    </inkml:brush>
  </inkml:definitions>
  <inkml:trace contextRef="#ctx0" brushRef="#br0">283 1639 2304 0 0,'2'-3'584'0'0,"-1"0"0"0"0,0-1-1 0 0,0 1 1 0 0,0 0-1 0 0,0-1 1 0 0,-1 1-1 0 0,1-1 1 0 0,-1 1-1 0 0,0-1 1 0 0,0 1-1 0 0,0 0 1 0 0,0-1-1 0 0,-1 1 1 0 0,1-1-1 0 0,-1 1 1 0 0,-2-6-1 0 0,-2-3 923 0 0,0 1-1 0 0,-1 0 1 0 0,-9-14 0 0 0,7 13-1333 0 0,-7-16 326 0 0,1 0 0 0 0,1-1 0 0 0,2 0 0 0 0,1-1 0 0 0,1 0 0 0 0,-7-42 0 0 0,-13-192 293 0 0,23 183-549 0 0,-37-598-315 0 0,42 646-46 0 0,-9-47 0 0 0,8 66-42 0 0,-1 1 1 0 0,-1 0-1 0 0,0-1 1 0 0,-1 2-1 0 0,0-1 1 0 0,-9-13-1 0 0,14 24 62 0 0,-1 1 0 0 0,0 0 0 0 0,1 0-1 0 0,-1 0 1 0 0,0 0 0 0 0,0 0-1 0 0,0 0 1 0 0,0 0 0 0 0,0 0 0 0 0,0 0-1 0 0,0 0 1 0 0,0 1 0 0 0,0-1 0 0 0,0 0-1 0 0,-1 1 1 0 0,0-1 0 0 0,1 1-135 0 0,0 0-1 0 0,0 0 1 0 0,1 0-1 0 0,-1 0 1 0 0,0 0-1 0 0,0 0 1 0 0,0 0 0 0 0,1 0-1 0 0,-1 0 1 0 0,0 1-1 0 0,0-1 1 0 0,1 0-1 0 0,-1 1 1 0 0,0-1 0 0 0,0 0-1 0 0,1 1 1 0 0,-1-1-1 0 0,-1 2 1 0 0</inkml:trace>
</inkml:ink>
</file>

<file path=ppt/ink/ink1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2:53.962"/>
    </inkml:context>
    <inkml:brush xml:id="br0">
      <inkml:brushProperty name="width" value="0.1" units="cm"/>
      <inkml:brushProperty name="height" value="0.1" units="cm"/>
      <inkml:brushProperty name="color" value="#008C3A"/>
    </inkml:brush>
  </inkml:definitions>
  <inkml:trace contextRef="#ctx0" brushRef="#br0">96 44 2304 0 0,'-4'-1'-24'0'0,"1"0"0"0"0,-1 0-1 0 0,1 0 1 0 0,-1 0-1 0 0,1-1 1 0 0,-1 0-1 0 0,1 1 1 0 0,0-1 0 0 0,0 0-1 0 0,0-1 1 0 0,-5-3-1 0 0,5 3 689 0 0,-1 0 0 0 0,0 1 1 0 0,0-1-1 0 0,-1 1 0 0 0,1-1 0 0 0,-6-1 0 0 0,9 4-520 0 0,1 0 1 0 0,-1 0-1 0 0,0 0 0 0 0,1 0 0 0 0,-1 0 1 0 0,1 0-1 0 0,-1 0 0 0 0,0 0 1 0 0,1 0-1 0 0,-1 1 0 0 0,1-1 0 0 0,-1 0 1 0 0,1 0-1 0 0,-1 1 0 0 0,1-1 1 0 0,-1 0-1 0 0,1 0 0 0 0,-1 1 0 0 0,1-1 1 0 0,-1 1-1 0 0,1-1 0 0 0,-1 0 0 0 0,1 1 1 0 0,0-1-1 0 0,-1 1 0 0 0,1-1 1 0 0,0 1-1 0 0,-1-1 0 0 0,1 1 0 0 0,0 0 1 0 0,0-1-1 0 0,-1 1 0 0 0,1-1 1 0 0,0 1-1 0 0,0-1 0 0 0,0 1 0 0 0,0 0 1 0 0,0-1-1 0 0,0 1 0 0 0,0-1 1 0 0,0 1-1 0 0,0 0 0 0 0,0 0 0 0 0,2 34 362 0 0,-1-29-24 0 0,60 572 1861 0 0,-32-310-1591 0 0,10 123 17 0 0,-25 137 667 0 0,-20-302-4230 0 0,5-189-3234 0 0</inkml:trace>
</inkml:ink>
</file>

<file path=ppt/ink/ink1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2:54.880"/>
    </inkml:context>
    <inkml:brush xml:id="br0">
      <inkml:brushProperty name="width" value="0.1" units="cm"/>
      <inkml:brushProperty name="height" value="0.1" units="cm"/>
      <inkml:brushProperty name="color" value="#008C3A"/>
    </inkml:brush>
  </inkml:definitions>
  <inkml:trace contextRef="#ctx0" brushRef="#br0">672 1 2761 0 0,'-50'22'6785'0'0,"-5"19"-3962"0"0,-74 73-1 0 0,54-45-1683 0 0,-268 255 1503 0 0,323-293-8969 0 0</inkml:trace>
</inkml:ink>
</file>

<file path=ppt/ink/ink1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2:55.313"/>
    </inkml:context>
    <inkml:brush xml:id="br0">
      <inkml:brushProperty name="width" value="0.1" units="cm"/>
      <inkml:brushProperty name="height" value="0.1" units="cm"/>
      <inkml:brushProperty name="color" value="#008C3A"/>
    </inkml:brush>
  </inkml:definitions>
  <inkml:trace contextRef="#ctx0" brushRef="#br0">126 91 3225 0 0,'-4'-1'42'0'0,"1"0"0"0"0,-1 0 0 0 0,0 0 0 0 0,1 1 0 0 0,-1-1 0 0 0,0 1 0 0 0,-6 0 0 0 0,0 0 451 0 0,-44 0 2126 0 0,28-2 6117 0 0,63-5-8449 0 0,-1-2 0 0 0,36-15 0 0 0,-41 13-21 0 0,2 1 0 0 0,60-11 0 0 0,-91 21-239 0 0,1 0 1 0 0,-1-1 0 0 0,1 1 0 0 0,-1 0-1 0 0,1 0 1 0 0,-1 0 0 0 0,1 0 0 0 0,-1 1-1 0 0,1-1 1 0 0,-1 1 0 0 0,1-1 0 0 0,-1 1-1 0 0,0 0 1 0 0,1 0 0 0 0,-1 0 0 0 0,3 2-1 0 0,-4-2-5 0 0,0 0 0 0 0,0 1 0 0 0,0-1 0 0 0,-1 1 0 0 0,1-1 0 0 0,0 1 0 0 0,-1-1 0 0 0,1 1 0 0 0,-1-1 0 0 0,1 1-1 0 0,-1-1 1 0 0,0 1 0 0 0,1 0 0 0 0,-1-1 0 0 0,0 1 0 0 0,0 0 0 0 0,0-1 0 0 0,-1 1 0 0 0,1-1 0 0 0,0 1 0 0 0,-1 0 0 0 0,1-1-1 0 0,-1 1 1 0 0,1-1 0 0 0,-2 3 0 0 0,-33 87 1319 0 0,22-60-1243 0 0,0 2 0 0 0,3-1 0 0 0,-8 36 0 0 0,11-31-147 0 0,2-13-525 0 0,1-1 1 0 0,1 1-1 0 0,1-1 1 0 0,0 1-1 0 0,3 26 0 0 0,2-36-662 0 0</inkml:trace>
</inkml:ink>
</file>

<file path=ppt/ink/ink1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2:55.752"/>
    </inkml:context>
    <inkml:brush xml:id="br0">
      <inkml:brushProperty name="width" value="0.1" units="cm"/>
      <inkml:brushProperty name="height" value="0.1" units="cm"/>
      <inkml:brushProperty name="color" value="#008C3A"/>
    </inkml:brush>
  </inkml:definitions>
  <inkml:trace contextRef="#ctx0" brushRef="#br0">572 2 1840 0 0,'-2'-1'5082'0'0,"-13"17"-2895"0"0,-17 25-748 0 0,-13 19-589 0 0,-317 381 4753 0 0,334-412-5731 0 0,-27 29 292 0 0,23-17-5983 0 0</inkml:trace>
</inkml:ink>
</file>

<file path=ppt/ink/ink1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2:56.117"/>
    </inkml:context>
    <inkml:brush xml:id="br0">
      <inkml:brushProperty name="width" value="0.1" units="cm"/>
      <inkml:brushProperty name="height" value="0.1" units="cm"/>
      <inkml:brushProperty name="color" value="#008C3A"/>
    </inkml:brush>
  </inkml:definitions>
  <inkml:trace contextRef="#ctx0" brushRef="#br0">176 0 3225 0 0,'-7'1'48'0'0,"0"0"-1"0"0,1 0 1 0 0,-1 0 0 0 0,0 1 0 0 0,1 0 0 0 0,0 1-1 0 0,-1-1 1 0 0,1 1 0 0 0,-8 5 0 0 0,-49 35 1804 0 0,59-40-1548 0 0,0 0 1 0 0,0 0 0 0 0,0 1-1 0 0,0-1 1 0 0,1 1 0 0 0,-1 0 0 0 0,1 0-1 0 0,0 0 1 0 0,-4 8 0 0 0,7-12-260 0 0,0 0 0 0 0,1 0 0 0 0,-1 1 0 0 0,0-1 0 0 0,0 0 0 0 0,0 0 0 0 0,0 1 0 0 0,1-1 0 0 0,-1 0 0 0 0,0 0 1 0 0,0 1-1 0 0,0-1 0 0 0,1 0 0 0 0,-1 0 0 0 0,0 0 0 0 0,0 1 0 0 0,1-1 0 0 0,-1 0 0 0 0,0 0 0 0 0,1 0 0 0 0,-1 0 0 0 0,0 0 0 0 0,0 0 0 0 0,1 0 0 0 0,-1 1 1 0 0,0-1-1 0 0,1 0 0 0 0,-1 0 0 0 0,0 0 0 0 0,1 0 0 0 0,-1 0 0 0 0,0 0 0 0 0,1-1 0 0 0,-1 1 0 0 0,0 0 0 0 0,0 0 0 0 0,1 0 0 0 0,-1 0 0 0 0,0 0 0 0 0,1 0 1 0 0,-1 0-1 0 0,0-1 0 0 0,0 1 0 0 0,1 0 0 0 0,-1 0 0 0 0,0 0 0 0 0,1-1 0 0 0,17-5 478 0 0,132-66 2063 0 0,-133 65-2385 0 0,1 1 1 0 0,-1 1-1 0 0,1 0 0 0 0,0 2 0 0 0,1 0 0 0 0,-1 1 0 0 0,20 0 0 0 0,-35 2-121 0 0,1 0-1 0 0,-1 0 0 0 0,1 0 1 0 0,-1 1-1 0 0,1-1 1 0 0,-1 1-1 0 0,0 0 0 0 0,1 0 1 0 0,-1 0-1 0 0,0 1 0 0 0,0-1 1 0 0,0 1-1 0 0,0 0 1 0 0,5 3-1 0 0,-6-3-29 0 0,-1 0 0 0 0,0 0-1 0 0,1 0 1 0 0,-1 0 0 0 0,0 0 0 0 0,0 0 0 0 0,0 0-1 0 0,0 1 1 0 0,-1-1 0 0 0,1 0 0 0 0,-1 1 0 0 0,1-1 0 0 0,-1 0-1 0 0,0 1 1 0 0,0-1 0 0 0,0 0 0 0 0,0 1 0 0 0,0-1 0 0 0,-1 1-1 0 0,1-1 1 0 0,-1 0 0 0 0,0 3 0 0 0,-24 77 1189 0 0,18-65-1282 0 0,1-1 1 0 0,1 1 0 0 0,1 1 0 0 0,1-1 0 0 0,0 1 0 0 0,-1 26 0 0 0,5-18-950 0 0</inkml:trace>
</inkml:ink>
</file>

<file path=ppt/ink/ink1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2:56.679"/>
    </inkml:context>
    <inkml:brush xml:id="br0">
      <inkml:brushProperty name="width" value="0.1" units="cm"/>
      <inkml:brushProperty name="height" value="0.1" units="cm"/>
      <inkml:brushProperty name="color" value="#008C3A"/>
    </inkml:brush>
  </inkml:definitions>
  <inkml:trace contextRef="#ctx0" brushRef="#br0">10 3 6913 0 0,'-6'-3'5606'0'0,"5"4"-5450"0"0,-2 8 2396 0 0,5 20-1562 0 0,-2-25-557 0 0,42 265 2698 0 0,-1-1-5152 0 0,-40-255-566 0 0</inkml:trace>
</inkml:ink>
</file>

<file path=ppt/ink/ink1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2:56.941"/>
    </inkml:context>
    <inkml:brush xml:id="br0">
      <inkml:brushProperty name="width" value="0.1" units="cm"/>
      <inkml:brushProperty name="height" value="0.1" units="cm"/>
      <inkml:brushProperty name="color" value="#008C3A"/>
    </inkml:brush>
  </inkml:definitions>
  <inkml:trace contextRef="#ctx0" brushRef="#br0">0 156 920 0 0,'2'-12'409'0'0,"1"0"-1"0"0,0 0 1 0 0,1 0-1 0 0,0 1 1 0 0,8-14-1 0 0,-9 19 22 0 0,0 0 0 0 0,1-1 0 0 0,0 1-1 0 0,1 0 1 0 0,-1 1 0 0 0,1-1 0 0 0,0 1 0 0 0,0 0-1 0 0,1 0 1 0 0,6-3 0 0 0,-11 7-329 0 0,0 0 0 0 0,0 0 0 0 0,1 1 0 0 0,-1-1 1 0 0,0 0-1 0 0,1 1 0 0 0,-1-1 0 0 0,0 1 0 0 0,1 0 0 0 0,-1 0 0 0 0,1-1 0 0 0,-1 1 0 0 0,1 0 0 0 0,-1 0 0 0 0,1 0 1 0 0,-1 0-1 0 0,1 1 0 0 0,-1-1 0 0 0,0 0 0 0 0,1 1 0 0 0,-1-1 0 0 0,1 1 0 0 0,1 0 0 0 0,0 1 32 0 0,-1 0-1 0 0,1 0 1 0 0,0 0-1 0 0,-1 1 1 0 0,1-1-1 0 0,-1 0 1 0 0,0 1-1 0 0,0 0 1 0 0,3 5-1 0 0,2 4 360 0 0,-1 0 1 0 0,-1 1-1 0 0,8 25 0 0 0,-10-25-331 0 0,0-1-1 0 0,-2 1 1 0 0,1 0 0 0 0,-2 0 0 0 0,0 0-1 0 0,0 0 1 0 0,-1 0 0 0 0,-1 0 0 0 0,0 0-1 0 0,-1-1 1 0 0,-8 25 0 0 0,8-27-126 0 0,-1 0 1 0 0,-1 0-1 0 0,1-1 0 0 0,-2 0 1 0 0,1 1-1 0 0,-1-2 0 0 0,-1 1 1 0 0,0-1-1 0 0,0 0 0 0 0,0 0 1 0 0,-1-1-1 0 0,0 0 0 0 0,-1 0 1 0 0,-15 9-1 0 0,20-14-89 0 0,1-1 0 0 0,0 1 0 0 0,-1-1 0 0 0,1 0 0 0 0,-1 0 0 0 0,1 0 0 0 0,-1 0 0 0 0,-5 0 0 0 0,-6-3-4513 0 0</inkml:trace>
</inkml:ink>
</file>

<file path=ppt/ink/ink1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2:57.384"/>
    </inkml:context>
    <inkml:brush xml:id="br0">
      <inkml:brushProperty name="width" value="0.1" units="cm"/>
      <inkml:brushProperty name="height" value="0.1" units="cm"/>
      <inkml:brushProperty name="color" value="#008C3A"/>
    </inkml:brush>
  </inkml:definitions>
  <inkml:trace contextRef="#ctx0" brushRef="#br0">41 16 6913 0 0,'0'-1'30'0'0,"0"0"0"0"0,-1 0-1 0 0,1 0 1 0 0,-1 0-1 0 0,1 1 1 0 0,-1-1 0 0 0,0 0-1 0 0,1 0 1 0 0,-1 1-1 0 0,0-1 1 0 0,1 0 0 0 0,-1 1-1 0 0,0-1 1 0 0,0 0-1 0 0,0 1 1 0 0,1-1-1 0 0,-1 1 1 0 0,0 0 0 0 0,0-1-1 0 0,0 1 1 0 0,0 0-1 0 0,0-1 1 0 0,0 1 0 0 0,0 0-1 0 0,0 0 1 0 0,0 0-1 0 0,0 0 1 0 0,0 0 0 0 0,-1 0-1 0 0,1 1 105 0 0,-1 0 0 0 0,1 0 0 0 0,0 0-1 0 0,0 0 1 0 0,0 0 0 0 0,0 0 0 0 0,0 0 0 0 0,0 1 0 0 0,1-1-1 0 0,-1 0 1 0 0,0 1 0 0 0,1-1 0 0 0,-1 0 0 0 0,0 1 0 0 0,1-1-1 0 0,0 1 1 0 0,-1-1 0 0 0,1 1 0 0 0,0-1 0 0 0,0 3 0 0 0,-1 14 710 0 0,1 0 0 0 0,0 1 1 0 0,1-1-1 0 0,2 0 1 0 0,8 36-1 0 0,2 18 14 0 0,10 95-1213 0 0,-14-112-2936 0 0,0 0-4415 0 0,-8-49 6916 0 0,1-6 597 0 0</inkml:trace>
</inkml:ink>
</file>

<file path=ppt/ink/ink1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2:57.885"/>
    </inkml:context>
    <inkml:brush xml:id="br0">
      <inkml:brushProperty name="width" value="0.1" units="cm"/>
      <inkml:brushProperty name="height" value="0.1" units="cm"/>
      <inkml:brushProperty name="color" value="#008C3A"/>
    </inkml:brush>
  </inkml:definitions>
  <inkml:trace contextRef="#ctx0" brushRef="#br0">58 93 4145 0 0,'-32'-6'3099'0'0,"30"6"-2912"0"0,1 0 0 0 0,-1-1 0 0 0,1 1 1 0 0,-1-1-1 0 0,1 1 0 0 0,-1-1 0 0 0,1 0 0 0 0,-1 1 0 0 0,1-1 1 0 0,0 0-1 0 0,-1 0 0 0 0,1 0 0 0 0,0 0 0 0 0,0 0 0 0 0,0 0 1 0 0,0-1-1 0 0,-2-1 0 0 0,3 2-99 0 0,0-1-1 0 0,1 1 1 0 0,-1 0 0 0 0,0 0-1 0 0,1-1 1 0 0,-1 1 0 0 0,1 0-1 0 0,-1 0 1 0 0,1 0 0 0 0,-1 0 0 0 0,1 0-1 0 0,0-1 1 0 0,0 1 0 0 0,-1 0-1 0 0,1 1 1 0 0,0-1 0 0 0,0 0-1 0 0,0 0 1 0 0,0 0 0 0 0,0 0 0 0 0,2 0-1 0 0,25-18 697 0 0,-26 18-684 0 0,7-3 77 0 0,0 0 0 0 0,0 0 0 0 0,0 1 1 0 0,0 0-1 0 0,1 1 0 0 0,0 0 1 0 0,-1 0-1 0 0,1 1 0 0 0,0 0 1 0 0,-1 1-1 0 0,1 0 0 0 0,14 2 1 0 0,13 3-24 0 0,70 20 1 0 0,-75-16-173 0 0,-12-4 25 0 0,0 0-1 0 0,-1 2 1 0 0,0 0-1 0 0,0 1 1 0 0,35 21-1 0 0,-50-26 4 0 0,1 0-1 0 0,-1 1 1 0 0,0-1-1 0 0,1 1 0 0 0,-2 0 1 0 0,1 0-1 0 0,0 1 1 0 0,-1-1-1 0 0,0 1 0 0 0,0 0 1 0 0,0-1-1 0 0,-1 2 1 0 0,1-1-1 0 0,-1 0 1 0 0,0 0-1 0 0,-1 0 0 0 0,0 1 1 0 0,1-1-1 0 0,-1 1 1 0 0,-1 0-1 0 0,1-1 0 0 0,-1 1 1 0 0,0-1-1 0 0,-1 1 1 0 0,1-1-1 0 0,-3 11 0 0 0,-2 2 149 0 0,-1 1-1 0 0,0-1 0 0 0,-2-1 1 0 0,0 0-1 0 0,0 0 0 0 0,-2 0 0 0 0,0-1 1 0 0,-13 16-1 0 0,-3 0 262 0 0,-2-1 0 0 0,-50 44 0 0 0,76-73-408 0 0,-1 2 23 0 0,-1-1 0 0 0,1 0 0 0 0,-1 0 0 0 0,0 0 0 0 0,1 0 0 0 0,-1-1 0 0 0,-1 1 0 0 0,1-1 0 0 0,0 0 0 0 0,0-1 0 0 0,-1 1 0 0 0,1-1 0 0 0,-9 2 0 0 0,7-5-737 0 0</inkml:trace>
</inkml:ink>
</file>

<file path=ppt/ink/ink1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16.267"/>
    </inkml:context>
    <inkml:brush xml:id="br0">
      <inkml:brushProperty name="width" value="0.1" units="cm"/>
      <inkml:brushProperty name="height" value="0.1" units="cm"/>
      <inkml:brushProperty name="color" value="#008C3A"/>
    </inkml:brush>
  </inkml:definitions>
  <inkml:trace contextRef="#ctx0" brushRef="#br0">2 2 6913 0 0,'-2'-1'1635'0'0,"7"176"4389"0"0,31 245-4766 0 0,-22-307-1133 0 0,5 0-1 0 0,5-2 1 0 0,41 119 0 0 0,-62-223-442 0 0,0 0 1 0 0,0 0-1 0 0,0 0 1 0 0,1-1-1 0 0,0 1 0 0 0,0-1 1 0 0,1 0-1 0 0,-1 0 1 0 0,2-1-1 0 0,9 10 1 0 0,-12-13 86 0 0,-1 0 0 0 0,1 0 0 0 0,0-1 0 0 0,0 1 0 0 0,0-1 0 0 0,0 1 0 0 0,0-1 0 0 0,0 0 0 0 0,0 0 0 0 0,0-1 0 0 0,1 1 0 0 0,-1-1 0 0 0,0 1 0 0 0,1-1 0 0 0,-1 0 0 0 0,0 0 0 0 0,0 0 0 0 0,1-1 0 0 0,-1 1 0 0 0,0-1 0 0 0,0 0 0 0 0,0 0 0 0 0,1 0 0 0 0,-1 0 0 0 0,0-1 0 0 0,0 1 0 0 0,2-2 0 0 0,6-5-2192 0 0</inkml:trace>
</inkml:ink>
</file>

<file path=ppt/ink/ink1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16.791"/>
    </inkml:context>
    <inkml:brush xml:id="br0">
      <inkml:brushProperty name="width" value="0.1" units="cm"/>
      <inkml:brushProperty name="height" value="0.1" units="cm"/>
      <inkml:brushProperty name="color" value="#008C3A"/>
    </inkml:brush>
  </inkml:definitions>
  <inkml:trace contextRef="#ctx0" brushRef="#br0">12 72 4609 0 0,'-11'-2'1516'0'0,"22"-2"1669"0"0,-6 3-2481 0 0,26-2 531 0 0,1 1 0 0 0,-1 1 1 0 0,1 2-1 0 0,52 8 0 0 0,1-1-175 0 0,-83-8-1046 0 0,153 5 922 0 0,-132-5-1261 0 0,0-2 1 0 0,-1 0-1 0 0,1-2 0 0 0,38-11 1 0 0,-54 12-206 0 0,0 0 1 0 0,0 0-1 0 0,0-1 1 0 0,-1 0-1 0 0,12-9 1 0 0,1-4-3593 0 0,-6 6 109 0 0</inkml:trace>
</inkml:ink>
</file>

<file path=ppt/ink/ink1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17.139"/>
    </inkml:context>
    <inkml:brush xml:id="br0">
      <inkml:brushProperty name="width" value="0.1" units="cm"/>
      <inkml:brushProperty name="height" value="0.1" units="cm"/>
      <inkml:brushProperty name="color" value="#008C3A"/>
    </inkml:brush>
  </inkml:definitions>
  <inkml:trace contextRef="#ctx0" brushRef="#br0">93 36 3225 0 0,'-10'-1'493'0'0,"-1"-1"1"0"0,1-1-1 0 0,-18-5 0 0 0,24 6 357 0 0,0 0 0 0 0,0 0 0 0 0,0 0 0 0 0,1 0 0 0 0,-1-1 1 0 0,0 1-1 0 0,-3-4 1597 0 0,29 13 1591 0 0,13 19-2950 0 0,-23-17-526 0 0,27 24-330 0 0,-1 1 0 0 0,47 56 0 0 0,12 11-237 0 0,-95-99 9 0 0,1 0 0 0 0,-1 1 1 0 0,1-1-1 0 0,-1 1 0 0 0,0-1 0 0 0,0 1 1 0 0,0 0-1 0 0,0 0 0 0 0,-1 0 0 0 0,1 0 1 0 0,-1 0-1 0 0,2 5 0 0 0,-3-6 15 0 0,0 0-1 0 0,0 0 1 0 0,0 0-1 0 0,-1 0 1 0 0,1 0-1 0 0,0 0 0 0 0,-1 0 1 0 0,0 0-1 0 0,1 0 1 0 0,-1 0-1 0 0,0-1 1 0 0,0 1-1 0 0,0 0 1 0 0,0 0-1 0 0,0-1 1 0 0,-1 1-1 0 0,1 0 0 0 0,0-1 1 0 0,-1 1-1 0 0,1-1 1 0 0,-3 2-1 0 0,-42 36 907 0 0,-71 46 0 0 0,48-37-1277 0 0,50-32-2042 0 0</inkml:trace>
</inkml:ink>
</file>

<file path=ppt/ink/ink1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18.316"/>
    </inkml:context>
    <inkml:brush xml:id="br0">
      <inkml:brushProperty name="width" value="0.1" units="cm"/>
      <inkml:brushProperty name="height" value="0.1" units="cm"/>
      <inkml:brushProperty name="color" value="#008C3A"/>
    </inkml:brush>
  </inkml:definitions>
  <inkml:trace contextRef="#ctx0" brushRef="#br0">282 49 5985 0 0,'0'-2'80'0'0,"-1"1"0"0"0,0-1 0 0 0,0 1 0 0 0,1-1 1 0 0,-1 1-1 0 0,0-1 0 0 0,0 1 0 0 0,0-1 0 0 0,-1 1 0 0 0,1 0 0 0 0,0 0 0 0 0,0-1 0 0 0,-1 1 0 0 0,1 0 0 0 0,-1 0 0 0 0,1 1 0 0 0,-1-1 0 0 0,-2-1 0 0 0,-31-13 1203 0 0,30 13-1121 0 0,0 0 1 0 0,0 1 0 0 0,0 0-1 0 0,0 0 1 0 0,0 0 0 0 0,0 1-1 0 0,0 0 1 0 0,0 0 0 0 0,-1 0 0 0 0,1 1-1 0 0,0-1 1 0 0,0 1 0 0 0,0 0-1 0 0,0 1 1 0 0,0-1 0 0 0,0 1 0 0 0,-5 3-1 0 0,3-1-9 0 0,1 0-1 0 0,0 1 0 0 0,0-1 1 0 0,0 1-1 0 0,1 1 0 0 0,-1-1 1 0 0,1 1-1 0 0,0 0 1 0 0,1 0-1 0 0,-6 11 0 0 0,-1 3 25 0 0,2 1-1 0 0,0 0 0 0 0,2 1 0 0 0,0 0 1 0 0,1 0-1 0 0,-5 43 0 0 0,11-60-178 0 0,-1 1 0 0 0,1 0-1 0 0,0 0 1 0 0,1 0 0 0 0,-1-1 0 0 0,1 1 0 0 0,3 8-1 0 0,-4-13-3 0 0,0 0 0 0 0,1 0-1 0 0,-1 0 1 0 0,0 0 0 0 0,1 0-1 0 0,-1-1 1 0 0,1 1 0 0 0,-1 0 0 0 0,1 0-1 0 0,-1-1 1 0 0,1 1 0 0 0,0 0-1 0 0,-1-1 1 0 0,1 1 0 0 0,0-1-1 0 0,0 1 1 0 0,-1-1 0 0 0,1 1-1 0 0,0-1 1 0 0,1 1 0 0 0,0-1-9 0 0,-1 0 0 0 0,0 0 0 0 0,0 0 0 0 0,1 0 0 0 0,-1 0 0 0 0,0-1 1 0 0,1 1-1 0 0,-1 0 0 0 0,0-1 0 0 0,0 1 0 0 0,0-1 0 0 0,1 1 0 0 0,-1-1 0 0 0,0 0 0 0 0,0 0 1 0 0,0 1-1 0 0,0-1 0 0 0,0 0 0 0 0,1-2 0 0 0,8-8 143 0 0,-1 0 0 0 0,0-1-1 0 0,-1 0 1 0 0,0 0 0 0 0,-1-1 0 0 0,0 0-1 0 0,7-22 1 0 0,12-19 2 0 0,-22 46-122 0 0,-2 3-11 0 0,1-1 1 0 0,0 1-1 0 0,0 0 1 0 0,1 0-1 0 0,0 0 1 0 0,5-6-1 0 0,-8 11 6 0 0,0-1 0 0 0,0 0 0 0 0,0 1 0 0 0,0-1-1 0 0,0 1 1 0 0,0-1 0 0 0,0 1 0 0 0,0 0 0 0 0,0-1 0 0 0,0 1 0 0 0,0 0-1 0 0,0 0 1 0 0,1 0 0 0 0,-1 0 0 0 0,0 0 0 0 0,0 0 0 0 0,0 0 0 0 0,0 0-1 0 0,0 0 1 0 0,0 0 0 0 0,1 1 0 0 0,-1-1 0 0 0,0 1 0 0 0,0-1 0 0 0,0 0-1 0 0,0 1 1 0 0,0 0 0 0 0,0-1 0 0 0,0 1 0 0 0,0-1 0 0 0,-1 1-1 0 0,1 0 1 0 0,0 0 0 0 0,0 0 0 0 0,0-1 0 0 0,-1 1 0 0 0,1 0 0 0 0,-1 0-1 0 0,2 2 1 0 0,9 13 175 0 0,0 0 0 0 0,14 29 0 0 0,-14-24 203 0 0,20 29 1 0 0,-27-45-343 0 0,0 1 0 0 0,1-1 0 0 0,0 0 1 0 0,0 0-1 0 0,0-1 0 0 0,0 0 0 0 0,1 1 0 0 0,0-2 0 0 0,9 6 1 0 0,-14-8-47 0 0,1-1 0 0 0,-1 1 0 0 0,1-1 1 0 0,0 1-1 0 0,-1-1 0 0 0,1 1 1 0 0,-1-1-1 0 0,1 0 0 0 0,0 0 0 0 0,0 0 1 0 0,-1 0-1 0 0,1 0 0 0 0,0 0 0 0 0,-1-1 1 0 0,1 1-1 0 0,0 0 0 0 0,-1-1 0 0 0,1 1 1 0 0,-1-1-1 0 0,1 0 0 0 0,-1 1 0 0 0,1-1 1 0 0,-1 0-1 0 0,1 0 0 0 0,-1 0 1 0 0,0 0-1 0 0,1 0 0 0 0,-1 0 0 0 0,0-1 1 0 0,0 1-1 0 0,0 0 0 0 0,0-1 0 0 0,0 1 1 0 0,0 0-1 0 0,0-1 0 0 0,0-1 0 0 0,5-8-76 0 0,-1 0-1 0 0,-1-1 0 0 0,0 1 0 0 0,3-14 1 0 0,-1 4-17 0 0,-1 6-25 0 0,25-66-379 0 0,-26 75 588 0 0,-1-1-1 0 0,1 0 1 0 0,0 1 0 0 0,0 0-1 0 0,1 0 1 0 0,0 0 0 0 0,0 1-1 0 0,0 0 1 0 0,8-6 0 0 0,-13 10-36 0 0,1 1 1 0 0,0-1-1 0 0,-1 1 1 0 0,1 0-1 0 0,-1 0 1 0 0,1-1 0 0 0,0 1-1 0 0,-1 0 1 0 0,1 0-1 0 0,0 0 1 0 0,-1 0 0 0 0,1-1-1 0 0,0 1 1 0 0,-1 0-1 0 0,1 0 1 0 0,0 1 0 0 0,-1-1-1 0 0,1 0 1 0 0,0 0-1 0 0,-1 0 1 0 0,1 0-1 0 0,0 0 1 0 0,-1 1 0 0 0,1-1-1 0 0,0 0 1 0 0,-1 1-1 0 0,2 0 1 0 0,15 18 886 0 0,4 26 69 0 0,26 101-372 0 0,-15-41-1631 0 0,-11-145-1553 0 0,-7 5 1979 0 0,33-76 525 0 0,-41 101 258 0 0,-1 0 0 0 0,1 1 0 0 0,0 0 0 0 0,1 0 1 0 0,0 0-1 0 0,1 1 0 0 0,0 0 0 0 0,12-10 1 0 0,-19 17-143 0 0,1 0 0 0 0,-1 0 1 0 0,1 0-1 0 0,0-1 0 0 0,-1 2 1 0 0,1-1-1 0 0,0 0 1 0 0,-1 0-1 0 0,1 0 0 0 0,0 1 1 0 0,0-1-1 0 0,0 1 1 0 0,0-1-1 0 0,-1 1 0 0 0,1 0 1 0 0,0 0-1 0 0,0 0 1 0 0,0 0-1 0 0,0 0 0 0 0,0 0 1 0 0,0 1-1 0 0,0-1 0 0 0,-1 0 1 0 0,1 1-1 0 0,0 0 1 0 0,0-1-1 0 0,0 1 0 0 0,-1 0 1 0 0,1 0-1 0 0,0 0 1 0 0,-1 0-1 0 0,1 0 0 0 0,-1 0 1 0 0,1 1-1 0 0,-1-1 0 0 0,2 3 1 0 0,3 4 101 0 0,0 0 0 0 0,-1 1 0 0 0,-1-1 0 0 0,1 1 0 0 0,5 18 0 0 0,6 29 89 0 0,-13-43-256 0 0,0 0-1 0 0,1 1 1 0 0,1-1-1 0 0,0-1 1 0 0,10 18-1 0 0,-15-30-52 0 0,1 1-1 0 0,-1-1 0 0 0,0 1 1 0 0,1-1-1 0 0,-1 0 0 0 0,1 1 0 0 0,-1-1 1 0 0,1 0-1 0 0,-1 0 0 0 0,1 1 1 0 0,-1-1-1 0 0,1 0 0 0 0,-1 0 1 0 0,1 0-1 0 0,-1 0 0 0 0,1 1 0 0 0,0-1 1 0 0,-1 0-1 0 0,1 0 0 0 0,-1 0 1 0 0,1 0-1 0 0,-1 0 0 0 0,1 0 1 0 0,0-1-1 0 0,-1 1 0 0 0,1 0 0 0 0,-1 0 1 0 0,1 0-1 0 0,-1 0 0 0 0,1-1 1 0 0,-1 1-1 0 0,1 0 0 0 0,-1-1 1 0 0,1 1-1 0 0,-1 0 0 0 0,1-1 0 0 0,-1 1 1 0 0,0 0-1 0 0,1-1 0 0 0,-1 1 1 0 0,1-1-1 0 0,-1 1 0 0 0,0-1 1 0 0,0 1-1 0 0,1-1 0 0 0,-1 0 0 0 0,20-28-2170 0 0,-17 24 1852 0 0,0 0 55 0 0,2-4-279 0 0,1 1 0 0 0,0-1 1 0 0,0 1-1 0 0,10-9 0 0 0,-14 15 448 0 0,0 0 0 0 0,1 0 0 0 0,0 0 0 0 0,-1 0 1 0 0,1 1-1 0 0,0-1 0 0 0,0 1 0 0 0,0-1 0 0 0,0 1 0 0 0,0 0 0 0 0,0 1 0 0 0,0-1 0 0 0,0 0 0 0 0,0 1 0 0 0,0 0 0 0 0,1 0 0 0 0,-1 0 0 0 0,4 0 0 0 0,7 2-319 0 0</inkml:trace>
</inkml:ink>
</file>

<file path=ppt/ink/ink1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18.995"/>
    </inkml:context>
    <inkml:brush xml:id="br0">
      <inkml:brushProperty name="width" value="0.1" units="cm"/>
      <inkml:brushProperty name="height" value="0.1" units="cm"/>
      <inkml:brushProperty name="color" value="#008C3A"/>
    </inkml:brush>
  </inkml:definitions>
  <inkml:trace contextRef="#ctx0" brushRef="#br0">289 26 8754 0 0,'-2'-3'197'0'0,"0"1"0"0"0,-1 0-1 0 0,1 0 1 0 0,-1 0 0 0 0,0 0 0 0 0,0 0 0 0 0,1 1 0 0 0,-1-1 0 0 0,0 1-1 0 0,0-1 1 0 0,0 1 0 0 0,-1 0 0 0 0,1 1 0 0 0,0-1 0 0 0,0 0 0 0 0,-1 1-1 0 0,1 0 1 0 0,-6 0 0 0 0,4 0 3 0 0,0 1 1 0 0,1 1-1 0 0,-1-1 0 0 0,0 1 1 0 0,0-1-1 0 0,1 1 0 0 0,-1 1 0 0 0,1-1 1 0 0,-1 1-1 0 0,1 0 0 0 0,-4 3 1 0 0,-6 6 266 0 0,1 0 0 0 0,1 2 0 0 0,0-1 0 0 0,1 1 0 0 0,-16 26 0 0 0,13-16-122 0 0,1 0 0 0 0,1 1 0 0 0,-10 30 0 0 0,18-43-324 0 0,0 0 1 0 0,1 0 0 0 0,0 1 0 0 0,1 0 0 0 0,1-1 0 0 0,0 1-1 0 0,0 0 1 0 0,3 25 0 0 0,-2-37-29 0 0,0 1 0 0 0,0-1 0 0 0,0 0-1 0 0,0 0 1 0 0,1 0 0 0 0,-1 0 0 0 0,0 0 0 0 0,0 0 0 0 0,1 0-1 0 0,-1 0 1 0 0,1 0 0 0 0,-1 0 0 0 0,0 0 0 0 0,1 0-1 0 0,0 0 1 0 0,-1 0 0 0 0,1 0 0 0 0,0 0 0 0 0,-1 0 0 0 0,1 0-1 0 0,0-1 1 0 0,0 1 0 0 0,0 0 0 0 0,0-1 0 0 0,0 1 0 0 0,0 0-1 0 0,0-1 1 0 0,0 1 0 0 0,0-1 0 0 0,0 0 0 0 0,0 1 0 0 0,0-1-1 0 0,0 0 1 0 0,0 0 0 0 0,0 1 0 0 0,0-1 0 0 0,0 0-1 0 0,1 0 1 0 0,-1 0 0 0 0,0 0 0 0 0,0-1 0 0 0,0 1 0 0 0,2 0-1 0 0,0-2-34 0 0,0 1-1 0 0,1-1 0 0 0,-1 0 0 0 0,0 0 0 0 0,0 0 1 0 0,0 0-1 0 0,0 0 0 0 0,-1 0 0 0 0,1-1 0 0 0,0 0 1 0 0,-1 1-1 0 0,3-5 0 0 0,6-12 28 0 0,0 0 0 0 0,-2-1-1 0 0,0-1 1 0 0,-2 1 0 0 0,0-1 0 0 0,7-39 0 0 0,8-22 657 0 0,-21 79-556 0 0,0 0 0 0 0,0 0 0 0 0,0 0 0 0 0,0 0 0 0 0,1 1 0 0 0,-1-1 0 0 0,1 0 0 0 0,0 1 0 0 0,0-1 0 0 0,0 1 0 0 0,0 0 0 0 0,4-4 0 0 0,-6 6-52 0 0,1-1 1 0 0,0 1-1 0 0,-1-1 1 0 0,1 1-1 0 0,0 0 1 0 0,0 0-1 0 0,-1-1 1 0 0,1 1-1 0 0,0 0 1 0 0,0 0 0 0 0,-1 0-1 0 0,1 0 1 0 0,0 0-1 0 0,0 0 1 0 0,0 0-1 0 0,-1 0 1 0 0,1 0-1 0 0,0 0 1 0 0,0 1-1 0 0,0-1 1 0 0,1 1 4 0 0,0 0 0 0 0,-1 0 0 0 0,1 0 0 0 0,-1 0 0 0 0,1 1 1 0 0,-1-1-1 0 0,1 0 0 0 0,-1 1 0 0 0,0-1 0 0 0,1 1 0 0 0,0 2 1 0 0,34 59 471 0 0,4 8-471 0 0,-36-65-281 0 0,1 0 0 0 0,-1-1 0 0 0,1 1 0 0 0,1-1 0 0 0,-1 0 0 0 0,1-1 0 0 0,-1 1 0 0 0,13 6 0 0 0,-4-5-1190 0 0</inkml:trace>
</inkml:ink>
</file>

<file path=ppt/ink/ink1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19.264"/>
    </inkml:context>
    <inkml:brush xml:id="br0">
      <inkml:brushProperty name="width" value="0.1" units="cm"/>
      <inkml:brushProperty name="height" value="0.1" units="cm"/>
      <inkml:brushProperty name="color" value="#008C3A"/>
    </inkml:brush>
  </inkml:definitions>
  <inkml:trace contextRef="#ctx0" brushRef="#br0">22 60 3681 0 0,'0'-13'31'0'0,"1"10"429"0"0,-1-1 0 0 0,0 0 0 0 0,0 0 0 0 0,0 0 0 0 0,0 0-1 0 0,-1 0 1 0 0,0 1 0 0 0,0-1 0 0 0,0 0 0 0 0,-2-5 0 0 0,-8 43 4428 0 0,9-15-4002 0 0,0 0 0 0 0,1-1-1 0 0,1 1 1 0 0,5 36 0 0 0,21 77 605 0 0,-7-39-898 0 0,6 130 321 0 0,-16-121-2029 0 0,4-1-4629 0 0,-10-79-377 0 0</inkml:trace>
</inkml:ink>
</file>

<file path=ppt/ink/ink1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19.646"/>
    </inkml:context>
    <inkml:brush xml:id="br0">
      <inkml:brushProperty name="width" value="0.1" units="cm"/>
      <inkml:brushProperty name="height" value="0.1" units="cm"/>
      <inkml:brushProperty name="color" value="#008C3A"/>
    </inkml:brush>
  </inkml:definitions>
  <inkml:trace contextRef="#ctx0" brushRef="#br0">25 1 2761 0 0,'0'0'160'0'0,"-1"-1"1"0"0,0 1 0 0 0,0 0 0 0 0,1 0 0 0 0,-1 0 0 0 0,0 0-1 0 0,0 0 1 0 0,1 0 0 0 0,-1 0 0 0 0,0 0 0 0 0,0 0 0 0 0,1 1-1 0 0,-1-1 1 0 0,0 0 0 0 0,1 0 0 0 0,-1 1 0 0 0,0-1 0 0 0,1 0-1 0 0,-1 1 1 0 0,0-1 0 0 0,1 1 0 0 0,-1-1 0 0 0,1 1 0 0 0,-1-1-1 0 0,1 1 1 0 0,-1-1 0 0 0,1 1 0 0 0,-1-1 0 0 0,1 1 0 0 0,-1 0-1 0 0,0 1 1 0 0,0 0 263 0 0,1 1 0 0 0,-1 0-1 0 0,0 0 1 0 0,1-1 0 0 0,0 1 0 0 0,-1 0 0 0 0,1 0-1 0 0,0 0 1 0 0,1 3 0 0 0,0 2 384 0 0,0 0 0 0 0,0 1 0 0 0,1-1 0 0 0,1 0 0 0 0,5 15 0 0 0,0-10-437 0 0,0 0 1 0 0,0-1-1 0 0,2 0 0 0 0,-1 0 1 0 0,1-1-1 0 0,1 0 0 0 0,0-1 1 0 0,22 16-1 0 0,-29-23-363 0 0,0 0 1 0 0,0-1-1 0 0,0 0 1 0 0,0 0-1 0 0,0 0 0 0 0,0 0 1 0 0,1-1-1 0 0,-1 0 0 0 0,1 0 1 0 0,-1 0-1 0 0,1 0 0 0 0,-1-1 1 0 0,1 1-1 0 0,-1-1 0 0 0,1 0 1 0 0,-1-1-1 0 0,1 1 0 0 0,0-1 1 0 0,-1 0-1 0 0,0 0 1 0 0,1 0-1 0 0,-1-1 0 0 0,0 0 1 0 0,1 1-1 0 0,-1-2 0 0 0,0 1 1 0 0,0 0-1 0 0,-1-1 0 0 0,1 1 1 0 0,0-1-1 0 0,-1 0 0 0 0,0-1 1 0 0,4-3-1 0 0,-5 5-1 0 0,1-1 0 0 0,-1 0 0 0 0,0-1 0 0 0,0 1 1 0 0,0 0-1 0 0,0-1 0 0 0,0 1 0 0 0,-1-1 0 0 0,0 1 0 0 0,1-1 0 0 0,-1 0 0 0 0,-1 1 0 0 0,1-1 0 0 0,0 0 0 0 0,-1 0 1 0 0,0 0-1 0 0,0 0 0 0 0,0 1 0 0 0,-1-1 0 0 0,1 0 0 0 0,-1 0 0 0 0,0 0 0 0 0,0 1 0 0 0,0-1 0 0 0,0 0 0 0 0,0 1 1 0 0,-1-1-1 0 0,-2-2 0 0 0,2 2-53 0 0,0 0 0 0 0,-1 1 1 0 0,1-1-1 0 0,-1 1 0 0 0,0 0 0 0 0,0 0 1 0 0,0 0-1 0 0,-1 0 0 0 0,1 0 0 0 0,-1 1 1 0 0,1 0-1 0 0,-1 0 0 0 0,0 0 1 0 0,0 0-1 0 0,0 0 0 0 0,0 1 0 0 0,0-1 1 0 0,0 1-1 0 0,0 0 0 0 0,-1 1 0 0 0,1-1 1 0 0,0 1-1 0 0,-1-1 0 0 0,-7 2 1 0 0,2 1-663 0 0,0 0 1 0 0,0 1 0 0 0,0 0 0 0 0,1 0 0 0 0,-1 1 0 0 0,1 0-1 0 0,-17 11 1 0 0,8-2-4587 0 0</inkml:trace>
</inkml:ink>
</file>

<file path=ppt/ink/ink1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20.236"/>
    </inkml:context>
    <inkml:brush xml:id="br0">
      <inkml:brushProperty name="width" value="0.1" units="cm"/>
      <inkml:brushProperty name="height" value="0.1" units="cm"/>
      <inkml:brushProperty name="color" value="#008C3A"/>
    </inkml:brush>
  </inkml:definitions>
  <inkml:trace contextRef="#ctx0" brushRef="#br0">110 3 2761 0 0,'-2'-1'335'0'0,"0"1"1"0"0,0-1-1 0 0,-1 1 1 0 0,1 0-1 0 0,0 0 1 0 0,0 0-1 0 0,0 0 1 0 0,-1 0-1 0 0,1 0 1 0 0,0 1-1 0 0,0-1 1 0 0,0 1-1 0 0,0 0 1 0 0,0-1 0 0 0,0 1-1 0 0,0 0 1 0 0,0 0-1 0 0,0 0 1 0 0,0 1-1 0 0,-2 1 1 0 0,0 0-29 0 0,1 1 1 0 0,-1 0 0 0 0,1 0-1 0 0,0 0 1 0 0,0 0-1 0 0,0 1 1 0 0,1-1-1 0 0,-4 8 1 0 0,0 6 121 0 0,0 0-1 0 0,0 1 1 0 0,-4 31 0 0 0,8-33-238 0 0,0-1-1 0 0,1 1 1 0 0,3 31 0 0 0,-2-39-173 0 0,2-1 1 0 0,-1 0-1 0 0,1 0 0 0 0,0 0 0 0 0,1 0 0 0 0,0-1 1 0 0,0 1-1 0 0,0-1 0 0 0,9 14 0 0 0,-11-20-21 0 0,0 0 0 0 0,-1 0-1 0 0,1 0 1 0 0,0 0 0 0 0,0 0-1 0 0,0 0 1 0 0,0 0 0 0 0,0 0-1 0 0,0 0 1 0 0,0-1 0 0 0,0 1-1 0 0,0 0 1 0 0,0 0 0 0 0,0-1-1 0 0,1 1 1 0 0,-1-1 0 0 0,0 1-1 0 0,0-1 1 0 0,1 0 0 0 0,-1 1-1 0 0,0-1 1 0 0,0 0 0 0 0,1 0-1 0 0,-1 0 1 0 0,0 0 0 0 0,1 0-1 0 0,1 0 1 0 0,-1-1-5 0 0,1-1-1 0 0,-1 1 1 0 0,0 0-1 0 0,1-1 1 0 0,-1 1-1 0 0,0-1 1 0 0,0 1-1 0 0,0-1 1 0 0,0 0-1 0 0,0 0 1 0 0,0 0-1 0 0,2-4 1 0 0,3-4 69 0 0,0 0 1 0 0,-1-1-1 0 0,-1 0 1 0 0,8-20-1 0 0,0-34 396 0 0,-11 52-84 0 0,0 0 0 0 0,1 1-1 0 0,0-1 1 0 0,6-14 0 0 0,-9 26-325 0 0,1 1-1 0 0,-1-1 1 0 0,1 0 0 0 0,-1 1 0 0 0,1-1-1 0 0,-1 0 1 0 0,1 1 0 0 0,0-1 0 0 0,-1 1 0 0 0,1-1-1 0 0,0 1 1 0 0,-1-1 0 0 0,1 1 0 0 0,0 0-1 0 0,0-1 1 0 0,-1 1 0 0 0,1 0 0 0 0,0-1 0 0 0,0 1-1 0 0,0 0 1 0 0,-1 0 0 0 0,1 0 0 0 0,0 0 0 0 0,0 0-1 0 0,0 0 1 0 0,0 0 0 0 0,-1 0 0 0 0,1 0-1 0 0,0 0 1 0 0,0 0 0 0 0,0 0 0 0 0,-1 1 0 0 0,1-1-1 0 0,0 0 1 0 0,0 1 0 0 0,-1-1 0 0 0,1 0-1 0 0,0 1 1 0 0,0-1 0 0 0,-1 1 0 0 0,1 0 0 0 0,-1-1-1 0 0,2 2 1 0 0,34 30 509 0 0,-29-25-344 0 0,12 12-125 0 0,0 1 0 0 0,-2 1 0 0 0,0 1 0 0 0,-2 1 0 0 0,0 0 0 0 0,-2 0 0 0 0,-1 2 0 0 0,0-1 0 0 0,-2 2 0 0 0,11 39 0 0 0,-15-44-62 0 0,-2 0-1 0 0,0 0 1 0 0,-2 1 0 0 0,0-1 0 0 0,-1 1 0 0 0,-1-1-1 0 0,-1 1 1 0 0,-1-1 0 0 0,-1 0 0 0 0,-1 0-1 0 0,-1 0 1 0 0,0 0 0 0 0,-17 37 0 0 0,16-46-71 0 0,-1 0 0 0 0,0 0 0 0 0,-1 0 1 0 0,0-1-1 0 0,-1 0 0 0 0,0-1 0 0 0,-1 1 1 0 0,0-2-1 0 0,-1 0 0 0 0,0 0 0 0 0,0-1 1 0 0,-1 0-1 0 0,0-1 0 0 0,0 0 0 0 0,-1-1 1 0 0,1 0-1 0 0,-24 6 0 0 0,11-7-7503 0 0</inkml:trace>
</inkml:ink>
</file>

<file path=ppt/ink/ink1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20.806"/>
    </inkml:context>
    <inkml:brush xml:id="br0">
      <inkml:brushProperty name="width" value="0.1" units="cm"/>
      <inkml:brushProperty name="height" value="0.1" units="cm"/>
      <inkml:brushProperty name="color" value="#008C3A"/>
    </inkml:brush>
  </inkml:definitions>
  <inkml:trace contextRef="#ctx0" brushRef="#br0">200 5 9218 0 0,'-5'-4'3857'0'0,"5"4"-3769"0"0,-12 5 1429 0 0,-9 8-242 0 0,3 1-777 0 0,1 1 1 0 0,1 0-1 0 0,1 1 0 0 0,-19 26 0 0 0,26-31-374 0 0,0 0 0 0 0,1 1 1 0 0,0 0-1 0 0,1 0 0 0 0,0 0 0 0 0,1 1 1 0 0,1 0-1 0 0,-5 19 0 0 0,9-29-112 0 0,-1 0 0 0 0,1 1 0 0 0,-1-1 0 0 0,1 0 0 0 0,0 0 0 0 0,1 0 0 0 0,-1 0-1 0 0,0 0 1 0 0,1 0 0 0 0,-1 1 0 0 0,1-1 0 0 0,0 0 0 0 0,0-1 0 0 0,1 1 0 0 0,-1 0 0 0 0,0 0 0 0 0,1 0 0 0 0,3 4-1 0 0,-2-4-38 0 0,0 0 0 0 0,1 0-1 0 0,-1 0 1 0 0,1-1-1 0 0,0 0 1 0 0,-1 1-1 0 0,1-1 1 0 0,0 0-1 0 0,0-1 1 0 0,1 1-1 0 0,7 1 1 0 0,7 0-219 0 0,1 0 0 0 0,-1-1 0 0 0,1-2 0 0 0,31-2 0 0 0,-42 2 173 0 0,-1-1 1 0 0,0 1 0 0 0,0 0 0 0 0,0 1 0 0 0,0 0 0 0 0,0 1 0 0 0,16 4 0 0 0,-22-5 70 0 0,0 0 1 0 0,0 0 0 0 0,-1 0 0 0 0,1 0 0 0 0,0 0 0 0 0,0 1 0 0 0,-1-1-1 0 0,1 1 1 0 0,0-1 0 0 0,-1 1 0 0 0,0 0 0 0 0,1-1 0 0 0,-1 1-1 0 0,0 0 1 0 0,0 0 0 0 0,0 0 0 0 0,0 0 0 0 0,0 0 0 0 0,0 0 0 0 0,-1 0-1 0 0,1 1 1 0 0,-1-1 0 0 0,1 0 0 0 0,-1 0 0 0 0,0 0 0 0 0,0 1 0 0 0,0-1-1 0 0,0 0 1 0 0,0 0 0 0 0,-1 0 0 0 0,1 1 0 0 0,-1-1 0 0 0,-1 3-1 0 0,0 6 143 0 0,-1-1-1 0 0,-1 1 0 0 0,0-1 0 0 0,-1 0 1 0 0,0-1-1 0 0,0 1 0 0 0,-1-1 0 0 0,0 0 1 0 0,-7 9-1 0 0,-28 25-1244 0 0,-4-2-4422 0 0,43-39 5119 0 0</inkml:trace>
</inkml:ink>
</file>

<file path=ppt/ink/ink1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21.043"/>
    </inkml:context>
    <inkml:brush xml:id="br0">
      <inkml:brushProperty name="width" value="0.1" units="cm"/>
      <inkml:brushProperty name="height" value="0.1" units="cm"/>
      <inkml:brushProperty name="color" value="#008C3A"/>
    </inkml:brush>
  </inkml:definitions>
  <inkml:trace contextRef="#ctx0" brushRef="#br0">0 1 6449 0 0,'4'7'6677'0'0,"5"12"-4226"0"0,-4 2-875 0 0,-1-1 1 0 0,0 1-1 0 0,1 39 1 0 0,-3-25-3126 0 0,2-1-3419 0 0</inkml:trace>
</inkml:ink>
</file>

<file path=ppt/ink/ink1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21.234"/>
    </inkml:context>
    <inkml:brush xml:id="br0">
      <inkml:brushProperty name="width" value="0.1" units="cm"/>
      <inkml:brushProperty name="height" value="0.1" units="cm"/>
      <inkml:brushProperty name="color" value="#008C3A"/>
    </inkml:brush>
  </inkml:definitions>
  <inkml:trace contextRef="#ctx0" brushRef="#br0">6 13 3225 0 0,'-6'-13'5993'0'0,"16"34"-8634"0"0,-5-9 1089 0 0,2 2-16 0 0,1 4 1248 0 0,2 2 240 0 0</inkml:trace>
</inkml:ink>
</file>

<file path=ppt/ink/ink1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21.996"/>
    </inkml:context>
    <inkml:brush xml:id="br0">
      <inkml:brushProperty name="width" value="0.1" units="cm"/>
      <inkml:brushProperty name="height" value="0.1" units="cm"/>
      <inkml:brushProperty name="color" value="#008C3A"/>
    </inkml:brush>
  </inkml:definitions>
  <inkml:trace contextRef="#ctx0" brushRef="#br0">299 59 5985 0 0,'-25'-26'616'0'0,"20"22"275"0"0,0 0-1 0 0,0 1 0 0 0,0-1 0 0 0,-1 1 1 0 0,1 0-1 0 0,-9-3 0 0 0,10 5-339 0 0,0 0 0 0 0,0 0 0 0 0,0 0-1 0 0,0 0 1 0 0,0 1 0 0 0,0-1 0 0 0,0 1-1 0 0,0 0 1 0 0,0 1 0 0 0,-7 0 0 0 0,7 0-513 0 0,0 0 0 0 0,0 1 1 0 0,0-1-1 0 0,0 1 1 0 0,0 0-1 0 0,0 0 0 0 0,-3 3 1 0 0,-1 1 103 0 0,0 2 1 0 0,0-1-1 0 0,1 1 1 0 0,0 0-1 0 0,0 1 0 0 0,1-1 1 0 0,0 1-1 0 0,-6 13 1 0 0,-4 9-201 0 0,-13 40 1 0 0,22-53-130 0 0,1 1 1 0 0,-7 31 0 0 0,12-46 68 0 0,1 0 0 0 0,-1 0 1 0 0,1 1-1 0 0,-1-1 1 0 0,1 0-1 0 0,1 1 0 0 0,-1-1 1 0 0,0 0-1 0 0,1 1 0 0 0,0-1 1 0 0,0 0-1 0 0,0 0 1 0 0,1 0-1 0 0,-1 0 0 0 0,1 0 1 0 0,0 0-1 0 0,0 0 0 0 0,4 5 1 0 0,-4-8-58 0 0,0 0 0 0 0,0 1 0 0 0,0-1 0 0 0,0 0 0 0 0,0 0 0 0 0,0 0 0 0 0,0 0 0 0 0,0-1 0 0 0,0 1 0 0 0,0 0 0 0 0,0-1 0 0 0,0 1 0 0 0,1-1 0 0 0,-1 0 0 0 0,0 0 0 0 0,0 0 0 0 0,0 0 0 0 0,1 0 0 0 0,-1-1 0 0 0,0 1 0 0 0,0-1 0 0 0,0 1 0 0 0,1-1 0 0 0,-1 0 0 0 0,0 1 0 0 0,0-1 0 0 0,0 0 0 0 0,0-1 0 0 0,-1 1 0 0 0,4-3 0 0 0,8-4-264 0 0,-1-1 0 0 0,-1 0 0 0 0,13-13 0 0 0,-24 21 446 0 0,58-62 274 0 0,-44 46 651 0 0,0 1-1 0 0,0 1 0 0 0,2 0 1 0 0,0 1-1 0 0,29-21 0 0 0,-44 35-834 0 0,0-1 0 0 0,-1 1-1 0 0,1 0 1 0 0,0-1 0 0 0,-1 1-1 0 0,1 0 1 0 0,0-1-1 0 0,-1 1 1 0 0,1 0 0 0 0,0 0-1 0 0,-1 0 1 0 0,1 0-1 0 0,0 0 1 0 0,0 0 0 0 0,-1 0-1 0 0,1 0 1 0 0,0 0-1 0 0,0 0 1 0 0,-1 0 0 0 0,1 0-1 0 0,0 0 1 0 0,-1 1-1 0 0,1-1 1 0 0,0 0 0 0 0,-1 1-1 0 0,1-1 1 0 0,0 0 0 0 0,0 1-1 0 0,1 1 17 0 0,-1-1 1 0 0,0 1-1 0 0,0-1 0 0 0,0 1 0 0 0,0 0 1 0 0,0 0-1 0 0,0-1 0 0 0,0 1 1 0 0,-1 0-1 0 0,2 4 0 0 0,1 7 30 0 0,-1 1 0 0 0,1 22-1 0 0,-2-24 54 0 0,3 159-841 0 0,-4-129 363 0 0,1-90-137 0 0,12-87-1 0 0,-9 112 470 0 0,1 1 1 0 0,1 0-1 0 0,0 1 1 0 0,2-1 0 0 0,0 1-1 0 0,17-28 1 0 0,-24 46-44 0 0,1 0-1 0 0,-1 0 1 0 0,1 0 0 0 0,0 1 0 0 0,0-1 0 0 0,1 0 0 0 0,-1 1-1 0 0,0 0 1 0 0,1-1 0 0 0,0 1 0 0 0,-1 0 0 0 0,1 0 0 0 0,0 1-1 0 0,0-1 1 0 0,0 1 0 0 0,0-1 0 0 0,0 1 0 0 0,1 0 0 0 0,-1 0-1 0 0,6-1 1 0 0,-6 3 16 0 0,0-1 0 0 0,1 1 0 0 0,-1-1 0 0 0,0 1 0 0 0,0 0 0 0 0,0 0 0 0 0,0 0 0 0 0,0 1 0 0 0,0-1 0 0 0,0 1 0 0 0,-1 0 0 0 0,1 0 0 0 0,0 0 0 0 0,-1 0 0 0 0,0 0 0 0 0,1 0 0 0 0,-1 1 0 0 0,0-1 0 0 0,0 1 0 0 0,0-1 0 0 0,2 6 0 0 0,2 3-34 0 0,-1 0 0 0 0,0 0 0 0 0,-1 0 0 0 0,0 1 0 0 0,-1 0-1 0 0,0-1 1 0 0,-1 1 0 0 0,1 15 0 0 0,-1-10-88 0 0,1 0-1 0 0,1-1 1 0 0,6 21 0 0 0,-10-36 96 0 0,1 0 0 0 0,-1-1 0 0 0,0 1-1 0 0,0 0 1 0 0,1 0 0 0 0,-1 0 0 0 0,0 0 0 0 0,1-1 0 0 0,-1 1 0 0 0,1 0 0 0 0,-1 0 0 0 0,1-1 0 0 0,0 1 0 0 0,-1 0-1 0 0,1-1 1 0 0,0 1 0 0 0,-1-1 0 0 0,1 1 0 0 0,0 0 0 0 0,0-1 0 0 0,-1 0 0 0 0,2 1 0 0 0,-1-1 11 0 0,-1 0 1 0 0,1 0-1 0 0,0-1 1 0 0,-1 1 0 0 0,1 0-1 0 0,0-1 1 0 0,-1 1-1 0 0,1-1 1 0 0,-1 1 0 0 0,1 0-1 0 0,-1-1 1 0 0,1 1-1 0 0,-1-1 1 0 0,1 0-1 0 0,-1 1 1 0 0,1-1 0 0 0,-1 1-1 0 0,0-1 1 0 0,1 0-1 0 0,-1 1 1 0 0,1-2 0 0 0,15-50 623 0 0,-13 40-481 0 0,2-5-64 0 0,1 0 1 0 0,1 1-1 0 0,0 0 0 0 0,1 0 0 0 0,1 1 0 0 0,17-24 0 0 0,-22 35-83 0 0,-1 0 0 0 0,1-1 0 0 0,0 1 0 0 0,0 1 0 0 0,1-1 0 0 0,-1 1 0 0 0,1-1 0 0 0,0 1 0 0 0,0 0 0 0 0,0 1 0 0 0,0-1 0 0 0,0 1 0 0 0,1 0 0 0 0,-1 1 0 0 0,1-1 0 0 0,-1 1 0 0 0,1 0 0 0 0,0 0 0 0 0,-1 1 0 0 0,1 0 0 0 0,0 0 0 0 0,-1 0 0 0 0,1 1 0 0 0,8 1 0 0 0,-10-1-19 0 0,0 0 1 0 0,0 1 0 0 0,-1-1-1 0 0,1 1 1 0 0,0 0-1 0 0,-1 0 1 0 0,1 1-1 0 0,-1-1 1 0 0,0 1 0 0 0,1-1-1 0 0,-1 1 1 0 0,0 0-1 0 0,-1 0 1 0 0,1 0-1 0 0,2 5 1 0 0,4 6-930 0 0,0 1 0 0 0,9 22 0 0 0,1 0-3231 0 0,-11-23-1139 0 0</inkml:trace>
</inkml:ink>
</file>

<file path=ppt/ink/ink1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22.599"/>
    </inkml:context>
    <inkml:brush xml:id="br0">
      <inkml:brushProperty name="width" value="0.1" units="cm"/>
      <inkml:brushProperty name="height" value="0.1" units="cm"/>
      <inkml:brushProperty name="color" value="#008C3A"/>
    </inkml:brush>
  </inkml:definitions>
  <inkml:trace contextRef="#ctx0" brushRef="#br0">199 487 2304 0 0,'-2'-3'379'0'0,"-1"1"0"0"0,0-1-1 0 0,0 1 1 0 0,0 0 0 0 0,0 0-1 0 0,0 0 1 0 0,0 0-1 0 0,-1 1 1 0 0,1-1 0 0 0,-1 1-1 0 0,1 0 1 0 0,-1 0-1 0 0,1 0 1 0 0,-1 1 0 0 0,1-1-1 0 0,-1 1 1 0 0,0 0-1 0 0,1 0 1 0 0,-1 0 0 0 0,0 0-1 0 0,1 1 1 0 0,-1-1-1 0 0,0 1 1 0 0,1 0 0 0 0,-1 0-1 0 0,1 0 1 0 0,-1 1-1 0 0,1-1 1 0 0,-6 4 0 0 0,3-1-36 0 0,0 0 0 0 0,0 1 0 0 0,0-1 0 0 0,0 1 0 0 0,1 0 0 0 0,0 1 0 0 0,0-1 0 0 0,0 1 0 0 0,1 0 0 0 0,0 0 0 0 0,0 0 0 0 0,0 1 0 0 0,-4 12 0 0 0,3-5-122 0 0,1 0-1 0 0,1 1 1 0 0,1 0 0 0 0,0-1-1 0 0,0 1 1 0 0,2 28-1 0 0,0-38-187 0 0,1 1-1 0 0,-1-1 1 0 0,1 0-1 0 0,0 0 1 0 0,0 0-1 0 0,0 0 1 0 0,0 0-1 0 0,1 0 0 0 0,0-1 1 0 0,0 1-1 0 0,1 0 1 0 0,-1-1-1 0 0,1 0 1 0 0,0 1-1 0 0,0-1 1 0 0,0 0-1 0 0,1-1 1 0 0,-1 1-1 0 0,1 0 1 0 0,0-1-1 0 0,0 0 1 0 0,0 0-1 0 0,7 3 0 0 0,-8-5-84 0 0,0 0-1 0 0,1 0 1 0 0,-1-1-1 0 0,0 1 1 0 0,1-1-1 0 0,-1 0 1 0 0,1 0-1 0 0,-1 0 1 0 0,1-1-1 0 0,-1 1 1 0 0,1-1-1 0 0,-1 1 1 0 0,0-1-1 0 0,1 0 1 0 0,-1-1-1 0 0,0 1 1 0 0,0-1-1 0 0,0 1 1 0 0,0-1-1 0 0,0 0 1 0 0,0 0-1 0 0,4-4 1 0 0,8-6-658 0 0,-1-1 0 0 0,23-27 0 0 0,-27 28 423 0 0,75-98-2218 0 0,-31 35 762 0 0,-53 74 1709 0 0,0 0 0 0 0,0-1 0 0 0,0 1 0 0 0,0-1 0 0 0,0 1 0 0 0,0 0 1 0 0,0 0-1 0 0,0 0 0 0 0,1 0 0 0 0,-1 0 0 0 0,0 0 0 0 0,1 0 0 0 0,-1 0 0 0 0,1 0 0 0 0,-1 1 0 0 0,1-1 0 0 0,-1 0 0 0 0,1 1 0 0 0,2-1 0 0 0,-3 2 140 0 0,1 0 0 0 0,-1-1 0 0 0,1 1 0 0 0,-1 0 0 0 0,0 0 0 0 0,1 0-1 0 0,-1 1 1 0 0,0-1 0 0 0,0 0 0 0 0,0 0 0 0 0,0 1 0 0 0,0-1 0 0 0,0 1 0 0 0,0-1-1 0 0,-1 1 1 0 0,1-1 0 0 0,1 4 0 0 0,-1-3-37 0 0,0 1 1 0 0,0-1-1 0 0,0 0 0 0 0,0 1 1 0 0,1-1-1 0 0,-1 0 1 0 0,1 0-1 0 0,-1 0 0 0 0,1 0 1 0 0,0 0-1 0 0,0 0 0 0 0,0 0 1 0 0,0-1-1 0 0,0 1 1 0 0,0-1-1 0 0,0 1 0 0 0,1-1 1 0 0,-1 0-1 0 0,0 0 0 0 0,1 0 1 0 0,-1 0-1 0 0,1-1 0 0 0,0 1 1 0 0,-1-1-1 0 0,1 1 1 0 0,-1-1-1 0 0,1 0 0 0 0,0 0 1 0 0,-1 0-1 0 0,1 0 0 0 0,-1 0 1 0 0,1-1-1 0 0,3 0 0 0 0,0-2-199 0 0,-1 1-1 0 0,1-1 1 0 0,-1 0-1 0 0,0 0 1 0 0,0 0-1 0 0,0-1 1 0 0,-1 0-1 0 0,1 0 0 0 0,-1 0 1 0 0,0 0-1 0 0,0-1 1 0 0,0 1-1 0 0,-1-1 1 0 0,3-5-1 0 0,6-11-243 0 0,-2 0-1 0 0,0-1 1 0 0,-2 0 0 0 0,0 0-1 0 0,-2-1 1 0 0,0 0-1 0 0,3-38 1 0 0,0-76-147 0 0,-9 45 3282 0 0,-1 35 965 0 0,-5 103 210 0 0,0-2-3391 0 0,2 18-176 0 0,2 0 0 0 0,3-1 0 0 0,15 103 0 0 0,-11-138-537 0 0,1-1 0 0 0,1 0 0 0 0,1 0 0 0 0,1 0 0 0 0,1-1 0 0 0,1 0 0 0 0,1-1 0 0 0,1-1 0 0 0,1 0 0 0 0,1 0 0 0 0,24 25 0 0 0,-16-25-7532 0 0</inkml:trace>
</inkml:ink>
</file>

<file path=ppt/ink/ink1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49.403"/>
    </inkml:context>
    <inkml:brush xml:id="br0">
      <inkml:brushProperty name="width" value="0.1" units="cm"/>
      <inkml:brushProperty name="height" value="0.1" units="cm"/>
      <inkml:brushProperty name="color" value="#008C3A"/>
    </inkml:brush>
  </inkml:definitions>
  <inkml:trace contextRef="#ctx0" brushRef="#br0">224 166 5985 0 0,'-3'-8'570'0'0,"0"1"1"0"0,1-2-1 0 0,0 1 0 0 0,-2-13 0 0 0,-4-20 593 0 0,7 37-991 0 0,-1-1 208 0 0,1-1 0 0 0,-1 1 0 0 0,0-1 0 0 0,0 1 0 0 0,-1 0 1 0 0,1 0-1 0 0,-1 0 0 0 0,0 0 0 0 0,-1 1 0 0 0,1-1 0 0 0,-7-6 0 0 0,9 11-290 0 0,0 0-1 0 0,0 0 0 0 0,0 0 0 0 0,1 0 0 0 0,-1 0 0 0 0,0 0 0 0 0,0 0 0 0 0,0 0 0 0 0,0 1 0 0 0,1-1 0 0 0,-1 0 0 0 0,0 0 0 0 0,0 1 0 0 0,1-1 0 0 0,-1 0 0 0 0,0 1 0 0 0,0-1 0 0 0,1 1 0 0 0,-1-1 0 0 0,0 1 0 0 0,1 0 0 0 0,-1-1 0 0 0,1 1 0 0 0,-1-1 0 0 0,1 1 0 0 0,-1 0 0 0 0,0 1 0 0 0,-15 22 781 0 0,14-20-684 0 0,-17 32 95 0 0,1 1-1 0 0,2 1 1 0 0,1 1-1 0 0,3 1 1 0 0,0-1-1 0 0,3 2 0 0 0,-6 60 1 0 0,9-34-6 0 0,3 1 0 0 0,4-1 1 0 0,15 123-1 0 0,-13-171-161 0 0,0 0 0 0 0,2 0 0 0 0,0 0 0 0 0,1 0 0 0 0,11 25 0 0 0,-14-38-222 0 0,1 0 0 0 0,-1-1 0 0 0,1 1 0 0 0,0-1 0 0 0,1 1-1 0 0,-1-1 1 0 0,1 0 0 0 0,6 5 0 0 0,-7-7-360 0 0,1-1-1 0 0,-1 1 1 0 0,0-1 0 0 0,1 0-1 0 0,-1 0 1 0 0,1 0 0 0 0,0 0-1 0 0,0-1 1 0 0,0 0 0 0 0,-1 0-1 0 0,1 0 1 0 0,8 0 0 0 0,11-1-6091 0 0</inkml:trace>
</inkml:ink>
</file>

<file path=ppt/ink/ink1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49.971"/>
    </inkml:context>
    <inkml:brush xml:id="br0">
      <inkml:brushProperty name="width" value="0.1" units="cm"/>
      <inkml:brushProperty name="height" value="0.1" units="cm"/>
      <inkml:brushProperty name="color" value="#008C3A"/>
    </inkml:brush>
  </inkml:definitions>
  <inkml:trace contextRef="#ctx0" brushRef="#br0">129 146 1840 0 0,'0'-19'1393'0'0,"1"6"715"0"0,-1-1 0 0 0,0 1 0 0 0,-1-1 0 0 0,-5-22 0 0 0,6 34-1914 0 0,0 0 0 0 0,-1 1-1 0 0,1-1 1 0 0,-1 0-1 0 0,1 0 1 0 0,-1 1 0 0 0,0-1-1 0 0,0 1 1 0 0,0-1 0 0 0,1 0-1 0 0,-2 1 1 0 0,1 0-1 0 0,0-1 1 0 0,0 1 0 0 0,0 0-1 0 0,-1-1 1 0 0,1 1 0 0 0,-1 0-1 0 0,1 0 1 0 0,-1 0 0 0 0,1 0-1 0 0,-1 0 1 0 0,1 1-1 0 0,-1-1 1 0 0,0 0 0 0 0,0 1-1 0 0,1-1 1 0 0,-1 1 0 0 0,0 0-1 0 0,0-1 1 0 0,0 1-1 0 0,1 0 1 0 0,-1 0 0 0 0,0 0-1 0 0,0 0 1 0 0,0 1 0 0 0,1-1-1 0 0,-1 0 1 0 0,0 1-1 0 0,0-1 1 0 0,1 1 0 0 0,-4 1-1 0 0,1 0-169 0 0,0 1-1 0 0,0-1 0 0 0,0 1 0 0 0,1-1 0 0 0,-1 1 1 0 0,1 0-1 0 0,0 0 0 0 0,0 0 0 0 0,0 1 0 0 0,0-1 1 0 0,1 1-1 0 0,-1 0 0 0 0,1 0 0 0 0,0 0 1 0 0,0 0-1 0 0,0 0 0 0 0,1 0 0 0 0,-1 0 0 0 0,1 1 1 0 0,0-1-1 0 0,0 0 0 0 0,0 7 0 0 0,-1 4 47 0 0,1 0 0 0 0,0 0 0 0 0,2 0 0 0 0,-1 0 0 0 0,5 21 0 0 0,-4-28-70 0 0,1-1 0 0 0,0 0 0 0 0,0 0 0 0 0,0 1 0 0 0,1-1 0 0 0,0 0 0 0 0,1-1 0 0 0,0 1 0 0 0,0-1 0 0 0,0 0 0 0 0,1 1 0 0 0,0-2 0 0 0,0 1 0 0 0,8 6 0 0 0,-8-8 0 0 0,0 0 0 0 0,0-1 0 0 0,0 0 0 0 0,0-1 0 0 0,1 1 0 0 0,-1-1 0 0 0,1 0 0 0 0,0 0 0 0 0,0-1 0 0 0,-1 1 0 0 0,1-1 0 0 0,0 0 0 0 0,0-1 0 0 0,0 0 0 0 0,0 0 0 0 0,0 0 0 0 0,0-1 0 0 0,10-1 0 0 0,8-5-1021 0 0,0 0-1 0 0,36-16 1 0 0,-30 10-779 0 0</inkml:trace>
</inkml:ink>
</file>

<file path=ppt/ink/ink1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50.415"/>
    </inkml:context>
    <inkml:brush xml:id="br0">
      <inkml:brushProperty name="width" value="0.1" units="cm"/>
      <inkml:brushProperty name="height" value="0.1" units="cm"/>
      <inkml:brushProperty name="color" value="#008C3A"/>
    </inkml:brush>
  </inkml:definitions>
  <inkml:trace contextRef="#ctx0" brushRef="#br0">43 56 920 0 0,'-3'-2'481'0'0,"-1"0"1"0"0,1-1-1 0 0,0 0 0 0 0,-1 1 1 0 0,1-1-1 0 0,-4-6 0 0 0,5 7 346 0 0,1 0 1 0 0,-1 0-1 0 0,1 0 0 0 0,-1 0 0 0 0,1-1 1 0 0,0 1-1 0 0,0 0 0 0 0,0-1 1 0 0,0 1-1 0 0,0-1 0 0 0,0-4 2107 0 0,9 38 767 0 0,1 15-2702 0 0,16 59-461 0 0,-23-96-533 0 0,2 0-1 0 0,-1 0 0 0 0,1 0 1 0 0,1-1-1 0 0,0 1 1 0 0,0-1-1 0 0,0 0 0 0 0,12 12 1 0 0,-16-19-28 0 0,1 0 0 0 0,-1 0 0 0 0,1 0 0 0 0,-1 0 0 0 0,1 0 0 0 0,0 0 0 0 0,0-1 0 0 0,-1 1 0 0 0,1 0 0 0 0,0-1 0 0 0,0 1 0 0 0,0-1 0 0 0,0 0 0 0 0,0 0 0 0 0,0 0 0 0 0,0 0 0 0 0,0 0 0 0 0,-1 0 0 0 0,1 0 1 0 0,0 0-1 0 0,0-1 0 0 0,0 1 0 0 0,0-1 0 0 0,0 0 0 0 0,-1 1 0 0 0,1-1 0 0 0,0 0 0 0 0,-1 0 0 0 0,1 0 0 0 0,0 0 0 0 0,-1 0 0 0 0,1-1 0 0 0,-1 1 0 0 0,2-2 0 0 0,7-6-1050 0 0,0-1 0 0 0,0 0 0 0 0,12-17 0 0 0,-18 22 322 0 0,6-9-3291 0 0,-1 0-1029 0 0</inkml:trace>
</inkml:ink>
</file>

<file path=ppt/ink/ink1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50.718"/>
    </inkml:context>
    <inkml:brush xml:id="br0">
      <inkml:brushProperty name="width" value="0.1" units="cm"/>
      <inkml:brushProperty name="height" value="0.1" units="cm"/>
      <inkml:brushProperty name="color" value="#008C3A"/>
    </inkml:brush>
  </inkml:definitions>
  <inkml:trace contextRef="#ctx0" brushRef="#br0">16 32 1376 0 0,'-16'-32'16896'0'0,"33"43"-14964"0"0,-13-7-1687 0 0,1-1-1 0 0,-1 1 0 0 0,-1 0 0 0 0,1 0 0 0 0,0 0 0 0 0,-1 1 1 0 0,0-1-1 0 0,0 1 0 0 0,3 6 0 0 0,17 48 173 0 0,-18-47-300 0 0,18 61-43 0 0,10 26-109 0 0,-2-38-3248 0 0</inkml:trace>
</inkml:ink>
</file>

<file path=ppt/ink/ink1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51.129"/>
    </inkml:context>
    <inkml:brush xml:id="br0">
      <inkml:brushProperty name="width" value="0.1" units="cm"/>
      <inkml:brushProperty name="height" value="0.1" units="cm"/>
      <inkml:brushProperty name="color" value="#008C3A"/>
    </inkml:brush>
  </inkml:definitions>
  <inkml:trace contextRef="#ctx0" brushRef="#br0">1 95 6913 0 0,'0'-3'8802'0'0,"3"6"-7559"0"0,14 11-255 0 0,-1 0-1 0 0,-1 2 1 0 0,15 18-1 0 0,-9-6-907 0 0,0 2 0 0 0,29 58 1 0 0,-56-102 96 0 0,0 1 0 0 0,1-1 0 0 0,0-1 0 0 0,1 1 0 0 0,0 0 0 0 0,2-1 0 0 0,-1 0 0 0 0,1-19 0 0 0,2 24-477 0 0,0 0 0 0 0,1 0 0 0 0,0 0 0 0 0,1-1 0 0 0,0 1 0 0 0,1 1 0 0 0,0-1 0 0 0,0 0 0 0 0,1 1 0 0 0,1-1 0 0 0,-1 1 1 0 0,1 1-1 0 0,9-13 0 0 0,5-2-6504 0 0</inkml:trace>
</inkml:ink>
</file>

<file path=ppt/ink/ink1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51.588"/>
    </inkml:context>
    <inkml:brush xml:id="br0">
      <inkml:brushProperty name="width" value="0.1" units="cm"/>
      <inkml:brushProperty name="height" value="0.1" units="cm"/>
      <inkml:brushProperty name="color" value="#008C3A"/>
    </inkml:brush>
  </inkml:definitions>
  <inkml:trace contextRef="#ctx0" brushRef="#br0">20 215 8754 0 0,'-2'0'166'0'0,"1"-1"-1"0"0,0 1 1 0 0,0-1 0 0 0,0 0 0 0 0,0 1-1 0 0,0-1 1 0 0,0 0 0 0 0,0 0 0 0 0,0 0-1 0 0,0 0 1 0 0,0 0 0 0 0,0 0 0 0 0,1 0-1 0 0,-1 0 1 0 0,0 0 0 0 0,1 0 0 0 0,-1-1 0 0 0,1 1-1 0 0,-1 0 1 0 0,1 0 0 0 0,-1 0 0 0 0,1-1-1 0 0,0 1 1 0 0,0 0 0 0 0,0-1 0 0 0,-1 1-1 0 0,1 0 1 0 0,1 0 0 0 0,-1-1 0 0 0,0 1-1 0 0,0 0 1 0 0,0-1 0 0 0,1 1 0 0 0,-1 0-1 0 0,0 0 1 0 0,1-1 0 0 0,0 0 0 0 0,0 0 6 0 0,0 1 0 0 0,1 0 0 0 0,-1-1 0 0 0,0 1 0 0 0,0 0 0 0 0,1 0 1 0 0,-1 0-1 0 0,1 0 0 0 0,-1 0 0 0 0,1 0 0 0 0,-1 1 0 0 0,1-1 0 0 0,-1 0 0 0 0,1 1 1 0 0,0-1-1 0 0,-1 1 0 0 0,1 0 0 0 0,0-1 0 0 0,0 1 0 0 0,-1 0 0 0 0,1 0 0 0 0,0 0 1 0 0,0 0-1 0 0,-1 0 0 0 0,1 1 0 0 0,0-1 0 0 0,-1 0 0 0 0,3 2 0 0 0,2 0-93 0 0,-1 0 0 0 0,1 1 0 0 0,-1 0 0 0 0,0 0 0 0 0,0 1-1 0 0,0 0 1 0 0,0-1 0 0 0,-1 2 0 0 0,1-1 0 0 0,-1 0 0 0 0,0 1-1 0 0,0 0 1 0 0,-1 0 0 0 0,1 0 0 0 0,-1 0 0 0 0,0 1 0 0 0,-1-1 0 0 0,4 9-1 0 0,-1 1 8 0 0,-1-1-1 0 0,0 1 1 0 0,-1-1-1 0 0,0 1 1 0 0,-1 0-1 0 0,0 22 1 0 0,-2-44 72 0 0,-1-9-75 0 0,2 1 1 0 0,0 0 0 0 0,0-1-1 0 0,5-16 1 0 0,1 9-395 0 0,1 2-1 0 0,0-1 1 0 0,2 1 0 0 0,0 0 0 0 0,2 1 0 0 0,0 0-1 0 0,1 1 1 0 0,1 0 0 0 0,1 1 0 0 0,29-27-1 0 0,-21 25-1257 0 0</inkml:trace>
</inkml:ink>
</file>

<file path=ppt/ink/ink1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52.874"/>
    </inkml:context>
    <inkml:brush xml:id="br0">
      <inkml:brushProperty name="width" value="0.1" units="cm"/>
      <inkml:brushProperty name="height" value="0.1" units="cm"/>
      <inkml:brushProperty name="color" value="#008C3A"/>
    </inkml:brush>
  </inkml:definitions>
  <inkml:trace contextRef="#ctx0" brushRef="#br0">9 335 2761 0 0,'-8'17'11586'0'0,"8"-15"-11206"0"0,0-2-292 0 0,0 1 1 0 0,0 0 0 0 0,0-1-1 0 0,0 1 1 0 0,0-1 0 0 0,1 1-1 0 0,-1-1 1 0 0,0 1 0 0 0,0-1-1 0 0,0 1 1 0 0,1-1-1 0 0,-1 1 1 0 0,0-1 0 0 0,0 1-1 0 0,1-1 1 0 0,-1 1 0 0 0,1-1-1 0 0,-1 1 1 0 0,0-1 0 0 0,1 0-1 0 0,-1 1 1 0 0,1-1 0 0 0,-1 0-1 0 0,1 1 1 0 0,-1-1 0 0 0,1 0-1 0 0,-1 0 1 0 0,1 1 0 0 0,-1-1-1 0 0,1 0 1 0 0,-1 0 0 0 0,1 0-1 0 0,-1 0 1 0 0,1 0-1 0 0,0 0 1 0 0,-1 0 0 0 0,1 0-1 0 0,-1 0 1 0 0,1 0 0 0 0,-1 0-1 0 0,1 0 1 0 0,-1 0 0 0 0,1 0-1 0 0,0-1 1 0 0,3-1 73 0 0,1-1 1 0 0,-1 1-1 0 0,0-1 0 0 0,0 0 1 0 0,-1 0-1 0 0,1-1 1 0 0,-1 1-1 0 0,0-1 0 0 0,0 0 1 0 0,0 0-1 0 0,4-6 0 0 0,26-53-298 0 0,-30 58 104 0 0,8-18-881 0 0,-2 0 0 0 0,14-48 0 0 0,-21 63 642 0 0,0-1 1 0 0,0 0-1 0 0,-1 0 0 0 0,-1 1 0 0 0,1-1 0 0 0,-1 0 0 0 0,-1 0 0 0 0,1 0 1 0 0,-2 0-1 0 0,1 1 0 0 0,-6-17 0 0 0,7 24 274 0 0,0 0 1 0 0,-1 0-1 0 0,1 1 1 0 0,0-1-1 0 0,0 0 0 0 0,-1 1 1 0 0,1-1-1 0 0,0 1 1 0 0,-1-1-1 0 0,1 0 0 0 0,-1 1 1 0 0,1-1-1 0 0,-1 1 0 0 0,1-1 1 0 0,-1 1-1 0 0,1-1 1 0 0,-1 1-1 0 0,1-1 0 0 0,-1 1 1 0 0,0 0-1 0 0,1-1 0 0 0,-1 1 1 0 0,0 0-1 0 0,1 0 1 0 0,-1-1-1 0 0,0 1 0 0 0,1 0 1 0 0,-1 0-1 0 0,0 0 0 0 0,0 0 1 0 0,-1 0-1 0 0,1 0 4 0 0,-1 1 0 0 0,0 0 0 0 0,1 0 0 0 0,-1 0 0 0 0,0 0 0 0 0,1 0 0 0 0,-1 0 0 0 0,1 0 0 0 0,0 0 0 0 0,-1 0 0 0 0,1 1 0 0 0,-2 1 0 0 0,-3 5-7 0 0,0 0 1 0 0,0 1-1 0 0,-6 13 0 0 0,3-2-182 0 0,1 0 0 0 0,0 1-1 0 0,2 0 1 0 0,-8 41 0 0 0,12-53 156 0 0,1 0 1 0 0,0-1-1 0 0,1 1 1 0 0,0 0-1 0 0,0-1 1 0 0,1 1-1 0 0,0 0 0 0 0,0-1 1 0 0,1 1-1 0 0,0-1 1 0 0,1 1-1 0 0,0-1 1 0 0,0 0-1 0 0,1 0 0 0 0,5 10 1 0 0,-7-16 40 0 0,-1 0 0 0 0,1 0 1 0 0,0 0-1 0 0,0 0 0 0 0,0 0 1 0 0,0 0-1 0 0,0 0 0 0 0,0-1 1 0 0,0 1-1 0 0,0-1 0 0 0,1 1 0 0 0,-1-1 1 0 0,1 0-1 0 0,-1 0 0 0 0,1 0 1 0 0,0 0-1 0 0,-1 0 0 0 0,1-1 1 0 0,0 1-1 0 0,3-1 0 0 0,-1 0 37 0 0,-1-1-1 0 0,1 1 0 0 0,-1-1 0 0 0,1 0 1 0 0,-1-1-1 0 0,1 1 0 0 0,-1-1 1 0 0,0 0-1 0 0,0 0 0 0 0,0 0 1 0 0,5-4-1 0 0,7-6-10 0 0,0-1 1 0 0,-1-1-1 0 0,0 0 1 0 0,14-20-1 0 0,39-53 88 0 0,-26 27 3015 0 0,-42 59-3079 0 0,0 1 0 0 0,0 0 1 0 0,1 0-1 0 0,-1 0 0 0 0,0 0 0 0 0,0 0 0 0 0,1 0 1 0 0,-1 0-1 0 0,0 0 0 0 0,0 0 0 0 0,1-1 1 0 0,-1 1-1 0 0,0 0 0 0 0,0 0 0 0 0,1 1 1 0 0,-1-1-1 0 0,0 0 0 0 0,0 0 0 0 0,1 0 0 0 0,-1 0 1 0 0,0 0-1 0 0,0 0 0 0 0,1 0 0 0 0,-1 0 1 0 0,0 0-1 0 0,0 0 0 0 0,1 1 0 0 0,-1-1 1 0 0,0 0-1 0 0,0 0 0 0 0,0 0 0 0 0,1 0 0 0 0,-1 1 1 0 0,0-1-1 0 0,0 0 0 0 0,0 0 0 0 0,0 1 1 0 0,0-1-1 0 0,0 0 0 0 0,1 0 0 0 0,-1 0 1 0 0,0 1-1 0 0,0-1 0 0 0,0 1 0 0 0,13 21 551 0 0,7 27-864 0 0,-12-15-26 0 0,-7-27 180 0 0,1 0-1 0 0,-1 0 0 0 0,1 0 1 0 0,0-1-1 0 0,1 1 0 0 0,0 0 1 0 0,0-1-1 0 0,5 8 1 0 0,-8-14 84 0 0,1 1 0 0 0,0-1 1 0 0,-1 0-1 0 0,1 0 1 0 0,-1 0-1 0 0,1 1 1 0 0,0-1-1 0 0,-1 0 0 0 0,1 0 1 0 0,0 0-1 0 0,-1 0 1 0 0,1 0-1 0 0,-1 0 0 0 0,1 0 1 0 0,0 0-1 0 0,-1 0 1 0 0,1 0-1 0 0,0 0 1 0 0,-1-1-1 0 0,1 1 0 0 0,-1 0 1 0 0,1 0-1 0 0,0-1 1 0 0,-1 1-1 0 0,1 0 1 0 0,-1-1-1 0 0,1 1 0 0 0,-1 0 1 0 0,1-1-1 0 0,-1 1 1 0 0,1-1-1 0 0,-1 1 0 0 0,0-1 1 0 0,1 1-1 0 0,-1-1 1 0 0,1 1-1 0 0,-1-2 1 0 0,17-21-165 0 0,8-33 246 0 0,-17 37 134 0 0,0 1 1 0 0,0 0-1 0 0,13-18 0 0 0,-19 32-142 0 0,1 1 0 0 0,0-1 0 0 0,-1 1 0 0 0,1 0 0 0 0,0-1 0 0 0,0 2 0 0 0,1-1 0 0 0,-1 0 0 0 0,1 1 0 0 0,-1-1 0 0 0,1 1 0 0 0,0 0 0 0 0,0 0 0 0 0,0 0 0 0 0,0 1 0 0 0,0 0 0 0 0,0-1 0 0 0,1 1 0 0 0,4 0 0 0 0,-5 1-24 0 0,0 0 1 0 0,0 1-1 0 0,0-1 0 0 0,0 1 1 0 0,0 0-1 0 0,0 0 1 0 0,0 1-1 0 0,0-1 1 0 0,0 1-1 0 0,-1 0 1 0 0,1 0-1 0 0,0 0 1 0 0,-1 0-1 0 0,0 0 1 0 0,0 1-1 0 0,0 0 1 0 0,0-1-1 0 0,0 1 1 0 0,0 1-1 0 0,-1-1 0 0 0,1 0 1 0 0,2 5-1 0 0,6 10-139 0 0,-1 0-1 0 0,0 1 0 0 0,7 22 0 0 0,-6-16-310 0 0,21 39-5766 0 0,-24-48 1694 0 0,-2-6 480 0 0</inkml:trace>
</inkml:ink>
</file>

<file path=ppt/ink/ink1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53.206"/>
    </inkml:context>
    <inkml:brush xml:id="br0">
      <inkml:brushProperty name="width" value="0.1" units="cm"/>
      <inkml:brushProperty name="height" value="0.1" units="cm"/>
      <inkml:brushProperty name="color" value="#008C3A"/>
    </inkml:brush>
  </inkml:definitions>
  <inkml:trace contextRef="#ctx0" brushRef="#br0">82 4 11979 0 0,'-12'-1'441'0'0,"9"0"243"0"0,0 0 0 0 0,0 1 0 0 0,0-1 0 0 0,0 1 0 0 0,-1 0 0 0 0,1 0 0 0 0,-6 1 0 0 0,8 0-528 0 0,-1-1-1 0 0,1 1 0 0 0,0 0 1 0 0,-1-1-1 0 0,1 1 0 0 0,0 0 1 0 0,0 0-1 0 0,0 0 0 0 0,0 0 1 0 0,0 0-1 0 0,0 0 0 0 0,0 0 0 0 0,0 0 1 0 0,0 0-1 0 0,1 0 0 0 0,-1 1 1 0 0,0-1-1 0 0,1 0 0 0 0,-1 1 1 0 0,1-1-1 0 0,-1 0 0 0 0,1 3 1 0 0,-5 16-25 0 0,1 0 0 0 0,0 0 0 0 0,2 0 0 0 0,0 26 0 0 0,7 85 422 0 0,-3-84-493 0 0,16 137-1991 0 0,-13-153 1260 0 0,2-1 0 0 0,1 1 0 0 0,22 53 1 0 0,-23-67-877 0 0</inkml:trace>
</inkml:ink>
</file>

<file path=ppt/ink/ink1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53.412"/>
    </inkml:context>
    <inkml:brush xml:id="br0">
      <inkml:brushProperty name="width" value="0.1" units="cm"/>
      <inkml:brushProperty name="height" value="0.1" units="cm"/>
      <inkml:brushProperty name="color" value="#008C3A"/>
    </inkml:brush>
  </inkml:definitions>
  <inkml:trace contextRef="#ctx0" brushRef="#br0">12 26 5961 0 0,'-11'16'7756'0'0,"12"-16"-7595"0"0,24 1 5486 0 0,-10-3-6193 0 0,95-22 1852 0 0,-59 13-4217 0 0,-26 5-3469 0 0</inkml:trace>
</inkml:ink>
</file>

<file path=ppt/ink/ink1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3:53.713"/>
    </inkml:context>
    <inkml:brush xml:id="br0">
      <inkml:brushProperty name="width" value="0.1" units="cm"/>
      <inkml:brushProperty name="height" value="0.1" units="cm"/>
      <inkml:brushProperty name="color" value="#008C3A"/>
    </inkml:brush>
  </inkml:definitions>
  <inkml:trace contextRef="#ctx0" brushRef="#br0">0 1 6913 0 0,'28'25'8342'0'0,"-7"-6"-5965"0"0,27 31-1 0 0,-27-24-2179 0 0,-2 1-1 0 0,-1 0 1 0 0,-1 2-1 0 0,-2 0 0 0 0,0 1 1 0 0,-2 0-1 0 0,17 61 1 0 0,-24-63-82 0 0,0 0 0 0 0,-2 0 1 0 0,-1 0-1 0 0,-1 0 0 0 0,-2 1 1 0 0,-1-1-1 0 0,-1 0 0 0 0,-1 0 1 0 0,-10 43-1 0 0,1-32-671 0 0,-1 1 0 0 0,-23 46 0 0 0,21-54-6986 0 0</inkml:trace>
</inkml:ink>
</file>

<file path=ppt/ink/ink1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03.416"/>
    </inkml:context>
    <inkml:brush xml:id="br0">
      <inkml:brushProperty name="width" value="0.1" units="cm"/>
      <inkml:brushProperty name="height" value="0.1" units="cm"/>
      <inkml:brushProperty name="color" value="#F6630D"/>
    </inkml:brush>
  </inkml:definitions>
  <inkml:trace contextRef="#ctx0" brushRef="#br0">102 159 1376 0 0,'1'-7'547'0'0,"0"1"0"0"0,1 0 0 0 0,0-1 0 0 0,0 1 0 0 0,0 0 0 0 0,6-10 0 0 0,3-11 1575 0 0,3-19 2397 0 0,-10 15 2786 0 0,-21 87-4742 0 0,-4 38-2374 0 0,-14 145 0 0 0,5-24-124 0 0,27-200-118 0 0,-1 11-513 0 0,-1 0 0 0 0,-1-1 0 0 0,-1 0 0 0 0,-13 29-1 0 0,41-114-7112 0 0,-13 43 7695 0 0</inkml:trace>
</inkml:ink>
</file>

<file path=ppt/ink/ink1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03.672"/>
    </inkml:context>
    <inkml:brush xml:id="br0">
      <inkml:brushProperty name="width" value="0.1" units="cm"/>
      <inkml:brushProperty name="height" value="0.1" units="cm"/>
      <inkml:brushProperty name="color" value="#F6630D"/>
    </inkml:brush>
  </inkml:definitions>
  <inkml:trace contextRef="#ctx0" brushRef="#br0">1 198 4609 0 0,'14'-67'1331'0'0,"13"-47"6643"0"0,-26 113-7866 0 0,-1 0 1 0 0,1 0-1 0 0,-1 0 1 0 0,1 0-1 0 0,-1 0 1 0 0,1 0-1 0 0,0 0 1 0 0,-1 0-1 0 0,1 0 1 0 0,0 1-1 0 0,0-1 1 0 0,0 0 0 0 0,0 1-1 0 0,0-1 1 0 0,0 0-1 0 0,0 1 1 0 0,0-1-1 0 0,0 1 1 0 0,0 0-1 0 0,0-1 1 0 0,0 1-1 0 0,0 0 1 0 0,0-1-1 0 0,0 1 1 0 0,0 0-1 0 0,0 0 1 0 0,1 0-1 0 0,-1 0 1 0 0,0 0-1 0 0,0 0 1 0 0,0 1 0 0 0,0-1-1 0 0,0 0 1 0 0,0 0-1 0 0,0 1 1 0 0,0-1-1 0 0,0 1 1 0 0,0-1-1 0 0,2 2 1 0 0,5 1 195 0 0,-1 1 0 0 0,0-1 1 0 0,1 2-1 0 0,5 4 0 0 0,0 2-41 0 0,0 0 1 0 0,-1 0-1 0 0,0 2 0 0 0,-1-1 0 0 0,11 18 0 0 0,44 75 292 0 0,-49-77-471 0 0,92 165 12 0 0,-69-108-2699 0 0,-38-80 1456 0 0</inkml:trace>
</inkml:ink>
</file>

<file path=ppt/ink/ink1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03.864"/>
    </inkml:context>
    <inkml:brush xml:id="br0">
      <inkml:brushProperty name="width" value="0.1" units="cm"/>
      <inkml:brushProperty name="height" value="0.1" units="cm"/>
      <inkml:brushProperty name="color" value="#F6630D"/>
    </inkml:brush>
  </inkml:definitions>
  <inkml:trace contextRef="#ctx0" brushRef="#br0">31 127 5065 0 0,'-31'-10'7732'0'0,"31"9"-7636"0"0,18-7 3911 0 0,69-24 738 0 0,-1-3-4101 0 0,-2 3-3934 0 0,-63 23-3642 0 0</inkml:trace>
</inkml:ink>
</file>

<file path=ppt/ink/ink1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04.196"/>
    </inkml:context>
    <inkml:brush xml:id="br0">
      <inkml:brushProperty name="width" value="0.1" units="cm"/>
      <inkml:brushProperty name="height" value="0.1" units="cm"/>
      <inkml:brushProperty name="color" value="#F6630D"/>
    </inkml:brush>
  </inkml:definitions>
  <inkml:trace contextRef="#ctx0" brushRef="#br0">107 23 7834 0 0,'-1'0'11'0'0,"-45"-18"3099"0"0,42 17-2622 0 0,1 0 1 0 0,0 0 0 0 0,-1 1 0 0 0,1-1 0 0 0,-1 1 0 0 0,1 0 0 0 0,-1 0-1 0 0,1 0 1 0 0,0 0 0 0 0,-1 1 0 0 0,-6 1 0 0 0,9-1-372 0 0,0 0 1 0 0,0 0 0 0 0,0 0-1 0 0,0 0 1 0 0,0 0-1 0 0,1 0 1 0 0,-1 0-1 0 0,0 0 1 0 0,1 0 0 0 0,-1 0-1 0 0,0 0 1 0 0,1 1-1 0 0,0-1 1 0 0,-1 0-1 0 0,1 0 1 0 0,0 1 0 0 0,-1-1-1 0 0,1 0 1 0 0,0 0-1 0 0,0 1 1 0 0,0-1-1 0 0,0 0 1 0 0,0 1 0 0 0,0-1-1 0 0,1 0 1 0 0,0 3-1 0 0,8 38 578 0 0,-8-37-517 0 0,24 83 148 0 0,-8-31 11 0 0,-2 0 0 0 0,8 71 0 0 0,-19-77-730 0 0,-1-18-1024 0 0,1 1 0 0 0,8 34 0 0 0</inkml:trace>
</inkml:ink>
</file>

<file path=ppt/ink/ink1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04.629"/>
    </inkml:context>
    <inkml:brush xml:id="br0">
      <inkml:brushProperty name="width" value="0.1" units="cm"/>
      <inkml:brushProperty name="height" value="0.1" units="cm"/>
      <inkml:brushProperty name="color" value="#F6630D"/>
    </inkml:brush>
  </inkml:definitions>
  <inkml:trace contextRef="#ctx0" brushRef="#br0">38 157 4145 0 0,'-8'-21'1944'0'0,"0"-1"0"0"0,1 0 0 0 0,-8-42 0 0 0,16 62-1834 0 0,-1 1-1 0 0,0 0 1 0 0,1 0-1 0 0,-1 0 0 0 0,0 0 1 0 0,1 0-1 0 0,0 0 1 0 0,-1 0-1 0 0,1 0 1 0 0,-1 0-1 0 0,1 0 1 0 0,0 0-1 0 0,0 0 1 0 0,0 1-1 0 0,-1-1 0 0 0,1 0 1 0 0,0 0-1 0 0,0 1 1 0 0,0-1-1 0 0,0 1 1 0 0,0-1-1 0 0,0 1 1 0 0,0-1-1 0 0,0 1 1 0 0,1-1-1 0 0,-1 1 0 0 0,0 0 1 0 0,0 0-1 0 0,0 0 1 0 0,2 0-1 0 0,37-6 1299 0 0,-29 6-1213 0 0,0 1 0 0 0,0 0 0 0 0,0 0 0 0 0,0 1 0 0 0,0 0 0 0 0,0 1 0 0 0,-1 1 0 0 0,1-1 1 0 0,-1 2-1 0 0,0-1 0 0 0,0 1 0 0 0,-1 1 0 0 0,1 0 0 0 0,-1 0 0 0 0,-1 1 0 0 0,15 13 0 0 0,-10-7-202 0 0,-1 1 0 0 0,-1 1 0 0 0,0-1 0 0 0,0 2 1 0 0,-2-1-1 0 0,0 1 0 0 0,0 1 0 0 0,-2 0 0 0 0,8 24 1 0 0,-13-31 30 0 0,0 0-1 0 0,-1 0 1 0 0,-1 0 0 0 0,1-1 0 0 0,-1 1 0 0 0,-1 0 0 0 0,0 0 0 0 0,0 0 0 0 0,-1 0 0 0 0,0 0 0 0 0,-1-1 0 0 0,0 1 0 0 0,-1-1-1 0 0,0 0 1 0 0,-5 10 0 0 0,-7 9 257 0 0,0 0 0 0 0,-2-1 1 0 0,-28 32-1 0 0,37-49-217 0 0,0 0 0 0 0,0-1 1 0 0,-20 16-1 0 0,26-23-133 0 0,0 0-1 0 0,0 0 1 0 0,0 0 0 0 0,0 0 0 0 0,0 0-1 0 0,-1-1 1 0 0,1 1 0 0 0,-1-1-1 0 0,1 0 1 0 0,-1 0 0 0 0,0 0 0 0 0,1-1-1 0 0,-1 1 1 0 0,0-1 0 0 0,1 0 0 0 0,-1 0-1 0 0,0 0 1 0 0,-5-1 0 0 0,8 1-50 0 0,1 0 1 0 0,-1-1-1 0 0,1 1 1 0 0,-1 0-1 0 0,0 0 1 0 0,1 0-1 0 0,-1 0 1 0 0,1-1-1 0 0,-1 1 1 0 0,0 0-1 0 0,1-1 1 0 0,-1 1-1 0 0,1-1 1 0 0,-1 1-1 0 0,1 0 1 0 0,-1-1-1 0 0,1 1 1 0 0,0-1-1 0 0,-1 1 1 0 0,1-1-1 0 0,0 1 1 0 0,-1-1-1 0 0,1 0 1 0 0,0 1-1 0 0,-1-1 1 0 0,1 1-1 0 0,0-1 1 0 0,0 0-1 0 0,0 1 1 0 0,0-1-1 0 0,0 1 1 0 0,0-1-1 0 0,0 0 1 0 0,0 1-1 0 0,0-1 1 0 0,0 0-1 0 0,0 1 1 0 0,0-1-1 0 0,0 1 1 0 0,0-1-1 0 0,1-1 1 0 0</inkml:trace>
</inkml:ink>
</file>

<file path=ppt/ink/ink1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05.117"/>
    </inkml:context>
    <inkml:brush xml:id="br0">
      <inkml:brushProperty name="width" value="0.1" units="cm"/>
      <inkml:brushProperty name="height" value="0.1" units="cm"/>
      <inkml:brushProperty name="color" value="#F6630D"/>
    </inkml:brush>
  </inkml:definitions>
  <inkml:trace contextRef="#ctx0" brushRef="#br0">260 98 2761 0 0,'0'-4'483'0'0,"0"0"1"0"0,-1 0 0 0 0,1 0 0 0 0,-1 0 0 0 0,1 0 0 0 0,-1 0 0 0 0,-1 0-1 0 0,1 0 1 0 0,0 0 0 0 0,-1 0 0 0 0,0 1 0 0 0,0-1 0 0 0,0 1 0 0 0,0-1-1 0 0,-1 1 1 0 0,1 0 0 0 0,-1 0 0 0 0,0 0 0 0 0,0 0 0 0 0,0 0 0 0 0,0 1-1 0 0,-1-1 1 0 0,1 1 0 0 0,-1 0 0 0 0,1 0 0 0 0,-1 0 0 0 0,0 0 0 0 0,1 1-1 0 0,-1 0 1 0 0,0 0 0 0 0,0 0 0 0 0,-8-1 0 0 0,8 2-335 0 0,-1 0 1 0 0,1 0-1 0 0,0 0 1 0 0,0 1-1 0 0,-1-1 0 0 0,1 1 1 0 0,0 0-1 0 0,0 1 1 0 0,0-1-1 0 0,0 1 1 0 0,0 0-1 0 0,1-1 0 0 0,-1 2 1 0 0,0-1-1 0 0,1 0 1 0 0,-1 1-1 0 0,1 0 1 0 0,0-1-1 0 0,0 1 0 0 0,0 1 1 0 0,-3 3-1 0 0,-4 7-93 0 0,2 0 0 0 0,0 1 0 0 0,0-1 0 0 0,1 1 0 0 0,1 1 0 0 0,-5 17 0 0 0,3-2-122 0 0,1 0 1 0 0,-4 39-1 0 0,9-52 46 0 0,1 1 0 0 0,1-1-1 0 0,0 1 1 0 0,1 0 0 0 0,1-1 0 0 0,1 0 0 0 0,0 1-1 0 0,7 19 1 0 0,-6-28-21 0 0,0 1-1 0 0,1-1 1 0 0,0-1-1 0 0,1 1 1 0 0,0-1-1 0 0,0 0 1 0 0,1 0-1 0 0,0-1 1 0 0,1 0-1 0 0,0 0 1 0 0,0 0-1 0 0,0-1 1 0 0,1-1 0 0 0,0 1-1 0 0,11 4 1 0 0,-1-1 100 0 0,0-2 1 0 0,0 0 0 0 0,1-1 0 0 0,-1-1 0 0 0,2-1 0 0 0,-1-1-1 0 0,1-1 1 0 0,-1 0 0 0 0,26-1 0 0 0,-30-2 54 0 0,0-1 0 0 0,0 0 0 0 0,0 0 0 0 0,0-2 0 0 0,0 0 0 0 0,-1-1 0 0 0,1-1 0 0 0,-1 0 0 0 0,0-1 0 0 0,-1-1 0 0 0,1 0 0 0 0,18-12 0 0 0,-30 16-630 0 0,13-11 1567 0 0</inkml:trace>
</inkml:ink>
</file>

<file path=ppt/ink/ink1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01.115"/>
    </inkml:context>
    <inkml:brush xml:id="br0">
      <inkml:brushProperty name="width" value="0.1" units="cm"/>
      <inkml:brushProperty name="height" value="0.1" units="cm"/>
      <inkml:brushProperty name="color" value="#F6630D"/>
    </inkml:brush>
  </inkml:definitions>
  <inkml:trace contextRef="#ctx0" brushRef="#br0">187 51 6449 0 0,'-38'-8'428'0'0,"12"4"717"0"0,1-2-1 0 0,1 0 1 0 0,-1-2 0 0 0,-24-11 0 0 0,77 30-493 0 0,-1-2 1 0 0,35 7-1 0 0,-50-13-567 0 0,92 21 299 0 0,2-4 0 0 0,0-5 0 0 0,1-5 0 0 0,111-3 1 0 0,444-36-2610 0 0,-607 28 971 0 0,1 2 0 0 0,63 9 0 0 0,-99-7 103 0 0</inkml:trace>
</inkml:ink>
</file>

<file path=ppt/ink/ink1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02.040"/>
    </inkml:context>
    <inkml:brush xml:id="br0">
      <inkml:brushProperty name="width" value="0.1" units="cm"/>
      <inkml:brushProperty name="height" value="0.1" units="cm"/>
      <inkml:brushProperty name="color" value="#F6630D"/>
    </inkml:brush>
  </inkml:definitions>
  <inkml:trace contextRef="#ctx0" brushRef="#br0">1600 1 4609 0 0,'-4'0'322'0'0,"-1"0"-1"0"0,1 0 1 0 0,0 1 0 0 0,-1-1-1 0 0,1 1 1 0 0,0 0 0 0 0,0 0-1 0 0,0 1 1 0 0,0-1 0 0 0,0 1 0 0 0,0 0-1 0 0,0 0 1 0 0,1 0 0 0 0,-1 1-1 0 0,1-1 1 0 0,-1 1 0 0 0,1 0-1 0 0,0 0 1 0 0,0 0 0 0 0,0 0-1 0 0,1 0 1 0 0,-1 1 0 0 0,-2 4 0 0 0,2-2 166 0 0,0 0 0 0 0,1 0 0 0 0,0 1 0 0 0,0-1 0 0 0,0 1 1 0 0,1-1-1 0 0,0 1 0 0 0,0 0 0 0 0,0-1 0 0 0,1 1 1 0 0,0 0-1 0 0,1 0 0 0 0,2 13 0 0 0,5 14 178 0 0,2 0 0 0 0,18 39 0 0 0,9 34-437 0 0,69 460-126 0 0,-70-324-80 0 0,83 409 70 0 0,-57-317-58 0 0,-9-72 7 0 0,29 181 76 0 0,1-51-73 0 0,0 8 123 0 0,-79-375-157 0 0,-2 1 0 0 0,-1-1 1 0 0,-2 0-1 0 0,0 0 0 0 0,-2 0 0 0 0,0 0 0 0 0,-2 0 0 0 0,-1 0 0 0 0,-1-1 1 0 0,-17 41-1 0 0,23-63-16 0 0,-9 26-119 0 0,9-27 119 0 0,1-1 1 0 0,-1 0-1 0 0,1 0 0 0 0,0 1 0 0 0,0-1 0 0 0,-1 1 1 0 0,1-1-1 0 0,0 0 0 0 0,0 1 0 0 0,1-1 0 0 0,-1 0 1 0 0,0 1-1 0 0,0-1 0 0 0,1 0 0 0 0,-1 1 0 0 0,0-1 1 0 0,1 0-1 0 0,0 0 0 0 0,-1 1 0 0 0,2 0 596 0 0,-15-1-540 0 0,1 1 0 0 0,0 0 0 0 0,-1 0 0 0 0,1 2 0 0 0,-14 4 0 0 0,-41 10 125 0 0,-58-7 130 0 0,-236-9-1 0 0,298-4-288 0 0,-119-11-81 0 0,-237-48-1 0 0,134 15 30 0 0,44 25 39 0 0,61 7-24 0 0,134 11-136 0 0,31 3-364 0 0,0-1 1 0 0,0-1-1 0 0,-1 0 1 0 0,-18-6-1 0 0</inkml:trace>
</inkml:ink>
</file>

<file path=ppt/ink/ink1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02.705"/>
    </inkml:context>
    <inkml:brush xml:id="br0">
      <inkml:brushProperty name="width" value="0.1" units="cm"/>
      <inkml:brushProperty name="height" value="0.1" units="cm"/>
      <inkml:brushProperty name="color" value="#F6630D"/>
    </inkml:brush>
  </inkml:definitions>
  <inkml:trace contextRef="#ctx0" brushRef="#br0">19 9 7370 0 0,'-2'-3'313'0'0,"2"3"-225"0"0,0 0 0 0 0,0-1 0 0 0,0 1 0 0 0,0 0 0 0 0,-1-1 0 0 0,1 1 0 0 0,0 0 0 0 0,0 0 0 0 0,0-1 0 0 0,0 1 0 0 0,-1 0 0 0 0,1 0 0 0 0,0-1 0 0 0,0 1 0 0 0,-1 0 0 0 0,1 0 0 0 0,0 0 0 0 0,-1-1 0 0 0,1 1 0 0 0,0 0 0 0 0,0 0 0 0 0,-1 0 0 0 0,1 0 0 0 0,0 0 0 0 0,-1 0 0 0 0,1 0 0 0 0,0-1 0 0 0,-1 1 0 0 0,1 0 0 0 0,0 0 0 0 0,-1 0 0 0 0,1 1 0 0 0,0-1 0 0 0,-1 0 0 0 0,1 0 0 0 0,0 0 0 0 0,-1 0 0 0 0,1 0 0 0 0,-4 3 1581 0 0,4 1-1133 0 0,-2 13 198 0 0,2 1 1 0 0,0-1-1 0 0,1 0 0 0 0,4 26 1 0 0,21 74 1224 0 0,-3-17-1187 0 0,20 358-340 0 0,-37-311-267 0 0,36 194-1 0 0,1-133-132 0 0,60 385 152 0 0,3 594 1937 0 0,-99-1120-1974 0 0,19 403 1037 0 0,-26-460-1319 0 0,0-4-2 0 0,0-1 0 0 0,0 0 1 0 0,0 0-1 0 0,0 0 0 0 0,-1 0 1 0 0,0 0-1 0 0,0 0 0 0 0,0 0 1 0 0,-1 0-1 0 0,1 0 0 0 0,-4 5 1 0 0</inkml:trace>
</inkml:ink>
</file>

<file path=ppt/ink/ink1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14.915"/>
    </inkml:context>
    <inkml:brush xml:id="br0">
      <inkml:brushProperty name="width" value="0.1" units="cm"/>
      <inkml:brushProperty name="height" value="0.1" units="cm"/>
      <inkml:brushProperty name="color" value="#F6630D"/>
    </inkml:brush>
  </inkml:definitions>
  <inkml:trace contextRef="#ctx0" brushRef="#br0">328 124 1376 0 0,'-18'0'476'0'0,"-4"-1"372"0"0,-1 1 0 0 0,0 0 0 0 0,1 2 0 0 0,0 1 0 0 0,-1 1 0 0 0,1 1 0 0 0,-27 9 1 0 0,36-9-406 0 0,5-2 44 0 0,0 0 0 0 0,0 0 0 0 0,0 0 1 0 0,0 1-1 0 0,1 0 0 0 0,0 0 0 0 0,0 1 0 0 0,0 0 1 0 0,1 1-1 0 0,-10 8 0 0 0,16-14-454 0 0,0 0 0 0 0,0 1 0 0 0,0-1 0 0 0,0 0 0 0 0,0 0 0 0 0,0 1 0 0 0,-1-1-1 0 0,1 0 1 0 0,0 0 0 0 0,0 1 0 0 0,0-1 0 0 0,0 0 0 0 0,0 1 0 0 0,0-1 0 0 0,0 0 0 0 0,0 1 0 0 0,0-1 0 0 0,0 0 0 0 0,0 0-1 0 0,1 1 1 0 0,-1-1 0 0 0,0 0 0 0 0,0 0 0 0 0,0 1 0 0 0,0-1 0 0 0,0 0 0 0 0,0 1 0 0 0,1-1 0 0 0,-1 0 0 0 0,0 0 0 0 0,0 0 0 0 0,0 1-1 0 0,1-1 1 0 0,-1 0 0 0 0,0 0 0 0 0,0 0 0 0 0,1 0 0 0 0,-1 1 0 0 0,0-1 0 0 0,0 0 0 0 0,1 0 0 0 0,-1 0 0 0 0,0 0 0 0 0,0 0-1 0 0,1 0 1 0 0,-1 0 0 0 0,0 0 0 0 0,1 0 0 0 0,-1 0 0 0 0,0 0 0 0 0,1 0 0 0 0,-1 0 0 0 0,0 0 0 0 0,0 0 0 0 0,1 0 0 0 0,-1 0 0 0 0,0 0-1 0 0,1 0 1 0 0,-1 0 0 0 0,1-1 0 0 0,24 0 918 0 0,-22 1-800 0 0,417-46 3070 0 0,-189 25-3112 0 0,765-87 1033 0 0,-857 89-786 0 0,181-3 0 0 0,-310 22-356 0 0,-6-1 0 0 0,0 1 0 0 0,0 0 0 0 0,0 0 0 0 0,0 0 0 0 0,0 1 0 0 0,6 1 0 0 0</inkml:trace>
</inkml:ink>
</file>

<file path=ppt/ink/ink1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15.355"/>
    </inkml:context>
    <inkml:brush xml:id="br0">
      <inkml:brushProperty name="width" value="0.1" units="cm"/>
      <inkml:brushProperty name="height" value="0.1" units="cm"/>
      <inkml:brushProperty name="color" value="#F6630D"/>
    </inkml:brush>
  </inkml:definitions>
  <inkml:trace contextRef="#ctx0" brushRef="#br0">136 84 4145 0 0,'-15'-15'3365'0'0,"-31"-24"-1"0"0,41 35-2623 0 0,0 1 0 0 0,0 0-1 0 0,0 0 1 0 0,0 0 0 0 0,0 1 0 0 0,-1 0-1 0 0,1 0 1 0 0,-1 0 0 0 0,1 0-1 0 0,-1 1 1 0 0,-11-1 0 0 0,32 14 858 0 0,7 0-1522 0 0,8 5 12 0 0,-1 1-1 0 0,-1 2 0 0 0,0 1 0 0 0,-2 1 1 0 0,27 29-1 0 0,18 14 20 0 0,-49-48-84 0 0,28 25 95 0 0,-47-39-113 0 0,-1-1 0 0 0,0 0 0 0 0,0 1 0 0 0,0 0 0 0 0,0-1 0 0 0,0 1 0 0 0,0 0 0 0 0,-1 0 1 0 0,1 0-1 0 0,-1 0 0 0 0,0 0 0 0 0,0 0 0 0 0,0 1 0 0 0,0-1 0 0 0,0 4 0 0 0,-2-2 22 0 0,1-1-1 0 0,-1 1 1 0 0,0 0 0 0 0,-1-1 0 0 0,1 1-1 0 0,-1-1 1 0 0,1 1 0 0 0,-2-1 0 0 0,1 0-1 0 0,0 0 1 0 0,-4 5 0 0 0,-35 42 104 0 0,30-38-101 0 0,-28 28-409 0 0,-1-2-1 0 0,-56 42 1 0 0,83-70-776 0 0</inkml:trace>
</inkml:ink>
</file>

<file path=ppt/ink/ink1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16.100"/>
    </inkml:context>
    <inkml:brush xml:id="br0">
      <inkml:brushProperty name="width" value="0.1" units="cm"/>
      <inkml:brushProperty name="height" value="0.1" units="cm"/>
      <inkml:brushProperty name="color" value="#F6630D"/>
    </inkml:brush>
  </inkml:definitions>
  <inkml:trace contextRef="#ctx0" brushRef="#br0">86 43 3225 0 0,'9'-9'1124'0'0,"-5"5"-472"0"0,0-1 0 0 0,0 1-1 0 0,0 0 1 0 0,1 1 0 0 0,0-1-1 0 0,-1 1 1 0 0,1 0 0 0 0,0 0 0 0 0,6 4 3278 0 0,-23 30-2408 0 0,-66 135 510 0 0,65-134-1963 0 0,2 1 1 0 0,0 0 0 0 0,-6 45-1 0 0,15-70 28 0 0,1 0 0 0 0,1 1 0 0 0,-1-1 0 0 0,1 0 0 0 0,1 0 0 0 0,0 0 0 0 0,0 0 0 0 0,0 0 0 0 0,1 0-1 0 0,0 0 1 0 0,1 0 0 0 0,0 0 0 0 0,0-1 0 0 0,0 1 0 0 0,1-1 0 0 0,0 0 0 0 0,1 0 0 0 0,-1-1 0 0 0,1 1 0 0 0,1-1 0 0 0,-1 0 0 0 0,1 0-1 0 0,0-1 1 0 0,0 0 0 0 0,1 0 0 0 0,0 0 0 0 0,0-1 0 0 0,0 0 0 0 0,0 0 0 0 0,12 4 0 0 0,61 20 860 0 0,-61-23-880 0 0,-1 0 0 0 0,0 2-1 0 0,-1 0 1 0 0,1 1 0 0 0,-1 0 0 0 0,23 17 0 0 0,-27-13-659 0 0,-10-9-84 0 0</inkml:trace>
</inkml:ink>
</file>

<file path=ppt/ink/ink1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0.531"/>
    </inkml:context>
    <inkml:brush xml:id="br0">
      <inkml:brushProperty name="width" value="0.1" units="cm"/>
      <inkml:brushProperty name="height" value="0.1" units="cm"/>
      <inkml:brushProperty name="color" value="#F6630D"/>
    </inkml:brush>
  </inkml:definitions>
  <inkml:trace contextRef="#ctx0" brushRef="#br0">33 85 5529 0 0,'-13'-29'3628'0'0,"10"23"-2698"0"0,0 1 0 0 0,0-1 1 0 0,1 0-1 0 0,0 0 1 0 0,0 0-1 0 0,0 0 0 0 0,0-8 1 0 0,17 37 2776 0 0,-10-3-3411 0 0,-1 0 0 0 0,-1 0 0 0 0,-1 0 0 0 0,-1 0 0 0 0,-1 0 0 0 0,-3 29 0 0 0,1-15-561 0 0,3 38 0 0 0,0-62-140 0 0,0 0 1 0 0,1 0-1 0 0,0 0 0 0 0,0 0 0 0 0,1 0 1 0 0,1-1-1 0 0,-1 1 0 0 0,7 9 1 0 0</inkml:trace>
</inkml:ink>
</file>

<file path=ppt/ink/ink1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0.801"/>
    </inkml:context>
    <inkml:brush xml:id="br0">
      <inkml:brushProperty name="width" value="0.1" units="cm"/>
      <inkml:brushProperty name="height" value="0.1" units="cm"/>
      <inkml:brushProperty name="color" value="#F6630D"/>
    </inkml:brush>
  </inkml:definitions>
  <inkml:trace contextRef="#ctx0" brushRef="#br0">0 65 2761 0 0,'4'-4'196'0'0,"0"1"1"0"0,0 0-1 0 0,0 0 1 0 0,0 0-1 0 0,0 1 1 0 0,1-1 0 0 0,-1 1-1 0 0,1 0 1 0 0,8-2-1 0 0,-3 0 308 0 0,6-2 284 0 0,1 0 0 0 0,-1 1-1 0 0,1 1 1 0 0,0 0-1 0 0,0 1 1 0 0,1 1-1 0 0,-1 1 1 0 0,1 1-1 0 0,27 2 1 0 0,-36-1-563 0 0,0 0 1 0 0,1 1 0 0 0,-1 0-1 0 0,0 0 1 0 0,0 1 0 0 0,-1 1-1 0 0,1-1 1 0 0,0 1-1 0 0,-1 1 1 0 0,0-1 0 0 0,0 1-1 0 0,-1 1 1 0 0,1 0 0 0 0,-1 0-1 0 0,0 0 1 0 0,-1 1 0 0 0,1 0-1 0 0,-1 0 1 0 0,7 12-1 0 0,-10-15-198 0 0,-1 1 0 0 0,0-1 0 0 0,-1 0 0 0 0,1 0 0 0 0,-1 1-1 0 0,0-1 1 0 0,0 1 0 0 0,0-1 0 0 0,0 1 0 0 0,-1-1 0 0 0,0 1 0 0 0,0-1-1 0 0,0 1 1 0 0,-2 8 0 0 0,0-5 3 0 0,0-1-1 0 0,0 1 1 0 0,-1-1-1 0 0,0 0 1 0 0,-1 0 0 0 0,1 0-1 0 0,-1 0 1 0 0,-6 6-1 0 0,-3 3 94 0 0,0-1 0 0 0,-2 0 0 0 0,1-2 0 0 0,-2 0-1 0 0,-31 22 1 0 0,2-9-780 0 0,25-17-4243 0 0</inkml:trace>
</inkml:ink>
</file>

<file path=ppt/ink/ink1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1.030"/>
    </inkml:context>
    <inkml:brush xml:id="br0">
      <inkml:brushProperty name="width" value="0.1" units="cm"/>
      <inkml:brushProperty name="height" value="0.1" units="cm"/>
      <inkml:brushProperty name="color" value="#F6630D"/>
    </inkml:brush>
  </inkml:definitions>
  <inkml:trace contextRef="#ctx0" brushRef="#br0">0 0 3681 0 0,'4'0'506'0'0,"-1"1"0"0"0,1-1 0 0 0,-1 0 1 0 0,0 1-1 0 0,1 0 0 0 0,-1 0 0 0 0,0 0 0 0 0,1 0 1 0 0,-1 1-1 0 0,0-1 0 0 0,0 1 0 0 0,0 0 0 0 0,0 0 1 0 0,4 3-1 0 0,-2 0-53 0 0,-1 0 1 0 0,1 0-1 0 0,-1 0 1 0 0,0 1-1 0 0,0-1 1 0 0,6 13-1 0 0,-2 0-124 0 0,-1 1-1 0 0,-1-1 1 0 0,0 1 0 0 0,3 23-1 0 0,2 32-509 0 0,-10-42-2403 0 0</inkml:trace>
</inkml:ink>
</file>

<file path=ppt/ink/ink1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1.197"/>
    </inkml:context>
    <inkml:brush xml:id="br0">
      <inkml:brushProperty name="width" value="0.1" units="cm"/>
      <inkml:brushProperty name="height" value="0.1" units="cm"/>
      <inkml:brushProperty name="color" value="#F6630D"/>
    </inkml:brush>
  </inkml:definitions>
  <inkml:trace contextRef="#ctx0" brushRef="#br0">0 120 6913 0 0,'3'-60'1442'0'0,"4"0"4258"0"0,-3 66-7540 0 0,0 15 2116 0 0,-3-18-422 0 0,2 10 60 0 0</inkml:trace>
</inkml:ink>
</file>

<file path=ppt/ink/ink1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1.659"/>
    </inkml:context>
    <inkml:brush xml:id="br0">
      <inkml:brushProperty name="width" value="0.1" units="cm"/>
      <inkml:brushProperty name="height" value="0.1" units="cm"/>
      <inkml:brushProperty name="color" value="#F6630D"/>
    </inkml:brush>
  </inkml:definitions>
  <inkml:trace contextRef="#ctx0" brushRef="#br0">180 7 2304 0 0,'8'-7'6365'0'0,"-28"15"-3449"0"0,2 1-888 0 0,-34 22 0 0 0,34-17-1576 0 0,0 0 0 0 0,1 1 0 0 0,-20 21 0 0 0,36-36-449 0 0,1 0-1 0 0,-1 1 1 0 0,1-1 0 0 0,0 0-1 0 0,-1 1 1 0 0,1-1-1 0 0,-1 0 1 0 0,1 1 0 0 0,0-1-1 0 0,-1 1 1 0 0,1-1-1 0 0,0 0 1 0 0,-1 1 0 0 0,1-1-1 0 0,0 1 1 0 0,-1-1-1 0 0,1 1 1 0 0,0-1 0 0 0,0 1-1 0 0,0-1 1 0 0,0 1 0 0 0,-1-1-1 0 0,1 1 1 0 0,0-1-1 0 0,0 1 1 0 0,0 0 0 0 0,0-1-1 0 0,0 1 1 0 0,0-1-1 0 0,1 1 1 0 0,-1 0 0 0 0,17-4-348 0 0,24-17-457 0 0,-8-2 181 0 0,-26 16 545 0 0,1 0-1 0 0,-1 1 0 0 0,1 0 1 0 0,0 1-1 0 0,0-1 1 0 0,1 2-1 0 0,-1-1 0 0 0,1 1 1 0 0,0 0-1 0 0,0 1 0 0 0,10-2 1 0 0,-16 5 123 0 0,-1-1-1 0 0,1 1 1 0 0,-1 0 0 0 0,0 0-1 0 0,1 0 1 0 0,-1 0 0 0 0,0 0 0 0 0,0 0-1 0 0,0 1 1 0 0,0-1 0 0 0,0 1-1 0 0,0 0 1 0 0,0-1 0 0 0,0 1 0 0 0,-1 0-1 0 0,1 0 1 0 0,0 0 0 0 0,-1 0 0 0 0,0 1-1 0 0,0-1 1 0 0,1 0 0 0 0,-1 0-1 0 0,-1 1 1 0 0,1-1 0 0 0,0 1 0 0 0,0 2-1 0 0,4 10 294 0 0,-1 1 0 0 0,3 26 0 0 0,-7-42-333 0 0,1 12 44 0 0,0 0 0 0 0,-1 0 0 0 0,0 0-1 0 0,0 0 1 0 0,-2 0 0 0 0,1 0 0 0 0,-2 0-1 0 0,0-1 1 0 0,0 1 0 0 0,-5 12 0 0 0,4-17-42 0 0,1 1 0 0 0,-1 0 1 0 0,-1-1-1 0 0,1 0 1 0 0,-1 0-1 0 0,0 0 0 0 0,-1-1 1 0 0,0 0-1 0 0,0 0 0 0 0,0 0 1 0 0,-1 0-1 0 0,1-1 0 0 0,-1 0 1 0 0,-15 7-1 0 0,21-11-45 0 0,-1-1 0 0 0,1 1-1 0 0,0 0 1 0 0,-1-1 0 0 0,1 0-1 0 0,-1 1 1 0 0,1-1 0 0 0,0 0 0 0 0,-1 1-1 0 0,1-1 1 0 0,-1 0 0 0 0,1 0 0 0 0,-1 0-1 0 0,1 0 1 0 0,-1-1 0 0 0,-1 1-1 0 0,3-1 2 0 0,-1 1 0 0 0,0 0 0 0 0,0-1 0 0 0,1 1 0 0 0,-1-1 0 0 0,1 1 0 0 0,-1-1 0 0 0,0 1-1 0 0,1-1 1 0 0,-1 0 0 0 0,1 1 0 0 0,-1-1 0 0 0,1 0 0 0 0,-1 1 0 0 0,1-1 0 0 0,0 0 0 0 0,-1 0 0 0 0,1 1-1 0 0,0-1 1 0 0,-1-1 0 0 0,1-2-168 0 0,0 1-1 0 0,0 0 1 0 0,0 0-1 0 0,0 0 1 0 0,0-1-1 0 0,0 1 1 0 0,1 0-1 0 0,0 0 1 0 0,-1 0-1 0 0,1 0 1 0 0,0 0-1 0 0,3-5 1 0 0,3-4-4813 0 0</inkml:trace>
</inkml:ink>
</file>

<file path=ppt/ink/ink1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1.975"/>
    </inkml:context>
    <inkml:brush xml:id="br0">
      <inkml:brushProperty name="width" value="0.1" units="cm"/>
      <inkml:brushProperty name="height" value="0.1" units="cm"/>
      <inkml:brushProperty name="color" value="#F6630D"/>
    </inkml:brush>
  </inkml:definitions>
  <inkml:trace contextRef="#ctx0" brushRef="#br0">1 1 5529 0 0,'3'0'528'0'0,"0"1"-1"0"0,0 0 1 0 0,0 0-1 0 0,0 0 1 0 0,0 0 0 0 0,0 1-1 0 0,0-1 1 0 0,0 1-1 0 0,0 0 1 0 0,0 0-1 0 0,-1 0 1 0 0,1 0-1 0 0,-1 0 1 0 0,1 0 0 0 0,-1 1-1 0 0,0-1 1 0 0,0 1-1 0 0,0 0 1 0 0,0 0-1 0 0,2 4 1 0 0,3 6 467 0 0,0 1 0 0 0,10 28 1 0 0,-7-1-683 0 0,-9-34-672 0 0,0 1 0 0 0,0-1 0 0 0,1 0 0 0 0,0 0 0 0 0,0 0 0 0 0,1 0 0 0 0,0-1 0 0 0,0 1 0 0 0,9 12 0 0 0,-8-16-1100 0 0,0-1-12 0 0</inkml:trace>
</inkml:ink>
</file>

<file path=ppt/ink/ink1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2.149"/>
    </inkml:context>
    <inkml:brush xml:id="br0">
      <inkml:brushProperty name="width" value="0.1" units="cm"/>
      <inkml:brushProperty name="height" value="0.1" units="cm"/>
      <inkml:brushProperty name="color" value="#F6630D"/>
    </inkml:brush>
  </inkml:definitions>
  <inkml:trace contextRef="#ctx0" brushRef="#br0">1 14 8290 0 0,'0'-5'736'0'0,"0"1"-584"0"0,1 1-152 0 0,1 2 0 0 0,0 1 200 0 0,0 0 16 0 0,-1 0 0 0 0,2 0 0 0 0,1 0-368 0 0,1 1-72 0 0,1 2-8 0 0,-2 1-8 0 0,1 3 168 0 0,0-1 72 0 0,0 1-64 0 0,2 0 64 0 0,1 0-64 0 0,3-2 64 0 0</inkml:trace>
</inkml:ink>
</file>

<file path=ppt/ink/ink1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2.364"/>
    </inkml:context>
    <inkml:brush xml:id="br0">
      <inkml:brushProperty name="width" value="0.1" units="cm"/>
      <inkml:brushProperty name="height" value="0.1" units="cm"/>
      <inkml:brushProperty name="color" value="#F6630D"/>
    </inkml:brush>
  </inkml:definitions>
  <inkml:trace contextRef="#ctx0" brushRef="#br0">1 0 5985 0 0,'1'1'235'0'0,"1"0"0"0"0,-1 1-1 0 0,0-1 1 0 0,0 0 0 0 0,1 0 0 0 0,-1 1-1 0 0,0-1 1 0 0,0 1 0 0 0,-1-1 0 0 0,1 1-1 0 0,0-1 1 0 0,0 1 0 0 0,-1 0-1 0 0,1-1 1 0 0,-1 1 0 0 0,1 0 0 0 0,-1-1-1 0 0,1 4 1 0 0,0-1 220 0 0,46 206 7149 0 0,-20 4-7636 0 0,-25-198-1754 0 0,1-2-4314 0 0</inkml:trace>
</inkml:ink>
</file>

<file path=ppt/ink/ink1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2.895"/>
    </inkml:context>
    <inkml:brush xml:id="br0">
      <inkml:brushProperty name="width" value="0.1" units="cm"/>
      <inkml:brushProperty name="height" value="0.1" units="cm"/>
      <inkml:brushProperty name="color" value="#F6630D"/>
    </inkml:brush>
  </inkml:definitions>
  <inkml:trace contextRef="#ctx0" brushRef="#br0">1 128 4145 0 0,'0'-1'203'0'0,"1"-1"0"0"0,0 1-1 0 0,-1 0 1 0 0,1-1 0 0 0,0 1 0 0 0,-1-1 0 0 0,1 1-1 0 0,0 0 1 0 0,0 0 0 0 0,0-1 0 0 0,0 1 0 0 0,1 0-1 0 0,-1 0 1 0 0,0 0 0 0 0,0 0 0 0 0,1 0 0 0 0,-1 1 0 0 0,2-2-1 0 0,29-15 1965 0 0,-29 16-1982 0 0,20-7-173 0 0,1 0-1 0 0,0 2 1 0 0,1 0-1 0 0,-1 2 0 0 0,1 1 1 0 0,31-1-1 0 0,-29 3-1558 0 0,1-2 0 0 0,-1 0 0 0 0,0-2 0 0 0,42-13 0 0 0,-66 17 1506 0 0,-1 0 0 0 0,1 0 0 0 0,-1 0 0 0 0,1-1 0 0 0,-1 1 0 0 0,0-1 0 0 0,0 1 0 0 0,2-6 2623 0 0,-21 14 715 0 0,5 0-2564 0 0,0 1 0 0 0,0 1 0 0 0,1 0 0 0 0,0 0 0 0 0,1 1 0 0 0,0 0 0 0 0,-16 22 0 0 0,22-27-667 0 0,0 0 0 0 0,1 1 1 0 0,-1-1-1 0 0,1 1 0 0 0,0 0 0 0 0,0 0 0 0 0,1 1 0 0 0,0-1 1 0 0,0 0-1 0 0,1 1 0 0 0,-1-1 0 0 0,1 1 0 0 0,1-1 0 0 0,-1 1 1 0 0,1 0-1 0 0,0-1 0 0 0,1 1 0 0 0,2 12 0 0 0,-3-17-33 0 0,1-1 1 0 0,-1 1-1 0 0,1 0 0 0 0,-1-1 0 0 0,1 1 0 0 0,0-1 1 0 0,0 1-1 0 0,0-1 0 0 0,0 0 0 0 0,0 1 0 0 0,0-1 1 0 0,0 0-1 0 0,0 0 0 0 0,0 1 0 0 0,1-1 0 0 0,-1 0 1 0 0,0 0-1 0 0,1 0 0 0 0,-1-1 0 0 0,1 1 0 0 0,-1 0 1 0 0,2 0-1 0 0,0 0 13 0 0,0-1 1 0 0,-1 0-1 0 0,1 0 0 0 0,0 0 1 0 0,-1 0-1 0 0,1 0 1 0 0,-1 0-1 0 0,1-1 1 0 0,0 1-1 0 0,-1-1 0 0 0,1 0 1 0 0,4-2-1 0 0,1-1-35 0 0,1 0-1 0 0,-1-1 1 0 0,0 0-1 0 0,0-1 1 0 0,-1 0-1 0 0,12-11 1 0 0,-12 9-108 0 0,7-7 81 0 0,29-25 0 0 0,-39 38 74 0 0,-1-1 0 0 0,0 1 0 0 0,1-1 0 0 0,-1 1 0 0 0,1 0 0 0 0,0 0 0 0 0,-1 1 0 0 0,1-1 0 0 0,0 1 0 0 0,0 0 0 0 0,0 0 0 0 0,0 0 0 0 0,0 1 0 0 0,1-1 0 0 0,-1 1 0 0 0,4 0 0 0 0,-5 1-40 0 0,1 0 0 0 0,-1 0 0 0 0,0 1 0 0 0,0 0 0 0 0,0-1 0 0 0,0 1-1 0 0,0 0 1 0 0,0 0 0 0 0,-1 0 0 0 0,1 1 0 0 0,0-1 0 0 0,-1 1 0 0 0,0-1 0 0 0,3 5 0 0 0,17 15-2657 0 0</inkml:trace>
</inkml:ink>
</file>

<file path=ppt/ink/ink1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3.133"/>
    </inkml:context>
    <inkml:brush xml:id="br0">
      <inkml:brushProperty name="width" value="0.1" units="cm"/>
      <inkml:brushProperty name="height" value="0.1" units="cm"/>
      <inkml:brushProperty name="color" value="#F6630D"/>
    </inkml:brush>
  </inkml:definitions>
  <inkml:trace contextRef="#ctx0" brushRef="#br0">3 0 9218 0 0,'-1'5'747'0'0,"0"0"0"0"0,1-1 1 0 0,-1 1-1 0 0,1 0 0 0 0,0-1 0 0 0,2 10 0 0 0,32 162 5349 0 0,15-4-4112 0 0,-15-56-3488 0 0,-28-94-627 0 0,-3-2-4799 0 0</inkml:trace>
</inkml:ink>
</file>

<file path=ppt/ink/ink1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6.151"/>
    </inkml:context>
    <inkml:brush xml:id="br0">
      <inkml:brushProperty name="width" value="0.1" units="cm"/>
      <inkml:brushProperty name="height" value="0.1" units="cm"/>
      <inkml:brushProperty name="color" value="#F6630D"/>
    </inkml:brush>
  </inkml:definitions>
  <inkml:trace contextRef="#ctx0" brushRef="#br0">165 2 1376 0 0,'-10'1'450'0'0,"-1"1"-1"0"0,1 0 1 0 0,0 1 0 0 0,0 0-1 0 0,0 0 1 0 0,1 1-1 0 0,-1 1 1 0 0,-9 5-1 0 0,-28 12 2409 0 0,46-22-2636 0 0,0 0 0 0 0,0 0 0 0 0,0 0 0 0 0,-1 1 0 0 0,1-1 0 0 0,0 1 0 0 0,0-1 0 0 0,0 1 0 0 0,0-1 0 0 0,0 1 0 0 0,0 0 0 0 0,0-1 0 0 0,1 1 0 0 0,-1 0 0 0 0,0 0 0 0 0,-1 1-1 0 0,15 3 1992 0 0,37-5-937 0 0,-46 0-1295 0 0,84-3 689 0 0,38 0-507 0 0,202-30 1 0 0,-260 17-1622 0 0,-26-1-3002 0 0</inkml:trace>
</inkml:ink>
</file>

<file path=ppt/ink/ink1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6.469"/>
    </inkml:context>
    <inkml:brush xml:id="br0">
      <inkml:brushProperty name="width" value="0.1" units="cm"/>
      <inkml:brushProperty name="height" value="0.1" units="cm"/>
      <inkml:brushProperty name="color" value="#F6630D"/>
    </inkml:brush>
  </inkml:definitions>
  <inkml:trace contextRef="#ctx0" brushRef="#br0">1 66 920 0 0,'-1'-6'814'0'0,"2"1"-1"0"0,-1-1 0 0 0,1 0 0 0 0,-1 1 1 0 0,2-1-1 0 0,1-7 0 0 0,-2 12-676 0 0,-1-1-1 0 0,1 1 1 0 0,-1 0-1 0 0,1 0 1 0 0,-1 0-1 0 0,1 1 1 0 0,-1-1-1 0 0,1 0 1 0 0,0 0-1 0 0,0 0 1 0 0,-1 0-1 0 0,1 0 1 0 0,0 1-1 0 0,0-1 0 0 0,0 0 1 0 0,0 1-1 0 0,0-1 1 0 0,0 1-1 0 0,0-1 1 0 0,0 1-1 0 0,0 0 1 0 0,0-1-1 0 0,0 1 1 0 0,0 0-1 0 0,0-1 1 0 0,1 1-1 0 0,-1 0 1 0 0,0 0-1 0 0,0 0 1 0 0,0 0-1 0 0,0 0 1 0 0,0 1-1 0 0,0-1 1 0 0,1 0-1 0 0,-1 0 0 0 0,0 1 1 0 0,0-1-1 0 0,1 1 1 0 0,10 4 294 0 0,-2 0-1 0 0,1 1 1 0 0,-1 0 0 0 0,0 1-1 0 0,0 0 1 0 0,0 0 0 0 0,-1 1-1 0 0,14 16 1 0 0,-16-16-306 0 0,-1 0 0 0 0,1 0 0 0 0,-1 0 0 0 0,-1 1 0 0 0,0 0 0 0 0,0 0 0 0 0,-1 0 0 0 0,0 1 1 0 0,0 0-1 0 0,3 15 0 0 0,-6-19-65 0 0,-1 0 1 0 0,0 0 0 0 0,0 0-1 0 0,0 0 1 0 0,-1 0 0 0 0,1 0 0 0 0,-1 0-1 0 0,-1-1 1 0 0,1 1 0 0 0,-1 0-1 0 0,0 0 1 0 0,-1-1 0 0 0,1 1-1 0 0,-1-1 1 0 0,0 0 0 0 0,0 0-1 0 0,-8 9 1 0 0,-5 3-188 0 0,0 0-1 0 0,-2 0 1 0 0,-24 17 0 0 0,-7 7-3824 0 0,39-34 3918 0 0,2 0 33 0 0</inkml:trace>
</inkml:ink>
</file>

<file path=ppt/ink/ink1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7.452"/>
    </inkml:context>
    <inkml:brush xml:id="br0">
      <inkml:brushProperty name="width" value="0.1" units="cm"/>
      <inkml:brushProperty name="height" value="0.1" units="cm"/>
      <inkml:brushProperty name="color" value="#F6630D"/>
    </inkml:brush>
  </inkml:definitions>
  <inkml:trace contextRef="#ctx0" brushRef="#br0">9 40 5529 0 0,'4'-39'10697'0'0,"-2"62"-9727"0"0,0 32-416 0 0,-4 62 0 0 0,-7-4-3751 0 0,5-90 1010 0 0,3-14 885 0 0</inkml:trace>
</inkml:ink>
</file>

<file path=ppt/ink/ink1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7.657"/>
    </inkml:context>
    <inkml:brush xml:id="br0">
      <inkml:brushProperty name="width" value="0.1" units="cm"/>
      <inkml:brushProperty name="height" value="0.1" units="cm"/>
      <inkml:brushProperty name="color" value="#F6630D"/>
    </inkml:brush>
  </inkml:definitions>
  <inkml:trace contextRef="#ctx0" brushRef="#br0">0 190 1376 0 0,'3'-16'382'0'0,"0"-1"-1"0"0,2 1 0 0 0,-1 0 1 0 0,12-25-1 0 0,-13 35 70 0 0,0 0 1 0 0,0 0-1 0 0,0 0 1 0 0,1 1-1 0 0,0-1 1 0 0,0 1-1 0 0,0 0 1 0 0,1 1-1 0 0,0-1 1 0 0,0 1-1 0 0,0-1 1 0 0,0 2-1 0 0,0-1 1 0 0,11-5-1 0 0,-13 8-198 0 0,-1 0 0 0 0,1 1 0 0 0,-1-1 0 0 0,0 0 0 0 0,1 1 0 0 0,-1 0 0 0 0,1 0 0 0 0,-1 0 0 0 0,1 0 0 0 0,-1 0 0 0 0,1 0 0 0 0,-1 1 0 0 0,1-1 0 0 0,-1 1 0 0 0,1-1 0 0 0,4 3 0 0 0,-2 0 29 0 0,0-1 1 0 0,0 1-1 0 0,0 1 1 0 0,0-1 0 0 0,-1 1-1 0 0,1 0 1 0 0,3 4-1 0 0,3 5 42 0 0,0 1 0 0 0,0 0 0 0 0,15 30 0 0 0,-12-15-708 0 0,15 43 1 0 0,-7-2-3243 0 0,-18-58 2438 0 0</inkml:trace>
</inkml:ink>
</file>

<file path=ppt/ink/ink1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8.150"/>
    </inkml:context>
    <inkml:brush xml:id="br0">
      <inkml:brushProperty name="width" value="0.1" units="cm"/>
      <inkml:brushProperty name="height" value="0.1" units="cm"/>
      <inkml:brushProperty name="color" value="#F6630D"/>
    </inkml:brush>
  </inkml:definitions>
  <inkml:trace contextRef="#ctx0" brushRef="#br0">0 246 3225 0 0,'1'0'16'0'0,"-1"-1"1"0"0,0 0 0 0 0,0 1-1 0 0,0-1 1 0 0,0 1 0 0 0,1-1 0 0 0,-1 1-1 0 0,0-1 1 0 0,0 1 0 0 0,1-1-1 0 0,-1 1 1 0 0,0-1 0 0 0,1 1-1 0 0,-1-1 1 0 0,1 1 0 0 0,-1-1-1 0 0,1 1 1 0 0,-1 0 0 0 0,1-1 0 0 0,-1 1-1 0 0,1 0 1 0 0,-1-1 0 0 0,1 1-1 0 0,-1 0 1 0 0,1 0 0 0 0,-1 0-1 0 0,1-1 1 0 0,0 1 0 0 0,0 0-1 0 0,26-12 218 0 0,-22 10-200 0 0,315-125-1879 0 0,-246 100 945 0 0,-57 20 385 0 0,-15 5 834 0 0,1 1 1 0 0,0 0-1 0 0,0-1 0 0 0,0 1 0 0 0,0 1 0 0 0,0-1 0 0 0,0 0 0 0 0,0 1 0 0 0,4-1 0 0 0,-5 2-133 0 0,-1-1-1 0 0,0 1 0 0 0,1-1 1 0 0,-1 1-1 0 0,0-1 1 0 0,0 1-1 0 0,0 0 0 0 0,0 0 1 0 0,0 0-1 0 0,0 0 1 0 0,0 0-1 0 0,0 0 0 0 0,0 0 1 0 0,0 0-1 0 0,0 0 1 0 0,-1 0-1 0 0,1 0 0 0 0,0 0 1 0 0,-1 1-1 0 0,1-1 1 0 0,-1 0-1 0 0,1 0 0 0 0,-1 1 1 0 0,0-1-1 0 0,1 0 1 0 0,-1 2-1 0 0,13 49 2857 0 0,-7-26-1747 0 0,17 47 0 0 0,-23-73-1295 0 0,0 1 0 0 0,0-1 0 0 0,0 0 0 0 0,0 0 0 0 0,0 1 0 0 0,1-1 0 0 0,-1 0 0 0 0,0 0 0 0 0,0 1 0 0 0,0-1 0 0 0,0 0 0 0 0,0 0 0 0 0,0 1 0 0 0,1-1 0 0 0,-1 0 0 0 0,0 0 0 0 0,0 0 0 0 0,0 0 0 0 0,0 1 0 0 0,1-1 0 0 0,-1 0 0 0 0,0 0 0 0 0,0 0 0 0 0,1 0 0 0 0,-1 0 0 0 0,0 0 0 0 0,0 1 0 0 0,1-1 0 0 0,-1 0 0 0 0,0 0 0 0 0,0 0 0 0 0,1 0 0 0 0,-1 0 0 0 0,0 0 0 0 0,0 0 0 0 0,1 0 0 0 0,-1 0 0 0 0,0 0 0 0 0,1 0 0 0 0,7-10 94 0 0,4-20 199 0 0,-11 27-247 0 0,8-24 86 0 0,2 0 0 0 0,15-27 0 0 0,-23 47-112 0 0,1 2 0 0 0,-1-1 1 0 0,1 0-1 0 0,0 1 0 0 0,0-1 0 0 0,1 1 1 0 0,-1 0-1 0 0,1 1 0 0 0,0-1 1 0 0,1 1-1 0 0,-1 0 0 0 0,1 0 1 0 0,0 1-1 0 0,0 0 0 0 0,7-3 0 0 0,-10 5 33 0 0,-1 0 0 0 0,1 0 0 0 0,0 1 0 0 0,-1-1 0 0 0,1 1 0 0 0,0 0 0 0 0,-1 0 0 0 0,1 0 0 0 0,0 0-1 0 0,0 0 1 0 0,-1 1 0 0 0,1-1 0 0 0,0 1 0 0 0,-1 0 0 0 0,1-1 0 0 0,-1 1 0 0 0,1 1 0 0 0,-1-1 0 0 0,1 0-1 0 0,-1 0 1 0 0,0 1 0 0 0,0 0 0 0 0,1-1 0 0 0,-1 1 0 0 0,0 0 0 0 0,-1 0 0 0 0,1 0 0 0 0,0 0 0 0 0,0 0 0 0 0,-1 0-1 0 0,3 5 1 0 0,2 6 86 0 0,0 0-1 0 0,-1 1 0 0 0,0 0 0 0 0,5 27 0 0 0,0-4-987 0 0,-4-18-15 0 0,0-1-223 0 0</inkml:trace>
</inkml:ink>
</file>

<file path=ppt/ink/ink1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8.689"/>
    </inkml:context>
    <inkml:brush xml:id="br0">
      <inkml:brushProperty name="width" value="0.1" units="cm"/>
      <inkml:brushProperty name="height" value="0.1" units="cm"/>
      <inkml:brushProperty name="color" value="#F6630D"/>
    </inkml:brush>
  </inkml:definitions>
  <inkml:trace contextRef="#ctx0" brushRef="#br0">98 24 4145 0 0,'0'-1'91'0'0,"0"0"1"0"0,0 0-1 0 0,0 0 0 0 0,0 0 1 0 0,0 0-1 0 0,-1 0 0 0 0,1 0 1 0 0,0 1-1 0 0,0-1 1 0 0,-1 0-1 0 0,1 0 0 0 0,0 0 1 0 0,-1 0-1 0 0,1 1 0 0 0,-1-1 1 0 0,1 0-1 0 0,-1 0 0 0 0,0 1 1 0 0,1-1-1 0 0,-1 0 0 0 0,0 1 1 0 0,1-1-1 0 0,-1 1 1 0 0,0-1-1 0 0,0 1 0 0 0,1-1 1 0 0,-1 1-1 0 0,0 0 0 0 0,0-1 1 0 0,0 1-1 0 0,0 0 0 0 0,0-1 1 0 0,1 1-1 0 0,-1 0 1 0 0,0 0-1 0 0,0 0 0 0 0,0 0 1 0 0,0 0-1 0 0,0 0 0 0 0,0 0 1 0 0,0 0-1 0 0,0 0 0 0 0,0 1 1 0 0,1-1-1 0 0,-1 0 1 0 0,0 1-1 0 0,0-1 0 0 0,0 0 1 0 0,0 1-1 0 0,1-1 0 0 0,-1 1 1 0 0,0-1-1 0 0,0 1 0 0 0,1 0 1 0 0,-1-1-1 0 0,0 1 1 0 0,0 1-1 0 0,-4 2 161 0 0,1 1 0 0 0,-1 0 0 0 0,1 0 1 0 0,0 0-1 0 0,1 0 0 0 0,-1 0 0 0 0,-3 9 0 0 0,4-8-159 0 0,-14 41 346 0 0,16-45-418 0 0,1 1 0 0 0,-1-1 0 0 0,1 1 0 0 0,-1 0 0 0 0,1-1 0 0 0,0 1 0 0 0,0 0 0 0 0,0-1-1 0 0,0 1 1 0 0,1 0 0 0 0,-1-1 0 0 0,1 1 0 0 0,-1-1 0 0 0,1 1 0 0 0,2 3 0 0 0,-3-6-21 0 0,0 1 0 0 0,1-1 0 0 0,-1 0 1 0 0,1 0-1 0 0,-1 1 0 0 0,1-1 0 0 0,-1 0 0 0 0,1 0 0 0 0,-1 0 0 0 0,1 0 0 0 0,-1 0 1 0 0,1 1-1 0 0,-1-1 0 0 0,1 0 0 0 0,-1 0 0 0 0,1 0 0 0 0,0-1 0 0 0,-1 1 1 0 0,1 0-1 0 0,-1 0 0 0 0,1 0 0 0 0,-1 0 0 0 0,1 0 0 0 0,-1-1 0 0 0,1 1 1 0 0,-1 0-1 0 0,0 0 0 0 0,1-1 0 0 0,-1 1 0 0 0,1 0 0 0 0,-1-1 0 0 0,1 1 1 0 0,-1 0-1 0 0,0-1 0 0 0,1 1 0 0 0,-1-1 0 0 0,0 1 0 0 0,0 0 0 0 0,1-2 1 0 0,17-18-270 0 0,-16 18 229 0 0,25-42-1092 0 0,-24 37 1184 0 0,0 1 1 0 0,0-1-1 0 0,1 1 0 0 0,0 0 0 0 0,0 0 0 0 0,0 1 1 0 0,1-1-1 0 0,0 1 0 0 0,0 0 0 0 0,1 0 0 0 0,-1 1 1 0 0,8-6-1 0 0,-11 10 31 0 0,-1-1-1 0 0,0 1 1 0 0,1-1 0 0 0,-1 1 0 0 0,0 0 0 0 0,1 0-1 0 0,-1 0 1 0 0,1 0 0 0 0,-1-1 0 0 0,0 2-1 0 0,1-1 1 0 0,-1 0 0 0 0,1 0 0 0 0,-1 0 0 0 0,0 1-1 0 0,1-1 1 0 0,-1 1 0 0 0,0-1 0 0 0,1 1 0 0 0,-1-1-1 0 0,0 1 1 0 0,0 0 0 0 0,1 0 0 0 0,-1-1 0 0 0,1 3-1 0 0,27 31 899 0 0,-26-29-1536 0 0,0-1 0 0 0,0 1 0 0 0,1-1-1 0 0,-1 0 1 0 0,1-1 0 0 0,0 1 0 0 0,6 4 0 0 0</inkml:trace>
</inkml:ink>
</file>

<file path=ppt/ink/ink1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8.896"/>
    </inkml:context>
    <inkml:brush xml:id="br0">
      <inkml:brushProperty name="width" value="0.1" units="cm"/>
      <inkml:brushProperty name="height" value="0.1" units="cm"/>
      <inkml:brushProperty name="color" value="#F6630D"/>
    </inkml:brush>
  </inkml:definitions>
  <inkml:trace contextRef="#ctx0" brushRef="#br0">20 94 3225 0 0,'-12'-58'738'0'0,"4"22"8098"0"0,15 69-7452 0 0,2-1 0 0 0,1 0 0 0 0,20 46 0 0 0,-1-4 93 0 0,22 71-5972 0 0,-43-123-1220 0 0</inkml:trace>
</inkml:ink>
</file>

<file path=ppt/ink/ink1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9.193"/>
    </inkml:context>
    <inkml:brush xml:id="br0">
      <inkml:brushProperty name="width" value="0.1" units="cm"/>
      <inkml:brushProperty name="height" value="0.1" units="cm"/>
      <inkml:brushProperty name="color" value="#F6630D"/>
    </inkml:brush>
  </inkml:definitions>
  <inkml:trace contextRef="#ctx0" brushRef="#br0">30 42 4089 0 0,'0'0'54'0'0,"0"-1"0"0"0,0 1 0 0 0,0 0 0 0 0,0 0 0 0 0,0-1 0 0 0,0 1 0 0 0,0 0 0 0 0,-1 0-1 0 0,1 0 1 0 0,0-1 0 0 0,0 1 0 0 0,0 0 0 0 0,0 0 0 0 0,0 0 0 0 0,-1-1 0 0 0,1 1 0 0 0,0 0 0 0 0,0 0 0 0 0,0 0 0 0 0,-1 0 0 0 0,1-1 0 0 0,0 1 0 0 0,0 0 0 0 0,0 0 0 0 0,-1 0 0 0 0,1 0 0 0 0,0 0 0 0 0,0 0 0 0 0,-1 0 0 0 0,1 0-1 0 0,0 0 1 0 0,0 0 0 0 0,-1 0 0 0 0,1 0 0 0 0,0 0 0 0 0,0 0 0 0 0,-1 0 0 0 0,1 0 0 0 0,0 0 0 0 0,0 0 0 0 0,-1 0 0 0 0,1 0 0 0 0,0 1 0 0 0,-9 11 2240 0 0,-1 20-530 0 0,9-24-1384 0 0,0 1 0 0 0,1 0 1 0 0,0-1-1 0 0,0 1 0 0 0,1 0 0 0 0,0 0 1 0 0,1-1-1 0 0,0 1 0 0 0,0-1 0 0 0,4 10 1 0 0,-5-15-276 0 0,0-1 0 0 0,0 1 0 0 0,1-1 0 0 0,-1 0 0 0 0,0 1 0 0 0,1-1 0 0 0,0 0 0 0 0,-1 0 0 0 0,1 0 0 0 0,0 0-1 0 0,0 0 1 0 0,0 0 0 0 0,0 0 0 0 0,1-1 0 0 0,-1 1 0 0 0,0-1 0 0 0,1 0 0 0 0,-1 0 0 0 0,1 1 0 0 0,-1-2 0 0 0,1 1 0 0 0,-1 0 0 0 0,1 0 0 0 0,0-1 0 0 0,-1 1 0 0 0,1-1 0 0 0,0 0 0 0 0,0 0 0 0 0,-1 0 0 0 0,1 0 0 0 0,0-1 0 0 0,-1 1 0 0 0,1-1 0 0 0,0 1 0 0 0,-1-1 0 0 0,5-2 0 0 0,-4 2-86 0 0,0 0-1 0 0,1-1 1 0 0,-1 1 0 0 0,0-1-1 0 0,0 0 1 0 0,-1 0 0 0 0,1 0-1 0 0,0 0 1 0 0,-1 0 0 0 0,1-1-1 0 0,-1 1 1 0 0,1-1 0 0 0,-1 1-1 0 0,0-1 1 0 0,0 0 0 0 0,-1 0-1 0 0,1 0 1 0 0,2-6 0 0 0,-3 4 17 0 0,1 0 1 0 0,-1 0-1 0 0,0 0 1 0 0,-1 0-1 0 0,1-1 0 0 0,-1 1 1 0 0,0 0-1 0 0,0 0 1 0 0,-1-1-1 0 0,1 1 1 0 0,-3-8-1 0 0,1 7-139 0 0,1 0-1 0 0,-1 1 1 0 0,0-1-1 0 0,0 1 1 0 0,-1-1-1 0 0,1 1 0 0 0,-1 0 1 0 0,0 0-1 0 0,-1 0 1 0 0,1 1-1 0 0,-1-1 1 0 0,0 1-1 0 0,0 0 0 0 0,0 0 1 0 0,-1 0-1 0 0,1 0 1 0 0,-1 1-1 0 0,0 0 1 0 0,0 0-1 0 0,0 0 0 0 0,0 1 1 0 0,-12-4-1 0 0,6 5-1827 0 0</inkml:trace>
</inkml:ink>
</file>

<file path=ppt/ink/ink1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9.605"/>
    </inkml:context>
    <inkml:brush xml:id="br0">
      <inkml:brushProperty name="width" value="0.1" units="cm"/>
      <inkml:brushProperty name="height" value="0.1" units="cm"/>
      <inkml:brushProperty name="color" value="#F6630D"/>
    </inkml:brush>
  </inkml:definitions>
  <inkml:trace contextRef="#ctx0" brushRef="#br0">125 13 2160 0 0,'11'-12'3435'0'0,"-10"12"-3399"0"0,-31 12 3914 0 0,21-5-3603 0 0,0 0 1 0 0,1 1 0 0 0,0 0 0 0 0,0 0 0 0 0,1 1-1 0 0,0 0 1 0 0,0 0 0 0 0,1 1 0 0 0,0 0-1 0 0,1 0 1 0 0,0 0 0 0 0,1 0 0 0 0,0 1 0 0 0,0 0-1 0 0,1 0 1 0 0,1 0 0 0 0,-2 14 0 0 0,4-23-350 0 0,-1 0 1 0 0,1 0 0 0 0,0 0 0 0 0,0 0-1 0 0,0-1 1 0 0,1 1 0 0 0,-1 0 0 0 0,0 0-1 0 0,1 0 1 0 0,-1 0 0 0 0,1-1-1 0 0,-1 1 1 0 0,1 0 0 0 0,0-1 0 0 0,0 1-1 0 0,0 0 1 0 0,0-1 0 0 0,1 2 0 0 0,-1-3-16 0 0,-1 1 1 0 0,1-1 0 0 0,-1 0-1 0 0,0 0 1 0 0,1 1 0 0 0,-1-1-1 0 0,1 0 1 0 0,-1 0 0 0 0,1 0-1 0 0,-1 0 1 0 0,1 0 0 0 0,-1 0-1 0 0,1 0 1 0 0,-1 0 0 0 0,1 0-1 0 0,-1 0 1 0 0,0 0 0 0 0,1 0 0 0 0,-1 0-1 0 0,1 0 1 0 0,-1 0 0 0 0,1 0-1 0 0,-1 0 1 0 0,1-1 0 0 0,15-14-272 0 0,-3-6 421 0 0,-3 4 79 0 0,1 1 1 0 0,1 0 0 0 0,20-21-1 0 0,-30 34-140 0 0,1 0 0 0 0,-1 1 0 0 0,1-1 0 0 0,0 1 0 0 0,0 0 0 0 0,0 0 0 0 0,0 0-1 0 0,1 0 1 0 0,-1 0 0 0 0,1 1 0 0 0,-1-1 0 0 0,1 1 0 0 0,-1 0 0 0 0,1 0-1 0 0,0 0 1 0 0,-1 1 0 0 0,1-1 0 0 0,0 1 0 0 0,-1 0 0 0 0,1 0 0 0 0,0 0 0 0 0,0 0-1 0 0,-1 1 1 0 0,7 1 0 0 0,-6 0 16 0 0,0 0-1 0 0,0 1 1 0 0,0-1-1 0 0,0 1 0 0 0,0 0 1 0 0,-1 0-1 0 0,0 0 1 0 0,1 1-1 0 0,-1-1 1 0 0,0 1-1 0 0,0 0 1 0 0,-1 0-1 0 0,1 0 0 0 0,-1 0 1 0 0,0 0-1 0 0,0 0 1 0 0,0 0-1 0 0,-1 1 1 0 0,0-1-1 0 0,1 1 1 0 0,-1-1-1 0 0,-1 1 1 0 0,1 9-1 0 0,1 1-47 0 0,-2 1 0 0 0,0 0 0 0 0,-1-1 0 0 0,0 1 0 0 0,-7 29 0 0 0,6-35-119 0 0,-1 0 1 0 0,-1-1-1 0 0,1 1 0 0 0,-1-1 0 0 0,-1 0 0 0 0,0 0 0 0 0,-10 13 0 0 0,12-18-302 0 0,-1 1 0 0 0,1-1 0 0 0,-1-1 0 0 0,-1 1 0 0 0,1 0 0 0 0,0-1 0 0 0,-1 0 0 0 0,0 0 0 0 0,-8 4 0 0 0</inkml:trace>
</inkml:ink>
</file>

<file path=ppt/ink/ink1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29.971"/>
    </inkml:context>
    <inkml:brush xml:id="br0">
      <inkml:brushProperty name="width" value="0.1" units="cm"/>
      <inkml:brushProperty name="height" value="0.1" units="cm"/>
      <inkml:brushProperty name="color" value="#F6630D"/>
    </inkml:brush>
  </inkml:definitions>
  <inkml:trace contextRef="#ctx0" brushRef="#br0">19 13 8754 0 0,'-15'-12'4264'0'0,"11"38"175"0"0,4-20-4767 0 0,1 25 699 0 0,0-1-1 0 0,2-1 1 0 0,2 1 0 0 0,11 42 0 0 0,-11-56-1334 0 0,1-2-285 0 0</inkml:trace>
</inkml:ink>
</file>

<file path=ppt/ink/ink1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30.183"/>
    </inkml:context>
    <inkml:brush xml:id="br0">
      <inkml:brushProperty name="width" value="0.1" units="cm"/>
      <inkml:brushProperty name="height" value="0.1" units="cm"/>
      <inkml:brushProperty name="color" value="#F6630D"/>
    </inkml:brush>
  </inkml:definitions>
  <inkml:trace contextRef="#ctx0" brushRef="#br0">1 25 5065 0 0,'1'-25'4684'0'0,"6"36"-3920"0"0,-4-4-1607 0 0,-1-2 714 0 0,0 1-1 0 0,1-1 0 0 0,-1 1 1 0 0,1-1-1 0 0,0 0 1 0 0,1 0-1 0 0,-1 0 1 0 0,1-1-1 0 0,0 1 0 0 0,0-1 1 0 0,0 0-1 0 0,8 6 1 0 0,3-1 129 0 0</inkml:trace>
</inkml:ink>
</file>

<file path=ppt/ink/ink1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30.543"/>
    </inkml:context>
    <inkml:brush xml:id="br0">
      <inkml:brushProperty name="width" value="0.1" units="cm"/>
      <inkml:brushProperty name="height" value="0.1" units="cm"/>
      <inkml:brushProperty name="color" value="#F6630D"/>
    </inkml:brush>
  </inkml:definitions>
  <inkml:trace contextRef="#ctx0" brushRef="#br0">1 8 3681 0 0,'0'0'112'0'0,"0"-1"0"0"0,0 1 0 0 0,1-1 0 0 0,-1 1 0 0 0,0-1 0 0 0,0 1 0 0 0,1 0 0 0 0,-1-1 0 0 0,0 1 0 0 0,1 0 0 0 0,-1-1 0 0 0,0 1 0 0 0,1 0 0 0 0,-1-1 0 0 0,1 1 0 0 0,-1 0 0 0 0,0 0 0 0 0,1-1 0 0 0,-1 1 0 0 0,1 0 0 0 0,-1 0 0 0 0,1 0 0 0 0,-1-1 0 0 0,1 1 0 0 0,-1 0 0 0 0,1 0 0 0 0,-1 0 0 0 0,1 0 0 0 0,-1 0 0 0 0,1 0 0 0 0,-1 0 0 0 0,0 0 0 0 0,1 0 0 0 0,-1 1 0 0 0,1-1 0 0 0,-1 0 0 0 0,2 0 0 0 0,16 6 3048 0 0,-14 0-2904 0 0,-1 0 0 0 0,0 0-1 0 0,0 0 1 0 0,-1 0 0 0 0,0 0 0 0 0,0 0 0 0 0,0 1 0 0 0,-1-1-1 0 0,1 1 1 0 0,-2-1 0 0 0,1 8 0 0 0,3 12 31 0 0,-2-16-244 0 0,-1-3-38 0 0,0-1 0 0 0,1 1 0 0 0,-1-1 0 0 0,2 1 0 0 0,-1-1 0 0 0,0 0 0 0 0,7 10-1 0 0,-7-64 2 0 0,-1 38 161 0 0,1-1 0 0 0,1 1 0 0 0,-1 0 0 0 0,2 1 0 0 0,4-12 0 0 0,-7 18-80 0 0,0 1 0 0 0,0-1 1 0 0,0 1-1 0 0,0-1 0 0 0,1 1 0 0 0,0-1 0 0 0,-1 1 0 0 0,1 0 1 0 0,0 0-1 0 0,0 0 0 0 0,0 0 0 0 0,0 0 0 0 0,0 0 0 0 0,0 0 0 0 0,1 1 1 0 0,-1-1-1 0 0,1 1 0 0 0,-1 0 0 0 0,1 0 0 0 0,-1-1 0 0 0,1 2 0 0 0,0-1 1 0 0,4-1-1 0 0,-6 2-45 0 0,0 1-1 0 0,0-1 1 0 0,1 0 0 0 0,-1 1 0 0 0,0-1 0 0 0,0 1-1 0 0,0-1 1 0 0,0 1 0 0 0,1 0 0 0 0,-1-1-1 0 0,0 1 1 0 0,0 0 0 0 0,0 0 0 0 0,-1 0 0 0 0,1 0-1 0 0,0-1 1 0 0,0 1 0 0 0,0 1 0 0 0,0-1 0 0 0,-1 0-1 0 0,1 0 1 0 0,0 1 0 0 0,14 35 141 0 0,-5-12-338 0 0,1-8-1197 0 0,1-1-4847 0 0</inkml:trace>
</inkml:ink>
</file>

<file path=ppt/ink/ink1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31.430"/>
    </inkml:context>
    <inkml:brush xml:id="br0">
      <inkml:brushProperty name="width" value="0.1" units="cm"/>
      <inkml:brushProperty name="height" value="0.1" units="cm"/>
      <inkml:brushProperty name="color" value="#F6630D"/>
    </inkml:brush>
  </inkml:definitions>
  <inkml:trace contextRef="#ctx0" brushRef="#br0">33 1 8754 0 0,'0'0'985'0'0,"-15"20"2887"0"0,12-13-3662 0 0,0 0 0 0 0,1 0-1 0 0,-1 1 1 0 0,1-1 0 0 0,1 1 0 0 0,-1 0 0 0 0,1-1 0 0 0,1 1-1 0 0,-1 0 1 0 0,1 0 0 0 0,1 0 0 0 0,0 0 0 0 0,0-1 0 0 0,0 1-1 0 0,1 0 1 0 0,4 11 0 0 0,-3-10-119 0 0,0 1 1 0 0,1-1-1 0 0,0 0 0 0 0,1 0 0 0 0,0 0 0 0 0,0-1 1 0 0,1 0-1 0 0,0 0 0 0 0,0 0 0 0 0,1-1 0 0 0,0 1 1 0 0,12 8-1 0 0,-17-14-67 0 0,1 0-1 0 0,-1 0 1 0 0,1-1 0 0 0,-1 0-1 0 0,1 1 1 0 0,0-1 0 0 0,-1 0-1 0 0,1 0 1 0 0,0 0 0 0 0,0 0-1 0 0,-1-1 1 0 0,1 1 0 0 0,0-1-1 0 0,0 0 1 0 0,0 0 0 0 0,0 0-1 0 0,0 0 1 0 0,0 0 0 0 0,0-1-1 0 0,0 1 1 0 0,-1-1 0 0 0,1 0-1 0 0,4-1 1 0 0,-5 0 33 0 0,1 0-1 0 0,-1 0 1 0 0,1 0-1 0 0,-1 0 1 0 0,0 0-1 0 0,1-1 1 0 0,-1 1-1 0 0,-1-1 1 0 0,1 0-1 0 0,0 1 1 0 0,-1-1-1 0 0,1 0 1 0 0,-1 0-1 0 0,0 0 1 0 0,0 0-1 0 0,0 0 0 0 0,0 0 1 0 0,0 0-1 0 0,-1 0 1 0 0,1 0-1 0 0,-1-4 1 0 0,2-21 518 0 0,-3-46 0 0 0,0 64-598 0 0,0 1 0 0 0,0 0 0 0 0,-1-1 0 0 0,0 1 0 0 0,-1 0 1 0 0,0 0-1 0 0,0 0 0 0 0,-8-14 0 0 0,-6 6-2030 0 0,3 11-3674 0 0</inkml:trace>
</inkml:ink>
</file>

<file path=ppt/ink/ink1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31.873"/>
    </inkml:context>
    <inkml:brush xml:id="br0">
      <inkml:brushProperty name="width" value="0.1" units="cm"/>
      <inkml:brushProperty name="height" value="0.1" units="cm"/>
      <inkml:brushProperty name="color" value="#F6630D"/>
    </inkml:brush>
  </inkml:definitions>
  <inkml:trace contextRef="#ctx0" brushRef="#br0">0 15 10138 0 0,'10'-11'5816'0'0,"-7"23"-1529"0"0,-3-7-5541 0 0,2 20 1355 0 0,-1-10 55 0 0,0 0-1 0 0,1 1 1 0 0,1-1 0 0 0,7 25 0 0 0,-9-38-141 0 0,0 0-1 0 0,0 1 0 0 0,0-1 0 0 0,0 0 1 0 0,0 0-1 0 0,0 0 0 0 0,0 0 1 0 0,1 0-1 0 0,-1 0 0 0 0,1 0 1 0 0,-1-1-1 0 0,1 1 0 0 0,0 0 0 0 0,0-1 1 0 0,0 1-1 0 0,0-1 0 0 0,0 0 1 0 0,0 0-1 0 0,0 0 0 0 0,0 0 1 0 0,0 0-1 0 0,0 0 0 0 0,1 0 0 0 0,-1-1 1 0 0,0 1-1 0 0,1-1 0 0 0,-1 0 1 0 0,0 1-1 0 0,1-1 0 0 0,-1 0 1 0 0,0 0-1 0 0,1-1 0 0 0,-1 1 0 0 0,1-1 1 0 0,-1 1-1 0 0,4-2 0 0 0,-1 0-35 0 0,0 0 0 0 0,-1-1 0 0 0,1 1-1 0 0,-1-1 1 0 0,0 0 0 0 0,0 0-1 0 0,0 0 1 0 0,0-1 0 0 0,0 1 0 0 0,4-6-1 0 0,34-47-332 0 0,-27 34 294 0 0,-6 10 87 0 0,18-25 160 0 0,-26 36-178 0 0,0-1 0 0 0,1 0 0 0 0,-1 1 0 0 0,1-1 0 0 0,-1 1 0 0 0,1 0 0 0 0,0-1 0 0 0,0 1 0 0 0,-1 0 0 0 0,1 0 0 0 0,0 0 0 0 0,0 0 0 0 0,0 1 0 0 0,0-1 0 0 0,4-1 0 0 0,-5 3-3 0 0,-1-1 0 0 0,1 1 0 0 0,0-1 1 0 0,-1 1-1 0 0,1-1 0 0 0,-1 1 1 0 0,1-1-1 0 0,-1 1 0 0 0,1 0 0 0 0,-1-1 1 0 0,1 1-1 0 0,-1 0 0 0 0,1-1 0 0 0,-1 1 1 0 0,0 0-1 0 0,1 0 0 0 0,-1-1 0 0 0,0 1 1 0 0,0 0-1 0 0,0 0 0 0 0,0 0 1 0 0,1-1-1 0 0,-1 1 0 0 0,0 0 0 0 0,-1 1 1 0 0,3 26 29 0 0,-1-24-29 0 0,-1 0-202 0 0,0 0 0 0 0,0 0 0 0 0,1 0 0 0 0,-1-1 0 0 0,1 1 0 0 0,0 0 0 0 0,1 0 0 0 0,-1 0 0 0 0,0-1 0 0 0,1 1 0 0 0,0-1 0 0 0,0 1 0 0 0,3 2 0 0 0</inkml:trace>
</inkml:ink>
</file>

<file path=ppt/ink/ink1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32.109"/>
    </inkml:context>
    <inkml:brush xml:id="br0">
      <inkml:brushProperty name="width" value="0.1" units="cm"/>
      <inkml:brushProperty name="height" value="0.1" units="cm"/>
      <inkml:brushProperty name="color" value="#F6630D"/>
    </inkml:brush>
  </inkml:definitions>
  <inkml:trace contextRef="#ctx0" brushRef="#br0">1 0 7370 0 0,'3'5'510'0'0,"0"1"0"0"0,0-1 0 0 0,-1 0 1 0 0,0 1-1 0 0,0 0 0 0 0,0-1 0 0 0,-1 1 0 0 0,2 8 1 0 0,2 9 274 0 0,22 47 1749 0 0,3-2 0 0 0,77 127 0 0 0,-28-55-4494 0 0,-73-129 1360 0 0,13 26-2560 0 0,-18-35 2594 0 0,0 0 0 0 0,0 0 0 0 0,0 0-1 0 0,-1 1 1 0 0,1-1 0 0 0,-1 0 0 0 0,1 0-1 0 0,-1 0 1 0 0,0 1 0 0 0,0-1 0 0 0,0 0 0 0 0,0 0-1 0 0,0 1 1 0 0,-1 2 0 0 0,-3 1-337 0 0</inkml:trace>
</inkml:ink>
</file>

<file path=ppt/ink/ink1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4:32.283"/>
    </inkml:context>
    <inkml:brush xml:id="br0">
      <inkml:brushProperty name="width" value="0.1" units="cm"/>
      <inkml:brushProperty name="height" value="0.1" units="cm"/>
      <inkml:brushProperty name="color" value="#F6630D"/>
    </inkml:brush>
  </inkml:definitions>
  <inkml:trace contextRef="#ctx0" brushRef="#br0">1 192 15203 0 0,'3'-3'258'0'0,"0"0"-1"0"0,0 0 0 0 0,0 0 1 0 0,1 1-1 0 0,0 0 0 0 0,-1 0 1 0 0,1 0-1 0 0,0 0 0 0 0,0 0 1 0 0,6-1-1 0 0,6-4 498 0 0,-1 0-304 0 0,107-54 981 0 0,70-16-3803 0 0,-153 64 2346 0 0</inkml:trace>
</inkml:ink>
</file>

<file path=ppt/ink/ink1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0.313"/>
    </inkml:context>
    <inkml:brush xml:id="br0">
      <inkml:brushProperty name="width" value="0.1" units="cm"/>
      <inkml:brushProperty name="height" value="0.1" units="cm"/>
      <inkml:brushProperty name="color" value="#004F8B"/>
    </inkml:brush>
  </inkml:definitions>
  <inkml:trace contextRef="#ctx0" brushRef="#br0">45 368 5529 0 0,'-10'-245'4504'0'0,"10"207"-3363"0"0,1 28-750 0 0,-1 4-3 0 0,0 0-1 0 0,0 0 1 0 0,0 1-1 0 0,0-1 1 0 0,-1 0-1 0 0,0 0 1 0 0,-1 0-1 0 0,1 0 0 0 0,-1 1 1 0 0,-2-7-1 0 0,3 11-330 0 0,1 1-1 0 0,0 0 1 0 0,0 0-1 0 0,0-1 0 0 0,0 1 1 0 0,-1 0-1 0 0,1 0 1 0 0,0-1-1 0 0,0 1 1 0 0,-1 0-1 0 0,1 0 0 0 0,0-1 1 0 0,0 1-1 0 0,-1 0 1 0 0,1 0-1 0 0,0 0 1 0 0,-1 0-1 0 0,1 0 0 0 0,0-1 1 0 0,0 1-1 0 0,-1 0 1 0 0,1 0-1 0 0,0 0 0 0 0,-1 0 1 0 0,1 0-1 0 0,0 0 1 0 0,-1 0-1 0 0,1 0 1 0 0,0 0-1 0 0,-1 0 0 0 0,1 0 1 0 0,0 0-1 0 0,-1 0 1 0 0,1 1-1 0 0,0-1 1 0 0,-1 0-1 0 0,1 0 0 0 0,0 0 1 0 0,0 0-1 0 0,-1 0 1 0 0,1 1-1 0 0,0-1 0 0 0,0 0 1 0 0,-1 0-1 0 0,1 0 1 0 0,0 1-1 0 0,0-1 1 0 0,-1 0-1 0 0,1 0 0 0 0,0 1 1 0 0,0-1-1 0 0,0 0 1 0 0,0 1-1 0 0,0-1 0 0 0,-1 0 1 0 0,1 1-1 0 0,0-1 1 0 0,0 0-1 0 0,0 1 1 0 0,0-1-1 0 0,0 0 0 0 0,0 1 1 0 0,0-1-1 0 0,0 0 1 0 0,0 0-1 0 0,0 1 1 0 0,0 0-1 0 0,-5 23 739 0 0,1 47-638 0 0,8 129 0 0 0,26 73-100 0 0,-18-176-43 0 0,166 873 58 0 0,-162-905-95 0 0,35 137 109 0 0,31 251 1 0 0,-74-316-761 0 0,-8-118 94 0 0,-2-1 0 0 0,1 1 0 0 0,-2 0 0 0 0,-1-1 0 0 0,-6 22 0 0 0,9-37-135 0 0,0 0 1 0 0,0 0-1 0 0,-1 0 1 0 0,1 0-1 0 0,-1 0 1 0 0,0 0-1 0 0,-3 4 1 0 0</inkml:trace>
</inkml:ink>
</file>

<file path=ppt/ink/ink1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1.024"/>
    </inkml:context>
    <inkml:brush xml:id="br0">
      <inkml:brushProperty name="width" value="0.1" units="cm"/>
      <inkml:brushProperty name="height" value="0.1" units="cm"/>
      <inkml:brushProperty name="color" value="#004F8B"/>
    </inkml:brush>
  </inkml:definitions>
  <inkml:trace contextRef="#ctx0" brushRef="#br0">400 133 1840 0 0,'-24'-20'688'0'0,"0"1"1"0"0,-2 1-1 0 0,0 1 0 0 0,-32-15 0 0 0,47 27-429 0 0,1 1 1 0 0,-1 0-1 0 0,-1 1 0 0 0,1 0 1 0 0,0 0-1 0 0,-1 2 0 0 0,1-1 1 0 0,-1 1-1 0 0,0 1 0 0 0,1 0 1 0 0,-1 1-1 0 0,1 0 1 0 0,-1 0-1 0 0,-13 5 0 0 0,24-6-232 0 0,-5 1 682 0 0,0 1 1 0 0,0 0-1 0 0,0 0 0 0 0,0 1 1 0 0,0-1-1 0 0,-6 5 1 0 0,12-6-589 0 0,-1-1 0 0 0,0 1 0 0 0,0-1 0 0 0,1 1 0 0 0,-1 0 1 0 0,1 0-1 0 0,-1-1 0 0 0,1 1 0 0 0,-1 0 0 0 0,1 0 0 0 0,-1-1 1 0 0,1 1-1 0 0,-1 0 0 0 0,1 0 0 0 0,0 0 0 0 0,0 0 0 0 0,-1 0 0 0 0,1 0 1 0 0,0 1-1 0 0,0 0-94 0 0,1-1 0 0 0,-1 1 1 0 0,0-1-1 0 0,1 1 1 0 0,-1 0-1 0 0,1-1 0 0 0,0 1 1 0 0,0-1-1 0 0,-1 1 0 0 0,1-1 1 0 0,0 0-1 0 0,0 1 0 0 0,0-1 1 0 0,3 2-1 0 0,15 16 362 0 0,1-2 0 0 0,1 0 0 0 0,36 21-1 0 0,-4-3 63 0 0,444 302-5 0 0,-216-150-315 0 0,-197-125-382 0 0,78 76-1 0 0,15 12-85 0 0,-143-127 249 0 0,1-1 1 0 0,67 31-1 0 0,-55-30 183 0 0,-44-22-74 0 0,0 1-1 0 0,0-1 1 0 0,-1 1 0 0 0,1 0-1 0 0,-1 0 1 0 0,1 0 0 0 0,-1 0 0 0 0,0 0-1 0 0,1 1 1 0 0,-1-1 0 0 0,-1 1-1 0 0,1-1 1 0 0,0 1 0 0 0,0 0-1 0 0,-1-1 1 0 0,0 1 0 0 0,0 0 0 0 0,1 0-1 0 0,-2 0 1 0 0,1 0 0 0 0,0 1-1 0 0,-1-1 1 0 0,1 0 0 0 0,-1 0-1 0 0,0 0 1 0 0,0 0 0 0 0,0 1 0 0 0,0-1-1 0 0,-1 0 1 0 0,-1 6 0 0 0,-2 6 155 0 0,-1 1 1 0 0,-1-1-1 0 0,0 0 0 0 0,-15 25 1 0 0,19-37-150 0 0,-10 18 202 0 0,-1 0 1 0 0,-2-2-1 0 0,-32 37 0 0 0,-60 46 562 0 0,64-64-460 0 0,-51 59 0 0 0,-72 127-130 0 0,-36 43 6 0 0,190-253-213 0 0,-158 163-804 0 0,158-166 218 0 0</inkml:trace>
</inkml:ink>
</file>

<file path=ppt/ink/ink1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1.373"/>
    </inkml:context>
    <inkml:brush xml:id="br0">
      <inkml:brushProperty name="width" value="0.1" units="cm"/>
      <inkml:brushProperty name="height" value="0.1" units="cm"/>
      <inkml:brushProperty name="color" value="#004F8B"/>
    </inkml:brush>
  </inkml:definitions>
  <inkml:trace contextRef="#ctx0" brushRef="#br0">38 110 4105 0 0,'-37'-2'6186'0'0,"52"-5"-3441"0"0,113-36 1837 0 0,0-1-5688 0 0,-103 37-638 0 0,0 1-3694 0 0</inkml:trace>
</inkml:ink>
</file>

<file path=ppt/ink/ink1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2.005"/>
    </inkml:context>
    <inkml:brush xml:id="br0">
      <inkml:brushProperty name="width" value="0.1" units="cm"/>
      <inkml:brushProperty name="height" value="0.1" units="cm"/>
      <inkml:brushProperty name="color" value="#004F8B"/>
    </inkml:brush>
  </inkml:definitions>
  <inkml:trace contextRef="#ctx0" brushRef="#br0">423 48 4145 0 0,'0'-2'312'0'0,"-1"0"0"0"0,1 0 1 0 0,-1 0-1 0 0,1 0 0 0 0,-1 0 0 0 0,0 0 1 0 0,0 0-1 0 0,0 1 0 0 0,0-1 0 0 0,0 0 1 0 0,0 0-1 0 0,0 1 0 0 0,-1-1 1 0 0,1 0-1 0 0,0 1 0 0 0,-1 0 0 0 0,0-1 1 0 0,1 1-1 0 0,-1 0 0 0 0,0 0 0 0 0,1 0 1 0 0,-1 0-1 0 0,0 0 0 0 0,0 0 0 0 0,0 0 1 0 0,0 1-1 0 0,0-1 0 0 0,0 1 0 0 0,0-1 1 0 0,-3 1-1 0 0,-7-2 482 0 0,0 0-1 0 0,-1 1 1 0 0,-20 1 0 0 0,-5 3-281 0 0,0 3-1 0 0,1 1 1 0 0,-54 17 0 0 0,-5 1-1404 0 0,92-24 630 0 0,0 1-895 0 0</inkml:trace>
</inkml:ink>
</file>

<file path=ppt/ink/ink1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2.422"/>
    </inkml:context>
    <inkml:brush xml:id="br0">
      <inkml:brushProperty name="width" value="0.1" units="cm"/>
      <inkml:brushProperty name="height" value="0.1" units="cm"/>
      <inkml:brushProperty name="color" value="#004F8B"/>
    </inkml:brush>
  </inkml:definitions>
  <inkml:trace contextRef="#ctx0" brushRef="#br0">42 27 1376 0 0,'-1'-2'452'0'0,"1"1"0"0"0,-1-1-1 0 0,0 0 1 0 0,0 1 0 0 0,1-1-1 0 0,-1 0 1 0 0,0 1-1 0 0,-1-1 1 0 0,1 1 0 0 0,0 0-1 0 0,0-1 1 0 0,0 1 0 0 0,-1 0-1 0 0,1 0 1 0 0,-4-2 0 0 0,5 3-303 0 0,-1-1 1 0 0,1 1-1 0 0,0 0 1 0 0,-1 0-1 0 0,1 0 1 0 0,-1 0-1 0 0,1 0 1 0 0,0 0-1 0 0,-1 0 1 0 0,1 0-1 0 0,-1 0 1 0 0,1 0-1 0 0,0 0 1 0 0,-1 0-1 0 0,1 0 1 0 0,-1 0-1 0 0,1 0 1 0 0,0 1-1 0 0,-1-1 1 0 0,1 0-1 0 0,-2 1 449 0 0,2 0-448 0 0,-7 16 1139 0 0,4 21-321 0 0,2 0 0 0 0,1 0 0 0 0,8 53 0 0 0,0 13-656 0 0,-3 72-219 0 0,25 361-744 0 0,-15-364-395 0 0,-9-80-4975 0 0,-3-69 1548 0 0</inkml:trace>
</inkml:ink>
</file>

<file path=ppt/ink/ink1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2.704"/>
    </inkml:context>
    <inkml:brush xml:id="br0">
      <inkml:brushProperty name="width" value="0.1" units="cm"/>
      <inkml:brushProperty name="height" value="0.1" units="cm"/>
      <inkml:brushProperty name="color" value="#004F8B"/>
    </inkml:brush>
  </inkml:definitions>
  <inkml:trace contextRef="#ctx0" brushRef="#br0">2 58 7834 0 0,'-1'2'1795'0'0,"4"-2"-300"0"0,15-5 741 0 0,37-15 229 0 0,-29 11-1496 0 0,-3 2-609 0 0,0 1-1 0 0,0 2 0 0 0,0 0 1 0 0,30-1-1 0 0,96 5-1815 0 0,-115 1 479 0 0,-9 1-942 0 0,-5 0-3382 0 0</inkml:trace>
</inkml:ink>
</file>

<file path=ppt/ink/ink1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2.959"/>
    </inkml:context>
    <inkml:brush xml:id="br0">
      <inkml:brushProperty name="width" value="0.1" units="cm"/>
      <inkml:brushProperty name="height" value="0.1" units="cm"/>
      <inkml:brushProperty name="color" value="#004F8B"/>
    </inkml:brush>
  </inkml:definitions>
  <inkml:trace contextRef="#ctx0" brushRef="#br0">64 1 9218 0 0,'-13'1'348'0'0,"7"-1"287"0"0,1 1 0 0 0,-1-1 0 0 0,0 1 0 0 0,1 1 0 0 0,-1-1 0 0 0,-10 5 0 0 0,16-6-613 0 0,0 0 1 0 0,0 0-1 0 0,0 0 1 0 0,0 0-1 0 0,0 0 1 0 0,0 0-1 0 0,0 1 1 0 0,0-1-1 0 0,0 0 1 0 0,0 0-1 0 0,0 0 1 0 0,-1 0-1 0 0,1 0 1 0 0,0 0-1 0 0,0 0 1 0 0,0 0-1 0 0,0 1 1 0 0,0-1-1 0 0,0 0 1 0 0,0 0-1 0 0,0 0 1 0 0,0 0-1 0 0,0 0 1 0 0,0 0-1 0 0,0 1 1 0 0,0-1-1 0 0,0 0 1 0 0,0 0-1 0 0,0 0 1 0 0,0 0-1 0 0,1 0 1 0 0,-1 0-1 0 0,0 0 1 0 0,0 0-1 0 0,0 1 1 0 0,0-1-1 0 0,0 0 1 0 0,0 0-1 0 0,0 0 1 0 0,0 0-1 0 0,0 0 1 0 0,0 0-1 0 0,0 0 1 0 0,0 0-1 0 0,1 0 1 0 0,-1 0-1 0 0,0 0 1 0 0,0 1-1 0 0,0-1 1 0 0,0 0-1 0 0,0 0 1 0 0,0 0-1 0 0,1 0 1 0 0,10 6 490 0 0,11 4-9 0 0,41 13 523 0 0,76 23 72 0 0,-114-39-2978 0 0,46 5 0 0 0,-45-10-3546 0 0</inkml:trace>
</inkml:ink>
</file>

<file path=ppt/ink/ink1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3.135"/>
    </inkml:context>
    <inkml:brush xml:id="br0">
      <inkml:brushProperty name="width" value="0.1" units="cm"/>
      <inkml:brushProperty name="height" value="0.1" units="cm"/>
      <inkml:brushProperty name="color" value="#004F8B"/>
    </inkml:brush>
  </inkml:definitions>
  <inkml:trace contextRef="#ctx0" brushRef="#br0">226 1 1376 0 0,'-10'2'4908'0'0,"9"-2"-4793"0"0,-11 11 2060 0 0,2 0-528 0 0,1 1-1 0 0,-13 20 1 0 0,-28 62 1041 0 0,16-28-1840 0 0,18-38-888 0 0,-19 36 440 0 0,14-21-5582 0 0,15-28-77 0 0</inkml:trace>
</inkml:ink>
</file>

<file path=ppt/ink/ink1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4.005"/>
    </inkml:context>
    <inkml:brush xml:id="br0">
      <inkml:brushProperty name="width" value="0.1" units="cm"/>
      <inkml:brushProperty name="height" value="0.1" units="cm"/>
      <inkml:brushProperty name="color" value="#004F8B"/>
    </inkml:brush>
  </inkml:definitions>
  <inkml:trace contextRef="#ctx0" brushRef="#br0">47 0 3225 0 0,'-5'3'233'0'0,"0"1"0"0"0,0 0 0 0 0,1 0 0 0 0,-1 0 0 0 0,-3 5 0 0 0,6-8-65 0 0,1 1 0 0 0,-1 0 0 0 0,1 0 0 0 0,0-1 0 0 0,0 1 0 0 0,0 0 0 0 0,0 0 0 0 0,0 0 1 0 0,0 0-1 0 0,1 0 0 0 0,-1 0 0 0 0,1 0 0 0 0,-1 1 0 0 0,1-1 0 0 0,0 0 0 0 0,0 0 0 0 0,0 4 0 0 0,0-5-39 0 0,1 0-1 0 0,-1 0 1 0 0,1-1 0 0 0,-1 1-1 0 0,1 0 1 0 0,0 0-1 0 0,-1-1 1 0 0,1 1-1 0 0,0-1 1 0 0,-1 1-1 0 0,1 0 1 0 0,0-1 0 0 0,0 1-1 0 0,-1-1 1 0 0,1 1-1 0 0,0-1 1 0 0,0 0-1 0 0,0 1 1 0 0,0-1-1 0 0,0 0 1 0 0,0 0 0 0 0,-1 0-1 0 0,1 1 1 0 0,0-1-1 0 0,0 0 1 0 0,0 0-1 0 0,0 0 1 0 0,0-1 0 0 0,1 1-1 0 0,36-4 2391 0 0,-29 3-2069 0 0,59-7 768 0 0,-12 0-768 0 0,0 3-1 0 0,68 3 1 0 0,-95 4-412 0 0,-20-1-58 0 0,1 1 1 0 0,-1-2-1 0 0,0 1 1 0 0,1-2-1 0 0,-1 1 0 0 0,1-1 1 0 0,-1 0-1 0 0,0-1 1 0 0,0 0-1 0 0,14-6 1 0 0,-16 6 101 0 0,-1 1 0 0 0,1-1 0 0 0,-1 1 1 0 0,1 0-1 0 0,-1 1 0 0 0,1-1 0 0 0,-1 1 1 0 0,1 1-1 0 0,9 1 0 0 0,37-2-1577 0 0,-44-1-152 0 0</inkml:trace>
</inkml:ink>
</file>

<file path=ppt/ink/ink1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5.455"/>
    </inkml:context>
    <inkml:brush xml:id="br0">
      <inkml:brushProperty name="width" value="0.1" units="cm"/>
      <inkml:brushProperty name="height" value="0.1" units="cm"/>
      <inkml:brushProperty name="color" value="#004F8B"/>
    </inkml:brush>
  </inkml:definitions>
  <inkml:trace contextRef="#ctx0" brushRef="#br0">0 4 5985 0 0,'5'-1'261'0'0,"0"0"1"0"0,1 0-1 0 0,-1 1 0 0 0,0 0 0 0 0,0 0 0 0 0,9 1 1 0 0,136 7 4048 0 0,199-14-1927 0 0,-277 3-2263 0 0,-1 4 0 0 0,0 2 0 0 0,99 19 0 0 0,-160-20 18 0 0,1 0-1 0 0,0 0 1 0 0,0-1 0 0 0,0 0-1 0 0,0-1 1 0 0,0 0-1 0 0,0-1 1 0 0,0-1-1 0 0,0 1 1 0 0,0-2 0 0 0,12-3-1 0 0,-21 5-138 0 0,-1 1-1 0 0,0-1 0 0 0,1 0 1 0 0,-1 1-1 0 0,0 0 0 0 0,1-1 1 0 0,-1 1-1 0 0,1 0 0 0 0,-1 0 1 0 0,1 0-1 0 0,-1 0 0 0 0,1 0 1 0 0,-1 0-1 0 0,1 0 0 0 0,1 1 1 0 0</inkml:trace>
</inkml:ink>
</file>

<file path=ppt/ink/ink1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6.452"/>
    </inkml:context>
    <inkml:brush xml:id="br0">
      <inkml:brushProperty name="width" value="0.1" units="cm"/>
      <inkml:brushProperty name="height" value="0.1" units="cm"/>
      <inkml:brushProperty name="color" value="#004F8B"/>
    </inkml:brush>
  </inkml:definitions>
  <inkml:trace contextRef="#ctx0" brushRef="#br0">1 1489 6913 0 0,'0'0'529'0'0,"1"-1"-305"0"0,0 1 1 0 0,1-1-1 0 0,-1 1 1 0 0,0-1 0 0 0,0 1-1 0 0,1-1 1 0 0,-1 0-1 0 0,0 1 1 0 0,0-1 0 0 0,0 0-1 0 0,0 0 1 0 0,0 0-1 0 0,0 0 1 0 0,0 0 0 0 0,0 0-1 0 0,-1 0 1 0 0,1 0-1 0 0,0-1 1 0 0,-1 1 0 0 0,1 0-1 0 0,0-3 1 0 0,8-26 3181 0 0,-5-222 410 0 0,12-124-4097 0 0,-15 352 265 0 0,67-711-3286 0 0,-61 686 2339 0 0</inkml:trace>
</inkml:ink>
</file>

<file path=ppt/ink/ink1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6.785"/>
    </inkml:context>
    <inkml:brush xml:id="br0">
      <inkml:brushProperty name="width" value="0.1" units="cm"/>
      <inkml:brushProperty name="height" value="0.1" units="cm"/>
      <inkml:brushProperty name="color" value="#004F8B"/>
    </inkml:brush>
  </inkml:definitions>
  <inkml:trace contextRef="#ctx0" brushRef="#br0">45 51 4145 0 0,'-4'0'139'0'0,"-31"-12"4556"0"0,35 12-4602 0 0,0 0 0 0 0,-1 0-1 0 0,1 0 1 0 0,0 0-1 0 0,-1 0 1 0 0,1 0-1 0 0,0-1 1 0 0,0 1-1 0 0,-1 0 1 0 0,1 0-1 0 0,0 0 1 0 0,0-1 0 0 0,-1 1-1 0 0,1 0 1 0 0,0 0-1 0 0,0-1 1 0 0,-1 1-1 0 0,1 0 1 0 0,0-1-1 0 0,0 1 1 0 0,0 0-1 0 0,0-1 1 0 0,0 1 0 0 0,0 0-1 0 0,-1-1 1 0 0,1 1-1 0 0,0 0 1 0 0,0-1-1 0 0,0 1 1 0 0,16-9 1327 0 0,10 2-844 0 0,0 2 0 0 0,0 1 0 0 0,47-2 0 0 0,82 8-68 0 0,-138-1-462 0 0,220 13-4068 0 0,-199-12-476 0 0</inkml:trace>
</inkml:ink>
</file>

<file path=ppt/ink/ink1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7.502"/>
    </inkml:context>
    <inkml:brush xml:id="br0">
      <inkml:brushProperty name="width" value="0.1" units="cm"/>
      <inkml:brushProperty name="height" value="0.1" units="cm"/>
      <inkml:brushProperty name="color" value="#004F8B"/>
    </inkml:brush>
  </inkml:definitions>
  <inkml:trace contextRef="#ctx0" brushRef="#br0">57 374 3681 0 0,'-20'5'-92'0'0,"1"-6"4651"0"0,18 0-4259 0 0,-1 0 1 0 0,1 0 0 0 0,0-1 0 0 0,0 1 0 0 0,0-1 0 0 0,0 1-1 0 0,0-1 1 0 0,0 1 0 0 0,0-1 0 0 0,0 0 0 0 0,1 1 0 0 0,-1-1-1 0 0,1 0 1 0 0,-1 0 0 0 0,1 1 0 0 0,0-1 0 0 0,-1 0 0 0 0,1 0 0 0 0,0-3-1 0 0,-2-22 172 0 0,1 0-1 0 0,2-1 0 0 0,0 1 1 0 0,2-1-1 0 0,1 1 0 0 0,1 0 0 0 0,1 0 1 0 0,1 1-1 0 0,21-48 0 0 0,-13 53-452 0 0,-15 21-23 0 0,1-1 0 0 0,-1 1 1 0 0,1 0-1 0 0,-1-1 0 0 0,1 1 0 0 0,-1 0 1 0 0,1 0-1 0 0,-1 0 0 0 0,1-1 1 0 0,0 1-1 0 0,-1 0 0 0 0,1 0 0 0 0,-1 0 1 0 0,1 0-1 0 0,0 0 0 0 0,-1 0 0 0 0,1 0 1 0 0,-1 0-1 0 0,1 0 0 0 0,0 0 0 0 0,-1 0 1 0 0,2 1-1 0 0,0 0-42 0 0,0 1 0 0 0,0-1 0 0 0,-1 1 0 0 0,1 0 1 0 0,0-1-1 0 0,-1 1 0 0 0,1 0 0 0 0,-1 0 0 0 0,1 0 0 0 0,-1 1 0 0 0,0-1 0 0 0,0 0 0 0 0,0 0 1 0 0,0 1-1 0 0,0 2 0 0 0,32 107-2204 0 0,-24-75 1342 0 0,1 0 0 0 0,17 37-1 0 0,-25-71 866 0 0,0 1 0 0 0,-1-1 0 0 0,1 0 0 0 0,1 0-1 0 0,-1 0 1 0 0,0 0 0 0 0,1 0 0 0 0,-1 0 0 0 0,1 0-1 0 0,0-1 1 0 0,0 1 0 0 0,4 1 0 0 0,-7-3 42 0 0,1-1 1 0 0,0 1 0 0 0,0-1 0 0 0,0 0-1 0 0,0 1 1 0 0,0-1 0 0 0,0 0 0 0 0,0 0-1 0 0,0 0 1 0 0,0 0 0 0 0,0 0 0 0 0,0 0-1 0 0,0 0 1 0 0,0 0 0 0 0,0 0 0 0 0,0 0-1 0 0,0 0 1 0 0,0-1 0 0 0,1 1 0 0 0,0-1 29 0 0,-1 0 1 0 0,1-1-1 0 0,-1 1 1 0 0,1 0 0 0 0,-1 0-1 0 0,0 0 1 0 0,0-1-1 0 0,1 1 1 0 0,-1-1 0 0 0,0 1-1 0 0,0-1 1 0 0,-1 1 0 0 0,1-1-1 0 0,1-2 1 0 0,5-17 356 0 0,0 0 1 0 0,-2 0-1 0 0,0-1 1 0 0,2-30-1 0 0,-5 33 163 0 0,1 0 0 0 0,0 0 0 0 0,1 0 0 0 0,2 0 0 0 0,0 1 1 0 0,10-24-1 0 0,-15 41-509 0 0,-1 0 0 0 0,0 0 0 0 0,1 1 0 0 0,-1-1 0 0 0,1 0 0 0 0,-1 0 0 0 0,1 0 0 0 0,-1 1 0 0 0,1-1 0 0 0,0 0 0 0 0,-1 0 0 0 0,1 1 0 0 0,0-1 0 0 0,0 1 0 0 0,-1-1 0 0 0,1 1 0 0 0,0-1 0 0 0,0 1 0 0 0,0-1 0 0 0,0 1 0 0 0,0 0 0 0 0,-1-1 0 0 0,1 1 0 0 0,0 0 0 0 0,0 0 0 0 0,2 0 0 0 0,-2 0-25 0 0,1 1 0 0 0,-1-1-1 0 0,0 1 1 0 0,1-1 0 0 0,-1 1-1 0 0,0 0 1 0 0,1 0 0 0 0,-1 0-1 0 0,0 0 1 0 0,0 0 0 0 0,0 0-1 0 0,0 0 1 0 0,0 0 0 0 0,0 0-1 0 0,1 2 1 0 0,5 8-128 0 0,0 0 0 0 0,-1 1-1 0 0,6 14 1 0 0,-8-17 100 0 0,12 27-350 0 0,21 42-629 0 0,-33-70 637 0 0,0 0 0 0 0,1-1 1 0 0,0 0-1 0 0,1 0 0 0 0,0 0 1 0 0,0-1-1 0 0,9 7 0 0 0,-14-12 231 0 0,0 0 0 0 0,0 0 1 0 0,0 0-1 0 0,0 0 0 0 0,0-1 0 0 0,0 1 0 0 0,0-1 0 0 0,1 1 0 0 0,-1-1 0 0 0,0 1 0 0 0,0-1 0 0 0,1 0 0 0 0,-1 1 0 0 0,0-1 1 0 0,1 0-1 0 0,-1 0 0 0 0,0 0 0 0 0,1 0 0 0 0,-1 0 0 0 0,0 0 0 0 0,0 0 0 0 0,1-1 0 0 0,-1 1 0 0 0,0 0 0 0 0,2-2 0 0 0,0 1-18 0 0,-1-1 0 0 0,0 1 0 0 0,0-1 0 0 0,-1 0 0 0 0,1 0 0 0 0,0 0 0 0 0,0 0 0 0 0,-1 0 0 0 0,0 0 0 0 0,1 0 0 0 0,-1 0 0 0 0,1-4 0 0 0,4-7-1 0 0,-1-1-1 0 0,-1 0 1 0 0,3-22 0 0 0,-6 33 204 0 0,4-52 830 0 0,-5 44-330 0 0,1 0 1 0 0,0 0-1 0 0,0 0 0 0 0,1 0 0 0 0,1 0 0 0 0,0 0 0 0 0,7-17 0 0 0,-10 28-547 0 0,0 0-1 0 0,0-1 0 0 0,0 1 1 0 0,1 0-1 0 0,-1-1 0 0 0,0 1 1 0 0,0 0-1 0 0,0 0 0 0 0,1 0 1 0 0,-1-1-1 0 0,0 1 0 0 0,0 0 1 0 0,1 0-1 0 0,-1 0 0 0 0,0-1 1 0 0,0 1-1 0 0,1 0 0 0 0,-1 0 1 0 0,0 0-1 0 0,1 0 0 0 0,-1 0 1 0 0,0 0-1 0 0,0 0 0 0 0,1 0 1 0 0,-1 0-1 0 0,0 0 0 0 0,1 0 1 0 0,-1 0-1 0 0,0 0 0 0 0,1 0 1 0 0,-1 0-1 0 0,0 0 0 0 0,1 0 1 0 0,-1 0-1 0 0,0 0 0 0 0,0 0 1 0 0,1 0-1 0 0,-1 1 0 0 0,13 11 760 0 0,6 18 285 0 0,-19-30-1056 0 0,100 215-4765 0 0,-86-184-12 0 0</inkml:trace>
</inkml:ink>
</file>

<file path=ppt/ink/ink1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7.785"/>
    </inkml:context>
    <inkml:brush xml:id="br0">
      <inkml:brushProperty name="width" value="0.1" units="cm"/>
      <inkml:brushProperty name="height" value="0.1" units="cm"/>
      <inkml:brushProperty name="color" value="#004F8B"/>
    </inkml:brush>
  </inkml:definitions>
  <inkml:trace contextRef="#ctx0" brushRef="#br0">78 185 3225 0 0,'-40'17'782'0'0,"2"1"3917"0"0,162-78 1774 0 0,4 3-4212 0 0,-74 36-2590 0 0,0 3-1 0 0,109-23 1 0 0,-4 20-3687 0 0,-125 19-634 0 0</inkml:trace>
</inkml:ink>
</file>

<file path=ppt/ink/ink1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8.293"/>
    </inkml:context>
    <inkml:brush xml:id="br0">
      <inkml:brushProperty name="width" value="0.1" units="cm"/>
      <inkml:brushProperty name="height" value="0.1" units="cm"/>
      <inkml:brushProperty name="color" value="#004F8B"/>
    </inkml:brush>
  </inkml:definitions>
  <inkml:trace contextRef="#ctx0" brushRef="#br0">17 47 6913 0 0,'-2'-2'393'0'0,"1"0"-1"0"0,-1 0 0 0 0,1 0 1 0 0,-1 0-1 0 0,1-1 0 0 0,0 1 1 0 0,0 0-1 0 0,0-1 0 0 0,0 1 0 0 0,0-3 1 0 0,-2-15 7330 0 0,14 52-5840 0 0,-4-14-1681 0 0,79 296 378 0 0,-60-205-1575 0 0,14 134 1 0 0,4 18-518 0 0,-21-126 211 0 0,8 193 1 0 0,-31-323 1252 0 0,20 203 245 0 0,3 41 2156 0 0,-23-239-2593 0 0,2 62 1429 0 0,-6-24-6940 0 0,1-34 74 0 0</inkml:trace>
</inkml:ink>
</file>

<file path=ppt/ink/ink1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19.163"/>
    </inkml:context>
    <inkml:brush xml:id="br0">
      <inkml:brushProperty name="width" value="0.1" units="cm"/>
      <inkml:brushProperty name="height" value="0.1" units="cm"/>
      <inkml:brushProperty name="color" value="#004F8B"/>
    </inkml:brush>
  </inkml:definitions>
  <inkml:trace contextRef="#ctx0" brushRef="#br0">290 47 4977 0 0,'-72'25'1762'0'0,"37"-15"-25"0"0,1 3 1 0 0,0 0 0 0 0,0 3 0 0 0,-38 23-1 0 0,64-33 285 0 0,22-12-1042 0 0,-1-1-1074 0 0,28-9 208 0 0,0 2 1 0 0,0 2-1 0 0,1 2 1 0 0,78-10-1 0 0,179 5 84 0 0,-133 9-319 0 0,375-30 413 0 0,-333 35 50 0 0,-103 3-65 0 0,112-13 0 0 0,-182 6-260 0 0,86-6 177 0 0,-107 10-170 0 0,1 1-1 0 0,0 1 1 0 0,0 1-1 0 0,-1 0 1 0 0,29 8-1 0 0,-40-10-19 0 0,1 1-1 0 0,-1 1 1 0 0,0-1-1 0 0,0 0 1 0 0,0 1-1 0 0,0 0 1 0 0,0 0-1 0 0,-1 0 1 0 0,5 4-1 0 0,-6-6-34 0 0,-1 0 0 0 0,0 1 1 0 0,1-1-1 0 0,-1 1 0 0 0,0-1 0 0 0,1 1 0 0 0,-1-1 0 0 0,0 1 0 0 0,0-1 1 0 0,0 1-1 0 0,0 0 0 0 0,1-1 0 0 0,-1 1 0 0 0,0-1 0 0 0,0 1 0 0 0,0-1 0 0 0,0 1 1 0 0,0-1-1 0 0,0 1 0 0 0,-1 0 0 0 0,1-1 0 0 0,0 2 0 0 0,-1-1-145 0 0,0 0-1 0 0,1 1 0 0 0,-1-1 1 0 0,0 0-1 0 0,0 0 1 0 0,0 0-1 0 0,0 0 0 0 0,0 0 1 0 0,-1 0-1 0 0,1 0 0 0 0,0 0 1 0 0,-2 1-1 0 0,-5 2-1493 0 0</inkml:trace>
</inkml:ink>
</file>

<file path=ppt/ink/ink1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20.169"/>
    </inkml:context>
    <inkml:brush xml:id="br0">
      <inkml:brushProperty name="width" value="0.1" units="cm"/>
      <inkml:brushProperty name="height" value="0.1" units="cm"/>
      <inkml:brushProperty name="color" value="#004F8B"/>
    </inkml:brush>
  </inkml:definitions>
  <inkml:trace contextRef="#ctx0" brushRef="#br0">397 119 4033 0 0,'-37'-15'631'0'0,"30"12"-142"0"0,0 0-1 0 0,1 0 1 0 0,-1 0-1 0 0,-1 1 1 0 0,1 0-1 0 0,0 0 1 0 0,0 1 0 0 0,-1 0-1 0 0,1 0 1 0 0,-10 1-1 0 0,8 1 130 0 0,0 1-1 0 0,0 0 1 0 0,0 1-1 0 0,0 0 0 0 0,0 0 1 0 0,1 1-1 0 0,-1 0 1 0 0,1 0-1 0 0,-12 9 1 0 0,11-7-377 0 0,0 1-1 0 0,1 0 1 0 0,-1 0 0 0 0,2 1 0 0 0,-1 0-1 0 0,1 1 1 0 0,0-1 0 0 0,1 1 0 0 0,0 1-1 0 0,0-1 1 0 0,1 1 0 0 0,-8 20 0 0 0,13-29-244 0 0,-1 0 1 0 0,1 0 0 0 0,0 0-1 0 0,-1 0 1 0 0,1 0-1 0 0,0 0 1 0 0,0 0 0 0 0,0 0-1 0 0,0 0 1 0 0,-1 0-1 0 0,1 0 1 0 0,1 0-1 0 0,-1 0 1 0 0,0 0 0 0 0,0 0-1 0 0,0 0 1 0 0,0 0-1 0 0,1 0 1 0 0,-1-1 0 0 0,1 1-1 0 0,-1 0 1 0 0,0 0-1 0 0,1 0 1 0 0,0 0-1 0 0,-1 0 1 0 0,1-1 0 0 0,-1 1-1 0 0,1 0 1 0 0,0 0-1 0 0,0-1 1 0 0,-1 1 0 0 0,1-1-1 0 0,0 1 1 0 0,0 0-1 0 0,0-1 1 0 0,0 1 0 0 0,-1-1-1 0 0,1 0 1 0 0,0 1-1 0 0,0-1 1 0 0,0 0-1 0 0,0 0 1 0 0,0 1 0 0 0,0-1-1 0 0,0 0 1 0 0,0 0-1 0 0,2 0 1 0 0,1 0-83 0 0,-1-1-1 0 0,1 1 1 0 0,-1 0 0 0 0,1-1-1 0 0,-1 0 1 0 0,1 0-1 0 0,-1 0 1 0 0,0 0 0 0 0,0 0-1 0 0,1-1 1 0 0,-1 1 0 0 0,5-5-1 0 0,5-5 4 0 0,0-1-1 0 0,-1-1 0 0 0,-1 0 0 0 0,12-18 1 0 0,-19 26 190 0 0,0-2 0 0 0,0 1 0 0 0,-1 0 1 0 0,0-1-1 0 0,0 1 0 0 0,0-1 0 0 0,-1 0 1 0 0,0 0-1 0 0,0 0 0 0 0,-1 0 0 0 0,0 0 1 0 0,0-12-1 0 0,-2 14 38 0 0,0 0 0 0 0,-1 1 0 0 0,1-1 0 0 0,-1 0 0 0 0,0 1-1 0 0,-1 0 1 0 0,1-1 0 0 0,-1 1 0 0 0,0 0 0 0 0,0 0 0 0 0,0 0 0 0 0,0 1 0 0 0,0-1 0 0 0,-1 1 0 0 0,0 0 0 0 0,-5-4 0 0 0,7 5-129 0 0,0 1 0 0 0,0-1 0 0 0,0 1 0 0 0,0 0 0 0 0,0-1 0 0 0,0 1 0 0 0,0 0 0 0 0,-1 0 0 0 0,1 0 0 0 0,0 1 0 0 0,-1-1 0 0 0,1 0 0 0 0,0 1 0 0 0,-1 0 0 0 0,1-1 0 0 0,0 1-1 0 0,-1 0 1 0 0,1 0 0 0 0,-1 1 0 0 0,1-1 0 0 0,0 0 0 0 0,-1 1 0 0 0,1-1 0 0 0,0 1 0 0 0,-1 0 0 0 0,1 0 0 0 0,0 0 0 0 0,0 0 0 0 0,0 0 0 0 0,0 0 0 0 0,0 1 0 0 0,0-1 0 0 0,0 1 0 0 0,-2 1 0 0 0,2 1-93 0 0,-1 0-1 0 0,1 0 1 0 0,0 0 0 0 0,0 1-1 0 0,0-1 1 0 0,1 0 0 0 0,0 1-1 0 0,0-1 1 0 0,0 1 0 0 0,0-1-1 0 0,1 1 1 0 0,-1 0 0 0 0,1-1-1 0 0,0 1 1 0 0,1 4 0 0 0,-1-6-3 0 0,0 0 0 0 0,1 0 1 0 0,-1 0-1 0 0,1 0 0 0 0,0 0 1 0 0,-1 0-1 0 0,1 0 1 0 0,1 0-1 0 0,-1-1 0 0 0,0 1 1 0 0,1 0-1 0 0,-1-1 0 0 0,1 1 1 0 0,0-1-1 0 0,0 1 0 0 0,0-1 1 0 0,0 0-1 0 0,0 0 1 0 0,0 0-1 0 0,0 0 0 0 0,1 0 1 0 0,-1-1-1 0 0,5 3 0 0 0,-4-3 83 0 0,0-1 0 0 0,1 1-1 0 0,-1 0 1 0 0,0-1-1 0 0,1 0 1 0 0,-1 0 0 0 0,1 0-1 0 0,-1-1 1 0 0,0 1-1 0 0,1-1 1 0 0,-1 1 0 0 0,0-1-1 0 0,1 0 1 0 0,-1 0-1 0 0,0-1 1 0 0,0 1 0 0 0,0-1-1 0 0,0 1 1 0 0,0-1-1 0 0,0 0 1 0 0,-1 0 0 0 0,1-1-1 0 0,0 1 1 0 0,-1 0-1 0 0,0-1 1 0 0,1 1-1 0 0,-1-1 1 0 0,0 0 0 0 0,-1 0-1 0 0,1 0 1 0 0,0 0-1 0 0,-1 0 1 0 0,2-6 0 0 0,-1 7 55 0 0,-1-1-1 0 0,0 1 1 0 0,0-1 0 0 0,0 0 0 0 0,0 0 0 0 0,-1 1 0 0 0,1-1 0 0 0,-1 0 0 0 0,1 0 0 0 0,-1 0 0 0 0,0 0 0 0 0,0 0 0 0 0,0 0 0 0 0,-1 1-1 0 0,1-1 1 0 0,-1 0 0 0 0,0 0 0 0 0,1 0 0 0 0,-1 1 0 0 0,0-1 0 0 0,-1 0 0 0 0,1 1 0 0 0,0-1 0 0 0,-1 1 0 0 0,0-1 0 0 0,1 1 0 0 0,-1 0 0 0 0,0 0-1 0 0,0-1 1 0 0,0 1 0 0 0,0 1 0 0 0,-1-1 0 0 0,1 0 0 0 0,0 1 0 0 0,-1-1 0 0 0,0 1 0 0 0,1-1 0 0 0,-1 1 0 0 0,-4-1 0 0 0,2 0-34 0 0,-1 1 0 0 0,0 0 0 0 0,0 0 0 0 0,0 0 0 0 0,1 1 1 0 0,-1 0-1 0 0,0 0 0 0 0,0 1 0 0 0,0-1 0 0 0,0 1 0 0 0,0 0 1 0 0,1 1-1 0 0,-1 0 0 0 0,1 0 0 0 0,-1 0 0 0 0,1 0 0 0 0,-1 1 0 0 0,1 0 1 0 0,0 0-1 0 0,0 0 0 0 0,-7 7 0 0 0,6-4-122 0 0,-1 1-1 0 0,1 0 1 0 0,0 0 0 0 0,1 1-1 0 0,0-1 1 0 0,0 1 0 0 0,0 0-1 0 0,1 1 1 0 0,1-1 0 0 0,-1 1-1 0 0,1 0 1 0 0,1 0-1 0 0,-3 11 1 0 0,4-17 54 0 0,1-1 0 0 0,-1 1 0 0 0,1-1-1 0 0,0 1 1 0 0,-1-1 0 0 0,1 0 0 0 0,0 1 0 0 0,0-1-1 0 0,1 1 1 0 0,-1-1 0 0 0,0 1 0 0 0,1-1 0 0 0,0 1-1 0 0,-1-1 1 0 0,1 0 0 0 0,0 1 0 0 0,0-1 0 0 0,0 0-1 0 0,1 0 1 0 0,-1 0 0 0 0,1 0 0 0 0,-1 0 0 0 0,1 0-1 0 0,-1 0 1 0 0,1 0 0 0 0,0 0 0 0 0,0-1 0 0 0,0 1 0 0 0,0-1-1 0 0,0 0 1 0 0,0 1 0 0 0,0-1 0 0 0,1 0 0 0 0,-1 0-1 0 0,0 0 1 0 0,1-1 0 0 0,-1 1 0 0 0,1-1 0 0 0,-1 1-1 0 0,0-1 1 0 0,1 0 0 0 0,-1 0 0 0 0,5 0 0 0 0,-1 0 41 0 0,0 0 1 0 0,0 0 0 0 0,0-1 0 0 0,0 0 0 0 0,0-1 0 0 0,0 1-1 0 0,0-1 1 0 0,0 0 0 0 0,0 0 0 0 0,-1-1 0 0 0,1 0-1 0 0,-1 0 1 0 0,0 0 0 0 0,0 0 0 0 0,0-1 0 0 0,0 0 0 0 0,4-5-1 0 0,-7 6 79 0 0,1-1 0 0 0,-1 1 0 0 0,-1-1 0 0 0,1 1-1 0 0,0-1 1 0 0,-1 0 0 0 0,0 0 0 0 0,0 0 0 0 0,0 0-1 0 0,0 0 1 0 0,-1 0 0 0 0,1 0 0 0 0,-1 0 0 0 0,0 0 0 0 0,-1 0-1 0 0,1 0 1 0 0,-1 0 0 0 0,1 0 0 0 0,-1 0 0 0 0,-3-7-1 0 0,0 0 185 0 0,0 1-1 0 0,0 0 0 0 0,-1 0 1 0 0,-1 1-1 0 0,1-1 0 0 0,-13-14 1 0 0,17 23-252 0 0,0 0 1 0 0,0 0-1 0 0,0-1 1 0 0,0 1 0 0 0,-1 0-1 0 0,1 0 1 0 0,0 0-1 0 0,0 0 1 0 0,-1 1-1 0 0,1-1 1 0 0,-1 0 0 0 0,1 0-1 0 0,-1 1 1 0 0,1-1-1 0 0,-1 1 1 0 0,1-1-1 0 0,-1 1 1 0 0,1 0 0 0 0,-1 0-1 0 0,1 0 1 0 0,-1-1-1 0 0,0 2 1 0 0,-2-1-1 0 0,1 1 0 0 0,1 0-1 0 0,-1 0 0 0 0,0 0 0 0 0,1 0 0 0 0,-1 0 0 0 0,1 1 0 0 0,-1-1 0 0 0,1 1 0 0 0,0 0 0 0 0,-1 0 0 0 0,1 0 0 0 0,-2 3 0 0 0,-1 0-88 0 0,1 0 1 0 0,0 0-1 0 0,0 1 0 0 0,1 0 0 0 0,-1 0 0 0 0,1 0 0 0 0,0 0 0 0 0,1 0 0 0 0,0 0 1 0 0,-3 13-1 0 0,5-16 51 0 0,0-1 1 0 0,1 0 0 0 0,-1 0 0 0 0,1 0-1 0 0,-1 1 1 0 0,1-1 0 0 0,0 0 0 0 0,0 0-1 0 0,0 0 1 0 0,0 0 0 0 0,0-1 0 0 0,0 1-1 0 0,1 0 1 0 0,-1 0 0 0 0,1-1-1 0 0,-1 1 1 0 0,1 0 0 0 0,-1-1 0 0 0,1 0-1 0 0,0 1 1 0 0,0-1 0 0 0,0 0 0 0 0,0 0-1 0 0,0 0 1 0 0,0 0 0 0 0,4 1 0 0 0,-1 0-18 0 0,0 0 1 0 0,0 0 0 0 0,1-1-1 0 0,-1 0 1 0 0,1 0 0 0 0,-1 0-1 0 0,1 0 1 0 0,0-1 0 0 0,9 0-1 0 0,-13-1-41 0 0,0 1 0 0 0,0-1 0 0 0,0 1-1 0 0,0-1 1 0 0,0 0 0 0 0,0 1-1 0 0,0-1 1 0 0,-1 0 0 0 0,1 0 0 0 0,0-1-1 0 0,0 1 1 0 0,-1 0 0 0 0,1 0-1 0 0,-1-1 1 0 0,3-2 0 0 0,-3 3-358 0 0,-1 0 0 0 0,1-1-1 0 0,0 1 1 0 0,-1 0 0 0 0,1-1 0 0 0,-1 1 0 0 0,1 0 0 0 0,-1-1-1 0 0,0 1 1 0 0,1-1 0 0 0,-1 1 0 0 0,0-1 0 0 0,0 1 0 0 0,0 0-1 0 0,0-3 1 0 0</inkml:trace>
</inkml:ink>
</file>

<file path=ppt/ink/ink1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20.342"/>
    </inkml:context>
    <inkml:brush xml:id="br0">
      <inkml:brushProperty name="width" value="0.1" units="cm"/>
      <inkml:brushProperty name="height" value="0.1" units="cm"/>
      <inkml:brushProperty name="color" value="#004F8B"/>
    </inkml:brush>
  </inkml:definitions>
  <inkml:trace contextRef="#ctx0" brushRef="#br0">0 3 8754 0 0,'6'3'3353'0'0,"-1"-3"-2489"0"0,5-2-712 0 0,-2-2-152 0 0</inkml:trace>
</inkml:ink>
</file>

<file path=ppt/ink/ink1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25.418"/>
    </inkml:context>
    <inkml:brush xml:id="br0">
      <inkml:brushProperty name="width" value="0.1" units="cm"/>
      <inkml:brushProperty name="height" value="0.1" units="cm"/>
      <inkml:brushProperty name="color" value="#004F8B"/>
    </inkml:brush>
  </inkml:definitions>
  <inkml:trace contextRef="#ctx0" brushRef="#br0">13 1 920 0 0,'-13'9'7146'0'0,"29"-13"-6442"0"0,-13 3-205 0 0,1 0-1 0 0,-1 0 1 0 0,1 0 0 0 0,-1 0-1 0 0,1 1 1 0 0,-1-1-1 0 0,1 1 1 0 0,0 0 0 0 0,-1 0-1 0 0,1 0 1 0 0,-1 1-1 0 0,1-1 1 0 0,-1 1 0 0 0,1 0-1 0 0,-1 0 1 0 0,1 0 0 0 0,4 3-1 0 0,4 3 69 0 0,1 0-1 0 0,-1-1 1 0 0,1-1-1 0 0,16 5 1 0 0,28 0-4317 0 0</inkml:trace>
</inkml:ink>
</file>

<file path=ppt/ink/ink1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25.753"/>
    </inkml:context>
    <inkml:brush xml:id="br0">
      <inkml:brushProperty name="width" value="0.1" units="cm"/>
      <inkml:brushProperty name="height" value="0.1" units="cm"/>
      <inkml:brushProperty name="color" value="#004F8B"/>
    </inkml:brush>
  </inkml:definitions>
  <inkml:trace contextRef="#ctx0" brushRef="#br0">12 54 2761 0 0,'-1'-3'420'0'0,"-1"1"1"0"0,1-1 0 0 0,0 0 0 0 0,0 1 0 0 0,1-1 0 0 0,-1 0-1 0 0,0 0 1 0 0,1-5 0 0 0,-1 7-132 0 0,1 0 1 0 0,0 1-1 0 0,8-19 7812 0 0,-7 19-7812 0 0,0-1 1 0 0,-1 1-1 0 0,1 0 0 0 0,0-1 1 0 0,-1 1-1 0 0,2 0 0 0 0,-1 0-162 0 0,-1 1 0 0 0,1-1 0 0 0,-1 1 0 0 0,1-1-1 0 0,-1 1 1 0 0,1-1 0 0 0,-1 1 0 0 0,1 0 0 0 0,-1-1-1 0 0,0 1 1 0 0,1 0 0 0 0,-1-1 0 0 0,0 1-1 0 0,1 0 1 0 0,-1-1 0 0 0,0 1 0 0 0,0 0 0 0 0,0-1-1 0 0,0 1 1 0 0,0 0 0 0 0,0 0 0 0 0,0-1 0 0 0,0 1-1 0 0,0 0 1 0 0,0 1 0 0 0,-1 20 285 0 0,-6 40-55 0 0,-8 98 594 0 0,15-135-1506 0 0,0 0-1 0 0,2-1 1 0 0,0 1-1 0 0,9 34 1 0 0,-4-35-6600 0 0</inkml:trace>
</inkml:ink>
</file>

<file path=ppt/ink/ink1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26.624"/>
    </inkml:context>
    <inkml:brush xml:id="br0">
      <inkml:brushProperty name="width" value="0.1" units="cm"/>
      <inkml:brushProperty name="height" value="0.1" units="cm"/>
      <inkml:brushProperty name="color" value="#004F8B"/>
    </inkml:brush>
  </inkml:definitions>
  <inkml:trace contextRef="#ctx0" brushRef="#br0">3 81 2304 0 0,'-2'-7'13067'0'0,"9"6"-12752"0"0,0 0 0 0 0,0-1-1 0 0,1 0 1 0 0,-1 0 0 0 0,-1-1-1 0 0,1 0 1 0 0,0 0 0 0 0,-1 0-1 0 0,1-1 1 0 0,7-6 0 0 0,-7 5-244 0 0,-1 0 1 0 0,1 1 0 0 0,0 0-1 0 0,0 1 1 0 0,0 0 0 0 0,0 0-1 0 0,0 0 1 0 0,1 1 0 0 0,0 0-1 0 0,-1 0 1 0 0,1 1 0 0 0,9-1-1 0 0,-15 2-500 0 0,-1 0 0 0 0,1 0 0 0 0,0 1-1 0 0,-1-1 1 0 0,1 0 0 0 0,-1 1 0 0 0,1-1-1 0 0,-1 1 1 0 0,1 0 0 0 0,-1-1 0 0 0,1 1 0 0 0,1 1-1 0 0</inkml:trace>
</inkml:ink>
</file>

<file path=ppt/ink/ink1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28.661"/>
    </inkml:context>
    <inkml:brush xml:id="br0">
      <inkml:brushProperty name="width" value="0.1" units="cm"/>
      <inkml:brushProperty name="height" value="0.1" units="cm"/>
      <inkml:brushProperty name="color" value="#004F8B"/>
    </inkml:brush>
  </inkml:definitions>
  <inkml:trace contextRef="#ctx0" brushRef="#br0">120 165 6913 0 0,'-8'-14'-251'0'0,"-52"-77"809"0"0,53 82 339 0 0,0 1 1 0 0,0 0-1 0 0,-1 1 0 0 0,-15-18 4376 0 0,24 25-5194 0 0,14-3 1329 0 0,22 4-976 0 0,-21 2-278 0 0,0 1-1 0 0,0 0 0 0 0,-1 1 1 0 0,1 1-1 0 0,-1 0 0 0 0,0 1 1 0 0,0 0-1 0 0,-1 2 0 0 0,26 19 1 0 0,5 9 198 0 0,59 62 1 0 0,-62-57-221 0 0,80 73 8 0 0,-51-50 3 0 0,-3 2 0 0 0,91 116-1 0 0,-150-171-346 0 0,-2 1 0 0 0,0 0 0 0 0,0 0 0 0 0,-1 1 0 0 0,-1 0 0 0 0,0 0 0 0 0,-1 0 0 0 0,-1 0 0 0 0,0 1 0 0 0,-1-1 0 0 0,1 26 0 0 0,-3-27-1268 0 0</inkml:trace>
</inkml:ink>
</file>

<file path=ppt/ink/ink1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29.097"/>
    </inkml:context>
    <inkml:brush xml:id="br0">
      <inkml:brushProperty name="width" value="0.1" units="cm"/>
      <inkml:brushProperty name="height" value="0.1" units="cm"/>
      <inkml:brushProperty name="color" value="#004F8B"/>
    </inkml:brush>
  </inkml:definitions>
  <inkml:trace contextRef="#ctx0" brushRef="#br0">46 394 3225 0 0,'-3'-2'403'0'0,"0"0"0"0"0,0 0 0 0 0,0 0-1 0 0,0 0 1 0 0,0-1 0 0 0,0 0 0 0 0,1 1 0 0 0,-1-1 0 0 0,1 0 0 0 0,0 0 0 0 0,-1 0 0 0 0,-1-5 0 0 0,3 6-41 0 0,0 0 1 0 0,0 0-1 0 0,0 0 0 0 0,0 0 0 0 0,0 0 1 0 0,0 0-1 0 0,1 0 0 0 0,-1 0 1 0 0,1-1-1 0 0,-1 1 0 0 0,1 0 0 0 0,0 0 1 0 0,0-1-1 0 0,0 1 0 0 0,0 0 1 0 0,1 0-1 0 0,-1-1 0 0 0,0 1 0 0 0,1 0 1 0 0,0 0-1 0 0,-1 0 0 0 0,2-3 1 0 0,-1 4-308 0 0,0 0 0 0 0,0 0 0 0 0,1 0 0 0 0,-1 0 0 0 0,0 0 0 0 0,0 0 0 0 0,1 0 0 0 0,-1 0 0 0 0,0 0 0 0 0,1 0 0 0 0,-1 1 0 0 0,1-1 0 0 0,-1 1 0 0 0,1-1 0 0 0,-1 1 0 0 0,1 0 0 0 0,-1-1 0 0 0,1 1 0 0 0,-1 0 0 0 0,1 0 0 0 0,0 0 0 0 0,-1 0 0 0 0,1 0 0 0 0,-1 1 0 0 0,1-1 1 0 0,2 1-1 0 0,46 18 1911 0 0,-28-10-1538 0 0,-8-4-403 0 0,0-1-1 0 0,1-1 1 0 0,-1-1 0 0 0,1 0-1 0 0,0 0 1 0 0,17-2-1 0 0,-26 0-10 0 0,0 0 0 0 0,0-1 0 0 0,0 1 1 0 0,0-1-1 0 0,0-1 0 0 0,0 1 0 0 0,0-1 0 0 0,-1 0 0 0 0,1-1 0 0 0,-1 1 0 0 0,1-1 0 0 0,-1 0 0 0 0,0 0 0 0 0,0-1 1 0 0,-1 0-1 0 0,1 0 0 0 0,7-8 0 0 0,5-10 316 0 0,-1-1 0 0 0,-1-1 1 0 0,17-36-1 0 0,-26 46-271 0 0,0-1 1 0 0,0 0-1 0 0,-2 0 1 0 0,0 0-1 0 0,0 0 0 0 0,-2-1 1 0 0,2-25-1 0 0,-7 26-2682 0 0</inkml:trace>
</inkml:ink>
</file>

<file path=ppt/ink/ink1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0.064"/>
    </inkml:context>
    <inkml:brush xml:id="br0">
      <inkml:brushProperty name="width" value="0.1" units="cm"/>
      <inkml:brushProperty name="height" value="0.1" units="cm"/>
      <inkml:brushProperty name="color" value="#004F8B"/>
    </inkml:brush>
  </inkml:definitions>
  <inkml:trace contextRef="#ctx0" brushRef="#br0">152 19 2761 0 0,'-3'0'421'0'0,"1"-1"1"0"0,-1 1 0 0 0,1-1 0 0 0,-1 0 0 0 0,1 1 0 0 0,-1-1 0 0 0,1 0 0 0 0,0 0 0 0 0,-5-3 0 0 0,6 3-260 0 0,0 0 1 0 0,0 0-1 0 0,-1 1 1 0 0,1-1-1 0 0,0 0 1 0 0,0 1 0 0 0,-1-1-1 0 0,1 1 1 0 0,0-1-1 0 0,-1 1 1 0 0,1-1 0 0 0,-1 1-1 0 0,1 0 1 0 0,0 0-1 0 0,-1 0 1 0 0,1 0-1 0 0,-1 0 1 0 0,1 0 0 0 0,-1 0-1 0 0,1 0 1 0 0,0 1-1 0 0,-1-1 1 0 0,1 0-1 0 0,-1 1 1 0 0,1-1 0 0 0,0 1-1 0 0,0 0 1 0 0,-1-1-1 0 0,1 1 1 0 0,0 0-1 0 0,0 0 1 0 0,0 0 0 0 0,0 0-1 0 0,0 0 1 0 0,0 0-1 0 0,0 0 1 0 0,-1 1-1 0 0,-7 10 37 0 0,1-1-1 0 0,0 2 0 0 0,1-1 0 0 0,0 1 0 0 0,1 0 0 0 0,0 0 0 0 0,2 0 0 0 0,-1 1 0 0 0,1 0 1 0 0,1 0-1 0 0,1 0 0 0 0,0 0 0 0 0,0 1 0 0 0,2-1 0 0 0,0 0 0 0 0,0 1 0 0 0,2-1 0 0 0,-1 0 0 0 0,2 1 1 0 0,0-1-1 0 0,9 25 0 0 0,-9-33-103 0 0,-1 0 1 0 0,1 0 0 0 0,0-1-1 0 0,1 1 1 0 0,0-1 0 0 0,-1 0-1 0 0,2 0 1 0 0,-1 0 0 0 0,1 0-1 0 0,-1-1 1 0 0,1 1 0 0 0,0-1-1 0 0,1-1 1 0 0,-1 1 0 0 0,1-1-1 0 0,-1 0 1 0 0,1 0 0 0 0,0-1-1 0 0,0 1 1 0 0,0-1 0 0 0,10 1-1 0 0,-8-1-135 0 0,1-2-1 0 0,-1 1 1 0 0,1-1-1 0 0,0-1 0 0 0,-1 1 1 0 0,1-1-1 0 0,-1-1 1 0 0,0 0-1 0 0,1 0 0 0 0,-1 0 1 0 0,0-1-1 0 0,0-1 1 0 0,0 1-1 0 0,-1-1 0 0 0,13-9 1 0 0,-13 9-304 0 0,-1-1-1 0 0,1-1 1 0 0,-1 1 0 0 0,-1-1 0 0 0,1 0 0 0 0,6-9 0 0 0,11-25-4319 0 0,-19 32 3254 0 0</inkml:trace>
</inkml:ink>
</file>

<file path=ppt/ink/ink1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0.343"/>
    </inkml:context>
    <inkml:brush xml:id="br0">
      <inkml:brushProperty name="width" value="0.1" units="cm"/>
      <inkml:brushProperty name="height" value="0.1" units="cm"/>
      <inkml:brushProperty name="color" value="#004F8B"/>
    </inkml:brush>
  </inkml:definitions>
  <inkml:trace contextRef="#ctx0" brushRef="#br0">1 1 3209 0 0,'10'4'14652'0'0,"-5"6"-16262"0"0,0 2 2213 0 0,8 23 1104 0 0,28 52-1 0 0,-36-78-1695 0 0,1 0 1 0 0,0 0-1 0 0,0-1 1 0 0,1 1-1 0 0,0-1 0 0 0,0-1 1 0 0,1 1-1 0 0,0-2 1 0 0,1 1-1 0 0,11 7 0 0 0,-18-13-156 0 0,-1 0-1 0 0,0-1 1 0 0,0 1-1 0 0,0-1 1 0 0,0 0-1 0 0,1 1 1 0 0,-1-1-1 0 0,0 0 1 0 0,0 1-1 0 0,1-1 1 0 0,-1 0-1 0 0,0 0 1 0 0,1 0-1 0 0,-1 0 1 0 0,0 0-1 0 0,0-1 1 0 0,1 1-1 0 0,-1 0 0 0 0,0-1 1 0 0,0 1-1 0 0,0 0 1 0 0,1-1-1 0 0,-1 0 1 0 0,2 0-1 0 0,-1-1-412 0 0,0 0 0 0 0,0 0 0 0 0,1 0 0 0 0,-2 0 0 0 0,1 0 0 0 0,0-1 0 0 0,0 1 0 0 0,-1-1 0 0 0,3-3 0 0 0</inkml:trace>
</inkml:ink>
</file>

<file path=ppt/ink/ink1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0.753"/>
    </inkml:context>
    <inkml:brush xml:id="br0">
      <inkml:brushProperty name="width" value="0.1" units="cm"/>
      <inkml:brushProperty name="height" value="0.1" units="cm"/>
      <inkml:brushProperty name="color" value="#004F8B"/>
    </inkml:brush>
  </inkml:definitions>
  <inkml:trace contextRef="#ctx0" brushRef="#br0">1 114 5529 0 0,'10'-7'435'0'0,"0"0"0"0"0,-1-1 0 0 0,0 0 0 0 0,0-1 0 0 0,-1 0 0 0 0,0 0 0 0 0,9-15 0 0 0,-3 1-3260 0 0,-10 14 1738 0 0</inkml:trace>
</inkml:ink>
</file>

<file path=ppt/ink/ink1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0.962"/>
    </inkml:context>
    <inkml:brush xml:id="br0">
      <inkml:brushProperty name="width" value="0.1" units="cm"/>
      <inkml:brushProperty name="height" value="0.1" units="cm"/>
      <inkml:brushProperty name="color" value="#004F8B"/>
    </inkml:brush>
  </inkml:definitions>
  <inkml:trace contextRef="#ctx0" brushRef="#br0">40 5 6913 0 0,'-1'-1'122'0'0,"0"1"0"0"0,0-1 0 0 0,0 1 0 0 0,0-1 0 0 0,0 1 0 0 0,0 0 0 0 0,0-1 0 0 0,0 1 0 0 0,-1 0-1 0 0,1 0 1 0 0,0 0 0 0 0,0 0 0 0 0,0 0 0 0 0,0 0 0 0 0,0 0 0 0 0,0 0 0 0 0,0 0 0 0 0,0 0 0 0 0,0 1 0 0 0,0-1-1 0 0,0 0 1 0 0,0 1 0 0 0,0-1 0 0 0,0 1 0 0 0,0-1 0 0 0,0 1 0 0 0,0 0 0 0 0,0-1 0 0 0,0 1 0 0 0,1 0-1 0 0,-1 0 1 0 0,0-1 0 0 0,0 1 0 0 0,1 0 0 0 0,-1 0 0 0 0,1 0 0 0 0,-1 0 0 0 0,1 0 0 0 0,-1 0 0 0 0,1 0-1 0 0,-1 0 1 0 0,1 0 0 0 0,0 0 0 0 0,0 0 0 0 0,-1 0 0 0 0,1 0 0 0 0,0 2 0 0 0,0 2 474 0 0,0 1 0 0 0,0 0-1 0 0,0 0 1 0 0,1 0 0 0 0,0 0 0 0 0,0 0 0 0 0,3 7 0 0 0,14 44 1337 0 0,-8-21-1072 0 0,19 42-1 0 0,-24-67-1471 0 0,1 1 0 0 0,0-1 0 0 0,1 0 0 0 0,9 11 0 0 0,-2-6-508 0 0</inkml:trace>
</inkml:ink>
</file>

<file path=ppt/ink/ink1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1.359"/>
    </inkml:context>
    <inkml:brush xml:id="br0">
      <inkml:brushProperty name="width" value="0.1" units="cm"/>
      <inkml:brushProperty name="height" value="0.1" units="cm"/>
      <inkml:brushProperty name="color" value="#004F8B"/>
    </inkml:brush>
  </inkml:definitions>
  <inkml:trace contextRef="#ctx0" brushRef="#br0">1 84 3681 0 0,'2'-2'702'0'0,"0"0"-1"0"0,0 1 1 0 0,1-1 0 0 0,-1 1 0 0 0,1-1 0 0 0,0 1 0 0 0,-1 0-1 0 0,1 0 1 0 0,0 0 0 0 0,0 0 0 0 0,3 0 0 0 0,-1 1-474 0 0,0 0 1 0 0,0 1-1 0 0,0 0 1 0 0,0 0-1 0 0,0 0 1 0 0,-1 0-1 0 0,1 1 1 0 0,0 0-1 0 0,-1 0 1 0 0,1 0-1 0 0,-1 0 1 0 0,0 1-1 0 0,1 0 1 0 0,-1 0-1 0 0,-1 0 1 0 0,1 0-1 0 0,0 1 1 0 0,-1-1-1 0 0,1 1 1 0 0,4 7-1 0 0,-1-1-88 0 0,0 1 1 0 0,0-1-1 0 0,-1 2 0 0 0,-1-1 0 0 0,0 1 0 0 0,0-1 0 0 0,3 15 1 0 0,-25-45 1383 0 0,15 11-1574 0 0,-1-1-1 0 0,1 1 1 0 0,0-1 0 0 0,1 0-1 0 0,0 1 1 0 0,0-1 0 0 0,1 0-1 0 0,1-15 1 0 0,1 8-987 0 0,0 1-1 0 0,1-1 1 0 0,1 1-1 0 0,6-17 1 0 0,-3 16-4156 0 0</inkml:trace>
</inkml:ink>
</file>

<file path=ppt/ink/ink1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1.703"/>
    </inkml:context>
    <inkml:brush xml:id="br0">
      <inkml:brushProperty name="width" value="0.1" units="cm"/>
      <inkml:brushProperty name="height" value="0.1" units="cm"/>
      <inkml:brushProperty name="color" value="#004F8B"/>
    </inkml:brush>
  </inkml:definitions>
  <inkml:trace contextRef="#ctx0" brushRef="#br0">0 146 6913 0 0,'0'-1'118'0'0,"3"-2"1404"0"0,-3 3-1405 0 0,0-1 0 0 0,1 1 0 0 0,-1 0 0 0 0,0 0 0 0 0,0 0 0 0 0,1 0 0 0 0,-1 0 0 0 0,0-1 1 0 0,1 1-1 0 0,-1 0 0 0 0,0 0 0 0 0,1 0 0 0 0,-1 0 0 0 0,0 0 0 0 0,1 0 0 0 0,-1 0 0 0 0,0 0 0 0 0,1 0 0 0 0,-1 0 1 0 0,0 0-1 0 0,1 1 0 0 0,-1-1 0 0 0,0 0 0 0 0,1 0 0 0 0,-1 0 0 0 0,0 0 0 0 0,2 1 469 0 0,-2 0-469 0 0,16 7 2117 0 0,-9-3-2257 0 0,-1 0 377 0 0,0 0 0 0 0,0 0 0 0 0,-1 0 0 0 0,0 1 0 0 0,0 0 1 0 0,0 0-1 0 0,-1 1 0 0 0,7 11 0 0 0,-6-9-27 0 0,1 0 1 0 0,0 0-1 0 0,10 9 0 0 0,-11-12-309 0 0,6 3 745 0 0,-11-9-732 0 0,1-1-1 0 0,-1 1 0 0 0,0-1 0 0 0,1 1 0 0 0,-1-1 1 0 0,0 1-1 0 0,1 0 0 0 0,-1-1 0 0 0,0 1 0 0 0,1-1 1 0 0,-1 1-1 0 0,0-1 0 0 0,0 0 0 0 0,0 1 0 0 0,0-1 1 0 0,1 1-1 0 0,-1-1 0 0 0,0 1 0 0 0,0-1 0 0 0,0 1 1 0 0,0-1-1 0 0,0 0 0 0 0,0 1 0 0 0,-1-2 0 0 0,4-20-28 0 0,1 0-1 0 0,1 0 0 0 0,1 0 1 0 0,16-40-1 0 0,22-32-7611 0 0,-34 74 1971 0 0</inkml:trace>
</inkml:ink>
</file>

<file path=ppt/ink/ink1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2.386"/>
    </inkml:context>
    <inkml:brush xml:id="br0">
      <inkml:brushProperty name="width" value="0.1" units="cm"/>
      <inkml:brushProperty name="height" value="0.1" units="cm"/>
      <inkml:brushProperty name="color" value="#004F8B"/>
    </inkml:brush>
  </inkml:definitions>
  <inkml:trace contextRef="#ctx0" brushRef="#br0">47 291 7714 0 0,'4'-3'150'0'0,"0"0"1"0"0,0 0-1 0 0,0 0 1 0 0,-1 0-1 0 0,0-1 1 0 0,1 0-1 0 0,-1 1 1 0 0,0-1-1 0 0,-1 0 1 0 0,1-1-1 0 0,-1 1 0 0 0,0 0 1 0 0,0-1-1 0 0,0 1 1 0 0,0-1-1 0 0,-1 0 1 0 0,0 1-1 0 0,0-1 1 0 0,0 0-1 0 0,0 0 1 0 0,-1-7-1 0 0,0 6 30 0 0,1 0-1 0 0,-1 1 0 0 0,-1-1 0 0 0,1 0 1 0 0,-1 0-1 0 0,0 0 0 0 0,0 1 0 0 0,-1-1 1 0 0,1 0-1 0 0,-1 1 0 0 0,-1-1 0 0 0,1 1 1 0 0,-1 0-1 0 0,0 0 0 0 0,0 0 1 0 0,0 0-1 0 0,-8-7 0 0 0,11 11-185 0 0,-1 1 0 0 0,1-1 0 0 0,-1 1 1 0 0,0-1-1 0 0,0 1 0 0 0,1-1 0 0 0,-1 1 0 0 0,0 0 0 0 0,0-1 0 0 0,1 1 1 0 0,-1 0-1 0 0,0 0 0 0 0,0-1 0 0 0,0 1 0 0 0,1 0 0 0 0,-1 0 0 0 0,0 0 1 0 0,0 0-1 0 0,0 0 0 0 0,1 0 0 0 0,-1 1 0 0 0,0-1 0 0 0,0 0 0 0 0,0 0 1 0 0,-1 1-1 0 0,0 0-29 0 0,0 0-1 0 0,0 1 1 0 0,0-1 0 0 0,0 1 0 0 0,1-1 0 0 0,-1 1 0 0 0,0-1 0 0 0,1 1-1 0 0,-3 3 1 0 0,1-1-48 0 0,1 0 0 0 0,-1 1 0 0 0,0-1-1 0 0,1 1 1 0 0,0 0 0 0 0,0 0 0 0 0,-2 10-1 0 0,4-11 8 0 0,-1-1 0 0 0,2 1 0 0 0,-1 0 0 0 0,0 0 0 0 0,1 0 0 0 0,-1 0 0 0 0,1 0-1 0 0,0 0 1 0 0,0-1 0 0 0,1 1 0 0 0,-1 0 0 0 0,1-1 0 0 0,0 1 0 0 0,0-1 0 0 0,0 0 0 0 0,0 1-1 0 0,6 5 1 0 0,-4-5 49 0 0,1 1 0 0 0,0-1 0 0 0,0 0-1 0 0,1-1 1 0 0,-1 1 0 0 0,1-1 0 0 0,0 0 0 0 0,0 0-1 0 0,0-1 1 0 0,10 3 0 0 0,-9-3 19 0 0,-1 0 1 0 0,1-1 0 0 0,0 0-1 0 0,0-1 1 0 0,0 1-1 0 0,0-1 1 0 0,1-1-1 0 0,-1 1 1 0 0,12-4-1 0 0,-15 3-32 0 0,0 0-1 0 0,0 0 0 0 0,0-1 0 0 0,0 0 0 0 0,0 1 0 0 0,-1-1 0 0 0,1-1 0 0 0,-1 1 0 0 0,1-1 0 0 0,-1 1 1 0 0,0-1-1 0 0,0 0 0 0 0,0 0 0 0 0,0 0 0 0 0,0 0 0 0 0,3-6 0 0 0,39-81-243 0 0,-22 42 4096 0 0,-22 62-257 0 0,15 32-3105 0 0,-12-37-466 0 0,0 0 1 0 0,1-1 0 0 0,1 1 0 0 0,-1-1 0 0 0,1 0 0 0 0,1 0-1 0 0,0-1 1 0 0,0 0 0 0 0,0 0 0 0 0,16 11 0 0 0,-22-18-6 0 0,0 0-1 0 0,-1 0 1 0 0,1 0 0 0 0,0 0-1 0 0,0 0 1 0 0,-1 0 0 0 0,1 0 0 0 0,0 0-1 0 0,0 0 1 0 0,-1 0 0 0 0,1 0 0 0 0,0 0-1 0 0,0-1 1 0 0,-1 1 0 0 0,1 0 0 0 0,0 0-1 0 0,-1-1 1 0 0,1 1 0 0 0,0-1-1 0 0,-1 1 1 0 0,1 0 0 0 0,-1-1 0 0 0,1 0-1 0 0,0 1 1 0 0,-1-1 0 0 0,1 1 0 0 0,-1-1-1 0 0,0 1 1 0 0,1-1 0 0 0,-1 0-1 0 0,1 1 1 0 0,-1-1 0 0 0,1-1 0 0 0,14-28-115 0 0,-13 25 116 0 0,22-62-39 0 0,-19 51 194 0 0,0 0 0 0 0,1 1 0 0 0,0-1 1 0 0,2 1-1 0 0,14-23 0 0 0,-21 37-103 0 0,-1 1 1 0 0,0-1-1 0 0,0 1 0 0 0,0 0 0 0 0,1-1 0 0 0,-1 1 1 0 0,0-1-1 0 0,1 1 0 0 0,-1-1 0 0 0,0 1 0 0 0,1 0 1 0 0,-1-1-1 0 0,1 1 0 0 0,-1 0 0 0 0,0 0 0 0 0,1-1 1 0 0,-1 1-1 0 0,1 0 0 0 0,-1 0 0 0 0,1 0 0 0 0,-1-1 1 0 0,1 1-1 0 0,-1 0 0 0 0,1 0 0 0 0,-1 0 0 0 0,1 0 1 0 0,-1 0-1 0 0,1 0 0 0 0,-1 0 0 0 0,1 0 0 0 0,-1 0 0 0 0,1 0 1 0 0,0 0-1 0 0,6 17 432 0 0,-3 32-349 0 0,-4-43-63 0 0,0 1-227 0 0,0-1 0 0 0,1 0 0 0 0,0 1 0 0 0,1-1 0 0 0,2 10 0 0 0,-3-15-59 0 0,-1 1-1 0 0,1 0 1 0 0,0-1 0 0 0,0 1-1 0 0,0-1 1 0 0,0 1-1 0 0,0-1 1 0 0,0 1-1 0 0,0-1 1 0 0,0 0-1 0 0,1 0 1 0 0,-1 1-1 0 0,1-1 1 0 0,-1 0 0 0 0,1 0-1 0 0,-1 0 1 0 0,1-1-1 0 0,-1 1 1 0 0,1 0-1 0 0,0-1 1 0 0,-1 1-1 0 0,1-1 1 0 0,0 1 0 0 0,2-1-1 0 0,8 1-4595 0 0</inkml:trace>
</inkml:ink>
</file>

<file path=ppt/ink/ink1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2.591"/>
    </inkml:context>
    <inkml:brush xml:id="br0">
      <inkml:brushProperty name="width" value="0.1" units="cm"/>
      <inkml:brushProperty name="height" value="0.1" units="cm"/>
      <inkml:brushProperty name="color" value="#004F8B"/>
    </inkml:brush>
  </inkml:definitions>
  <inkml:trace contextRef="#ctx0" brushRef="#br0">14 6 3225 0 0,'-9'-6'5876'0'0,"6"27"-843"0"0,2-11-5572 0 0,1 10 1090 0 0,1 1 1 0 0,0-1-1 0 0,2 0 0 0 0,1 0 0 0 0,0 0 1 0 0,1-1-1 0 0,1 0 0 0 0,1 0 1 0 0,14 28-1 0 0,8 6-2763 0 0,64 91-1 0 0,-82-128 965 0 0</inkml:trace>
</inkml:ink>
</file>

<file path=ppt/ink/ink1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2.750"/>
    </inkml:context>
    <inkml:brush xml:id="br0">
      <inkml:brushProperty name="width" value="0.1" units="cm"/>
      <inkml:brushProperty name="height" value="0.1" units="cm"/>
      <inkml:brushProperty name="color" value="#004F8B"/>
    </inkml:brush>
  </inkml:definitions>
  <inkml:trace contextRef="#ctx0" brushRef="#br0">27 73 3225 0 0,'-25'-9'1650'0'0,"23"2"1349"0"0,15-3-1428 0 0,54-14-2976 0 0,-26 11 1287 0 0,-18 3 118 0 0</inkml:trace>
</inkml:ink>
</file>

<file path=ppt/ink/ink1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4.273"/>
    </inkml:context>
    <inkml:brush xml:id="br0">
      <inkml:brushProperty name="width" value="0.1" units="cm"/>
      <inkml:brushProperty name="height" value="0.1" units="cm"/>
      <inkml:brushProperty name="color" value="#004F8B"/>
    </inkml:brush>
  </inkml:definitions>
  <inkml:trace contextRef="#ctx0" brushRef="#br0">1 46 6449 0 0,'1'-7'517'0'0,"0"4"-227"0"0,-1-1 0 0 0,1 1 1 0 0,-1 0-1 0 0,1 0 0 0 0,0 0 0 0 0,0 0 1 0 0,1 1-1 0 0,-1-1 0 0 0,1 0 0 0 0,-1 0 1 0 0,3-3-1 0 0,-3 7-186 0 0,-1-1-1 0 0,1 0 1 0 0,-1 1 0 0 0,1-1-1 0 0,-1 0 1 0 0,1 1 0 0 0,-1-1-1 0 0,1 0 1 0 0,-1 1 0 0 0,0-1 0 0 0,1 1-1 0 0,-1-1 1 0 0,0 0 0 0 0,1 1-1 0 0,-1-1 1 0 0,0 1 0 0 0,0 0-1 0 0,1-1 1 0 0,-1 1 0 0 0,0-1 0 0 0,0 1-1 0 0,0-1 1 0 0,0 1 0 0 0,0-1-1 0 0,0 1 1 0 0,0 1 0 0 0,6 20 973 0 0,-6-21-855 0 0,43 194 4229 0 0,11-3-6945 0 0,-49-176 1291 0 0,-2-1-192 0 0</inkml:trace>
</inkml:ink>
</file>

<file path=ppt/ink/ink1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4.622"/>
    </inkml:context>
    <inkml:brush xml:id="br0">
      <inkml:brushProperty name="width" value="0.1" units="cm"/>
      <inkml:brushProperty name="height" value="0.1" units="cm"/>
      <inkml:brushProperty name="color" value="#004F8B"/>
    </inkml:brush>
  </inkml:definitions>
  <inkml:trace contextRef="#ctx0" brushRef="#br0">0 116 4609 0 0,'8'1'203'0'0,"-1"0"-1"0"0,1-1 1 0 0,-1 0-1 0 0,1-1 1 0 0,-1 0 0 0 0,1 0-1 0 0,-1-1 1 0 0,0 1-1 0 0,0-2 1 0 0,12-4 0 0 0,-3 2 114 0 0,88-36 2526 0 0,-72 26-1466 0 0,65-19 0 0 0,-92 33-1906 0 0,0-1 776 0 0,-1 1 1 0 0,1 0-1 0 0,-1 1 1 0 0,1-1 0 0 0,-1 1-1 0 0,1 0 1 0 0,-1 0-1 0 0,9 1 1 0 0,-8 0-368 0 0</inkml:trace>
</inkml:ink>
</file>

<file path=ppt/ink/ink1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4.971"/>
    </inkml:context>
    <inkml:brush xml:id="br0">
      <inkml:brushProperty name="width" value="0.1" units="cm"/>
      <inkml:brushProperty name="height" value="0.1" units="cm"/>
      <inkml:brushProperty name="color" value="#004F8B"/>
    </inkml:brush>
  </inkml:definitions>
  <inkml:trace contextRef="#ctx0" brushRef="#br0">103 1 5529 0 0,'-5'5'522'0'0,"0"0"1"0"0,0 0-1 0 0,1 0 0 0 0,0 1 0 0 0,0-1 0 0 0,0 1 0 0 0,0 0 1 0 0,-3 11-1 0 0,3-10 143 0 0,2-3-365 0 0,0 0 0 0 0,0 1 0 0 0,1-1 0 0 0,-1 0-1 0 0,1 1 1 0 0,0-1 0 0 0,0 1 0 0 0,1-1 0 0 0,-1 1-1 0 0,1 0 1 0 0,0-1 0 0 0,1 1 0 0 0,-1-1 0 0 0,1 1-1 0 0,-1-1 1 0 0,2 1 0 0 0,-1-1 0 0 0,0 1 0 0 0,4 6-1 0 0,-4-8-232 0 0,1-1 0 0 0,0 1 0 0 0,0 0 0 0 0,0-1 0 0 0,0 0 0 0 0,0 1 0 0 0,0-1 0 0 0,1 0 0 0 0,-1 0 0 0 0,1 0 0 0 0,-1 0 0 0 0,1-1 0 0 0,0 1 0 0 0,0-1 0 0 0,0 1 0 0 0,0-1 0 0 0,0 0 0 0 0,0 0 0 0 0,0-1 0 0 0,0 1 0 0 0,0-1 0 0 0,0 1 0 0 0,0-1 0 0 0,0 0 0 0 0,1 0 0 0 0,-1 0 0 0 0,0-1 0 0 0,0 1 0 0 0,4-2 0 0 0,-4 2-46 0 0,-1 0-1 0 0,1-1 1 0 0,-1 1-1 0 0,0-1 1 0 0,1 0 0 0 0,-1 0-1 0 0,0 0 1 0 0,0 0-1 0 0,1 0 1 0 0,-1 0-1 0 0,0-1 1 0 0,0 1 0 0 0,0-1-1 0 0,-1 1 1 0 0,1-1-1 0 0,0 0 1 0 0,-1 0 0 0 0,1 0-1 0 0,-1 0 1 0 0,1 0-1 0 0,-1 0 1 0 0,0 0-1 0 0,0 0 1 0 0,0 0 0 0 0,0-1-1 0 0,0 1 1 0 0,0 0-1 0 0,-1-1 1 0 0,1 1 0 0 0,-1 0-1 0 0,0-1 1 0 0,0 1-1 0 0,0-1 1 0 0,0 1-1 0 0,0-1 1 0 0,0 1 0 0 0,-1-4-1 0 0,0 1 17 0 0,0 1 0 0 0,-1-1 0 0 0,1 1 0 0 0,-1-1 0 0 0,0 1 0 0 0,0 0 0 0 0,-1 0-1 0 0,1 0 1 0 0,-1 0 0 0 0,0 0 0 0 0,0 1 0 0 0,0-1 0 0 0,0 1 0 0 0,-1 0 0 0 0,1 0 0 0 0,-1 0 0 0 0,0 0 0 0 0,0 1-1 0 0,-5-3 1 0 0,4 3-288 0 0,1 1-1 0 0,0 0 0 0 0,-1 0 1 0 0,1 0-1 0 0,-1 0 0 0 0,1 1 1 0 0,-1 0-1 0 0,1 0 0 0 0,-1 0 1 0 0,1 1-1 0 0,-1-1 0 0 0,1 1 1 0 0,-1 0-1 0 0,1 0 0 0 0,0 1 1 0 0,-6 2-1 0 0,7-3 71 0 0,0 1-1 0 0,0-1 0 0 0,0 1 1 0 0,0-1-1 0 0,0 1 1 0 0,1 0-1 0 0,-1 0 0 0 0,1 1 1 0 0,0-1-1 0 0,-1 0 1 0 0,1 1-1 0 0,0 0 0 0 0,0-1 1 0 0,1 1-1 0 0,-1 0 1 0 0,0 0-1 0 0,1 0 0 0 0,0 0 1 0 0,0 0-1 0 0,0 0 1 0 0,0 0-1 0 0,0 0 0 0 0,0 5 1 0 0,2 2 128 0 0</inkml:trace>
</inkml:ink>
</file>

<file path=ppt/ink/ink1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5.418"/>
    </inkml:context>
    <inkml:brush xml:id="br0">
      <inkml:brushProperty name="width" value="0.1" units="cm"/>
      <inkml:brushProperty name="height" value="0.1" units="cm"/>
      <inkml:brushProperty name="color" value="#004F8B"/>
    </inkml:brush>
  </inkml:definitions>
  <inkml:trace contextRef="#ctx0" brushRef="#br0">1 45 5985 0 0,'0'3'444'0'0,"1"-1"0"0"0,0 1 1 0 0,0-1-1 0 0,1 1 0 0 0,-1-1 0 0 0,0 1 0 0 0,1-1 0 0 0,-1 0 0 0 0,4 3 0 0 0,40 36 4066 0 0,52 44-205 0 0,-97-84-4289 0 0,1-1-1 0 0,0 1 0 0 0,-1 0 0 0 0,1-1 0 0 0,0 1 1 0 0,-1-1-1 0 0,1 1 0 0 0,0-1 0 0 0,0 1 0 0 0,0-1 1 0 0,0 1-1 0 0,0-1 0 0 0,-1 0 0 0 0,1 0 1 0 0,0 1-1 0 0,0-1 0 0 0,0 0 0 0 0,0 0 0 0 0,0 0 1 0 0,0 0-1 0 0,0 0 0 0 0,0 0 0 0 0,0 0 0 0 0,1-1 1 0 0,-1 1 26 0 0,0-1 0 0 0,-1 0 0 0 0,1 0 0 0 0,0 1 0 0 0,-1-1 0 0 0,1 0 0 0 0,0 0 0 0 0,-1 0 0 0 0,1 0 0 0 0,-1 0 0 0 0,1 0 0 0 0,-1 0 0 0 0,0 0 0 0 0,1 0 0 0 0,-1 0 0 0 0,0 0 0 0 0,0 0 0 0 0,0-1 0 0 0,1-10 346 0 0,0-1-1 0 0,-1 1 0 0 0,-2-14 0 0 0,1 13-239 0 0,-1-8-634 0 0,0-27-2165 0 0,2 46 2510 0 0,0-1 1 0 0,0 1 0 0 0,1-1 0 0 0,-1 1-1 0 0,1 0 1 0 0,-1-1 0 0 0,1 1 0 0 0,0 0-1 0 0,0 0 1 0 0,0 0 0 0 0,0-1 0 0 0,0 1-1 0 0,0 0 1 0 0,1 0 0 0 0,2-3 0 0 0,2 2-1945 0 0</inkml:trace>
</inkml:ink>
</file>

<file path=ppt/ink/ink1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5.736"/>
    </inkml:context>
    <inkml:brush xml:id="br0">
      <inkml:brushProperty name="width" value="0.1" units="cm"/>
      <inkml:brushProperty name="height" value="0.1" units="cm"/>
      <inkml:brushProperty name="color" value="#004F8B"/>
    </inkml:brush>
  </inkml:definitions>
  <inkml:trace contextRef="#ctx0" brushRef="#br0">104 2 2761 0 0,'-21'-1'3674'0'0,"17"2"-3301"0"0,0 1 0 0 0,0-1 0 0 0,0 1 1 0 0,1 1-1 0 0,-1-1 0 0 0,0 0 0 0 0,1 1 1 0 0,-1 0-1 0 0,1 0 0 0 0,0 0 0 0 0,0 0 0 0 0,0 0 1 0 0,1 1-1 0 0,-1-1 0 0 0,1 1 0 0 0,-1 0 1 0 0,1 0-1 0 0,1 0 0 0 0,-3 5 0 0 0,0 0-164 0 0,1 0-1 0 0,0 1 0 0 0,0-1 1 0 0,1 0-1 0 0,0 1 0 0 0,1 0 1 0 0,-1 16-1 0 0,2-22-190 0 0,1-1 0 0 0,-1 1 0 0 0,1 0 0 0 0,-1-1 0 0 0,1 1 1 0 0,0-1-1 0 0,0 1 0 0 0,1-1 0 0 0,-1 0 0 0 0,1 1 0 0 0,0-1 0 0 0,0 0 0 0 0,0 0 0 0 0,0 0 0 0 0,0 0 0 0 0,0 0 1 0 0,1-1-1 0 0,0 1 0 0 0,-1-1 0 0 0,1 0 0 0 0,0 1 0 0 0,0-1 0 0 0,0 0 0 0 0,1-1 0 0 0,-1 1 0 0 0,5 1 0 0 0,-6-2 1 0 0,1-1 0 0 0,0 1-1 0 0,1-1 1 0 0,-1 1 0 0 0,0-1-1 0 0,0 0 1 0 0,0 0 0 0 0,0-1-1 0 0,0 1 1 0 0,0-1 0 0 0,0 1-1 0 0,0-1 1 0 0,0 0 0 0 0,0 0-1 0 0,-1 0 1 0 0,1-1 0 0 0,0 1-1 0 0,0 0 1 0 0,-1-1 0 0 0,1 0-1 0 0,-1 0 1 0 0,0 0 0 0 0,1 0-1 0 0,-1 0 1 0 0,0 0 0 0 0,0-1-1 0 0,0 1 1 0 0,-1-1 0 0 0,1 1-1 0 0,0-1 1 0 0,1-4 0 0 0,0 1-56 0 0,0-1 0 0 0,-1 1 1 0 0,0-1-1 0 0,0 0 1 0 0,-1 0-1 0 0,1 0 1 0 0,-2 0-1 0 0,1 0 0 0 0,-1 0 1 0 0,0 0-1 0 0,0 0 1 0 0,-1 0-1 0 0,0 0 1 0 0,0 0-1 0 0,0 0 1 0 0,-1 0-1 0 0,-1 0 0 0 0,1 1 1 0 0,-1-1-1 0 0,0 1 1 0 0,0-1-1 0 0,-1 1 1 0 0,-5-8-1 0 0,-6 6-1930 0 0</inkml:trace>
</inkml:ink>
</file>

<file path=ppt/ink/ink1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5.988"/>
    </inkml:context>
    <inkml:brush xml:id="br0">
      <inkml:brushProperty name="width" value="0.1" units="cm"/>
      <inkml:brushProperty name="height" value="0.1" units="cm"/>
      <inkml:brushProperty name="color" value="#004F8B"/>
    </inkml:brush>
  </inkml:definitions>
  <inkml:trace contextRef="#ctx0" brushRef="#br0">4 53 3681 0 0,'5'-15'-1230'0'0,"9"-23"9604"0"0,-19 59-4580 0 0,0-1-3284 0 0,0 1 0 0 0,2 0 0 0 0,0 1 0 0 0,2-1 1 0 0,0 0-1 0 0,1 1 0 0 0,4 23 0 0 0,0-16-924 0 0,2-1 0 0 0,1 0 1 0 0,1 0-1 0 0,21 48 1 0 0,-16-45-5577 0 0</inkml:trace>
</inkml:ink>
</file>

<file path=ppt/ink/ink1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6.305"/>
    </inkml:context>
    <inkml:brush xml:id="br0">
      <inkml:brushProperty name="width" value="0.1" units="cm"/>
      <inkml:brushProperty name="height" value="0.1" units="cm"/>
      <inkml:brushProperty name="color" value="#004F8B"/>
    </inkml:brush>
  </inkml:definitions>
  <inkml:trace contextRef="#ctx0" brushRef="#br0">14 1 5985 0 0,'-9'2'4917'0'0,"8"-1"-4788"0"0,-2 15 2501 0 0,3 16-1 0 0,3-1-1710 0 0,2 0 0 0 0,2 1 1 0 0,13 39-1 0 0,40 87-2290 0 0,-48-129-5294 0 0</inkml:trace>
</inkml:ink>
</file>

<file path=ppt/ink/ink1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6.797"/>
    </inkml:context>
    <inkml:brush xml:id="br0">
      <inkml:brushProperty name="width" value="0.1" units="cm"/>
      <inkml:brushProperty name="height" value="0.1" units="cm"/>
      <inkml:brushProperty name="color" value="#004F8B"/>
    </inkml:brush>
  </inkml:definitions>
  <inkml:trace contextRef="#ctx0" brushRef="#br0">0 136 2761 0 0,'14'-3'567'0'0,"0"-1"0"0"0,0 0 1 0 0,26-12-1 0 0,-3 2 76 0 0,206-62 2710 0 0,-246 79-3235 0 0,0-1 0 0 0,-1 1 0 0 0,2-1 0 0 0,-1 1 0 0 0,0 0 0 0 0,0 0 0 0 0,1 0 0 0 0,0 0 0 0 0,-1 1 0 0 0,1-1 0 0 0,-3 8 0 0 0,3-8-21 0 0,1 0 0 0 0,-1 0 0 0 0,1 1 1 0 0,-1-1-1 0 0,1 0 0 0 0,0 1 0 0 0,1-1 0 0 0,-1 1 0 0 0,0 0 0 0 0,1-1 0 0 0,0 1 0 0 0,0-1 0 0 0,0 1 0 0 0,1 5 1 0 0,-1-8-93 0 0,1-1 1 0 0,-1 1-1 0 0,1 0 1 0 0,0-1-1 0 0,-1 1 1 0 0,1 0-1 0 0,0-1 1 0 0,-1 1 0 0 0,1-1-1 0 0,0 0 1 0 0,-1 1-1 0 0,1-1 1 0 0,0 1-1 0 0,0-1 1 0 0,0 0 0 0 0,0 0-1 0 0,-1 0 1 0 0,1 1-1 0 0,0-1 1 0 0,0 0-1 0 0,0 0 1 0 0,0 0-1 0 0,0 0 1 0 0,-1 0 0 0 0,1 0-1 0 0,0-1 1 0 0,0 1-1 0 0,0 0 1 0 0,0 0-1 0 0,-1 0 1 0 0,1-1-1 0 0,0 1 1 0 0,0-1 0 0 0,-1 1-1 0 0,1 0 1 0 0,0-1-1 0 0,0 0 1 0 0,-1 1-1 0 0,2-2 1 0 0,28-20-581 0 0,-27 18 335 0 0,0 0 0 0 0,0 0 0 0 0,-1 0 0 0 0,1-1 0 0 0,-1 1 0 0 0,0-1 0 0 0,0 1 0 0 0,-1-1 0 0 0,2-6 0 0 0,-2 7 429 0 0,1-1 0 0 0,-1 0-1 0 0,1 1 1 0 0,0-1 0 0 0,0 1-1 0 0,0 0 1 0 0,1-1 0 0 0,-1 1-1 0 0,5-4 1 0 0,-7 8-99 0 0,1 1 0 0 0,-1-1 0 0 0,1 0 0 0 0,-1 1 0 0 0,1 0 0 0 0,-1-1-1 0 0,1 1 1 0 0,-1-1 0 0 0,0 1 0 0 0,1-1 0 0 0,-1 1 0 0 0,0 0 0 0 0,0-1 0 0 0,1 1 0 0 0,-1 0 0 0 0,0-1 0 0 0,0 1 0 0 0,0 0-1 0 0,0-1 1 0 0,0 1 0 0 0,0 0 0 0 0,0-1 0 0 0,0 1 0 0 0,0 0 0 0 0,3 22 400 0 0,-3-8-722 0 0,1 1 1 0 0,0-1-1 0 0,1 1 0 0 0,1-1 0 0 0,1 0 1 0 0,0 0-1 0 0,11 24 0 0 0,-6-21-4139 0 0</inkml:trace>
</inkml:ink>
</file>

<file path=ppt/ink/ink1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7.208"/>
    </inkml:context>
    <inkml:brush xml:id="br0">
      <inkml:brushProperty name="width" value="0.1" units="cm"/>
      <inkml:brushProperty name="height" value="0.1" units="cm"/>
      <inkml:brushProperty name="color" value="#004F8B"/>
    </inkml:brush>
  </inkml:definitions>
  <inkml:trace contextRef="#ctx0" brushRef="#br0">143 9 4569 0 0,'0'-1'132'0'0,"0"1"0"0"0,0 0-1 0 0,0-1 1 0 0,-1 1 0 0 0,1-1 0 0 0,0 1-1 0 0,0 0 1 0 0,-1-1 0 0 0,1 1 0 0 0,0-1-1 0 0,0 1 1 0 0,-1 0 0 0 0,1-1 0 0 0,0 1-1 0 0,-1 0 1 0 0,1 0 0 0 0,0-1 0 0 0,-1 1 0 0 0,1 0-1 0 0,-1 0 1 0 0,1 0 0 0 0,0-1 0 0 0,-1 1-1 0 0,1 0 1 0 0,-1 0 0 0 0,1 0 0 0 0,-1 0-1 0 0,1 0 1 0 0,-1 0 0 0 0,1 0 0 0 0,0 0-1 0 0,-1 0 1 0 0,1 0 0 0 0,-1 0 0 0 0,1 0-1 0 0,-1 0 1 0 0,1 0 0 0 0,-1 0 0 0 0,1 1 0 0 0,0-1-1 0 0,-1 0 1 0 0,1 0 0 0 0,-1 0 0 0 0,1 1-1 0 0,0-1 1 0 0,-1 0 0 0 0,1 0 0 0 0,0 1-1 0 0,-1 0 1 0 0,-21 11 2665 0 0,12-2-2180 0 0,-1 1 1 0 0,2-1 0 0 0,-1 2 0 0 0,2-1 0 0 0,0 1-1 0 0,-13 24 1 0 0,17-29-541 0 0,1 1-1 0 0,-1-1 1 0 0,1 1 0 0 0,1 0-1 0 0,-1 0 1 0 0,1 1 0 0 0,1-1-1 0 0,0 0 1 0 0,0 1-1 0 0,0-1 1 0 0,1 1 0 0 0,0-1-1 0 0,2 9 1 0 0,-2-15-103 0 0,0 0 1 0 0,1 0-1 0 0,-1-1 1 0 0,1 1-1 0 0,0 0 1 0 0,0 0-1 0 0,-1-1 1 0 0,1 1-1 0 0,0 0 1 0 0,0-1-1 0 0,0 1 1 0 0,1-1 0 0 0,-1 1-1 0 0,2 1 1 0 0,-2-3-54 0 0,0 1 1 0 0,0-1-1 0 0,0 1 1 0 0,-1-1-1 0 0,1 1 1 0 0,0-1-1 0 0,0 0 1 0 0,0 0-1 0 0,0 1 1 0 0,0-1-1 0 0,0 0 1 0 0,0 0-1 0 0,0 0 1 0 0,0 0-1 0 0,0 0 1 0 0,0 0-1 0 0,0 0 1 0 0,0-1-1 0 0,2 1 1 0 0,0-2-98 0 0,0 1 0 0 0,0 0 1 0 0,0-1-1 0 0,-1 0 0 0 0,1 0 1 0 0,0 0-1 0 0,-1 0 0 0 0,1 0 0 0 0,-1 0 1 0 0,0-1-1 0 0,0 1 0 0 0,0-1 1 0 0,0 0-1 0 0,2-4 0 0 0,5-11-195 0 0,-1-1-1 0 0,6-20 1 0 0,-10 25 458 0 0,1 0 0 0 0,0 0 1 0 0,1 1-1 0 0,1-1 0 0 0,13-19 0 0 0,-19 32-50 0 0,-1 1 0 0 0,0-1 0 0 0,1 1 0 0 0,-1 0-1 0 0,1-1 1 0 0,-1 1 0 0 0,1-1 0 0 0,-1 1 0 0 0,1 0 0 0 0,-1-1-1 0 0,1 1 1 0 0,0 0 0 0 0,-1 0 0 0 0,1-1 0 0 0,-1 1-1 0 0,1 0 1 0 0,0 0 0 0 0,-1 0 0 0 0,1 0 0 0 0,0 0 0 0 0,-1 0-1 0 0,1 0 1 0 0,0 0 0 0 0,-1 0 0 0 0,1 0 0 0 0,-1 0-1 0 0,1 0 1 0 0,0 1 0 0 0,-1-1 0 0 0,1 0 0 0 0,-1 0 0 0 0,1 1-1 0 0,0-1 1 0 0,-1 0 0 0 0,1 1 0 0 0,-1-1 0 0 0,1 0-1 0 0,-1 1 1 0 0,1-1 0 0 0,-1 1 0 0 0,0-1 0 0 0,1 1 0 0 0,-1-1-1 0 0,0 1 1 0 0,1-1 0 0 0,-1 1 0 0 0,0-1 0 0 0,1 1-1 0 0,-1 0 1 0 0,0 0 0 0 0,18 37 1019 0 0,-16-34-998 0 0,6 19 107 0 0,-1 1 1 0 0,0 0 0 0 0,-2 0-1 0 0,-1 1 1 0 0,-1 0-1 0 0,-1-1 1 0 0,-1 1 0 0 0,-1 0-1 0 0,-2 0 1 0 0,-5 33 0 0 0,1-28-552 0 0,-1-1 1 0 0,-1 0-1 0 0,-1 0 1 0 0,-25 49-1 0 0,24-58-5782 0 0</inkml:trace>
</inkml:ink>
</file>

<file path=ppt/ink/ink1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7.796"/>
    </inkml:context>
    <inkml:brush xml:id="br0">
      <inkml:brushProperty name="width" value="0.1" units="cm"/>
      <inkml:brushProperty name="height" value="0.1" units="cm"/>
      <inkml:brushProperty name="color" value="#004F8B"/>
    </inkml:brush>
  </inkml:definitions>
  <inkml:trace contextRef="#ctx0" brushRef="#br0">1 115 11058 0 0,'0'2'248'0'0,"0"1"0"0"0,0-1 0 0 0,0 1-1 0 0,0-1 1 0 0,1 0 0 0 0,-1 1 0 0 0,1-1-1 0 0,-1 0 1 0 0,1 1 0 0 0,0-1 0 0 0,0 0 0 0 0,0 0-1 0 0,0 0 1 0 0,0 0 0 0 0,1 0 0 0 0,-1 0-1 0 0,3 3 1 0 0,-3-4-124 0 0,1 0 0 0 0,-1 0 0 0 0,1-1 0 0 0,0 1-1 0 0,-1 0 1 0 0,1-1 0 0 0,0 1 0 0 0,-1-1 0 0 0,1 0 0 0 0,0 0 0 0 0,0 1 0 0 0,-1-1-1 0 0,1 0 1 0 0,0-1 0 0 0,0 1 0 0 0,-1 0 0 0 0,1 0 0 0 0,0-1 0 0 0,-1 1-1 0 0,1-1 1 0 0,0 1 0 0 0,-1-1 0 0 0,1 0 0 0 0,-1 0 0 0 0,3-1 0 0 0,2-1-1 0 0,-1-1 1 0 0,0 0 0 0 0,0 0 0 0 0,0-1-1 0 0,0 1 1 0 0,-1-1 0 0 0,1 0 0 0 0,-1 0-1 0 0,-1 0 1 0 0,1-1 0 0 0,3-6-1 0 0,-5 9-219 0 0,0-1 0 0 0,0 0 0 0 0,-1 0 0 0 0,1 0 0 0 0,-1 0 0 0 0,1 0 0 0 0,-1 0 0 0 0,-1 0 0 0 0,1 0 0 0 0,-1 0 0 0 0,1 0 0 0 0,-1-1 0 0 0,0 1 0 0 0,0 0 0 0 0,-1 0 0 0 0,0-1 0 0 0,-1-7 0 0 0,1 12 83 0 0,1-1-1 0 0,0 0 1 0 0,-1 0 0 0 0,1 1 0 0 0,0-1 0 0 0,-1 0 0 0 0,1 1 0 0 0,-1-1 0 0 0,1 0-1 0 0,-1 1 1 0 0,1-1 0 0 0,-1 1 0 0 0,1-1 0 0 0,-1 1 0 0 0,0-1 0 0 0,1 1 0 0 0,-1-1-1 0 0,0 1 1 0 0,0-1 0 0 0,1 1 0 0 0,-1 0 0 0 0,0 0 0 0 0,0-1 0 0 0,1 1 0 0 0,-1 0 0 0 0,0 0-1 0 0,0 0 1 0 0,0 0 0 0 0,-1 0 0 0 0,0 0 33 0 0,0 1-1 0 0,0-1 0 0 0,0 1 1 0 0,1 0-1 0 0,-1 0 1 0 0,0 0-1 0 0,0 0 1 0 0,0 0-1 0 0,1 0 0 0 0,-1 0 1 0 0,-2 3-1 0 0,-1 1 103 0 0,1-1 0 0 0,-1 1 0 0 0,1 1 0 0 0,0-1 0 0 0,0 0 0 0 0,-4 10 0 0 0,6-10-66 0 0,1-1 0 0 0,-1 1 0 0 0,1 0 0 0 0,0 0 0 0 0,1 0 0 0 0,-1 0 0 0 0,1 0 0 0 0,0 0 0 0 0,0 0 0 0 0,0 0 0 0 0,1 0 0 0 0,-1 0 0 0 0,1 0 0 0 0,1 0 0 0 0,-1-1 0 0 0,1 1 0 0 0,-1 0 0 0 0,1-1 0 0 0,1 1 0 0 0,-1-1 0 0 0,1 0 0 0 0,-1 0 1 0 0,1 0-1 0 0,1 0 0 0 0,-1 0 0 0 0,0 0 0 0 0,1-1 0 0 0,0 0 0 0 0,0 1 0 0 0,0-2 0 0 0,7 5 0 0 0,2 1-138 0 0,1 0-1 0 0,1-1 1 0 0,-1-1 0 0 0,1 0 0 0 0,0-1 0 0 0,1-1 0 0 0,-1 0 0 0 0,28 3 0 0 0,-8-6-1592 0 0,1-2-5043 0 0</inkml:trace>
</inkml:ink>
</file>

<file path=ppt/ink/ink1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9.052"/>
    </inkml:context>
    <inkml:brush xml:id="br0">
      <inkml:brushProperty name="width" value="0.1" units="cm"/>
      <inkml:brushProperty name="height" value="0.1" units="cm"/>
      <inkml:brushProperty name="color" value="#004F8B"/>
    </inkml:brush>
  </inkml:definitions>
  <inkml:trace contextRef="#ctx0" brushRef="#br0">2 177 920 0 0,'-1'-2'1'0'0,"1"0"-1"0"0,0 0 1 0 0,-1 0-1 0 0,1 0 1 0 0,0 0-1 0 0,0 0 1 0 0,0 0-1 0 0,1 0 1 0 0,-1 0-1 0 0,0 0 1 0 0,1 1-1 0 0,-1-1 1 0 0,1 0-1 0 0,0 0 1 0 0,-1 0-1 0 0,1 1 1 0 0,0-1-1 0 0,0 0 1 0 0,0 1-1 0 0,1-1 1 0 0,-1 1-1 0 0,2-3 1 0 0,-1 1 44 0 0,0 1 0 0 0,1-1 1 0 0,-1 1-1 0 0,0 0 0 0 0,1 0 1 0 0,-1 0-1 0 0,1 0 0 0 0,0 0 0 0 0,-1 1 1 0 0,1-1-1 0 0,0 1 0 0 0,0 0 0 0 0,4-2 1 0 0,13 0-74 0 0,1-2 1 0 0,-1 0-1 0 0,22-10 1 0 0,4 0 262 0 0,-18 6 296 0 0,14-3-302 0 0,40-19 1 0 0,-61 21-230 0 0</inkml:trace>
</inkml:ink>
</file>

<file path=ppt/ink/ink1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9.318"/>
    </inkml:context>
    <inkml:brush xml:id="br0">
      <inkml:brushProperty name="width" value="0.1" units="cm"/>
      <inkml:brushProperty name="height" value="0.1" units="cm"/>
      <inkml:brushProperty name="color" value="#004F8B"/>
    </inkml:brush>
  </inkml:definitions>
  <inkml:trace contextRef="#ctx0" brushRef="#br0">0 8 5529 0 0,'203'-8'1585'0'0,"-183"8"-1600"0"0,2 3-58 0 0</inkml:trace>
</inkml:ink>
</file>

<file path=ppt/ink/ink1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9.494"/>
    </inkml:context>
    <inkml:brush xml:id="br0">
      <inkml:brushProperty name="width" value="0.1" units="cm"/>
      <inkml:brushProperty name="height" value="0.1" units="cm"/>
      <inkml:brushProperty name="color" value="#004F8B"/>
    </inkml:brush>
  </inkml:definitions>
  <inkml:trace contextRef="#ctx0" brushRef="#br0">0 18 7370 0 0,'31'-6'3'0'0,"0"1"0"0"0,1 2 0 0 0,0 0 0 0 0,-1 3 0 0 0,1 0 0 0 0,0 2 0 0 0,33 6 0 0 0,-55-6-551 0 0,-1-1 0 0 0,1 0 1 0 0,0-1-1 0 0,11-1 1 0 0,-5 0-260 0 0</inkml:trace>
</inkml:ink>
</file>

<file path=ppt/ink/ink1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9.637"/>
    </inkml:context>
    <inkml:brush xml:id="br0">
      <inkml:brushProperty name="width" value="0.1" units="cm"/>
      <inkml:brushProperty name="height" value="0.1" units="cm"/>
      <inkml:brushProperty name="color" value="#004F8B"/>
    </inkml:brush>
  </inkml:definitions>
  <inkml:trace contextRef="#ctx0" brushRef="#br0">1 1 920 0 0,'28'-1'2113'0'0,"-1"2"0"0"0,1 1 1 0 0,43 8-1 0 0,21 2-556 0 0,0-6-4320 0 0,-60-3 1654 0 0</inkml:trace>
</inkml:ink>
</file>

<file path=ppt/ink/ink1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9.844"/>
    </inkml:context>
    <inkml:brush xml:id="br0">
      <inkml:brushProperty name="width" value="0.1" units="cm"/>
      <inkml:brushProperty name="height" value="0.1" units="cm"/>
      <inkml:brushProperty name="color" value="#004F8B"/>
    </inkml:brush>
  </inkml:definitions>
  <inkml:trace contextRef="#ctx0" brushRef="#br0">0 5 7834 0 0,'56'-1'3952'0'0,"83"8"0"0"0,-123-7-5462 0 0,1 0 0 0 0,-1-1 0 0 0,17-3 0 0 0,31-2-1931 0 0,-37 6 3307 0 0,0 1 116 0 0</inkml:trace>
</inkml:ink>
</file>

<file path=ppt/ink/ink1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39.986"/>
    </inkml:context>
    <inkml:brush xml:id="br0">
      <inkml:brushProperty name="width" value="0.1" units="cm"/>
      <inkml:brushProperty name="height" value="0.1" units="cm"/>
      <inkml:brushProperty name="color" value="#004F8B"/>
    </inkml:brush>
  </inkml:definitions>
  <inkml:trace contextRef="#ctx0" brushRef="#br0">1 17 1840 0 0,'58'-3'4636'0'0,"-3"-3"-5469"0"0,12-1-3311 0 0,-49 7 4143 0 0,-10 1 87 0 0</inkml:trace>
</inkml:ink>
</file>

<file path=ppt/ink/ink1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0.162"/>
    </inkml:context>
    <inkml:brush xml:id="br0">
      <inkml:brushProperty name="width" value="0.1" units="cm"/>
      <inkml:brushProperty name="height" value="0.1" units="cm"/>
      <inkml:brushProperty name="color" value="#004F8B"/>
    </inkml:brush>
  </inkml:definitions>
  <inkml:trace contextRef="#ctx0" brushRef="#br0">13 1 3681 0 0,'1'2'272'0'0,"0"-1"0"0"0,0 1 0 0 0,0 0 1 0 0,-1 0-1 0 0,1-1 0 0 0,0 1 0 0 0,-1 0 1 0 0,0 0-1 0 0,1 0 0 0 0,-1 0 0 0 0,0 0 0 0 0,0 0 1 0 0,0-1-1 0 0,0 4 0 0 0,-4 32 1806 0 0,3-28-1462 0 0,-1 2-385 0 0,2-3-455 0 0,-1 0 1 0 0,0 0-1 0 0,-1 0 0 0 0,1 0 1 0 0,-6 12-1 0 0</inkml:trace>
</inkml:ink>
</file>

<file path=ppt/ink/ink1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0.385"/>
    </inkml:context>
    <inkml:brush xml:id="br0">
      <inkml:brushProperty name="width" value="0.1" units="cm"/>
      <inkml:brushProperty name="height" value="0.1" units="cm"/>
      <inkml:brushProperty name="color" value="#004F8B"/>
    </inkml:brush>
  </inkml:definitions>
  <inkml:trace contextRef="#ctx0" brushRef="#br0">49 2 920 0 0,'1'0'25'0'0,"-1"0"0"0"0,0 0 0 0 0,0 0-1 0 0,0 0 1 0 0,0-1 0 0 0,0 1 0 0 0,0 0 0 0 0,1 0 0 0 0,-1 0-1 0 0,0 0 1 0 0,0 0 0 0 0,0 0 0 0 0,0 0 0 0 0,0 0-1 0 0,1 0 1 0 0,-1 0 0 0 0,0 0 0 0 0,0 0 0 0 0,0 0 0 0 0,0 0-1 0 0,0 0 1 0 0,1 0 0 0 0,-1 0 0 0 0,0 0 0 0 0,0 0-1 0 0,0 0 1 0 0,0 0 0 0 0,0 0 0 0 0,1 0 0 0 0,-1 0 0 0 0,0 0-1 0 0,0 0 1 0 0,0 0 0 0 0,0 1 0 0 0,0-1 0 0 0,0 0-1 0 0,1 0 1 0 0,-1 0 0 0 0,0 0 0 0 0,0 0 0 0 0,0 0 0 0 0,0 0-1 0 0,0 1 1 0 0,0-1 0 0 0,0 0 0 0 0,0 0 0 0 0,0 0-1 0 0,0 0 1 0 0,0 0 0 0 0,1 1 0 0 0,-1-1 0 0 0,0 0-1 0 0,0 0 1 0 0,0 0 0 0 0,0 0 0 0 0,0 0 0 0 0,0 1 0 0 0,0-1-1 0 0,0 0 1 0 0,0 0 0 0 0,-1 0 0 0 0,1 0 0 0 0,0 0-1 0 0,0 1 1 0 0,0-1 0 0 0,0 0 0 0 0,0 0 0 0 0,0 0 0 0 0,-16 53 570 0 0,-14 78 0 0 0,26-102 678 0 0,1 0 0 0 0,2 0-1 0 0,0 0 1 0 0,6 50-1 0 0,1-18-1784 0 0,-4-44-2969 0 0</inkml:trace>
</inkml:ink>
</file>

<file path=ppt/ink/ink1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0.610"/>
    </inkml:context>
    <inkml:brush xml:id="br0">
      <inkml:brushProperty name="width" value="0.1" units="cm"/>
      <inkml:brushProperty name="height" value="0.1" units="cm"/>
      <inkml:brushProperty name="color" value="#004F8B"/>
    </inkml:brush>
  </inkml:definitions>
  <inkml:trace contextRef="#ctx0" brushRef="#br0">18 1 6449 0 0,'-5'42'1969'0'0,"-1"50"-1"0"0,2-24-1056 0 0,1-1 910 0 0,3 1 0 0 0,17 127 0 0 0,-15-178-2026 0 0,2 11-1166 0 0,0-10-3066 0 0,0-5-205 0 0</inkml:trace>
</inkml:ink>
</file>

<file path=ppt/ink/ink1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0.732"/>
    </inkml:context>
    <inkml:brush xml:id="br0">
      <inkml:brushProperty name="width" value="0.1" units="cm"/>
      <inkml:brushProperty name="height" value="0.1" units="cm"/>
      <inkml:brushProperty name="color" value="#004F8B"/>
    </inkml:brush>
  </inkml:definitions>
  <inkml:trace contextRef="#ctx0" brushRef="#br0">0 0 456 0 0,'7'47'121'0'0,"1"0"-1"0"0,2 0 1 0 0,2-1-1 0 0,33 80 1 0 0,-12-35-28 0 0,-23-63-93 0 0</inkml:trace>
</inkml:ink>
</file>

<file path=ppt/ink/ink1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0.902"/>
    </inkml:context>
    <inkml:brush xml:id="br0">
      <inkml:brushProperty name="width" value="0.1" units="cm"/>
      <inkml:brushProperty name="height" value="0.1" units="cm"/>
      <inkml:brushProperty name="color" value="#004F8B"/>
    </inkml:brush>
  </inkml:definitions>
  <inkml:trace contextRef="#ctx0" brushRef="#br0">0 0 4609 0 0,'13'40'1048'0'0,"-2"0"-1"0"0,-2 1 1 0 0,-2 0-1 0 0,4 80 1 0 0,-6-57 299 0 0,8 45 1770 0 0,4 53-2749 0 0,-17-146-5661 0 0</inkml:trace>
</inkml:ink>
</file>

<file path=ppt/ink/ink1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1.080"/>
    </inkml:context>
    <inkml:brush xml:id="br0">
      <inkml:brushProperty name="width" value="0.1" units="cm"/>
      <inkml:brushProperty name="height" value="0.1" units="cm"/>
      <inkml:brushProperty name="color" value="#004F8B"/>
    </inkml:brush>
  </inkml:definitions>
  <inkml:trace contextRef="#ctx0" brushRef="#br0">18 0 9674 0 0,'-9'164'4967'0'0,"0"27"-3118"0"0,17-131-4473 0 0</inkml:trace>
</inkml:ink>
</file>

<file path=ppt/ink/ink1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1.238"/>
    </inkml:context>
    <inkml:brush xml:id="br0">
      <inkml:brushProperty name="width" value="0.1" units="cm"/>
      <inkml:brushProperty name="height" value="0.1" units="cm"/>
      <inkml:brushProperty name="color" value="#004F8B"/>
    </inkml:brush>
  </inkml:definitions>
  <inkml:trace contextRef="#ctx0" brushRef="#br0">24 1 1376 0 0,'-1'4'128'0'0,"-1"0"-128"0"0,1 0 0 0 0,1-1 0 0 0,-1-1 0 0 0,-1 3 0 0 0,0 6 0 0 0,-3 5 0 0 0,3 7 144 0 0,-2 2 16 0 0,1-2 8 0 0,3 2 8 0 0</inkml:trace>
</inkml:ink>
</file>

<file path=ppt/ink/ink1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1.539"/>
    </inkml:context>
    <inkml:brush xml:id="br0">
      <inkml:brushProperty name="width" value="0.1" units="cm"/>
      <inkml:brushProperty name="height" value="0.1" units="cm"/>
      <inkml:brushProperty name="color" value="#004F8B"/>
    </inkml:brush>
  </inkml:definitions>
  <inkml:trace contextRef="#ctx0" brushRef="#br0">0 55 5065 0 0,'12'53'8970'0'0,"-13"-57"-10188"0"0,0 0-1 0 0,0-1 1 0 0,1 1-1 0 0,-1 0 1 0 0,1 0 0 0 0,0-1-1 0 0,0-7 1 0 0,9-17-109 0 0,7 1 1252 0 0,-12 20 22 0 0</inkml:trace>
</inkml:ink>
</file>

<file path=ppt/ink/ink1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1.937"/>
    </inkml:context>
    <inkml:brush xml:id="br0">
      <inkml:brushProperty name="width" value="0.1" units="cm"/>
      <inkml:brushProperty name="height" value="0.1" units="cm"/>
      <inkml:brushProperty name="color" value="#004F8B"/>
    </inkml:brush>
  </inkml:definitions>
  <inkml:trace contextRef="#ctx0" brushRef="#br0">1284 1 6913 0 0,'-1'1'94'0'0,"1"1"-1"0"0,0-1 0 0 0,0 0 0 0 0,-1 1 0 0 0,1-1 1 0 0,0 0-1 0 0,-1 1 0 0 0,0-1 0 0 0,1 0 0 0 0,-1 1 0 0 0,0-1 1 0 0,1 0-1 0 0,-1 0 0 0 0,0 0 0 0 0,0 0 0 0 0,0 0 1 0 0,0 0-1 0 0,0 0 0 0 0,0 0 0 0 0,0 0 0 0 0,-1 0 0 0 0,1-1 1 0 0,0 1-1 0 0,0 0 0 0 0,-1-1 0 0 0,1 1 0 0 0,0-1 0 0 0,-1 0 1 0 0,1 1-1 0 0,0-1 0 0 0,-3 0 0 0 0,-6 2-870 0 0,0-1-1 0 0,0 0 1 0 0,-15-1 0 0 0,8 0-144 0 0,-213-8 1673 0 0,170 3-1898 0 0,0 2 0 0 0,1 3 0 0 0,-84 10-1 0 0,128-7 1159 0 0,-155 32-19 0 0,151-29 425 0 0,0 1 0 0 0,0 0 0 0 0,0 2 0 0 0,1 0 1 0 0,0 1-1 0 0,-25 19 0 0 0,-6 7 2807 0 0,30-23-5 0 0,-1 0 1 0 0,-27 11 0 0 0,0-8-192 0 0,1-9-3646 0 0,40-8-456 0 0,0 1-1 0 0,0 0 1 0 0,0-1-1 0 0,0 0 0 0 0,0-1 1 0 0,0 1-1 0 0,0-1 1 0 0,-6-3-1 0 0</inkml:trace>
</inkml:ink>
</file>

<file path=ppt/ink/ink1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2.149"/>
    </inkml:context>
    <inkml:brush xml:id="br0">
      <inkml:brushProperty name="width" value="0.1" units="cm"/>
      <inkml:brushProperty name="height" value="0.1" units="cm"/>
      <inkml:brushProperty name="color" value="#004F8B"/>
    </inkml:brush>
  </inkml:definitions>
  <inkml:trace contextRef="#ctx0" brushRef="#br0">111 14 5217 0 0,'-4'3'464'0'0,"0"-2"-368"0"0,1 0-96 0 0,0 1 0 0 0,1-1 0 0 0,-4 0 0 0 0,-3 2 0 0 0,-5 3 0 0 0,-3-1 0 0 0,2-1 0 0 0,2-3 0 0 0,3-2 80 0 0,3-2-80 0 0,5-1 0 0 0,0-3 0 0 0,2-1 0 0 0,0-1 0 0 0,0-1 0 0 0</inkml:trace>
</inkml:ink>
</file>

<file path=ppt/ink/ink1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2.428"/>
    </inkml:context>
    <inkml:brush xml:id="br0">
      <inkml:brushProperty name="width" value="0.1" units="cm"/>
      <inkml:brushProperty name="height" value="0.1" units="cm"/>
      <inkml:brushProperty name="color" value="#004F8B"/>
    </inkml:brush>
  </inkml:definitions>
  <inkml:trace contextRef="#ctx0" brushRef="#br0">32 37 9218 0 0,'-4'-19'6736'0'0,"-8"11"-4665"0"0,-3-2-4675 0 0</inkml:trace>
</inkml:ink>
</file>

<file path=ppt/ink/ink1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2.650"/>
    </inkml:context>
    <inkml:brush xml:id="br0">
      <inkml:brushProperty name="width" value="0.1" units="cm"/>
      <inkml:brushProperty name="height" value="0.1" units="cm"/>
      <inkml:brushProperty name="color" value="#004F8B"/>
    </inkml:brush>
  </inkml:definitions>
  <inkml:trace contextRef="#ctx0" brushRef="#br0">500 1 5529 0 0,'-127'28'1705'0'0,"-107"18"-2794"0"0,202-42 941 0 0,20-2 318 0 0,-1 0 0 0 0,1-1 0 0 0,-1 0 0 0 0,1-1 0 0 0,-16-2 0 0 0,12-1-153 0 0</inkml:trace>
</inkml:ink>
</file>

<file path=ppt/ink/ink1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2.856"/>
    </inkml:context>
    <inkml:brush xml:id="br0">
      <inkml:brushProperty name="width" value="0.1" units="cm"/>
      <inkml:brushProperty name="height" value="0.1" units="cm"/>
      <inkml:brushProperty name="color" value="#004F8B"/>
    </inkml:brush>
  </inkml:definitions>
  <inkml:trace contextRef="#ctx0" brushRef="#br0">0 1 6801 0 0</inkml:trace>
</inkml:ink>
</file>

<file path=ppt/ink/ink1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2.982"/>
    </inkml:context>
    <inkml:brush xml:id="br0">
      <inkml:brushProperty name="width" value="0.1" units="cm"/>
      <inkml:brushProperty name="height" value="0.1" units="cm"/>
      <inkml:brushProperty name="color" value="#004F8B"/>
    </inkml:brush>
  </inkml:definitions>
  <inkml:trace contextRef="#ctx0" brushRef="#br0">69 15 456 0 0,'-4'0'0'0'0,"0"0"0"0"0,1 0 0 0 0,2 0 0 0 0,-2 0 496 0 0,-2 0 56 0 0,-3 0 16 0 0,-5-2 1 0 0,1-2-473 0 0,-3-5-96 0 0</inkml:trace>
</inkml:ink>
</file>

<file path=ppt/ink/ink1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3.092"/>
    </inkml:context>
    <inkml:brush xml:id="br0">
      <inkml:brushProperty name="width" value="0.1" units="cm"/>
      <inkml:brushProperty name="height" value="0.1" units="cm"/>
      <inkml:brushProperty name="color" value="#004F8B"/>
    </inkml:brush>
  </inkml:definitions>
  <inkml:trace contextRef="#ctx0" brushRef="#br0">83 1 5065 0 0,'-19'7'448'0'0,"10"-5"-352"0"0,1 1-96 0 0,1 0 0 0 0,3-2-88 0 0,1-1-32 0 0,-1 0-8 0 0,-3 2 0 0 0,-3-1 128 0 0,-2 2 0 0 0</inkml:trace>
</inkml:ink>
</file>

<file path=ppt/ink/ink1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3.807"/>
    </inkml:context>
    <inkml:brush xml:id="br0">
      <inkml:brushProperty name="width" value="0.1" units="cm"/>
      <inkml:brushProperty name="height" value="0.1" units="cm"/>
      <inkml:brushProperty name="color" value="#004F8B"/>
    </inkml:brush>
  </inkml:definitions>
  <inkml:trace contextRef="#ctx0" brushRef="#br0">48 4 6913 0 0,'0'0'28'0'0,"-1"-1"0"0"0,0 1 0 0 0,1 0-1 0 0,-1-1 1 0 0,0 1 0 0 0,1 0-1 0 0,-1 0 1 0 0,0-1 0 0 0,1 1-1 0 0,-1 0 1 0 0,0 0 0 0 0,1 0 0 0 0,-1 0-1 0 0,0 0 1 0 0,1 0 0 0 0,-1 0-1 0 0,0 0 1 0 0,0 0 0 0 0,1 0-1 0 0,-1 1 1 0 0,0-1 0 0 0,1 0 0 0 0,-1 0-1 0 0,0 1 1 0 0,1-1 0 0 0,-1 0-1 0 0,0 1 1 0 0,-15 19 1703 0 0,14-16-1448 0 0,0 0 1 0 0,0 0-1 0 0,1 1 1 0 0,-1-1 0 0 0,1 1-1 0 0,0-1 1 0 0,0 1-1 0 0,0 9 1 0 0,10 30-1936 0 0,-5-26-2123 0 0</inkml:trace>
</inkml:ink>
</file>

<file path=ppt/ink/ink1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3.997"/>
    </inkml:context>
    <inkml:brush xml:id="br0">
      <inkml:brushProperty name="width" value="0.1" units="cm"/>
      <inkml:brushProperty name="height" value="0.1" units="cm"/>
      <inkml:brushProperty name="color" value="#004F8B"/>
    </inkml:brush>
  </inkml:definitions>
  <inkml:trace contextRef="#ctx0" brushRef="#br0">27 0 10138 0 0,'-3'5'70'0'0,"0"0"0"0"0,0 0 0 0 0,1 0-1 0 0,0 1 1 0 0,0-1 0 0 0,0 0 0 0 0,1 1-1 0 0,0-1 1 0 0,-1 8 0 0 0,0 55-1120 0 0,2-37 1502 0 0,-2 8-158 0 0,1 3-1301 0 0,5 68 1 0 0,1-87-329 0 0,-1-9-1320 0 0</inkml:trace>
</inkml:ink>
</file>

<file path=ppt/ink/ink1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4.188"/>
    </inkml:context>
    <inkml:brush xml:id="br0">
      <inkml:brushProperty name="width" value="0.1" units="cm"/>
      <inkml:brushProperty name="height" value="0.1" units="cm"/>
      <inkml:brushProperty name="color" value="#004F8B"/>
    </inkml:brush>
  </inkml:definitions>
  <inkml:trace contextRef="#ctx0" brushRef="#br0">2 0 3225 0 0,'-1'23'647'0'0,"0"1"0"0"0,2-1 1 0 0,6 38-1 0 0,-1-12-736 0 0,12 86 52 0 0,-14-115-7 0 0,1-1 0 0 0,0 1 0 0 0,2-1 0 0 0,14 31 0 0 0,-8-34-64 0 0,-4-10 37 0 0</inkml:trace>
</inkml:ink>
</file>

<file path=ppt/ink/ink1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4.362"/>
    </inkml:context>
    <inkml:brush xml:id="br0">
      <inkml:brushProperty name="width" value="0.1" units="cm"/>
      <inkml:brushProperty name="height" value="0.1" units="cm"/>
      <inkml:brushProperty name="color" value="#004F8B"/>
    </inkml:brush>
  </inkml:definitions>
  <inkml:trace contextRef="#ctx0" brushRef="#br0">13 1 3425 0 0,'-5'94'678'0'0,"-2"109"4977"0"0,14-117-5675 0 0,-5-71-2376 0 0,1-1-761 0 0</inkml:trace>
</inkml:ink>
</file>

<file path=ppt/ink/ink1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4.490"/>
    </inkml:context>
    <inkml:brush xml:id="br0">
      <inkml:brushProperty name="width" value="0.1" units="cm"/>
      <inkml:brushProperty name="height" value="0.1" units="cm"/>
      <inkml:brushProperty name="color" value="#004F8B"/>
    </inkml:brush>
  </inkml:definitions>
  <inkml:trace contextRef="#ctx0" brushRef="#br0">1 1 5065 0 0,'3'77'2699'0'0,"18"94"0"0"0,-18-149-2434 0 0,24 103-3826 0 0,-5-29 1679 0 0,-19-79 1974 0 0</inkml:trace>
</inkml:ink>
</file>

<file path=ppt/ink/ink1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4.714"/>
    </inkml:context>
    <inkml:brush xml:id="br0">
      <inkml:brushProperty name="width" value="0.1" units="cm"/>
      <inkml:brushProperty name="height" value="0.1" units="cm"/>
      <inkml:brushProperty name="color" value="#004F8B"/>
    </inkml:brush>
  </inkml:definitions>
  <inkml:trace contextRef="#ctx0" brushRef="#br0">0 1 3225 0 0,'51'195'1285'0'0,"-46"-166"46"0"0,-2 0 0 0 0,0 0 1 0 0,-2 0-1 0 0,-5 56 0 0 0,1-58 488 0 0,1 1-1 0 0,3 32 0 0 0,8 17-1459 0 0,-3-42-1638 0 0,-2-11-2775 0 0,11 38-1 0 0,-11-50 1008 0 0</inkml:trace>
</inkml:ink>
</file>

<file path=ppt/ink/ink1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4.889"/>
    </inkml:context>
    <inkml:brush xml:id="br0">
      <inkml:brushProperty name="width" value="0.1" units="cm"/>
      <inkml:brushProperty name="height" value="0.1" units="cm"/>
      <inkml:brushProperty name="color" value="#004F8B"/>
    </inkml:brush>
  </inkml:definitions>
  <inkml:trace contextRef="#ctx0" brushRef="#br0">8 1 4609 0 0,'3'26'1828'0'0,"-2"1"1"0"0,-1-1-1 0 0,-3 30 0 0 0,1-29-523 0 0,0 1 129 0 0,0-15-1193 0 0,1-1 0 0 0,0 0 0 0 0,1 1 1 0 0,0-1-1 0 0,1 0 0 0 0,0 0 0 0 0,1 1 0 0 0,4 13 1 0 0,-5-24-330 0 0,0 0 0 0 0,1 0 0 0 0,-1 0 0 0 0,0-1 1 0 0,1 1-1 0 0,-1 0 0 0 0,1-1 0 0 0,-1 1 0 0 0,1-1 1 0 0,3 3-1 0 0,6 5-2603 0 0</inkml:trace>
</inkml:ink>
</file>

<file path=ppt/ink/ink1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5.032"/>
    </inkml:context>
    <inkml:brush xml:id="br0">
      <inkml:brushProperty name="width" value="0.1" units="cm"/>
      <inkml:brushProperty name="height" value="0.1" units="cm"/>
      <inkml:brushProperty name="color" value="#004F8B"/>
    </inkml:brush>
  </inkml:definitions>
  <inkml:trace contextRef="#ctx0" brushRef="#br0">26 0 4145 0 0,'-4'16'1190'0'0,"-15"69"4092"0"0,18-77-4548 0 0,0-1 1 0 0,1 1-1 0 0,0 0 1 0 0,0 0 0 0 0,0-1-1 0 0,1 1 1 0 0,0 0-1 0 0,4 12 1 0 0,11 8 825 0 0,-2-13-4975 0 0</inkml:trace>
</inkml:ink>
</file>

<file path=ppt/ink/ink1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5:45.158"/>
    </inkml:context>
    <inkml:brush xml:id="br0">
      <inkml:brushProperty name="width" value="0.1" units="cm"/>
      <inkml:brushProperty name="height" value="0.1" units="cm"/>
      <inkml:brushProperty name="color" value="#004F8B"/>
    </inkml:brush>
  </inkml:definitions>
  <inkml:trace contextRef="#ctx0" brushRef="#br0">18 32 6449 0 0,'-5'-13'288'0'0,"2"9"57"0"0,0 0-281 0 0,0 1-64 0 0,2 3 0 0 0,-2 2 712 0 0,5-4-328 0 0,0-6 8 0 0</inkml:trace>
</inkml:ink>
</file>

<file path=ppt/ink/ink1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7:52.054"/>
    </inkml:context>
    <inkml:brush xml:id="br0">
      <inkml:brushProperty name="width" value="0.1" units="cm"/>
      <inkml:brushProperty name="height" value="0.1" units="cm"/>
      <inkml:brushProperty name="color" value="#F6630D"/>
    </inkml:brush>
  </inkml:definitions>
  <inkml:trace contextRef="#ctx0" brushRef="#br0">11 39 1840 0 0,'0'0'-204'0'0,"-9"-22"2190"0"0,9 22-1856 0 0,0-1 1 0 0,-1 1 0 0 0,1-1 0 0 0,0 1-1 0 0,0-1 1 0 0,0 1 0 0 0,0 0-1 0 0,0-1 1 0 0,0 1 0 0 0,0-1 0 0 0,-1 1-1 0 0,1-1 1 0 0,0 1 0 0 0,1-1 0 0 0,-1 1-1 0 0,0-1 1 0 0,0 1 0 0 0,0 0 0 0 0,0-1-1 0 0,0 1 1 0 0,0-1 0 0 0,0 1-1 0 0,1-1 1 0 0,-1 1 0 0 0,0 0 0 0 0,0-1-1 0 0,1 1 1 0 0,-1-1 0 0 0,0 1 0 0 0,1 0-1 0 0,-1-1 1 0 0,0 1 0 0 0,1 0 0 0 0,-1 0-1 0 0,0-1 1 0 0,1 1 0 0 0,-1 0-1 0 0,1 0 1 0 0,-1-1 0 0 0,0 1 0 0 0,1 0-1 0 0,-1 0 1 0 0,1 0 0 0 0,-1 0 0 0 0,1 0-1 0 0,0 0 1 0 0,0 0-31 0 0,-1 0-1 0 0,1 1 1 0 0,0-1-1 0 0,0 1 1 0 0,-1-1-1 0 0,1 0 1 0 0,0 1-1 0 0,-1 0 1 0 0,1-1-1 0 0,0 1 1 0 0,-1-1-1 0 0,1 1 1 0 0,-1 0-1 0 0,1-1 1 0 0,-1 1-1 0 0,0 0 1 0 0,1 0-1 0 0,-1-1 1 0 0,1 1-1 0 0,-1 0 1 0 0,0 0-1 0 0,0 0 1 0 0,1 1-1 0 0,5 24 656 0 0,-5-21-493 0 0,13 75 541 0 0,-3 1 1 0 0,-1 135-1 0 0,-8-126-1000 0 0,23 160-1 0 0,-24-241-89 0 0,1-1 0 0 0,0 1 0 0 0,1-1-1 0 0,0 0 1 0 0,0 0 0 0 0,7 13 0 0 0,0-8-4503 0 0</inkml:trace>
</inkml:ink>
</file>

<file path=ppt/ink/ink1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7:55.261"/>
    </inkml:context>
    <inkml:brush xml:id="br0">
      <inkml:brushProperty name="width" value="0.1" units="cm"/>
      <inkml:brushProperty name="height" value="0.1" units="cm"/>
      <inkml:brushProperty name="color" value="#F6630D"/>
    </inkml:brush>
  </inkml:definitions>
  <inkml:trace contextRef="#ctx0" brushRef="#br0">21 207 3225 0 0,'-21'2'4536'0'0,"33"-5"-3639"0"0,34-7-498 0 0,1 1-1 0 0,0 3 1 0 0,0 2 0 0 0,1 1 0 0 0,69 6-1 0 0,-38 3 236 0 0,84-7-1 0 0,-59 0 525 0 0,-98 1-914 0 0,-1 0 0 0 0,1 1 0 0 0,0 0-1 0 0,0 1 1 0 0,-1-1 0 0 0,1 1 0 0 0,-1 0 0 0 0,1 0 0 0 0,-1 1 0 0 0,0-1 0 0 0,0 1-1 0 0,0 1 1 0 0,0-1 0 0 0,0 1 0 0 0,-1-1 0 0 0,0 1 0 0 0,1 0 0 0 0,5 9 0 0 0,-3-4 25 0 0,0 1 0 0 0,-1 0 1 0 0,0 0-1 0 0,-1 0 0 0 0,0 1 0 0 0,-1 0 1 0 0,0 0-1 0 0,4 17 0 0 0,125 502 203 0 0,-121-485-472 0 0,11 89 0 0 0,-23-133 1 0 0,7 26 27 0 0,-7-27-26 0 0,0 1-1 0 0,0-1 1 0 0,0 1 0 0 0,1-1-1 0 0,-1 1 1 0 0,0-1-1 0 0,0 0 1 0 0,1 1-1 0 0,-1-1 1 0 0,0 1-1 0 0,1-1 1 0 0,-1 0-1 0 0,1 1 1 0 0,-1-1 0 0 0,0 0-1 0 0,1 0 1 0 0,-1 1-1 0 0,1-1 1 0 0,-1 0-1 0 0,1 0 1 0 0,-1 0-1 0 0,1 1 1 0 0,-1-1-1 0 0,1 0 1 0 0,-1 0 0 0 0,0 0-1 0 0,1 0 1 0 0,0 0-1 0 0,-1 0 1 0 0,1 0-1 0 0,-1 0 1 0 0,1 0-1 0 0,-1 0 1 0 0,0 0-1 0 0,1 0 1 0 0,-1-1 0 0 0,1 1-1 0 0,-1 0 1 0 0,1 0-1 0 0,-1 0 1 0 0,1-1-1 0 0,-1 1 1 0 0,1 0-1 0 0,-1-1 1 0 0,1 1 0 0 0,5-4 29 0 0,1 1 0 0 0,-1 0 0 0 0,1 1 1 0 0,0-1-1 0 0,0 2 0 0 0,0-1 1 0 0,0 1-1 0 0,0 0 0 0 0,9-1 1 0 0,67 3 235 0 0,-30 4-272 0 0,82 1-30 0 0,-115-7 30 0 0,0 0 0 0 0,-1-1 0 0 0,1-1 0 0 0,36-12 1 0 0,74-30 68 0 0,-128 44-64 0 0,-1 0 0 0 0,0 0 0 0 0,1 0 0 0 0,-1 0 0 0 0,0 0 0 0 0,1-1 0 0 0,-1 1 0 0 0,0 0 0 0 0,0-1 0 0 0,0 1 0 0 0,0-1 0 0 0,0 1 0 0 0,-1-1 0 0 0,1 1 0 0 0,0-1 0 0 0,-1 0 0 0 0,1 1 0 0 0,-1-1 0 0 0,0 0 0 0 0,1 0 0 0 0,-1 1 0 0 0,0-1 0 0 0,0 0 0 0 0,0-2 0 0 0,-5-50 0 0 0,2 37 0 0 0,2-14-41 0 0,1-1 1 0 0,1 0-1 0 0,8-41 1 0 0,-4 36 3 0 0,-2-1-1 0 0,-1-37 1 0 0,-6 12 302 0 0,-3 0-1 0 0,-2 0 0 0 0,-20-66 1 0 0,21 101-254 0 0,5 21 1 0 0,1 0-1 0 0,0 0 1 0 0,0 0 0 0 0,1 0-1 0 0,-1-11 1 0 0,2 14-8 0 0,0 0-1 0 0,1 0 0 0 0,0 1 1 0 0,0-1-1 0 0,0 0 0 0 0,0 0 1 0 0,0 1-1 0 0,1-1 0 0 0,-1 1 1 0 0,1-1-1 0 0,0 1 0 0 0,0 0 1 0 0,5-6-1 0 0,1 0-3 0 0,1 1 0 0 0,-1 0 0 0 0,1 0 0 0 0,1 1 0 0 0,0 0 0 0 0,0 0 0 0 0,0 1 0 0 0,1 0 0 0 0,0 1 0 0 0,0 1 0 0 0,0-1 0 0 0,16-2 0 0 0,18-4 0 0 0,85-8 0 0 0,-84 13 0 0 0,-33 4 0 0 0,0 1 0 0 0,0 1 0 0 0,1-1 0 0 0,-1 2 0 0 0,0 0 0 0 0,0 1 0 0 0,0 0 0 0 0,0 0 0 0 0,0 2 0 0 0,0 0 0 0 0,-1 0 0 0 0,0 1 0 0 0,0 1 0 0 0,17 9 0 0 0,-10-3 0 0 0,-14-10 0 0 0,0 1 0 0 0,0 0 0 0 0,0 0 0 0 0,0 0 0 0 0,-1 1 0 0 0,0-1 0 0 0,0 1 0 0 0,0 0 0 0 0,0 0 0 0 0,0 1 0 0 0,-1-1 0 0 0,0 1 0 0 0,1 0 0 0 0,1 5 0 0 0,14 30 26 0 0,-5-10 34 0 0,0 1-1 0 0,-2 1 0 0 0,10 39 1 0 0,-11-23-60 0 0,18 80 0 0 0,14 158 0 0 0,-39-253 0 0 0,1 1 0 0 0,2-1 0 0 0,1-1 0 0 0,22 58 0 0 0,-24-53 0 0 0,-7-35 0 0 0,1 0 0 0 0,0 0 0 0 0,0 0 0 0 0,0 1 0 0 0,0-1 0 0 0,1 0 0 0 0,-1 0 0 0 0,0 0 0 0 0,1 0 0 0 0,-1 0 0 0 0,1 0 0 0 0,0 0 0 0 0,0 0 0 0 0,0 0 0 0 0,0 0 0 0 0,0 0 0 0 0,0 0 0 0 0,0-1 0 0 0,1 1 0 0 0,-1 0 0 0 0,1-1 0 0 0,-1 1 0 0 0,1-1 0 0 0,-1 0 0 0 0,1 1 0 0 0,0-1 0 0 0,0 0 0 0 0,0 0 0 0 0,2 1 0 0 0,6 0-5 0 0,0-1 1 0 0,0-1-1 0 0,0 1 1 0 0,0-2-1 0 0,0 1 0 0 0,0-1 1 0 0,0-1-1 0 0,0 0 1 0 0,0 0-1 0 0,15-6 1 0 0,26-5-10 0 0,-29 10 14 0 0,11-4 0 0 0,0 2 0 0 0,1 1 0 0 0,-1 1 0 0 0,1 2 0 0 0,58 6 0 0 0,136 32 0 0 0,-225-37 0 0 0,14 1 0 0 0,-15-6 0 0 0,-10-7 0 0 0,4 6-4 0 0,-1-1 0 0 0,1 1 0 0 0,1-1 0 0 0,-1 0 1 0 0,1 0-1 0 0,0 0 0 0 0,1-1 0 0 0,-1 1 0 0 0,1-1 0 0 0,1 1 1 0 0,0-1-1 0 0,0 1 0 0 0,0-1 0 0 0,2-15 0 0 0,1-12-22 0 0,2 0 0 0 0,9-38-1 0 0,-2 15 23 0 0,1-20 45 0 0,-1-5 67 0 0,4 0 0 0 0,28-84 0 0 0,-17 68-80 0 0,7-18 8 0 0,-30 94-348 0 0,5 28 312 0 0,0 0 0 0 0,0 0 0 0 0,1-1 0 0 0,-1 0 0 0 0,1-1 0 0 0,0 0 0 0 0,0 0 0 0 0,0-1 0 0 0,0 0 0 0 0,1-1 0 0 0,-1 0 0 0 0,1 0 0 0 0,12-2 0 0 0,18 0 0 0 0,72-12 0 0 0,-55 3 0 0 0,-24 3 0 0 0,-1 2 0 0 0,47-1 0 0 0,-60 4-1 0 0,22 0-1 0 0,-40 1 3 0 0,0 1-1 0 0,0 0 1 0 0,0 0-1 0 0,0 1 1 0 0,0-1-1 0 0,0 0 1 0 0,0 0-1 0 0,0 0 1 0 0,0 1-1 0 0,0-1 1 0 0,0 1-1 0 0,0-1 1 0 0,0 0-1 0 0,0 1 1 0 0,-1 0-1 0 0,1-1 1 0 0,0 1-1 0 0,0-1 1 0 0,0 1-1 0 0,-1 0 1 0 0,1 0-1 0 0,0 0 1 0 0,-1-1-1 0 0,1 1 1 0 0,0 0-1 0 0,-1 0 1 0 0,0 0-1 0 0,2 2 1 0 0,1 56 383 0 0,75 174-371 0 0,-54-171-13 0 0,-2 1 0 0 0,-3 2-1 0 0,12 71 1 0 0,-2 126 0 0 0,-28-256 0 0 0,0 1 0 0 0,1-1 0 0 0,-1 1 0 0 0,1-1 0 0 0,1 1 0 0 0,-1-1 0 0 0,1 0 0 0 0,0 0 0 0 0,1 0 0 0 0,-1-1 0 0 0,6 7 0 0 0,-6-11 0 0 0,0 0 0 0 0,0 0 0 0 0,0-1 0 0 0,-1 1 0 0 0,1-1 0 0 0,0 0 0 0 0,0 0 0 0 0,0 0 0 0 0,0 0 0 0 0,0 0 0 0 0,0-1 0 0 0,5 0 0 0 0,11-4-18 0 0,0 2-1 0 0,1 0 1 0 0,-1 1 0 0 0,30 1 0 0 0,82 12-32 0 0,-32-3 55 0 0,139 13-15 0 0,-181-14-33 0 0,-55-7 42 0 0,0 1 1 0 0,0-1-1 0 0,0 0 1 0 0,0 0-1 0 0,0 1 1 0 0,0-1-1 0 0,0-1 1 0 0,0 1-1 0 0,0 0 1 0 0,0 0-1 0 0,0-1 1 0 0,0 1-1 0 0,0-1 1 0 0,0 1-1 0 0,-1-1 1 0 0,1 0-1 0 0,0 0 1 0 0,0 0-1 0 0,-1 0 1 0 0,1 0-1 0 0,0 0 1 0 0,-1-1-1 0 0,3-1 1 0 0,-3 0 0 0 0,0 0 0 0 0,0 0 0 0 0,0-1 0 0 0,0 1 0 0 0,0 0 0 0 0,-1-1 0 0 0,1 1 1 0 0,-1-1-1 0 0,0 1 0 0 0,0 0 0 0 0,0-1 0 0 0,-1-5 0 0 0,-2-93 29 0 0,5 0 0 0 0,21-149 0 0 0,-15 182 65 0 0,1-4-30 0 0,-2 25-27 0 0,-2 0-1 0 0,-2-1 1 0 0,-6-76 0 0 0,3 124-39 0 0,-1-7-19 0 0,0 0 0 0 0,0 0 0 0 0,1 0 0 0 0,0 0 0 0 0,1 0 0 0 0,1-9 0 0 0,-1 15 15 0 0,-1-1 0 0 0,1 1 0 0 0,0 0 0 0 0,0 0-1 0 0,0 0 1 0 0,0 0 0 0 0,1 0 0 0 0,-1 0 0 0 0,1 0 0 0 0,-1 1 0 0 0,1-1 0 0 0,-1 0 0 0 0,1 1 0 0 0,0-1 0 0 0,0 1 0 0 0,0 0 0 0 0,0-1 0 0 0,0 1 0 0 0,0 0 0 0 0,0 0 0 0 0,0 0-1 0 0,0 1 1 0 0,1-1 0 0 0,-1 0 0 0 0,4 0 0 0 0,51-7-110 0 0,0 3-1 0 0,1 2 1 0 0,108 8-1 0 0,-63 0 2 0 0,201 14 115 0 0,-300-19 14 0 0,-1 0 1 0 0,0 1-1 0 0,0-1 0 0 0,1 1 1 0 0,-1 0-1 0 0,0 0 1 0 0,0 0-1 0 0,0 0 0 0 0,0 1 1 0 0,0-1-1 0 0,0 1 1 0 0,0 0-1 0 0,0 0 0 0 0,-1 0 1 0 0,1 0-1 0 0,-1 0 1 0 0,3 3-1 0 0,-2 0 26 0 0,0 0 1 0 0,0 0-1 0 0,-1 1 0 0 0,0-1 0 0 0,0 0 1 0 0,0 1-1 0 0,-1-1 0 0 0,2 11 0 0 0,31 123 42 0 0,2 11-89 0 0,-8 55 7 0 0,6 35 0 0 0,-24-193-29 0 0,18 120-158 0 0,-27-160-1464 0 0</inkml:trace>
</inkml:ink>
</file>

<file path=ppt/ink/ink1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48:04.323"/>
    </inkml:context>
    <inkml:brush xml:id="br0">
      <inkml:brushProperty name="width" value="0.1" units="cm"/>
      <inkml:brushProperty name="height" value="0.1" units="cm"/>
      <inkml:brushProperty name="color" value="#F6630D"/>
    </inkml:brush>
  </inkml:definitions>
  <inkml:trace contextRef="#ctx0" brushRef="#br0">35 1392 3681 0 0,'-2'-13'6953'0'0,"-4"1"-6297"0"0,1-1 1 0 0,0 0-1 0 0,1 0 0 0 0,1-1 0 0 0,0 1 0 0 0,0-1 0 0 0,2 1 0 0 0,-1-27 1 0 0,3 9-147 0 0,4-63 146 0 0,-4 83-618 0 0,1-1-1 0 0,0 1 1 0 0,1 0 0 0 0,0 0-1 0 0,8-19 1 0 0,-10 29-52 0 0,-1 1-1 0 0,0-1 1 0 0,0 1 0 0 0,0-1 0 0 0,0 1 0 0 0,0-1 0 0 0,0 1-1 0 0,0-1 1 0 0,1 1 0 0 0,-1 0 0 0 0,0-1 0 0 0,0 1-1 0 0,1-1 1 0 0,-1 1 0 0 0,0 0 0 0 0,0-1 0 0 0,1 1-1 0 0,-1 0 1 0 0,1-1 0 0 0,-1 1 0 0 0,0 0 0 0 0,1-1-1 0 0,-1 1 1 0 0,1 0 0 0 0,-1 0 0 0 0,0 0 0 0 0,1-1 0 0 0,-1 1-1 0 0,1 0 1 0 0,0 0 0 0 0,2 13-984 0 0,2 2 1136 0 0,6-17 74 0 0,16-7 296 0 0,1 1 0 0 0,53-6 0 0 0,-46 9-362 0 0,61-18 0 0 0,-77 23-147 0 0,-19 0 1 0 0,1 0 0 0 0,-1 0 1 0 0,0 0-1 0 0,0 0 0 0 0,1-1 0 0 0,-1 1 0 0 0,0 0 1 0 0,0 0-1 0 0,1 0 0 0 0,-1 0 0 0 0,0 0 0 0 0,0 0 1 0 0,1 0-1 0 0,-1 0 0 0 0,0 0 0 0 0,0 0 1 0 0,1 0-1 0 0,-1 1 0 0 0,0-1 0 0 0,1 0 0 0 0,-1 0 1 0 0,0 0-1 0 0,0 0 0 0 0,0 0 0 0 0,1 0 0 0 0,-1 1 1 0 0,0-1-1 0 0,0 0 0 0 0,1 0 0 0 0,-1 0 0 0 0,0 0 1 0 0,0 1-1 0 0,0-1 0 0 0,0 0 0 0 0,1 0 1 0 0,-1 1-1 0 0,0-1 0 0 0,0 0 0 0 0,0 0 0 0 0,0 1 1 0 0,0-1-1 0 0,0 0 0 0 0,0 0 0 0 0,0 1 0 0 0,0-1 1 0 0,0 0-1 0 0,0 0 0 0 0,0 1 0 0 0,0-1 0 0 0,-1 4 1535 0 0,-2-7-1393 0 0,-2-2-19 0 0,1 0 0 0 0,-1-1 0 0 0,1 1 0 0 0,1-1 1 0 0,-1 0-1 0 0,-4-12 0 0 0,-11-18 207 0 0,14 27-290 0 0,1-1 0 0 0,-1 0 0 0 0,2 0-1 0 0,-1 0 1 0 0,1-1 0 0 0,1 1 0 0 0,0-1 0 0 0,0 0 0 0 0,1 1 0 0 0,1-1 0 0 0,0 0 0 0 0,1-12-1 0 0,-1 10-16 0 0,-2-9 38 0 0,1 21-67 0 0,1-1 1 0 0,0 1-1 0 0,0 0 1 0 0,-1-1-1 0 0,1 1 1 0 0,0 0-1 0 0,0 0 1 0 0,0-1 0 0 0,1 1-1 0 0,-1 0 1 0 0,0-1-1 0 0,0 1 1 0 0,1-2-1 0 0,0 2-22 0 0,0 0-1 0 0,1 0 1 0 0,-1 0 0 0 0,0 0-1 0 0,0 0 1 0 0,1 0-1 0 0,-1 0 1 0 0,0 1 0 0 0,1-1-1 0 0,-1 1 1 0 0,1-1 0 0 0,-1 1-1 0 0,1-1 1 0 0,-1 1-1 0 0,1 0 1 0 0,1-1 0 0 0,75-32-156 0 0,-65 31 177 0 0,0 0 0 0 0,0 1 1 0 0,0 0-1 0 0,0 1 1 0 0,0 1-1 0 0,17 2 1 0 0,29 1-12 0 0,-48-5-15 0 0,0-1 0 0 0,0 0 0 0 0,0 0 0 0 0,0-1 0 0 0,0-1 0 0 0,15-7 0 0 0,-19 8 23 0 0,-6 3 10 0 0,-1 0 0 0 0,1-1 0 0 0,0 1 0 0 0,-1 0 0 0 0,1-1-1 0 0,-1 1 1 0 0,0-1 0 0 0,1 1 0 0 0,-1-1 0 0 0,1 1 0 0 0,-1-1-1 0 0,0 1 1 0 0,1-1 0 0 0,-1 1 0 0 0,0-1 0 0 0,0 1 0 0 0,1-1-1 0 0,-1 0 1 0 0,0 1 0 0 0,0-1 0 0 0,0 0 0 0 0,0 1 0 0 0,0-1-1 0 0,0 1 1 0 0,0-1 0 0 0,0 0 0 0 0,0 1 0 0 0,0-1 0 0 0,0 0-1 0 0,0 1 1 0 0,0-1 0 0 0,0 1 0 0 0,-1-1 0 0 0,1-1 0 0 0,-15-30 22 0 0,2 1-6 0 0,-16-129 680 0 0,25 137-596 0 0,0 0 0 0 0,2 0 0 0 0,0-38 0 0 0,4 57-163 0 0,1 0 1 0 0,-1 0-1 0 0,1 0 1 0 0,0 0-1 0 0,0 0 0 0 0,1 0 1 0 0,-1 1-1 0 0,1 0 1 0 0,0 0-1 0 0,6-5 1 0 0,-1 5 24 0 0,0-1 1 0 0,0-1-1 0 0,-1 1 1 0 0,0-1 0 0 0,0-1-1 0 0,9-7 1 0 0,31-19 311 0 0,-44 30-308 0 0,0 1 1 0 0,0-1 0 0 0,0 1-1 0 0,0 0 1 0 0,0 0 0 0 0,0 0-1 0 0,0 1 1 0 0,0-1 0 0 0,0 1-1 0 0,0 0 1 0 0,1 0 0 0 0,-1 1-1 0 0,8 1 1 0 0,20 1-434 0 0,-16-7 334 0 0,9-2 311 0 0,-23 26-220 0 0,0 0 34 0 0,2 0 0 0 0,0 0 0 0 0,1-1 0 0 0,2 1 0 0 0,12 28-1 0 0,-9-24 23 0 0,-1 0 0 0 0,-2 1 0 0 0,7 33-1 0 0,-13-49-15 0 0,0-1 0 0 0,1 0 0 0 0,0 1 0 0 0,0-1-1 0 0,0 0 1 0 0,1 0 0 0 0,1 0 0 0 0,-1 0-1 0 0,1-1 1 0 0,0 1 0 0 0,7 6 0 0 0,-10-12 20 0 0,1-1 1 0 0,0 0 0 0 0,0 0-1 0 0,1 0 1 0 0,-1 0 0 0 0,0 0-1 0 0,0 0 1 0 0,0-1-1 0 0,1 1 1 0 0,-1-1 0 0 0,0 0-1 0 0,1 1 1 0 0,-1-1 0 0 0,5-1-1 0 0,44-3 457 0 0,-14 0-274 0 0,-24 4-191 0 0,-6 0 7 0 0,0-1 0 0 0,0 1 0 0 0,0 1 0 0 0,0-1 0 0 0,0 1 0 0 0,0 1 0 0 0,10 2 0 0 0,-12 0 11 0 0,0-1 0 0 0,0 1 0 0 0,-1 0 0 0 0,0 0 0 0 0,0 1 0 0 0,0-1 0 0 0,-1 1 0 0 0,1 0-1 0 0,-1 0 1 0 0,0 0 0 0 0,0 0 0 0 0,-1 0 0 0 0,3 7 0 0 0,5 16 159 0 0,10 37 1 0 0,-15-40-188 0 0,-1 1 0 0 0,-1-1 0 0 0,-1 39 0 0 0,-3-45 0 0 0,2 1 0 0 0,0 0 0 0 0,1-1 0 0 0,1 1 0 0 0,1-1 0 0 0,0 0 0 0 0,10 24 0 0 0,10 37 0 0 0,-24-79 4 0 0,1-1-1 0 0,-1 1 1 0 0,1 0 0 0 0,0 0 0 0 0,0 0-1 0 0,-1 0 1 0 0,1 0 0 0 0,0-1 0 0 0,0 1-1 0 0,0 0 1 0 0,0-1 0 0 0,0 1 0 0 0,0 0-1 0 0,0-1 1 0 0,0 0 0 0 0,0 1 0 0 0,0-1-1 0 0,0 1 1 0 0,0-1 0 0 0,0 0 0 0 0,0 0 0 0 0,0 0-1 0 0,1 0 1 0 0,0 0 0 0 0,34-1 119 0 0,-29 1-116 0 0,43-5 1 0 0,-21 2 44 0 0,0 1-1 0 0,51 2 1 0 0,-71 2 64 0 0,-1-1 0 0 0,1 1 1 0 0,-1 1-1 0 0,13 5 1 0 0,0-1 11 0 0,-20-6-130 0 0,-1-1-1 0 0,1 0 0 0 0,-1 0 0 0 0,1 0 0 0 0,0 0 1 0 0,-1 0-1 0 0,1 0 0 0 0,-1 0 0 0 0,1 0 0 0 0,-1 0 1 0 0,1 0-1 0 0,-1 0 0 0 0,1 0 0 0 0,0 0 0 0 0,-1 0 1 0 0,1-1-1 0 0,-1 1 0 0 0,1 0 0 0 0,-1 0 1 0 0,1-1-1 0 0,-1 1 0 0 0,1 0 0 0 0,-1-1 0 0 0,0 1 1 0 0,1 0-1 0 0,-1-1 0 0 0,1 1 0 0 0,-1-1 0 0 0,1 0 1 0 0,7-21 13 0 0,-3-33-58 0 0,-5 46-54 0 0,6-55 286 0 0,-3 43-206 0 0,-1 0-1 0 0,-1 0 0 0 0,0 0 0 0 0,-2 0 1 0 0,-6-38-1 0 0,8 58 25 0 0,0-1 0 0 0,-1 1 0 0 0,1-1 0 0 0,0 1 0 0 0,0 0 0 0 0,-1 0 0 0 0,1-1 0 0 0,0 1 0 0 0,0 0 0 0 0,0 0 0 0 0,1 0 0 0 0,-1 0 0 0 0,0 0 0 0 0,0 0 0 0 0,1 1 0 0 0,-1-1 0 0 0,0 0 0 0 0,1 0 0 0 0,-1 1 0 0 0,0-1 0 0 0,1 1 0 0 0,-1 0 0 0 0,1-1 0 0 0,1 1 0 0 0,48-15 64 0 0,-45 13 6 0 0,5-1-88 0 0,0 0 1 0 0,0 0-1 0 0,0 1 0 0 0,0 1 1 0 0,0 0-1 0 0,0 0 1 0 0,1 1-1 0 0,-1 0 0 0 0,0 1 1 0 0,0 1-1 0 0,0-1 1 0 0,0 2-1 0 0,0 0 1 0 0,15 6-1 0 0,-3 10-32 0 0,-16-19 51 0 0,-3 0 6 0 0,-1-1-1 0 0,1 1 1 0 0,0-1 0 0 0,0 0 0 0 0,0 0-1 0 0,-1 0 1 0 0,8-4 0 0 0,-10 5-12 0 0,0-1 1 0 0,0 0-1 0 0,0 0 1 0 0,-1 0 0 0 0,1 0-1 0 0,0 0 1 0 0,0 0 0 0 0,0 0-1 0 0,-1 0 1 0 0,1-1-1 0 0,-1 1 1 0 0,1 0 0 0 0,-1 0-1 0 0,1 0 1 0 0,-1-1 0 0 0,0 1-1 0 0,1 0 1 0 0,-1-1-1 0 0,0 1 1 0 0,0 0 0 0 0,0 0-1 0 0,0-1 1 0 0,0 1 0 0 0,0 0-1 0 0,-1-1 1 0 0,1 1-1 0 0,0 0 1 0 0,-1 0 0 0 0,1-1-1 0 0,-1 0 1 0 0,-62-209 129 0 0,60 202-124 0 0,-15-56 36 0 0,17 60-30 0 0,-1-1-1 0 0,2 0 1 0 0,-1 1-1 0 0,1-1 1 0 0,0 0-1 0 0,0 1 0 0 0,0-1 1 0 0,1 1-1 0 0,1-8 1 0 0,0 9-13 0 0,-1 1 0 0 0,1 0 1 0 0,0-1-1 0 0,0 1 0 0 0,0 0 1 0 0,0 0-1 0 0,1 0 0 0 0,-1 0 1 0 0,1 1-1 0 0,0-1 0 0 0,0 1 1 0 0,0-1-1 0 0,0 1 0 0 0,0 0 1 0 0,0 0-1 0 0,7-2 0 0 0,6-3-16 0 0,0 1 0 0 0,27-5 0 0 0,10-5-1 0 0,-36 8 20 0 0,5-2-1 0 0,0 1-1 0 0,1 0 0 0 0,0 2 0 0 0,0 1 0 0 0,32-5 0 0 0,-38 11-2 0 0,-7-2-44 0 0,-8-18 23 0 0,3-17 25 0 0,-5 36 0 0 0,1 0 0 0 0,-1 0 0 0 0,1 0 0 0 0,-1 0 0 0 0,1 0 0 0 0,-1 0 0 0 0,1 0 0 0 0,0 0 0 0 0,-1 0 0 0 0,1 0 0 0 0,0 0 0 0 0,0 0 0 0 0,0 0 0 0 0,0 1 0 0 0,0-1 0 0 0,0 0 0 0 0,0 0 0 0 0,0 1 0 0 0,0-1 0 0 0,0 1 0 0 0,0-1 0 0 0,0 1 0 0 0,0 0 0 0 0,0-1 0 0 0,0 1 0 0 0,1 0 0 0 0,1-1 0 0 0,-2 2 0 0 0,-1-1 0 0 0,1 1 0 0 0,0-1 0 0 0,-1 0 0 0 0,1 1 0 0 0,0-1 0 0 0,-1 1 0 0 0,1 0 0 0 0,-1-1 0 0 0,1 1 0 0 0,-1-1 0 0 0,1 1 0 0 0,-1 0 0 0 0,1-1 0 0 0,-1 1 0 0 0,0 0 0 0 0,1 0 0 0 0,-1-1 0 0 0,0 1 0 0 0,0 0 0 0 0,0 0 0 0 0,1-1 0 0 0,-1 1 0 0 0,0 0 0 0 0,0 1 0 0 0,3 27 0 0 0,-3-26 0 0 0,34 280 11 0 0,-26-106-118 0 0,-7-167 107 0 0,2 22 0 0 0,-3-30 0 0 0,1-1 0 0 0,-1 0 0 0 0,0 1 0 0 0,1-1 0 0 0,-1 0 0 0 0,1 1 0 0 0,0-1 0 0 0,-1 0 0 0 0,1 1 0 0 0,0-1 0 0 0,0 0 0 0 0,0 0 0 0 0,0 0 0 0 0,0 0 0 0 0,0 0 0 0 0,0 0 0 0 0,2 2 0 0 0,1-2 0 0 0,1 0 0 0 0,-1 0 0 0 0,0-1 0 0 0,1 1 0 0 0,-1-1 0 0 0,9 0 0 0 0,11 1 0 0 0,-1 1-3 0 0,1-1-1 0 0,-1-1 1 0 0,29-3 0 0 0,-31 1 38 0 0,0 0 1 0 0,0 2 0 0 0,-1 1 0 0 0,28 3-1 0 0,-36 4-110 0 0,-5-2 184 0 0,-6-6-53 0 0,-1 0-131 0 0,3 2 102 0 0,2 2-23 0 0,0 0 1 0 0,-1 0 0 0 0,0 1-1 0 0,0-1 1 0 0,0 1-1 0 0,0 0 1 0 0,-1 0 0 0 0,0 0-1 0 0,0 0 1 0 0,0 1 0 0 0,-1-1-1 0 0,1 1 1 0 0,-2-1 0 0 0,1 1-1 0 0,2 12 1 0 0,0 9 17 0 0,-2 0 1 0 0,0 39 0 0 0,0 16-4 0 0,0-69-24 0 0,-2-6-3 0 0,0-1-1 0 0,1 1 0 0 0,0-1 0 0 0,0 1 0 0 0,0-1 0 0 0,1 1 1 0 0,0-1-1 0 0,1 0 0 0 0,-1 1 0 0 0,1-1 0 0 0,4 6 0 0 0,-5-11 12 0 0,-1-1-1 0 0,0 0 1 0 0,1 0-1 0 0,-1 0 0 0 0,0 1 1 0 0,1-1-1 0 0,-1 0 1 0 0,0-1-1 0 0,1 1 0 0 0,-1 0 1 0 0,1 0-1 0 0,-1-1 1 0 0,0 1-1 0 0,0 0 0 0 0,1-1 1 0 0,-1 1-1 0 0,0-1 1 0 0,0 0-1 0 0,1 0 0 0 0,0 0 1 0 0,0 0-10 0 0,7-2 6 0 0,0 0 0 0 0,0 1 0 0 0,0 0-1 0 0,0 1 1 0 0,0 0 0 0 0,0 0-1 0 0,0 1 1 0 0,0 0 0 0 0,1 1 0 0 0,-1 0-1 0 0,0 0 1 0 0,9 3 0 0 0,2 2 1 0 0,0 0 1 0 0,0 1 0 0 0,-1 1-1 0 0,18 10 1 0 0,-10-1 30 0 0,-24-14-22 0 0,1 0 0 0 0,-1-1 0 0 0,1 0 1 0 0,0 0-1 0 0,-1 0 0 0 0,1 0 0 0 0,0 0 1 0 0,0-1-1 0 0,0 0 0 0 0,0 1 0 0 0,1-2 1 0 0,-1 1-1 0 0,6 0 0 0 0,-7 0 0 0 0,0 0 1 0 0,0 0-1 0 0,0 0 0 0 0,0 0 0 0 0,-1 0 0 0 0,1 1 1 0 0,0-1-1 0 0,-1 1 0 0 0,1 0 0 0 0,-1 0 1 0 0,1 0-1 0 0,-1 0 0 0 0,0 0 0 0 0,0 1 0 0 0,0-1 1 0 0,0 0-1 0 0,2 5 0 0 0,9 7 1 0 0,-7-12-10 0 0,0-1 0 0 0,1 0 0 0 0,-1 0 0 0 0,0 0 0 0 0,11-1 0 0 0,2-3 0 0 0,-18 2 0 0 0,1 1 0 0 0,0-1 0 0 0,0 1 0 0 0,-1-1 0 0 0,1 1 0 0 0,0 0 0 0 0,0 0 0 0 0,-1 0 0 0 0,1 0 0 0 0,0 0 0 0 0,0 0 0 0 0,-1 1 0 0 0,1-1 0 0 0,0 0 0 0 0,2 2 0 0 0,-5-4 0 0 0,-1 0-1 0 0,1 0 1 0 0,0 0 0 0 0,0 0-1 0 0,0 0 1 0 0,0 0 0 0 0,1 0-1 0 0,-1 0 1 0 0,1-1 0 0 0,-1 1 0 0 0,1 0-1 0 0,0 0 1 0 0,0-1 0 0 0,0 1-1 0 0,0-4 1 0 0,2-38 65 0 0,3-14 8 0 0,-2 1 1 0 0,-5-71-1 0 0,2 126-64 0 0,0 0 0 0 0,-1 0-1 0 0,1 0 1 0 0,-1 0 0 0 0,1 0-1 0 0,-1 0 1 0 0,0 0 0 0 0,0 0-1 0 0,0 0 1 0 0,0 1 0 0 0,0-1 0 0 0,-1 0-1 0 0,-1-2 1 0 0,-6-12 72 0 0,6-7-85 0 0,4 11-3 0 0,-1 10-5 0 0,1 0 1 0 0,-1 0-1 0 0,1-1 0 0 0,0 1 1 0 0,-1 0-1 0 0,1 0 0 0 0,0 0 0 0 0,1 0 1 0 0,-1 0-1 0 0,0 0 0 0 0,0 0 0 0 0,1 0 1 0 0,-1 0-1 0 0,1 0 0 0 0,0 1 0 0 0,-1-1 1 0 0,1 1-1 0 0,0-1 0 0 0,0 1 1 0 0,0 0-1 0 0,0 0 0 0 0,0 0 0 0 0,0 0 1 0 0,0 0-1 0 0,1 0 0 0 0,3-1 0 0 0,10-2-133 0 0,0 0 0 0 0,29-3 0 0 0,-28 4 108 0 0,12 0 68 0 0,52 1 1 0 0,-58 2-26 0 0,-25-5-6 0 0,-7-36 0 0 0,1-1 0 0 0,-3-71 0 0 0,10 96 0 0 0,0 1 0 0 0,-2 0 0 0 0,1-1 0 0 0,-7-18 0 0 0,13 3-64 0 0,-2 29 64 0 0,1 1 1 0 0,0-1-1 0 0,0 1 1 0 0,0 0-1 0 0,0 0 1 0 0,1 0-1 0 0,-1 0 1 0 0,1 1-1 0 0,-1-1 1 0 0,1 1-1 0 0,3-1 0 0 0,40-11 2 0 0,40-14 47 0 0,-70 21-71 0 0,-14 6 14 0 0,-1-1 0 0 0,1 0 1 0 0,-1 0-1 0 0,0 0 0 0 0,0 0 1 0 0,1 0-1 0 0,-1 0 0 0 0,0-1 1 0 0,0 1-1 0 0,0 0 0 0 0,0-1 1 0 0,-1 0-1 0 0,1 0 0 0 0,0 1 1 0 0,-1-1-1 0 0,1 0 0 0 0,-1 0 1 0 0,3-4-1 0 0,-3 4 8 0 0,0 0 0 0 0,0 0 0 0 0,0-1 0 0 0,0 1 0 0 0,0 0 0 0 0,0 0 0 0 0,0-1 0 0 0,-1 1 0 0 0,1 0 0 0 0,-1-1 0 0 0,0 1 0 0 0,0 0 0 0 0,0-1 0 0 0,0 1 0 0 0,0-1 0 0 0,0 1 0 0 0,-1 0 0 0 0,1-1 0 0 0,-1 1 0 0 0,1 0 0 0 0,-2-3 0 0 0,-1-1 0 0 0,-1 0 1 0 0,0 0-1 0 0,0 0 1 0 0,-1 0-1 0 0,-7-7 1 0 0,7 8-11 0 0,0-1 1 0 0,1 1 0 0 0,0-1-1 0 0,-1 0 1 0 0,-3-8 0 0 0,8 11 7 0 0,-1 0 0 0 0,1 0 1 0 0,0 1-1 0 0,0-1 0 0 0,0 0 1 0 0,0 0-1 0 0,0 1 0 0 0,1-1 1 0 0,-1 0-1 0 0,1 1 0 0 0,0-1 1 0 0,0 0-1 0 0,0 1 0 0 0,0-1 1 0 0,0 1-1 0 0,0-1 0 0 0,1 1 1 0 0,-1 0-1 0 0,1 0 0 0 0,0-1 1 0 0,0 1-1 0 0,2-2 0 0 0,3-4 5 0 0,1 0-1 0 0,0 0 0 0 0,0 1 1 0 0,12-8-1 0 0,1 2-62 0 0,0 1 0 0 0,1 1 0 0 0,34-12 0 0 0,-17 9 60 0 0,-21 6 0 0 0,36-8 0 0 0,-46 16 32 0 0,-15 5 40 0 0,-13 4 56 0 0,20-7-177 0 0,7-1 26 0 0,337-28 103 0 0,-343 27-80 0 0,5 0 0 0 0,1-1 0 0 0,0 0 0 0 0,-1 0 0 0 0,1 0 0 0 0,-1-1 0 0 0,0 0 0 0 0,7-2 0 0 0,-12 3 480 0 0,1 4-420 0 0,2 5-47 0 0,0 1 0 0 0,-1-1 1 0 0,0 1-1 0 0,-1-1 0 0 0,0 1 0 0 0,2 13 0 0 0,3 257-43 0 0,-2-77-4 0 0,-5-157 34 0 0,0-20 0 0 0,1 1 0 0 0,2 0 0 0 0,6 33 0 0 0,-6-44 7 0 0,-1 1 0 0 0,0-1 0 0 0,-1 0 1 0 0,0 1-1 0 0,-2-1 0 0 0,1 1 0 0 0,-2-1 0 0 0,-4 18 0 0 0,6-32-7 0 0,0 1 0 0 0,0-1 0 0 0,0 0 0 0 0,0 0 0 0 0,0 1 0 0 0,0-1 0 0 0,0 0 0 0 0,0 1 0 0 0,0-1 0 0 0,1 0 0 0 0,-1 0 0 0 0,0 0 0 0 0,1 1 0 0 0,-1-1 0 0 0,1 0 0 0 0,0 0 0 0 0,-1 0 0 0 0,1 0 0 0 0,0 0 0 0 0,0 0 0 0 0,-1 0 0 0 0,1 0 0 0 0,0 0 0 0 0,0 0 0 0 0,2 1 0 0 0,35 19 0 0 0,-11-7 0 0 0,-23-12 0 0 0,-1 0 0 0 0,1 0 0 0 0,0 0 0 0 0,0 0 0 0 0,0-1 0 0 0,-1 0 0 0 0,2 0 0 0 0,-1 0 0 0 0,0 0 0 0 0,7 0 0 0 0,27 6 0 0 0,-28-2 0 0 0,0-2 0 0 0,0 1 0 0 0,0-1 0 0 0,0-1 0 0 0,1 0 0 0 0,18 1 0 0 0,-28-2 0 0 0,0-1 0 0 0,0 1 0 0 0,1-1 0 0 0,-1 1 0 0 0,0-1 0 0 0,0 1 0 0 0,0 0 0 0 0,0 0 0 0 0,0-1 0 0 0,0 1 0 0 0,-1 0 0 0 0,1 0 0 0 0,0 0 0 0 0,0 0 0 0 0,0 0 0 0 0,-1 0 0 0 0,1 0 0 0 0,0 2 0 0 0,-1-3 0 0 0,7 8 10 0 0,-1 1 1 0 0,1 0-1 0 0,-2 0 0 0 0,0 0 0 0 0,0 1 0 0 0,0 0 0 0 0,-1 0 1 0 0,-1 0-1 0 0,5 18 0 0 0,-1 9 61 0 0,3 53-1 0 0,-6-54-57 0 0,-4-31-176 0 0,1 0 1 0 0,-1 0-1 0 0,0 0 0 0 0,0 0 1 0 0,-1-1-1 0 0,0 1 0 0 0,1 0 1 0 0,-2-1-1 0 0,-2 9 0 0 0</inkml:trace>
</inkml:ink>
</file>

<file path=ppt/ink/ink1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3.480"/>
    </inkml:context>
    <inkml:brush xml:id="br0">
      <inkml:brushProperty name="width" value="0.1" units="cm"/>
      <inkml:brushProperty name="height" value="0.1" units="cm"/>
      <inkml:brushProperty name="color" value="#F6630D"/>
    </inkml:brush>
  </inkml:definitions>
  <inkml:trace contextRef="#ctx0" brushRef="#br0">24 209 14283 0 0,'0'-1'150'0'0,"-1"1"1"0"0,1-1-1 0 0,0 1 1 0 0,-1-1-1 0 0,1 1 1 0 0,-1-1-1 0 0,1 1 0 0 0,-1-1 1 0 0,1 1-1 0 0,-1 0 1 0 0,1-1-1 0 0,-1 1 0 0 0,1-1 1 0 0,-1 1-1 0 0,1 0 1 0 0,-1 0-1 0 0,0-1 1 0 0,1 1-1 0 0,-1 0 0 0 0,0 0 1 0 0,1 0-1 0 0,-1 0 1 0 0,0 0-1 0 0,1 0 0 0 0,-1 0 1 0 0,0 0-1 0 0,1 0 1 0 0,-1 0-1 0 0,0 0 1 0 0,0 0-1 0 0,0 1-66 0 0,1 0 0 0 0,-1 0 0 0 0,0 0-1 0 0,1 0 1 0 0,-1 0 0 0 0,1 0 0 0 0,0 0 0 0 0,-1 0 0 0 0,1 0 0 0 0,0 1 0 0 0,0-1 0 0 0,-1 0 0 0 0,1 0-1 0 0,0 0 1 0 0,0 2 0 0 0,5 44 20 0 0,1-26-76 0 0,1 0 0 0 0,1-1 0 0 0,1 0 0 0 0,0 0 0 0 0,2-1 0 0 0,18 26 0 0 0,88 103 231 0 0,-82-107-238 0 0,174 214-142 0 0,-162-206 73 0 0,-44-46 121 0 0,0 0-1 0 0,1-1 1 0 0,-1 1 0 0 0,1-1 0 0 0,0 1 0 0 0,-1-1-1 0 0,1 0 1 0 0,0 0 0 0 0,0-1 0 0 0,0 1 0 0 0,0-1-1 0 0,1 0 1 0 0,4 1 0 0 0,-8-3-44 0 0,0 1 0 0 0,0 0 0 0 0,1-1 0 0 0,-1 1 0 0 0,0-1 0 0 0,0 1 0 0 0,0-1 0 0 0,0 1 0 0 0,0-1 0 0 0,0 0 0 0 0,0 0 0 0 0,0 1 0 0 0,0-1 0 0 0,0 0 0 0 0,0 0-1 0 0,0 0 1 0 0,0 0 0 0 0,-1 0 0 0 0,1 0 0 0 0,0-1 0 0 0,-1 1 0 0 0,1 0 0 0 0,-1 0 0 0 0,1-3 0 0 0,10-34-72 0 0,-9 29 173 0 0,41-211 809 0 0,-7 28-578 0 0,35-175-1041 0 0,-70 362 361 0 0,9-49 405 0 0,0 28-1719 0 0,4 6-4165 0 0</inkml:trace>
</inkml:ink>
</file>

<file path=ppt/ink/ink1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3.893"/>
    </inkml:context>
    <inkml:brush xml:id="br0">
      <inkml:brushProperty name="width" value="0.1" units="cm"/>
      <inkml:brushProperty name="height" value="0.1" units="cm"/>
      <inkml:brushProperty name="color" value="#F6630D"/>
    </inkml:brush>
  </inkml:definitions>
  <inkml:trace contextRef="#ctx0" brushRef="#br0">52 1 8290 0 0,'-2'0'143'0'0,"0"1"-1"0"0,1 0 1 0 0,-1 0 0 0 0,1 0 0 0 0,-1-1 0 0 0,1 2 0 0 0,-1-1-1 0 0,1 0 1 0 0,0 0 0 0 0,-1 0 0 0 0,1 1 0 0 0,0-1-1 0 0,0 0 1 0 0,0 1 0 0 0,0-1 0 0 0,0 1 0 0 0,0 0 0 0 0,0-1-1 0 0,0 3 1 0 0,-14 34 931 0 0,12-31-990 0 0,1 0 1 0 0,1 1-1 0 0,-1-1 1 0 0,1 0-1 0 0,0 1 1 0 0,1-1-1 0 0,0 1 1 0 0,0-1-1 0 0,1 1 1 0 0,-1-1-1 0 0,2 0 1 0 0,-1 1-1 0 0,1-1 1 0 0,4 12-1 0 0,-1-10 6 0 0,-1 0 1 0 0,1-1-1 0 0,0 0 0 0 0,1 0 0 0 0,0 0 0 0 0,0 0 0 0 0,0-1 0 0 0,1 0 0 0 0,1-1 0 0 0,10 9 0 0 0,-5-7 31 0 0,0 1 0 0 0,0-2-1 0 0,1 0 1 0 0,0 0-1 0 0,0-1 1 0 0,1-1-1 0 0,-1-1 1 0 0,1 0-1 0 0,0 0 1 0 0,1-2-1 0 0,-1 0 1 0 0,0-1-1 0 0,1 0 1 0 0,18-2-1 0 0,-30 1-114 0 0,1-1 0 0 0,-1 0 0 0 0,0 1-1 0 0,1-1 1 0 0,-1-1 0 0 0,0 1 0 0 0,0-1-1 0 0,0 1 1 0 0,0-1 0 0 0,0 0 0 0 0,0-1 0 0 0,-1 1-1 0 0,1-1 1 0 0,-1 1 0 0 0,0-1 0 0 0,4-4 0 0 0,-4 3 60 0 0,-1 1 0 0 0,0-1 0 0 0,0 1 0 0 0,0-1 0 0 0,-1 1 1 0 0,0-1-1 0 0,1 0 0 0 0,-1 0 0 0 0,0 0 0 0 0,-1 0 0 0 0,1 0 1 0 0,-1 0-1 0 0,0 0 0 0 0,0-7 0 0 0,-1 1 75 0 0,-1 0 1 0 0,0 0-1 0 0,0 0 0 0 0,-1 1 1 0 0,-1-1-1 0 0,1 1 1 0 0,-1-1-1 0 0,-1 1 0 0 0,0 0 1 0 0,0 1-1 0 0,-1-1 0 0 0,-12-12 1 0 0,7 10-363 0 0,0 1 1 0 0,-1 1-1 0 0,0 0 1 0 0,-1 1-1 0 0,1 0 1 0 0,-2 1-1 0 0,1 1 1 0 0,-15-6-1 0 0,7 5-6015 0 0</inkml:trace>
</inkml:ink>
</file>

<file path=ppt/ink/ink1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4.296"/>
    </inkml:context>
    <inkml:brush xml:id="br0">
      <inkml:brushProperty name="width" value="0.1" units="cm"/>
      <inkml:brushProperty name="height" value="0.1" units="cm"/>
      <inkml:brushProperty name="color" value="#F6630D"/>
    </inkml:brush>
  </inkml:definitions>
  <inkml:trace contextRef="#ctx0" brushRef="#br0">0 100 4609 0 0,'4'-1'354'0'0,"-1"0"-1"0"0,0 0 1 0 0,1 0 0 0 0,-1 1-1 0 0,1-1 1 0 0,-1 1 0 0 0,1 0-1 0 0,-1 0 1 0 0,1 1 0 0 0,-1-1-1 0 0,1 1 1 0 0,-1-1 0 0 0,0 1-1 0 0,1 0 1 0 0,-1 0 0 0 0,0 1-1 0 0,1-1 1 0 0,-1 1 0 0 0,3 2-1 0 0,5 4 377 0 0,-1 0 0 0 0,0 1 0 0 0,18 19 0 0 0,-21-20-575 0 0,0 0-1 0 0,0-1 1 0 0,1 1-1 0 0,1-1 0 0 0,-1-1 1 0 0,16 9-1 0 0,-21-13-179 0 0,1 0-1 0 0,-1-1 0 0 0,1 0 1 0 0,0 1-1 0 0,-1-1 1 0 0,1-1-1 0 0,0 1 0 0 0,0 0 1 0 0,-1-1-1 0 0,1 0 0 0 0,0 0 1 0 0,0 0-1 0 0,0 0 0 0 0,0-1 1 0 0,-1 1-1 0 0,1-1 1 0 0,0 0-1 0 0,0 0 0 0 0,-1-1 1 0 0,6-1-1 0 0,-4-1-14 0 0,0 0-1 0 0,0 0 1 0 0,0 0-1 0 0,-1-1 1 0 0,1 1 0 0 0,-1-1-1 0 0,0 0 1 0 0,0 0 0 0 0,-1-1-1 0 0,0 1 1 0 0,5-10-1 0 0,13-37 8 0 0,-17 41 360 0 0,0 0 0 0 0,0 0 1 0 0,1 0-1 0 0,0 0 0 0 0,1 1 0 0 0,1 0 1 0 0,9-13-1 0 0,-15 23-278 0 0,-1-1 1 0 0,1 1-1 0 0,-1-1 1 0 0,0 1-1 0 0,1-1 1 0 0,-1 1-1 0 0,1-1 1 0 0,0 1-1 0 0,-1-1 1 0 0,1 1-1 0 0,-1 0 1 0 0,1 0-1 0 0,0-1 1 0 0,-1 1-1 0 0,1 0 1 0 0,-1 0-1 0 0,1-1 1 0 0,0 1-1 0 0,-1 0 1 0 0,1 0-1 0 0,0 0 1 0 0,-1 0-1 0 0,1 0 0 0 0,0 0 1 0 0,-1 0-1 0 0,1 0 1 0 0,0 1-1 0 0,-1-1 1 0 0,1 0-1 0 0,0 0 1 0 0,-1 0-1 0 0,1 1 1 0 0,0-1-1 0 0,-1 0 1 0 0,1 1-1 0 0,-1-1 1 0 0,1 0-1 0 0,-1 1 1 0 0,1-1-1 0 0,-1 1 1 0 0,1-1-1 0 0,-1 1 1 0 0,1-1-1 0 0,-1 1 0 0 0,0-1 1 0 0,1 1-1 0 0,-1 0 1 0 0,0-1-1 0 0,1 1 1 0 0,-1-1-1 0 0,0 1 1 0 0,0 0-1 0 0,1 0 1 0 0,12 47 564 0 0,-9-30-417 0 0,-2-12-277 0 0,0-1 0 0 0,1 1 0 0 0,0-1 0 0 0,-1 1 0 0 0,2-1 0 0 0,-1 0 0 0 0,1 0 0 0 0,-1-1 0 0 0,1 1-1 0 0,1-1 1 0 0,-1 0 0 0 0,1 0 0 0 0,-1 0 0 0 0,1-1 0 0 0,8 5 0 0 0,9 2-1059 0 0</inkml:trace>
</inkml:ink>
</file>

<file path=ppt/ink/ink1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4.493"/>
    </inkml:context>
    <inkml:brush xml:id="br0">
      <inkml:brushProperty name="width" value="0.1" units="cm"/>
      <inkml:brushProperty name="height" value="0.1" units="cm"/>
      <inkml:brushProperty name="color" value="#F6630D"/>
    </inkml:brush>
  </inkml:definitions>
  <inkml:trace contextRef="#ctx0" brushRef="#br0">42 43 10594 0 0,'1'-8'195'0'0,"-1"4"-83"0"0,1 1 0 0 0,-1 0 0 0 0,0 0 0 0 0,0 0 0 0 0,0 0-1 0 0,-1 0 1 0 0,1 0 0 0 0,-7-6 3483 0 0,-3 28-1784 0 0,3 8-1165 0 0,1 0 0 0 0,1 1 0 0 0,1 0 0 0 0,2 0 0 0 0,1 40 0 0 0,5 0-262 0 0,13 73 0 0 0,25 57-757 0 0,-40-189 226 0 0,7 30-679 0 0</inkml:trace>
</inkml:ink>
</file>

<file path=ppt/ink/ink1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4.719"/>
    </inkml:context>
    <inkml:brush xml:id="br0">
      <inkml:brushProperty name="width" value="0.1" units="cm"/>
      <inkml:brushProperty name="height" value="0.1" units="cm"/>
      <inkml:brushProperty name="color" value="#F6630D"/>
    </inkml:brush>
  </inkml:definitions>
  <inkml:trace contextRef="#ctx0" brushRef="#br0">8 265 7370 0 0,'0'0'60'0'0,"0"0"0"0"0,0 1 0 0 0,-1-1 1 0 0,1 0-1 0 0,0 0 0 0 0,0 0 1 0 0,0 0-1 0 0,-1 0 0 0 0,1 0 0 0 0,0 0 1 0 0,0 0-1 0 0,0 0 0 0 0,-1 0 1 0 0,1 0-1 0 0,0 0 0 0 0,0 0 0 0 0,-1 0 1 0 0,1 0-1 0 0,0 0 0 0 0,0 0 1 0 0,0 0-1 0 0,-1 0 0 0 0,1 0 0 0 0,0 0 1 0 0,0 0-1 0 0,0 0 0 0 0,-1 0 1 0 0,1-1-1 0 0,0 1 0 0 0,0 0 1 0 0,0 0-1 0 0,0 0 0 0 0,-1 0 0 0 0,1 0 1 0 0,0-1-1 0 0,0 1 0 0 0,0 0 1 0 0,0 0-1 0 0,0 0 0 0 0,0 0 0 0 0,0-1 1 0 0,-1 1-1 0 0,1 0 0 0 0,0 0 1 0 0,0 0-1 0 0,0-1 0 0 0,0 1 0 0 0,0 0 1 0 0,0 0-1 0 0,0 0 0 0 0,0-1 1 0 0,0 1-1 0 0,0 0 0 0 0,0 0 0 0 0,0 0 1 0 0,0-1-1 0 0,0 1 0 0 0,0 0 1 0 0,0 0-1 0 0,0 0 0 0 0,1-1 0 0 0,15-13 1736 0 0,27-11-657 0 0,167-52 689 0 0,-118 46-1464 0 0,19-4-3311 0 0,152-30 0 0 0,-204 53 2817 0 0</inkml:trace>
</inkml:ink>
</file>

<file path=ppt/ink/ink1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02.600"/>
    </inkml:context>
    <inkml:brush xml:id="br0">
      <inkml:brushProperty name="width" value="0.1" units="cm"/>
      <inkml:brushProperty name="height" value="0.1" units="cm"/>
      <inkml:brushProperty name="color" value="#F6630D"/>
    </inkml:brush>
  </inkml:definitions>
  <inkml:trace contextRef="#ctx0" brushRef="#br0">179 0 12899 0 0,'-4'7'179'0'0,"0"0"-1"0"0,1 0 1 0 0,0 1 0 0 0,0-1 0 0 0,0 1 0 0 0,1-1-1 0 0,1 1 1 0 0,-1 0 0 0 0,0 10 0 0 0,-3 13-32 0 0,-49 225 402 0 0,-36 460-1 0 0,88-611-59 0 0,20 190 0 0 0,48 101 1518 0 0,155 1037 1006 0 0,-151-918-2788 0 0,36 345 140 0 0,-91-539-213 0 0,-16-241-306 0 0,-23 158 0 0 0,23-227-146 0 0,1-7 18 0 0,-1 0 0 0 0,1 0 0 0 0,-1 0 0 0 0,0 1 0 0 0,0-1 0 0 0,0 0 0 0 0,0 0 0 0 0,-1-1 0 0 0,0 1 0 0 0,-3 6 0 0 0,1-12-23 0 0,-3-12 269 0 0</inkml:trace>
</inkml:ink>
</file>

<file path=ppt/ink/ink1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03.393"/>
    </inkml:context>
    <inkml:brush xml:id="br0">
      <inkml:brushProperty name="width" value="0.1" units="cm"/>
      <inkml:brushProperty name="height" value="0.1" units="cm"/>
      <inkml:brushProperty name="color" value="#F6630D"/>
    </inkml:brush>
  </inkml:definitions>
  <inkml:trace contextRef="#ctx0" brushRef="#br0">1 1 12443 0 0,'4'4'84'0'0,"-1"0"1"0"0,1-1 0 0 0,1 1-1 0 0,-1-1 1 0 0,0 0 0 0 0,1 0 0 0 0,0-1-1 0 0,-1 1 1 0 0,9 2 0 0 0,6 5-190 0 0,188 102 728 0 0,5-10-1 0 0,339 115 1 0 0,209 47 1144 0 0,-378-125-1156 0 0,280 106 94 0 0,-8 26-417 0 0,-552-225-270 0 0,282 134 29 0 0,-261-115-302 0 0,120 83 1 0 0,-146-85 60 0 0,-51-35 123 0 0,-2 1 0 0 0,-1 3 0 0 0,44 40 0 0 0,-85-70 71 0 0,0 0-1 0 0,0 0 1 0 0,0 0-1 0 0,-1 0 1 0 0,1 0-1 0 0,-1 1 1 0 0,1-1-1 0 0,-1 0 1 0 0,0 1-1 0 0,1-1 1 0 0,-1 1-1 0 0,0-1 1 0 0,-1 1-1 0 0,1 0 1 0 0,0-1-1 0 0,-1 1 1 0 0,0 0-1 0 0,1-1 0 0 0,-1 1 1 0 0,0 0-1 0 0,-1 0 1 0 0,0 4-1 0 0,0-2 49 0 0,-1 0 0 0 0,0-1-1 0 0,-1 1 1 0 0,1-1-1 0 0,-1 1 1 0 0,0-1-1 0 0,0 0 1 0 0,0 0-1 0 0,0 0 1 0 0,-1-1 0 0 0,-6 6-1 0 0,-60 46 335 0 0,-2-3 1 0 0,-118 63-1 0 0,159-96-362 0 0,-185 101-123 0 0,-144 88-317 0 0,-415 291-5866 0 0,514-328 4303 0 0,-62 40 1094 0 0,-164 123 823 0 0,25 31 1403 0 0,-117 156 4006 0 0,498-439-4550 0 0,-126 165 1 0 0,177-207-1154 0 0</inkml:trace>
</inkml:ink>
</file>

<file path=ppt/ink/ink1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03.904"/>
    </inkml:context>
    <inkml:brush xml:id="br0">
      <inkml:brushProperty name="width" value="0.1" units="cm"/>
      <inkml:brushProperty name="height" value="0.1" units="cm"/>
      <inkml:brushProperty name="color" value="#F6630D"/>
    </inkml:brush>
  </inkml:definitions>
  <inkml:trace contextRef="#ctx0" brushRef="#br0">0 228 11058 0 0,'1'0'103'0'0,"-1"-1"0"0"0,1 0-1 0 0,-1 0 1 0 0,1 0-1 0 0,0 0 1 0 0,-1 1-1 0 0,1-1 1 0 0,0 0 0 0 0,-1 1-1 0 0,1-1 1 0 0,0 0-1 0 0,0 1 1 0 0,0-1 0 0 0,0 1-1 0 0,0-1 1 0 0,-1 1-1 0 0,1 0 1 0 0,0-1-1 0 0,2 1 1 0 0,27-12 635 0 0,-26 10-627 0 0,123-40 492 0 0,204-41 0 0 0,-125 36-786 0 0,-203 46 156 0 0,25-6-549 0 0,-1 0 1 0 0,2 2-1 0 0,-1 0 0 0 0,0 2 1 0 0,36 1-1 0 0,-40 5-3691 0 0</inkml:trace>
</inkml:ink>
</file>

<file path=ppt/ink/ink1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04.853"/>
    </inkml:context>
    <inkml:brush xml:id="br0">
      <inkml:brushProperty name="width" value="0.1" units="cm"/>
      <inkml:brushProperty name="height" value="0.1" units="cm"/>
      <inkml:brushProperty name="color" value="#F6630D"/>
    </inkml:brush>
  </inkml:definitions>
  <inkml:trace contextRef="#ctx0" brushRef="#br0">0 90 10138 0 0,'116'-4'4644'0'0,"55"-14"-3022"0"0,-22 1-1434 0 0,-134 16-226 0 0,223-22 123 0 0,-81 0-3157 0 0,-135 19 1796 0 0</inkml:trace>
</inkml:ink>
</file>

<file path=ppt/ink/ink1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05.107"/>
    </inkml:context>
    <inkml:brush xml:id="br0">
      <inkml:brushProperty name="width" value="0.1" units="cm"/>
      <inkml:brushProperty name="height" value="0.1" units="cm"/>
      <inkml:brushProperty name="color" value="#F6630D"/>
    </inkml:brush>
  </inkml:definitions>
  <inkml:trace contextRef="#ctx0" brushRef="#br0">22 2 10594 0 0,'0'0'92'0'0,"-1"-1"0"0"0,0 1 0 0 0,1 0 0 0 0,-1 0-1 0 0,0 0 1 0 0,1 0 0 0 0,-1-1 0 0 0,0 1 0 0 0,1 0-1 0 0,-1 0 1 0 0,0 0 0 0 0,0 0 0 0 0,1 0 0 0 0,-1 1-1 0 0,0-1 1 0 0,1 0 0 0 0,-1 0 0 0 0,0 0 0 0 0,1 0-1 0 0,-1 1 1 0 0,0-1 0 0 0,1 0 0 0 0,-1 1 0 0 0,1-1 0 0 0,-1 1-1 0 0,1-1 1 0 0,-1 0 0 0 0,1 1 0 0 0,-1-1 0 0 0,1 1-1 0 0,-1-1 1 0 0,1 1 0 0 0,-1 0 0 0 0,0 0 0 0 0,6 25 3464 0 0,0-7-4164 0 0,52 312 1877 0 0,27 130 822 0 0,-61-382-7619 0 0,-12-45-730 0 0</inkml:trace>
</inkml:ink>
</file>

<file path=ppt/ink/ink1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05.838"/>
    </inkml:context>
    <inkml:brush xml:id="br0">
      <inkml:brushProperty name="width" value="0.1" units="cm"/>
      <inkml:brushProperty name="height" value="0.1" units="cm"/>
      <inkml:brushProperty name="color" value="#F6630D"/>
    </inkml:brush>
  </inkml:definitions>
  <inkml:trace contextRef="#ctx0" brushRef="#br0">3946 27 14283 0 0,'-2'-2'-79'0'0,"0"-1"0"0"0,0 1 0 0 0,0 0 0 0 0,-1 1 0 0 0,1-1 0 0 0,-1 0 0 0 0,0 1 0 0 0,1-1 0 0 0,-1 1 0 0 0,0 0 0 0 0,0 0 0 0 0,0 0 0 0 0,0 0 0 0 0,1 1 0 0 0,-1-1 0 0 0,-5 0 0 0 0,-57-1-365 0 0,46 2 383 0 0,-305 14 770 0 0,109-1 161 0 0,-472 34 2454 0 0,665-45-3292 0 0,-776 89 210 0 0,389-35-229 0 0,-22 10 402 0 0,-81 13 1135 0 0,174-15-3522 0 0,298-55-2414 0 0,3 2-1316 0 0</inkml:trace>
</inkml:ink>
</file>

<file path=ppt/ink/ink1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06.268"/>
    </inkml:context>
    <inkml:brush xml:id="br0">
      <inkml:brushProperty name="width" value="0.1" units="cm"/>
      <inkml:brushProperty name="height" value="0.1" units="cm"/>
      <inkml:brushProperty name="color" value="#F6630D"/>
    </inkml:brush>
  </inkml:definitions>
  <inkml:trace contextRef="#ctx0" brushRef="#br0">4 6 14283 0 0,'-3'-6'1453'0'0,"7"7"-1380"0"0,9 12-827 0 0,-5 10 1069 0 0,-2 1-1 0 0,0 0 1 0 0,-2 0-1 0 0,3 42 1 0 0,-2-15-121 0 0,207 1414 1264 0 0,-142-1009-1243 0 0,-9 74 594 0 0,-54-392 203 0 0,-21 258-1 0 0,-7-212-1087 0 0,-60 244 0 0 0,76-411-5072 0 0</inkml:trace>
</inkml:ink>
</file>

<file path=ppt/ink/ink1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07.395"/>
    </inkml:context>
    <inkml:brush xml:id="br0">
      <inkml:brushProperty name="width" value="0.1" units="cm"/>
      <inkml:brushProperty name="height" value="0.1" units="cm"/>
      <inkml:brushProperty name="color" value="#F6630D"/>
    </inkml:brush>
  </inkml:definitions>
  <inkml:trace contextRef="#ctx0" brushRef="#br0">547 128 4609 0 0,'10'-8'160'0'0,"15"-12"791"0"0,0 0-1 0 0,-2-2 1 0 0,23-26-1 0 0,-43 39 1101 0 0,-14 13-1049 0 0,-16 13 17 0 0,11-1-839 0 0,0 0 0 0 0,1 2 0 0 0,1-1 0 0 0,-16 28 0 0 0,-42 85 366 0 0,53-94-263 0 0,-296 617 3485 0 0,233-485-5671 0 0,21-60-4443 0 0</inkml:trace>
</inkml:ink>
</file>

<file path=ppt/ink/ink1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07.872"/>
    </inkml:context>
    <inkml:brush xml:id="br0">
      <inkml:brushProperty name="width" value="0.1" units="cm"/>
      <inkml:brushProperty name="height" value="0.1" units="cm"/>
      <inkml:brushProperty name="color" value="#F6630D"/>
    </inkml:brush>
  </inkml:definitions>
  <inkml:trace contextRef="#ctx0" brushRef="#br0">474 4 13827 0 0,'2'-1'212'0'0,"1"1"0"0"0,-1-1-1 0 0,0 1 1 0 0,0-1 0 0 0,1 1 0 0 0,-1 0 0 0 0,0 0-1 0 0,1 0 1 0 0,-1 0 0 0 0,0 0 0 0 0,1 0 0 0 0,-1 1-1 0 0,0-1 1 0 0,1 1 0 0 0,3 2 0 0 0,1-2-3 0 0,12 4-85 0 0,0 0-1 0 0,-1 2 1 0 0,1 0 0 0 0,-1 1-1 0 0,-1 1 1 0 0,0 0 0 0 0,0 1-1 0 0,-1 1 1 0 0,0 1 0 0 0,21 19 0 0 0,11 17 534 0 0,72 93 1 0 0,-6-6-46 0 0,48 21 212 0 0,19 20-177 0 0,-153-146-473 0 0,99 101-418 0 0,-113-121 317 0 0,1 0 63 0 0,-15-10-137 0 0,0 0 0 0 0,-1 0 0 0 0,1 0 0 0 0,0 0 1 0 0,0 0-1 0 0,0 0 0 0 0,0 0 0 0 0,0 0 0 0 0,0 0 1 0 0,-1 0-1 0 0,1 0 0 0 0,0 0 0 0 0,0 0 0 0 0,0 0 1 0 0,0 0-1 0 0,0 0 0 0 0,0 0 0 0 0,0 0 0 0 0,-1 0 1 0 0,1 0-1 0 0,0 0 0 0 0,0 0 0 0 0,0 1 0 0 0,0-1 1 0 0,0 0-1 0 0,0 0 0 0 0,0 0 0 0 0,0 0 0 0 0,0 0 1 0 0,0 0-1 0 0,0 0 0 0 0,0 0 0 0 0,0 1 0 0 0,-1-1 1 0 0,1 0-1 0 0,0 0 0 0 0,0 0 0 0 0,0 0 0 0 0,0 0 1 0 0,0 0-1 0 0,0 1 0 0 0,0-1 0 0 0,0 0 0 0 0,0 0 1 0 0,0 0-1 0 0,1 0 0 0 0,-1 0 0 0 0,0 0 0 0 0,0 1 1 0 0,0-1-1 0 0,0 0 0 0 0,0 0 0 0 0,0 0 0 0 0,0 0 1 0 0,0 0-1 0 0,0 0 0 0 0,0 0 0 0 0,0 0 0 0 0,0 1 1 0 0,0-1-1 0 0,1 0 0 0 0,-1 0 0 0 0,0 0 0 0 0,0 0 1 0 0,0 0-1 0 0,-723 119-1475 0 0,331-49 1850 0 0,285-53-118 0 0,-177 36-1172 0 0,284-53 905 0 0,-3 0-322 0 0,0 1 1 0 0,-1 0-1 0 0,1 0 0 0 0,0 0 1 0 0,0 0-1 0 0,0 1 0 0 0,0-1 1 0 0,1 1-1 0 0,-1 0 1 0 0,-3 2-1 0 0</inkml:trace>
</inkml:ink>
</file>

<file path=ppt/ink/ink1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08.253"/>
    </inkml:context>
    <inkml:brush xml:id="br0">
      <inkml:brushProperty name="width" value="0.1" units="cm"/>
      <inkml:brushProperty name="height" value="0.1" units="cm"/>
      <inkml:brushProperty name="color" value="#F6630D"/>
    </inkml:brush>
  </inkml:definitions>
  <inkml:trace contextRef="#ctx0" brushRef="#br0">0 0 14283 0 0,'0'7'30'0'0,"1"1"0"0"0,-1-1 0 0 0,1 0 0 0 0,0 0 0 0 0,0-1 1 0 0,1 1-1 0 0,0 0 0 0 0,1 0 0 0 0,-1-1 0 0 0,1 1 0 0 0,4 6 0 0 0,8 23-632 0 0,41 147 2141 0 0,-8 3 1 0 0,27 218-1 0 0,-24 138 938 0 0,-35-305-1793 0 0,-1-17-1253 0 0,-13-73-3657 0 0,-3-111 2763 0 0</inkml:trace>
</inkml:ink>
</file>

<file path=ppt/ink/ink1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0.045"/>
    </inkml:context>
    <inkml:brush xml:id="br0">
      <inkml:brushProperty name="width" value="0.1" units="cm"/>
      <inkml:brushProperty name="height" value="0.1" units="cm"/>
      <inkml:brushProperty name="color" value="#F6630D"/>
    </inkml:brush>
  </inkml:definitions>
  <inkml:trace contextRef="#ctx0" brushRef="#br0">1490 80 14283 0 0,'-2'-5'-7'0'0,"-1"0"-1"0"0,0 0 1 0 0,0 0 0 0 0,-1 0 0 0 0,1 1-1 0 0,-1-1 1 0 0,0 1 0 0 0,-1 0-1 0 0,1 0 1 0 0,-1 1 0 0 0,1-1 0 0 0,-1 1-1 0 0,0 0 1 0 0,0 0 0 0 0,-1 1-1 0 0,1-1 1 0 0,0 1 0 0 0,-1 0 0 0 0,0 1-1 0 0,1-1 1 0 0,-1 1 0 0 0,-10-1-1 0 0,-11 1 42 0 0,1 0-1 0 0,-1 1 1 0 0,-44 7-1 0 0,59-5-88 0 0,-534 82-602 0 0,248-34 1820 0 0,-38 6-718 0 0,304-52-947 0 0</inkml:trace>
</inkml:ink>
</file>

<file path=ppt/ink/ink1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0.725"/>
    </inkml:context>
    <inkml:brush xml:id="br0">
      <inkml:brushProperty name="width" value="0.1" units="cm"/>
      <inkml:brushProperty name="height" value="0.1" units="cm"/>
      <inkml:brushProperty name="color" value="#F6630D"/>
    </inkml:brush>
  </inkml:definitions>
  <inkml:trace contextRef="#ctx0" brushRef="#br0">3 0 6449 0 0,'-3'4'7556'0'0,"12"6"-4932"0"0,-2 1-3635 0 0,15 43 1495 0 0,-3 0 0 0 0,13 59-1 0 0,17 118-116 0 0,-37-170-223 0 0,47 270 353 0 0,45 207-244 0 0,-68-393-225 0 0,90 236-1 0 0,-73-254 86 0 0,41 106 509 0 0,-75-178-1003 0 0,-2 1 1 0 0,11 75 0 0 0,-21-85-4000 0 0,-1-2-1473 0 0</inkml:trace>
</inkml:ink>
</file>

<file path=ppt/ink/ink1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1.263"/>
    </inkml:context>
    <inkml:brush xml:id="br0">
      <inkml:brushProperty name="width" value="0.1" units="cm"/>
      <inkml:brushProperty name="height" value="0.1" units="cm"/>
      <inkml:brushProperty name="color" value="#F6630D"/>
    </inkml:brush>
  </inkml:definitions>
  <inkml:trace contextRef="#ctx0" brushRef="#br0">1 218 17972 0 0,'207'-34'1129'0'0,"-65"12"-1135"0"0,245-59 1595 0 0,-32 5-1977 0 0,-335 74-1312 0 0,-3 0-5029 0 0</inkml:trace>
</inkml:ink>
</file>

<file path=ppt/ink/ink1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1.738"/>
    </inkml:context>
    <inkml:brush xml:id="br0">
      <inkml:brushProperty name="width" value="0.1" units="cm"/>
      <inkml:brushProperty name="height" value="0.1" units="cm"/>
      <inkml:brushProperty name="color" value="#F6630D"/>
    </inkml:brush>
  </inkml:definitions>
  <inkml:trace contextRef="#ctx0" brushRef="#br0">0 0 17052 0 0,'16'13'698'0'0,"0"0"1"0"0,1-1-1 0 0,1-1 0 0 0,31 15 1 0 0,-9-4-487 0 0,337 177 420 0 0,-212-121-4118 0 0,-132-62-3086 0 0</inkml:trace>
</inkml:ink>
</file>

<file path=ppt/ink/ink1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1.946"/>
    </inkml:context>
    <inkml:brush xml:id="br0">
      <inkml:brushProperty name="width" value="0.1" units="cm"/>
      <inkml:brushProperty name="height" value="0.1" units="cm"/>
      <inkml:brushProperty name="color" value="#F6630D"/>
    </inkml:brush>
  </inkml:definitions>
  <inkml:trace contextRef="#ctx0" brushRef="#br0">404 1 15203 0 0,'-4'2'148'0'0,"0"0"0"0"0,0 0 0 0 0,0 1-1 0 0,0-1 1 0 0,1 1 0 0 0,-1 0 0 0 0,1 0 0 0 0,0 0-1 0 0,0 1 1 0 0,0-1 0 0 0,0 1 0 0 0,-4 7 0 0 0,-2 5-38 0 0,-12 34 0 0 0,3-8 158 0 0,-41 77 377 0 0,-154 337 1260 0 0,195-414-6759 0 0,1-3-1717 0 0</inkml:trace>
</inkml:ink>
</file>

<file path=ppt/ink/ink1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2.446"/>
    </inkml:context>
    <inkml:brush xml:id="br0">
      <inkml:brushProperty name="width" value="0.1" units="cm"/>
      <inkml:brushProperty name="height" value="0.1" units="cm"/>
      <inkml:brushProperty name="color" value="#F6630D"/>
    </inkml:brush>
  </inkml:definitions>
  <inkml:trace contextRef="#ctx0" brushRef="#br0">1 168 10594 0 0,'7'-5'215'0'0,"0"1"0"0"0,1 0 0 0 0,-1 0 0 0 0,1 1 0 0 0,0-1 0 0 0,0 2 0 0 0,0-1 0 0 0,1 1-1 0 0,-1 0 1 0 0,11 0 0 0 0,15-5 342 0 0,534-96 5054 0 0,-419 88-5143 0 0,283 7 0 0 0,-159 23-7817 0 0,-238-13 2558 0 0</inkml:trace>
</inkml:ink>
</file>

<file path=ppt/ink/ink1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2.716"/>
    </inkml:context>
    <inkml:brush xml:id="br0">
      <inkml:brushProperty name="width" value="0.1" units="cm"/>
      <inkml:brushProperty name="height" value="0.1" units="cm"/>
      <inkml:brushProperty name="color" value="#F6630D"/>
    </inkml:brush>
  </inkml:definitions>
  <inkml:trace contextRef="#ctx0" brushRef="#br0">0 0 6913 0 0,'10'6'1002'0'0,"1"0"-1"0"0,0-1 0 0 0,-1-1 0 0 0,2 0 0 0 0,-1 0 1 0 0,0-1-1 0 0,1 0 0 0 0,17 1 0 0 0,11 4-583 0 0,474 145 2248 0 0,-436-128-3952 0 0,-58-18 960 0 0,1-1 0 0 0,40 6 0 0 0,-36-11 266 0 0</inkml:trace>
</inkml:ink>
</file>

<file path=ppt/ink/ink1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2.906"/>
    </inkml:context>
    <inkml:brush xml:id="br0">
      <inkml:brushProperty name="width" value="0.1" units="cm"/>
      <inkml:brushProperty name="height" value="0.1" units="cm"/>
      <inkml:brushProperty name="color" value="#F6630D"/>
    </inkml:brush>
  </inkml:definitions>
  <inkml:trace contextRef="#ctx0" brushRef="#br0">525 1 17972 0 0,'-227'329'3089'0'0,"97"-135"-3001"0"0,93-143-193 0 0,13-18-393 0 0,1 1 1 0 0,2 1-1 0 0,-24 51 0 0 0,32-38-3090 0 0,9-28 1734 0 0</inkml:trace>
</inkml:ink>
</file>

<file path=ppt/ink/ink1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3.650"/>
    </inkml:context>
    <inkml:brush xml:id="br0">
      <inkml:brushProperty name="width" value="0.1" units="cm"/>
      <inkml:brushProperty name="height" value="0.1" units="cm"/>
      <inkml:brushProperty name="color" value="#F6630D"/>
    </inkml:brush>
  </inkml:definitions>
  <inkml:trace contextRef="#ctx0" brushRef="#br0">108 314 5529 0 0,'-16'2'777'0'0,"0"0"0"0"0,0-1-1 0 0,0-1 1 0 0,-23-2 0 0 0,39 2-750 0 0,0 0 0 0 0,0 0 0 0 0,0 0 1 0 0,0 1-1 0 0,0-1 0 0 0,-1 0 0 0 0,1 0 0 0 0,0 0 1 0 0,0 0-1 0 0,0 0 0 0 0,0 0 0 0 0,0 0 0 0 0,0 0 1 0 0,-1 0-1 0 0,1 0 0 0 0,0 0 0 0 0,0 0 0 0 0,0 0 1 0 0,0 0-1 0 0,0 0 0 0 0,0 0 0 0 0,-1 0 1 0 0,1 0-1 0 0,0-1 0 0 0,0 1 0 0 0,0 0 0 0 0,0 0 1 0 0,0 0-1 0 0,0 0 0 0 0,0 0 0 0 0,-1 0 0 0 0,1 0 1 0 0,0 0-1 0 0,0 0 0 0 0,0 0 0 0 0,0 0 1 0 0,0-1-1 0 0,0 1 0 0 0,0 0 0 0 0,0 0 0 0 0,0 0 1 0 0,0 0-1 0 0,0 0 0 0 0,0 0 0 0 0,0-1 0 0 0,0 1 1 0 0,0 0-1 0 0,0 0 0 0 0,0 0 0 0 0,0 0 0 0 0,0 0 1 0 0,0 0-1 0 0,0-1 0 0 0,0 1 0 0 0,0 0 1 0 0,0 0-1 0 0,0 0 0 0 0,0 0 0 0 0,0 0 0 0 0,0 0 1 0 0,0-1-1 0 0,0 1 0 0 0,11-6 763 0 0,18-5 24 0 0,278-46 2336 0 0,-107 25-1670 0 0,-103 12-920 0 0,261-44 1090 0 0,-227 46-1523 0 0,345-44 323 0 0,-358 43-365 0 0,-63 9-38 0 0,67-3 0 0 0,-93 14-1618 0 0</inkml:trace>
</inkml:ink>
</file>

<file path=ppt/ink/ink1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4.845"/>
    </inkml:context>
    <inkml:brush xml:id="br0">
      <inkml:brushProperty name="width" value="0.1" units="cm"/>
      <inkml:brushProperty name="height" value="0.1" units="cm"/>
      <inkml:brushProperty name="color" value="#F6630D"/>
    </inkml:brush>
  </inkml:definitions>
  <inkml:trace contextRef="#ctx0" brushRef="#br0">144 2792 11522 0 0,'-2'0'90'0'0,"0"-1"-1"0"0,0 1 0 0 0,-1-1 1 0 0,1 0-1 0 0,0 0 0 0 0,0 0 0 0 0,0 0 1 0 0,0 0-1 0 0,0 0 0 0 0,1-1 1 0 0,-1 1-1 0 0,0-1 0 0 0,0 1 1 0 0,1-1-1 0 0,-1 0 0 0 0,1 0 0 0 0,0 1 1 0 0,-1-1-1 0 0,1 0 0 0 0,0 0 1 0 0,0 0-1 0 0,0 0 0 0 0,0-1 0 0 0,1 1 1 0 0,-1 0-1 0 0,0 0 0 0 0,1-4 1 0 0,-3-6-23 0 0,0-1 0 0 0,1 1 0 0 0,-1-21 0 0 0,2-14 656 0 0,-20-341 3759 0 0,21 383-4469 0 0,-62-696 960 0 0,56-3-1220 0 0,15 570-380 0 0,3-165-2577 0 0,-20 212 3964 0 0,44 90-376 0 0,49-4-674 0 0,136-17 1 0 0,-46 1 900 0 0,-14 7 15 0 0,388-18 1222 0 0,-137 5-1030 0 0,420-77 1 0 0,-410 29-367 0 0,-30 26-1310 0 0,-363 45-749 0 0,-28 0 1517 0 0,-1 0 0 0 0,0 0 0 0 0,1 0 0 0 0,-1 0 0 0 0,1 0 0 0 0,-1 0 0 0 0,0 0 0 0 0,1 0 0 0 0,-1 1 0 0 0,1-1 0 0 0,-1 0 0 0 0,0 0 1 0 0,1 0-1 0 0,-1 0 0 0 0,0 1 0 0 0,1-1 0 0 0,-1 0 0 0 0,0 0 0 0 0,1 1 0 0 0,-1-1 0 0 0,0 0 0 0 0,0 0 0 0 0,1 1 0 0 0,-1-1 0 0 0,0 0 1 0 0,0 1-1 0 0,1-1 0 0 0,-1 0 0 0 0,0 1 0 0 0,0-1 0 0 0,0 1 0 0 0,0-1 0 0 0,0 0 0 0 0,0 1 0 0 0,0-1 0 0 0,1 0 0 0 0,-1 1 0 0 0,0-1 1 0 0,0 1-1 0 0,0-1 0 0 0,-1 0 0 0 0,1 1 0 0 0,0-1 0 0 0,0 1 0 0 0,0-1 0 0 0,0 0 0 0 0,0 1 0 0 0,0-1 0 0 0,0 0 0 0 0,-1 1 0 0 0,1-1 0 0 0,0 0 1 0 0,0 1-1 0 0,-1-1 0 0 0,1 0 0 0 0,0 1 0 0 0,0-1 0 0 0,-1 0 0 0 0,1 0 0 0 0,0 1 0 0 0,-1-1 0 0 0,0 0 0 0 0</inkml:trace>
</inkml:ink>
</file>

<file path=ppt/ink/ink1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5.226"/>
    </inkml:context>
    <inkml:brush xml:id="br0">
      <inkml:brushProperty name="width" value="0.1" units="cm"/>
      <inkml:brushProperty name="height" value="0.1" units="cm"/>
      <inkml:brushProperty name="color" value="#F6630D"/>
    </inkml:brush>
  </inkml:definitions>
  <inkml:trace contextRef="#ctx0" brushRef="#br0">60 34 456 0 0,'-9'0'219'0'0,"-41"-21"10017"0"0,50 20-9958 0 0,1 0-185 0 0,-1 0-1 0 0,1 1 1 0 0,-1-1 0 0 0,1 1-1 0 0,0-1 1 0 0,0 0-1 0 0,-1 1 1 0 0,1 0 0 0 0,0-1-1 0 0,0 1 1 0 0,0-1-1 0 0,-1 1 1 0 0,1 0 0 0 0,0-1-1 0 0,0 1 1 0 0,1 0 0 0 0,43-3-2119 0 0,-37 3 3039 0 0,33-1-460 0 0,0 2 1 0 0,0 2 0 0 0,0 2 0 0 0,0 2 0 0 0,-1 1-1 0 0,0 3 1 0 0,48 18 0 0 0,-55-16-447 0 0,0 1 0 0 0,-1 2 0 0 0,-1 2-1 0 0,-1 0 1 0 0,0 2 0 0 0,-2 2 0 0 0,0 0 0 0 0,42 45-1 0 0,-65-61-24 0 0,1 0 1 0 0,-1 1-1 0 0,0 0 0 0 0,-1 0 0 0 0,0 1 0 0 0,0-1 0 0 0,0 1 0 0 0,-1 0 0 0 0,0 0 0 0 0,-1 0 0 0 0,0 0 0 0 0,0 0 0 0 0,-1 0 1 0 0,0 1-1 0 0,0-1 0 0 0,-1 1 0 0 0,0 12 0 0 0,-2-8 183 0 0,-1-1-1 0 0,0 1 1 0 0,0-1 0 0 0,-1 0 0 0 0,-1 0-1 0 0,0 0 1 0 0,0-1 0 0 0,-2 0-1 0 0,1 0 1 0 0,-1 0 0 0 0,-9 10 0 0 0,5-7-194 0 0,-1 0 0 0 0,0-1 0 0 0,-1 0 1 0 0,-16 12-1 0 0,13-14-371 0 0</inkml:trace>
</inkml:ink>
</file>

<file path=ppt/ink/ink1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6.608"/>
    </inkml:context>
    <inkml:brush xml:id="br0">
      <inkml:brushProperty name="width" value="0.1" units="cm"/>
      <inkml:brushProperty name="height" value="0.1" units="cm"/>
      <inkml:brushProperty name="color" value="#F6630D"/>
    </inkml:brush>
  </inkml:definitions>
  <inkml:trace contextRef="#ctx0" brushRef="#br0">25 115 10138 0 0,'0'-23'1660'0'0,"-1"1"0"0"0,-1 0-1 0 0,-6-26 1 0 0,0 75 667 0 0,4 22-2185 0 0,3 0 0 0 0,2 0 0 0 0,1 1 0 0 0,3-1 0 0 0,14 59 0 0 0,-14-82-144 0 0,1-1 0 0 0,2 0 0 0 0,0 0 0 0 0,1 0 0 0 0,2-1 0 0 0,0-1 0 0 0,2 0-1 0 0,0 0 1 0 0,21 25 0 0 0,-24-36 0 0 0,0-1 0 0 0,0 0 0 0 0,1-1 0 0 0,0-1-1 0 0,1 1 1 0 0,0-2 0 0 0,1 0 0 0 0,0 0 0 0 0,0-1 0 0 0,0-1-1 0 0,1 0 1 0 0,0-1 0 0 0,0 0 0 0 0,0-1 0 0 0,1-1 0 0 0,0 0-1 0 0,24 1 1 0 0,-25-3-341 0 0,-1-1 1 0 0,1 0-1 0 0,0-1 0 0 0,-1-1 0 0 0,1 0 0 0 0,-1-1 1 0 0,0-1-1 0 0,0 1 0 0 0,0-2 0 0 0,0 0 0 0 0,-1-1 0 0 0,0 0 1 0 0,0-1-1 0 0,0 0 0 0 0,-1 0 0 0 0,19-18 0 0 0,-13 7-4851 0 0</inkml:trace>
</inkml:ink>
</file>

<file path=ppt/ink/ink1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7.274"/>
    </inkml:context>
    <inkml:brush xml:id="br0">
      <inkml:brushProperty name="width" value="0.1" units="cm"/>
      <inkml:brushProperty name="height" value="0.1" units="cm"/>
      <inkml:brushProperty name="color" value="#F6630D"/>
    </inkml:brush>
  </inkml:definitions>
  <inkml:trace contextRef="#ctx0" brushRef="#br0">30 1 10594 0 0,'-2'3'9048'0'0,"-26"43"-10705"0"0</inkml:trace>
</inkml:ink>
</file>

<file path=ppt/ink/ink1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8.098"/>
    </inkml:context>
    <inkml:brush xml:id="br0">
      <inkml:brushProperty name="width" value="0.1" units="cm"/>
      <inkml:brushProperty name="height" value="0.1" units="cm"/>
      <inkml:brushProperty name="color" value="#F6630D"/>
    </inkml:brush>
  </inkml:definitions>
  <inkml:trace contextRef="#ctx0" brushRef="#br0">335 13 6913 0 0,'-2'-2'225'0'0,"-1"1"0"0"0,1-1 0 0 0,-1 1 0 0 0,0 0 0 0 0,0 0 0 0 0,0 0 0 0 0,1 0 0 0 0,-1 0 0 0 0,0 0 0 0 0,0 1 0 0 0,0 0 0 0 0,0-1 0 0 0,0 1 0 0 0,0 0 0 0 0,-1 1 0 0 0,-3 0 0 0 0,2 0 45 0 0,0 1 0 0 0,0-1 0 0 0,0 1 1 0 0,0 1-1 0 0,0-1 0 0 0,1 1 0 0 0,-1-1 0 0 0,-7 7 1 0 0,-3 5 372 0 0,1 1 1 0 0,0 0 0 0 0,-22 31 0 0 0,35-45-610 0 0,-4 6 138 0 0,1 0 0 0 0,-1 0 0 0 0,1 1 0 0 0,0-1 0 0 0,1 1 0 0 0,0 0 0 0 0,0 0 0 0 0,1 0 0 0 0,0 0 0 0 0,0 0 0 0 0,0 12 0 0 0,2-16-177 0 0,0-1 0 0 0,0 1-1 0 0,0 0 1 0 0,1 0 0 0 0,0 0-1 0 0,0 0 1 0 0,0 0 0 0 0,0-1-1 0 0,0 1 1 0 0,1 0 0 0 0,-1-1 0 0 0,1 1-1 0 0,0-1 1 0 0,0 0 0 0 0,1 0-1 0 0,-1 0 1 0 0,0 0 0 0 0,1 0-1 0 0,0 0 1 0 0,0 0 0 0 0,0-1-1 0 0,0 1 1 0 0,0-1 0 0 0,0 0-1 0 0,1 0 1 0 0,4 2 0 0 0,15 5-428 0 0,1 0 1 0 0,29 6-1 0 0,-35-11 201 0 0,-1 1 1 0 0,0 0 0 0 0,0 1-1 0 0,-1 1 1 0 0,1 0-1 0 0,23 16 1 0 0,-38-21 231 0 0,0 0 1 0 0,1-1 0 0 0,-1 1-1 0 0,0 0 1 0 0,0 0-1 0 0,0 1 1 0 0,-1-1-1 0 0,1 0 1 0 0,-1 1 0 0 0,1-1-1 0 0,-1 1 1 0 0,0-1-1 0 0,1 1 1 0 0,-1-1-1 0 0,-1 1 1 0 0,1 0 0 0 0,0 0-1 0 0,-1 0 1 0 0,1 2-1 0 0,-1 0 112 0 0,0-1 1 0 0,-1 0-1 0 0,0 0 0 0 0,1 0 0 0 0,-1 0 1 0 0,-1 0-1 0 0,1 0 0 0 0,-1 0 0 0 0,1 0 0 0 0,-1 0 1 0 0,-4 6-1 0 0,0-2 160 0 0,0 0 0 0 0,0-1 0 0 0,-1 1 0 0 0,1-1 0 0 0,-2-1 0 0 0,1 1 0 0 0,-1-1 0 0 0,0 0 0 0 0,0-1 0 0 0,-13 6 0 0 0,-5-2 165 0 0,-1-1 1 0 0,0-1-1 0 0,0-2 0 0 0,-1 0 0 0 0,1-2 1 0 0,-47 0-1 0 0,-9 1-780 0 0,72-1-1104 0 0,12-1 688 0 0</inkml:trace>
</inkml:ink>
</file>

<file path=ppt/ink/ink1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9.656"/>
    </inkml:context>
    <inkml:brush xml:id="br0">
      <inkml:brushProperty name="width" value="0.1" units="cm"/>
      <inkml:brushProperty name="height" value="0.1" units="cm"/>
      <inkml:brushProperty name="color" value="#F6630D"/>
    </inkml:brush>
  </inkml:definitions>
  <inkml:trace contextRef="#ctx0" brushRef="#br0">451 3184 8290 0 0,'0'0'115'0'0,"-1"1"0"0"0,1 0 0 0 0,-1-1 0 0 0,1 1 0 0 0,-1-1 0 0 0,1 1-1 0 0,-1-1 1 0 0,0 1 0 0 0,1-1 0 0 0,-1 1 0 0 0,0-1 0 0 0,1 1 0 0 0,-1-1 0 0 0,0 0 0 0 0,1 1 0 0 0,-1-1 0 0 0,0 0 0 0 0,0 0 0 0 0,0 0 0 0 0,1 0 0 0 0,-1 1 0 0 0,0-1 0 0 0,0 0 0 0 0,0 0 0 0 0,1-1 0 0 0,-1 1 0 0 0,0 0 0 0 0,0 0 0 0 0,1 0 0 0 0,-1 0-1 0 0,0-1 1 0 0,0 1 0 0 0,1 0 0 0 0,-1-1 0 0 0,0 1 0 0 0,0 0 0 0 0,1-1 0 0 0,-1 1 0 0 0,-1-2 0 0 0,-22-20 2671 0 0,14 5-2272 0 0,2 1-1 0 0,0-2 1 0 0,0 1 0 0 0,2-1-1 0 0,-7-27 1 0 0,-12-99 142 0 0,18 93-404 0 0,-32-197 180 0 0,-74-507 608 0 0,48-7-326 0 0,54 478-2186 0 0,-49-286-1 0 0,51 522 1234 0 0,4 30 154 0 0,1 0 1 0 0,1 0 0 0 0,1-1 0 0 0,1 1-1 0 0,0 0 1 0 0,3-26 0 0 0,-2 44 4 0 0,0-1-1 0 0,0 0 1 0 0,0 0 0 0 0,0 1-1 0 0,0-1 1 0 0,0 0 0 0 0,0 0 0 0 0,0 1-1 0 0,1-1 1 0 0,-1 0 0 0 0,0 0-1 0 0,0 1 1 0 0,1-1 0 0 0,-1 0-1 0 0,1 1 1 0 0,-1-1 0 0 0,1 1 0 0 0,-1-1-1 0 0,0 0 1 0 0,1 1 0 0 0,0-1-1 0 0,-1 1 1 0 0,1-1 0 0 0,-1 1 0 0 0,1 0-1 0 0,0-1 1 0 0,-1 1 0 0 0,1 0-1 0 0,0-1 1 0 0,-1 1 0 0 0,1 0 0 0 0,0 0-1 0 0,1-1 1 0 0,4 2-1311 0 0</inkml:trace>
</inkml:ink>
</file>

<file path=ppt/ink/ink1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19.925"/>
    </inkml:context>
    <inkml:brush xml:id="br0">
      <inkml:brushProperty name="width" value="0.1" units="cm"/>
      <inkml:brushProperty name="height" value="0.1" units="cm"/>
      <inkml:brushProperty name="color" value="#F6630D"/>
    </inkml:brush>
  </inkml:definitions>
  <inkml:trace contextRef="#ctx0" brushRef="#br0">1 161 5065 0 0,'4'2'143'0'0,"0"0"-1"0"0,0-1 1 0 0,1 0-1 0 0,-1 0 1 0 0,1 0 0 0 0,-1 0-1 0 0,1-1 1 0 0,7 0-1 0 0,-3 1 305 0 0,487 21 3662 0 0,-334-24-3255 0 0,174-26 0 0 0,146-49-638 0 0,11-1-6968 0 0,-426 70 4109 0 0</inkml:trace>
</inkml:ink>
</file>

<file path=ppt/ink/ink1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0.718"/>
    </inkml:context>
    <inkml:brush xml:id="br0">
      <inkml:brushProperty name="width" value="0.1" units="cm"/>
      <inkml:brushProperty name="height" value="0.1" units="cm"/>
      <inkml:brushProperty name="color" value="#F6630D"/>
    </inkml:brush>
  </inkml:definitions>
  <inkml:trace contextRef="#ctx0" brushRef="#br0">15 791 1376 0 0,'-1'-1'106'0'0,"1"1"-1"0"0,-1 0 0 0 0,0-1 1 0 0,0 1-1 0 0,1 0 0 0 0,-1-1 1 0 0,0 1-1 0 0,0-1 0 0 0,1 1 0 0 0,-1-1 1 0 0,1 0-1 0 0,-1 1 0 0 0,0-1 1 0 0,1 1-1 0 0,-1-1 0 0 0,1 0 1 0 0,-1 0-1 0 0,1 1 0 0 0,0-1 1 0 0,-1 0-1 0 0,1 0 0 0 0,0 0 1 0 0,0 1-1 0 0,-1-1 0 0 0,1 0 1 0 0,0 0-1 0 0,0 0 0 0 0,0 0 1 0 0,0 1-1 0 0,0-1 0 0 0,0 0 0 0 0,0 0 1 0 0,1-1-1 0 0,2-38 3097 0 0,-2 34-2764 0 0,9-70 1726 0 0,-4 0 0 0 0,-4-130 1 0 0,-5 180-1613 0 0,1 15-212 0 0,1 1 1 0 0,0 0-1 0 0,0 0 1 0 0,1 0-1 0 0,1-1 1 0 0,0 1 0 0 0,0 0-1 0 0,5-17 1 0 0,-6 27-331 0 0,0-1 0 0 0,0 1 0 0 0,0 0 1 0 0,0 0-1 0 0,0-1 0 0 0,0 1 0 0 0,0 0 1 0 0,0 0-1 0 0,0-1 0 0 0,0 1 0 0 0,0 0 1 0 0,1 0-1 0 0,-1-1 0 0 0,0 1 0 0 0,0 0 1 0 0,0 0-1 0 0,0 0 0 0 0,1-1 0 0 0,-1 1 1 0 0,0 0-1 0 0,0 0 0 0 0,0 0 0 0 0,1 0 0 0 0,-1 0 1 0 0,0-1-1 0 0,0 1 0 0 0,1 0 0 0 0,-1 0 1 0 0,0 0-1 0 0,0 0 0 0 0,1 0 0 0 0,-1 0 1 0 0,0 0-1 0 0,1 0 0 0 0,-1 0 0 0 0,0 0 1 0 0,0 0-1 0 0,1 0 0 0 0,-1 0 0 0 0,0 0 1 0 0,0 0-1 0 0,1 0 0 0 0,-1 0 0 0 0,0 0 1 0 0,1 1-1 0 0,9 13-73 0 0,4 24-393 0 0,-13-35 462 0 0,9 30-516 0 0,-5-12 224 0 0,2 0 0 0 0,1 0-1 0 0,0 0 1 0 0,14 23 0 0 0,-20-40 253 0 0,0 0 1 0 0,1 0 0 0 0,-1 0-1 0 0,1-1 1 0 0,0 1 0 0 0,0-1-1 0 0,0 0 1 0 0,1 0 0 0 0,-1 0 0 0 0,1 0-1 0 0,-1-1 1 0 0,1 1 0 0 0,0-1-1 0 0,0 0 1 0 0,0 0 0 0 0,1 0-1 0 0,-1-1 1 0 0,0 1 0 0 0,0-1 0 0 0,1 0-1 0 0,-1-1 1 0 0,1 1 0 0 0,-1-1-1 0 0,1 0 1 0 0,-1 0 0 0 0,9-1-1 0 0,-8 0 25 0 0,-1 0 0 0 0,1-1 0 0 0,-1 1 0 0 0,0-1 0 0 0,1-1 0 0 0,-1 1 0 0 0,0 0 0 0 0,-1-1 0 0 0,1 0-1 0 0,0 0 1 0 0,-1 0 0 0 0,1 0 0 0 0,-1 0 0 0 0,0-1 0 0 0,0 0 0 0 0,0 1 0 0 0,-1-1 0 0 0,1 0 0 0 0,2-6 0 0 0,4-11 284 0 0,0 0 0 0 0,10-38 0 0 0,-11 34 22 0 0,12-46 551 0 0,16-46 323 0 0,-31 104-938 0 0,1-1-1 0 0,0 1 1 0 0,1 0-1 0 0,1 1 1 0 0,0 0 0 0 0,11-13-1 0 0,-18 24-194 0 0,0-1 0 0 0,0 1 0 0 0,0 0 0 0 0,0 0-1 0 0,1-1 1 0 0,-1 1 0 0 0,0 0 0 0 0,1 0 0 0 0,-1 0-1 0 0,0 0 1 0 0,1 1 0 0 0,-1-1 0 0 0,1 0 0 0 0,-1 0 0 0 0,1 1-1 0 0,0-1 1 0 0,-1 1 0 0 0,1 0 0 0 0,0-1 0 0 0,-1 1-1 0 0,4 0 1 0 0,-3 1-15 0 0,-1 0 0 0 0,1-1 1 0 0,-1 1-1 0 0,0 0 0 0 0,0 0 0 0 0,1 0 0 0 0,-1 0 0 0 0,0 0 0 0 0,0 0 0 0 0,0 1 0 0 0,0-1 0 0 0,0 0 1 0 0,0 1-1 0 0,0-1 0 0 0,-1 0 0 0 0,1 1 0 0 0,0-1 0 0 0,-1 1 0 0 0,1-1 0 0 0,-1 1 0 0 0,0-1 0 0 0,1 1 1 0 0,-1 1-1 0 0,10 47 424 0 0,-6-29-612 0 0,0 0 0 0 0,1-1 1 0 0,1 1-1 0 0,1-1 0 0 0,1 0 0 0 0,17 30 0 0 0,-14-32 43 0 0,2-1 0 0 0,24 28 0 0 0,-30-37 6 0 0,1-1 1 0 0,0 0-1 0 0,0 0 0 0 0,1-1 0 0 0,0 0 0 0 0,0-1 0 0 0,15 8 0 0 0,-23-13 53 0 0,1 1-1 0 0,0-1 0 0 0,0 0 0 0 0,0 0 1 0 0,-1 0-1 0 0,1 0 0 0 0,0 0 0 0 0,0 0 1 0 0,0 0-1 0 0,0 0 0 0 0,-1-1 0 0 0,1 1 1 0 0,0 0-1 0 0,0-1 0 0 0,-1 0 0 0 0,1 1 1 0 0,0-1-1 0 0,-1 0 0 0 0,1 0 1 0 0,-1 0-1 0 0,1 0 0 0 0,-1 0 0 0 0,1-1 1 0 0,-1 1-1 0 0,0 0 0 0 0,0-1 0 0 0,0 1 1 0 0,1 0-1 0 0,-1-1 0 0 0,-1 1 0 0 0,1-1 1 0 0,1-3-1 0 0,5-7-195 0 0,-1-1 1 0 0,0 0-1 0 0,4-18 1 0 0,-5 17 165 0 0,4-17-360 0 0,9-57 1 0 0,-13 61-124 0 0,0-1 1 0 0,18-48 0 0 0,-23 75 576 0 0,1-1 0 0 0,-1 1 0 0 0,1-1 1 0 0,-1 1-1 0 0,1-1 0 0 0,0 1 0 0 0,-1-1 1 0 0,1 1-1 0 0,0 0 0 0 0,0-1 0 0 0,0 1 1 0 0,0 0-1 0 0,0 0 0 0 0,0 0 0 0 0,0 0 1 0 0,1 0-1 0 0,-1 0 0 0 0,0 0 0 0 0,1 0 0 0 0,-1 0 1 0 0,1 0-1 0 0,-1 1 0 0 0,0-1 0 0 0,1 1 1 0 0,0-1-1 0 0,-1 1 0 0 0,1-1 0 0 0,1 1 1 0 0,0 1 50 0 0,-1-1 0 0 0,0 1 0 0 0,0 0 1 0 0,0 0-1 0 0,0 1 0 0 0,0-1 0 0 0,0 0 0 0 0,-1 0 1 0 0,1 1-1 0 0,0 0 0 0 0,-1-1 0 0 0,1 1 1 0 0,-1 0-1 0 0,1-1 0 0 0,-1 1 0 0 0,0 0 1 0 0,0 0-1 0 0,1 0 0 0 0,0 4 0 0 0,7 17 519 0 0,0 1-1 0 0,-2 0 0 0 0,0 1 0 0 0,4 37 0 0 0,5 19 85 0 0,-6-42-508 0 0,17 43 0 0 0,-4-33-5592 0 0,-11-28-401 0 0</inkml:trace>
</inkml:ink>
</file>

<file path=ppt/ink/ink1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1.145"/>
    </inkml:context>
    <inkml:brush xml:id="br0">
      <inkml:brushProperty name="width" value="0.1" units="cm"/>
      <inkml:brushProperty name="height" value="0.1" units="cm"/>
      <inkml:brushProperty name="color" value="#F6630D"/>
    </inkml:brush>
  </inkml:definitions>
  <inkml:trace contextRef="#ctx0" brushRef="#br0">24 157 8290 0 0,'-23'3'2017'0'0,"39"-7"-5"0"0,302-79 1760 0 0,-241 63-4015 0 0,1 4 0 0 0,141-10 0 0 0,161 17-1972 0 0,-205 7 2015 0 0,269 7-1696 0 0,-184 0 431 0 0,903 30 7284 0 0,-1076-31-7098 0 0,-30-4-2399 0 0,-42 0-289 0 0</inkml:trace>
</inkml:ink>
</file>

<file path=ppt/ink/ink1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1.574"/>
    </inkml:context>
    <inkml:brush xml:id="br0">
      <inkml:brushProperty name="width" value="0.1" units="cm"/>
      <inkml:brushProperty name="height" value="0.1" units="cm"/>
      <inkml:brushProperty name="color" value="#F6630D"/>
    </inkml:brush>
  </inkml:definitions>
  <inkml:trace contextRef="#ctx0" brushRef="#br0">0 1 12899 0 0,'9'6'193'0'0,"-1"0"0"0"0,-1 1-1 0 0,1 1 1 0 0,-1-1 0 0 0,0 1 0 0 0,-1 0 0 0 0,0 1 0 0 0,0-1 0 0 0,-1 1 0 0 0,6 14 0 0 0,-4-8-105 0 0,-1 0 1 0 0,-1 0 0 0 0,-1 0 0 0 0,0 0 0 0 0,0 1-1 0 0,1 31 1 0 0,-6 99 88 0 0,-2-59 239 0 0,-6 457 1227 0 0,0-132-2029 0 0,12-84 357 0 0,61 457 0 0 0,18 212 3263 0 0,-75-807-2525 0 0,-1-93-857 0 0,-5 1 1 0 0,-18 164-1 0 0,9-223-2505 0 0,4-23-4026 0 0</inkml:trace>
</inkml:ink>
</file>

<file path=ppt/ink/ink1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2.163"/>
    </inkml:context>
    <inkml:brush xml:id="br0">
      <inkml:brushProperty name="width" value="0.1" units="cm"/>
      <inkml:brushProperty name="height" value="0.1" units="cm"/>
      <inkml:brushProperty name="color" value="#F6630D"/>
    </inkml:brush>
  </inkml:definitions>
  <inkml:trace contextRef="#ctx0" brushRef="#br0">17 61 456 0 0,'0'0'101'0'0,"-1"0"1"0"0,0 0-1 0 0,0 0 0 0 0,1 0 1 0 0,-1 0-1 0 0,0 0 0 0 0,1 1 0 0 0,-1-1 1 0 0,0 0-1 0 0,0 1 0 0 0,1-1 1 0 0,-1 0-1 0 0,1 1 0 0 0,-1-1 0 0 0,0 1 1 0 0,1-1-1 0 0,-1 1 0 0 0,1-1 1 0 0,-1 1-1 0 0,1-1 0 0 0,0 1 1 0 0,-1 0-1 0 0,1-1 0 0 0,-1 1 0 0 0,1-1 1 0 0,0 1-1 0 0,0 0 0 0 0,-1 0 1 0 0,1-1-1 0 0,0 1 0 0 0,0 0 0 0 0,0 0 1 0 0,1 1 191 0 0,1-1 0 0 0,-1 1-1 0 0,1-1 1 0 0,0 0 0 0 0,0 1 0 0 0,0-1 0 0 0,0 0 0 0 0,-1 0 0 0 0,2 0 0 0 0,-1-1 0 0 0,3 2 0 0 0,7 2 347 0 0,1-1 1 0 0,-1 0-1 0 0,1 0 1 0 0,0-1-1 0 0,0-1 1 0 0,20 0-1 0 0,83-10 775 0 0,-61 3-897 0 0,504-37 825 0 0,107 11-1264 0 0,-360 20-60 0 0,613 23 860 0 0,-682-3-754 0 0,-70 0-72 0 0,126 1 155 0 0,-204-10-470 0 0,113-16 1 0 0,-192 16-953 0 0,0-1 0 0 0,0 0 0 0 0,0 0 1 0 0,-1 0-1 0 0,1-2 0 0 0,16-6 0 0 0</inkml:trace>
</inkml:ink>
</file>

<file path=ppt/ink/ink1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2.597"/>
    </inkml:context>
    <inkml:brush xml:id="br0">
      <inkml:brushProperty name="width" value="0.1" units="cm"/>
      <inkml:brushProperty name="height" value="0.1" units="cm"/>
      <inkml:brushProperty name="color" value="#F6630D"/>
    </inkml:brush>
  </inkml:definitions>
  <inkml:trace contextRef="#ctx0" brushRef="#br0">107 0 10594 0 0,'-4'2'227'0'0,"0"0"0"0"0,0-1-1 0 0,0 2 1 0 0,0-1 0 0 0,0 0 0 0 0,1 1-1 0 0,-1 0 1 0 0,1-1 0 0 0,0 2 0 0 0,0-1-1 0 0,0 0 1 0 0,0 0 0 0 0,0 1-1 0 0,1 0 1 0 0,-3 4 0 0 0,-3 6 439 0 0,0 1 0 0 0,-8 24-1 0 0,12-29-533 0 0,0 1-1 0 0,1 0 1 0 0,1 0-1 0 0,0 1 1 0 0,0-1-1 0 0,1 0 1 0 0,1 1-1 0 0,0-1 1 0 0,2 19-1 0 0,-1-26-111 0 0,-1 0 0 0 0,1 0 0 0 0,0-1 0 0 0,0 1-1 0 0,0 0 1 0 0,1-1 0 0 0,-1 1 0 0 0,1-1 0 0 0,0 0-1 0 0,0 1 1 0 0,0-1 0 0 0,1 0 0 0 0,-1 0 0 0 0,1 0-1 0 0,-1-1 1 0 0,1 1 0 0 0,0 0 0 0 0,0-1 0 0 0,0 0-1 0 0,0 0 1 0 0,1 0 0 0 0,-1 0 0 0 0,0 0 0 0 0,1-1-1 0 0,0 1 1 0 0,-1-1 0 0 0,1 0 0 0 0,0 0 0 0 0,0-1 0 0 0,-1 1-1 0 0,1-1 1 0 0,4 1 0 0 0,0-2 39 0 0,0 0 1 0 0,-1 0-1 0 0,1 0 1 0 0,0-1-1 0 0,-1 0 1 0 0,1 0-1 0 0,-1-1 1 0 0,0 0-1 0 0,0-1 0 0 0,0 1 1 0 0,0-1-1 0 0,-1-1 1 0 0,1 1-1 0 0,7-8 1 0 0,0 0 222 0 0,-1-1 1 0 0,0 0-1 0 0,-1-1 1 0 0,21-30-1 0 0,-29 38-176 0 0,0-2 0 0 0,0 1-1 0 0,0 0 1 0 0,-1-1-1 0 0,0 1 1 0 0,-1-1 0 0 0,1 0-1 0 0,-1 0 1 0 0,-1 0 0 0 0,1-10-1 0 0,-2 16-88 0 0,0-1-1 0 0,0 0 1 0 0,0 1 0 0 0,-1-1-1 0 0,1 0 1 0 0,-1 1 0 0 0,0-1-1 0 0,0 0 1 0 0,0 1 0 0 0,0-1-1 0 0,0 1 1 0 0,0-1 0 0 0,-1 1-1 0 0,1 0 1 0 0,-1 0 0 0 0,1-1-1 0 0,-1 1 1 0 0,0 0 0 0 0,0 1-1 0 0,0-1 1 0 0,0 0 0 0 0,-1 0-1 0 0,1 1 1 0 0,0-1 0 0 0,-1 1-1 0 0,1 0 1 0 0,0 0 0 0 0,-1 0-1 0 0,0 0 1 0 0,1 0 0 0 0,-1 1-1 0 0,0-1 1 0 0,-3 0 0 0 0,-1 1-4 0 0,1-1 1 0 0,-1 1 0 0 0,0 0-1 0 0,0 1 1 0 0,1-1 0 0 0,-1 2-1 0 0,1-1 1 0 0,-1 1 0 0 0,1-1-1 0 0,-1 2 1 0 0,1-1 0 0 0,-8 5-1 0 0,12-6-24 0 0,-1 0-1 0 0,0 0 0 0 0,0 1 0 0 0,1 0 0 0 0,-1-1 1 0 0,0 1-1 0 0,1 0 0 0 0,0 0 0 0 0,-1 0 1 0 0,1 1-1 0 0,0-1 0 0 0,0 0 0 0 0,1 1 0 0 0,-1 0 1 0 0,0-1-1 0 0,1 1 0 0 0,-1 0 0 0 0,1 0 1 0 0,0 0-1 0 0,0-1 0 0 0,0 1 0 0 0,0 1 1 0 0,1-1-1 0 0,-1 0 0 0 0,1 0 0 0 0,0 0 0 0 0,0 6 1 0 0,1-7 19 0 0,-1 0-1 0 0,1-1 1 0 0,-1 1 0 0 0,1 0 0 0 0,0-1 0 0 0,0 1 0 0 0,0-1 0 0 0,0 1 0 0 0,0-1 0 0 0,0 1-1 0 0,0-1 1 0 0,0 0 0 0 0,1 1 0 0 0,-1-1 0 0 0,0 0 0 0 0,1 0 0 0 0,-1 0 0 0 0,4 1 0 0 0,-4-1-83 0 0,0-1 1 0 0,-1 0-1 0 0,1 1 1 0 0,0-1-1 0 0,0 0 1 0 0,0 0 0 0 0,0 1-1 0 0,-1-1 1 0 0,1 0-1 0 0,0 0 1 0 0,0 0-1 0 0,0 0 1 0 0,0 0 0 0 0,0 0-1 0 0,-1-1 1 0 0,1 1-1 0 0,0 0 1 0 0,0 0-1 0 0,0-1 1 0 0,0 1 0 0 0,-1 0-1 0 0,1-1 1 0 0,0 1-1 0 0,0-1 1 0 0,-1 1-1 0 0,1-1 1 0 0,0 1 0 0 0,-1-1-1 0 0,1 1 1 0 0,0-1-1 0 0,-1 0 1 0 0,1 1-1 0 0,-1-1 1 0 0,1 0 0 0 0,-1 0-1 0 0,1 1 1 0 0,-1-1-1 0 0,0 0 1 0 0,1-1-1 0 0</inkml:trace>
</inkml:ink>
</file>

<file path=ppt/ink/ink1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6.285"/>
    </inkml:context>
    <inkml:brush xml:id="br0">
      <inkml:brushProperty name="width" value="0.1" units="cm"/>
      <inkml:brushProperty name="height" value="0.1" units="cm"/>
      <inkml:brushProperty name="color" value="#F6630D"/>
    </inkml:brush>
  </inkml:definitions>
  <inkml:trace contextRef="#ctx0" brushRef="#br0">56 1 5985 0 0,'-5'4'232'0'0,"0"0"0"0"0,1 1 0 0 0,-1-1 0 0 0,1 1 1 0 0,0 0-1 0 0,1 0 0 0 0,-1 1 0 0 0,1-1 0 0 0,0 1 0 0 0,0 0 0 0 0,1 0 0 0 0,0 0 0 0 0,0 0 0 0 0,0 0 0 0 0,1 0 0 0 0,0 0 0 0 0,0 1 0 0 0,0-1 0 0 0,1 0 0 0 0,1 12 0 0 0,-1-14-128 0 0,2 1 0 0 0,-1-1 0 0 0,0 0 1 0 0,1 0-1 0 0,0 0 0 0 0,0-1 0 0 0,0 1 0 0 0,0 0 0 0 0,1-1 0 0 0,-1 1 0 0 0,1-1 0 0 0,0 0 0 0 0,0 0 0 0 0,0 0 0 0 0,1 0 0 0 0,-1 0 0 0 0,1-1 0 0 0,-1 0 0 0 0,1 0 0 0 0,0 0 0 0 0,0 0 0 0 0,0 0 1 0 0,0-1-1 0 0,0 1 0 0 0,0-1 0 0 0,0 0 0 0 0,0-1 0 0 0,1 1 0 0 0,-1-1 0 0 0,0 1 0 0 0,1-1 0 0 0,-1-1 0 0 0,0 1 0 0 0,1-1 0 0 0,-1 1 0 0 0,0-1 0 0 0,0 0 0 0 0,0-1 0 0 0,0 1 0 0 0,0-1 0 0 0,0 0 0 0 0,0 0 1 0 0,0 0-1 0 0,3-3 0 0 0,2-3 262 0 0,0 0 1 0 0,-1-1-1 0 0,0 0 1 0 0,0 0-1 0 0,12-21 1 0 0,-18 26-289 0 0,1-1 1 0 0,-1 1-1 0 0,0-1 1 0 0,0 1 0 0 0,0-1-1 0 0,-1 1 1 0 0,1-1 0 0 0,-1 0-1 0 0,0 0 1 0 0,-1 0-1 0 0,1 0 1 0 0,-1 0 0 0 0,0 0-1 0 0,0 1 1 0 0,-1-1 0 0 0,1 0-1 0 0,-3-7 1 0 0,3 12-71 0 0,0-1 0 0 0,0 0 1 0 0,-1 0-1 0 0,1 0 0 0 0,0 0 1 0 0,-1 1-1 0 0,1-1 0 0 0,-1 0 1 0 0,1 0-1 0 0,-1 1 0 0 0,1-1 1 0 0,-1 0-1 0 0,1 1 0 0 0,-1-1 0 0 0,0 0 1 0 0,0 1-1 0 0,1-1 0 0 0,-1 1 1 0 0,0-1-1 0 0,0 1 0 0 0,1 0 1 0 0,-1-1-1 0 0,0 1 0 0 0,0 0 1 0 0,0-1-1 0 0,0 1 0 0 0,-1 0 1 0 0,0 0-13 0 0,0 0 0 0 0,0 1-1 0 0,0-1 1 0 0,0 1 0 0 0,0-1 0 0 0,0 1 0 0 0,0 0 0 0 0,1 0 0 0 0,-1 0 0 0 0,0 0 0 0 0,-3 2 0 0 0,-3 4-72 0 0,0 0 0 0 0,0 0 0 0 0,-11 14 0 0 0,-26 40-671 0 0,42-57 692 0 0,1 1-1 0 0,-1 0 0 0 0,1 0 0 0 0,0 0 1 0 0,0 0-1 0 0,0 0 0 0 0,0 1 1 0 0,1-1-1 0 0,0 0 0 0 0,0 1 0 0 0,1 9 1 0 0,-1-15 72 0 0,1 1-1 0 0,0 0 1 0 0,0 0 0 0 0,0 0 0 0 0,0 0 0 0 0,1-1-1 0 0,-1 1 1 0 0,0 0 0 0 0,0 0 0 0 0,0 0 0 0 0,1-1-1 0 0,-1 1 1 0 0,0 0 0 0 0,1 0 0 0 0,-1-1 0 0 0,1 1 0 0 0,-1 0-1 0 0,1-1 1 0 0,-1 1 0 0 0,1 0 0 0 0,-1-1 0 0 0,1 1-1 0 0,0-1 1 0 0,-1 1 0 0 0,1-1 0 0 0,0 1 0 0 0,-1-1-1 0 0,1 1 1 0 0,0-1 0 0 0,0 0 0 0 0,0 1 0 0 0,-1-1-1 0 0,1 0 1 0 0,0 0 0 0 0,0 0 0 0 0,0 0 0 0 0,-1 0 0 0 0,1 0-1 0 0,0 0 1 0 0,0 0 0 0 0,0 0 0 0 0,0 0 0 0 0,-1 0-1 0 0,1 0 1 0 0,0 0 0 0 0,0-1 0 0 0,0 1 0 0 0,-1 0-1 0 0,1-1 1 0 0,0 1 0 0 0,0 0 0 0 0,-1-1 0 0 0,1 1 0 0 0,0-1-1 0 0,4-2 121 0 0,-1 1-1 0 0,0-1 0 0 0,0 0 1 0 0,0 0-1 0 0,0-1 0 0 0,0 1 1 0 0,5-7-1 0 0,-3-1-121 0 0,0 0 0 0 0,0-1 0 0 0,-1 0-1 0 0,-1 0 1 0 0,0 0 0 0 0,0 0 0 0 0,1-17 0 0 0,-1 15-660 0 0,-2 0-596 0 0</inkml:trace>
</inkml:ink>
</file>

<file path=ppt/ink/ink1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7.441"/>
    </inkml:context>
    <inkml:brush xml:id="br0">
      <inkml:brushProperty name="width" value="0.1" units="cm"/>
      <inkml:brushProperty name="height" value="0.1" units="cm"/>
      <inkml:brushProperty name="color" value="#F6630D"/>
    </inkml:brush>
  </inkml:definitions>
  <inkml:trace contextRef="#ctx0" brushRef="#br0">99 222 10594 0 0,'-13'-13'-152'0'0,"1"1"0"0"0,0-2 0 0 0,1 0 0 0 0,-17-28 0 0 0,6-2 4161 0 0,28 54-660 0 0,25 39-2852 0 0,-13-13-346 0 0,159 285-300 0 0,-146-272-234 0 0,3-1-1 0 0,2-2 1 0 0,2-1-1 0 0,53 49 1 0 0,-62-67 387 0 0,-16-13 210 0 0,0-2-1 0 0,1 0 1 0 0,0 0 0 0 0,20 10-1 0 0,-33-21-133 0 0,0 0 0 0 0,0-1-1 0 0,0 1 1 0 0,0-1 0 0 0,0 1-1 0 0,1-1 1 0 0,-1 0 0 0 0,0 1-1 0 0,0-1 1 0 0,0 0 0 0 0,1 0 0 0 0,-1 0-1 0 0,0 0 1 0 0,1 0 0 0 0,-1 0-1 0 0,0 0 1 0 0,0-1 0 0 0,1 1-1 0 0,-1 0 1 0 0,0-1 0 0 0,0 1-1 0 0,0 0 1 0 0,0-1 0 0 0,2 0-1 0 0,-1-1 31 0 0,0 0 0 0 0,0 0 0 0 0,0 0 0 0 0,-1 0 0 0 0,1 0 0 0 0,0 0 0 0 0,-1 0 0 0 0,0 0 0 0 0,1-1 0 0 0,-1 1 0 0 0,1-4 0 0 0,3-8 213 0 0,-1-1 0 0 0,-1 0 0 0 0,3-20 0 0 0,-4 25-200 0 0,31-243 1138 0 0,-15 102-1355 0 0,44-180 0 0 0,-60 324-399 0 0,4-14 422 0 0</inkml:trace>
</inkml:ink>
</file>

<file path=ppt/ink/ink1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7.837"/>
    </inkml:context>
    <inkml:brush xml:id="br0">
      <inkml:brushProperty name="width" value="0.1" units="cm"/>
      <inkml:brushProperty name="height" value="0.1" units="cm"/>
      <inkml:brushProperty name="color" value="#F6630D"/>
    </inkml:brush>
  </inkml:definitions>
  <inkml:trace contextRef="#ctx0" brushRef="#br0">35 253 6913 0 0,'-6'-3'-104'0'0,"-14"-6"3754"0"0,19 9-3561 0 0,1 0 1 0 0,-1 0-1 0 0,1 1 1 0 0,-1-1-1 0 0,1 0 1 0 0,-1 1-1 0 0,1-1 1 0 0,-1 1-1 0 0,1-1 1 0 0,-1 1-1 0 0,1-1 1 0 0,0 1-1 0 0,-1-1 1 0 0,1 1-1 0 0,0-1 1 0 0,0 1-1 0 0,-1-1 1 0 0,1 1 0 0 0,0-1-1 0 0,0 1 1 0 0,0 0-1 0 0,-1-1 1 0 0,1 1-1 0 0,0-1 1 0 0,0 1-1 0 0,0 0 1 0 0,0-1-1 0 0,0 1 1 0 0,0-1-1 0 0,1 1 1 0 0,-1 0-1 0 0,0-1 1 0 0,0 1-1 0 0,0-1 1 0 0,0 1-1 0 0,1 0 1 0 0,0 9-72 0 0,1-1 0 0 0,0 1 0 0 0,0-1 0 0 0,1 0 0 0 0,0 0 0 0 0,1 0 1 0 0,0 0-1 0 0,0 0 0 0 0,1-1 0 0 0,0 0 0 0 0,0 0 0 0 0,1 0 0 0 0,12 12 0 0 0,-14-16-31 0 0,0-1 0 0 0,0 1 0 0 0,0-1 0 0 0,0 0 0 0 0,1-1 0 0 0,-1 1 0 0 0,1-1 0 0 0,0 0-1 0 0,0 0 1 0 0,-1 0 0 0 0,1 0 0 0 0,1-1 0 0 0,-1 0 0 0 0,0 0 0 0 0,0-1 0 0 0,0 1 0 0 0,1-1 0 0 0,-1 0 0 0 0,0 0 0 0 0,0-1-1 0 0,0 0 1 0 0,1 0 0 0 0,-1 0 0 0 0,0 0 0 0 0,0-1 0 0 0,7-3 0 0 0,-2 0 58 0 0,0 0 0 0 0,0 0 0 0 0,-1-1 0 0 0,0-1 0 0 0,0 0 0 0 0,0 0 0 0 0,-1 0 0 0 0,0-1 0 0 0,0 0 0 0 0,-1-1 0 0 0,0 0 0 0 0,-1 0 0 0 0,0 0 0 0 0,0-1 0 0 0,-1 0 0 0 0,0 0 0 0 0,-1 0 0 0 0,0-1 0 0 0,2-10 0 0 0,-4 12 105 0 0,0-1-1 0 0,-1 1 0 0 0,0 0 0 0 0,-1-1 0 0 0,0 1 1 0 0,0-1-1 0 0,-1 1 0 0 0,0 0 0 0 0,-1-1 0 0 0,0 1 0 0 0,0 0 1 0 0,-1 0-1 0 0,0 0 0 0 0,-1 1 0 0 0,0-1 0 0 0,0 1 0 0 0,-1 0 1 0 0,0 0-1 0 0,0 0 0 0 0,-1 0 0 0 0,0 1 0 0 0,-12-11 1 0 0,13 14-61 0 0,1 0 1 0 0,-1 0-1 0 0,1 1 1 0 0,-1 0 0 0 0,0 0-1 0 0,0 0 1 0 0,-1 0 0 0 0,-6-2-1 0 0,-16 3-1071 0 0,25 3 538 0 0,1-1 0 0 0,0 1 1 0 0,-1 0-1 0 0,1 0 0 0 0,0 0 1 0 0,0 0-1 0 0,0 0 1 0 0,-1 0-1 0 0,1 0 0 0 0,-2 3 1 0 0,-9 9-5126 0 0</inkml:trace>
</inkml:ink>
</file>

<file path=ppt/ink/ink1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8.236"/>
    </inkml:context>
    <inkml:brush xml:id="br0">
      <inkml:brushProperty name="width" value="0.1" units="cm"/>
      <inkml:brushProperty name="height" value="0.1" units="cm"/>
      <inkml:brushProperty name="color" value="#F6630D"/>
    </inkml:brush>
  </inkml:definitions>
  <inkml:trace contextRef="#ctx0" brushRef="#br0">44 1 9218 0 0,'-4'5'408'0'0,"0"0"1"0"0,0 1-1 0 0,1-1 1 0 0,0 1-1 0 0,0 0 1 0 0,0 0-1 0 0,1 0 1 0 0,-1 0-1 0 0,2 0 1 0 0,-2 7-1 0 0,-1 5 549 0 0,1 1 0 0 0,0 24 0 0 0,3-30-654 0 0,0-1-1 0 0,1 1 1 0 0,1-1 0 0 0,0 1-1 0 0,1-1 1 0 0,0 0 0 0 0,9 20-1 0 0,-10-27-313 0 0,0 0 0 0 0,1 0 0 0 0,0-1 0 0 0,0 1-1 0 0,0 0 1 0 0,1-1 0 0 0,-1 0 0 0 0,9 7 0 0 0,-10-9-66 0 0,1 0 0 0 0,0-1 1 0 0,-1 1-1 0 0,1 0 1 0 0,0-1-1 0 0,0 0 0 0 0,0 0 1 0 0,0 0-1 0 0,0 0 0 0 0,0 0 1 0 0,0-1-1 0 0,1 1 0 0 0,-1-1 1 0 0,0 0-1 0 0,0 0 0 0 0,4 0 1 0 0,-2-1-113 0 0,0-1 1 0 0,-1 1 0 0 0,1-1-1 0 0,-1 0 1 0 0,0 0 0 0 0,1 0-1 0 0,-1 0 1 0 0,0-1 0 0 0,0 0-1 0 0,-1 0 1 0 0,1 0 0 0 0,-1 0-1 0 0,1-1 1 0 0,-1 1 0 0 0,0-1 0 0 0,0 0-1 0 0,-1 0 1 0 0,4-6 0 0 0,3-6 123 0 0,0-1 0 0 0,-1 1 0 0 0,7-26 0 0 0,-6 14 712 0 0,-5 13-17 0 0,1 1-1 0 0,0 0 1 0 0,11-21 0 0 0,-16 35-565 0 0,0-1 1 0 0,0 1 0 0 0,1 0-1 0 0,-1-1 1 0 0,0 1 0 0 0,0-1-1 0 0,1 1 1 0 0,-1 0-1 0 0,0-1 1 0 0,0 1 0 0 0,1 0-1 0 0,-1-1 1 0 0,0 1 0 0 0,1 0-1 0 0,-1-1 1 0 0,1 1 0 0 0,-1 0-1 0 0,0 0 1 0 0,1 0 0 0 0,-1-1-1 0 0,1 1 1 0 0,-1 0 0 0 0,1 0-1 0 0,-1 0 1 0 0,0 0 0 0 0,1 0-1 0 0,-1 0 1 0 0,1 0 0 0 0,-1 0-1 0 0,1 0 1 0 0,-1 0-1 0 0,1 0 1 0 0,0 0 0 0 0,12 14 1045 0 0,4 27-351 0 0,-16-39-681 0 0,2 7-3 0 0,11 34-316 0 0,2-1 0 0 0,31 58 0 0 0,-32-75-766 0 0</inkml:trace>
</inkml:ink>
</file>

<file path=ppt/ink/ink1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8.493"/>
    </inkml:context>
    <inkml:brush xml:id="br0">
      <inkml:brushProperty name="width" value="0.1" units="cm"/>
      <inkml:brushProperty name="height" value="0.1" units="cm"/>
      <inkml:brushProperty name="color" value="#F6630D"/>
    </inkml:brush>
  </inkml:definitions>
  <inkml:trace contextRef="#ctx0" brushRef="#br0">59 19 9674 0 0,'0'-1'216'0'0,"-1"0"0"0"0,1 0-1 0 0,0 0 1 0 0,-1 0 0 0 0,1 0 0 0 0,-1 0 0 0 0,1 0-1 0 0,-1 1 1 0 0,1-1 0 0 0,-1 0 0 0 0,0 0 0 0 0,0 0-1 0 0,1 1 1 0 0,-1-1 0 0 0,0 0 0 0 0,0 1 0 0 0,0-1-1 0 0,1 0 1 0 0,-1 1 0 0 0,0 0 0 0 0,0-1 0 0 0,0 1-1 0 0,0-1 1 0 0,0 1 0 0 0,0 0 0 0 0,0 0 0 0 0,0-1-1 0 0,0 1 1 0 0,0 0 0 0 0,0 0 0 0 0,-1 0 0 0 0,1 0-1 0 0,0 0 1 0 0,0 1 0 0 0,0-1 0 0 0,0 0 0 0 0,0 0-1 0 0,0 1 1 0 0,-1 0 0 0 0,0-1-56 0 0,1 2 0 0 0,-1-1 1 0 0,0 0-1 0 0,1 0 0 0 0,-1 0 0 0 0,1 1 1 0 0,-1-1-1 0 0,1 1 0 0 0,0-1 0 0 0,0 1 1 0 0,0 0-1 0 0,0-1 0 0 0,0 1 0 0 0,0 0 1 0 0,0 0-1 0 0,0-1 0 0 0,1 1 0 0 0,-1 0 1 0 0,1 0-1 0 0,-1 0 0 0 0,1 3 0 0 0,0 28 93 0 0,1 0 0 0 0,2 0 0 0 0,14 64-1 0 0,-5-32-105 0 0,4 27-961 0 0,4 0 0 0 0,4-2-1 0 0,39 95 1 0 0,-48-147-274 0 0</inkml:trace>
</inkml:ink>
</file>

<file path=ppt/ink/ink1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28.663"/>
    </inkml:context>
    <inkml:brush xml:id="br0">
      <inkml:brushProperty name="width" value="0.1" units="cm"/>
      <inkml:brushProperty name="height" value="0.1" units="cm"/>
      <inkml:brushProperty name="color" value="#F6630D"/>
    </inkml:brush>
  </inkml:definitions>
  <inkml:trace contextRef="#ctx0" brushRef="#br0">0 103 6449 0 0,'18'-10'6240'0'0,"12"-6"-5170"0"0,11 0-1000 0 0,1 1-1 0 0,0 3 1 0 0,1 1-1 0 0,61-7 1 0 0,-63 13-70 0 0</inkml:trace>
</inkml:ink>
</file>

<file path=ppt/ink/ink1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32.516"/>
    </inkml:context>
    <inkml:brush xml:id="br0">
      <inkml:brushProperty name="width" value="0.1" units="cm"/>
      <inkml:brushProperty name="height" value="0.1" units="cm"/>
      <inkml:brushProperty name="color" value="#F6630D"/>
    </inkml:brush>
  </inkml:definitions>
  <inkml:trace contextRef="#ctx0" brushRef="#br0">1 734 10594 0 0,'240'-71'272'0'0,"451"-73"0"0"0,273 29-200 0 0,624 14 390 0 0,4 71 421 0 0,-57 2-339 0 0,-1000 13-369 0 0,675-29 2078 0 0,-296-33 398 0 0,-261 17-1241 0 0,-197 17-3912 0 0,-393 37-3702 0 0</inkml:trace>
</inkml:ink>
</file>

<file path=ppt/ink/ink1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34.622"/>
    </inkml:context>
    <inkml:brush xml:id="br0">
      <inkml:brushProperty name="width" value="0.1" units="cm"/>
      <inkml:brushProperty name="height" value="0.1" units="cm"/>
      <inkml:brushProperty name="color" value="#F6630D"/>
    </inkml:brush>
  </inkml:definitions>
  <inkml:trace contextRef="#ctx0" brushRef="#br0">1 1 14283 0 0,'1'0'85'0'0,"-1"0"0"0"0,1 0 0 0 0,0-1-1 0 0,0 1 1 0 0,0 0 0 0 0,-1 0 0 0 0,1 0 0 0 0,0 0 0 0 0,0 0-1 0 0,0 0 1 0 0,-1 0 0 0 0,1 0 0 0 0,0 1 0 0 0,0-1 0 0 0,0 0-1 0 0,-1 0 1 0 0,1 1 0 0 0,0-1 0 0 0,-1 0 0 0 0,1 1 0 0 0,0-1-1 0 0,0 0 1 0 0,-1 1 0 0 0,1-1 0 0 0,-1 1 0 0 0,2 0 0 0 0,24 15 970 0 0,-14-6-770 0 0,-1 1 1 0 0,0 0-1 0 0,0 0 0 0 0,-1 1 1 0 0,-1 1-1 0 0,0-1 0 0 0,-1 1 1 0 0,0 1-1 0 0,11 25 0 0 0,2 15 233 0 0,18 69 1 0 0,-37-115-460 0 0,29 119 49 0 0,6 19-995 0 0,-27-115-961 0 0,15 31 1 0 0,-10-32-4511 0 0</inkml:trace>
</inkml:ink>
</file>

<file path=ppt/ink/ink1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34.988"/>
    </inkml:context>
    <inkml:brush xml:id="br0">
      <inkml:brushProperty name="width" value="0.1" units="cm"/>
      <inkml:brushProperty name="height" value="0.1" units="cm"/>
      <inkml:brushProperty name="color" value="#F6630D"/>
    </inkml:brush>
  </inkml:definitions>
  <inkml:trace contextRef="#ctx0" brushRef="#br0">0 25 10138 0 0,'1'-2'117'0'0,"0"1"-1"0"0,0-1 1 0 0,0 0 0 0 0,1 1-1 0 0,-1-1 1 0 0,0 1 0 0 0,0 0-1 0 0,1-1 1 0 0,-1 1 0 0 0,1 0-1 0 0,-1 0 1 0 0,1 0-1 0 0,0 0 1 0 0,-1 0 0 0 0,1 0-1 0 0,0 0 1 0 0,0 0 0 0 0,0 1-1 0 0,0-1 1 0 0,-1 1 0 0 0,1 0-1 0 0,0-1 1 0 0,0 1 0 0 0,0 0-1 0 0,0 0 1 0 0,0 0-1 0 0,0 0 1 0 0,0 1 0 0 0,3 0-1 0 0,5-1 502 0 0,0 2-1 0 0,0-1 0 0 0,0 2 0 0 0,14 4 1 0 0,-17-4-534 0 0,0 1 0 0 0,0 0 0 0 0,0 0 0 0 0,-1 0 0 0 0,1 1 0 0 0,-1 0 0 0 0,-1 1 1 0 0,1-1-1 0 0,-1 1 0 0 0,0 0 0 0 0,0 0 0 0 0,0 1 0 0 0,-1-1 0 0 0,0 1 0 0 0,0 0 0 0 0,-1 0 1 0 0,0 1-1 0 0,0-1 0 0 0,-1 1 0 0 0,3 14 0 0 0,-1-1-149 0 0,0 1 0 0 0,-2 0 0 0 0,-1-1 1 0 0,0 1-1 0 0,-2 0 0 0 0,-4 30 0 0 0,-12 19 270 0 0,12-51 44 0 0,0-1 0 0 0,-3 28 0 0 0,8-46-213 0 0,0 0 1 0 0,1 0-1 0 0,-1 0 1 0 0,0 1-1 0 0,0-1 0 0 0,1 0 1 0 0,-1 0-1 0 0,1 0 1 0 0,-1 0-1 0 0,1 0 0 0 0,-1 0 1 0 0,1 0-1 0 0,0 0 1 0 0,0 0-1 0 0,-1 0 0 0 0,1 0 1 0 0,0 0-1 0 0,0 0 0 0 0,0-1 1 0 0,0 1-1 0 0,0 0 1 0 0,0-1-1 0 0,0 1 0 0 0,0-1 1 0 0,0 1-1 0 0,0-1 1 0 0,0 1-1 0 0,1-1 0 0 0,-1 0 1 0 0,0 1-1 0 0,0-1 1 0 0,0 0-1 0 0,1 0 0 0 0,-1 0 1 0 0,0 0-1 0 0,0 0 0 0 0,2 0 1 0 0,53-5 1041 0 0,-51 5-1012 0 0,159-38-201 0 0,-74 16-3177 0 0,-57 15-3314 0 0</inkml:trace>
</inkml:ink>
</file>

<file path=ppt/ink/ink1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35.272"/>
    </inkml:context>
    <inkml:brush xml:id="br0">
      <inkml:brushProperty name="width" value="0.1" units="cm"/>
      <inkml:brushProperty name="height" value="0.1" units="cm"/>
      <inkml:brushProperty name="color" value="#F6630D"/>
    </inkml:brush>
  </inkml:definitions>
  <inkml:trace contextRef="#ctx0" brushRef="#br0">236 23 10594 0 0,'-6'-3'167'0'0,"0"-1"-1"0"0,0 2 1 0 0,-1-1-1 0 0,0 1 1 0 0,1 0-1 0 0,-1 0 1 0 0,0 1-1 0 0,0-1 1 0 0,0 2-1 0 0,0-1 1 0 0,0 1-1 0 0,0 0 1 0 0,-12 2-1 0 0,14-2 55 0 0,-1 1 0 0 0,1 0 0 0 0,-1 0 0 0 0,1 1-1 0 0,-1-1 1 0 0,1 1 0 0 0,0 1 0 0 0,0-1 0 0 0,0 1-1 0 0,0-1 1 0 0,1 1 0 0 0,-1 1 0 0 0,1-1-1 0 0,-1 1 1 0 0,1 0 0 0 0,0 0 0 0 0,-5 7 0 0 0,3-1-85 0 0,1 0 1 0 0,0 1-1 0 0,1 0 0 0 0,0 0 1 0 0,1 1-1 0 0,0-1 1 0 0,1 1-1 0 0,0-1 1 0 0,1 1-1 0 0,0 0 1 0 0,1 0-1 0 0,0-1 1 0 0,1 1-1 0 0,0 0 1 0 0,1-1-1 0 0,6 23 1 0 0,-2-14-278 0 0,1 1 1 0 0,0-1 0 0 0,2 0 0 0 0,0-1 0 0 0,2 0 0 0 0,0-1 0 0 0,1 0 0 0 0,20 24 0 0 0,14 5-1713 0 0,-12-17-2532 0 0,-4-6-679 0 0</inkml:trace>
</inkml:ink>
</file>

<file path=ppt/ink/ink1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35.478"/>
    </inkml:context>
    <inkml:brush xml:id="br0">
      <inkml:brushProperty name="width" value="0.1" units="cm"/>
      <inkml:brushProperty name="height" value="0.1" units="cm"/>
      <inkml:brushProperty name="color" value="#F6630D"/>
    </inkml:brush>
  </inkml:definitions>
  <inkml:trace contextRef="#ctx0" brushRef="#br0">3 179 13363 0 0,'0'0'43'0'0,"0"0"1"0"0,0 0-1 0 0,0 0 1 0 0,-1-1-1 0 0,1 1 1 0 0,0 0-1 0 0,0 0 1 0 0,0 0 0 0 0,0 0-1 0 0,0-1 1 0 0,-1 1-1 0 0,1 0 1 0 0,0 0-1 0 0,0 0 1 0 0,0-1-1 0 0,0 1 1 0 0,0 0-1 0 0,0 0 1 0 0,0 0-1 0 0,0-1 1 0 0,0 1-1 0 0,0 0 1 0 0,0 0-1 0 0,0-1 1 0 0,0 1-1 0 0,0 0 1 0 0,0 0-1 0 0,0-1 1 0 0,0 1-1 0 0,0 0 1 0 0,0 0-1 0 0,0 0 1 0 0,0-1 0 0 0,0 1-1 0 0,0 0 1 0 0,0 0-1 0 0,1 0 1 0 0,-1-1-1 0 0,0 1 1 0 0,0 0-1 0 0,0 0 1 0 0,0 0-1 0 0,0-1 1 0 0,1 1-1 0 0,-1 0 1 0 0,0 0-1 0 0,1 0 1 0 0,17-10 1339 0 0,33-5 263 0 0,-41 12-1216 0 0,113-36 686 0 0,-69 18-2812 0 0,70-37 1 0 0,-82 34 1334 0 0</inkml:trace>
</inkml:ink>
</file>

<file path=ppt/ink/ink1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36.859"/>
    </inkml:context>
    <inkml:brush xml:id="br0">
      <inkml:brushProperty name="width" value="0.1" units="cm"/>
      <inkml:brushProperty name="height" value="0.1" units="cm"/>
      <inkml:brushProperty name="color" value="#F6630D"/>
    </inkml:brush>
  </inkml:definitions>
  <inkml:trace contextRef="#ctx0" brushRef="#br0">92 59 5065 0 0,'-62'11'3735'0'0,"32"-10"4246"0"0,127-28-6466 0 0,-2-6-3988 0 0,-69 22-3276 0 0</inkml:trace>
</inkml:ink>
</file>

<file path=ppt/ink/ink1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37.050"/>
    </inkml:context>
    <inkml:brush xml:id="br0">
      <inkml:brushProperty name="width" value="0.1" units="cm"/>
      <inkml:brushProperty name="height" value="0.1" units="cm"/>
      <inkml:brushProperty name="color" value="#F6630D"/>
    </inkml:brush>
  </inkml:definitions>
  <inkml:trace contextRef="#ctx0" brushRef="#br0">5 61 13363 0 0,'0'1'87'0'0,"-1"-1"0"0"0,1 1 0 0 0,-1 0-1 0 0,1 0 1 0 0,-1-1 0 0 0,1 1 0 0 0,0 0 0 0 0,-1 0 0 0 0,1-1 0 0 0,0 1 0 0 0,0 0-1 0 0,0 0 1 0 0,0 0 0 0 0,0 0 0 0 0,-1-1 0 0 0,1 1 0 0 0,1 0 0 0 0,-1 0 0 0 0,0 0 0 0 0,0 0-1 0 0,0-1 1 0 0,0 1 0 0 0,1 0 0 0 0,-1 0 0 0 0,0-1 0 0 0,1 1 0 0 0,-1 0 0 0 0,0 0-1 0 0,1-1 1 0 0,-1 1 0 0 0,1 0 0 0 0,-1-1 0 0 0,1 1 0 0 0,0 0 0 0 0,-1-1 0 0 0,2 1 0 0 0,0 0 119 0 0,1 0 1 0 0,-1 0 0 0 0,1 0 0 0 0,-1-1 0 0 0,1 1 0 0 0,-1-1 0 0 0,1 1 0 0 0,0-1-1 0 0,-1 0 1 0 0,1 0 0 0 0,4-1 0 0 0,4-1-152 0 0,1 0 0 0 0,-1-1 0 0 0,0-1-1 0 0,0 0 1 0 0,16-8 0 0 0,50-31-7645 0 0,-45 20 3329 0 0</inkml:trace>
</inkml:ink>
</file>

<file path=ppt/ink/ink1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45.623"/>
    </inkml:context>
    <inkml:brush xml:id="br0">
      <inkml:brushProperty name="width" value="0.1" units="cm"/>
      <inkml:brushProperty name="height" value="0.1" units="cm"/>
      <inkml:brushProperty name="color" value="#F6630D"/>
    </inkml:brush>
  </inkml:definitions>
  <inkml:trace contextRef="#ctx0" brushRef="#br0">287 85 9154 0 0,'-6'-20'296'0'0,"5"16"283"0"0,0-1-1 0 0,0 0 0 0 0,0 1 1 0 0,-1-1-1 0 0,0 1 0 0 0,0-1 1 0 0,0 1-1 0 0,0 0 1 0 0,-1 0-1 0 0,1 0 0 0 0,-1 0 1 0 0,-7-7-1 0 0,9 11-463 0 0,0-1 1 0 0,-1 1-1 0 0,1 0 0 0 0,0 0 1 0 0,0 0-1 0 0,-1 0 0 0 0,1 0 1 0 0,0 0-1 0 0,-1 0 1 0 0,1 1-1 0 0,0-1 0 0 0,0 0 1 0 0,0 1-1 0 0,-1-1 0 0 0,1 1 1 0 0,0-1-1 0 0,0 1 0 0 0,0-1 1 0 0,0 1-1 0 0,0 0 0 0 0,0 0 1 0 0,0-1-1 0 0,0 1 0 0 0,0 0 1 0 0,0 0-1 0 0,0 1 1 0 0,-25 30 397 0 0,21-26-306 0 0,-18 28-151 0 0,0 0 0 0 0,3 1 0 0 0,0 1 0 0 0,3 0 1 0 0,1 2-1 0 0,2 0 0 0 0,1 1 0 0 0,2 0 0 0 0,2 0 0 0 0,1 1 0 0 0,2 1 0 0 0,0 79 0 0 0,6-108-159 0 0,1 0 1 0 0,0 0 0 0 0,1 0-1 0 0,1 0 1 0 0,0 0 0 0 0,0 0-1 0 0,1-1 1 0 0,1 1 0 0 0,0-1-1 0 0,0 0 1 0 0,1-1-1 0 0,12 17 1 0 0,-12-20-53 0 0,0 0 0 0 0,0-1 1 0 0,1 0-1 0 0,1 0 0 0 0,-1 0 0 0 0,1-1 0 0 0,-1 0 0 0 0,1 0 0 0 0,1-1 0 0 0,-1 0 1 0 0,1 0-1 0 0,0-1 0 0 0,-1 0 0 0 0,1-1 0 0 0,1 0 0 0 0,-1 0 0 0 0,9 0 0 0 0,-7-2 51 0 0,-1 0 0 0 0,0 0-1 0 0,0-1 1 0 0,0-1-1 0 0,0 0 1 0 0,0 0 0 0 0,0-1-1 0 0,0 0 1 0 0,-1 0 0 0 0,1-1-1 0 0,-1-1 1 0 0,0 1-1 0 0,0-1 1 0 0,0-1 0 0 0,-1 0-1 0 0,0 0 1 0 0,0-1-1 0 0,7-8 1 0 0,-9 10 86 0 0,-1-1 0 0 0,0 0-1 0 0,0 0 1 0 0,0-1 0 0 0,-1 0-1 0 0,0 0 1 0 0,-1 0 0 0 0,1 0 0 0 0,-1 0-1 0 0,-1-1 1 0 0,1 1 0 0 0,-1-1 0 0 0,0 0-1 0 0,-1 1 1 0 0,0-1 0 0 0,0 0-1 0 0,-1 0 1 0 0,0 0 0 0 0,0 0 0 0 0,-1 0-1 0 0,0 0 1 0 0,0 0 0 0 0,-5-12 0 0 0,2 9 198 0 0,-1 1 0 0 0,-1-1 0 0 0,0 1 0 0 0,0 1 1 0 0,-1-1-1 0 0,0 1 0 0 0,-15-14 0 0 0,-10-15 1342 0 0,32 37-1491 0 0,-1-1-1 0 0,0 0 1 0 0,1 1 0 0 0,-1-1-1 0 0,1 0 1 0 0,0 1 0 0 0,-1-1-1 0 0,1 0 1 0 0,0 1 0 0 0,0-1-1 0 0,0 0 1 0 0,0 0 0 0 0,0 1 0 0 0,1-1-1 0 0,-1 0 1 0 0,0 1 0 0 0,1-1-1 0 0,0 0 1 0 0,-1 1 0 0 0,1-1-1 0 0,0 1 1 0 0,0-1 0 0 0,-1 1-1 0 0,1-1 1 0 0,0 1 0 0 0,1 0-1 0 0,-1-1 1 0 0,0 1 0 0 0,0 0 0 0 0,3-2-1 0 0,5-6-94 0 0,1-1 1 0 0,18-11-1 0 0,-25 18 83 0 0,3-1 19 0 0,1-1 1 0 0,-1 1-1 0 0,1 1 1 0 0,0-1 0 0 0,-1 1-1 0 0,2 0 1 0 0,-1 1-1 0 0,0-1 1 0 0,1 2-1 0 0,-1-1 1 0 0,1 1 0 0 0,-1 0-1 0 0,1 0 1 0 0,-1 1-1 0 0,1 0 1 0 0,0 0-1 0 0,-1 1 1 0 0,1 0 0 0 0,9 3-1 0 0,-9-1 29 0 0,0 0 0 0 0,0 0 0 0 0,0 1 0 0 0,-1 0 0 0 0,0 0 0 0 0,1 1 0 0 0,-1 0 0 0 0,-1 0 0 0 0,1 1 0 0 0,-1 0 0 0 0,0 0 0 0 0,0 0 0 0 0,-1 1 0 0 0,1 0 0 0 0,-2 0-1 0 0,9 15 1 0 0,-6-7-6 0 0,0 1-1 0 0,-1 0 1 0 0,-1 1-1 0 0,-1-1 0 0 0,0 1 1 0 0,-1 0-1 0 0,1 22 0 0 0,-3 13-732 0 0,-5 55 0 0 0,1-32-4449 0 0,2-52-1187 0 0</inkml:trace>
</inkml:ink>
</file>

<file path=ppt/ink/ink1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45.862"/>
    </inkml:context>
    <inkml:brush xml:id="br0">
      <inkml:brushProperty name="width" value="0.1" units="cm"/>
      <inkml:brushProperty name="height" value="0.1" units="cm"/>
      <inkml:brushProperty name="color" value="#F6630D"/>
    </inkml:brush>
  </inkml:definitions>
  <inkml:trace contextRef="#ctx0" brushRef="#br0">35 5 10594 0 0,'-1'-1'192'0'0,"1"1"0"0"0,-1 0 0 0 0,1-1 0 0 0,-1 1 0 0 0,1 0 0 0 0,-1-1 0 0 0,0 1 0 0 0,1 0-1 0 0,-1 0 1 0 0,1-1 0 0 0,-1 1 0 0 0,0 0 0 0 0,1 0 0 0 0,-1 0 0 0 0,1 0 0 0 0,-1 0 0 0 0,0 0 0 0 0,1 0 0 0 0,-1 0-1 0 0,1 0 1 0 0,-1 0 0 0 0,0 0 0 0 0,1 0 0 0 0,-1 1 0 0 0,1-1 0 0 0,-1 0 0 0 0,-1 1 0 0 0,-7 16 2775 0 0,4 34-1219 0 0,5-40-1608 0 0,-3 60-234 0 0,4 1 0 0 0,2-1 0 0 0,14 75 0 0 0,-11-117-944 0 0,2-2-247 0 0</inkml:trace>
</inkml:ink>
</file>

<file path=ppt/ink/ink1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46.163"/>
    </inkml:context>
    <inkml:brush xml:id="br0">
      <inkml:brushProperty name="width" value="0.1" units="cm"/>
      <inkml:brushProperty name="height" value="0.1" units="cm"/>
      <inkml:brushProperty name="color" value="#F6630D"/>
    </inkml:brush>
  </inkml:definitions>
  <inkml:trace contextRef="#ctx0" brushRef="#br0">14 419 7370 0 0,'-14'-69'12736'0'0,"14"69"-12706"0"0,7 7 651 0 0,6 10-268 0 0,-6-6-394 0 0,8 14-18 0 0,1-1 0 0 0,1-1-1 0 0,1 0 1 0 0,29 27 0 0 0,-42-44-7 0 0,1-1 0 0 0,1-1-1 0 0,-1 1 1 0 0,1-1 0 0 0,0-1-1 0 0,0 1 1 0 0,0-1 0 0 0,0 0-1 0 0,10 2 1 0 0,-12-4 4 0 0,1 0-1 0 0,-1 0 1 0 0,1-1 0 0 0,-1 0 0 0 0,1 0 0 0 0,0 0-1 0 0,-1-1 1 0 0,1 0 0 0 0,-1 0 0 0 0,1 0-1 0 0,-1-1 1 0 0,1 0 0 0 0,-1 0 0 0 0,6-3 0 0 0,-6 2 16 0 0,0 1 1 0 0,0-1 0 0 0,0 0 0 0 0,-1-1 0 0 0,1 1 0 0 0,-1-1 0 0 0,0 0 0 0 0,0 0 0 0 0,-1 0 0 0 0,1-1 0 0 0,-1 1 0 0 0,0-1 0 0 0,4-8 0 0 0,-4 5 37 0 0,0 0 0 0 0,0 0 0 0 0,-1 0-1 0 0,0-1 1 0 0,-1 1 0 0 0,1 0 0 0 0,-2-1 0 0 0,1-9-1 0 0,-4-12 94 0 0,0 1 0 0 0,-2 0-1 0 0,-1-1 1 0 0,-9-27-1 0 0,14 54-142 0 0,-13-47-140 0 0,-5-52 0 0 0,12 36-6653 0 0,6 48 119 0 0</inkml:trace>
</inkml:ink>
</file>

<file path=ppt/ink/ink1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46.370"/>
    </inkml:context>
    <inkml:brush xml:id="br0">
      <inkml:brushProperty name="width" value="0.1" units="cm"/>
      <inkml:brushProperty name="height" value="0.1" units="cm"/>
      <inkml:brushProperty name="color" value="#F6630D"/>
    </inkml:brush>
  </inkml:definitions>
  <inkml:trace contextRef="#ctx0" brushRef="#br0">1 0 1840 0 0,'3'2'1037'0'0,"0"1"0"0"0,1-1-1 0 0,-1 0 1 0 0,0 1-1 0 0,0 0 1 0 0,0-1-1 0 0,3 6 1 0 0,18 28 2846 0 0,9 43-1070 0 0,-31-75-2548 0 0,20 52 626 0 0,32 58-1 0 0,9-7-3726 0 0,-50-88-3009 0 0</inkml:trace>
</inkml:ink>
</file>

<file path=ppt/ink/ink1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46.670"/>
    </inkml:context>
    <inkml:brush xml:id="br0">
      <inkml:brushProperty name="width" value="0.1" units="cm"/>
      <inkml:brushProperty name="height" value="0.1" units="cm"/>
      <inkml:brushProperty name="color" value="#F6630D"/>
    </inkml:brush>
  </inkml:definitions>
  <inkml:trace contextRef="#ctx0" brushRef="#br0">27 92 6913 0 0,'-3'-3'411'0'0,"1"0"0"0"0,-1 1-1 0 0,1-1 1 0 0,0 0 0 0 0,0 0-1 0 0,0 0 1 0 0,1 0 0 0 0,-1 0-1 0 0,1-1 1 0 0,-1 1 0 0 0,1 0-1 0 0,0-1 1 0 0,0 1 0 0 0,1-1-1 0 0,-1 1 1 0 0,1-5 0 0 0,0 6-241 0 0,0 1 1 0 0,0-1-1 0 0,0 1 1 0 0,1 0 0 0 0,-1-1-1 0 0,0 1 1 0 0,1 0-1 0 0,0-1 1 0 0,-1 1-1 0 0,1 0 1 0 0,-1 0-1 0 0,1 0 1 0 0,0-1 0 0 0,0 1-1 0 0,0 0 1 0 0,0 0-1 0 0,0 0 1 0 0,0 0-1 0 0,0 0 1 0 0,0 1-1 0 0,2-3 1 0 0,-1 2-250 0 0,1 0 1 0 0,-1 0 0 0 0,1 1-1 0 0,-1-1 1 0 0,1 0-1 0 0,-1 1 1 0 0,1-1-1 0 0,-1 1 1 0 0,5 0-1 0 0,6 1 151 0 0,-1 0 1 0 0,0 2-1 0 0,0-1 0 0 0,0 1 0 0 0,0 1 0 0 0,0 0 1 0 0,-1 0-1 0 0,0 2 0 0 0,0-1 0 0 0,0 1 1 0 0,19 15-1 0 0,-5-2-283 0 0,0 2 1 0 0,-2 0 0 0 0,31 37 0 0 0,-46-49 180 0 0,-1 0 0 0 0,0 1 1 0 0,0 0-1 0 0,-1 0 0 0 0,-1 1 1 0 0,1-1-1 0 0,-2 1 0 0 0,1 0 1 0 0,-2 0-1 0 0,4 18 0 0 0,-5-20 29 0 0,-2 0 0 0 0,1 1-1 0 0,-1-1 1 0 0,0 0 0 0 0,-1 1-1 0 0,0-1 1 0 0,-1 0-1 0 0,0 0 1 0 0,0 0 0 0 0,-1 0-1 0 0,0 0 1 0 0,-1-1 0 0 0,-7 15-1 0 0,2-7-362 0 0,-1 0 1 0 0,-1-1-1 0 0,0 0 0 0 0,-1-1 0 0 0,0 0 0 0 0,-1 0 1 0 0,0-2-1 0 0,-2 0 0 0 0,-20 14 0 0 0,13-12-4394 0 0</inkml:trace>
</inkml:ink>
</file>

<file path=ppt/ink/ink1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46.970"/>
    </inkml:context>
    <inkml:brush xml:id="br0">
      <inkml:brushProperty name="width" value="0.1" units="cm"/>
      <inkml:brushProperty name="height" value="0.1" units="cm"/>
      <inkml:brushProperty name="color" value="#F6630D"/>
    </inkml:brush>
  </inkml:definitions>
  <inkml:trace contextRef="#ctx0" brushRef="#br0">1 132 3225 0 0,'50'-27'8752'0'0,"0"-4"-3300"0"0,50-27-926 0 0,-98 58-4559 0 0,2-3-64 0 0,-1 1 0 0 0,1 0-1 0 0,0 1 1 0 0,0-1 0 0 0,0 1 0 0 0,0 0-1 0 0,1-1 1 0 0,-1 2 0 0 0,0-1 0 0 0,0 1-1 0 0,6-1 1 0 0</inkml:trace>
</inkml:ink>
</file>

<file path=ppt/ink/ink1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48.892"/>
    </inkml:context>
    <inkml:brush xml:id="br0">
      <inkml:brushProperty name="width" value="0.1" units="cm"/>
      <inkml:brushProperty name="height" value="0.1" units="cm"/>
      <inkml:brushProperty name="color" value="#F6630D"/>
    </inkml:brush>
  </inkml:definitions>
  <inkml:trace contextRef="#ctx0" brushRef="#br0">1 54 7370 0 0,'0'-9'23'0'0,"5"-34"9274"0"0,-3 42-9003 0 0,-1 3-113 0 0,0 0 1 0 0,0 0-1 0 0,0 0 1 0 0,-1 0-1 0 0,1 0 1 0 0,0 0-1 0 0,-1 0 1 0 0,1 0-1 0 0,-1 1 1 0 0,0-1-1 0 0,0 4 1 0 0,0-5-61 0 0,11 98 557 0 0,-5-25-355 0 0,3-1-1 0 0,31 115 1 0 0,-34-166-280 0 0,1-1 0 0 0,1-1 1 0 0,1 1-1 0 0,1-2 0 0 0,1 1 0 0 0,0-1 0 0 0,2-1 1 0 0,0 0-1 0 0,1-1 0 0 0,0 0 0 0 0,2-1 1 0 0,0-1-1 0 0,21 16 0 0 0,-31-26-118 0 0,2-1 0 0 0,-1 1 0 0 0,15 5 1 0 0,-19-9-159 0 0,-1 0 1 0 0,1 0 0 0 0,0 0 0 0 0,0 0-1 0 0,-1-1 1 0 0,1 1 0 0 0,0-1 0 0 0,0 0-1 0 0,0 0 1 0 0,0 0 0 0 0,0 0-1 0 0,0 0 1 0 0,-1-1 0 0 0,1 1 0 0 0,3-2-1 0 0</inkml:trace>
</inkml:ink>
</file>

<file path=ppt/ink/ink1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49.082"/>
    </inkml:context>
    <inkml:brush xml:id="br0">
      <inkml:brushProperty name="width" value="0.1" units="cm"/>
      <inkml:brushProperty name="height" value="0.1" units="cm"/>
      <inkml:brushProperty name="color" value="#F6630D"/>
    </inkml:brush>
  </inkml:definitions>
  <inkml:trace contextRef="#ctx0" brushRef="#br0">47 13 14747 0 0,'-11'-4'546'0'0,"-25"-4"2241"0"0,45 17-64 0 0,7 9-3350 0 0,-5-8-1177 0 0,-1 0-1 0 0,-1 0 0 0 0,0 1 1 0 0,12 18-1 0 0,-4-3-2226 0 0</inkml:trace>
</inkml:ink>
</file>

<file path=ppt/ink/ink1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49.685"/>
    </inkml:context>
    <inkml:brush xml:id="br0">
      <inkml:brushProperty name="width" value="0.1" units="cm"/>
      <inkml:brushProperty name="height" value="0.1" units="cm"/>
      <inkml:brushProperty name="color" value="#F6630D"/>
    </inkml:brush>
  </inkml:definitions>
  <inkml:trace contextRef="#ctx0" brushRef="#br0">327 3 10594 0 0,'-1'0'185'0'0,"1"-1"1"0"0,-1 1-1 0 0,1 0 0 0 0,-1 0 0 0 0,1-1 1 0 0,-1 1-1 0 0,1 0 0 0 0,-1 0 0 0 0,1 0 0 0 0,-1 0 1 0 0,1 0-1 0 0,-1 0 0 0 0,1 0 0 0 0,-1 0 0 0 0,1 0 1 0 0,-1 0-1 0 0,1 0 0 0 0,-1 0 0 0 0,1 0 1 0 0,-1 0-1 0 0,1 1 0 0 0,-1-1 0 0 0,1 0 0 0 0,-1 0 1 0 0,1 0-1 0 0,-3 2 741 0 0,3-1-741 0 0,-22 10 1114 0 0,-1 2-933 0 0,0 2 1 0 0,1 0-1 0 0,1 1 1 0 0,-27 27 0 0 0,41-37-374 0 0,1 0 0 0 0,1 0 0 0 0,-1 1 0 0 0,1 0 0 0 0,0 0 1 0 0,0 1-1 0 0,1-1 0 0 0,0 1 0 0 0,1 0 0 0 0,-1 0 0 0 0,1 0 1 0 0,1 0-1 0 0,0 1 0 0 0,0-1 0 0 0,0 1 0 0 0,1-1 0 0 0,0 15 1 0 0,2-17-66 0 0,0 0 1 0 0,1-1 0 0 0,-1 1 0 0 0,1-1 0 0 0,0 1 0 0 0,0-1 0 0 0,1 0 0 0 0,-1 0 0 0 0,1 0 0 0 0,0 0 0 0 0,1 0 0 0 0,-1-1 0 0 0,1 1 0 0 0,0-1 0 0 0,0 0 0 0 0,0 0 0 0 0,1 0 0 0 0,-1-1 0 0 0,1 0 0 0 0,0 1 0 0 0,0-2 0 0 0,0 1 0 0 0,0-1 0 0 0,0 1 0 0 0,7 0 0 0 0,13 5-401 0 0,1-1 0 0 0,0-1 1 0 0,52 5-1 0 0,-70-10 431 0 0,23 2-234 0 0,-18-3 146 0 0,0 1-1 0 0,0 1 1 0 0,0 0 0 0 0,-1 0 0 0 0,1 2-1 0 0,0-1 1 0 0,16 9 0 0 0,-28-12 147 0 0,-1 0 0 0 0,1 1 0 0 0,0-1 0 0 0,0 1 0 0 0,-1-1 0 0 0,1 1 0 0 0,-1-1 0 0 0,1 1 0 0 0,0 0 0 0 0,-1-1 0 0 0,1 1-1 0 0,-1 0 1 0 0,0-1 0 0 0,1 1 0 0 0,-1 0 0 0 0,1 0 0 0 0,-1-1 0 0 0,0 1 0 0 0,0 0 0 0 0,1 0 0 0 0,-1 0 0 0 0,0-1 0 0 0,0 1 0 0 0,0 0 0 0 0,0 1 0 0 0,0 1 75 0 0,-1-1 1 0 0,1 0-1 0 0,-1 0 0 0 0,0 0 0 0 0,0 0 1 0 0,0 0-1 0 0,0 0 0 0 0,0 0 1 0 0,-2 3-1 0 0,-35 37 1674 0 0,35-40-1686 0 0,-27 25 898 0 0,-2-2-1 0 0,-2-1 0 0 0,-60 34 1 0 0,-119 41 309 0 0,207-96-1322 0 0,2-1-27 0 0,1 0 0 0 0,-1-1 0 0 0,0 0-1 0 0,0 1 1 0 0,1-1 0 0 0,-1-1 0 0 0,0 1 0 0 0,-7 0-1 0 0,7-2-692 0 0</inkml:trace>
</inkml:ink>
</file>

<file path=ppt/ink/ink1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33.008"/>
    </inkml:context>
    <inkml:brush xml:id="br0">
      <inkml:brushProperty name="width" value="0.1" units="cm"/>
      <inkml:brushProperty name="height" value="0.1" units="cm"/>
      <inkml:brushProperty name="color" value="#F6630D"/>
    </inkml:brush>
  </inkml:definitions>
  <inkml:trace contextRef="#ctx0" brushRef="#br0">93 7 3681 0 0,'-9'-2'185'0'0,"-37"-2"436"0"0,44 4-327 0 0,0-1 1 0 0,0 1-1 0 0,1 0 0 0 0,-1 0 1 0 0,0 0-1 0 0,0 1 0 0 0,1-1 1 0 0,-1 0-1 0 0,0 1 0 0 0,1-1 1 0 0,-1 1-1 0 0,0-1 0 0 0,1 1 0 0 0,-1 0 1 0 0,1 0-1 0 0,-1 0 0 0 0,1 0 1 0 0,-1 0-1 0 0,1 0 0 0 0,-2 1 1 0 0,3 0-137 0 0,0-1 1 0 0,-1 0 0 0 0,1 0-1 0 0,0 0 1 0 0,0 0-1 0 0,0 0 1 0 0,0 1 0 0 0,0-1-1 0 0,0 0 1 0 0,0 0 0 0 0,1 0-1 0 0,-1 0 1 0 0,0 0-1 0 0,1 0 1 0 0,-1 0 0 0 0,1 0-1 0 0,-1 0 1 0 0,1 0 0 0 0,0 2-1 0 0,17 23 982 0 0,-11-17-590 0 0,17 29 42 0 0,-2 1 0 0 0,-1 2 0 0 0,25 70 0 0 0,29 135 1266 0 0,-18-64-5183 0 0,-48-153 2944 0 0,-8-28 220 0 0,-1 0 0 0 0,0 0-1 0 0,1 0 1 0 0,-1 0 0 0 0,0 0-1 0 0,0 0 1 0 0,0 0 0 0 0,1 0-1 0 0,-1 0 1 0 0,0 0 0 0 0,-1 0 0 0 0,1 0-1 0 0,0 0 1 0 0,0 0 0 0 0,0 0-1 0 0,-1 0 1 0 0,1 0 0 0 0,-1 1-1 0 0,-2 1-1076 0 0</inkml:trace>
</inkml:ink>
</file>

<file path=ppt/ink/ink1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33.386"/>
    </inkml:context>
    <inkml:brush xml:id="br0">
      <inkml:brushProperty name="width" value="0.1" units="cm"/>
      <inkml:brushProperty name="height" value="0.1" units="cm"/>
      <inkml:brushProperty name="color" value="#F6630D"/>
    </inkml:brush>
  </inkml:definitions>
  <inkml:trace contextRef="#ctx0" brushRef="#br0">2 293 8290 0 0,'0'-1'148'0'0,"0"1"0"0"0,0-1 0 0 0,-1 0 0 0 0,1 0 0 0 0,0 0 0 0 0,0 0 0 0 0,0 0 0 0 0,0 1 0 0 0,0-1 0 0 0,0 0 0 0 0,0 0 0 0 0,0 0 0 0 0,0 0 0 0 0,1 0 0 0 0,-1 0 0 0 0,0 1 0 0 0,0-1 0 0 0,1 0 0 0 0,-1 0 0 0 0,1 0 0 0 0,-1 1 0 0 0,1-1 0 0 0,-1 0 0 0 0,1 1 0 0 0,-1-1 0 0 0,1 0 0 0 0,1 0 0 0 0,18-28 1600 0 0,2 3-807 0 0,0 1-1 0 0,1 1 1 0 0,2 1 0 0 0,27-20 0 0 0,-32 28-720 0 0,2 1 0 0 0,-1 1 0 0 0,2 0 0 0 0,-1 2 0 0 0,47-17 0 0 0,-65 27-237 0 0,0 0-1 0 0,0 0 0 0 0,-1 0 0 0 0,1 0 0 0 0,0 1 0 0 0,0-1 1 0 0,0 1-1 0 0,0 0 0 0 0,0 0 0 0 0,0 1 0 0 0,6 0 1 0 0,-8 0-27 0 0,-1 0 1 0 0,0 0 0 0 0,1 0 0 0 0,-1 0 0 0 0,0 0-1 0 0,0 0 1 0 0,0 0 0 0 0,0 0 0 0 0,0 0 0 0 0,0 0-1 0 0,0 0 1 0 0,0 1 0 0 0,-1-1 0 0 0,1 0-1 0 0,0 1 1 0 0,-1-1 0 0 0,1 1 0 0 0,-1-1 0 0 0,1 1-1 0 0,-1-1 1 0 0,0 1 0 0 0,0-1 0 0 0,1 1 0 0 0,-1-1-1 0 0,0 1 1 0 0,0-1 0 0 0,-1 1 0 0 0,1-1 0 0 0,0 1-1 0 0,0-1 1 0 0,-2 4 0 0 0,-6 31-254 0 0,-2-1-1 0 0,-2 0 1 0 0,-1 0-1 0 0,-2-1 1 0 0,-24 40 0 0 0,-9 27 74 0 0,38-81 182 0 0,1 0 369 0 0,0 0-1 0 0,-7 27 1 0 0,15-42-224 0 0,0 0 1 0 0,0-1-1 0 0,0 1 0 0 0,0 0 1 0 0,1 0-1 0 0,0 0 0 0 0,0 0 0 0 0,0-1 1 0 0,1 1-1 0 0,-1 0 0 0 0,1 0 1 0 0,0 0-1 0 0,0-1 0 0 0,1 1 1 0 0,0-1-1 0 0,2 5 0 0 0,-2-5-44 0 0,1-1 1 0 0,0 0-1 0 0,0 0 0 0 0,0 0 0 0 0,0 0 1 0 0,1-1-1 0 0,-1 0 0 0 0,1 1 0 0 0,-1-1 1 0 0,1 0-1 0 0,0-1 0 0 0,0 1 0 0 0,0-1 1 0 0,0 1-1 0 0,0-1 0 0 0,0-1 0 0 0,0 1 1 0 0,1 0-1 0 0,-1-1 0 0 0,0 0 0 0 0,7 0 1 0 0,10-1 215 0 0,1-1 0 0 0,38-9 0 0 0,-55 10-233 0 0,212-61 1427 0 0,-114 29-2517 0 0,2 5-5257 0 0,-70 21-468 0 0</inkml:trace>
</inkml:ink>
</file>

<file path=ppt/ink/ink1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33.672"/>
    </inkml:context>
    <inkml:brush xml:id="br0">
      <inkml:brushProperty name="width" value="0.1" units="cm"/>
      <inkml:brushProperty name="height" value="0.1" units="cm"/>
      <inkml:brushProperty name="color" value="#F6630D"/>
    </inkml:brush>
  </inkml:definitions>
  <inkml:trace contextRef="#ctx0" brushRef="#br0">367 42 7370 0 0,'-14'-7'902'0'0,"0"1"1"0"0,0 0-1 0 0,-1 1 1 0 0,1 0-1 0 0,-1 1 1 0 0,0 1-1 0 0,-25-2 1 0 0,31 4-658 0 0,1 2 0 0 0,0-1 0 0 0,0 1 1 0 0,0 0-1 0 0,0 0 0 0 0,0 1 0 0 0,0 1 1 0 0,0-1-1 0 0,0 1 0 0 0,1 0 0 0 0,-1 1 0 0 0,1 0 1 0 0,0 0-1 0 0,0 0 0 0 0,-12 11 0 0 0,11-8-184 0 0,1-1 0 0 0,-1 1 0 0 0,1 1 0 0 0,1-1 0 0 0,-1 1-1 0 0,2 0 1 0 0,-1 1 0 0 0,1-1 0 0 0,0 1 0 0 0,1 0 0 0 0,0 1 0 0 0,0-1-1 0 0,1 1 1 0 0,0-1 0 0 0,1 1 0 0 0,0 0 0 0 0,0 0 0 0 0,1 0-1 0 0,1 0 1 0 0,-1 0 0 0 0,2 1 0 0 0,-1-1 0 0 0,2 0 0 0 0,-1 0 0 0 0,1 0-1 0 0,6 16 1 0 0,5 10-85 0 0,1-1 0 0 0,2-1-1 0 0,2 0 1 0 0,0-1 0 0 0,3 0 0 0 0,1-2-1 0 0,41 46 1 0 0,-43-56-725 0 0,1-1-1 0 0,0-1 1 0 0,33 22 0 0 0,-29-25-5430 0 0</inkml:trace>
</inkml:ink>
</file>

<file path=ppt/ink/ink1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33.879"/>
    </inkml:context>
    <inkml:brush xml:id="br0">
      <inkml:brushProperty name="width" value="0.1" units="cm"/>
      <inkml:brushProperty name="height" value="0.1" units="cm"/>
      <inkml:brushProperty name="color" value="#F6630D"/>
    </inkml:brush>
  </inkml:definitions>
  <inkml:trace contextRef="#ctx0" brushRef="#br0">63 322 10594 0 0,'-6'-2'-50'0'0,"-1"0"837"0"0,0 0 0 0 0,0 0 0 0 0,0-1 0 0 0,-10-6 1 0 0,16 9-671 0 0,0-1 0 0 0,1 1 0 0 0,-1 0 0 0 0,0-1 0 0 0,1 1 0 0 0,-1-1 0 0 0,0 1 0 0 0,1-1 0 0 0,-1 0 0 0 0,1 1 0 0 0,-1-1 0 0 0,1 0 0 0 0,-1 1 0 0 0,1-1 0 0 0,-1 0 0 0 0,1 1 0 0 0,0-1 0 0 0,0 0 0 0 0,-1 0 0 0 0,1 0 0 0 0,0 1 0 0 0,0-1 0 0 0,0 0 0 0 0,0 0 0 0 0,0 0 0 0 0,0 0 0 0 0,0 1 0 0 0,0-1 0 0 0,0 0 0 0 0,0 0 0 0 0,0 0 0 0 0,0 1 0 0 0,1-1 0 0 0,-1 0 0 0 0,0 0 0 0 0,1 1 0 0 0,-1-1 0 0 0,0 0 0 0 0,1 0 0 0 0,-1 1 0 0 0,1-1 0 0 0,-1 0 0 0 0,1 1 0 0 0,-1-1 0 0 0,1 1 0 0 0,0-1 0 0 0,-1 1 0 0 0,1-1 0 0 0,0 1 0 0 0,0-1 0 0 0,202-163 2938 0 0,-108 88-3504 0 0,-58 49 233 0 0</inkml:trace>
</inkml:ink>
</file>

<file path=ppt/ink/ink1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2.137"/>
    </inkml:context>
    <inkml:brush xml:id="br0">
      <inkml:brushProperty name="width" value="0.1" units="cm"/>
      <inkml:brushProperty name="height" value="0.1" units="cm"/>
      <inkml:brushProperty name="color" value="#F6630D"/>
    </inkml:brush>
  </inkml:definitions>
  <inkml:trace contextRef="#ctx0" brushRef="#br0">42 131 10594 0 0,'-5'-4'254'0'0,"1"-1"-1"0"0,0 1 1 0 0,0-1-1 0 0,0 1 1 0 0,0-1-1 0 0,-5-11 1 0 0,2-4 3004 0 0,10 23-2873 0 0,0-1 0 0 0,1 1 0 0 0,-1-1 0 0 0,0 1 1 0 0,-1 0-1 0 0,6 6 0 0 0,208 347 87 0 0,-195-321-759 0 0,10 23-162 0 0,-22-38 201 0 0,2-1 0 0 0,0 1 0 0 0,1-1 0 0 0,1-1 0 0 0,22 23 1 0 0,-34-40 296 0 0,0 1 1 0 0,0-1-1 0 0,0 0 1 0 0,0 0-1 0 0,1 0 0 0 0,-1 0 1 0 0,1 0-1 0 0,-1 0 1 0 0,0-1-1 0 0,1 1 1 0 0,-1 0-1 0 0,1-1 1 0 0,0 1-1 0 0,-1-1 1 0 0,1 1-1 0 0,-1-1 1 0 0,1 0-1 0 0,0 0 1 0 0,-1 0-1 0 0,1 0 1 0 0,0 0-1 0 0,-1 0 1 0 0,1 0-1 0 0,-1 0 1 0 0,1-1-1 0 0,0 1 1 0 0,-1 0-1 0 0,1-1 1 0 0,-1 0-1 0 0,1 1 1 0 0,-1-1-1 0 0,1 0 1 0 0,-1 0-1 0 0,0 0 1 0 0,1 0-1 0 0,-1 0 1 0 0,0 0-1 0 0,0 0 1 0 0,1 0-1 0 0,-1 0 1 0 0,0-1-1 0 0,0 1 1 0 0,-1 0-1 0 0,3-4 1 0 0,2-4 313 0 0,0 0 1 0 0,0-1 0 0 0,0 0-1 0 0,-1 0 1 0 0,3-16-1 0 0,10-51 191 0 0,-4-1-1 0 0,4-83 0 0 0,-6 40-2549 0 0,7 3-3998 0 0,-10 77-318 0 0</inkml:trace>
</inkml:ink>
</file>

<file path=ppt/ink/ink1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2.469"/>
    </inkml:context>
    <inkml:brush xml:id="br0">
      <inkml:brushProperty name="width" value="0.1" units="cm"/>
      <inkml:brushProperty name="height" value="0.1" units="cm"/>
      <inkml:brushProperty name="color" value="#F6630D"/>
    </inkml:brush>
  </inkml:definitions>
  <inkml:trace contextRef="#ctx0" brushRef="#br0">52 4 8290 0 0,'-1'-1'222'0'0,"0"1"1"0"0,0-1 0 0 0,1 1-1 0 0,-1 0 1 0 0,0-1-1 0 0,0 1 1 0 0,0 0 0 0 0,0-1-1 0 0,0 1 1 0 0,0 0-1 0 0,0 0 1 0 0,0 0 0 0 0,0 0-1 0 0,0 0 1 0 0,-1 0-1 0 0,1 0 1 0 0,0 1 0 0 0,0-1-1 0 0,1 0 1 0 0,-1 0-1 0 0,0 1 1 0 0,0-1 0 0 0,0 1-1 0 0,0-1 1 0 0,0 1-1 0 0,-1 0 1 0 0,0 1-28 0 0,0 0-1 0 0,1 0 1 0 0,-1 0-1 0 0,1 0 1 0 0,0 0 0 0 0,-1 0-1 0 0,1 1 1 0 0,0-1 0 0 0,0 0-1 0 0,-1 5 1 0 0,0 4-97 0 0,-1 0 1 0 0,2 0-1 0 0,-2 18 0 0 0,3-11-155 0 0,1 0 1 0 0,1 0-1 0 0,0 0 0 0 0,1 0 0 0 0,1 0 0 0 0,7 21 1 0 0,-8-31 31 0 0,0-1 1 0 0,1 0 0 0 0,-1 0 0 0 0,1 0-1 0 0,1 0 1 0 0,-1 0 0 0 0,8 7 0 0 0,-9-11 32 0 0,0 0 0 0 0,1 0 1 0 0,-1 0-1 0 0,0-1 1 0 0,1 0-1 0 0,0 1 0 0 0,-1-1 1 0 0,1-1-1 0 0,0 1 1 0 0,0 0-1 0 0,0-1 1 0 0,0 0-1 0 0,0 0 0 0 0,7 1 1 0 0,-7-2 25 0 0,-1 1 0 0 0,0-1 0 0 0,1 0 0 0 0,-1 0 1 0 0,0-1-1 0 0,1 1 0 0 0,-1-1 0 0 0,0 1 0 0 0,1-1 0 0 0,-1 0 0 0 0,0 0 0 0 0,0-1 1 0 0,0 1-1 0 0,0 0 0 0 0,0-1 0 0 0,0 0 0 0 0,0 0 0 0 0,-1 0 0 0 0,1 0 1 0 0,-1 0-1 0 0,1-1 0 0 0,-1 1 0 0 0,0-1 0 0 0,0 1 0 0 0,0-1 0 0 0,0 0 1 0 0,0 0-1 0 0,2-4 0 0 0,-2 0 60 0 0,0 1 0 0 0,0 0-1 0 0,-1-1 1 0 0,1 1 0 0 0,-1-1 0 0 0,-1 0 0 0 0,1 1 0 0 0,-1-1 0 0 0,0 1 0 0 0,-1-1 0 0 0,0 0 0 0 0,0 1-1 0 0,-2-11 1 0 0,-4-2-68 0 0,1 0 0 0 0,-2 0 0 0 0,-1 0 0 0 0,-10-17 0 0 0,-11-7-5666 0 0,17 29-25 0 0</inkml:trace>
</inkml:ink>
</file>

<file path=ppt/ink/ink1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2.849"/>
    </inkml:context>
    <inkml:brush xml:id="br0">
      <inkml:brushProperty name="width" value="0.1" units="cm"/>
      <inkml:brushProperty name="height" value="0.1" units="cm"/>
      <inkml:brushProperty name="color" value="#F6630D"/>
    </inkml:brush>
  </inkml:definitions>
  <inkml:trace contextRef="#ctx0" brushRef="#br0">28 30 8754 0 0,'-3'1'31'0'0,"1"0"502"0"0,1 0 0 0 0,-1 0 1 0 0,0 0-1 0 0,1 0 0 0 0,-1 0 0 0 0,1 1 1 0 0,-1-1-1 0 0,1 0 0 0 0,0 1 0 0 0,0-1 1 0 0,-1 1-1 0 0,1-1 0 0 0,0 1 0 0 0,0 0 1 0 0,0-1-1 0 0,0 4 0 0 0,0 14 388 0 0,3-6-780 0 0,1 0-1 0 0,0-1 1 0 0,1 1 0 0 0,0-1 0 0 0,1 0 0 0 0,0 0 0 0 0,1-1 0 0 0,1 1-1 0 0,-1-1 1 0 0,10 10 0 0 0,-11-15-202 0 0,0 0 0 0 0,0 0 0 0 0,1-1 0 0 0,0 0 0 0 0,0 0 0 0 0,0 0 0 0 0,0-1 0 0 0,9 5 0 0 0,-11-7-70 0 0,0-1 1 0 0,0 1-1 0 0,0-1 0 0 0,0 0 1 0 0,0 0-1 0 0,0 0 0 0 0,1 0 0 0 0,-1-1 1 0 0,0 0-1 0 0,0 0 0 0 0,1 0 1 0 0,-1 0-1 0 0,0-1 0 0 0,0 1 0 0 0,6-3 1 0 0,-4 1-152 0 0,-1-1-1 0 0,1 0 1 0 0,-1 0 0 0 0,0 0 0 0 0,0 0 0 0 0,-1-1 0 0 0,1 0 0 0 0,-1 0-1 0 0,0 0 1 0 0,0-1 0 0 0,0 1 0 0 0,0-1 0 0 0,-1 0 0 0 0,4-8 0 0 0,6-10-597 0 0,17-46 1 0 0,-29 67 861 0 0,8-26 165 0 0,9-24 1278 0 0,-17 49-1160 0 0,0 1 0 0 0,1-1 0 0 0,-1 1 0 0 0,1-1 1 0 0,-1 1-1 0 0,1 0 0 0 0,0 0 0 0 0,-1-1 1 0 0,1 1-1 0 0,1 1 0 0 0,-1-1 0 0 0,0 0 1 0 0,0 0-1 0 0,5-2 0 0 0,-6 4-132 0 0,1 0 0 0 0,0-1 0 0 0,0 1 0 0 0,-1 0 1 0 0,1 0-1 0 0,0 0 0 0 0,0 0 0 0 0,-1 0 0 0 0,1 1 0 0 0,0-1 0 0 0,0 1 0 0 0,-1-1 0 0 0,1 1 1 0 0,0-1-1 0 0,-1 1 0 0 0,1 0 0 0 0,-1 0 0 0 0,1 0 0 0 0,-1 0 0 0 0,1 0 0 0 0,-1 0 1 0 0,0 0-1 0 0,1 0 0 0 0,-1 1 0 0 0,1 0 0 0 0,32 42 820 0 0,-27-33-679 0 0,18 29 101 0 0,-18-28-883 0 0,0 0-1 0 0,0-1 1 0 0,2 0 0 0 0,11 13-1 0 0</inkml:trace>
</inkml:ink>
</file>

<file path=ppt/ink/ink1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3.040"/>
    </inkml:context>
    <inkml:brush xml:id="br0">
      <inkml:brushProperty name="width" value="0.1" units="cm"/>
      <inkml:brushProperty name="height" value="0.1" units="cm"/>
      <inkml:brushProperty name="color" value="#F6630D"/>
    </inkml:brush>
  </inkml:definitions>
  <inkml:trace contextRef="#ctx0" brushRef="#br0">9 81 12243 0 0,'-2'-28'332'0'0,"-4"-24"3826"0"0,27 143 906 0 0,-1 3-3401 0 0,45 180-2439 0 0,-33-174-933 0 0,-23-71 242 0 0</inkml:trace>
</inkml:ink>
</file>

<file path=ppt/ink/ink1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3.232"/>
    </inkml:context>
    <inkml:brush xml:id="br0">
      <inkml:brushProperty name="width" value="0.1" units="cm"/>
      <inkml:brushProperty name="height" value="0.1" units="cm"/>
      <inkml:brushProperty name="color" value="#F6630D"/>
    </inkml:brush>
  </inkml:definitions>
  <inkml:trace contextRef="#ctx0" brushRef="#br0">0 91 456 0 0,'5'-15'18753'0'0,"10"9"-15723"0"0,-6 2-5183 0 0,94-33 4197 0 0,-34 17-3874 0 0,-39 12-5451 0 0</inkml:trace>
</inkml:ink>
</file>

<file path=ppt/ink/ink1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3.454"/>
    </inkml:context>
    <inkml:brush xml:id="br0">
      <inkml:brushProperty name="width" value="0.1" units="cm"/>
      <inkml:brushProperty name="height" value="0.1" units="cm"/>
      <inkml:brushProperty name="color" value="#F6630D"/>
    </inkml:brush>
  </inkml:definitions>
  <inkml:trace contextRef="#ctx0" brushRef="#br0">19 14 17052 0 0,'-9'10'752'0'0,"5"-6"160"0"0,2-1-728 0 0,0-1-184 0 0,1 0 0 0 0,5-6-1696 0 0,0 0 479 0 0,1-2-143 0 0,4-1-32 0 0,0 2-8 0 0,4 1 1151 0 0,-4 0 249 0 0</inkml:trace>
</inkml:ink>
</file>

<file path=ppt/ink/ink1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3.578"/>
    </inkml:context>
    <inkml:brush xml:id="br0">
      <inkml:brushProperty name="width" value="0.1" units="cm"/>
      <inkml:brushProperty name="height" value="0.1" units="cm"/>
      <inkml:brushProperty name="color" value="#F6630D"/>
    </inkml:brush>
  </inkml:definitions>
  <inkml:trace contextRef="#ctx0" brushRef="#br0">0 41 3225 0 0,'6'-3'288'0'0,"-1"1"-288"0"0,-1-1 0 0 0,1 0 0 0 0,-1 0 0 0 0,4-2-152 0 0,6-3 24 0 0,6-6 0 0 0</inkml:trace>
</inkml:ink>
</file>

<file path=ppt/ink/ink1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6.185"/>
    </inkml:context>
    <inkml:brush xml:id="br0">
      <inkml:brushProperty name="width" value="0.1" units="cm"/>
      <inkml:brushProperty name="height" value="0.1" units="cm"/>
      <inkml:brushProperty name="color" value="#F6630D"/>
    </inkml:brush>
  </inkml:definitions>
  <inkml:trace contextRef="#ctx0" brushRef="#br0">97 1 8754 0 0,'-2'1'-11'0'0,"-55"30"3101"0"0,54-29-2642 0 0,0 0 1 0 0,0 0-1 0 0,1 0 0 0 0,-1 0 0 0 0,0 1 1 0 0,1-1-1 0 0,0 1 0 0 0,0-1 0 0 0,-1 1 1 0 0,2 0-1 0 0,-1 0 0 0 0,0 0 0 0 0,1 0 1 0 0,-1 1-1 0 0,1-1 0 0 0,-1 5 0 0 0,3-7-490 0 0,0 1-1 0 0,0-1 1 0 0,0 0-1 0 0,1 1 1 0 0,-1-1-1 0 0,1 0 1 0 0,-1 0-1 0 0,1 0 1 0 0,-1 0-1 0 0,1 0 1 0 0,0 0-1 0 0,0 0 1 0 0,-1-1-1 0 0,1 1 0 0 0,3 0 1 0 0,14 8-704 0 0,-8 2 723 0 0</inkml:trace>
</inkml:ink>
</file>

<file path=ppt/ink/ink1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3.958"/>
    </inkml:context>
    <inkml:brush xml:id="br0">
      <inkml:brushProperty name="width" value="0.1" units="cm"/>
      <inkml:brushProperty name="height" value="0.1" units="cm"/>
      <inkml:brushProperty name="color" value="#F6630D"/>
    </inkml:brush>
  </inkml:definitions>
  <inkml:trace contextRef="#ctx0" brushRef="#br0">0 73 6913 0 0,'2'5'4873'0'0,"-2"-5"-4797"0"0,15 3 2342 0 0,18 0-86 0 0,21-8-396 0 0,-1-2 0 0 0,78-21 0 0 0,-71 14-2677 0 0,93-11 0 0 0,-127 23-4367 0 0,-1 0-1696 0 0</inkml:trace>
</inkml:ink>
</file>

<file path=ppt/ink/ink1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5.994"/>
    </inkml:context>
    <inkml:brush xml:id="br0">
      <inkml:brushProperty name="width" value="0.1" units="cm"/>
      <inkml:brushProperty name="height" value="0.1" units="cm"/>
      <inkml:brushProperty name="color" value="#F6630D"/>
    </inkml:brush>
  </inkml:definitions>
  <inkml:trace contextRef="#ctx0" brushRef="#br0">1 5 7370 0 0,'11'-4'10590'0'0,"-12"3"-10432"0"0,13 14 999 0 0,-8-5-988 0 0,0 1-1 0 0,0-1 1 0 0,-1 1 0 0 0,0 0-1 0 0,0 0 1 0 0,-1 0 0 0 0,0 0 0 0 0,-1 0-1 0 0,1 11 1 0 0,1 6 71 0 0,2 3-121 0 0,34 161 38 0 0,-33-171-93 0 0,0 0 0 0 0,1 0 0 0 0,1-1 0 0 0,1 0-1 0 0,0 0 1 0 0,1-1 0 0 0,20 25 0 0 0,-26-37 24 0 0,2 0 1 0 0,-1 0 0 0 0,0-1 0 0 0,1 1 0 0 0,0-1-1 0 0,0 0 1 0 0,0-1 0 0 0,0 0 0 0 0,1 1-1 0 0,-1-2 1 0 0,11 4 0 0 0,-13-5-201 0 0,0-1 0 0 0,-1 1 1 0 0,1-1-1 0 0,0 1 0 0 0,0-1 0 0 0,0 0 1 0 0,0 0-1 0 0,0-1 0 0 0,7-1 0 0 0,-8 1-318 0 0,0 0 0 0 0,-1 0-1 0 0,1 0 1 0 0,-1-1-1 0 0,1 1 1 0 0,-1-1 0 0 0,1 1-1 0 0,-1-1 1 0 0,0 0 0 0 0,1 0-1 0 0,-1 0 1 0 0,0 0-1 0 0,-1-1 1 0 0,4-2 0 0 0,4-11-6233 0 0</inkml:trace>
</inkml:ink>
</file>

<file path=ppt/ink/ink1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6.646"/>
    </inkml:context>
    <inkml:brush xml:id="br0">
      <inkml:brushProperty name="width" value="0.1" units="cm"/>
      <inkml:brushProperty name="height" value="0.1" units="cm"/>
      <inkml:brushProperty name="color" value="#F6630D"/>
    </inkml:brush>
  </inkml:definitions>
  <inkml:trace contextRef="#ctx0" brushRef="#br0">49 5 9218 0 0,'-3'-4'4081'0'0,"3"4"-4016"0"0,-14 6 3193 0 0,11-4-3263 0 0,0 1-1 0 0,0 0 0 0 0,1 0 1 0 0,-1 0-1 0 0,1 1 0 0 0,-1-1 0 0 0,1 0 1 0 0,0 1-1 0 0,0 0 0 0 0,1-1 1 0 0,-3 6-1 0 0,4-7-2 0 0,0 0-1 0 0,-1 1 1 0 0,1-1-1 0 0,0 1 1 0 0,0-1-1 0 0,0 0 1 0 0,0 1-1 0 0,0-1 1 0 0,1 1-1 0 0,-1-1 1 0 0,1 0-1 0 0,0 1 1 0 0,-1-1-1 0 0,1 0 1 0 0,0 0-1 0 0,0 0 1 0 0,0 0-1 0 0,1 0 1 0 0,-1 0-1 0 0,1 0 1 0 0,-1 0-1 0 0,1 0 1 0 0,2 2-1 0 0,38 37 7 0 0,64 69-1387 0 0,-92-93 1060 0 0,-1 0 0 0 0,0 1 0 0 0,-1 0 1 0 0,17 38-1 0 0,-27-52 438 0 0,0-1 0 0 0,-1 1 0 0 0,0 0 0 0 0,1 0 0 0 0,-2 0 0 0 0,1 0 0 0 0,0 0 1 0 0,-1 0-1 0 0,0 1 0 0 0,0-1 0 0 0,0 0 0 0 0,0 0 0 0 0,-1 0 0 0 0,1 0 0 0 0,-1 0 0 0 0,0 0 0 0 0,-1 0 1 0 0,1 0-1 0 0,0 0 0 0 0,-4 5 0 0 0,2-6 27 0 0,1 0 1 0 0,0-1-1 0 0,0 1 1 0 0,-1-1-1 0 0,0 0 1 0 0,1 1-1 0 0,-1-1 1 0 0,0-1-1 0 0,0 1 0 0 0,0 0 1 0 0,0-1-1 0 0,0 1 1 0 0,0-1-1 0 0,-1 0 1 0 0,1 0-1 0 0,0 0 1 0 0,-1-1-1 0 0,1 1 1 0 0,-1-1-1 0 0,1 0 1 0 0,-1 0-1 0 0,1 0 0 0 0,0 0 1 0 0,-6-2-1 0 0,-31-6-600 0 0,16-1-4575 0 0,8 3-777 0 0</inkml:trace>
</inkml:ink>
</file>

<file path=ppt/ink/ink1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7.870"/>
    </inkml:context>
    <inkml:brush xml:id="br0">
      <inkml:brushProperty name="width" value="0.1" units="cm"/>
      <inkml:brushProperty name="height" value="0.1" units="cm"/>
      <inkml:brushProperty name="color" value="#F6630D"/>
    </inkml:brush>
  </inkml:definitions>
  <inkml:trace contextRef="#ctx0" brushRef="#br0">0 1 11058 0 0,'4'2'4406'0'0,"17"13"-1826"0"0,-11-6-2101 0 0,0 1 1 0 0,-1 1 0 0 0,0 0-1 0 0,-1 0 1 0 0,0 1 0 0 0,0 0-1 0 0,-2 0 1 0 0,8 16-1 0 0,-1 5-381 0 0,-1 0-1 0 0,8 37 1 0 0,-9-15-214 0 0,4 61 0 0 0,3 10-2199 0 0,-13-98 765 0 0</inkml:trace>
</inkml:ink>
</file>

<file path=ppt/ink/ink1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8.313"/>
    </inkml:context>
    <inkml:brush xml:id="br0">
      <inkml:brushProperty name="width" value="0.1" units="cm"/>
      <inkml:brushProperty name="height" value="0.1" units="cm"/>
      <inkml:brushProperty name="color" value="#F6630D"/>
    </inkml:brush>
  </inkml:definitions>
  <inkml:trace contextRef="#ctx0" brushRef="#br0">45 161 5985 0 0,'-5'-3'468'0'0,"0"0"0"0"0,0-1-1 0 0,1 0 1 0 0,0 0 0 0 0,-1 0-1 0 0,1-1 1 0 0,-4-5-1 0 0,7 8-388 0 0,1 1 0 0 0,-1 0-1 0 0,1-1 1 0 0,-1 1 0 0 0,1 0 0 0 0,-1-1-1 0 0,1 1 1 0 0,0-1 0 0 0,0 1-1 0 0,0-1 1 0 0,0 1 0 0 0,0-1-1 0 0,0 1 1 0 0,0 0 0 0 0,0-1-1 0 0,0 1 1 0 0,1-1 0 0 0,-1 1-1 0 0,1 0 1 0 0,-1-1 0 0 0,1 1-1 0 0,-1 0 1 0 0,1-1 0 0 0,0 1-1 0 0,0 0 1 0 0,-1 0 0 0 0,1 0-1 0 0,0-1 1 0 0,0 1 0 0 0,0 0-1 0 0,0 0 1 0 0,1 1 0 0 0,-1-1-1 0 0,2-1 1 0 0,12-10 97 0 0,0 1 0 0 0,1 1 0 0 0,22-10 1 0 0,-29 16-31 0 0,0 0 1 0 0,1 0 0 0 0,-1 1-1 0 0,1 0 1 0 0,0 1-1 0 0,0 0 1 0 0,18-1 0 0 0,-24 3-153 0 0,-1 1 1 0 0,0-1-1 0 0,1 1 0 0 0,-1-1 1 0 0,0 1-1 0 0,0 0 0 0 0,0 0 1 0 0,1 1-1 0 0,-1-1 1 0 0,0 1-1 0 0,-1-1 0 0 0,1 1 1 0 0,0 0-1 0 0,0 0 1 0 0,-1 0-1 0 0,1 0 0 0 0,-1 1 1 0 0,0-1-1 0 0,0 1 1 0 0,0-1-1 0 0,0 1 0 0 0,0 0 1 0 0,0 0-1 0 0,-1 0 1 0 0,1 0-1 0 0,-1 0 0 0 0,1 3 1 0 0,0 1 12 0 0,0-1 0 0 0,0 0 1 0 0,-1 1-1 0 0,0-1 0 0 0,0 1 0 0 0,-1-1 1 0 0,1 1-1 0 0,-1 0 0 0 0,-1-1 0 0 0,1 1 1 0 0,-1-1-1 0 0,-3 12 0 0 0,-37 76 716 0 0,30-72 94 0 0,1 0-1 0 0,1 1 0 0 0,1 0 1 0 0,-9 38-1 0 0,17-58-690 0 0,-1 0 0 0 0,1 0 0 0 0,-1 0 0 0 0,1 0 0 0 0,0 0 1 0 0,0 0-1 0 0,1 0 0 0 0,-1 0 0 0 0,0 0 0 0 0,1 0 0 0 0,0 0 0 0 0,0 0 0 0 0,0 0 0 0 0,0 0 0 0 0,0-1 0 0 0,0 1 0 0 0,1 0 0 0 0,-1-1 0 0 0,4 5 1 0 0,-2-5-93 0 0,-1 0 1 0 0,1-1 0 0 0,0 1-1 0 0,0 0 1 0 0,0-1 0 0 0,-1 0-1 0 0,2 1 1 0 0,-1-1 0 0 0,0 0 0 0 0,0-1-1 0 0,0 1 1 0 0,0-1 0 0 0,0 1-1 0 0,1-1 1 0 0,-1 0 0 0 0,0 0-1 0 0,0 0 1 0 0,5-1 0 0 0,9-2-35 0 0,1 0 0 0 0,32-11 0 0 0,-34 9-1022 0 0,1 0 0 0 0,0 1 0 0 0,24-2 0 0 0,-20 5-5665 0 0</inkml:trace>
</inkml:ink>
</file>

<file path=ppt/ink/ink1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8.659"/>
    </inkml:context>
    <inkml:brush xml:id="br0">
      <inkml:brushProperty name="width" value="0.1" units="cm"/>
      <inkml:brushProperty name="height" value="0.1" units="cm"/>
      <inkml:brushProperty name="color" value="#F6630D"/>
    </inkml:brush>
  </inkml:definitions>
  <inkml:trace contextRef="#ctx0" brushRef="#br0">187 32 9562 0 0,'-2'-2'261'0'0,"1"-1"1"0"0,-1 1-1 0 0,0 0 1 0 0,0 0-1 0 0,0 0 1 0 0,0 0-1 0 0,-1 0 0 0 0,1 0 1 0 0,0 0-1 0 0,-1 1 1 0 0,1-1-1 0 0,-1 1 1 0 0,0 0-1 0 0,1 0 0 0 0,-1 0 1 0 0,0 0-1 0 0,0 0 1 0 0,0 1-1 0 0,1-1 0 0 0,-1 1 1 0 0,0-1-1 0 0,0 1 1 0 0,0 0-1 0 0,0 1 1 0 0,0-1-1 0 0,0 0 0 0 0,0 1 1 0 0,0-1-1 0 0,1 1 1 0 0,-1 0-1 0 0,-5 2 1 0 0,3 0-66 0 0,-1-1 1 0 0,1 1 0 0 0,0 0 0 0 0,0 1 0 0 0,0-1-1 0 0,1 1 1 0 0,-1 0 0 0 0,1 0 0 0 0,0 0 0 0 0,0 1-1 0 0,0 0 1 0 0,1-1 0 0 0,-1 1 0 0 0,1 0 0 0 0,-2 6 0 0 0,-1 4-146 0 0,1 1 0 0 0,0-1 0 0 0,1 1 1 0 0,1 0-1 0 0,1 0 0 0 0,0 0 1 0 0,1 0-1 0 0,0 0 0 0 0,2 0 1 0 0,0 1-1 0 0,0-1 0 0 0,2 0 1 0 0,0 0-1 0 0,1-1 0 0 0,6 19 1 0 0,2-5-285 0 0,1 1 0 0 0,2-2 0 0 0,1 0 1 0 0,0 0-1 0 0,2-2 0 0 0,36 41 0 0 0,-51-64 222 0 0,40 51-682 0 0,-40-48 404 0 0,0-1 0 0 0,0 0-1 0 0,0 1 1 0 0,0-1 0 0 0,-1 1 0 0 0,0 0-1 0 0,-1 0 1 0 0,1 0 0 0 0,0 6 0 0 0,-1 3-988 0 0</inkml:trace>
</inkml:ink>
</file>

<file path=ppt/ink/ink1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2:58.867"/>
    </inkml:context>
    <inkml:brush xml:id="br0">
      <inkml:brushProperty name="width" value="0.1" units="cm"/>
      <inkml:brushProperty name="height" value="0.1" units="cm"/>
      <inkml:brushProperty name="color" value="#F6630D"/>
    </inkml:brush>
  </inkml:definitions>
  <inkml:trace contextRef="#ctx0" brushRef="#br0">2 200 11578 0 0,'-1'-2'148'0'0,"1"0"-1"0"0,0 0 0 0 0,0 0 0 0 0,0-1 0 0 0,0 1 0 0 0,0 0 0 0 0,1 0 0 0 0,-1 0 0 0 0,0 0 0 0 0,1 0 0 0 0,0 0 0 0 0,-1 0 0 0 0,1 1 0 0 0,0-1 0 0 0,0 0 0 0 0,0 0 1 0 0,0 1-1 0 0,1-1 0 0 0,-1 0 0 0 0,0 1 0 0 0,1-1 0 0 0,-1 1 0 0 0,2-2 0 0 0,47-37 5063 0 0,-27 23-4570 0 0,71-62-795 0 0,-72 61-7253 0 0</inkml:trace>
</inkml:ink>
</file>

<file path=ppt/ink/ink1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04.913"/>
    </inkml:context>
    <inkml:brush xml:id="br0">
      <inkml:brushProperty name="width" value="0.1" units="cm"/>
      <inkml:brushProperty name="height" value="0.1" units="cm"/>
      <inkml:brushProperty name="color" value="#F6630D"/>
    </inkml:brush>
  </inkml:definitions>
  <inkml:trace contextRef="#ctx0" brushRef="#br0">980 269 5065 0 0,'0'-2'109'0'0,"-1"0"1"0"0,1 0-1 0 0,0-1 0 0 0,-1 1 0 0 0,1 0 0 0 0,-1 0 1 0 0,0 0-1 0 0,0 0 0 0 0,0 0 0 0 0,0 0 1 0 0,0 0-1 0 0,0 1 0 0 0,0-1 0 0 0,-1 0 0 0 0,1 0 1 0 0,0 1-1 0 0,-1-1 0 0 0,0 1 0 0 0,1-1 1 0 0,-1 1-1 0 0,0 0 0 0 0,0 0 0 0 0,0 0 0 0 0,0 0 1 0 0,0 0-1 0 0,0 0 0 0 0,0 0 0 0 0,0 1 1 0 0,0-1-1 0 0,-3 0 0 0 0,-8-1 563 0 0,0-1 1 0 0,0 2-1 0 0,-25 0 0 0 0,22 0 7 0 0,2 1-394 0 0,1 1 1 0 0,-1 0 0 0 0,1 1 0 0 0,0 1 0 0 0,0 0 0 0 0,-1 1 0 0 0,2 0-1 0 0,-1 1 1 0 0,1 0 0 0 0,-18 11 0 0 0,-11 8 79 0 0,-60 50-1 0 0,65-46-205 0 0,5-4-56 0 0,2 1-1 0 0,0 1 1 0 0,1 2 0 0 0,2 1-1 0 0,1 1 1 0 0,1 1-1 0 0,2 2 1 0 0,1 0-1 0 0,-31 67 1 0 0,0 19-96 0 0,6 1 1 0 0,-60 248 0 0 0,100-335-11 0 0,3 0 0 0 0,0 0 1 0 0,3 1-1 0 0,0-1 1 0 0,3 1-1 0 0,0-1 0 0 0,9 34 1 0 0,71 226-362 0 0,-76-269 302 0 0,21 58-381 0 0,4-2-1 0 0,3-1 1 0 0,52 87 0 0 0,-56-116 69 0 0,2-1-1 0 0,2-2 1 0 0,2-2 0 0 0,2-1 0 0 0,71 61 0 0 0,-60-64-319 0 0,82 52 0 0 0,-103-76 700 0 0,0-1-1 0 0,2-2 1 0 0,-1-1 0 0 0,58 16-1 0 0,-14-11 596 0 0,0-3 0 0 0,113 7 0 0 0,-137-20-451 0 0,0-2 0 0 0,0-2 0 0 0,0-2 0 0 0,88-20 0 0 0,-111 16-100 0 0,0-2 0 0 0,-1 0 0 0 0,0-2 0 0 0,-1-1 1 0 0,0-1-1 0 0,-1 0 0 0 0,0-2 0 0 0,-1-1 0 0 0,-1-1 0 0 0,-1-1 0 0 0,30-35 0 0 0,-14 10 251 0 0,-3-1-1 0 0,-1-1 1 0 0,-3-2-1 0 0,45-95 0 0 0,-55 96-169 0 0,-3-2 0 0 0,-1 0 0 0 0,-3-1 0 0 0,10-68 0 0 0,9-210 611 0 0,-28 268-392 0 0,13-319 772 0 0,-37 0-727 0 0,-31 87 415 0 0,38 244-680 0 0,-2 0 1 0 0,-2 1-1 0 0,-44-85 0 0 0,48 108-88 0 0,-101-165 362 0 0,102 171-365 0 0,-2 1 0 0 0,-1 0 0 0 0,0 0 0 0 0,-1 1 0 0 0,0 1 0 0 0,-1 1 0 0 0,-33-21 1 0 0,35 28-29 0 0,-1 0 1 0 0,1 1 0 0 0,-2 0 0 0 0,1 2 0 0 0,-1 0-1 0 0,1 0 1 0 0,-1 2 0 0 0,0 0 0 0 0,0 1 0 0 0,0 1-1 0 0,0 0 1 0 0,0 1 0 0 0,0 1 0 0 0,0 1 0 0 0,-18 4-1 0 0,-3 4 3 0 0,0 1-1 0 0,0 1 0 0 0,2 3 0 0 0,0 0 0 0 0,-47 31 0 0 0,59-32-322 0 0,0 1-1 0 0,1 2 1 0 0,-30 28-1 0 0,42-34-757 0 0,0 0 0 0 0,1 1 0 0 0,0 0 0 0 0,-10 19 0 0 0,10-12-4502 0 0</inkml:trace>
</inkml:ink>
</file>

<file path=ppt/ink/ink1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05.546"/>
    </inkml:context>
    <inkml:brush xml:id="br0">
      <inkml:brushProperty name="width" value="0.1" units="cm"/>
      <inkml:brushProperty name="height" value="0.1" units="cm"/>
      <inkml:brushProperty name="color" value="#F6630D"/>
    </inkml:brush>
  </inkml:definitions>
  <inkml:trace contextRef="#ctx0" brushRef="#br0">48 1085 3681 0 0,'-48'29'3725'0'0,"153"-131"3292"0"0,2 3-3472 0 0,221-191-3125 0 0,-199 179 55 0 0,-55 50-1017 0 0,127-79 1 0 0,93-31-3840 0 0,-95 57-3121 0 0,-189 109 6865 0 0,-8 4 484 0 0,1 0 0 0 0,-1 0 0 0 0,1-1 0 0 0,-1 1 0 0 0,0-1 0 0 0,0 1 0 0 0,1-1 0 0 0,-1 0 0 0 0,2-3 0 0 0,-3 2-224 0 0</inkml:trace>
</inkml:ink>
</file>

<file path=ppt/ink/ink1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05.887"/>
    </inkml:context>
    <inkml:brush xml:id="br0">
      <inkml:brushProperty name="width" value="0.1" units="cm"/>
      <inkml:brushProperty name="height" value="0.1" units="cm"/>
      <inkml:brushProperty name="color" value="#F6630D"/>
    </inkml:brush>
  </inkml:definitions>
  <inkml:trace contextRef="#ctx0" brushRef="#br0">134 77 3393 0 0,'-10'-11'-248'0'0,"-1"-1"1832"0"0,0 2 0 0 0,-21-16 1 0 0,30 24-1212 0 0,-1 0-1 0 0,0 0 1 0 0,1 0 0 0 0,-1 1 0 0 0,0-1 0 0 0,0 1 0 0 0,0 0 0 0 0,0 0 0 0 0,0 0-1 0 0,0 0 1 0 0,0 1 0 0 0,0-1 0 0 0,0 1 0 0 0,0 0 0 0 0,0 0 0 0 0,-1 0 0 0 0,1 0 0 0 0,0 0-1 0 0,-4 2 1 0 0,0 4 708 0 0,16-1-823 0 0,22 2-562 0 0,-27-6 374 0 0,108 26-222 0 0,179 32 1393 0 0,-273-57-1027 0 0,45 6 159 0 0,-59-7-329 0 0,1 0-1 0 0,-1 0 0 0 0,0 0 0 0 0,1 1 1 0 0,-1 0-1 0 0,0-1 0 0 0,0 2 0 0 0,0-1 0 0 0,0 0 1 0 0,5 5-1 0 0,-8-5 1 0 0,0-1 0 0 0,0 1 0 0 0,0 0 0 0 0,0 0-1 0 0,0-1 1 0 0,0 1 0 0 0,-1 0 0 0 0,1 0 0 0 0,0 0 0 0 0,-1 0 0 0 0,0 0 0 0 0,1 0-1 0 0,-1 0 1 0 0,0 0 0 0 0,0 0 0 0 0,0 0 0 0 0,-1 0 0 0 0,1 0 0 0 0,0 0 0 0 0,-1 0-1 0 0,1 0 1 0 0,-1 0 0 0 0,-1 2 0 0 0,-22 48 713 0 0,19-44-663 0 0,-9 17-225 0 0,-27 53 609 0 0,17-26-6554 0 0,14-24-277 0 0</inkml:trace>
</inkml:ink>
</file>

<file path=ppt/ink/ink1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06.640"/>
    </inkml:context>
    <inkml:brush xml:id="br0">
      <inkml:brushProperty name="width" value="0.1" units="cm"/>
      <inkml:brushProperty name="height" value="0.1" units="cm"/>
      <inkml:brushProperty name="color" value="#F6630D"/>
    </inkml:brush>
  </inkml:definitions>
  <inkml:trace contextRef="#ctx0" brushRef="#br0">10 66 5065 0 0,'0'-18'-106'0'0,"4"-29"12470"0"0,-6 73-10940 0 0,-8 269 323 0 0,9-193-1477 0 0,1-74-325 0 0,1 113-1255 0 0,0-120 1027 0 0,2-1 1 0 0,0 1 0 0 0,1-1 0 0 0,11 33 0 0 0,0-24-1765 0 0,-7-19 741 0 0</inkml:trace>
</inkml:ink>
</file>

<file path=ppt/ink/ink1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06.926"/>
    </inkml:context>
    <inkml:brush xml:id="br0">
      <inkml:brushProperty name="width" value="0.1" units="cm"/>
      <inkml:brushProperty name="height" value="0.1" units="cm"/>
      <inkml:brushProperty name="color" value="#F6630D"/>
    </inkml:brush>
  </inkml:definitions>
  <inkml:trace contextRef="#ctx0" brushRef="#br0">8 99 920 0 0,'-2'-4'118'0'0,"1"-1"0"0"0,-1 0 0 0 0,1 0 0 0 0,1 0 0 0 0,-1 0 0 0 0,1-11 0 0 0,0 14 225 0 0,1 0 1 0 0,-1-1 0 0 0,1 1 0 0 0,0 0 0 0 0,0-1 0 0 0,0 1-1 0 0,1 0 1 0 0,-1 0 0 0 0,0 0 0 0 0,1 0 0 0 0,-1 0 0 0 0,1 0 0 0 0,0 1-1 0 0,0-1 1 0 0,0 0 0 0 0,3-2 0 0 0,-3 2-35 0 0,1 1-1 0 0,-1-1 1 0 0,1 0-1 0 0,-1 1 1 0 0,1 0 0 0 0,0-1-1 0 0,-1 1 1 0 0,1 0-1 0 0,0 0 1 0 0,0 0 0 0 0,0 1-1 0 0,-1-1 1 0 0,1 1 0 0 0,0 0-1 0 0,0-1 1 0 0,0 1-1 0 0,0 1 1 0 0,0-1 0 0 0,4 1-1 0 0,-3 0 64 0 0,1 1 0 0 0,-1 0 1 0 0,0 0-1 0 0,0 0 0 0 0,1 0 0 0 0,-1 1 0 0 0,0-1 0 0 0,-1 1 0 0 0,1 0 0 0 0,6 7 1 0 0,4 6 356 0 0,-1 1 0 0 0,-1 0 0 0 0,-1 1 0 0 0,12 23 0 0 0,-23-40-720 0 0,121 250 1567 0 0,-58-77-6496 0 0,-56-145 1137 0 0,-6-19-93 0 0,-8-26-2542 0 0,-2 4 6401 0 0</inkml:trace>
</inkml:ink>
</file>

<file path=ppt/ink/ink1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07.071"/>
    </inkml:context>
    <inkml:brush xml:id="br0">
      <inkml:brushProperty name="width" value="0.1" units="cm"/>
      <inkml:brushProperty name="height" value="0.1" units="cm"/>
      <inkml:brushProperty name="color" value="#F6630D"/>
    </inkml:brush>
  </inkml:definitions>
  <inkml:trace contextRef="#ctx0" brushRef="#br0">0 175 2304 0 0,'8'-9'270'0'0,"-1"0"0"0"0,1 0 0 0 0,1 1 0 0 0,-1 1 0 0 0,1-1 0 0 0,1 1 0 0 0,10-6 0 0 0,3-3-280 0 0,-22 15 14 0 0,23-17 67 0 0,45-26 1 0 0,-62 40-72 0 0,1 0 0 0 0,0 1 0 0 0,-1 0 0 0 0,1 0 0 0 0,0 1 0 0 0,0 0 0 0 0,0 0 0 0 0,1 1 0 0 0,-1 0 0 0 0,0 0 0 0 0,12 1 0 0 0,-8 2 0 0 0</inkml:trace>
</inkml:ink>
</file>

<file path=ppt/ink/ink1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07.640"/>
    </inkml:context>
    <inkml:brush xml:id="br0">
      <inkml:brushProperty name="width" value="0.1" units="cm"/>
      <inkml:brushProperty name="height" value="0.1" units="cm"/>
      <inkml:brushProperty name="color" value="#F6630D"/>
    </inkml:brush>
  </inkml:definitions>
  <inkml:trace contextRef="#ctx0" brushRef="#br0">1 141 1376 0 0,'1'-1'290'0'0,"0"-1"-1"0"0,1 1 1 0 0,0 0-1 0 0,-1 0 0 0 0,1 0 1 0 0,0 0-1 0 0,-1 0 1 0 0,1 1-1 0 0,0-1 1 0 0,0 0-1 0 0,0 1 0 0 0,0-1 1 0 0,0 1-1 0 0,-1 0 1 0 0,1 0-1 0 0,0 0 1 0 0,0 0-1 0 0,0 0 0 0 0,0 0 1 0 0,0 0-1 0 0,0 0 1 0 0,0 1-1 0 0,0-1 0 0 0,0 1 1 0 0,-1 0-1 0 0,1-1 1 0 0,0 1-1 0 0,0 0 1 0 0,-1 0-1 0 0,1 0 0 0 0,0 0 1 0 0,-1 0-1 0 0,3 2 1 0 0,0 1 221 0 0,0-1 0 0 0,0 1-1 0 0,0 0 1 0 0,0 0 0 0 0,-1 0 0 0 0,0 1 0 0 0,0-1 0 0 0,0 1 0 0 0,0-1 0 0 0,-1 1 0 0 0,2 5 0 0 0,25 121 3484 0 0,-31-144-4238 0 0,1 1 0 0 0,0-1 0 0 0,1 1 0 0 0,0-1-1 0 0,3-13 1 0 0,-1 11 56 0 0,1 0 0 0 0,0-1 0 0 0,1 1-1 0 0,1 1 1 0 0,11-24 0 0 0,-13 32 142 0 0,0-1 1 0 0,1 1-1 0 0,0 0 1 0 0,0 0-1 0 0,0 0 1 0 0,1 0-1 0 0,0 1 1 0 0,0 0-1 0 0,1 0 0 0 0,-1 0 1 0 0,1 0-1 0 0,0 1 1 0 0,13-7-1 0 0,-17 10 94 0 0,0 0-1 0 0,1 1 1 0 0,-1-1-1 0 0,0 0 1 0 0,1 1-1 0 0,-1 0 1 0 0,0-1 0 0 0,1 1-1 0 0,-1 0 1 0 0,1 0-1 0 0,-1 0 1 0 0,1 0-1 0 0,-1 1 1 0 0,0-1-1 0 0,1 1 1 0 0,-1 0-1 0 0,0-1 1 0 0,1 1 0 0 0,-1 0-1 0 0,0 0 1 0 0,0 0-1 0 0,0 1 1 0 0,0-1-1 0 0,0 0 1 0 0,0 1-1 0 0,0 0 1 0 0,0-1-1 0 0,-1 1 1 0 0,1 0 0 0 0,0 0-1 0 0,-1 0 1 0 0,0 0-1 0 0,2 3 1 0 0,5 8 238 0 0,-1 1 1 0 0,0 0-1 0 0,-1 1 1 0 0,5 18 0 0 0,0-2-317 0 0,-9-24 41 0 0,-1-4-11 0 0,-1 0-1 0 0,1-1 0 0 0,0 1 0 0 0,0 0 1 0 0,0-1-1 0 0,0 1 0 0 0,1-1 0 0 0,-1 1 0 0 0,1-1 1 0 0,-1 0-1 0 0,1 1 0 0 0,0-1 0 0 0,0 0 0 0 0,2 2 1 0 0,-3-7-68 0 0,0-1 1 0 0,0 1 0 0 0,0-1-1 0 0,-1 1 1 0 0,1 0 0 0 0,-1-1 0 0 0,0 1-1 0 0,0-7 1 0 0,0 4-26 0 0,1-15-4 0 0,-1-2-64 0 0,8-44-1 0 0,-7 62 134 0 0,0 1 0 0 0,0-1 1 0 0,0 1-1 0 0,1-1 0 0 0,-1 1 0 0 0,1-1 1 0 0,0 1-1 0 0,1 0 0 0 0,-1 0 0 0 0,1 0 1 0 0,-1 0-1 0 0,1 0 0 0 0,1 1 0 0 0,-1-1 1 0 0,6-4-1 0 0,-7 7 39 0 0,0 0-1 0 0,0-1 1 0 0,1 1 0 0 0,-1 0-1 0 0,0 1 1 0 0,1-1 0 0 0,-1 0 0 0 0,1 1-1 0 0,-1-1 1 0 0,1 1 0 0 0,0 0-1 0 0,-1-1 1 0 0,1 1 0 0 0,-1 1-1 0 0,1-1 1 0 0,-1 0 0 0 0,1 1 0 0 0,-1-1-1 0 0,1 1 1 0 0,-1 0 0 0 0,4 1-1 0 0,5 3 197 0 0,-1 1 0 0 0,0 0-1 0 0,17 13 1 0 0,-21-14-711 0 0,1 0 1 0 0,0 0-1 0 0,0-1 0 0 0,0 1 0 0 0,0-2 0 0 0,13 6 1 0 0</inkml:trace>
</inkml:ink>
</file>

<file path=ppt/ink/ink1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07.870"/>
    </inkml:context>
    <inkml:brush xml:id="br0">
      <inkml:brushProperty name="width" value="0.1" units="cm"/>
      <inkml:brushProperty name="height" value="0.1" units="cm"/>
      <inkml:brushProperty name="color" value="#F6630D"/>
    </inkml:brush>
  </inkml:definitions>
  <inkml:trace contextRef="#ctx0" brushRef="#br0">4 12 3681 0 0,'0'0'28'0'0,"0"-1"-1"0"0,0 1 1 0 0,-1 0 0 0 0,1 0 0 0 0,0-1 0 0 0,0 1-1 0 0,-1 0 1 0 0,1 0 0 0 0,0-1 0 0 0,0 1 0 0 0,0 0 0 0 0,-1-1-1 0 0,1 1 1 0 0,0 0 0 0 0,0-1 0 0 0,0 1 0 0 0,0 0-1 0 0,0-1 1 0 0,0 1 0 0 0,0 0 0 0 0,0-1 0 0 0,0 1-1 0 0,0-1 1 0 0,0 1 0 0 0,0 0 0 0 0,0-1 0 0 0,0 1 0 0 0,0 0-1 0 0,0-1 1 0 0,0 1 0 0 0,1-1 0 0 0,11 2 2364 0 0,-8 3-1761 0 0,18 16 967 0 0,-1 2-1 0 0,-1 0 1 0 0,-1 1 0 0 0,-1 1 0 0 0,-1 0 0 0 0,25 51 0 0 0,-31-52-1528 0 0,11 38 0 0 0,-16-39-1508 0 0,-1 0 0 0 0,3 23-1 0 0</inkml:trace>
</inkml:ink>
</file>

<file path=ppt/ink/ink1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08.083"/>
    </inkml:context>
    <inkml:brush xml:id="br0">
      <inkml:brushProperty name="width" value="0.1" units="cm"/>
      <inkml:brushProperty name="height" value="0.1" units="cm"/>
      <inkml:brushProperty name="color" value="#F6630D"/>
    </inkml:brush>
  </inkml:definitions>
  <inkml:trace contextRef="#ctx0" brushRef="#br0">1 85 920 0 0,'17'-10'1110'0'0,"0"-1"0"0"0,1 2-1 0 0,1 0 1 0 0,0 1 0 0 0,0 1-1 0 0,34-7 1 0 0,-47 12-843 0 0,6-2 529 0 0,1 1 0 0 0,0 1-1 0 0,0-1 1 0 0,0 2-1 0 0,23 0 1 0 0,-34 1-663 0 0,0 0 1 0 0,0 0-1 0 0,1 0 0 0 0,-1 0 0 0 0,0 1 1 0 0,0-1-1 0 0,0 1 0 0 0,0 0 0 0 0,0-1 1 0 0,0 1-1 0 0,0 0 0 0 0,0 0 0 0 0,0 0 1 0 0,0 0-1 0 0,0 1 0 0 0,0-1 0 0 0,-1 0 1 0 0,1 1-1 0 0,-1 0 0 0 0,1-1 0 0 0,-1 1 1 0 0,1 0-1 0 0,-1-1 0 0 0,0 1 0 0 0,0 0 1 0 0,0 0-1 0 0,0 0 0 0 0,0 0 0 0 0,0 0 0 0 0,-1 0 1 0 0,1 0-1 0 0,-1 1 0 0 0,1-1 0 0 0,-1 0 1 0 0,0 0-1 0 0,0 0 0 0 0,0 1 0 0 0,0-1 1 0 0,0 0-1 0 0,-1 0 0 0 0,0 4 0 0 0,-3 11 39 0 0,0 0 0 0 0,-1-1 0 0 0,-1 0-1 0 0,-1 0 1 0 0,0 0 0 0 0,-1-1-1 0 0,-13 18 1 0 0,-12 26-3851 0 0,26-44-2595 0 0</inkml:trace>
</inkml:ink>
</file>

<file path=ppt/ink/ink1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08.278"/>
    </inkml:context>
    <inkml:brush xml:id="br0">
      <inkml:brushProperty name="width" value="0.1" units="cm"/>
      <inkml:brushProperty name="height" value="0.1" units="cm"/>
      <inkml:brushProperty name="color" value="#F6630D"/>
    </inkml:brush>
  </inkml:definitions>
  <inkml:trace contextRef="#ctx0" brushRef="#br0">1 30 6449 0 0,'0'-1'85'0'0,"0"0"-1"0"0,0 0 1 0 0,0 0-1 0 0,0 0 1 0 0,0 0-1 0 0,0-1 0 0 0,0 1 1 0 0,0 0-1 0 0,0 0 1 0 0,1 0-1 0 0,-1 0 1 0 0,0 0-1 0 0,1 0 0 0 0,-1 0 1 0 0,1 0-1 0 0,-1 0 1 0 0,1 0-1 0 0,0 1 1 0 0,-1-1-1 0 0,1 0 0 0 0,0 0 1 0 0,-1 0-1 0 0,1 1 1 0 0,0-1-1 0 0,0 0 1 0 0,0 1-1 0 0,0-1 1 0 0,0 1-1 0 0,0-1 0 0 0,0 1 1 0 0,0-1-1 0 0,0 1 1 0 0,0 0-1 0 0,0-1 1 0 0,0 1-1 0 0,0 0 0 0 0,0 0 1 0 0,0 0-1 0 0,2 0 1 0 0,-1 0 157 0 0,0 0 1 0 0,1 1-1 0 0,-1-1 1 0 0,0 1-1 0 0,0 0 1 0 0,0 0-1 0 0,0-1 1 0 0,0 1-1 0 0,0 0 1 0 0,0 1-1 0 0,-1-1 1 0 0,1 0-1 0 0,0 0 1 0 0,-1 1-1 0 0,1-1 1 0 0,-1 1-1 0 0,1 0 1 0 0,-1-1-1 0 0,2 4 0 0 0,2 5 176 0 0,0 1 0 0 0,-1 0-1 0 0,0 0 1 0 0,-1 0-1 0 0,3 18 1 0 0,6 20-639 0 0,-7-35-465 0 0</inkml:trace>
</inkml:ink>
</file>

<file path=ppt/ink/ink1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08.466"/>
    </inkml:context>
    <inkml:brush xml:id="br0">
      <inkml:brushProperty name="width" value="0.1" units="cm"/>
      <inkml:brushProperty name="height" value="0.1" units="cm"/>
      <inkml:brushProperty name="color" value="#F6630D"/>
    </inkml:brush>
  </inkml:definitions>
  <inkml:trace contextRef="#ctx0" brushRef="#br0">1 1 7026 0 0,'4'10'0'0'0,"-1"-4"0"0"0,-2-2 0 0 0</inkml:trace>
</inkml:ink>
</file>

<file path=ppt/ink/ink1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08.782"/>
    </inkml:context>
    <inkml:brush xml:id="br0">
      <inkml:brushProperty name="width" value="0.1" units="cm"/>
      <inkml:brushProperty name="height" value="0.1" units="cm"/>
      <inkml:brushProperty name="color" value="#F6630D"/>
    </inkml:brush>
  </inkml:definitions>
  <inkml:trace contextRef="#ctx0" brushRef="#br0">9 8 17052 0 0,'-4'-4'818'0'0,"-1"0"22"0"0,9 22-609 0 0,38 189 773 0 0,21 89 19 0 0,-47-239-2625 0 0,2-1 0 0 0,2-1 0 0 0,31 58 0 0 0,-50-111 1498 0 0,2 6-796 0 0,1 0-1 0 0,1-1 1 0 0,-1 1-1 0 0,1-1 1 0 0,0 0-1 0 0,1 0 1 0 0,0 0 0 0 0,9 7-1 0 0,-5-7-1290 0 0</inkml:trace>
</inkml:ink>
</file>

<file path=ppt/ink/ink1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09.478"/>
    </inkml:context>
    <inkml:brush xml:id="br0">
      <inkml:brushProperty name="width" value="0.1" units="cm"/>
      <inkml:brushProperty name="height" value="0.1" units="cm"/>
      <inkml:brushProperty name="color" value="#F6630D"/>
    </inkml:brush>
  </inkml:definitions>
  <inkml:trace contextRef="#ctx0" brushRef="#br0">122 85 5529 0 0,'-18'-21'2613'0'0,"-24"-21"80"0"0,39 39-2540 0 0,1 1 1 0 0,-1 0 0 0 0,0 0-1 0 0,0 0 1 0 0,0 1 0 0 0,0-1-1 0 0,0 1 1 0 0,0-1-1 0 0,-1 1 1 0 0,1 0 0 0 0,0 0-1 0 0,-1 1 1 0 0,-5-1-1 0 0,9 1-94 0 0,-1 0-1 0 0,0 0 0 0 0,1 0 1 0 0,-1 0-1 0 0,1 1 0 0 0,-1-1 1 0 0,0 0-1 0 0,1 1 0 0 0,-1-1 1 0 0,1 0-1 0 0,-1 1 0 0 0,1-1 1 0 0,-1 1-1 0 0,1-1 0 0 0,-1 1 1 0 0,1-1-1 0 0,0 1 0 0 0,-1-1 0 0 0,1 1 1 0 0,-1-1-1 0 0,1 1 0 0 0,0-1 1 0 0,0 1-1 0 0,-1 0 0 0 0,1-1 1 0 0,0 1-1 0 0,0 0 0 0 0,0-1 1 0 0,0 1-1 0 0,0-1 0 0 0,0 1 1 0 0,0 0-1 0 0,0-1 0 0 0,0 1 1 0 0,0 0-1 0 0,0-1 0 0 0,0 1 0 0 0,0 0 1 0 0,0-1-1 0 0,1 1 0 0 0,-1 0 1 0 0,1 0-1 0 0,10 35 775 0 0,-9-30-627 0 0,45 116 1940 0 0,-18-49-1495 0 0,-3 1 1 0 0,30 141-1 0 0,-50-182-2323 0 0,-2-1-5173 0 0</inkml:trace>
</inkml:ink>
</file>

<file path=ppt/ink/ink1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09.905"/>
    </inkml:context>
    <inkml:brush xml:id="br0">
      <inkml:brushProperty name="width" value="0.1" units="cm"/>
      <inkml:brushProperty name="height" value="0.1" units="cm"/>
      <inkml:brushProperty name="color" value="#F6630D"/>
    </inkml:brush>
  </inkml:definitions>
  <inkml:trace contextRef="#ctx0" brushRef="#br0">66 29 12443 0 0,'0'-1'193'0'0,"0"0"1"0"0,1 1 0 0 0,-1-1 0 0 0,0 0-1 0 0,0 0 1 0 0,0 0 0 0 0,0 1-1 0 0,0-1 1 0 0,0 0 0 0 0,0 0 0 0 0,0 0-1 0 0,0 1 1 0 0,0-1 0 0 0,0 0 0 0 0,-1 0-1 0 0,1 1 1 0 0,0-1 0 0 0,0 0-1 0 0,-1 0 1 0 0,1 1 0 0 0,-1-1 0 0 0,1 0-1 0 0,-1 1 1 0 0,1-1 0 0 0,-1 0 0 0 0,1 1-1 0 0,-1-1 1 0 0,1 1 0 0 0,-1-1-1 0 0,0 1 1 0 0,1-1 0 0 0,-1 1 0 0 0,0-1-1 0 0,1 1 1 0 0,-1 0 0 0 0,0 0-1 0 0,0-1 1 0 0,-1 0-184 0 0,1 1 0 0 0,0 0-1 0 0,0-1 1 0 0,0 1 0 0 0,-1 0 0 0 0,1-1-1 0 0,0 1 1 0 0,0 0 0 0 0,-1 0 0 0 0,1 0-1 0 0,0 0 1 0 0,0 0 0 0 0,-1 0-1 0 0,1 0 1 0 0,0 1 0 0 0,0-1 0 0 0,0 0-1 0 0,-1 1 1 0 0,1-1 0 0 0,0 1 0 0 0,0-1-1 0 0,0 1 1 0 0,0 0 0 0 0,0-1-1 0 0,0 1 1 0 0,-1 1 0 0 0,-1 1-486 0 0,1 1-1 0 0,0-1 1 0 0,0 1-1 0 0,0-1 1 0 0,0 1-1 0 0,1 0 1 0 0,-1 0-1 0 0,1 0 1 0 0,0 0 0 0 0,0 0-1 0 0,1 0 1 0 0,-1 6-1 0 0,2 51-2671 0 0,1-31 2961 0 0</inkml:trace>
</inkml:ink>
</file>

<file path=ppt/ink/ink1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10.334"/>
    </inkml:context>
    <inkml:brush xml:id="br0">
      <inkml:brushProperty name="width" value="0.1" units="cm"/>
      <inkml:brushProperty name="height" value="0.1" units="cm"/>
      <inkml:brushProperty name="color" value="#F6630D"/>
    </inkml:brush>
  </inkml:definitions>
  <inkml:trace contextRef="#ctx0" brushRef="#br0">94 0 5985 0 0,'-2'1'258'0'0,"0"0"1"0"0,0 0-1 0 0,0-1 0 0 0,0 1 0 0 0,-1 1 1 0 0,2-1-1 0 0,-1 0 0 0 0,0 0 0 0 0,0 1 0 0 0,0-1 1 0 0,0 1-1 0 0,1-1 0 0 0,-1 1 0 0 0,1 0 0 0 0,-1 0 1 0 0,1 0-1 0 0,0 0 0 0 0,0 0 0 0 0,-1 2 0 0 0,-21 44 1972 0 0,15-26-1742 0 0,1 1 0 0 0,1 0 0 0 0,1 0 0 0 0,1 1 1 0 0,1-1-1 0 0,2 1 0 0 0,0 0 0 0 0,1-1 0 0 0,1 1 0 0 0,2 0 0 0 0,5 26 1 0 0,3-3-115 0 0,1-1 0 0 0,3 0 1 0 0,2-1-1 0 0,33 65 1 0 0,-32-76-588 0 0,2-1 0 0 0,26 33 0 0 0,21 13-5870 0 0</inkml:trace>
</inkml:ink>
</file>

<file path=ppt/ink/ink1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10.809"/>
    </inkml:context>
    <inkml:brush xml:id="br0">
      <inkml:brushProperty name="width" value="0.1" units="cm"/>
      <inkml:brushProperty name="height" value="0.1" units="cm"/>
      <inkml:brushProperty name="color" value="#F6630D"/>
    </inkml:brush>
  </inkml:definitions>
  <inkml:trace contextRef="#ctx0" brushRef="#br0">6 536 3681 0 0,'-1'-1'68'0'0,"0"-1"1"0"0,0 0 0 0 0,1 0-1 0 0,-1 0 1 0 0,1 1-1 0 0,-1-1 1 0 0,1 0-1 0 0,0 0 1 0 0,-1 0 0 0 0,1 0-1 0 0,0 0 1 0 0,0 0-1 0 0,0 0 1 0 0,1 0 0 0 0,-1 1-1 0 0,0-1 1 0 0,1 0-1 0 0,-1 0 1 0 0,1 0-1 0 0,0 0 1 0 0,-1 1 0 0 0,1-1-1 0 0,0 0 1 0 0,3-3-1 0 0,2-4 723 0 0,1-1 0 0 0,1 1-1 0 0,9-9 1 0 0,-1 1-382 0 0,143-155 3507 0 0,-135 150-4114 0 0,1 0 0 0 0,1 2 1 0 0,1 1-1 0 0,1 1 1 0 0,32-16-1 0 0,-59 33 246 0 0,0 1 0 0 0,1-1 0 0 0,-1 1 0 0 0,0-1-1 0 0,0 0 1 0 0,1 1 0 0 0,-1 0 0 0 0,0-1 0 0 0,1 1 0 0 0,-1 0-1 0 0,1 0 1 0 0,-1 0 0 0 0,0 0 0 0 0,1 0 0 0 0,-1 0 0 0 0,1 0-1 0 0,-1 0 1 0 0,0 1 0 0 0,1-1 0 0 0,-1 0 0 0 0,0 1 0 0 0,1-1-1 0 0,-1 1 1 0 0,0-1 0 0 0,0 1 0 0 0,0 0 0 0 0,2 1 0 0 0,0 1 346 0 0,0 1 1 0 0,0 0-1 0 0,-1-1 0 0 0,0 1 1 0 0,0 0-1 0 0,0 0 1 0 0,2 5-1 0 0,2 5 91 0 0,1 0 12 0 0,1 0 0 0 0,1 0 0 0 0,13 17 0 0 0,-17-25-453 0 0,-1-1 0 0 0,1 1 0 0 0,0-1-1 0 0,0-1 1 0 0,1 1 0 0 0,-1-1 0 0 0,1 0 0 0 0,0 0 0 0 0,0-1 0 0 0,9 4 0 0 0,-15-7-40 0 0,1 0-1 0 0,-1 0 1 0 0,1 0 0 0 0,-1 0-1 0 0,1 0 1 0 0,-1-1-1 0 0,1 1 1 0 0,-1 0 0 0 0,1-1-1 0 0,-1 1 1 0 0,1 0 0 0 0,-1-1-1 0 0,1 1 1 0 0,-1 0-1 0 0,1-1 1 0 0,-1 1 0 0 0,0-1-1 0 0,1 1 1 0 0,-1 0-1 0 0,0-1 1 0 0,0 1 0 0 0,1-1-1 0 0,-1 1 1 0 0,0-1 0 0 0,0 0-1 0 0,0 1 1 0 0,1-1-1 0 0,-1 1 1 0 0,0-1 0 0 0,0 1-1 0 0,0-1 1 0 0,0 1 0 0 0,0-1-1 0 0,0 0 1 0 0,0 0-1 0 0,2-28 51 0 0,-2 24-27 0 0,2-28 403 0 0,11-58 1 0 0,-10 78-210 0 0,0-1-1 0 0,1 1 1 0 0,1-1 0 0 0,0 1-1 0 0,1 0 1 0 0,13-21 0 0 0,-19 33-205 0 0,1 1 0 0 0,-1-1 0 0 0,1 1 0 0 0,-1-1 0 0 0,1 1-1 0 0,0 0 1 0 0,-1-1 0 0 0,1 1 0 0 0,-1-1 0 0 0,1 1 0 0 0,0 0 0 0 0,-1 0 0 0 0,1-1 0 0 0,0 1 0 0 0,-1 0 0 0 0,1 0 0 0 0,0 0 0 0 0,0 0 0 0 0,-1 0 0 0 0,1 0 0 0 0,0 0 0 0 0,0 0 0 0 0,-1 0 0 0 0,1 0 0 0 0,0 0 0 0 0,-1 0 0 0 0,1 0 0 0 0,0 1 0 0 0,-1-1 0 0 0,1 0 0 0 0,0 1 0 0 0,-1-1 0 0 0,1 0 0 0 0,0 1 0 0 0,-1-1 0 0 0,1 1 0 0 0,-1-1 0 0 0,1 1 0 0 0,0 0 0 0 0,23 25 176 0 0,-21-22-167 0 0,17 20-7 0 0,-1 2 0 0 0,-2 0 0 0 0,0 1 0 0 0,-2 1 0 0 0,-1 0 0 0 0,-1 1 0 0 0,-2 0 0 0 0,-1 1 0 0 0,-1 0 0 0 0,-1 1 0 0 0,-2 0 0 0 0,-1 0 0 0 0,-2 1 0 0 0,-1-1 0 0 0,-1 1 0 0 0,-2-1 0 0 0,-1 1 0 0 0,-1-1 0 0 0,-2 0 1 0 0,-14 49-1 0 0,1-25-1130 0 0,-2-1 0 0 0,-28 51 0 0 0,20-52-6053 0 0</inkml:trace>
</inkml:ink>
</file>

<file path=ppt/ink/ink1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2:53:11.812"/>
    </inkml:context>
    <inkml:brush xml:id="br0">
      <inkml:brushProperty name="width" value="0.1" units="cm"/>
      <inkml:brushProperty name="height" value="0.1" units="cm"/>
      <inkml:brushProperty name="color" value="#F6630D"/>
    </inkml:brush>
  </inkml:definitions>
  <inkml:trace contextRef="#ctx0" brushRef="#br0">144 224 7834 0 0,'-3'-16'642'0'0,"-1"-1"1"0"0,0 1-1 0 0,-1 0 1 0 0,-1 0 0 0 0,0 1-1 0 0,-1-1 1 0 0,-1 1-1 0 0,0 1 1 0 0,-1 0-1 0 0,-1 0 1 0 0,-20-23 0 0 0,29 36-526 0 0,-1-1 1 0 0,0 0 0 0 0,0 1 0 0 0,0-1 0 0 0,0 1 0 0 0,0 0-1 0 0,0 0 1 0 0,0-1 0 0 0,0 1 0 0 0,0 1 0 0 0,0-1-1 0 0,-1 0 1 0 0,1 0 0 0 0,-4 0 0 0 0,5 1-73 0 0,1 0 1 0 0,0 0-1 0 0,-1 1 0 0 0,1-1 1 0 0,-1 0-1 0 0,1 0 0 0 0,-1 0 1 0 0,1 0-1 0 0,0 0 1 0 0,-1 1-1 0 0,1-1 0 0 0,0 0 1 0 0,-1 0-1 0 0,1 1 1 0 0,0-1-1 0 0,-1 0 0 0 0,1 0 1 0 0,0 1-1 0 0,-1-1 0 0 0,1 0 1 0 0,0 1-1 0 0,0-1 1 0 0,-1 1-1 0 0,1-1 0 0 0,0 0 1 0 0,0 1-1 0 0,0 0 1 0 0,1 22 614 0 0,91 372 1048 0 0,-23-80-3659 0 0,-48-239-4886 0 0</inkml:trace>
</inkml:ink>
</file>

<file path=ppt/ink/ink1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3:58.339"/>
    </inkml:context>
    <inkml:brush xml:id="br0">
      <inkml:brushProperty name="width" value="0.1" units="cm"/>
      <inkml:brushProperty name="height" value="0.1" units="cm"/>
    </inkml:brush>
  </inkml:definitions>
  <inkml:trace contextRef="#ctx0" brushRef="#br0">170 5 7370 0 0,'-4'-1'344'0'0,"-1"0"1"0"0,0 0-1 0 0,-1 0 1 0 0,1 1 0 0 0,0-1-1 0 0,0 1 1 0 0,0 0-1 0 0,0 1 1 0 0,-7 1 0 0 0,10-1-169 0 0,0 0 0 0 0,-1 0 0 0 0,1 1 0 0 0,0-1 0 0 0,0 1 0 0 0,0 0 0 0 0,0-1 0 0 0,0 1 0 0 0,1 0 1 0 0,-1 0-1 0 0,0 1 0 0 0,1-1 0 0 0,-1 0 0 0 0,1 0 0 0 0,0 1 0 0 0,0-1 0 0 0,0 0 0 0 0,0 1 1 0 0,0 0-1 0 0,0 3 0 0 0,-10 38 600 0 0,2 0 0 0 0,2 1 0 0 0,-1 72 0 0 0,6-91-582 0 0,-17 189 716 0 0,-4 142-3755 0 0,23-355 2542 0 0,3 13-3722 0 0</inkml:trace>
</inkml:ink>
</file>

<file path=ppt/ink/ink1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3:58.468"/>
    </inkml:context>
    <inkml:brush xml:id="br0">
      <inkml:brushProperty name="width" value="0.1" units="cm"/>
      <inkml:brushProperty name="height" value="0.1" units="cm"/>
    </inkml:brush>
  </inkml:definitions>
  <inkml:trace contextRef="#ctx0" brushRef="#br0">54 723 920 0 0,'-50'-516'9522'0'0,"48"487"-8625"0"0,0 1 105 0 0,3-34 1 0 0,-1 55-671 0 0,1 0 1 0 0,0 0 0 0 0,0 0 0 0 0,1 1-1 0 0,0-1 1 0 0,0 1 0 0 0,1-1-1 0 0,-1 1 1 0 0,1 0 0 0 0,6-8 0 0 0,-9 13-262 0 0,1 0 1 0 0,0 0-1 0 0,0 1 1 0 0,0-1 0 0 0,0 1-1 0 0,0-1 1 0 0,0 1-1 0 0,0-1 1 0 0,0 1-1 0 0,0-1 1 0 0,0 1 0 0 0,0 0-1 0 0,0 0 1 0 0,0-1-1 0 0,0 1 1 0 0,1 0-1 0 0,-1 0 1 0 0,0 0 0 0 0,0 0-1 0 0,0 1 1 0 0,0-1-1 0 0,0 0 1 0 0,0 0-1 0 0,0 1 1 0 0,0-1 0 0 0,0 0-1 0 0,0 1 1 0 0,0-1-1 0 0,0 1 1 0 0,0-1-1 0 0,0 1 1 0 0,0 0 0 0 0,0-1-1 0 0,0 1 1 0 0,0 0-1 0 0,0 1 1 0 0,33 31 912 0 0,-5 3-706 0 0,-1 2 0 0 0,-2 1 0 0 0,31 62 0 0 0,50 137-261 0 0,-37-77 23 0 0,-54-130-364 0 0,14 34-83 0 0,-28-60-82 0 0,-1 0 0 0 0,1 0 0 0 0,-1 0 0 0 0,0 0 0 0 0,0 0-1 0 0,0 1 1 0 0,-1-1 0 0 0,0 0 0 0 0,0 0 0 0 0,-1 8 0 0 0</inkml:trace>
</inkml:ink>
</file>

<file path=ppt/ink/ink1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3:58.624"/>
    </inkml:context>
    <inkml:brush xml:id="br0">
      <inkml:brushProperty name="width" value="0.1" units="cm"/>
      <inkml:brushProperty name="height" value="0.1" units="cm"/>
    </inkml:brush>
  </inkml:definitions>
  <inkml:trace contextRef="#ctx0" brushRef="#br0">123 281 4609 0 0,'-32'-30'536'0'0,"-25"-25"2746"0"0,53 51-2833 0 0,0 0-1 0 0,0-1 1 0 0,1 0 0 0 0,0 0-1 0 0,0 0 1 0 0,0 0 0 0 0,1 0 0 0 0,0-1-1 0 0,0 1 1 0 0,-2-9 0 0 0,4 11-305 0 0,0 0 0 0 0,0 1-1 0 0,1-1 1 0 0,-1 0 0 0 0,1 0 0 0 0,-1 1 0 0 0,1-1 0 0 0,0 0 0 0 0,0 1 0 0 0,0-1-1 0 0,1 1 1 0 0,-1-1 0 0 0,1 1 0 0 0,-1 0 0 0 0,1 0 0 0 0,0-1 0 0 0,0 1 0 0 0,0 0-1 0 0,0 0 1 0 0,0 1 0 0 0,0-1 0 0 0,0 0 0 0 0,3-1 0 0 0,9-6-99 0 0,0 1 0 0 0,25-11 0 0 0,-32 16-38 0 0,44-17-747 0 0,-16 10-3801 0 0,-9 4-479 0 0</inkml:trace>
</inkml:ink>
</file>

<file path=ppt/ink/ink1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3:58.960"/>
    </inkml:context>
    <inkml:brush xml:id="br0">
      <inkml:brushProperty name="width" value="0.1" units="cm"/>
      <inkml:brushProperty name="height" value="0.1" units="cm"/>
    </inkml:brush>
  </inkml:definitions>
  <inkml:trace contextRef="#ctx0" brushRef="#br0">0 312 7370 0 0,'3'4'420'0'0,"-1"0"1"0"0,1 0 0 0 0,-1-1 0 0 0,1 1 0 0 0,1-1-1 0 0,-1 1 1 0 0,0-1 0 0 0,7 5 0 0 0,17 18 2226 0 0,-19-15-1650 0 0,-1 0 0 0 0,0 1 0 0 0,5 13 0 0 0,-11-22-910 0 0,1 0-1 0 0,-1 0 0 0 0,0 1 1 0 0,0-1-1 0 0,-1 1 1 0 0,1-1-1 0 0,-1 0 0 0 0,1 1 1 0 0,-1-1-1 0 0,0 1 0 0 0,-1-1 1 0 0,1 1-1 0 0,0-1 0 0 0,-1 0 1 0 0,0 1-1 0 0,0-1 0 0 0,-2 6 1 0 0,3-9-72 0 0,0 1-1 0 0,0-1 1 0 0,-1 1 0 0 0,1-1 0 0 0,0 1 0 0 0,0-1-1 0 0,-1 1 1 0 0,1-1 0 0 0,0 1 0 0 0,-1-1-1 0 0,1 1 1 0 0,0-1 0 0 0,-1 0 0 0 0,1 1 0 0 0,-1-1-1 0 0,1 0 1 0 0,0 1 0 0 0,-1-1 0 0 0,1 0 0 0 0,-1 1-1 0 0,1-1 1 0 0,-1 0 0 0 0,1 0 0 0 0,-1 0 0 0 0,0 1-1 0 0,1-1 1 0 0,-1 0 0 0 0,1 0 0 0 0,-1 0 0 0 0,1 0-1 0 0,-1 0 1 0 0,1 0 0 0 0,-1 0 0 0 0,1 0-1 0 0,-1 0 1 0 0,0-1 0 0 0,1 1 0 0 0,-1 0 0 0 0,1 0-1 0 0,-1 0 1 0 0,1-1 0 0 0,-1 1 0 0 0,1 0 0 0 0,-1 0-1 0 0,1-1 1 0 0,0 1 0 0 0,-1 0 0 0 0,1-1 0 0 0,-1 1-1 0 0,1-1 1 0 0,0 1 0 0 0,-1 0 0 0 0,1-1-1 0 0,0 1 1 0 0,-1-1 0 0 0,1 1 0 0 0,0-1 0 0 0,0 1-1 0 0,0-1 1 0 0,-1 1 0 0 0,1-2 0 0 0,-2-2 195 0 0,-1 0 0 0 0,1 0 1 0 0,0-1-1 0 0,1 1 1 0 0,-3-10-1 0 0,2-9-78 0 0,2 0-1 0 0,0 0 1 0 0,1 0 0 0 0,2 0 0 0 0,0 0 0 0 0,1 0-1 0 0,2 1 1 0 0,0 0 0 0 0,18-41 0 0 0,-18 51-357 0 0,0 0 1 0 0,1 0-1 0 0,12-14 1 0 0,-10 14-1008 0 0,2 1 1 0 0,-1 0 0 0 0,1 1 0 0 0,1 0 0 0 0,0 1-1 0 0,1 0 1 0 0,-1 1 0 0 0,2 0 0 0 0,-1 1 0 0 0,1 0 0 0 0,18-5-1 0 0,-17 7 463 0 0,0 1-1 0 0,1 1 0 0 0,23-3 1 0 0,-14 5 749 0 0</inkml:trace>
</inkml:ink>
</file>

<file path=ppt/ink/ink1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3:59.367"/>
    </inkml:context>
    <inkml:brush xml:id="br0">
      <inkml:brushProperty name="width" value="0.1" units="cm"/>
      <inkml:brushProperty name="height" value="0.1" units="cm"/>
    </inkml:brush>
  </inkml:definitions>
  <inkml:trace contextRef="#ctx0" brushRef="#br0">8 718 5065 0 0,'0'0'219'0'0,"-1"-1"0"0"0,1 1 0 0 0,-1-1 0 0 0,0 1-1 0 0,1-1 1 0 0,-1 1 0 0 0,1-1 0 0 0,-1 0 0 0 0,1 1 0 0 0,0-1 0 0 0,-1 0 0 0 0,1 1-1 0 0,0-1 1 0 0,-1 0 0 0 0,1 0 0 0 0,0 1 0 0 0,0-1 0 0 0,0 0 0 0 0,0 0 0 0 0,-1 1 0 0 0,1-1-1 0 0,0 0 1 0 0,0 0 0 0 0,0 1 0 0 0,1-1 0 0 0,-1 0 0 0 0,0 0 0 0 0,0 0 0 0 0,0 1-1 0 0,1-1 1 0 0,-1 0 0 0 0,0 1 0 0 0,1-1 0 0 0,-1 0 0 0 0,0 1 0 0 0,1-1 0 0 0,-1 0-1 0 0,2 0 1 0 0,20-28 2709 0 0,-20 26-2901 0 0,14-16 162 0 0,0-1 1 0 0,-2 0 0 0 0,0-1-1 0 0,-2 0 1 0 0,0-1 0 0 0,-1-1 0 0 0,-2 1-1 0 0,0-2 1 0 0,-1 1 0 0 0,4-26 0 0 0,-10 42-97 0 0,7-35 165 0 0,-1 0-1 0 0,3-70 1 0 0,-11 98-260 0 0,0 1-1 0 0,-1-1 0 0 0,-1 0 0 0 0,0 0 1 0 0,-5-14-1 0 0,4 20 21 0 0,1 1 0 0 0,-1 0 0 0 0,0 0 0 0 0,-1 0 0 0 0,0 1 0 0 0,0-1 0 0 0,0 1 0 0 0,-1 0 0 0 0,0 0 0 0 0,-7-6 0 0 0,11 10 32 0 0,0 1 0 0 0,-1-1-1 0 0,1 1 1 0 0,-1 0 0 0 0,1 0 0 0 0,-1 0 0 0 0,1 0 0 0 0,-1 0-1 0 0,0 0 1 0 0,0 1 0 0 0,1-1 0 0 0,-1 0 0 0 0,0 1 0 0 0,0-1-1 0 0,0 1 1 0 0,0 0 0 0 0,1 0 0 0 0,-4 0 0 0 0,4 0-12 0 0,0 0 1 0 0,-1 1 0 0 0,1-1-1 0 0,0 1 1 0 0,-1-1-1 0 0,1 1 1 0 0,0 0 0 0 0,0 0-1 0 0,0-1 1 0 0,-1 1-1 0 0,1 0 1 0 0,0 0 0 0 0,0 0-1 0 0,0 0 1 0 0,0 0-1 0 0,1 1 1 0 0,-1-1 0 0 0,-1 2-1 0 0,0 2 13 0 0,-1 0 0 0 0,1 0 0 0 0,1 0-1 0 0,-1 1 1 0 0,1-1 0 0 0,0 0 0 0 0,0 1 0 0 0,0-1-1 0 0,1 1 1 0 0,0-1 0 0 0,1 7 0 0 0,8 37 145 0 0,2 1-1 0 0,2-1 1 0 0,34 80 0 0 0,-28-77-131 0 0,-8-22-134 0 0,3 8 237 0 0,28 56 0 0 0,-37-84-321 0 0,1-1 1 0 0,0 1-1 0 0,0-1 0 0 0,1 0 0 0 0,0 0 0 0 0,1-1 1 0 0,0 0-1 0 0,1 0 0 0 0,-1-1 0 0 0,14 9 0 0 0,9 0-7475 0 0</inkml:trace>
</inkml:ink>
</file>

<file path=ppt/ink/ink1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01.428"/>
    </inkml:context>
    <inkml:brush xml:id="br0">
      <inkml:brushProperty name="width" value="0.1" units="cm"/>
      <inkml:brushProperty name="height" value="0.1" units="cm"/>
    </inkml:brush>
  </inkml:definitions>
  <inkml:trace contextRef="#ctx0" brushRef="#br0">43 94 3225 0 0,'-16'-25'1781'0'0,"-1"-17"6898"0"0,8 16-6327 0 0,14 39 1412 0 0,0 2-3064 0 0,1-1 0 0 0,12 22 0 0 0,31 42-492 0 0,-3 3 0 0 0,-4 2 0 0 0,-3 1 0 0 0,27 90 0 0 0,-50-128-519 0 0,5 19-329 0 0,-13-21-7339 0 0</inkml:trace>
</inkml:ink>
</file>

<file path=ppt/ink/ink2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01.700"/>
    </inkml:context>
    <inkml:brush xml:id="br0">
      <inkml:brushProperty name="width" value="0.1" units="cm"/>
      <inkml:brushProperty name="height" value="0.1" units="cm"/>
    </inkml:brush>
  </inkml:definitions>
  <inkml:trace contextRef="#ctx0" brushRef="#br0">60 276 4145 0 0,'-10'-14'442'0'0,"1"-1"0"0"0,1 0-1 0 0,0-1 1 0 0,1 0 0 0 0,-6-18 0 0 0,12 29-231 0 0,0 0 0 0 0,0 1 0 0 0,1-1 0 0 0,-1 0 1 0 0,1 1-1 0 0,0-1 0 0 0,0 0 0 0 0,0 1 0 0 0,1-1 1 0 0,0 0-1 0 0,0 1 0 0 0,0-1 0 0 0,0 1 0 0 0,1-1 0 0 0,0 1 1 0 0,0 0-1 0 0,0-1 0 0 0,0 1 0 0 0,1 0 0 0 0,-1 0 0 0 0,1 1 1 0 0,0-1-1 0 0,7-6 0 0 0,-4 4 4 0 0,1 1 1 0 0,-1 0 0 0 0,1 0-1 0 0,0 0 1 0 0,0 1-1 0 0,1 0 1 0 0,0 1 0 0 0,-1 0-1 0 0,1 0 1 0 0,0 0-1 0 0,0 1 1 0 0,1 0 0 0 0,-1 1-1 0 0,0 0 1 0 0,1 0-1 0 0,-1 0 1 0 0,0 1-1 0 0,1 1 1 0 0,-1 0 0 0 0,1 0-1 0 0,-1 0 1 0 0,0 1-1 0 0,0 0 1 0 0,0 1 0 0 0,13 5-1 0 0,-9-3-41 0 0,0 1 0 0 0,-1 1 0 0 0,0-1 0 0 0,-1 2 0 0 0,1-1 0 0 0,-1 1 0 0 0,-1 1 0 0 0,1 0 0 0 0,-2 0 0 0 0,1 1 0 0 0,-1 0 0 0 0,-1 1 0 0 0,0 0 0 0 0,0 0 0 0 0,-1 0 0 0 0,6 15 0 0 0,-6-6-99 0 0,0 1 0 0 0,-1-1-1 0 0,-2 1 1 0 0,0-1 0 0 0,-1 1 0 0 0,-1 0 0 0 0,-1 0-1 0 0,0 0 1 0 0,-2 0 0 0 0,-8 41 0 0 0,7-49-312 0 0,-1 1 1 0 0,0-1-1 0 0,-1 1 1 0 0,0-1 0 0 0,-1-1-1 0 0,0 1 1 0 0,-1-1-1 0 0,-1 0 1 0 0,0-1 0 0 0,0 1-1 0 0,-1-2 1 0 0,-1 1-1 0 0,1-1 1 0 0,-2-1 0 0 0,1 0-1 0 0,-1 0 1 0 0,-15 8-1 0 0,11-9-1258 0 0</inkml:trace>
</inkml:ink>
</file>

<file path=ppt/ink/ink2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02.034"/>
    </inkml:context>
    <inkml:brush xml:id="br0">
      <inkml:brushProperty name="width" value="0.1" units="cm"/>
      <inkml:brushProperty name="height" value="0.1" units="cm"/>
    </inkml:brush>
  </inkml:definitions>
  <inkml:trace contextRef="#ctx0" brushRef="#br0">96 8 6913 0 0,'-16'-8'10321'0'0,"16"9"-10201"0"0,-5 11 504 0 0,1 0-1 0 0,0 1 0 0 0,1 0 0 0 0,0 0 0 0 0,-1 24 0 0 0,0 77 159 0 0,4-66-486 0 0,-39 363-1151 0 0,26-306-3683 0 0</inkml:trace>
</inkml:ink>
</file>

<file path=ppt/ink/ink2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02.250"/>
    </inkml:context>
    <inkml:brush xml:id="br0">
      <inkml:brushProperty name="width" value="0.1" units="cm"/>
      <inkml:brushProperty name="height" value="0.1" units="cm"/>
    </inkml:brush>
  </inkml:definitions>
  <inkml:trace contextRef="#ctx0" brushRef="#br0">1 8 6913 0 0,'1'0'39'0'0,"-1"-1"0"0"0,1 0 0 0 0,0 1-1 0 0,0-1 1 0 0,0 0 0 0 0,0 1 0 0 0,0-1-1 0 0,0 1 1 0 0,0 0 0 0 0,0-1 0 0 0,0 1-1 0 0,0 0 1 0 0,0-1 0 0 0,0 1 0 0 0,0 0-1 0 0,0 0 1 0 0,0 0 0 0 0,0 0 0 0 0,0 0-1 0 0,0 0 1 0 0,0 0 0 0 0,0 0 0 0 0,0 1-1 0 0,0-1 1 0 0,0 0 0 0 0,0 1 0 0 0,0-1-1 0 0,2 1 1 0 0,33 17 697 0 0,-26-12-448 0 0,36 19 3287 0 0,0 3 0 0 0,79 64 0 0 0,-84-57-2806 0 0,-2 3 0 0 0,63 75 0 0 0,-89-95-925 0 0,20 38 1 0 0,0 0-2320 0 0,-24-43 908 0 0</inkml:trace>
</inkml:ink>
</file>

<file path=ppt/ink/ink2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02.441"/>
    </inkml:context>
    <inkml:brush xml:id="br0">
      <inkml:brushProperty name="width" value="0.1" units="cm"/>
      <inkml:brushProperty name="height" value="0.1" units="cm"/>
    </inkml:brush>
  </inkml:definitions>
  <inkml:trace contextRef="#ctx0" brushRef="#br0">45 111 10594 0 0,'-35'15'813'0'0,"26"-4"-539"0"0,9-11-223 0 0,1 1-1 0 0,-1-1 0 0 0,1 1 0 0 0,-1-1 1 0 0,1 1-1 0 0,0-1 0 0 0,-1 0 1 0 0,1 1-1 0 0,0-1 0 0 0,-1 0 0 0 0,1 1 1 0 0,0-1-1 0 0,-1 0 0 0 0,1 0 1 0 0,0 1-1 0 0,-1-1 0 0 0,1 0 0 0 0,0 0 1 0 0,0 0-1 0 0,-1 0 0 0 0,1 0 1 0 0,0 0-1 0 0,1-1 0 0 0,11 1 497 0 0,0 0 1 0 0,-1-2-1 0 0,1 1 0 0 0,-1-2 1 0 0,1 0-1 0 0,-1 0 0 0 0,18-8 1 0 0,81-41 624 0 0,-24 4-3360 0 0,-56 29 1324 0 0</inkml:trace>
</inkml:ink>
</file>

<file path=ppt/ink/ink2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02.730"/>
    </inkml:context>
    <inkml:brush xml:id="br0">
      <inkml:brushProperty name="width" value="0.1" units="cm"/>
      <inkml:brushProperty name="height" value="0.1" units="cm"/>
    </inkml:brush>
  </inkml:definitions>
  <inkml:trace contextRef="#ctx0" brushRef="#br0">294 5 8378 0 0,'-14'-2'451'0'0,"-1"0"1"0"0,0 2-1 0 0,0-1 1 0 0,0 2 0 0 0,0 0-1 0 0,-24 5 1 0 0,29-4-34 0 0,-1 0 1 0 0,1 1-1 0 0,0 0 0 0 0,0 1 1 0 0,1 0-1 0 0,-1 1 0 0 0,1-1 1 0 0,0 2-1 0 0,0 0 0 0 0,-10 8 1 0 0,14-10-275 0 0,1 1 1 0 0,-1 1-1 0 0,1-1 1 0 0,0 1-1 0 0,0 0 1 0 0,1-1-1 0 0,-1 2 1 0 0,1-1-1 0 0,1 0 1 0 0,-1 1-1 0 0,1-1 0 0 0,0 1 1 0 0,1 0-1 0 0,-1-1 1 0 0,1 1-1 0 0,1 0 1 0 0,-1 0-1 0 0,1 0 1 0 0,0 0-1 0 0,1 0 1 0 0,0 0-1 0 0,0 0 1 0 0,2 8-1 0 0,1-5-20 0 0,-1 1 0 0 0,1-1 0 0 0,0-1 0 0 0,1 1 0 0 0,0-1 0 0 0,1 1 0 0 0,0-1 0 0 0,0-1 0 0 0,1 1 0 0 0,0-1-1 0 0,1 0 1 0 0,0-1 0 0 0,0 0 0 0 0,10 7 0 0 0,-6-6 1 0 0,0-1-1 0 0,0 0 0 0 0,0-1 1 0 0,1 0-1 0 0,0-1 0 0 0,0 0 1 0 0,1-1-1 0 0,-1-1 0 0 0,1 0 1 0 0,0-1-1 0 0,0 0 1 0 0,0-1-1 0 0,0 0 0 0 0,0-2 1 0 0,14-1-1 0 0,-15 0-334 0 0,0-1 0 0 0,0 0-1 0 0,-1-1 1 0 0,1-1 0 0 0,-1 0 0 0 0,0 0-1 0 0,0-1 1 0 0,0-1 0 0 0,-1 0 0 0 0,11-9 0 0 0,2-4-7364 0 0</inkml:trace>
</inkml:ink>
</file>

<file path=ppt/ink/ink2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07.560"/>
    </inkml:context>
    <inkml:brush xml:id="br0">
      <inkml:brushProperty name="width" value="0.1" units="cm"/>
      <inkml:brushProperty name="height" value="0.1" units="cm"/>
    </inkml:brush>
  </inkml:definitions>
  <inkml:trace contextRef="#ctx0" brushRef="#br0">237 37 6913 0 0,'1'-1'91'0'0,"-1"-1"0"0"0,0 1 0 0 0,0 0 0 0 0,0 0 0 0 0,0-1 0 0 0,0 1 0 0 0,0 0 0 0 0,0-1-1 0 0,0 1 1 0 0,-1 0 0 0 0,1 0 0 0 0,0-1 0 0 0,-1 1 0 0 0,1 0 0 0 0,-1 0 0 0 0,1 0-1 0 0,-1 0 1 0 0,0 0 0 0 0,1 0 0 0 0,-1 0 0 0 0,0 0 0 0 0,0 0 0 0 0,0 0 0 0 0,0 0 0 0 0,0 0-1 0 0,0 0 1 0 0,0 0 0 0 0,0 1 0 0 0,0-1 0 0 0,0 0 0 0 0,0 1 0 0 0,0-1 0 0 0,0 1-1 0 0,-1 0 1 0 0,1-1 0 0 0,0 1 0 0 0,0 0 0 0 0,-2-1 0 0 0,0 2 47 0 0,-1-1 1 0 0,1 1 0 0 0,0 0-1 0 0,0 0 1 0 0,1 0-1 0 0,-1 0 1 0 0,0 0-1 0 0,0 1 1 0 0,0-1-1 0 0,1 1 1 0 0,-1 0 0 0 0,1 0-1 0 0,-1 0 1 0 0,1 0-1 0 0,0 0 1 0 0,-2 3-1 0 0,-18 22 54 0 0,1 1 0 0 0,2 1-1 0 0,0 1 1 0 0,3 1 0 0 0,0 1-1 0 0,-13 39 1 0 0,24-59-184 0 0,2 0-1 0 0,-1 0 1 0 0,1 0-1 0 0,1 1 1 0 0,0-1 0 0 0,1 1-1 0 0,0-1 1 0 0,1 1 0 0 0,1-1-1 0 0,3 24 1 0 0,-2-26-8 0 0,1-1-1 0 0,0 0 1 0 0,1-1 0 0 0,-1 1 0 0 0,2 0-1 0 0,-1-1 1 0 0,1 0 0 0 0,1 0 0 0 0,-1-1-1 0 0,1 1 1 0 0,0-1 0 0 0,1 0 0 0 0,0-1 0 0 0,0 0-1 0 0,8 6 1 0 0,-5-5-38 0 0,0 1 1 0 0,1-2-1 0 0,0 0 0 0 0,0 0 1 0 0,0-1-1 0 0,1 0 0 0 0,-1-1 1 0 0,1 0-1 0 0,20 3 0 0 0,-27-6 13 0 0,0-1-1 0 0,0 0 0 0 0,0 0 1 0 0,0 0-1 0 0,-1-1 1 0 0,1 0-1 0 0,0 0 1 0 0,0 0-1 0 0,0 0 1 0 0,0-1-1 0 0,-1 0 0 0 0,1 0 1 0 0,-1 0-1 0 0,1 0 1 0 0,-1-1-1 0 0,0 1 1 0 0,0-1-1 0 0,0 0 1 0 0,0-1-1 0 0,-1 1 0 0 0,1-1 1 0 0,-1 1-1 0 0,0-1 1 0 0,0 0-1 0 0,0 0 1 0 0,4-8-1 0 0,-5 5 65 0 0,1 1-1 0 0,-1-1 0 0 0,1 1 1 0 0,-2-1-1 0 0,1 0 1 0 0,-1 1-1 0 0,0-1 0 0 0,0 0 1 0 0,-1 0-1 0 0,0 0 1 0 0,0 0-1 0 0,-3-13 0 0 0,-2-9 28 0 0,-17-49 0 0 0,10 35-35 0 0,4 15 20 0 0,3 14-43 0 0,1 0-1 0 0,0 0 1 0 0,1-1-1 0 0,1 1 1 0 0,0-1-1 0 0,1-20 1 0 0,2 33-6 0 0,-1 1 0 0 0,1 0 0 0 0,0 0 0 0 0,0 0 0 0 0,0 0 0 0 0,-1 0 0 0 0,1 0 0 0 0,0 1 0 0 0,0-1 0 0 0,1 0 0 0 0,-1 0 0 0 0,0 1 0 0 0,0-1 0 0 0,0 1 0 0 0,0-1 0 0 0,1 1 0 0 0,-1-1 0 0 0,0 1 0 0 0,0 0 0 0 0,1-1 0 0 0,-1 1 0 0 0,0 0 0 0 0,0 0 0 0 0,1 0 0 0 0,-1 0 0 0 0,0 0 0 0 0,1 0 0 0 0,1 1 0 0 0,40 3-7 0 0,-32-2 59 0 0,1 0 0 0 0,-1 0-1 0 0,0 1 1 0 0,0 0 0 0 0,0 1 0 0 0,17 9 0 0 0,-24-10 49 0 0,0 0-1 0 0,-1 0 1 0 0,1 0 0 0 0,0 0 0 0 0,-1 1 0 0 0,0-1 0 0 0,0 1 0 0 0,0 0 0 0 0,0 0-1 0 0,-1 0 1 0 0,0 0 0 0 0,0 1 0 0 0,0-1 0 0 0,0 0 0 0 0,0 1 0 0 0,-1 0-1 0 0,0-1 1 0 0,1 9 0 0 0,1 15 448 0 0,-2 1 0 0 0,-1-1 0 0 0,-1 0 0 0 0,-2 1 0 0 0,-8 39 0 0 0,6-37-482 0 0,0 0-1 0 0,2 0 1 0 0,2 0-1 0 0,2 34 1 0 0,8-25-1719 0 0,-1-26-3684 0 0</inkml:trace>
</inkml:ink>
</file>

<file path=ppt/ink/ink2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07.797"/>
    </inkml:context>
    <inkml:brush xml:id="br0">
      <inkml:brushProperty name="width" value="0.1" units="cm"/>
      <inkml:brushProperty name="height" value="0.1" units="cm"/>
    </inkml:brush>
  </inkml:definitions>
  <inkml:trace contextRef="#ctx0" brushRef="#br0">1 95 5065 0 0,'0'-13'134'0'0,"0"7"138"0"0,0 1 0 0 0,0-1 0 0 0,1 0 0 0 0,-1 1 0 0 0,1-1 0 0 0,0 1 0 0 0,1-1 0 0 0,-1 1 0 0 0,1 0 0 0 0,0-1 0 0 0,1 1 0 0 0,-1 0 0 0 0,4-5 0 0 0,-5 10-202 0 0,-1 0-1 0 0,0 0 0 0 0,1 0 1 0 0,-1 0-1 0 0,0 0 0 0 0,0 0 1 0 0,1-1-1 0 0,-1 1 0 0 0,0 0 1 0 0,1 0-1 0 0,-1 0 0 0 0,0 1 1 0 0,0-1-1 0 0,1 0 0 0 0,-1 0 1 0 0,0 0-1 0 0,1 0 0 0 0,-1 0 0 0 0,0 0 1 0 0,0 0-1 0 0,1 0 0 0 0,-1 1 1 0 0,0-1-1 0 0,0 0 0 0 0,1 0 1 0 0,-1 0-1 0 0,0 1 0 0 0,0-1 1 0 0,0 0-1 0 0,1 0 0 0 0,-1 0 1 0 0,0 1-1 0 0,0-1 0 0 0,0 0 1 0 0,0 0-1 0 0,1 1 0 0 0,-1-1 1 0 0,0 0-1 0 0,0 1 0 0 0,0-1 1 0 0,0 0-1 0 0,0 0 0 0 0,0 1 1 0 0,0-1-1 0 0,0 0 0 0 0,0 1 1 0 0,0-1-1 0 0,0 0 0 0 0,0 1 1 0 0,0-1-1 0 0,0 0 0 0 0,0 1 1 0 0,3 23 1209 0 0,-2-22-984 0 0,12 70 1280 0 0,2-1 0 0 0,38 102 0 0 0,-8-31-5926 0 0,-42-128 787 0 0</inkml:trace>
</inkml:ink>
</file>

<file path=ppt/ink/ink2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08.025"/>
    </inkml:context>
    <inkml:brush xml:id="br0">
      <inkml:brushProperty name="width" value="0.1" units="cm"/>
      <inkml:brushProperty name="height" value="0.1" units="cm"/>
    </inkml:brush>
  </inkml:definitions>
  <inkml:trace contextRef="#ctx0" brushRef="#br0">0 238 1296 0 0,'1'-10'43'0'0,"-1"-2"32"0"0,1-1-1 0 0,0 0 1 0 0,1 1 0 0 0,0 0 0 0 0,1-1 0 0 0,0 1 0 0 0,1 0-1 0 0,0 0 1 0 0,1 1 0 0 0,9-16 0 0 0,-9 19 351 0 0,1 0-1 0 0,0 0 1 0 0,0 0 0 0 0,1 1 0 0 0,0 0-1 0 0,13-10 1 0 0,-17 15-191 0 0,0 0 0 0 0,0 0 0 0 0,0 1 0 0 0,0-1 0 0 0,0 1 0 0 0,1 0 0 0 0,-1-1 0 0 0,1 2 1 0 0,-1-1-1 0 0,0 0 0 0 0,1 1 0 0 0,0-1 0 0 0,-1 1 0 0 0,1 0 0 0 0,-1 0 0 0 0,1 0 0 0 0,-1 1 0 0 0,1 0 0 0 0,-1-1 0 0 0,1 1 0 0 0,6 3 0 0 0,0 0 316 0 0,0 1 0 0 0,1 0 0 0 0,-2 0 0 0 0,1 1 0 0 0,-1 1 0 0 0,0-1 0 0 0,16 17 0 0 0,-22-21-471 0 0,-1 1-1 0 0,0 0 0 0 0,1 0 1 0 0,-1 0-1 0 0,-1 0 1 0 0,1 0-1 0 0,0 0 1 0 0,-1 0-1 0 0,1 1 1 0 0,-1-1-1 0 0,0 0 0 0 0,0 1 1 0 0,0-1-1 0 0,-1 1 1 0 0,1 0-1 0 0,-1-1 1 0 0,0 1-1 0 0,0-1 1 0 0,0 1-1 0 0,-1 0 0 0 0,1-1 1 0 0,-1 1-1 0 0,0-1 1 0 0,0 1-1 0 0,0-1 1 0 0,0 0-1 0 0,0 1 1 0 0,-3 3-1 0 0,-6 10 76 0 0,-1-1 0 0 0,0 0 0 0 0,-2-1 1 0 0,1 0-1 0 0,-2-1 0 0 0,0 0 0 0 0,-18 13 0 0 0,8-9-3344 0 0,-51 30 0 0 0,60-40-1938 0 0</inkml:trace>
</inkml:ink>
</file>

<file path=ppt/ink/ink2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08.258"/>
    </inkml:context>
    <inkml:brush xml:id="br0">
      <inkml:brushProperty name="width" value="0.1" units="cm"/>
      <inkml:brushProperty name="height" value="0.1" units="cm"/>
    </inkml:brush>
  </inkml:definitions>
  <inkml:trace contextRef="#ctx0" brushRef="#br0">0 0 6449 0 0,'3'1'308'0'0,"0"-1"-1"0"0,0 1 0 0 0,-1 0 0 0 0,1 0 1 0 0,0 0-1 0 0,-1 0 0 0 0,1 1 0 0 0,-1-1 1 0 0,1 1-1 0 0,-1-1 0 0 0,0 1 0 0 0,0 0 0 0 0,0 0 1 0 0,0 0-1 0 0,0 0 0 0 0,0 0 0 0 0,0 0 1 0 0,-1 1-1 0 0,1-1 0 0 0,-1 1 0 0 0,1-1 1 0 0,-1 1-1 0 0,2 4 0 0 0,3 9 822 0 0,0 1 0 0 0,6 25 0 0 0,-12-40-1033 0 0,29 162 2944 0 0,-17 2-4995 0 0,-12-148-19 0 0,-1-1-4081 0 0</inkml:trace>
</inkml:ink>
</file>

<file path=ppt/ink/ink2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08.526"/>
    </inkml:context>
    <inkml:brush xml:id="br0">
      <inkml:brushProperty name="width" value="0.1" units="cm"/>
      <inkml:brushProperty name="height" value="0.1" units="cm"/>
    </inkml:brush>
  </inkml:definitions>
  <inkml:trace contextRef="#ctx0" brushRef="#br0">11 87 7370 0 0,'0'0'33'0'0,"-1"0"1"0"0,1 0-1 0 0,0 0 0 0 0,0 0 1 0 0,-1 1-1 0 0,1-1 1 0 0,0 0-1 0 0,-1 0 1 0 0,1 0-1 0 0,0 0 1 0 0,0 0-1 0 0,-1 0 1 0 0,1 0-1 0 0,0 0 1 0 0,-1 0-1 0 0,1 0 0 0 0,0 0 1 0 0,0 0-1 0 0,-1 0 1 0 0,1 0-1 0 0,0 0 1 0 0,-1-1-1 0 0,1 1 1 0 0,0 0-1 0 0,0 0 1 0 0,-1 0-1 0 0,1 0 1 0 0,0 0-1 0 0,0-1 0 0 0,-1 1 1 0 0,1 0-1 0 0,0 0 1 0 0,0 0-1 0 0,0-1 1 0 0,-1 1-1 0 0,1 0 1 0 0,0 0-1 0 0,0-1 1 0 0,0 1-1 0 0,0 0 1 0 0,0-1-1 0 0,0 1 0 0 0,-1 0 1 0 0,1 0-1 0 0,0-1 1 0 0,0 1-1 0 0,0 0 1 0 0,0-1-1 0 0,0 1 1 0 0,0 0-1 0 0,0 0 1 0 0,0-1-1 0 0,0 1 1 0 0,0-1-1 0 0,17-16 1500 0 0,31-14 883 0 0,-40 26-2372 0 0,0 1 1 0 0,0 0 0 0 0,1 0-1 0 0,-1 0 1 0 0,1 1 0 0 0,11-3-1 0 0,-16 6-224 0 0,0 0-1 0 0,-1-1 0 0 0,1 1 1 0 0,0 0-1 0 0,-1 1 0 0 0,1-1 1 0 0,-1 1-1 0 0,1 0 0 0 0,-1-1 0 0 0,1 2 1 0 0,-1-1-1 0 0,1 0 0 0 0,-1 1 1 0 0,0-1-1 0 0,0 1 0 0 0,1 0 1 0 0,-1 0-1 0 0,5 5 0 0 0,6 6 145 0 0</inkml:trace>
</inkml:ink>
</file>

<file path=ppt/ink/ink2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08.670"/>
    </inkml:context>
    <inkml:brush xml:id="br0">
      <inkml:brushProperty name="width" value="0.1" units="cm"/>
      <inkml:brushProperty name="height" value="0.1" units="cm"/>
    </inkml:brush>
  </inkml:definitions>
  <inkml:trace contextRef="#ctx0" brushRef="#br0">0 122 5065 0 0,'1'0'448'0'0,"1"0"-352"0"0,1 0-96 0 0,-2-2 0 0 0,2 1 64 0 0,0-1 0 0 0,3-2 0 0 0,4-2 0 0 0,2-3-64 0 0,1-1-96 0 0,0 0 16 0 0,0-2 8 0 0,-1 4 72 0 0,1-1 0 0 0,1-1 80 0 0,-1-1-80 0 0,-1-2 0 0 0,-2-1 0 0 0</inkml:trace>
</inkml:ink>
</file>

<file path=ppt/ink/ink2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08.989"/>
    </inkml:context>
    <inkml:brush xml:id="br0">
      <inkml:brushProperty name="width" value="0.1" units="cm"/>
      <inkml:brushProperty name="height" value="0.1" units="cm"/>
    </inkml:brush>
  </inkml:definitions>
  <inkml:trace contextRef="#ctx0" brushRef="#br0">86 60 5985 0 0,'-6'5'158'0'0,"-1"0"-1"0"0,1 1 0 0 0,0-1 0 0 0,0 1 0 0 0,1 0 1 0 0,-1 1-1 0 0,1-1 0 0 0,1 1 0 0 0,-1 0 1 0 0,1 0-1 0 0,0 1 0 0 0,1-1 0 0 0,0 1 1 0 0,0 0-1 0 0,1 0 0 0 0,0 0 0 0 0,0 0 1 0 0,-1 12-1 0 0,1-7 20 0 0,1-1-1 0 0,1 0 1 0 0,0 1 0 0 0,0-1-1 0 0,1 0 1 0 0,1 0 0 0 0,0 1-1 0 0,0-1 1 0 0,1 0 0 0 0,1-1-1 0 0,10 23 1 0 0,-8-24-48 0 0,0-1 1 0 0,1 0-1 0 0,1 0 0 0 0,-1-1 0 0 0,2 0 1 0 0,-1 0-1 0 0,1-1 0 0 0,0 0 0 0 0,0 0 0 0 0,1-1 1 0 0,0 0-1 0 0,0-1 0 0 0,0 0 0 0 0,1-1 1 0 0,-1 0-1 0 0,1-1 0 0 0,0 0 0 0 0,1 0 1 0 0,-1-1-1 0 0,0-1 0 0 0,0 0 0 0 0,19-1 1 0 0,-26 0-100 0 0,0 0 1 0 0,-1-1 0 0 0,1 1 0 0 0,0-1 0 0 0,-1 0-1 0 0,1 0 1 0 0,-1-1 0 0 0,1 1 0 0 0,-1-1-1 0 0,0 1 1 0 0,1-1 0 0 0,-1 0 0 0 0,0 0-1 0 0,0 0 1 0 0,0-1 0 0 0,-1 1 0 0 0,1-1 0 0 0,-1 0-1 0 0,4-3 1 0 0,-3 0 104 0 0,0 1 1 0 0,-1 0-1 0 0,1-1 0 0 0,-1 0 0 0 0,0 0 1 0 0,0 1-1 0 0,-1-1 0 0 0,0 0 0 0 0,0 0 0 0 0,0-12 1 0 0,-1-1 377 0 0,-2-1 0 0 0,0 0 1 0 0,-1 1-1 0 0,0-1 0 0 0,-2 1 0 0 0,-9-24 1 0 0,8 27-533 0 0,-1 1 1 0 0,-1 0-1 0 0,0 1 1 0 0,-1 0-1 0 0,-1 0 1 0 0,0 1 0 0 0,0 0-1 0 0,-2 0 1 0 0,1 1-1 0 0,-2 1 1 0 0,0 0-1 0 0,0 1 1 0 0,0 0-1 0 0,-1 1 1 0 0,-1 1 0 0 0,-22-10-1 0 0,12 11-1920 0 0,2 6-4480 0 0</inkml:trace>
</inkml:ink>
</file>

<file path=ppt/ink/ink2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09.830"/>
    </inkml:context>
    <inkml:brush xml:id="br0">
      <inkml:brushProperty name="width" value="0.1" units="cm"/>
      <inkml:brushProperty name="height" value="0.1" units="cm"/>
    </inkml:brush>
  </inkml:definitions>
  <inkml:trace contextRef="#ctx0" brushRef="#br0">22 77 4145 0 0,'-22'12'7233'0'0,"67"-6"-5608"0"0,66 2 0 0 0,-35-4-1107 0 0,-50-1-572 0 0,21 1 405 0 0,-1-2 0 0 0,71-5 1 0 0,-105 2-605 0 0,0 0 0 0 0,0-1 0 0 0,0-1 0 0 0,0 0 0 0 0,-1 0 0 0 0,1-2 0 0 0,-1 1 0 0 0,0-1 0 0 0,0-1 0 0 0,0 0 0 0 0,-1 0 0 0 0,0-1 0 0 0,0-1 0 0 0,15-15 0 0 0,-10 1-3368 0 0,-12 15 2341 0 0</inkml:trace>
</inkml:ink>
</file>

<file path=ppt/ink/ink2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0.226"/>
    </inkml:context>
    <inkml:brush xml:id="br0">
      <inkml:brushProperty name="width" value="0.1" units="cm"/>
      <inkml:brushProperty name="height" value="0.1" units="cm"/>
    </inkml:brush>
  </inkml:definitions>
  <inkml:trace contextRef="#ctx0" brushRef="#br0">14 2 5065 0 0,'-14'5'7430'0'0,"51"-12"-3978"0"0,-26 8-3177 0 0,-1 1 0 0 0,0 0 0 0 0,1 0 0 0 0,-1 1 0 0 0,12 5 0 0 0,3 1-63 0 0,-10-4-185 0 0,-1 0 0 0 0,-1 1 0 0 0,1 1 0 0 0,-1 0 0 0 0,0 0 0 0 0,-1 2 0 0 0,1-1 0 0 0,-2 2 0 0 0,1 0 0 0 0,-2 0 0 0 0,13 15 0 0 0,-22-23 44 0 0,0-1 0 0 0,0 1 1 0 0,0 0-1 0 0,0-1 0 0 0,-1 1 0 0 0,1 0 0 0 0,-1 0 0 0 0,1 0 0 0 0,-1-1 1 0 0,0 1-1 0 0,0 0 0 0 0,0 0 0 0 0,0 0 0 0 0,0 0 0 0 0,0 0 0 0 0,0-1 1 0 0,-1 1-1 0 0,1 0 0 0 0,-1 0 0 0 0,1 0 0 0 0,-1-1 0 0 0,0 1 0 0 0,1 0 1 0 0,-1-1-1 0 0,0 1 0 0 0,0 0 0 0 0,0-1 0 0 0,0 1 0 0 0,-1-1 0 0 0,1 0 1 0 0,0 1-1 0 0,-2 0 0 0 0,-8 9 138 0 0,0-1 1 0 0,-1 0-1 0 0,-13 8 1 0 0,9-6-100 0 0,-43 36-899 0 0,23-12-2919 0 0,27-24 2299 0 0</inkml:trace>
</inkml:ink>
</file>

<file path=ppt/ink/ink2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0.717"/>
    </inkml:context>
    <inkml:brush xml:id="br0">
      <inkml:brushProperty name="width" value="0.1" units="cm"/>
      <inkml:brushProperty name="height" value="0.1" units="cm"/>
    </inkml:brush>
  </inkml:definitions>
  <inkml:trace contextRef="#ctx0" brushRef="#br0">1 8 5985 0 0,'0'0'119'0'0,"1"1"0"0"0,-1-1 0 0 0,0 1-1 0 0,1-1 1 0 0,-1 1 0 0 0,0-1 0 0 0,1 1 0 0 0,-1-1 0 0 0,1 0-1 0 0,-1 1 1 0 0,1-1 0 0 0,-1 1 0 0 0,1-1 0 0 0,-1 0-1 0 0,1 0 1 0 0,0 1 0 0 0,-1-1 0 0 0,1 0 0 0 0,-1 0-1 0 0,1 0 1 0 0,0 1 0 0 0,-1-1 0 0 0,1 0 0 0 0,0 0-1 0 0,-1 0 1 0 0,1 0 0 0 0,-1 0 0 0 0,1 0 0 0 0,0-1-1 0 0,-1 1 1 0 0,1 0 0 0 0,0 0 0 0 0,-1 0 0 0 0,1 0-1 0 0,-1-1 1 0 0,1 1 0 0 0,-1 0 0 0 0,1-1 0 0 0,0 1-1 0 0,-1 0 1 0 0,1-1 0 0 0,-1 1 0 0 0,0-1 0 0 0,1 1-1 0 0,-1-1 1 0 0,1 1 0 0 0,-1-1 0 0 0,0 1 0 0 0,1-1-1 0 0,-1 1 1 0 0,0-1 0 0 0,1 1 0 0 0,-1-1 0 0 0,0 0-1 0 0,0 1 1 0 0,0-1 0 0 0,0 0 0 0 0,0 1 0 0 0,1-2-1 0 0,4 27 763 0 0,0 0 0 0 0,-2 1 0 0 0,0-1 0 0 0,-2 41-1 0 0,-1-34-646 0 0,1-1 1 0 0,8 46-1 0 0,-5-49-86 0 0,8 34 570 0 0,-11-59-636 0 0,0-1 0 0 0,0 1 0 0 0,0 0-1 0 0,0 0 1 0 0,1 0 0 0 0,-1-1 0 0 0,1 1-1 0 0,-1-1 1 0 0,1 1 0 0 0,0-1 0 0 0,0 0 0 0 0,0 1-1 0 0,0-1 1 0 0,1 0 0 0 0,-1-1 0 0 0,3 3-1 0 0,-2-3-53 0 0,-1-1-1 0 0,0 1 1 0 0,0-1-1 0 0,1 1 1 0 0,-1-1-1 0 0,1 0 0 0 0,-1 0 1 0 0,0 0-1 0 0,1 0 1 0 0,-1 0-1 0 0,0-1 1 0 0,1 1-1 0 0,-1-1 1 0 0,0 1-1 0 0,1-1 1 0 0,-1 0-1 0 0,2-1 0 0 0,40-22 156 0 0,-34 18-123 0 0,91-62-116 0 0,12-7-3957 0 0,-89 62-2289 0 0</inkml:trace>
</inkml:ink>
</file>

<file path=ppt/ink/ink2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0.982"/>
    </inkml:context>
    <inkml:brush xml:id="br0">
      <inkml:brushProperty name="width" value="0.1" units="cm"/>
      <inkml:brushProperty name="height" value="0.1" units="cm"/>
    </inkml:brush>
  </inkml:definitions>
  <inkml:trace contextRef="#ctx0" brushRef="#br0">31 30 6449 0 0,'-31'-29'10495'0'0,"34"34"-9841"0"0,32 116 2064 0 0,3 7-1899 0 0,-20-93-578 0 0,-11-24-2276 0 0</inkml:trace>
</inkml:ink>
</file>

<file path=ppt/ink/ink2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1.155"/>
    </inkml:context>
    <inkml:brush xml:id="br0">
      <inkml:brushProperty name="width" value="0.1" units="cm"/>
      <inkml:brushProperty name="height" value="0.1" units="cm"/>
    </inkml:brush>
  </inkml:definitions>
  <inkml:trace contextRef="#ctx0" brushRef="#br0">0 218 3225 0 0,'2'-12'599'0'0,"1"1"0"0"0,1-1 0 0 0,-1 0 1 0 0,2 1-1 0 0,-1 0 0 0 0,14-21 0 0 0,-13 25 33 0 0,0 0-1 0 0,1 0 1 0 0,0 0-1 0 0,1 1 1 0 0,-1 0-1 0 0,1 0 1 0 0,0 1-1 0 0,1 0 1 0 0,-1 0-1 0 0,11-4 1 0 0,-10 4-370 0 0,4-1-135 0 0,0 0 1 0 0,0 0 0 0 0,1 1 0 0 0,0 0 0 0 0,0 1-1 0 0,0 1 1 0 0,22-4 0 0 0,-18 13-1474 0 0,-9-2 125 0 0</inkml:trace>
</inkml:ink>
</file>

<file path=ppt/ink/ink2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1.330"/>
    </inkml:context>
    <inkml:brush xml:id="br0">
      <inkml:brushProperty name="width" value="0.1" units="cm"/>
      <inkml:brushProperty name="height" value="0.1" units="cm"/>
    </inkml:brush>
  </inkml:definitions>
  <inkml:trace contextRef="#ctx0" brushRef="#br0">1 152 4609 0 0,'33'-28'5505'0'0,"2"-3"-4010"0"0,-4 7-827 0 0,28-20-1195 0 0,-17 23-3133 0 0,-28 17 2155 0 0</inkml:trace>
</inkml:ink>
</file>

<file path=ppt/ink/ink2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1.488"/>
    </inkml:context>
    <inkml:brush xml:id="br0">
      <inkml:brushProperty name="width" value="0.1" units="cm"/>
      <inkml:brushProperty name="height" value="0.1" units="cm"/>
    </inkml:brush>
  </inkml:definitions>
  <inkml:trace contextRef="#ctx0" brushRef="#br0">17 138 3681 0 0,'-2'2'-238'0'0,"-12"25"1714"0"0,16-16 478 0 0,-2-10-1837 0 0,1-1-1 0 0,0 0 0 0 0,-1 1 1 0 0,1-1-1 0 0,0 0 1 0 0,0 0-1 0 0,-1 1 0 0 0,1-1 1 0 0,0 0-1 0 0,0 0 1 0 0,0 0-1 0 0,-1 0 0 0 0,1 0 1 0 0,0 0-1 0 0,0 0 0 0 0,0-1 1 0 0,-1 1-1 0 0,3 0 1 0 0,4-2 217 0 0,0-1 1 0 0,0 1 0 0 0,0-1-1 0 0,-1-1 1 0 0,1 1 0 0 0,-1-1-1 0 0,1 0 1 0 0,5-5 0 0 0,49-46-2183 0 0,-13 10-1681 0 0,-8 14 2914 0 0,-25 17 599 0 0</inkml:trace>
</inkml:ink>
</file>

<file path=ppt/ink/ink2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1.712"/>
    </inkml:context>
    <inkml:brush xml:id="br0">
      <inkml:brushProperty name="width" value="0.1" units="cm"/>
      <inkml:brushProperty name="height" value="0.1" units="cm"/>
    </inkml:brush>
  </inkml:definitions>
  <inkml:trace contextRef="#ctx0" brushRef="#br0">127 7 6913 0 0,'-3'-1'175'0'0,"0"0"0"0"0,0 0-1 0 0,0 0 1 0 0,0 0 0 0 0,0 0 0 0 0,0 1-1 0 0,0-1 1 0 0,0 1 0 0 0,-1 0-1 0 0,1 0 1 0 0,0 0 0 0 0,0 0-1 0 0,0 1 1 0 0,0-1 0 0 0,-1 1-1 0 0,1 0 1 0 0,0 0 0 0 0,-3 2-1 0 0,1-2 155 0 0,1 1 0 0 0,0-1-1 0 0,0 1 1 0 0,0 1-1 0 0,0-1 1 0 0,1 0 0 0 0,-1 1-1 0 0,1 0 1 0 0,-1 0 0 0 0,1 0-1 0 0,0 0 1 0 0,-4 6-1 0 0,4-4-117 0 0,1 0-1 0 0,0 0 0 0 0,1 0 0 0 0,0 0 1 0 0,-1 1-1 0 0,2-1 0 0 0,-1 0 0 0 0,0 0 0 0 0,1 1 1 0 0,0-1-1 0 0,1 1 0 0 0,-1-1 0 0 0,1 0 1 0 0,0 0-1 0 0,2 9 0 0 0,4 9 3 0 0,1 0 1 0 0,12 24-1 0 0,-13-32-176 0 0,59 108 54 0 0,-22-43-3156 0 0,-34-60-2648 0 0</inkml:trace>
</inkml:ink>
</file>

<file path=ppt/ink/ink2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1.932"/>
    </inkml:context>
    <inkml:brush xml:id="br0">
      <inkml:brushProperty name="width" value="0.1" units="cm"/>
      <inkml:brushProperty name="height" value="0.1" units="cm"/>
    </inkml:brush>
  </inkml:definitions>
  <inkml:trace contextRef="#ctx0" brushRef="#br0">1 29 6913 0 0,'0'-1'60'0'0,"0"0"-1"0"0,0 0 1 0 0,0 0-1 0 0,1 0 1 0 0,-1 0-1 0 0,0 0 1 0 0,1 1-1 0 0,-1-1 1 0 0,0 0-1 0 0,1 0 1 0 0,-1 0-1 0 0,1 1 1 0 0,0-1-1 0 0,-1 0 1 0 0,1 0-1 0 0,-1 1 1 0 0,1-1-1 0 0,0 0 1 0 0,0 1-1 0 0,-1-1 1 0 0,1 1-1 0 0,0-1 1 0 0,0 1-1 0 0,1-1 1 0 0,31-8 1488 0 0,37 8 1122 0 0,-70 1-2654 0 0,16 2 404 0 0,0-1 0 0 0,0 2 0 0 0,0 0 0 0 0,0 1 0 0 0,-1 1 0 0 0,1 0 0 0 0,-1 1 0 0 0,-1 1 0 0 0,1 0 0 0 0,-1 1 0 0 0,0 1 0 0 0,-1 0 0 0 0,22 19 0 0 0,-27-21-306 0 0,0 1-1 0 0,-1 0 1 0 0,0 0-1 0 0,-1 1 1 0 0,1-1-1 0 0,-2 2 1 0 0,1-1-1 0 0,-1 0 1 0 0,-1 1-1 0 0,1 0 1 0 0,-2 0-1 0 0,1 0 1 0 0,-2 1-1 0 0,1-1 1 0 0,-1 1-1 0 0,-1 0 1 0 0,0-1-1 0 0,-1 1 1 0 0,1 0-1 0 0,-2 0 1 0 0,-2 16-1 0 0,-1-9-118 0 0,0-1-1 0 0,-2 0 0 0 0,0 0 1 0 0,-14 27-1 0 0,-5 1-5569 0 0,6-15-1040 0 0</inkml:trace>
</inkml:ink>
</file>

<file path=ppt/ink/ink2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4.679"/>
    </inkml:context>
    <inkml:brush xml:id="br0">
      <inkml:brushProperty name="width" value="0.1" units="cm"/>
      <inkml:brushProperty name="height" value="0.1" units="cm"/>
    </inkml:brush>
  </inkml:definitions>
  <inkml:trace contextRef="#ctx0" brushRef="#br0">0 0 9218 0 0,'3'0'156'0'0,"0"1"0"0"0,0 0 0 0 0,-1-1 1 0 0,1 1-1 0 0,0 0 0 0 0,-1 0 0 0 0,1 1 0 0 0,-1-1 1 0 0,1 0-1 0 0,-1 1 0 0 0,1-1 0 0 0,-1 1 0 0 0,0 0 0 0 0,0 0 1 0 0,0 0-1 0 0,0 0 0 0 0,0 0 0 0 0,-1 0 0 0 0,1 1 0 0 0,0-1 1 0 0,-1 1-1 0 0,0-1 0 0 0,1 4 0 0 0,4 5 425 0 0,-1 0 1 0 0,-1 1-1 0 0,5 22 0 0 0,6 47 1067 0 0,6 120 1 0 0,-1-7-1429 0 0,-18-182-746 0 0,3 35 312 0 0,-5-44-287 0 0,0 0 0 0 0,0-1 1 0 0,0 1-1 0 0,0 0 0 0 0,-1 0 0 0 0,1-1 0 0 0,-1 1 0 0 0,0 0 0 0 0,0-1 0 0 0,0 1 0 0 0,0-1 0 0 0,0 1 1 0 0,-4 4-1 0 0</inkml:trace>
</inkml:ink>
</file>

<file path=ppt/ink/ink2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5.011"/>
    </inkml:context>
    <inkml:brush xml:id="br0">
      <inkml:brushProperty name="width" value="0.1" units="cm"/>
      <inkml:brushProperty name="height" value="0.1" units="cm"/>
    </inkml:brush>
  </inkml:definitions>
  <inkml:trace contextRef="#ctx0" brushRef="#br0">1 204 1376 0 0,'-1'-2'66'0'0,"1"0"0"0"0,0 0 0 0 0,0 0 0 0 0,1 0 0 0 0,-1 0 0 0 0,0 0 0 0 0,1 0-1 0 0,-1 0 1 0 0,1 0 0 0 0,0 0 0 0 0,0 0 0 0 0,0 0 0 0 0,-1 0 0 0 0,2 0 0 0 0,1-2 0 0 0,21-30 915 0 0,-21 30-800 0 0,7-6 308 0 0,-1 0 0 0 0,2 0 0 0 0,-1 1 0 0 0,1 0 0 0 0,0 1 0 0 0,1 1 0 0 0,0 0 0 0 0,0 0 0 0 0,1 1 0 0 0,-1 1 0 0 0,17-5 0 0 0,0 1 68 0 0,0 2-1 0 0,0 1 1 0 0,1 1-1 0 0,33-1 1 0 0,-57 6-468 0 0,1-1 1 0 0,0 1 0 0 0,0 1-1 0 0,0-1 1 0 0,0 1-1 0 0,-1 1 1 0 0,1-1-1 0 0,12 5 1 0 0,-17-5-59 0 0,0 0 0 0 0,0 0 1 0 0,0 1-1 0 0,-1-1 0 0 0,1 0 0 0 0,0 1 1 0 0,0-1-1 0 0,-1 1 0 0 0,1-1 0 0 0,-1 1 0 0 0,1 0 1 0 0,-1 0-1 0 0,0 0 0 0 0,0 0 0 0 0,0 0 1 0 0,0 0-1 0 0,0 0 0 0 0,0 0 0 0 0,-1 0 1 0 0,1 0-1 0 0,-1 0 0 0 0,1 1 0 0 0,-1-1 1 0 0,0 0-1 0 0,0 0 0 0 0,0 1 0 0 0,0-1 1 0 0,0 0-1 0 0,-1 4 0 0 0,-1 5-2 0 0,-1-1 0 0 0,0 0 0 0 0,-1 0 1 0 0,0 0-1 0 0,0 0 0 0 0,-1-1 0 0 0,0 1 0 0 0,-1-1 0 0 0,0-1 1 0 0,-1 1-1 0 0,1-1 0 0 0,-13 11 0 0 0,-11 9 255 0 0,-61 45 0 0 0,75-62-261 0 0,7-4-164 0 0,-56 36 542 0 0,59-39-815 0 0,-1-1 0 0 0,0 0-1 0 0,0-1 1 0 0,0 0 0 0 0,-7 2 0 0 0</inkml:trace>
</inkml:ink>
</file>

<file path=ppt/ink/ink2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5.297"/>
    </inkml:context>
    <inkml:brush xml:id="br0">
      <inkml:brushProperty name="width" value="0.1" units="cm"/>
      <inkml:brushProperty name="height" value="0.1" units="cm"/>
    </inkml:brush>
  </inkml:definitions>
  <inkml:trace contextRef="#ctx0" brushRef="#br0">1 13 4609 0 0,'0'-1'73'0'0,"0"1"0"0"0,0-1 0 0 0,0 0 0 0 0,1 0 0 0 0,-1 1-1 0 0,0-1 1 0 0,0 1 0 0 0,1-1 0 0 0,-1 0 0 0 0,0 1 0 0 0,1-1 0 0 0,-1 1 0 0 0,1-1 0 0 0,-1 1 0 0 0,1-1 0 0 0,-1 1-1 0 0,1-1 1 0 0,-1 1 0 0 0,1-1 0 0 0,1 0 0 0 0,7 7 2765 0 0,3 20 789 0 0,-8 4-2445 0 0,-2 0 0 0 0,-2 40-1 0 0,2 25-551 0 0,22 45-382 0 0,-4-37-3838 0 0,-18-89 2289 0 0,-2-1-154 0 0</inkml:trace>
</inkml:ink>
</file>

<file path=ppt/ink/ink2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5.663"/>
    </inkml:context>
    <inkml:brush xml:id="br0">
      <inkml:brushProperty name="width" value="0.1" units="cm"/>
      <inkml:brushProperty name="height" value="0.1" units="cm"/>
    </inkml:brush>
  </inkml:definitions>
  <inkml:trace contextRef="#ctx0" brushRef="#br0">127 150 2304 0 0,'-2'-6'382'0'0,"0"0"-1"0"0,1-1 0 0 0,0 1 0 0 0,0-1 0 0 0,1 0 0 0 0,0 1 0 0 0,0-1 0 0 0,0 0 0 0 0,1 1 0 0 0,0-1 1 0 0,0 1-1 0 0,1-1 0 0 0,4-10 0 0 0,-5 13-185 0 0,1 1 1 0 0,0 0-1 0 0,0 0 1 0 0,0 0 0 0 0,0 1-1 0 0,0-1 1 0 0,1 0-1 0 0,-1 1 1 0 0,1-1-1 0 0,0 1 1 0 0,0 0-1 0 0,0 0 1 0 0,0 0-1 0 0,0 0 1 0 0,0 1-1 0 0,0-1 1 0 0,1 1-1 0 0,-1 0 1 0 0,0 0 0 0 0,1 0-1 0 0,-1 0 1 0 0,1 1-1 0 0,-1-1 1 0 0,1 1-1 0 0,0 0 1 0 0,-1 0-1 0 0,5 1 1 0 0,-3-1-127 0 0,1 1 0 0 0,-1 0 0 0 0,0 0 0 0 0,1 1 0 0 0,-1-1 0 0 0,0 1 0 0 0,0 0 0 0 0,0 1 0 0 0,0-1 0 0 0,-1 1 0 0 0,1 0 0 0 0,-1 0 0 0 0,1 1 0 0 0,-1-1 0 0 0,0 1 0 0 0,0 0 0 0 0,-1 0 0 0 0,1 0 0 0 0,-1 0 0 0 0,0 1 0 0 0,0 0 0 0 0,0-1 0 0 0,-1 1 0 0 0,1 0 0 0 0,1 8 0 0 0,0-4-243 0 0,-1 2 0 0 0,0-1 0 0 0,-1 0 0 0 0,0 1 0 0 0,-1-1 1 0 0,0 1-1 0 0,-1-1 0 0 0,0 1 0 0 0,0-1 0 0 0,-1 1 0 0 0,-1 0 0 0 0,-2 11 0 0 0,-5 4 218 0 0,-1 0 0 0 0,-1-1 0 0 0,-1-1 0 0 0,-1 1 0 0 0,-1-2 1 0 0,-1 0-1 0 0,-23 26 0 0 0,-4-1 1895 0 0,-95 83 0 0 0,104-104-4253 0 0</inkml:trace>
</inkml:ink>
</file>

<file path=ppt/ink/ink2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6.400"/>
    </inkml:context>
    <inkml:brush xml:id="br0">
      <inkml:brushProperty name="width" value="0.1" units="cm"/>
      <inkml:brushProperty name="height" value="0.1" units="cm"/>
    </inkml:brush>
  </inkml:definitions>
  <inkml:trace contextRef="#ctx0" brushRef="#br0">1 0 3225 0 0,'12'1'442'0'0,"0"0"1"0"0,0 1 0 0 0,16 5-1 0 0,19 3 650 0 0,54-3 2197 0 0,161-10-1 0 0,-161-1-2012 0 0,156 12-1 0 0,-174 9-1741 0 0,-6-1-1956 0 0,-25-14-2567 0 0,-42-3 1820 0 0</inkml:trace>
</inkml:ink>
</file>

<file path=ppt/ink/ink2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6.727"/>
    </inkml:context>
    <inkml:brush xml:id="br0">
      <inkml:brushProperty name="width" value="0.1" units="cm"/>
      <inkml:brushProperty name="height" value="0.1" units="cm"/>
    </inkml:brush>
  </inkml:definitions>
  <inkml:trace contextRef="#ctx0" brushRef="#br0">134 32 1376 0 0,'-10'-3'636'0'0,"0"1"0"0"0,0-1 0 0 0,-1 2 0 0 0,-12-2 0 0 0,14 3 328 0 0,0-1-1 0 0,1-1 0 0 0,-1 1 0 0 0,0-2 0 0 0,1 1 0 0 0,-10-4 0 0 0,54 2 3726 0 0,-29 4-4581 0 0,0 0 0 0 0,1 1 0 0 0,-1 0 0 0 0,0 0 0 0 0,0 1 0 0 0,0 0 0 0 0,0 0 0 0 0,0 1 0 0 0,-1 0 0 0 0,1 0 0 0 0,0 0 0 0 0,-1 1 0 0 0,0 0 0 0 0,0 0 0 0 0,0 1 0 0 0,-1 0 0 0 0,10 10 0 0 0,-4-2-9 0 0,-1 0 1 0 0,-1 1 0 0 0,0 0 0 0 0,-1 0 0 0 0,0 1 0 0 0,9 27 0 0 0,-15-37-80 0 0,-1 0-1 0 0,0 0 1 0 0,0 0 0 0 0,0 0 0 0 0,-1 0 0 0 0,0 0 0 0 0,0 0-1 0 0,0 0 1 0 0,0 0 0 0 0,-1 0 0 0 0,0 0 0 0 0,0 0 0 0 0,0 0-1 0 0,0 0 1 0 0,-1 0 0 0 0,0 0 0 0 0,0-1 0 0 0,0 1 0 0 0,-1-1-1 0 0,0 0 1 0 0,0 1 0 0 0,0-1 0 0 0,0 0 0 0 0,0-1 0 0 0,-7 7-1 0 0,-35 23-945 0 0,-6 6-4157 0 0</inkml:trace>
</inkml:ink>
</file>

<file path=ppt/ink/ink2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7.107"/>
    </inkml:context>
    <inkml:brush xml:id="br0">
      <inkml:brushProperty name="width" value="0.1" units="cm"/>
      <inkml:brushProperty name="height" value="0.1" units="cm"/>
    </inkml:brush>
  </inkml:definitions>
  <inkml:trace contextRef="#ctx0" brushRef="#br0">232 4 5985 0 0,'-4'-1'112'0'0,"0"0"1"0"0,1 0-1 0 0,-1 1 0 0 0,0-1 0 0 0,1 1 0 0 0,-1 0 0 0 0,0 0 0 0 0,0 1 0 0 0,1-1 0 0 0,-1 1 1 0 0,0-1-1 0 0,1 1 0 0 0,-1 0 0 0 0,0 0 0 0 0,1 1 0 0 0,-4 1 0 0 0,2 0 163 0 0,1 0 0 0 0,0 0-1 0 0,0 1 1 0 0,1-1 0 0 0,-1 1 0 0 0,1 0-1 0 0,-1 0 1 0 0,1 0 0 0 0,1 1-1 0 0,-1-1 1 0 0,-3 8 0 0 0,-7 16 795 0 0,2 1 0 0 0,1 0 1 0 0,-13 59-1 0 0,-5 99-34 0 0,10-60-952 0 0,3-19-2774 0 0,12-76-2415 0 0</inkml:trace>
</inkml:ink>
</file>

<file path=ppt/ink/ink2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7.375"/>
    </inkml:context>
    <inkml:brush xml:id="br0">
      <inkml:brushProperty name="width" value="0.1" units="cm"/>
      <inkml:brushProperty name="height" value="0.1" units="cm"/>
    </inkml:brush>
  </inkml:definitions>
  <inkml:trace contextRef="#ctx0" brushRef="#br0">0 102 5065 0 0,'2'-6'255'0'0,"0"0"1"0"0,1 0-1 0 0,-1 1 1 0 0,1-1-1 0 0,0 0 0 0 0,1 1 1 0 0,-1 0-1 0 0,1 0 0 0 0,0 0 1 0 0,0 0-1 0 0,0 0 1 0 0,1 1-1 0 0,0 0 0 0 0,0 0 1 0 0,0 0-1 0 0,10-4 0 0 0,-12 6 6 0 0,0 0-1 0 0,1 0 0 0 0,0 1 0 0 0,-1 0 0 0 0,1-1 1 0 0,0 1-1 0 0,0 1 0 0 0,-1-1 0 0 0,1 1 0 0 0,0-1 0 0 0,0 1 1 0 0,0 0-1 0 0,0 0 0 0 0,0 1 0 0 0,0-1 0 0 0,-1 1 1 0 0,1 0-1 0 0,0 0 0 0 0,0 0 0 0 0,-1 1 0 0 0,1-1 0 0 0,-1 1 1 0 0,1 0-1 0 0,-1 0 0 0 0,0 0 0 0 0,1 0 0 0 0,4 6 1 0 0,3 4 129 0 0,0 0 0 0 0,-1 1 1 0 0,-1 0-1 0 0,-1 1 0 0 0,1 0 0 0 0,-2 0 1 0 0,0 1-1 0 0,9 27 0 0 0,27 131 50 0 0,-39-153-434 0 0,15 105-1307 0 0,-15-42-3536 0 0,-4-66-601 0 0</inkml:trace>
</inkml:ink>
</file>

<file path=ppt/ink/ink2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17.944"/>
    </inkml:context>
    <inkml:brush xml:id="br0">
      <inkml:brushProperty name="width" value="0.1" units="cm"/>
      <inkml:brushProperty name="height" value="0.1" units="cm"/>
    </inkml:brush>
  </inkml:definitions>
  <inkml:trace contextRef="#ctx0" brushRef="#br0">0 53 3681 0 0,'95'-3'7048'0'0,"97"-3"-4150"0"0,-186 6-2834 0 0,1 0 1 0 0,-1 0-1 0 0,1 1 1 0 0,0 0-1 0 0,-1 0 0 0 0,1 0 1 0 0,-1 1-1 0 0,0 0 1 0 0,10 5-1 0 0,-13-6-41 0 0,-1 1-1 0 0,1 0 1 0 0,0 0 0 0 0,-1 1-1 0 0,0-1 1 0 0,1 0 0 0 0,-1 1-1 0 0,0 0 1 0 0,0-1 0 0 0,0 1-1 0 0,-1 0 1 0 0,1 0 0 0 0,-1 0-1 0 0,0 0 1 0 0,1 0 0 0 0,-1 0-1 0 0,0 0 1 0 0,-1 1 0 0 0,1-1-1 0 0,0 6 1 0 0,0 3-78 0 0,0 0 0 0 0,0 0 0 0 0,-1 0-1 0 0,-1 0 1 0 0,0-1 0 0 0,0 1 0 0 0,-1 0-1 0 0,-1-1 1 0 0,-6 19 0 0 0,8-70 1081 0 0,6 13-8 0 0,1 0 0 0 0,12-31 0 0 0,-15 50-872 0 0,0 0 0 0 0,0 1 0 0 0,1-1 0 0 0,0 1 0 0 0,0 0 0 0 0,1 0 0 0 0,0 0 0 0 0,0 0 0 0 0,1 1 0 0 0,0 0 0 0 0,10-9 0 0 0,-14 14-138 0 0,-1 0 1 0 0,1 0-1 0 0,0-1 1 0 0,0 1-1 0 0,0 0 0 0 0,0 1 1 0 0,0-1-1 0 0,0 0 1 0 0,0 0-1 0 0,0 1 1 0 0,0-1-1 0 0,0 1 0 0 0,0 0 1 0 0,1 0-1 0 0,-1 0 1 0 0,0 0-1 0 0,0 0 1 0 0,0 0-1 0 0,0 0 0 0 0,0 1 1 0 0,0-1-1 0 0,4 2 1 0 0,-3 0 4 0 0,0-1 0 0 0,0 1 0 0 0,-1 1 1 0 0,1-1-1 0 0,0 0 0 0 0,-1 1 0 0 0,1-1 1 0 0,-1 1-1 0 0,0-1 0 0 0,0 1 0 0 0,0 0 1 0 0,3 5-1 0 0,0 3-103 0 0,0 0 1 0 0,-1 0 0 0 0,0 0-1 0 0,-1 0 1 0 0,0 1-1 0 0,-1 0 1 0 0,1 12 0 0 0,-3-23 44 0 0,4 30-918 0 0,-4-30 876 0 0,0 0-1 0 0,0 1 1 0 0,0-1-1 0 0,1 0 0 0 0,-1 0 1 0 0,0 1-1 0 0,1-1 1 0 0,-1 0-1 0 0,1 0 0 0 0,0 0 1 0 0,-1 0-1 0 0,1 0 1 0 0,0 1-1 0 0,0-1 0 0 0,0 0 1 0 0,-1-1-1 0 0,1 1 0 0 0,0 0 1 0 0,2 1-1 0 0,-2-2 22 0 0,-1 0 0 0 0,1 0-1 0 0,0 0 1 0 0,-1-1-1 0 0,1 1 1 0 0,0 0 0 0 0,-1-1-1 0 0,1 1 1 0 0,-1 0-1 0 0,1-1 1 0 0,-1 1 0 0 0,1-1-1 0 0,-1 1 1 0 0,1 0-1 0 0,-1-1 1 0 0,1 1 0 0 0,-1-1-1 0 0,1 0 1 0 0,-1 1-1 0 0,0-1 1 0 0,1 1 0 0 0,-1-1-1 0 0,1-1 1 0 0,8-18-350 0 0,-7 16 262 0 0,5-11 432 0 0,1 0-1 0 0,1 0 1 0 0,0 1-1 0 0,1 0 1 0 0,13-14-1 0 0,-20 24-180 0 0,1 0 0 0 0,-1 1 0 0 0,1-1 0 0 0,0 1 0 0 0,0 0 1 0 0,0 0-1 0 0,1 0 0 0 0,-1 0 0 0 0,1 1 0 0 0,-1 0 0 0 0,1 0 0 0 0,0 0 0 0 0,0 0 0 0 0,0 1 0 0 0,0 0 0 0 0,0 0 1 0 0,0 0-1 0 0,0 1 0 0 0,0 0 0 0 0,0 0 0 0 0,6 0 0 0 0,-8 1-91 0 0,0 0 0 0 0,0 0 0 0 0,0 0 0 0 0,0 0 0 0 0,0 1 0 0 0,0-1 0 0 0,0 1 0 0 0,0 0 0 0 0,-1-1 0 0 0,1 1 0 0 0,-1 1 0 0 0,1-1 0 0 0,-1 0 0 0 0,0 1 0 0 0,0-1 0 0 0,2 3 0 0 0,2 6-766 0 0,1-1 0 0 0,8 22 0 0 0,-14-28 359 0 0,8 15-5422 0 0</inkml:trace>
</inkml:ink>
</file>

<file path=ppt/ink/ink2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3.322"/>
    </inkml:context>
    <inkml:brush xml:id="br0">
      <inkml:brushProperty name="width" value="0.1" units="cm"/>
      <inkml:brushProperty name="height" value="0.1" units="cm"/>
    </inkml:brush>
  </inkml:definitions>
  <inkml:trace contextRef="#ctx0" brushRef="#br0">0 0 10594 0 0,'3'31'953'0'0,"1"0"-1"0"0,1 0 1 0 0,1 0-1 0 0,2-1 1 0 0,2 0 0 0 0,14 33-1 0 0,-12-34-1216 0 0,-1 0 0 0 0,-2 1 1 0 0,-1 0-1 0 0,-1 0 0 0 0,-2 1 0 0 0,2 36 0 0 0,-8-49-1581 0 0,0-2-3211 0 0</inkml:trace>
</inkml:ink>
</file>

<file path=ppt/ink/ink2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3.590"/>
    </inkml:context>
    <inkml:brush xml:id="br0">
      <inkml:brushProperty name="width" value="0.1" units="cm"/>
      <inkml:brushProperty name="height" value="0.1" units="cm"/>
    </inkml:brush>
  </inkml:definitions>
  <inkml:trace contextRef="#ctx0" brushRef="#br0">17 39 8290 0 0,'3'-4'171'0'0,"-1"1"1"0"0,1 0 0 0 0,1 0 0 0 0,-1 0-1 0 0,0 1 1 0 0,1-1 0 0 0,-1 1 0 0 0,1 0-1 0 0,0 0 1 0 0,0 0 0 0 0,0 0-1 0 0,0 0 1 0 0,0 1 0 0 0,0 0 0 0 0,0 0-1 0 0,1 0 1 0 0,-1 1 0 0 0,0-1-1 0 0,0 1 1 0 0,1 0 0 0 0,-1 0 0 0 0,0 0-1 0 0,1 1 1 0 0,-1-1 0 0 0,8 4 0 0 0,-7-3 42 0 0,0 0 0 0 0,0 1 0 0 0,-1-1 1 0 0,1 1-1 0 0,-1 1 0 0 0,0-1 1 0 0,1 1-1 0 0,-1-1 0 0 0,0 1 1 0 0,0 0-1 0 0,-1 1 0 0 0,1-1 1 0 0,-1 0-1 0 0,1 1 0 0 0,-1 0 1 0 0,0 0-1 0 0,-1 0 0 0 0,1 0 1 0 0,-1 1-1 0 0,0-1 0 0 0,0 1 0 0 0,3 8 1 0 0,-4-6-143 0 0,0 0-1 0 0,-1 0 1 0 0,1 0 0 0 0,-2 1 0 0 0,1-1 0 0 0,-1 0 0 0 0,0 0-1 0 0,0 0 1 0 0,-1 0 0 0 0,0 0 0 0 0,0 0 0 0 0,-1 0-1 0 0,0-1 1 0 0,0 1 0 0 0,0-1 0 0 0,-1 0 0 0 0,0 0 0 0 0,0 0-1 0 0,-1 0 1 0 0,0-1 0 0 0,-6 7 0 0 0,0-2-227 0 0,0 0 0 0 0,0-1 0 0 0,-1 0 1 0 0,0-1-1 0 0,-1 0 0 0 0,0-1 0 0 0,0-1 0 0 0,-1 0 1 0 0,-20 7-1 0 0,20-11-908 0 0</inkml:trace>
</inkml:ink>
</file>

<file path=ppt/ink/ink2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3.891"/>
    </inkml:context>
    <inkml:brush xml:id="br0">
      <inkml:brushProperty name="width" value="0.1" units="cm"/>
      <inkml:brushProperty name="height" value="0.1" units="cm"/>
    </inkml:brush>
  </inkml:definitions>
  <inkml:trace contextRef="#ctx0" brushRef="#br0">0 79 2761 0 0,'3'-2'448'0'0,"0"-1"0"0"0,0 1 0 0 0,0 0 0 0 0,1 0 1 0 0,-1 0-1 0 0,0 1 0 0 0,1-1 0 0 0,4-1 1 0 0,-2 1 103 0 0,81-35 4592 0 0,-73 32-5386 0 0,0 1 1 0 0,1 0-1 0 0,-1 1 0 0 0,20-1 0 0 0,-22 4-3862 0 0</inkml:trace>
</inkml:ink>
</file>

<file path=ppt/ink/ink2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4.033"/>
    </inkml:context>
    <inkml:brush xml:id="br0">
      <inkml:brushProperty name="width" value="0.1" units="cm"/>
      <inkml:brushProperty name="height" value="0.1" units="cm"/>
    </inkml:brush>
  </inkml:definitions>
  <inkml:trace contextRef="#ctx0" brushRef="#br0">26 0 2304 0 0,'-3'2'186'0'0,"1"-1"-1"0"0,0 1 1 0 0,0 0-1 0 0,0-1 1 0 0,0 1-1 0 0,0 0 1 0 0,0 0-1 0 0,1 0 0 0 0,-1 1 1 0 0,1-1-1 0 0,-1 0 1 0 0,0 3-1 0 0,1-4-98 0 0,1-1 0 0 0,0 0 0 0 0,0 1-1 0 0,0-1 1 0 0,0 0 0 0 0,0 1 0 0 0,0-1 0 0 0,0 0-1 0 0,0 1 1 0 0,0-1 0 0 0,1 0 0 0 0,-1 1 0 0 0,0-1-1 0 0,0 0 1 0 0,0 1 0 0 0,0-1 0 0 0,0 0-1 0 0,1 1 1 0 0,-1-1 0 0 0,0 0 0 0 0,0 1 0 0 0,0-1-1 0 0,1 0 1 0 0,-1 0 0 0 0,0 1 0 0 0,1-1 0 0 0,-1 0-1 0 0,0 0 1 0 0,0 0 0 0 0,1 1 0 0 0,-1-1 0 0 0,24 3 1361 0 0,-9-5-1697 0 0,0 0 0 0 0,20-6 0 0 0,9-2-255 0 0,-17 6 504 0 0</inkml:trace>
</inkml:ink>
</file>

<file path=ppt/ink/ink2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4.500"/>
    </inkml:context>
    <inkml:brush xml:id="br0">
      <inkml:brushProperty name="width" value="0.1" units="cm"/>
      <inkml:brushProperty name="height" value="0.1" units="cm"/>
    </inkml:brush>
  </inkml:definitions>
  <inkml:trace contextRef="#ctx0" brushRef="#br0">198 20 5065 0 0,'-20'1'800'0'0,"0"1"0"0"0,-1 1 0 0 0,1 0 0 0 0,1 2 0 0 0,-1 1 0 0 0,0 0 0 0 0,-25 13 0 0 0,44-19-716 0 0,1 0 0 0 0,-1 0-1 0 0,1 0 1 0 0,-1 0 0 0 0,0 0 0 0 0,1 0-1 0 0,-1 0 1 0 0,1 1 0 0 0,-1-1-1 0 0,1 0 1 0 0,0 0 0 0 0,-1 1 0 0 0,1-1-1 0 0,-1 0 1 0 0,1 1 0 0 0,-1-1 0 0 0,1 0-1 0 0,0 1 1 0 0,-1-1 0 0 0,1 0 0 0 0,0 1-1 0 0,-1-1 1 0 0,1 1 0 0 0,0-1 0 0 0,-1 1-1 0 0,1-1 1 0 0,0 1 0 0 0,0-1-1 0 0,0 1 1 0 0,0-1 0 0 0,-1 2 0 0 0,18 2 1245 0 0,30-5-377 0 0,320-18 2165 0 0,-137 9-1896 0 0,-112 9-1198 0 0,26-2 107 0 0,-122 1-408 0 0,0-1-1 0 0,0-1 0 0 0,0 0 1 0 0,26-11-1 0 0,-45 14 134 0 0,-2 1-141 0 0,1 0 1 0 0,0-1-1 0 0,-1 1 1 0 0,0-1-1 0 0,1 1 0 0 0,-1-1 1 0 0,1 0-1 0 0,-1 0 0 0 0,0 1 1 0 0,1-1-1 0 0,-1 0 0 0 0,0 0 1 0 0,0 0-1 0 0,0-1 1 0 0,0 1-1 0 0,0 0 0 0 0,2-3 1 0 0</inkml:trace>
</inkml:ink>
</file>

<file path=ppt/ink/ink2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4.765"/>
    </inkml:context>
    <inkml:brush xml:id="br0">
      <inkml:brushProperty name="width" value="0.1" units="cm"/>
      <inkml:brushProperty name="height" value="0.1" units="cm"/>
    </inkml:brush>
  </inkml:definitions>
  <inkml:trace contextRef="#ctx0" brushRef="#br0">82 13 4145 0 0,'-50'-12'1510'0'0,"48"12"-1030"0"0,-1 0 0 0 0,0-1 1 0 0,1 1-1 0 0,-1 0 0 0 0,1 1 1 0 0,-1-1-1 0 0,1 0 0 0 0,-1 1 1 0 0,0-1-1 0 0,-2 2 0 0 0,36 7 2958 0 0,97 17-850 0 0,-87-20-2146 0 0,0 2 0 0 0,0 2 0 0 0,-1 2 0 0 0,49 20-1 0 0,-85-30-436 0 0,-1 0 0 0 0,1 0-1 0 0,0 0 1 0 0,-1 0-1 0 0,1 1 1 0 0,-1 0-1 0 0,0-1 1 0 0,0 1 0 0 0,0 0-1 0 0,0 1 1 0 0,0-1-1 0 0,0 0 1 0 0,-1 1 0 0 0,0-1-1 0 0,0 1 1 0 0,0 0-1 0 0,0 0 1 0 0,-1 0-1 0 0,2 4 1 0 0,-2-4-2 0 0,-1-1 1 0 0,0 1-1 0 0,0-1 1 0 0,0 0-1 0 0,-1 1 1 0 0,1-1-1 0 0,-1 0 0 0 0,0 1 1 0 0,1-1-1 0 0,-2 0 1 0 0,1 1-1 0 0,0-1 1 0 0,-1 0-1 0 0,1 0 0 0 0,-1 0 1 0 0,0-1-1 0 0,0 1 1 0 0,0 0-1 0 0,0 0 1 0 0,0-1-1 0 0,-1 0 1 0 0,1 1-1 0 0,-1-1 0 0 0,-4 2 1 0 0,-16 11-282 0 0,-1-1 0 0 0,-1-1 0 0 0,0-1 1 0 0,0-2-1 0 0,-2 0 0 0 0,-33 7 0 0 0,50-14-263 0 0,-19 6-5602 0 0</inkml:trace>
</inkml:ink>
</file>

<file path=ppt/ink/ink2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5.158"/>
    </inkml:context>
    <inkml:brush xml:id="br0">
      <inkml:brushProperty name="width" value="0.1" units="cm"/>
      <inkml:brushProperty name="height" value="0.1" units="cm"/>
    </inkml:brush>
  </inkml:definitions>
  <inkml:trace contextRef="#ctx0" brushRef="#br0">65 0 920 0 0,'-31'24'12036'0'0,"31"-9"-11307"0"0,0-11-1245 0 0,0 45 2354 0 0,1 25 334 0 0,-15 124 0 0 0,13-191-2211 0 0,-16 120 44 0 0,14-41-2742 0 0,4-61-3313 0 0</inkml:trace>
</inkml:ink>
</file>

<file path=ppt/ink/ink2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5.397"/>
    </inkml:context>
    <inkml:brush xml:id="br0">
      <inkml:brushProperty name="width" value="0.1" units="cm"/>
      <inkml:brushProperty name="height" value="0.1" units="cm"/>
    </inkml:brush>
  </inkml:definitions>
  <inkml:trace contextRef="#ctx0" brushRef="#br0">1 78 6913 0 0,'1'-6'220'0'0,"0"1"-1"0"0,0-1 0 0 0,1 1 0 0 0,0 0 0 0 0,0 0 0 0 0,1-1 1 0 0,-1 1-1 0 0,1 1 0 0 0,0-1 0 0 0,4-4 0 0 0,-5 7-41 0 0,0 0-1 0 0,0 1 1 0 0,0-1 0 0 0,0 1-1 0 0,1 0 1 0 0,-1-1 0 0 0,0 1-1 0 0,1 0 1 0 0,-1 1 0 0 0,0-1-1 0 0,1 0 1 0 0,-1 1 0 0 0,1-1-1 0 0,-1 1 1 0 0,1 0 0 0 0,0 0-1 0 0,-1 0 1 0 0,1 0-1 0 0,-1 0 1 0 0,1 0 0 0 0,-1 1-1 0 0,1-1 1 0 0,-1 1 0 0 0,1 0-1 0 0,2 1 1 0 0,9 3 215 0 0,0 1-1 0 0,0 0 1 0 0,-1 1 0 0 0,1 1 0 0 0,-2 0-1 0 0,1 1 1 0 0,-1 0 0 0 0,-1 1 0 0 0,1 0-1 0 0,-2 1 1 0 0,1 0 0 0 0,-2 1-1 0 0,1 0 1 0 0,14 26 0 0 0,-13-18-437 0 0,0 2 1 0 0,-2-1 0 0 0,11 35-1 0 0,-12-29-1143 0 0,-2 0 0 0 0,4 45 0 0 0,-8-49-4766 0 0</inkml:trace>
</inkml:ink>
</file>

<file path=ppt/ink/ink2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5.606"/>
    </inkml:context>
    <inkml:brush xml:id="br0">
      <inkml:brushProperty name="width" value="0.1" units="cm"/>
      <inkml:brushProperty name="height" value="0.1" units="cm"/>
    </inkml:brush>
  </inkml:definitions>
  <inkml:trace contextRef="#ctx0" brushRef="#br0">32 22 6913 0 0,'-31'-8'4638'0'0,"53"12"-300"0"0,22-3-4567 0 0,0-1 1 0 0,76-11-1 0 0,-89 7-1218 0 0,2 0-3635 0 0</inkml:trace>
</inkml:ink>
</file>

<file path=ppt/ink/ink2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5.807"/>
    </inkml:context>
    <inkml:brush xml:id="br0">
      <inkml:brushProperty name="width" value="0.1" units="cm"/>
      <inkml:brushProperty name="height" value="0.1" units="cm"/>
    </inkml:brush>
  </inkml:definitions>
  <inkml:trace contextRef="#ctx0" brushRef="#br0">74 13 6913 0 0,'-1'-1'178'0'0,"0"0"-1"0"0,0 0 1 0 0,0 0-1 0 0,0 1 1 0 0,0-1-1 0 0,0 0 1 0 0,0 0-1 0 0,0 0 1 0 0,0 1-1 0 0,-1-1 0 0 0,1 0 1 0 0,0 1-1 0 0,0 0 1 0 0,-1-1-1 0 0,1 1 1 0 0,0 0-1 0 0,-1-1 1 0 0,1 1-1 0 0,0 0 0 0 0,-1 0 1 0 0,1 0-1 0 0,0 0 1 0 0,-1 0-1 0 0,1 0 1 0 0,0 1-1 0 0,-1-1 1 0 0,1 0-1 0 0,0 1 1 0 0,0-1-1 0 0,-1 1 0 0 0,1-1 1 0 0,0 1-1 0 0,0 0 1 0 0,0-1-1 0 0,0 1 1 0 0,-1 0-1 0 0,1 0 1 0 0,0 0-1 0 0,0 0 0 0 0,1 0 1 0 0,-1 0-1 0 0,0 0 1 0 0,0 0-1 0 0,0 0 1 0 0,1 0-1 0 0,-1 0 1 0 0,1 1-1 0 0,-1-1 1 0 0,1 0-1 0 0,-1 2 0 0 0,-4 10 332 0 0,2 0-1 0 0,-1 0 0 0 0,2 1 0 0 0,0-1 0 0 0,0 0 0 0 0,1 1 0 0 0,1 14 0 0 0,2 12-456 0 0,7 42 0 0 0,-7-71-82 0 0,1 0-1 0 0,0 1 0 0 0,0-1 0 0 0,1-1 1 0 0,1 1-1 0 0,5 11 0 0 0,-4-12-896 0 0,0 0-1 0 0,1-1 1 0 0,9 12-1 0 0</inkml:trace>
</inkml:ink>
</file>

<file path=ppt/ink/ink2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6.045"/>
    </inkml:context>
    <inkml:brush xml:id="br0">
      <inkml:brushProperty name="width" value="0.1" units="cm"/>
      <inkml:brushProperty name="height" value="0.1" units="cm"/>
    </inkml:brush>
  </inkml:definitions>
  <inkml:trace contextRef="#ctx0" brushRef="#br0">3 34 1840 0 0,'-1'-1'52'0'0,"1"0"0"0"0,0 0-1 0 0,-1 0 1 0 0,1 0 0 0 0,0 0-1 0 0,0 0 1 0 0,-1 0-1 0 0,1 0 1 0 0,0 0 0 0 0,0 0-1 0 0,0 1 1 0 0,0-1-1 0 0,0 0 1 0 0,0 0 0 0 0,1 0-1 0 0,-1 0 1 0 0,0 0 0 0 0,0 0-1 0 0,1 0 1 0 0,-1 0-1 0 0,1 0 1 0 0,-1 0 0 0 0,1 1-1 0 0,-1-1 1 0 0,1 0 0 0 0,-1 0-1 0 0,1 1 1 0 0,0-1-1 0 0,-1 0 1 0 0,2 0 0 0 0,2-1 301 0 0,-1 1 1 0 0,0 0-1 0 0,0 1 1 0 0,1-1 0 0 0,-1 1-1 0 0,1-1 1 0 0,5 1-1 0 0,-7 0-330 0 0,15 0 597 0 0,-1 1-1 0 0,0 1 1 0 0,0 0 0 0 0,-1 1-1 0 0,1 0 1 0 0,0 2 0 0 0,-1-1-1 0 0,0 2 1 0 0,0 0 0 0 0,-1 1-1 0 0,23 14 1 0 0,-29-16-338 0 0,1 1 0 0 0,-1 0 1 0 0,0 1-1 0 0,-1-1 0 0 0,1 1 0 0 0,-2 1 0 0 0,1 0 1 0 0,-1-1-1 0 0,0 2 0 0 0,0-1 0 0 0,-1 1 0 0 0,0 0 1 0 0,-1 0-1 0 0,0 0 0 0 0,0 1 0 0 0,-1-1 1 0 0,-1 1-1 0 0,1 0 0 0 0,1 17 0 0 0,-4-21-212 0 0,0 1-1 0 0,-1 0 0 0 0,0-1 1 0 0,0 1-1 0 0,0-1 1 0 0,-1 1-1 0 0,0-1 0 0 0,0 1 1 0 0,0-1-1 0 0,-1 0 0 0 0,0 0 1 0 0,-1 0-1 0 0,1-1 1 0 0,-1 1-1 0 0,0-1 0 0 0,0 0 1 0 0,-1 0-1 0 0,-4 5 1 0 0,-11 7-453 0 0,-1 0 0 0 0,0-1 0 0 0,-30 16 0 0 0,17-10-1454 0 0,8-5-4499 0 0</inkml:trace>
</inkml:ink>
</file>

<file path=ppt/ink/ink2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6.346"/>
    </inkml:context>
    <inkml:brush xml:id="br0">
      <inkml:brushProperty name="width" value="0.1" units="cm"/>
      <inkml:brushProperty name="height" value="0.1" units="cm"/>
    </inkml:brush>
  </inkml:definitions>
  <inkml:trace contextRef="#ctx0" brushRef="#br0">217 5 9674 0 0,'-4'-4'5740'0'0,"-1"7"-4996"0"0,-17 12-490 0 0,1 1-1 0 0,0 1 0 0 0,1 0 1 0 0,-21 26-1 0 0,31-33-168 0 0,1 1 1 0 0,1 0-1 0 0,0 1 0 0 0,1-1 1 0 0,0 2-1 0 0,0-1 1 0 0,1 1-1 0 0,1 0 0 0 0,0 0 1 0 0,-3 17-1 0 0,7-25-64 0 0,0 0 0 0 0,1-1-1 0 0,0 1 1 0 0,0 0 0 0 0,0 0 0 0 0,1-1 0 0 0,-1 1-1 0 0,1 0 1 0 0,0-1 0 0 0,0 1 0 0 0,1-1-1 0 0,0 1 1 0 0,0-1 0 0 0,0 0 0 0 0,3 6 0 0 0,0-4 52 0 0,-1 0 1 0 0,1 0 0 0 0,0-1-1 0 0,1 0 1 0 0,-1 0 0 0 0,1 0-1 0 0,0-1 1 0 0,0 1 0 0 0,8 2-1 0 0,0 1 52 0 0,1-2-1 0 0,0 0 0 0 0,0-1 0 0 0,1 0 0 0 0,-1-1 1 0 0,1-1-1 0 0,0 0 0 0 0,23 0 0 0 0,-8-4-262 0 0,-1-1 1 0 0,0-2-1 0 0,56-13 0 0 0,-41 5-754 0 0</inkml:trace>
</inkml:ink>
</file>

<file path=ppt/ink/ink2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7.200"/>
    </inkml:context>
    <inkml:brush xml:id="br0">
      <inkml:brushProperty name="width" value="0.1" units="cm"/>
      <inkml:brushProperty name="height" value="0.1" units="cm"/>
    </inkml:brush>
  </inkml:definitions>
  <inkml:trace contextRef="#ctx0" brushRef="#br0">0 1 10594 0 0,'5'3'448'0'0,"0"0"-1"0"0,1 0 1 0 0,-1-1-1 0 0,1 1 1 0 0,-1-1-1 0 0,10 2 1 0 0,25 5 791 0 0,0-2 0 0 0,0-2 1 0 0,71 0-1 0 0,126-17 532 0 0,-77 2-3515 0 0,-122 8-265 0 0,-3-2-4155 0 0</inkml:trace>
</inkml:ink>
</file>

<file path=ppt/ink/ink2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7.464"/>
    </inkml:context>
    <inkml:brush xml:id="br0">
      <inkml:brushProperty name="width" value="0.1" units="cm"/>
      <inkml:brushProperty name="height" value="0.1" units="cm"/>
    </inkml:brush>
  </inkml:definitions>
  <inkml:trace contextRef="#ctx0" brushRef="#br0">19 0 3681 0 0,'-18'4'3811'0'0,"18"-4"-3751"0"0,22 18 6845 0 0,-8-7-6772 0 0,21 17 2308 0 0,76 68 1037 0 0,-98-84-3217 0 0,-2 1-1 0 0,0 0 1 0 0,0 0-1 0 0,-1 1 1 0 0,-1 1-1 0 0,11 21 1 0 0,-18-31-302 0 0,0 1 0 0 0,0 0 1 0 0,-1 0-1 0 0,0 0 1 0 0,0 0-1 0 0,0 0 0 0 0,-1 0 1 0 0,0 0-1 0 0,0 0 0 0 0,0 0 1 0 0,-1 0-1 0 0,0 0 0 0 0,0 0 1 0 0,0 0-1 0 0,-1 0 1 0 0,0 0-1 0 0,0-1 0 0 0,0 1 1 0 0,-4 5-1 0 0,-6 9-842 0 0,-1 0 0 0 0,0 0 1 0 0,-26 26-1 0 0,26-30-752 0 0,-5 6-4485 0 0</inkml:trace>
</inkml:ink>
</file>

<file path=ppt/ink/ink2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7.733"/>
    </inkml:context>
    <inkml:brush xml:id="br0">
      <inkml:brushProperty name="width" value="0.1" units="cm"/>
      <inkml:brushProperty name="height" value="0.1" units="cm"/>
    </inkml:brush>
  </inkml:definitions>
  <inkml:trace contextRef="#ctx0" brushRef="#br0">178 7 8754 0 0,'-1'-1'164'0'0,"0"1"0"0"0,0-1 0 0 0,0 0 0 0 0,0 1 0 0 0,0-1 0 0 0,0 1 0 0 0,-1-1 0 0 0,1 1 0 0 0,0 0 0 0 0,0-1 0 0 0,0 1 0 0 0,0 0 0 0 0,0 0 0 0 0,-1 0 0 0 0,1 0 0 0 0,0 0 0 0 0,0 0 0 0 0,0 0 0 0 0,-1 0 0 0 0,1 0 0 0 0,0 1 0 0 0,0-1 0 0 0,0 0 1 0 0,0 1-1 0 0,0-1 0 0 0,0 1 0 0 0,0-1 0 0 0,0 1 0 0 0,0 0 0 0 0,0-1 0 0 0,-1 2 0 0 0,0 1 206 0 0,0 1-1 0 0,0-1 1 0 0,1 1 0 0 0,-1-1 0 0 0,1 1 0 0 0,0-1 0 0 0,0 1-1 0 0,0 0 1 0 0,0 5 0 0 0,-17 131 1364 0 0,13-87-1677 0 0,-3 0 1 0 0,-25 95-1 0 0,-20-15-2883 0 0,42-110-3297 0 0</inkml:trace>
</inkml:ink>
</file>

<file path=ppt/ink/ink2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7.958"/>
    </inkml:context>
    <inkml:brush xml:id="br0">
      <inkml:brushProperty name="width" value="0.1" units="cm"/>
      <inkml:brushProperty name="height" value="0.1" units="cm"/>
    </inkml:brush>
  </inkml:definitions>
  <inkml:trace contextRef="#ctx0" brushRef="#br0">1 347 2304 0 0,'4'-19'513'0'0,"1"0"-1"0"0,1 0 0 0 0,1 0 1 0 0,1 1-1 0 0,10-18 0 0 0,-2 1 382 0 0,-6 13-348 0 0,-4 6 78 0 0,1 0-1 0 0,1 0 0 0 0,0 1 1 0 0,1 0-1 0 0,1 0 0 0 0,0 1 1 0 0,22-24-1 0 0,-30 37-476 0 0,-1-1 0 0 0,1 1-1 0 0,0 0 1 0 0,-1-1 0 0 0,1 1-1 0 0,0 0 1 0 0,0 0 0 0 0,0 0 0 0 0,0 1-1 0 0,0-1 1 0 0,0 0 0 0 0,0 1 0 0 0,0 0-1 0 0,1-1 1 0 0,-1 1 0 0 0,0 0-1 0 0,0 0 1 0 0,0 0 0 0 0,0 0 0 0 0,1 0-1 0 0,1 1 1 0 0,0 0 55 0 0,-1 1 0 0 0,1-1 0 0 0,-1 1 0 0 0,1 0 0 0 0,-1 0 1 0 0,0 0-1 0 0,1 1 0 0 0,-1-1 0 0 0,0 1 0 0 0,4 5 0 0 0,5 6 371 0 0,-1 1 1 0 0,-1 0-1 0 0,15 32 0 0 0,-22-43-499 0 0,24 54 353 0 0,35 106 0 0 0,-32-66-6504 0 0,-23-72-121 0 0</inkml:trace>
</inkml:ink>
</file>

<file path=ppt/ink/ink2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8.160"/>
    </inkml:context>
    <inkml:brush xml:id="br0">
      <inkml:brushProperty name="width" value="0.1" units="cm"/>
      <inkml:brushProperty name="height" value="0.1" units="cm"/>
    </inkml:brush>
  </inkml:definitions>
  <inkml:trace contextRef="#ctx0" brushRef="#br0">2 83 9218 0 0,'0'-1'99'0'0,"-1"0"0"0"0,1 0 0 0 0,0 0-1 0 0,0 0 1 0 0,0 0 0 0 0,0 0 0 0 0,0 0 0 0 0,0 0 0 0 0,0 0 0 0 0,0 0-1 0 0,0 0 1 0 0,1 0 0 0 0,-1 0 0 0 0,0 0 0 0 0,1 0 0 0 0,-1 0 0 0 0,0 1-1 0 0,1-1 1 0 0,-1 0 0 0 0,1 0 0 0 0,0 0 0 0 0,-1 0 0 0 0,1 1 0 0 0,-1-1 0 0 0,1 0-1 0 0,0 1 1 0 0,0-1 0 0 0,0 0 0 0 0,-1 1 0 0 0,1-1 0 0 0,0 1 0 0 0,0-1-1 0 0,0 1 1 0 0,0 0 0 0 0,0-1 0 0 0,0 1 0 0 0,0 0 0 0 0,0-1 0 0 0,1 1-1 0 0,51-14 2243 0 0,-41 12-1957 0 0,55-13-169 0 0,-27 7-3150 0 0,80-5 0 0 0,-94 12 2823 0 0</inkml:trace>
</inkml:ink>
</file>

<file path=ppt/ink/ink2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8.400"/>
    </inkml:context>
    <inkml:brush xml:id="br0">
      <inkml:brushProperty name="width" value="0.1" units="cm"/>
      <inkml:brushProperty name="height" value="0.1" units="cm"/>
    </inkml:brush>
  </inkml:definitions>
  <inkml:trace contextRef="#ctx0" brushRef="#br0">1 258 4609 0 0,'9'7'940'0'0,"1"0"0"0"0,-1 0 0 0 0,0 1 0 0 0,0 1 1 0 0,-1-1-1 0 0,-1 1 0 0 0,12 17 0 0 0,-3-5 1033 0 0,-20-28-1569 0 0,1 0 0 0 0,0 1 1 0 0,1-1-1 0 0,-1 0 0 0 0,2 0 0 0 0,-1 0 1 0 0,1-1-1 0 0,0 1 0 0 0,0 0 0 0 0,1-12 1 0 0,-1-3 106 0 0,2-1 0 0 0,5-37 0 0 0,-3 46-648 0 0,0 0 0 0 0,1 0 0 0 0,1 0 0 0 0,11-23 0 0 0,-10 26-783 0 0,0 0 0 0 0,1 0 0 0 0,10-11 0 0 0,-1 4-4916 0 0</inkml:trace>
</inkml:ink>
</file>

<file path=ppt/ink/ink2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4:28.810"/>
    </inkml:context>
    <inkml:brush xml:id="br0">
      <inkml:brushProperty name="width" value="0.1" units="cm"/>
      <inkml:brushProperty name="height" value="0.1" units="cm"/>
    </inkml:brush>
  </inkml:definitions>
  <inkml:trace contextRef="#ctx0" brushRef="#br0">425 490 4609 0 0,'0'0'69'0'0,"-1"1"0"0"0,1 0 0 0 0,0 0 0 0 0,-1 0 0 0 0,1-1 0 0 0,-1 1-1 0 0,1 0 1 0 0,-1-1 0 0 0,1 1 0 0 0,-1 0 0 0 0,1-1 0 0 0,-1 1 0 0 0,0-1 0 0 0,1 1 0 0 0,-1-1 0 0 0,0 1 0 0 0,0-1 0 0 0,1 0 0 0 0,-1 1 0 0 0,0-1-1 0 0,0 0 1 0 0,-1 1 0 0 0,-25 7 1698 0 0,18-6-1508 0 0,-30 7 1163 0 0,-51 7-1 0 0,-29 5-854 0 0,105-18-534 0 0,0 1-1 0 0,1 1 1 0 0,-1 1 0 0 0,1-1-1 0 0,0 2 1 0 0,-13 8 0 0 0,25-14-25 0 0,0-1 1 0 0,0 1-1 0 0,0-1 1 0 0,0 1-1 0 0,0 0 1 0 0,0 0-1 0 0,0-1 1 0 0,0 1-1 0 0,0 0 1 0 0,0 0-1 0 0,0 0 1 0 0,1 0-1 0 0,-1 0 1 0 0,0 0-1 0 0,1 0 1 0 0,-1 0-1 0 0,1 0 1 0 0,-1 0 0 0 0,1 0-1 0 0,-1 0 1 0 0,1 1-1 0 0,0-1 1 0 0,-1 0-1 0 0,1 0 1 0 0,0 0-1 0 0,0 1 1 0 0,0 1-1 0 0,1-2-15 0 0,0 0 0 0 0,0 0 0 0 0,0 0 1 0 0,0 0-1 0 0,0 0 0 0 0,0-1 0 0 0,1 1 0 0 0,-1 0 0 0 0,0 0 0 0 0,0-1 0 0 0,1 1 0 0 0,-1-1 0 0 0,0 1 0 0 0,1-1 0 0 0,-1 0 0 0 0,0 0 0 0 0,1 1 0 0 0,-1-1 0 0 0,1 0 0 0 0,-1 0 0 0 0,1 0 0 0 0,-1-1 0 0 0,3 1 1 0 0,9-2-547 0 0,0 0 1 0 0,-1 0 0 0 0,1-1-1 0 0,-1-1 1 0 0,1 0 0 0 0,22-11 0 0 0,-14 4 87 0 0,-1-1 0 0 0,37-28 1 0 0,-47 32 584 0 0,-1-1 0 0 0,0-1 0 0 0,-1 1 0 0 0,0-2 0 0 0,-1 1 0 0 0,0-1 0 0 0,0 0 0 0 0,-1 0 0 0 0,0-1 0 0 0,-1 0 0 0 0,-1 0 0 0 0,0 0 0 0 0,-1 0 0 0 0,3-15 0 0 0,1-21 1388 0 0,-2 0-1 0 0,-1-70 0 0 0,-4 62-189 0 0,1 41-791 0 0,0 8-107 0 0,-1 0 0 0 0,1 0 0 0 0,-1 0 1 0 0,-1 1-1 0 0,1-1 0 0 0,-1 0 0 0 0,0 0 1 0 0,-1 1-1 0 0,0-1 0 0 0,-4-11 0 0 0,1 17 1079 0 0,0 9-1047 0 0,0 12-202 0 0,-25 231 576 0 0,28-207-795 0 0,2 0 0 0 0,2 0-1 0 0,14 77 1 0 0,-7-82-136 0 0,4 0-67 0 0</inkml:trace>
</inkml:ink>
</file>

<file path=ppt/ink/ink2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18.029"/>
    </inkml:context>
    <inkml:brush xml:id="br0">
      <inkml:brushProperty name="width" value="0.1" units="cm"/>
      <inkml:brushProperty name="height" value="0.1" units="cm"/>
    </inkml:brush>
  </inkml:definitions>
  <inkml:trace contextRef="#ctx0" brushRef="#br0">11 359 12443 0 0,'0'0'62'0'0,"-1"0"-1"0"0,1-1 1 0 0,-1 1 0 0 0,1 0 0 0 0,-1 0 0 0 0,1 0 0 0 0,-1 0 0 0 0,1-1 0 0 0,-1 1-1 0 0,1 0 1 0 0,-1 0 0 0 0,1-1 0 0 0,0 1 0 0 0,-1 0 0 0 0,1-1 0 0 0,-1 1 0 0 0,1 0-1 0 0,0-1 1 0 0,-1 1 0 0 0,1-1 0 0 0,0 1 0 0 0,0 0 0 0 0,-1-1 0 0 0,1 1 0 0 0,0-1-1 0 0,0 1 1 0 0,0-1 0 0 0,-1 1 0 0 0,1-1 0 0 0,0 1 0 0 0,0-1 0 0 0,0 1 0 0 0,0-1-1 0 0,0 0 1 0 0,0 1 0 0 0,0-1 0 0 0,0 1 0 0 0,0-1 0 0 0,2-1 50 0 0,-1 0 1 0 0,0 1-1 0 0,0-1 0 0 0,1 1 1 0 0,-1-1-1 0 0,0 1 0 0 0,1-1 1 0 0,-1 1-1 0 0,1 0 0 0 0,3-2 1 0 0,5-3 236 0 0,1 1 0 0 0,22-8 1 0 0,79-15 1034 0 0,204-22 0 0 0,-201 34-824 0 0,608-89 894 0 0,-516 81-1437 0 0,118-18-206 0 0,-175 16-855 0 0,-86 18-4962 0 0,-33 6-324 0 0</inkml:trace>
</inkml:ink>
</file>

<file path=ppt/ink/ink2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18.345"/>
    </inkml:context>
    <inkml:brush xml:id="br0">
      <inkml:brushProperty name="width" value="0.1" units="cm"/>
      <inkml:brushProperty name="height" value="0.1" units="cm"/>
    </inkml:brush>
  </inkml:definitions>
  <inkml:trace contextRef="#ctx0" brushRef="#br0">1 1 13827 0 0,'1'1'155'0'0,"1"1"0"0"0,-1-1 0 0 0,1 0 0 0 0,0 0 1 0 0,0 0-1 0 0,-1 0 0 0 0,1 0 0 0 0,0 0 0 0 0,0-1 0 0 0,0 1 0 0 0,0 0 0 0 0,0-1 0 0 0,0 0 1 0 0,3 1-1 0 0,4 1 175 0 0,412 146 4844 0 0,-285-89-4850 0 0,-2 6-1 0 0,190 124 1 0 0,3 68-454 0 0,-323-254 121 0 0,71 55-778 0 0,-65-51-315 0 0,1-1 0 0 0,23 10 0 0 0,-9-8-5661 0 0</inkml:trace>
</inkml:ink>
</file>

<file path=ppt/ink/ink2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18.612"/>
    </inkml:context>
    <inkml:brush xml:id="br0">
      <inkml:brushProperty name="width" value="0.1" units="cm"/>
      <inkml:brushProperty name="height" value="0.1" units="cm"/>
    </inkml:brush>
  </inkml:definitions>
  <inkml:trace contextRef="#ctx0" brushRef="#br0">705 184 9674 0 0,'68'-183'11956'0'0,"-70"185"-11306"0"0,-9 10-157 0 0,-11 20-358 0 0,-219 436 169 0 0,119-214-215 0 0,-75 148-1037 0 0,34 14-346 0 0,152-373-924 0 0,8-27 589 0 0</inkml:trace>
</inkml:ink>
</file>

<file path=ppt/ink/ink2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18.994"/>
    </inkml:context>
    <inkml:brush xml:id="br0">
      <inkml:brushProperty name="width" value="0.1" units="cm"/>
      <inkml:brushProperty name="height" value="0.1" units="cm"/>
    </inkml:brush>
  </inkml:definitions>
  <inkml:trace contextRef="#ctx0" brushRef="#br0">365 1769 11170 0 0,'-1'-24'3259'0'0,"-6"-37"0"0"0,-12-32-111 0 0,-38-101-2209 0 0,15 55-296 0 0,-53-297 170 0 0,27-5-942 0 0,63 405-7 0 0,-32-146-146 0 0,5 31-2603 0 0,31 140 1690 0 0</inkml:trace>
</inkml:ink>
</file>

<file path=ppt/ink/ink2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19.483"/>
    </inkml:context>
    <inkml:brush xml:id="br0">
      <inkml:brushProperty name="width" value="0.1" units="cm"/>
      <inkml:brushProperty name="height" value="0.1" units="cm"/>
    </inkml:brush>
  </inkml:definitions>
  <inkml:trace contextRef="#ctx0" brushRef="#br0">14 8 10594 0 0,'-14'-7'2838'0'0,"19"15"154"0"0,3 4-2590 0 0,117 222 4077 0 0,-77-123-3394 0 0,44 151 0 0 0,-45-82-450 0 0,39 287-1 0 0,-69-241 252 0 0,3 19-4002 0 0,-16-223-4995 0 0</inkml:trace>
</inkml:ink>
</file>

<file path=ppt/ink/ink2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0.069"/>
    </inkml:context>
    <inkml:brush xml:id="br0">
      <inkml:brushProperty name="width" value="0.1" units="cm"/>
      <inkml:brushProperty name="height" value="0.1" units="cm"/>
    </inkml:brush>
  </inkml:definitions>
  <inkml:trace contextRef="#ctx0" brushRef="#br0">583 6 14283 0 0,'0'0'-3'0'0,"1"-1"0"0"0,-1 1 0 0 0,0-1 0 0 0,1 1 0 0 0,-1 0 0 0 0,1-1 0 0 0,-1 1 0 0 0,0 0 0 0 0,1-1 0 0 0,-1 1 0 0 0,1 0 0 0 0,-1 0 0 0 0,1-1 0 0 0,-1 1 0 0 0,1 0 0 0 0,-1 0 0 0 0,1 0 0 0 0,0 0 0 0 0,-1 0 0 0 0,1 0 0 0 0,-1 0 0 0 0,1 0 0 0 0,-1 0 0 0 0,1 0 0 0 0,-1 0 0 0 0,1 0 0 0 0,-1 0 0 0 0,2 1 0 0 0,-5 13 1215 0 0,-16 22 1229 0 0,-84 116 397 0 0,-162 236-1616 0 0,164-262-1538 0 0,6-7-585 0 0,84-105 382 0 0,24-41-5867 0 0,-3 9 5032 0 0,23-43-992 0 0,-14 24 2229 0 0</inkml:trace>
</inkml:ink>
</file>

<file path=ppt/ink/ink2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0.434"/>
    </inkml:context>
    <inkml:brush xml:id="br0">
      <inkml:brushProperty name="width" value="0.1" units="cm"/>
      <inkml:brushProperty name="height" value="0.1" units="cm"/>
    </inkml:brush>
  </inkml:definitions>
  <inkml:trace contextRef="#ctx0" brushRef="#br0">233 8 3681 0 0,'-1'-7'2260'0'0,"-8"13"-469"0"0,-21 21 487 0 0,20-17-1727 0 0,-162 135 1657 0 0,171-144-2184 0 0,1-1-1 0 0,-1 0 0 0 0,0 1 0 0 0,1 0 0 0 0,-1-1 0 0 0,0 1 0 0 0,1-1 0 0 0,-1 1 0 0 0,0 0 1 0 0,1-1-1 0 0,-1 1 0 0 0,1 0 0 0 0,0 0 0 0 0,-1-1 0 0 0,1 1 0 0 0,-1 0 0 0 0,1 0 1 0 0,0 0-1 0 0,0-1 0 0 0,-1 1 0 0 0,1 0 0 0 0,0 0 0 0 0,0 1 0 0 0,1-2 37 0 0,-1 1-1 0 0,1-1 1 0 0,0 0-1 0 0,-1 1 1 0 0,1-1-1 0 0,0 0 1 0 0,0 0-1 0 0,-1 1 0 0 0,1-1 1 0 0,0 0-1 0 0,0 0 1 0 0,-1 0-1 0 0,1 0 1 0 0,0 0-1 0 0,0 0 1 0 0,-1 0-1 0 0,1 0 0 0 0,0 0 1 0 0,1-1-1 0 0,43-12 1471 0 0,-3-8-329 0 0,48-33 0 0 0,-54 31-109 0 0,77-37-1 0 0,-95 52-727 0 0,46-16 945 0 0,-61 23-1232 0 0,1 0 0 0 0,0 0 1 0 0,-1 0-1 0 0,1 1 0 0 0,0-1 1 0 0,0 1-1 0 0,0 0 0 0 0,-1 0 1 0 0,1 0-1 0 0,0 1 1 0 0,0-1-1 0 0,-1 1 0 0 0,1 0 1 0 0,4 1-1 0 0,-7-1-60 0 0,-1 0 0 0 0,1-1 1 0 0,0 1-1 0 0,-1-1 0 0 0,1 1 0 0 0,-1 0 0 0 0,1 0 0 0 0,-1-1 1 0 0,0 1-1 0 0,1 0 0 0 0,-1 0 0 0 0,0-1 0 0 0,1 1 0 0 0,-1 0 1 0 0,0 0-1 0 0,0 0 0 0 0,0 0 0 0 0,0-1 0 0 0,1 1 0 0 0,-1 0 1 0 0,0 0-1 0 0,-1 0 0 0 0,1 0 0 0 0,0 0 0 0 0,0-1 0 0 0,0 1 1 0 0,0 0-1 0 0,-1 0 0 0 0,1 0 0 0 0,0-1 0 0 0,-1 1 0 0 0,1 0 1 0 0,-1 0-1 0 0,0 0 0 0 0,-18 32 162 0 0,15-28-111 0 0,-19 33-187 0 0,1 1-1 0 0,3 0 1 0 0,-18 49 0 0 0,-6 58-3221 0 0,34-103-4093 0 0</inkml:trace>
</inkml:ink>
</file>

<file path=ppt/ink/ink2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0.786"/>
    </inkml:context>
    <inkml:brush xml:id="br0">
      <inkml:brushProperty name="width" value="0.1" units="cm"/>
      <inkml:brushProperty name="height" value="0.1" units="cm"/>
    </inkml:brush>
  </inkml:definitions>
  <inkml:trace contextRef="#ctx0" brushRef="#br0">665 3 456 0 0,'14'-2'6096'0'0,"-30"28"2988"0"0,12-19-10520 0 0,-95 140 6785 0 0,-57 65-3638 0 0,114-155-1310 0 0,-59 71-5 0 0,-38 52 161 0 0,114-144-1101 0 0,2 1 0 0 0,2 1 1 0 0,-19 45-1 0 0,37-77 114 0 0,2-2-138 0 0,-1 0 0 0 0,0 0 0 0 0,1 0 0 0 0,0 0 0 0 0,0 0 0 0 0,0 1 0 0 0,0 3 0 0 0</inkml:trace>
</inkml:ink>
</file>

<file path=ppt/ink/ink2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1.163"/>
    </inkml:context>
    <inkml:brush xml:id="br0">
      <inkml:brushProperty name="width" value="0.1" units="cm"/>
      <inkml:brushProperty name="height" value="0.1" units="cm"/>
    </inkml:brush>
  </inkml:definitions>
  <inkml:trace contextRef="#ctx0" brushRef="#br0">277 27 1840 0 0,'-8'-1'581'0'0,"1"0"-1"0"0,-1 1 0 0 0,1-1 1 0 0,-1 1-1 0 0,1 1 0 0 0,-1-1 1 0 0,1 1-1 0 0,-1 1 0 0 0,-8 2 1 0 0,9-3-286 0 0,-19 5 791 0 0,-1 2 0 0 0,1 0-1 0 0,1 1 1 0 0,0 2 0 0 0,-31 17 0 0 0,98-33 199 0 0,40-21-161 0 0,-34 9-122 0 0,0 2 1 0 0,2 2-1 0 0,-1 3 1 0 0,59-6-1 0 0,-104 16-933 0 0,0 0 0 0 0,0-1 0 0 0,0 2 0 0 0,0-1 0 0 0,0 0 0 0 0,0 1 1 0 0,0-1-1 0 0,-1 1 0 0 0,1 1 0 0 0,0-1 0 0 0,0 0 0 0 0,0 1 0 0 0,-1 0 0 0 0,1-1 0 0 0,-1 1 0 0 0,1 1 0 0 0,-1-1 0 0 0,0 1 0 0 0,0-1 0 0 0,0 1 0 0 0,0 0 0 0 0,0 0 0 0 0,-1 0 0 0 0,0 0 0 0 0,1 0 0 0 0,-1 1 0 0 0,0-1 0 0 0,0 1 0 0 0,-1 0 0 0 0,1-1 0 0 0,-1 1 0 0 0,0 0 0 0 0,0 0 0 0 0,0 0 0 0 0,0 0 0 0 0,0 5 0 0 0,2 35 288 0 0,-1 0 0 0 0,-8 82 0 0 0,1 17-1919 0 0,6-118-1500 0 0,7 44-1 0 0,-1-40-4596 0 0</inkml:trace>
</inkml:ink>
</file>

<file path=ppt/ink/ink2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1.860"/>
    </inkml:context>
    <inkml:brush xml:id="br0">
      <inkml:brushProperty name="width" value="0.1" units="cm"/>
      <inkml:brushProperty name="height" value="0.1" units="cm"/>
    </inkml:brush>
  </inkml:definitions>
  <inkml:trace contextRef="#ctx0" brushRef="#br0">1 80 10138 0 0,'28'-80'8767'0'0,"-31"118"-5789"0"0,8 31-2807 0 0,-5-61-20 0 0,5 59 6 0 0,16 121-100 0 0,-18-167-49 0 0,2 0 0 0 0,1-1 1 0 0,1 1-1 0 0,0-1 0 0 0,1-1 0 0 0,19 33 1 0 0,-22-45-5 0 0,0 0 1 0 0,0-1 0 0 0,0 1-1 0 0,1-1 1 0 0,0 0 0 0 0,0 0-1 0 0,0-1 1 0 0,1 0-1 0 0,0 0 1 0 0,0-1 0 0 0,1 1-1 0 0,-1-1 1 0 0,1-1 0 0 0,0 0-1 0 0,-1 0 1 0 0,2 0-1 0 0,-1-1 1 0 0,0 0 0 0 0,0-1-1 0 0,1 0 1 0 0,-1 0 0 0 0,0-1-1 0 0,1 0 1 0 0,-1 0-1 0 0,9-2 1 0 0,5-1 47 0 0,-1-2 0 0 0,0 0 0 0 0,-1-1-1 0 0,1-2 1 0 0,-1 0 0 0 0,0 0 0 0 0,-1-2 0 0 0,29-19 0 0 0,-19 9-138 0 0,-15 9-448 0 0,0 2 1 0 0,0 0-1 0 0,1 1 0 0 0,22-9 1 0 0,-29 15-837 0 0,0 3-6 0 0</inkml:trace>
</inkml:ink>
</file>

<file path=ppt/ink/ink2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2.113"/>
    </inkml:context>
    <inkml:brush xml:id="br0">
      <inkml:brushProperty name="width" value="0.1" units="cm"/>
      <inkml:brushProperty name="height" value="0.1" units="cm"/>
    </inkml:brush>
  </inkml:definitions>
  <inkml:trace contextRef="#ctx0" brushRef="#br0">12 19 11979 0 0,'-11'-12'1673'0'0,"11"12"-1590"0"0,0 0 0 0 0,0-1 0 0 0,0 1 1 0 0,0 0-1 0 0,0-1 0 0 0,0 1 0 0 0,0 0 0 0 0,0 0 0 0 0,0-1 0 0 0,1 1 0 0 0,-1 0 0 0 0,0 0 0 0 0,0-1 1 0 0,0 1-1 0 0,0 0 0 0 0,1 0 0 0 0,-1-1 0 0 0,0 1 0 0 0,0 0 0 0 0,0 0 0 0 0,1 0 0 0 0,-1 0 1 0 0,0-1-1 0 0,0 1 0 0 0,1 0 0 0 0,-1 0 0 0 0,0 0 0 0 0,0 0 0 0 0,1 0 0 0 0,-1 0 0 0 0,0 0 0 0 0,0-1 1 0 0,1 1-1 0 0,-1 0 0 0 0,0 0 0 0 0,5 1 1966 0 0,-1 3-986 0 0,6 7-744 0 0,0 1 1 0 0,-1 0-1 0 0,0 0 0 0 0,-1 1 1 0 0,-1 0-1 0 0,0 1 0 0 0,0 0 0 0 0,7 26 1 0 0,29 125-1473 0 0,-38-133-2013 0 0</inkml:trace>
</inkml:ink>
</file>

<file path=ppt/ink/ink2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2.319"/>
    </inkml:context>
    <inkml:brush xml:id="br0">
      <inkml:brushProperty name="width" value="0.1" units="cm"/>
      <inkml:brushProperty name="height" value="0.1" units="cm"/>
    </inkml:brush>
  </inkml:definitions>
  <inkml:trace contextRef="#ctx0" brushRef="#br0">0 128 5529 0 0,'2'-5'166'0'0,"1"0"0"0"0,-1 0 0 0 0,1 0 1 0 0,0 0-1 0 0,0 0 0 0 0,0 1 0 0 0,0 0 0 0 0,1-1 0 0 0,0 1 0 0 0,0 0 0 0 0,0 1 0 0 0,0-1 0 0 0,1 1 0 0 0,6-4 1 0 0,4-1 855 0 0,0 0 0 0 0,1 2 0 0 0,23-8 0 0 0,-20 8 250 0 0,0 1 1 0 0,31-5-1 0 0,-46 9-1314 0 0,0 1 0 0 0,0-1 1 0 0,0 1-1 0 0,0 0 0 0 0,0 0 0 0 0,0 0 1 0 0,0 0-1 0 0,0 1 0 0 0,0 0 1 0 0,0 0-1 0 0,0 0 0 0 0,0 0 0 0 0,0 1 1 0 0,-1-1-1 0 0,1 1 0 0 0,-1 0 0 0 0,1 0 1 0 0,-1 0-1 0 0,5 5 0 0 0,1 5-662 0 0</inkml:trace>
</inkml:ink>
</file>

<file path=ppt/ink/ink2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2.621"/>
    </inkml:context>
    <inkml:brush xml:id="br0">
      <inkml:brushProperty name="width" value="0.1" units="cm"/>
      <inkml:brushProperty name="height" value="0.1" units="cm"/>
    </inkml:brush>
  </inkml:definitions>
  <inkml:trace contextRef="#ctx0" brushRef="#br0">1 143 3225 0 0,'2'1'145'0'0,"1"0"1"0"0,-1 0 0 0 0,1-1 0 0 0,-1 1-1 0 0,1 0 1 0 0,0-1 0 0 0,-1 1 0 0 0,1-1-1 0 0,0 0 1 0 0,-1 0 0 0 0,1 0 0 0 0,0 0-1 0 0,-1-1 1 0 0,1 1 0 0 0,0-1-1 0 0,-1 1 1 0 0,6-3 0 0 0,45-23 2737 0 0,-33 15-3103 0 0,167-90-2495 0 0,-186 100 2717 0 0,0 1 1 0 0,0-1 0 0 0,0 1-1 0 0,0-1 1 0 0,0 1-1 0 0,0-1 1 0 0,0 1 0 0 0,0-1-1 0 0,0 1 1 0 0,0 0-1 0 0,1 0 1 0 0,-1 0 0 0 0,0 0-1 0 0,0 0 1 0 0,0 0-1 0 0,0 0 1 0 0,0 0 0 0 0,1 0-1 0 0,-1 0 1 0 0,1 1-1 0 0,-2-1-2 0 0,1 1 0 0 0,-1 0 0 0 0,1-1 0 0 0,-1 1 0 0 0,0-1 0 0 0,0 1 0 0 0,1 0 0 0 0,-1-1 0 0 0,0 1 0 0 0,0 0 0 0 0,0-1 0 0 0,0 1-1 0 0,0 0 1 0 0,0 0 0 0 0,0-1 0 0 0,0 1 0 0 0,0 0 0 0 0,0-1 0 0 0,0 1 0 0 0,0 0 0 0 0,0-1 0 0 0,0 1 0 0 0,-1 1 0 0 0,-22 47-107 0 0,20-44 84 0 0,-41 61-231 0 0,35-55 486 0 0,0 0 1 0 0,2 0 0 0 0,-1 0 0 0 0,1 1 0 0 0,1 1 0 0 0,0-1 0 0 0,1 1-1 0 0,-8 26 1 0 0,13-37 73 0 0,-1 0-1 0 0,1 0 0 0 0,0 0 1 0 0,0 0-1 0 0,-1 0 1 0 0,1 0-1 0 0,1 0 0 0 0,-1 0 1 0 0,0 0-1 0 0,0 0 1 0 0,1 0-1 0 0,-1 0 0 0 0,1 0 1 0 0,-1 0-1 0 0,1-1 1 0 0,0 1-1 0 0,0 0 0 0 0,0 0 1 0 0,0 0-1 0 0,0-1 1 0 0,2 3-1 0 0,-1-3-35 0 0,-1 0 0 0 0,1 0 0 0 0,0 0 0 0 0,0 0 0 0 0,0 0-1 0 0,0-1 1 0 0,0 1 0 0 0,0 0 0 0 0,0-1 0 0 0,0 1 0 0 0,0-1 0 0 0,0 0 0 0 0,0 0 0 0 0,0 0 0 0 0,0 0-1 0 0,4 0 1 0 0,3-2-7 0 0,1 0 0 0 0,-1 0-1 0 0,0-1 1 0 0,0 0 0 0 0,0 0-1 0 0,0-1 1 0 0,11-7-1 0 0,3-4-2279 0 0,37-31-1 0 0,-39 26-4249 0 0</inkml:trace>
</inkml:ink>
</file>

<file path=ppt/ink/ink2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2.810"/>
    </inkml:context>
    <inkml:brush xml:id="br0">
      <inkml:brushProperty name="width" value="0.1" units="cm"/>
      <inkml:brushProperty name="height" value="0.1" units="cm"/>
    </inkml:brush>
  </inkml:definitions>
  <inkml:trace contextRef="#ctx0" brushRef="#br0">1 93 6913 0 0,'3'-14'674'0'0,"7"-34"-889"0"0,-9 17 5754 0 0,-3 49 1088 0 0,-2 46-4972 0 0,9-1-1230 0 0,4 0 1 0 0,18 67 0 0 0,43 120-907 0 0,-54-207-1121 0 0,-10-25 19 0 0</inkml:trace>
</inkml:ink>
</file>

<file path=ppt/ink/ink2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3.048"/>
    </inkml:context>
    <inkml:brush xml:id="br0">
      <inkml:brushProperty name="width" value="0.1" units="cm"/>
      <inkml:brushProperty name="height" value="0.1" units="cm"/>
    </inkml:brush>
  </inkml:definitions>
  <inkml:trace contextRef="#ctx0" brushRef="#br0">5 34 6913 0 0,'-1'-1'49'0'0,"1"1"0"0"0,-1-1 0 0 0,1 0 0 0 0,-1 0-1 0 0,1 1 1 0 0,0-1 0 0 0,-1 0 0 0 0,1 0 0 0 0,0 0-1 0 0,0 1 1 0 0,-1-1 0 0 0,1 0 0 0 0,0 0-1 0 0,0 0 1 0 0,0 0 0 0 0,0 0 0 0 0,0 0 0 0 0,0 1-1 0 0,0-1 1 0 0,0 0 0 0 0,1 0 0 0 0,-1 0 0 0 0,0 0-1 0 0,0 1 1 0 0,1-1 0 0 0,-1 0 0 0 0,1 0 0 0 0,-1 0-1 0 0,1 1 1 0 0,-1-1 0 0 0,1 0 0 0 0,0 0-1 0 0,2 0 243 0 0,0-1 0 0 0,0 2-1 0 0,0-1 1 0 0,1 0-1 0 0,-1 0 1 0 0,0 1 0 0 0,0 0-1 0 0,4 0 1 0 0,-4 0-202 0 0,16-1 664 0 0,1 1 0 0 0,0 2 0 0 0,-1 0-1 0 0,0 1 1 0 0,1 0 0 0 0,-1 2 0 0 0,0 1 0 0 0,-1 0 0 0 0,1 1 0 0 0,16 9 0 0 0,-21-9-585 0 0,0 1 1 0 0,-1 0-1 0 0,0 0 0 0 0,-1 2 0 0 0,0-1 1 0 0,0 1-1 0 0,-1 1 0 0 0,0 0 1 0 0,-1 1-1 0 0,0 0 0 0 0,-1 1 0 0 0,0-1 1 0 0,8 19-1 0 0,-14-25-108 0 0,-1 1-1 0 0,1 0 1 0 0,-1-1-1 0 0,-1 1 1 0 0,1 0-1 0 0,-1 0 1 0 0,0 0-1 0 0,-1 1 1 0 0,0-1 0 0 0,0 0-1 0 0,0 0 1 0 0,-1 0-1 0 0,-2 8 1 0 0,1-5-9 0 0,-2 1 1 0 0,1-1-1 0 0,-2 0 0 0 0,1 0 1 0 0,-1-1-1 0 0,-1 1 0 0 0,-11 15 1 0 0,-8 3 1 0 0,0-1 1 0 0,-2-1 0 0 0,-57 43 0 0 0,74-62-44 0 0,-99 66-2057 0 0,74-52-5599 0 0</inkml:trace>
</inkml:ink>
</file>

<file path=ppt/ink/ink2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4.095"/>
    </inkml:context>
    <inkml:brush xml:id="br0">
      <inkml:brushProperty name="width" value="0.1" units="cm"/>
      <inkml:brushProperty name="height" value="0.1" units="cm"/>
    </inkml:brush>
  </inkml:definitions>
  <inkml:trace contextRef="#ctx0" brushRef="#br0">306 256 8290 0 0,'21'-48'2616'0'0,"3"2"0"0"0,1 1-1 0 0,45-60 1 0 0,-70 104-2532 0 0,0 0-1 0 0,1 0 0 0 0,-1 1 0 0 0,0-1 0 0 0,1 1 0 0 0,-1-1 1 0 0,1 0-1 0 0,-1 1 0 0 0,1-1 0 0 0,0 1 0 0 0,-1-1 0 0 0,1 1 1 0 0,-1-1-1 0 0,1 1 0 0 0,0 0 0 0 0,-1-1 0 0 0,1 1 0 0 0,0 0 1 0 0,0-1-1 0 0,-1 1 0 0 0,2 0 0 0 0,2 12 1007 0 0,-9 30-230 0 0,4-40-824 0 0,-27 118 386 0 0,-83 216 1 0 0,64-205-456 0 0,-18 48 32 0 0,14-47-89 0 0,-62 268 0 0 0,104-349-137 0 0,-7 36 59 0 0,0-32-3321 0 0</inkml:trace>
</inkml:ink>
</file>

<file path=ppt/ink/ink2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4.478"/>
    </inkml:context>
    <inkml:brush xml:id="br0">
      <inkml:brushProperty name="width" value="0.1" units="cm"/>
      <inkml:brushProperty name="height" value="0.1" units="cm"/>
    </inkml:brush>
  </inkml:definitions>
  <inkml:trace contextRef="#ctx0" brushRef="#br0">353 76 3681 0 0,'1'-13'-640'0'0,"0"6"1145"0"0,0 0 0 0 0,0 0 0 0 0,1 0 0 0 0,-1 0 0 0 0,5-9-1 0 0,-6 16-336 0 0,1-1-1 0 0,-1 0 0 0 0,1 0 0 0 0,-1 1 1 0 0,0-1-1 0 0,1 0 0 0 0,0 1 0 0 0,-1-1 1 0 0,1 1-1 0 0,-1-1 0 0 0,1 0 0 0 0,0 1 1 0 0,-1 0-1 0 0,1-1 0 0 0,0 1 0 0 0,0-1 1 0 0,-1 1-1 0 0,1 0 0 0 0,0-1 0 0 0,1 1 1 0 0,0 0 83 0 0,-1 0 0 0 0,0 0 0 0 0,1 0 0 0 0,-1 1 0 0 0,1-1 0 0 0,-1 1 0 0 0,0-1 0 0 0,1 1 0 0 0,-1-1 0 0 0,0 1 1 0 0,0 0-1 0 0,1-1 0 0 0,-1 1 0 0 0,0 0 0 0 0,0 0 0 0 0,2 2 0 0 0,31 30 1572 0 0,-2 1 0 0 0,39 53 0 0 0,-16-17-1051 0 0,328 364 1493 0 0,-5-5-1924 0 0,-313-345-398 0 0,-58-74 59 0 0,-1 0 0 0 0,0 1 0 0 0,-1-1 0 0 0,0 1 0 0 0,-1 0 0 0 0,6 21 1 0 0,-10-29-2 0 0,0 0 0 0 0,0-1 0 0 0,0 1 1 0 0,-1 0-1 0 0,1 0 0 0 0,-1-1 0 0 0,1 1 1 0 0,-1 0-1 0 0,0-1 0 0 0,0 1 1 0 0,-1-1-1 0 0,1 1 0 0 0,0-1 0 0 0,-1 1 1 0 0,1-1-1 0 0,-1 0 0 0 0,0 0 1 0 0,0 0-1 0 0,0 0 0 0 0,0 0 0 0 0,0 0 1 0 0,0 0-1 0 0,-1-1 0 0 0,1 1 1 0 0,0-1-1 0 0,-4 2 0 0 0,-9 5 4 0 0,1-1 0 0 0,-1-1-1 0 0,-17 5 1 0 0,-69 17 26 0 0,-196 28 0 0 0,179-38-21 0 0,-77 16-32 0 0,-233 35-45 0 0,400-64-257 0 0,1-2 0 0 0,-1-1 0 0 0,0-2 0 0 0,-48-4 1 0 0,52-2-810 0 0</inkml:trace>
</inkml:ink>
</file>

<file path=ppt/ink/ink2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4.890"/>
    </inkml:context>
    <inkml:brush xml:id="br0">
      <inkml:brushProperty name="width" value="0.1" units="cm"/>
      <inkml:brushProperty name="height" value="0.1" units="cm"/>
    </inkml:brush>
  </inkml:definitions>
  <inkml:trace contextRef="#ctx0" brushRef="#br0">1164 76 1840 0 0,'-71'9'1844'0'0,"-92"22"0"0"0,32-4-1228 0 0,-395 91-846 0 0,519-117 272 0 0,-259 62 6274 0 0,404-96-1787 0 0,200-41-3101 0 0,152 0 1192 0 0,-276 47-1587 0 0,13-6-511 0 0,369-43-1107 0 0,-514 70-1087 0 0,-51 5 193 0 0</inkml:trace>
</inkml:ink>
</file>

<file path=ppt/ink/ink2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5.350"/>
    </inkml:context>
    <inkml:brush xml:id="br0">
      <inkml:brushProperty name="width" value="0.1" units="cm"/>
      <inkml:brushProperty name="height" value="0.1" units="cm"/>
    </inkml:brush>
  </inkml:definitions>
  <inkml:trace contextRef="#ctx0" brushRef="#br0">27 25 11058 0 0,'-27'-24'7721'0'0,"34"57"-5799"0"0,-1 0-1413 0 0,128 612 1991 0 0,-45 9-1671 0 0,-46 55-1726 0 0,-43-704 859 0 0,7 60-866 0 0,-5-60 406 0 0,-1 0 1 0 0,1 0-1 0 0,-1-1 1 0 0,1 1-1 0 0,0 0 1 0 0,4 5-1 0 0</inkml:trace>
</inkml:ink>
</file>

<file path=ppt/ink/ink2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6.396"/>
    </inkml:context>
    <inkml:brush xml:id="br0">
      <inkml:brushProperty name="width" value="0.1" units="cm"/>
      <inkml:brushProperty name="height" value="0.1" units="cm"/>
    </inkml:brush>
  </inkml:definitions>
  <inkml:trace contextRef="#ctx0" brushRef="#br0">35 1 11058 0 0,'-3'4'426'0'0,"-1"0"0"0"0,2 0 0 0 0,-1 1 0 0 0,0 0 0 0 0,1 0 0 0 0,0-1 0 0 0,0 1 0 0 0,0 0 0 0 0,1 1 0 0 0,0-1-1 0 0,-1 6 1 0 0,-5 61 1881 0 0,7-68-2202 0 0,-1 31 664 0 0,2 0 0 0 0,2-1 0 0 0,8 42 0 0 0,29 102 64 0 0,-22-108-566 0 0,100 453 389 0 0,-30-127-224 0 0,6-49-82 0 0,-50-200-7332 0 0,-35-117-421 0 0</inkml:trace>
</inkml:ink>
</file>

<file path=ppt/ink/ink2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8.431"/>
    </inkml:context>
    <inkml:brush xml:id="br0">
      <inkml:brushProperty name="width" value="0.1" units="cm"/>
      <inkml:brushProperty name="height" value="0.1" units="cm"/>
    </inkml:brush>
  </inkml:definitions>
  <inkml:trace contextRef="#ctx0" brushRef="#br0">56 99 4609 0 0,'-13'-29'2672'0'0,"10"21"-1682"0"0,-1-1 0 0 0,0 1 0 0 0,-1 0 0 0 0,1 0 0 0 0,-1 0 0 0 0,-12-13 0 0 0,64 69 2907 0 0,101 95-858 0 0,-118-117-3014 0 0,2-1 1 0 0,1-1-1 0 0,42 22 1 0 0,-29-23-179 0 0,0-3 0 0 0,1-2 0 0 0,91 22 1 0 0,-14-14-4555 0 0,-101-21-1214 0 0</inkml:trace>
</inkml:ink>
</file>

<file path=ppt/ink/ink2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8.794"/>
    </inkml:context>
    <inkml:brush xml:id="br0">
      <inkml:brushProperty name="width" value="0.1" units="cm"/>
      <inkml:brushProperty name="height" value="0.1" units="cm"/>
    </inkml:brush>
  </inkml:definitions>
  <inkml:trace contextRef="#ctx0" brushRef="#br0">216 87 9218 0 0,'-6'-10'948'0'0,"0"1"-1"0"0,-1 0 1 0 0,0 1 0 0 0,-15-16-1 0 0,19 22-626 0 0,0-1-1 0 0,0 0 1 0 0,0 1-1 0 0,-1 0 1 0 0,1 0-1 0 0,0 0 1 0 0,-1 0-1 0 0,0 1 1 0 0,1-1-1 0 0,-1 1 1 0 0,0 0-1 0 0,0 0 1 0 0,0 0-1 0 0,1 1 1 0 0,-1-1 0 0 0,0 1-1 0 0,-6 0 1 0 0,9 0-261 0 0,0 1 1 0 0,0-1 0 0 0,0 1-1 0 0,0-1 1 0 0,0 1 0 0 0,0 0 0 0 0,0-1-1 0 0,0 1 1 0 0,0 0 0 0 0,0 0 0 0 0,1 0-1 0 0,-1 0 1 0 0,0-1 0 0 0,0 1 0 0 0,1 0-1 0 0,-1 0 1 0 0,1 1 0 0 0,-1-1-1 0 0,1 0 1 0 0,-1 0 0 0 0,1 0 0 0 0,-1 0-1 0 0,1 0 1 0 0,0 0 0 0 0,0 1 0 0 0,0-1-1 0 0,0 0 1 0 0,0 0 0 0 0,0 0 0 0 0,0 3-1 0 0,4 36 386 0 0,0-22-429 0 0,1-1-1 0 0,1 1 1 0 0,1-1-1 0 0,0-1 1 0 0,1 0-1 0 0,1 0 1 0 0,1 0-1 0 0,17 22 1 0 0,10 5 70 0 0,59 54 0 0 0,10 10-27 0 0,-105-106-58 0 0,0-1-1 0 0,-1 1 1 0 0,1-1 0 0 0,0 1 0 0 0,0 0-1 0 0,0 0 1 0 0,-1 0 0 0 0,1-1 0 0 0,0 1 0 0 0,-1 0-1 0 0,1 0 1 0 0,-1 0 0 0 0,1 0 0 0 0,-1 0-1 0 0,0 0 1 0 0,1 0 0 0 0,-1 0 0 0 0,0 0 0 0 0,0 0-1 0 0,0 0 1 0 0,1 0 0 0 0,-1 0 0 0 0,0 1-1 0 0,0-1 1 0 0,-1 0 0 0 0,1 0 0 0 0,0 0 0 0 0,0 0-1 0 0,0 0 1 0 0,-1 0 0 0 0,1 0 0 0 0,-1 0-1 0 0,1 0 1 0 0,-1 0 0 0 0,0 1 0 0 0,-2 0 4 0 0,0 0 1 0 0,0 0-1 0 0,0 0 0 0 0,0-1 1 0 0,0 1-1 0 0,-1-1 1 0 0,1 0-1 0 0,-1 0 0 0 0,-4 1 1 0 0,-84 16-1648 0 0,72-16 973 0 0,1 1 0 0 0,0 1 0 0 0,0 1 1 0 0,0 0-1 0 0,0 1 0 0 0,1 2 0 0 0,0-1 1 0 0,-24 16-1 0 0,-25 28-19 0 0,43-34 687 0 0</inkml:trace>
</inkml:ink>
</file>

<file path=ppt/ink/ink2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9.141"/>
    </inkml:context>
    <inkml:brush xml:id="br0">
      <inkml:brushProperty name="width" value="0.1" units="cm"/>
      <inkml:brushProperty name="height" value="0.1" units="cm"/>
    </inkml:brush>
  </inkml:definitions>
  <inkml:trace contextRef="#ctx0" brushRef="#br0">90 26 4609 0 0,'-40'-12'1425'0'0,"-10"-2"8710"0"0,85 29-6648 0 0,-4-1-3276 0 0,6-1 185 0 0,169 67 1211 0 0,-159-59-1430 0 0,0 2-1 0 0,52 36 0 0 0,-6 6-138 0 0,-45-30-472 0 0,1-1-1 0 0,2-3 1 0 0,93 43-1 0 0,-103-64-2411 0 0,-25-10-3701 0 0</inkml:trace>
</inkml:ink>
</file>

<file path=ppt/ink/ink2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29.440"/>
    </inkml:context>
    <inkml:brush xml:id="br0">
      <inkml:brushProperty name="width" value="0.1" units="cm"/>
      <inkml:brushProperty name="height" value="0.1" units="cm"/>
    </inkml:brush>
  </inkml:definitions>
  <inkml:trace contextRef="#ctx0" brushRef="#br0">336 99 1376 0 0,'-43'-38'5687'0'0,"38"33"-4961"0"0,0-1 0 0 0,0 1 0 0 0,-1 0 1 0 0,0 0-1 0 0,0 1 0 0 0,0-1 0 0 0,0 1 0 0 0,-1 1 0 0 0,0-1 0 0 0,1 1 0 0 0,-1 1 0 0 0,-1-1 0 0 0,1 1 0 0 0,-8-2 1 0 0,13 4-606 0 0,-30-1 2376 0 0,23 7-1258 0 0,9-5-1204 0 0,0 0 0 0 0,0-1 0 0 0,0 1 0 0 0,0 0 0 0 0,0 0 0 0 0,0-1-1 0 0,0 1 1 0 0,0 0 0 0 0,1 0 0 0 0,-1-1 0 0 0,0 1 0 0 0,0 0 0 0 0,1-1 0 0 0,-1 1 0 0 0,1-1 0 0 0,-1 1-1 0 0,0 0 1 0 0,1-1 0 0 0,0 2 0 0 0,18 23 42 0 0,-1 0-1 0 0,-2 2 0 0 0,0 0 1 0 0,14 35-1 0 0,-24-47-63 0 0,-1 0 0 0 0,0 0 0 0 0,-1 0 0 0 0,0 1 0 0 0,-2 0 0 0 0,1 0 0 0 0,-2 0 0 0 0,0 0-1 0 0,-1 0 1 0 0,-2 16 0 0 0,0-26 16 0 0,1 1 0 0 0,-1-1 0 0 0,0 0 0 0 0,0 0-1 0 0,-1 0 1 0 0,0 0 0 0 0,0-1 0 0 0,0 1 0 0 0,-1-1 0 0 0,0 0-1 0 0,0 1 1 0 0,0-2 0 0 0,-1 1 0 0 0,1 0 0 0 0,-1-1 0 0 0,0 0-1 0 0,0 0 1 0 0,-1-1 0 0 0,1 1 0 0 0,-1-1 0 0 0,0 0 0 0 0,-7 2-1 0 0,-12 4-563 0 0,1-1 0 0 0,-1-1-1 0 0,0-2 1 0 0,-30 4-1 0 0,25-5-7049 0 0</inkml:trace>
</inkml:ink>
</file>

<file path=ppt/ink/ink2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30.092"/>
    </inkml:context>
    <inkml:brush xml:id="br0">
      <inkml:brushProperty name="width" value="0.1" units="cm"/>
      <inkml:brushProperty name="height" value="0.1" units="cm"/>
    </inkml:brush>
  </inkml:definitions>
  <inkml:trace contextRef="#ctx0" brushRef="#br0">1 1 7834 0 0,'0'0'602'0'0,"1"6"216"0"0,0 0 0 0 0,0 0-1 0 0,0 0 1 0 0,1 0-1 0 0,4 10 1 0 0,2 7 483 0 0,20 84 1780 0 0,82 265-489 0 0,-70-253-2524 0 0,-26-68-5746 0 0,-8-25-642 0 0</inkml:trace>
</inkml:ink>
</file>

<file path=ppt/ink/ink2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30.475"/>
    </inkml:context>
    <inkml:brush xml:id="br0">
      <inkml:brushProperty name="width" value="0.1" units="cm"/>
      <inkml:brushProperty name="height" value="0.1" units="cm"/>
    </inkml:brush>
  </inkml:definitions>
  <inkml:trace contextRef="#ctx0" brushRef="#br0">1 61 2304 0 0,'17'-10'598'0'0,"1"2"0"0"0,1 0 0 0 0,-1 1 0 0 0,1 1 0 0 0,0 1 0 0 0,1 1 0 0 0,32-4 0 0 0,4 4 2552 0 0,81 4-1 0 0,-124 0-2673 0 0,15 1 1288 0 0,49 8-1 0 0,-71-8-1590 0 0,-1 0 0 0 0,1 0-1 0 0,0 1 1 0 0,0 0-1 0 0,-1 0 1 0 0,1 0-1 0 0,-1 1 1 0 0,1 0 0 0 0,-1 0-1 0 0,0 0 1 0 0,0 1-1 0 0,-1 0 1 0 0,1 0-1 0 0,6 6 1 0 0,-9-6-149 0 0,-1-1-1 0 0,1 1 1 0 0,0-1 0 0 0,-1 1-1 0 0,0 0 1 0 0,0-1 0 0 0,0 1-1 0 0,0 0 1 0 0,-1 0 0 0 0,1 0-1 0 0,-1 0 1 0 0,0 0 0 0 0,0-1-1 0 0,0 1 1 0 0,-1 0 0 0 0,1 0-1 0 0,-1 0 1 0 0,0 0 0 0 0,0-1-1 0 0,-1 1 1 0 0,1 0 0 0 0,-1-1-1 0 0,1 1 1 0 0,-1-1 0 0 0,-3 4-1 0 0,-3 6 47 0 0,0-1-1 0 0,-1 0 0 0 0,-1-1 0 0 0,0 0 1 0 0,-14 12-1 0 0,7-7-208 0 0,-2-2 0 0 0,0 0 0 0 0,0-2 0 0 0,-1 0 0 0 0,-36 15 0 0 0,40-20-1581 0 0,-1-1 1 0 0,0-1-1 0 0,-1-1 1 0 0,-28 4-1 0 0,32-8-689 0 0,1-3-15 0 0</inkml:trace>
</inkml:ink>
</file>

<file path=ppt/ink/ink2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30.772"/>
    </inkml:context>
    <inkml:brush xml:id="br0">
      <inkml:brushProperty name="width" value="0.1" units="cm"/>
      <inkml:brushProperty name="height" value="0.1" units="cm"/>
    </inkml:brush>
  </inkml:definitions>
  <inkml:trace contextRef="#ctx0" brushRef="#br0">1 3 7490 0 0,'2'-1'757'0'0,"-2"1"-605"0"0,0-1-1 0 0,1 1 1 0 0,-1 0-1 0 0,0 0 1 0 0,1 0-1 0 0,-1-1 1 0 0,1 1-1 0 0,-1 0 1 0 0,0 0-1 0 0,1 0 1 0 0,-1 0-1 0 0,1 0 1 0 0,-1 0-1 0 0,0 0 1 0 0,1 0-1 0 0,-1 0 1 0 0,1 0-1 0 0,-1 0 1 0 0,1 0-1 0 0,-1 1 1 0 0,0-1-1 0 0,1 0 1 0 0,-1 0-1 0 0,0 0 1 0 0,1 0-1 0 0,-1 1 1 0 0,1-1-1 0 0,13 15 3045 0 0,10 28 42 0 0,-21-36-2610 0 0,13 26 72 0 0,-3 0 1 0 0,0 0-1 0 0,-2 1 0 0 0,11 64 1 0 0,7 145-996 0 0,-23-173-198 0 0,-1-35-1002 0 0,-1-12-4400 0 0</inkml:trace>
</inkml:ink>
</file>

<file path=ppt/ink/ink2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31.073"/>
    </inkml:context>
    <inkml:brush xml:id="br0">
      <inkml:brushProperty name="width" value="0.1" units="cm"/>
      <inkml:brushProperty name="height" value="0.1" units="cm"/>
    </inkml:brush>
  </inkml:definitions>
  <inkml:trace contextRef="#ctx0" brushRef="#br0">0 68 4145 0 0,'2'-4'390'0'0,"0"0"1"0"0,0 0 0 0 0,0 0-1 0 0,0 1 1 0 0,1-1 0 0 0,0 1-1 0 0,0-1 1 0 0,-1 1-1 0 0,2 0 1 0 0,-1 0 0 0 0,0 0-1 0 0,1 1 1 0 0,-1-1-1 0 0,1 1 1 0 0,0 0 0 0 0,0 0-1 0 0,0 0 1 0 0,0 0-1 0 0,0 1 1 0 0,0-1 0 0 0,8 0-1 0 0,-4 0 107 0 0,1 1 0 0 0,-1 0 0 0 0,1 0 0 0 0,-1 1 0 0 0,1 0-1 0 0,-1 0 1 0 0,1 1 0 0 0,-1 0 0 0 0,0 1 0 0 0,12 3 0 0 0,-3 2-250 0 0,-1 0 0 0 0,0 0 0 0 0,-1 2 1 0 0,0-1-1 0 0,0 2 0 0 0,-1 0 0 0 0,-1 1 0 0 0,1 1 0 0 0,-2 0 0 0 0,0 0 1 0 0,0 1-1 0 0,-1 1 0 0 0,0 0 0 0 0,-2 0 0 0 0,1 1 0 0 0,-2 0 1 0 0,0 1-1 0 0,8 23 0 0 0,-9-18-174 0 0,0 1 0 0 0,-2 0 1 0 0,-1 1-1 0 0,0-1 0 0 0,-2 1 0 0 0,0-1 1 0 0,-2 1-1 0 0,0 0 0 0 0,-2 0 0 0 0,0-1 0 0 0,-2 1 1 0 0,0-1-1 0 0,-13 38 0 0 0,12-46-210 0 0,-1 1 0 0 0,-1-1 0 0 0,0-1 0 0 0,0 1 0 0 0,-2-1 0 0 0,0 0 0 0 0,0-1 0 0 0,-1 0 0 0 0,0-1 0 0 0,-13 11 0 0 0</inkml:trace>
</inkml:ink>
</file>

<file path=ppt/ink/ink2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55.613"/>
    </inkml:context>
    <inkml:brush xml:id="br0">
      <inkml:brushProperty name="width" value="0.1" units="cm"/>
      <inkml:brushProperty name="height" value="0.1" units="cm"/>
    </inkml:brush>
  </inkml:definitions>
  <inkml:trace contextRef="#ctx0" brushRef="#br0">16 1 2761 0 0,'-11'2'12049'0'0,"7"16"-7149"0"0,7 36-4693 0 0,-2-32 1255 0 0,7 184-77 0 0,0 195-1948 0 0,-10-341-2087 0 0,0-36-4474 0 0</inkml:trace>
</inkml:ink>
</file>

<file path=ppt/ink/ink2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55.842"/>
    </inkml:context>
    <inkml:brush xml:id="br0">
      <inkml:brushProperty name="width" value="0.1" units="cm"/>
      <inkml:brushProperty name="height" value="0.1" units="cm"/>
    </inkml:brush>
  </inkml:definitions>
  <inkml:trace contextRef="#ctx0" brushRef="#br0">0 1 17716 0 0,'0'0'384'0'0,"1"1"88"0"0,1 1 8 0 0,-1-1 24 0 0,1 1-408 0 0,-2-1-96 0 0,1 0 0 0 0,1 2 0 0 0,-1 2 184 0 0,2 1 8 0 0,0 1 8 0 0,0 0 0 0 0,-2 0-792 0 0,2 1-160 0 0,-1-1-32 0 0,-1 3-8 0 0,-1 3 696 0 0,-4 0 96 0 0</inkml:trace>
</inkml:ink>
</file>

<file path=ppt/ink/ink2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56.343"/>
    </inkml:context>
    <inkml:brush xml:id="br0">
      <inkml:brushProperty name="width" value="0.1" units="cm"/>
      <inkml:brushProperty name="height" value="0.1" units="cm"/>
    </inkml:brush>
  </inkml:definitions>
  <inkml:trace contextRef="#ctx0" brushRef="#br0">1 0 12899 0 0,'21'6'2439'0'0,"-17"-4"-2327"0"0,0 1-1 0 0,1-1 1 0 0,-1 1-1 0 0,0 0 1 0 0,0 0 0 0 0,-1 0-1 0 0,1 1 1 0 0,-1-1-1 0 0,1 1 1 0 0,-1 0 0 0 0,0 0-1 0 0,-1 0 1 0 0,1 0-1 0 0,-1 1 1 0 0,0-1 0 0 0,0 1-1 0 0,0-1 1 0 0,1 6-1 0 0,3 13-116 0 0,-1-1-1 0 0,4 39 1 0 0,-4-24-252 0 0,10 51-1991 0 0,-5-133 1134 0 0,-5 29 991 0 0,30-97 448 0 0,-30 101 3 0 0,0 0 0 0 0,1 1 0 0 0,0-1 0 0 0,1 1 0 0 0,0 0 0 0 0,1 1 0 0 0,9-11 0 0 0,-15 19-186 0 0,-1 1 0 0 0,1-1 0 0 0,0 0 0 0 0,-1 1 0 0 0,1 0 1 0 0,0-1-1 0 0,0 1 0 0 0,0 0 0 0 0,0 0 0 0 0,0 0 0 0 0,0 0 0 0 0,0 0 0 0 0,0 1 0 0 0,0-1 1 0 0,1 1-1 0 0,-1-1 0 0 0,0 1 0 0 0,0 0 0 0 0,1 0 0 0 0,-1 0 0 0 0,0 0 0 0 0,3 1 0 0 0,-1 0-26 0 0,-1 0-1 0 0,1 0 0 0 0,-1 1 0 0 0,0 0 0 0 0,0 0 0 0 0,0 0 0 0 0,0 0 0 0 0,0 0 0 0 0,0 0 0 0 0,-1 1 1 0 0,1 0-1 0 0,3 4 0 0 0,5 8-64 0 0,-1 0 0 0 0,-1 1 0 0 0,0 0 0 0 0,8 23 0 0 0,11 36-718 0 0,-10-27-5589 0 0,-8-24-96 0 0</inkml:trace>
</inkml:ink>
</file>

<file path=ppt/ink/ink2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56.685"/>
    </inkml:context>
    <inkml:brush xml:id="br0">
      <inkml:brushProperty name="width" value="0.1" units="cm"/>
      <inkml:brushProperty name="height" value="0.1" units="cm"/>
    </inkml:brush>
  </inkml:definitions>
  <inkml:trace contextRef="#ctx0" brushRef="#br0">246 37 5065 0 0,'1'-1'286'0'0,"-1"0"0"0"0,1 0 0 0 0,-1 0 0 0 0,0 0 0 0 0,1 0 0 0 0,-1 0 0 0 0,0 0 0 0 0,0 0 0 0 0,1 0 0 0 0,-1 0 0 0 0,0 0 0 0 0,0-1 0 0 0,0 1 0 0 0,-1 0 0 0 0,1 0 1 0 0,0 0-1 0 0,0 0 0 0 0,0 0 0 0 0,-1 0 0 0 0,1 0 0 0 0,-1-1 0 0 0,1 1 0 0 0,-1 0 0 0 0,1 0 0 0 0,-1 1 0 0 0,0-1 0 0 0,-1-2 0 0 0,1 2-4 0 0,-1 0 0 0 0,0 1 0 0 0,0-1 0 0 0,0 0 0 0 0,1 1 0 0 0,-1 0 0 0 0,0-1 0 0 0,0 1 0 0 0,0 0-1 0 0,0 0 1 0 0,0 0 0 0 0,0 0 0 0 0,0 0 0 0 0,-3 1 0 0 0,-7 1 325 0 0,1 1 0 0 0,-1 0 0 0 0,1 1 0 0 0,-13 6 0 0 0,15-4-520 0 0,-1-1 1 0 0,1 2-1 0 0,1-1 0 0 0,-1 1 1 0 0,1 0-1 0 0,0 1 1 0 0,1 0-1 0 0,0 0 1 0 0,0 1-1 0 0,1-1 0 0 0,0 2 1 0 0,0-1-1 0 0,1 1 1 0 0,0-1-1 0 0,1 1 1 0 0,0 1-1 0 0,-3 12 0 0 0,2-6-88 0 0,2 0 0 0 0,0 0 0 0 0,0 1 1 0 0,2-1-1 0 0,0 1 0 0 0,1-1 0 0 0,1 1 0 0 0,0-1 0 0 0,2 1 0 0 0,4 18 0 0 0,-5-28 9 0 0,1 1-1 0 0,0-1 1 0 0,0 0 0 0 0,1 0 0 0 0,0 0 0 0 0,1-1 0 0 0,-1 0 0 0 0,2 1-1 0 0,-1-2 1 0 0,1 1 0 0 0,10 9 0 0 0,-12-12-148 0 0,0-1-1 0 0,0 0 1 0 0,0 0-1 0 0,1 0 1 0 0,0-1-1 0 0,0 0 1 0 0,-1 0-1 0 0,1 0 1 0 0,0 0-1 0 0,1-1 1 0 0,-1 1-1 0 0,0-1 1 0 0,0-1 0 0 0,0 1-1 0 0,1-1 1 0 0,-1 0-1 0 0,0 0 1 0 0,1 0-1 0 0,-1-1 1 0 0,6-1-1 0 0,8-3-6781 0 0</inkml:trace>
</inkml:ink>
</file>

<file path=ppt/ink/ink2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57.018"/>
    </inkml:context>
    <inkml:brush xml:id="br0">
      <inkml:brushProperty name="width" value="0.1" units="cm"/>
      <inkml:brushProperty name="height" value="0.1" units="cm"/>
    </inkml:brush>
  </inkml:definitions>
  <inkml:trace contextRef="#ctx0" brushRef="#br0">0 78 7370 0 0,'13'6'4816'0'0,"12"11"-1856"0"0,-12-7-2398 0 0,-1 1-1 0 0,0 1 1 0 0,-1 0 0 0 0,0 0-1 0 0,-1 1 1 0 0,0 0 0 0 0,-1 1-1 0 0,-1 0 1 0 0,0 0 0 0 0,10 27 0 0 0,-17-24 100 0 0,-7-12 159 0 0,5-5-792 0 0,0 0 1 0 0,0-1-1 0 0,0 1 1 0 0,0-1-1 0 0,0 1 1 0 0,0-1-1 0 0,0 0 1 0 0,0 1-1 0 0,0-1 1 0 0,1 0-1 0 0,-1 0 1 0 0,0 1-1 0 0,0-1 1 0 0,1 0-1 0 0,-1 0 1 0 0,0 0-1 0 0,1 0 1 0 0,-1 0-1 0 0,1 0 1 0 0,-1 0-1 0 0,1 0 1 0 0,0 0-1 0 0,-1-1 1 0 0,-2-9-19 0 0,1 1 1 0 0,0-1 0 0 0,1 1-1 0 0,0-1 1 0 0,1 1 0 0 0,0-1 0 0 0,1 0-1 0 0,0 1 1 0 0,0-1 0 0 0,4-12-1 0 0,0 4-620 0 0,0 0 0 0 0,1 1 0 0 0,1 0 0 0 0,16-30 0 0 0,-11 30-6835 0 0</inkml:trace>
</inkml:ink>
</file>

<file path=ppt/ink/ink2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57.347"/>
    </inkml:context>
    <inkml:brush xml:id="br0">
      <inkml:brushProperty name="width" value="0.1" units="cm"/>
      <inkml:brushProperty name="height" value="0.1" units="cm"/>
    </inkml:brush>
  </inkml:definitions>
  <inkml:trace contextRef="#ctx0" brushRef="#br0">4 250 4145 0 0,'-3'13'2264'0'0,"16"-17"2501"0"0,-9-1-4158 0 0,10-14 215 0 0,0-2 0 0 0,21-41 0 0 0,-30 52-611 0 0,-1-1 1 0 0,0 1 0 0 0,0-1-1 0 0,-1 0 1 0 0,0 0 0 0 0,-1 0-1 0 0,0 0 1 0 0,-1 0 0 0 0,0-14 0 0 0,-1 24-188 0 0,0 0 1 0 0,1 0-1 0 0,-1 0 1 0 0,0 0-1 0 0,0 0 1 0 0,0 0-1 0 0,0 0 1 0 0,-1 0 0 0 0,1 0-1 0 0,0 0 1 0 0,0 0-1 0 0,-1 0 1 0 0,1 0-1 0 0,0 0 1 0 0,-1 0-1 0 0,1 0 1 0 0,-1 0 0 0 0,0 0-1 0 0,1 1 1 0 0,-1-1-1 0 0,1 0 1 0 0,-1 0-1 0 0,0 0 1 0 0,0 1-1 0 0,0-1 1 0 0,1 0 0 0 0,-1 1-1 0 0,0-1 1 0 0,0 1-1 0 0,0-1 1 0 0,0 1-1 0 0,0-1 1 0 0,0 1-1 0 0,0 0 1 0 0,0 0 0 0 0,0-1-1 0 0,0 1 1 0 0,0 0-1 0 0,0 0 1 0 0,0 0-1 0 0,0 0 1 0 0,0 0-1 0 0,0 0 1 0 0,-2 1 0 0 0,0-1-23 0 0,1 1 0 0 0,0 0 0 0 0,0 0 0 0 0,0 1 0 0 0,0-1 0 0 0,0 0 0 0 0,0 0 0 0 0,0 1 0 0 0,1 0 0 0 0,-1-1 0 0 0,0 1 0 0 0,1 0 0 0 0,0-1 0 0 0,-1 1 0 0 0,1 0 0 0 0,0 0 0 0 0,0 0 0 0 0,0 1 0 0 0,-2 2 0 0 0,-1 11-8 0 0,0-1 0 0 0,1 1 0 0 0,1 0-1 0 0,1 0 1 0 0,0 0 0 0 0,0 0 0 0 0,2-1 0 0 0,0 1-1 0 0,6 27 1 0 0,-5-34-246 0 0,0 0-1 0 0,1 1 1 0 0,1-1 0 0 0,-1 0-1 0 0,1 0 1 0 0,1-1-1 0 0,0 1 1 0 0,0-1 0 0 0,1 0-1 0 0,-1-1 1 0 0,2 1-1 0 0,-1-1 1 0 0,1 0 0 0 0,0-1-1 0 0,1 0 1 0 0,-1 0-1 0 0,10 6 1 0 0,2-2-4562 0 0</inkml:trace>
</inkml:ink>
</file>

<file path=ppt/ink/ink2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57.742"/>
    </inkml:context>
    <inkml:brush xml:id="br0">
      <inkml:brushProperty name="width" value="0.1" units="cm"/>
      <inkml:brushProperty name="height" value="0.1" units="cm"/>
    </inkml:brush>
  </inkml:definitions>
  <inkml:trace contextRef="#ctx0" brushRef="#br0">319 24 920 0 0,'1'-1'141'0'0,"-1"1"-1"0"0,1-1 0 0 0,-1 1 1 0 0,0-1-1 0 0,0 1 0 0 0,1-1 1 0 0,-1 1-1 0 0,0-1 0 0 0,0 0 1 0 0,0 1-1 0 0,1-1 0 0 0,-1 1 1 0 0,0-1-1 0 0,0 0 0 0 0,0 1 1 0 0,0-1-1 0 0,0 1 0 0 0,0-1 1 0 0,0 0-1 0 0,0 1 0 0 0,-1-1 1 0 0,1 1-1 0 0,0-1 0 0 0,0 1 1 0 0,0-1-1 0 0,-1 0 0 0 0,1 1 1 0 0,0-1-1 0 0,-1 1 0 0 0,1-1 1 0 0,0 1-1 0 0,-1-1 0 0 0,-1 0 187 0 0,1 0 0 0 0,0 1 0 0 0,-1-1 0 0 0,1 1 0 0 0,-1 0 0 0 0,1-1 0 0 0,-1 1 0 0 0,1 0 0 0 0,-1 0-1 0 0,1 0 1 0 0,-1 0 0 0 0,-2 0 0 0 0,-4 1 553 0 0,1 0 0 0 0,-1 0 0 0 0,0 1 0 0 0,-8 3-1 0 0,-1 3-361 0 0,1 1-1 0 0,0 0 0 0 0,0 1 0 0 0,1 1 0 0 0,1 0 0 0 0,0 1 0 0 0,0 0 1 0 0,2 1-1 0 0,-24 30 0 0 0,27-30-487 0 0,-1 0 0 0 0,2 1 1 0 0,0 0-1 0 0,0 1 0 0 0,1 0 0 0 0,1 0 1 0 0,1 0-1 0 0,0 1 0 0 0,1-1 0 0 0,0 1 1 0 0,-1 25-1 0 0,5-39-133 0 0,-1 1 0 0 0,1 0 0 0 0,0-1 0 0 0,0 1 0 0 0,1 0 0 0 0,-1-1 0 0 0,0 1 0 0 0,1-1 0 0 0,0 1 0 0 0,-1-1 0 0 0,1 1 0 0 0,0-1 0 0 0,0 1 0 0 0,1-1 0 0 0,-1 0 0 0 0,0 1 0 0 0,1-1 0 0 0,-1 0 0 0 0,1 0 0 0 0,0 0 0 0 0,2 2 0 0 0,-1-3-143 0 0,-1 0-1 0 0,0 0 1 0 0,1 0-1 0 0,-1 0 1 0 0,1 0-1 0 0,0-1 0 0 0,-1 0 1 0 0,1 1-1 0 0,-1-1 1 0 0,1 0-1 0 0,0 0 1 0 0,-1 0-1 0 0,1 0 1 0 0,-1-1-1 0 0,1 1 1 0 0,0-1-1 0 0,-1 0 0 0 0,1 1 1 0 0,-1-1-1 0 0,0 0 1 0 0,4-2-1 0 0,6-3-360 0 0,-1 0-1 0 0,1 0 0 0 0,-1-1 1 0 0,-1-1-1 0 0,1 1 1 0 0,-1-2-1 0 0,-1 0 0 0 0,1 0 1 0 0,-1 0-1 0 0,-1-1 1 0 0,9-15-1 0 0,-8 11 1116 0 0,-1 0 0 0 0,0-1 0 0 0,-1 0 0 0 0,-1 0 0 0 0,4-18 0 0 0,-8 28 175 0 0,-1 0 1 0 0,1 0-1 0 0,-1 0 1 0 0,2 0 0 0 0,-1 0-1 0 0,0 0 1 0 0,1 0-1 0 0,0 1 1 0 0,0-1 0 0 0,0 1-1 0 0,6-5 1 0 0,-9 9-593 0 0,1 0 1 0 0,0 0-1 0 0,-1 0 0 0 0,1 0 1 0 0,0 0-1 0 0,-1 0 1 0 0,1 0-1 0 0,0 0 0 0 0,-1 0 1 0 0,1 0-1 0 0,-1 1 1 0 0,1-1-1 0 0,0 0 0 0 0,-1 0 1 0 0,1 1-1 0 0,-1-1 0 0 0,1 0 1 0 0,-1 1-1 0 0,1-1 1 0 0,-1 1-1 0 0,1-1 0 0 0,-1 1 1 0 0,1-1-1 0 0,-1 0 1 0 0,0 1-1 0 0,1 0 0 0 0,-1-1 1 0 0,0 1-1 0 0,1-1 1 0 0,-1 1-1 0 0,0-1 0 0 0,0 1 1 0 0,0 0-1 0 0,1-1 1 0 0,-1 2-1 0 0,12 27 311 0 0,-11-26-156 0 0,4 11-8 0 0,1-2 0 0 0,0 1 0 0 0,10 15-1 0 0,-12-22-685 0 0,0-1-1 0 0,1 0 0 0 0,-1 0 1 0 0,1 0-1 0 0,8 6 1 0 0,2 0-6177 0 0</inkml:trace>
</inkml:ink>
</file>

<file path=ppt/ink/ink2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58.077"/>
    </inkml:context>
    <inkml:brush xml:id="br0">
      <inkml:brushProperty name="width" value="0.1" units="cm"/>
      <inkml:brushProperty name="height" value="0.1" units="cm"/>
    </inkml:brush>
  </inkml:definitions>
  <inkml:trace contextRef="#ctx0" brushRef="#br0">121 20 3225 0 0,'31'-19'12670'0'0,"-31"20"-12410"0"0,5 18 253 0 0,0 6-293 0 0,1 0 1 0 0,1 0-1 0 0,18 39 1 0 0,-7-16-365 0 0,-16-43 246 0 0,-1 0 0 0 0,1 0 0 0 0,-1 1 0 0 0,0-1 0 0 0,-1 0 0 0 0,1 1 0 0 0,-1-1 0 0 0,0 1 0 0 0,0-1 0 0 0,-1 1 0 0 0,0-1 1 0 0,0 0-1 0 0,0 1 0 0 0,-1-1 0 0 0,1 0 0 0 0,-1 0 0 0 0,0 0 0 0 0,-1 0 0 0 0,1 0 0 0 0,-1-1 0 0 0,0 1 0 0 0,0-1 0 0 0,-5 5 0 0 0,-8 9-221 0 0,-1-2 0 0 0,-1 0 1 0 0,0-1-1 0 0,-23 15 0 0 0,-10 8-3441 0 0,22-12-82 0 0,26-24 3642 0 0</inkml:trace>
</inkml:ink>
</file>

<file path=ppt/ink/ink2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58.601"/>
    </inkml:context>
    <inkml:brush xml:id="br0">
      <inkml:brushProperty name="width" value="0.1" units="cm"/>
      <inkml:brushProperty name="height" value="0.1" units="cm"/>
    </inkml:brush>
  </inkml:definitions>
  <inkml:trace contextRef="#ctx0" brushRef="#br0">0 356 5529 0 0,'3'3'3540'0'0,"-3"-3"-3489"0"0,12-4 1631 0 0,11-9-56 0 0,-1-4-523 0 0,-2 0 1 0 0,0-2-1 0 0,-1 0 1 0 0,23-31-1 0 0,-33 39-966 0 0,-1 0 0 0 0,-1-1 0 0 0,0 0 0 0 0,-1 0 0 0 0,0-1 0 0 0,-1 1 0 0 0,0-1 0 0 0,-1-1 0 0 0,0 1 0 0 0,2-21 0 0 0,-5 32-103 0 0,-1-1-1 0 0,0 1 1 0 0,0 0 0 0 0,0 0-1 0 0,0-1 1 0 0,0 1-1 0 0,0 0 1 0 0,0 0-1 0 0,-1-1 1 0 0,1 1 0 0 0,-1 0-1 0 0,0 0 1 0 0,1 0-1 0 0,-1 0 1 0 0,0 0 0 0 0,0 0-1 0 0,0 0 1 0 0,-1 0-1 0 0,1 0 1 0 0,0 0 0 0 0,-1 0-1 0 0,1 1 1 0 0,-1-1-1 0 0,0 1 1 0 0,0-1-1 0 0,1 1 1 0 0,-1 0 0 0 0,0-1-1 0 0,0 1 1 0 0,0 0-1 0 0,0 0 1 0 0,-3 0 0 0 0,1 0 15 0 0,1 1 0 0 0,0-1 0 0 0,-1 1 1 0 0,1 0-1 0 0,0 0 0 0 0,-1 1 1 0 0,1-1-1 0 0,0 1 0 0 0,-1-1 0 0 0,1 1 1 0 0,0 0-1 0 0,0 1 0 0 0,0-1 0 0 0,0 0 1 0 0,0 1-1 0 0,0 0 0 0 0,0-1 1 0 0,0 1-1 0 0,0 0 0 0 0,1 1 0 0 0,-4 2 1 0 0,-2 4-20 0 0,1 0-1 0 0,0 0 1 0 0,0 0 0 0 0,1 1 0 0 0,0 0 0 0 0,1 0 0 0 0,0 0 0 0 0,1 1 0 0 0,0 0 0 0 0,0 0 0 0 0,1 0 0 0 0,1 0 0 0 0,0 0 0 0 0,0 1-1 0 0,1-1 1 0 0,1 1 0 0 0,0 13 0 0 0,1-17-19 0 0,0 0-1 0 0,0 0 1 0 0,0 0-1 0 0,1 0 1 0 0,0 0-1 0 0,1 0 0 0 0,0 0 1 0 0,0-1-1 0 0,1 1 1 0 0,-1-1-1 0 0,2 0 1 0 0,-1 0-1 0 0,1-1 1 0 0,0 1-1 0 0,0-1 1 0 0,1 0-1 0 0,0 0 1 0 0,0-1-1 0 0,0 0 0 0 0,1 0 1 0 0,-1 0-1 0 0,1-1 1 0 0,0 0-1 0 0,13 5 1 0 0,1-2-354 0 0,1-1 0 0 0,0-1 0 0 0,1-1 0 0 0,-1-1 0 0 0,44 0 0 0 0,-30-3-6993 0 0</inkml:trace>
</inkml:ink>
</file>

<file path=ppt/ink/ink2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59.378"/>
    </inkml:context>
    <inkml:brush xml:id="br0">
      <inkml:brushProperty name="width" value="0.1" units="cm"/>
      <inkml:brushProperty name="height" value="0.1" units="cm"/>
    </inkml:brush>
  </inkml:definitions>
  <inkml:trace contextRef="#ctx0" brushRef="#br0">0 8 9674 0 0,'16'-7'8163'0'0,"-16"13"-7339"0"0,-1 7-410 0 0,-1 41 680 0 0,2 0 0 0 0,7 57 0 0 0,-5-93-1067 0 0,1 0 1 0 0,2 0 0 0 0,-1 0-1 0 0,2-1 1 0 0,0 1 0 0 0,1-1-1 0 0,1-1 1 0 0,1 1 0 0 0,0-1-1 0 0,14 17 1 0 0,-8-13-7 0 0,1-1 1 0 0,22 19-1 0 0,-33-33-21 0 0,0-1 0 0 0,0 1 0 0 0,1-1 0 0 0,-1 0 0 0 0,1-1 0 0 0,0 1 0 0 0,1-1 0 0 0,-1-1 0 0 0,0 1 0 0 0,1-1 0 0 0,-1 0 0 0 0,14 2 0 0 0,-18-4-46 0 0,1 0 0 0 0,0 0 0 0 0,-1 0 0 0 0,1 0 0 0 0,-1-1 1 0 0,1 1-1 0 0,0-1 0 0 0,-1 0 0 0 0,1 0 0 0 0,-1 0 0 0 0,0 0 0 0 0,1 0 0 0 0,-1 0 0 0 0,0 0 1 0 0,1-1-1 0 0,-1 0 0 0 0,0 1 0 0 0,0-1 0 0 0,0 0 0 0 0,-1 0 0 0 0,1 0 0 0 0,0 0 0 0 0,-1 0 1 0 0,1 0-1 0 0,-1 0 0 0 0,0-1 0 0 0,0 1 0 0 0,1 0 0 0 0,-2-1 0 0 0,2-3 0 0 0,0-1-137 0 0,0 1-1 0 0,-1 0 1 0 0,0-1 0 0 0,0 1-1 0 0,-1-1 1 0 0,1 1-1 0 0,-2-1 1 0 0,1 1 0 0 0,-1-1-1 0 0,0 1 1 0 0,-2-8-1 0 0,-3-9 245 0 0,-19-55 842 0 0,23 72-835 0 0,-1 1-1 0 0,1-1 1 0 0,-1 0-1 0 0,-1 1 1 0 0,1-1-1 0 0,-1 1 1 0 0,0 0-1 0 0,0 0 1 0 0,-9-7-1 0 0,13 11-100 0 0,-1 1 0 0 0,1-1-1 0 0,-1 0 1 0 0,0 1 0 0 0,1 0-1 0 0,-1-1 1 0 0,0 1-1 0 0,0-1 1 0 0,1 1 0 0 0,-1 0-1 0 0,0 0 1 0 0,0-1 0 0 0,1 1-1 0 0,-1 0 1 0 0,0 0-1 0 0,0 0 1 0 0,0 0 0 0 0,1 0-1 0 0,-1 0 1 0 0,0 0 0 0 0,0 0-1 0 0,0 0 1 0 0,1 0-1 0 0,-1 0 1 0 0,0 1 0 0 0,0-1-1 0 0,1 0 1 0 0,-1 0 0 0 0,0 1-1 0 0,0-1 1 0 0,1 1-1 0 0,-1-1 1 0 0,0 1 0 0 0,1-1-1 0 0,-1 1 1 0 0,1-1 0 0 0,-1 1-1 0 0,0-1 1 0 0,0 2-1 0 0,0 1-903 0 0</inkml:trace>
</inkml:ink>
</file>

<file path=ppt/ink/ink2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5:59.965"/>
    </inkml:context>
    <inkml:brush xml:id="br0">
      <inkml:brushProperty name="width" value="0.1" units="cm"/>
      <inkml:brushProperty name="height" value="0.1" units="cm"/>
    </inkml:brush>
  </inkml:definitions>
  <inkml:trace contextRef="#ctx0" brushRef="#br0">1 274 7834 0 0,'2'-6'500'0'0,"1"1"1"0"0,1-1 0 0 0,-1 1 0 0 0,1 0 0 0 0,0 0-1 0 0,0 0 1 0 0,0 1 0 0 0,0 0 0 0 0,1-1-1 0 0,0 2 1 0 0,0-1 0 0 0,0 0 0 0 0,0 1 0 0 0,1 0-1 0 0,-1 0 1 0 0,1 1 0 0 0,0-1 0 0 0,0 1-1 0 0,0 1 1 0 0,9-3 0 0 0,-9 4-314 0 0,1-1-1 0 0,-1 1 1 0 0,1 0-1 0 0,-1 1 1 0 0,0 0 0 0 0,1 0-1 0 0,-1 0 1 0 0,0 0-1 0 0,1 1 1 0 0,-1 0 0 0 0,0 1-1 0 0,0-1 1 0 0,-1 1-1 0 0,1 0 1 0 0,-1 1 0 0 0,1-1-1 0 0,-1 1 1 0 0,0 0-1 0 0,7 7 1 0 0,-6-4-125 0 0,-3-5-37 0 0,0 0 0 0 0,0 1 1 0 0,-1 0-1 0 0,1-1 0 0 0,0 1 0 0 0,-1 0 0 0 0,0 0 0 0 0,0 1 0 0 0,0-1 0 0 0,0 0 1 0 0,-1 1-1 0 0,1-1 0 0 0,-1 1 0 0 0,0 0 0 0 0,1 4 0 0 0,-5-6 125 0 0,-5-8-21 0 0,-4-7 43 0 0,7 4-198 0 0,1-1 0 0 0,0 1 0 0 0,1-1 0 0 0,-1 1 0 0 0,2-1 0 0 0,0 0 0 0 0,0 0 0 0 0,0-1 0 0 0,2 1 0 0 0,-1 0 0 0 0,1 0 0 0 0,0 0 0 0 0,1-1 0 0 0,4-18-1 0 0,-3 20-356 0 0,1 0 0 0 0,0 0 0 0 0,0 0-1 0 0,0 1 1 0 0,1-1 0 0 0,0 1 0 0 0,1 0-1 0 0,0 0 1 0 0,0 1 0 0 0,8-10 0 0 0,-1 5-1332 0 0</inkml:trace>
</inkml:ink>
</file>

<file path=ppt/ink/ink2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6:00.140"/>
    </inkml:context>
    <inkml:brush xml:id="br0">
      <inkml:brushProperty name="width" value="0.1" units="cm"/>
      <inkml:brushProperty name="height" value="0.1" units="cm"/>
    </inkml:brush>
  </inkml:definitions>
  <inkml:trace contextRef="#ctx0" brushRef="#br0">0 1 7834 0 0,'1'4'838'0'0,"0"1"1"0"0,1-1 0 0 0,-1 0 0 0 0,1 0 0 0 0,0 0 0 0 0,3 5-1 0 0,2 7 439 0 0,-1 2 71 0 0,0 0 1 0 0,4 27-1 0 0,-3 11-3857 0 0</inkml:trace>
</inkml:ink>
</file>

<file path=ppt/ink/ink2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6:00.313"/>
    </inkml:context>
    <inkml:brush xml:id="br0">
      <inkml:brushProperty name="width" value="0.1" units="cm"/>
      <inkml:brushProperty name="height" value="0.1" units="cm"/>
    </inkml:brush>
  </inkml:definitions>
  <inkml:trace contextRef="#ctx0" brushRef="#br0">1 11 8754 0 0,'3'-10'7520'0'0,"4"13"-4946"0"0,8 15-3236 0 0,-13-15 992 0 0,51 74-7413 0 0,-39-53 4644 0 0</inkml:trace>
</inkml:ink>
</file>

<file path=ppt/ink/ink2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6:01.076"/>
    </inkml:context>
    <inkml:brush xml:id="br0">
      <inkml:brushProperty name="width" value="0.1" units="cm"/>
      <inkml:brushProperty name="height" value="0.1" units="cm"/>
    </inkml:brush>
  </inkml:definitions>
  <inkml:trace contextRef="#ctx0" brushRef="#br0">198 327 4145 0 0,'-36'-1'3545'0'0,"1"-1"-641"0"0,27 4-2466 0 0,-1 0-1 0 0,0 0 0 0 0,1 1 1 0 0,-1 0-1 0 0,1 1 0 0 0,-14 7 1 0 0,18-8-360 0 0,-1-1 0 0 0,1 1 0 0 0,0 0 0 0 0,1 0 1 0 0,-1 1-1 0 0,0-1 0 0 0,1 1 0 0 0,0 0 0 0 0,0 0 0 0 0,0 0 0 0 0,0 0 1 0 0,1 0-1 0 0,-4 9 0 0 0,6-13-74 0 0,-1 1 1 0 0,1-1 0 0 0,0 0-1 0 0,0 1 1 0 0,0-1 0 0 0,0 0-1 0 0,0 1 1 0 0,-1-1-1 0 0,1 0 1 0 0,0 0 0 0 0,0 1-1 0 0,0-1 1 0 0,0 0 0 0 0,0 1-1 0 0,0-1 1 0 0,0 1 0 0 0,0-1-1 0 0,0 0 1 0 0,0 1-1 0 0,0-1 1 0 0,0 0 0 0 0,0 1-1 0 0,0-1 1 0 0,0 0 0 0 0,1 0-1 0 0,-1 1 1 0 0,0-1-1 0 0,0 0 1 0 0,0 1 0 0 0,0-1-1 0 0,1 0 1 0 0,-1 0 0 0 0,0 1-1 0 0,0-1 1 0 0,1 0-1 0 0,-1 0 1 0 0,0 1 0 0 0,14-5-14 0 0,13-15-126 0 0,-18 9 61 0 0,3-2 37 0 0,0 0 1 0 0,1 0-1 0 0,0 1 1 0 0,1 1-1 0 0,16-10 1 0 0,-26 18 40 0 0,0 0 1 0 0,0 1-1 0 0,0-1 1 0 0,0 1-1 0 0,1-1 0 0 0,-1 1 1 0 0,0 1-1 0 0,0-1 1 0 0,1 0-1 0 0,-1 1 0 0 0,1 0 1 0 0,-1 0-1 0 0,0 0 0 0 0,1 1 1 0 0,-1 0-1 0 0,0 0 1 0 0,0 0-1 0 0,1 0 0 0 0,-1 0 1 0 0,0 1-1 0 0,0 0 1 0 0,0 0-1 0 0,0 0 0 0 0,-1 0 1 0 0,7 5-1 0 0,-4-2 22 0 0,-1 1-1 0 0,0-1 1 0 0,1 1 0 0 0,-2 0-1 0 0,1 0 1 0 0,-1 1 0 0 0,0 0-1 0 0,0 0 1 0 0,-1 0-1 0 0,0 0 1 0 0,0 0 0 0 0,0 0-1 0 0,-1 1 1 0 0,-1-1 0 0 0,1 1-1 0 0,-1 0 1 0 0,0-1 0 0 0,-1 1-1 0 0,0 0 1 0 0,0 0 0 0 0,0-1-1 0 0,-3 10 1 0 0,2-9 72 0 0,0 1 0 0 0,-1-1 0 0 0,0 0 0 0 0,0-1 0 0 0,-1 1 0 0 0,0 0 0 0 0,0-1 0 0 0,-1 1 0 0 0,0-1 0 0 0,0 0 0 0 0,-1 0 0 0 0,0-1 0 0 0,0 1 0 0 0,0-1 0 0 0,-1 0 0 0 0,0-1 1 0 0,0 1-1 0 0,0-1 0 0 0,-1 0 0 0 0,-14 7 0 0 0,20-11-164 0 0,0 0 1 0 0,0-1-1 0 0,0 1 1 0 0,-1-1-1 0 0,1 1 1 0 0,0-1-1 0 0,0 1 1 0 0,0-1-1 0 0,-1 0 1 0 0,1 0-1 0 0,0 1 1 0 0,0-1-1 0 0,-1 0 1 0 0,1 0-1 0 0,0 0 1 0 0,-1 0-1 0 0,1-1 1 0 0,0 1-1 0 0,0 0 1 0 0,-1 0-1 0 0,1-1 1 0 0,0 1-1 0 0,0-1 1 0 0,0 1-1 0 0,0-1 1 0 0,-1 0-1 0 0,1 1 1 0 0,0-1-1 0 0,0 0 1 0 0,-1-1-1 0 0,1 1-227 0 0,1-1 0 0 0,-1 0 0 0 0,0 1-1 0 0,1-1 1 0 0,-1 0 0 0 0,1 0 0 0 0,0 0 0 0 0,-1 1 0 0 0,1-1-1 0 0,0 0 1 0 0,0 0 0 0 0,0 0 0 0 0,1 0 0 0 0,-1 1 0 0 0,0-1-1 0 0,1 0 1 0 0,-1 0 0 0 0,1 0 0 0 0,-1 1 0 0 0,2-3 0 0 0,8-17-1854 0 0,1-1 0 0 0,25-35 0 0 0,4-8 507 0 0,-9 4 1473 0 0,26-70-1 0 0,-15-3 2740 0 0,-25 76 709 0 0,-15 54-2606 0 0,-1 0 1 0 0,1 0-1 0 0,0 0 0 0 0,0 0 0 0 0,1 0 1 0 0,-1 0-1 0 0,1 0 0 0 0,0 1 0 0 0,0-1 0 0 0,7-6 358 0 0,-10 10-944 0 0,0 0 1 0 0,7 2 2858 0 0,-6-1-2858 0 0,4 14 1598 0 0,-1 22-807 0 0,-4-30-488 0 0,27 185 816 0 0,-20-160-2059 0 0,1 0 0 0 0,2-1 0 0 0,27 58 0 0 0,-37-89 818 0 0,0 1 0 0 0,0-1 1 0 0,0 0-1 0 0,0 0 1 0 0,0 0-1 0 0,0 1 1 0 0,0-1-1 0 0,0 0 0 0 0,0 0 1 0 0,1 0-1 0 0,-1 1 1 0 0,0-1-1 0 0,0 0 1 0 0,0 0-1 0 0,0 0 0 0 0,0 0 1 0 0,1 1-1 0 0,-1-1 1 0 0,0 0-1 0 0,0 0 0 0 0,0 0 1 0 0,1 0-1 0 0,-1 0 1 0 0,0 0-1 0 0,0 0 1 0 0,1 0-1 0 0,-1 1 0 0 0,0-1 1 0 0,0 0-1 0 0,0 0 1 0 0,1 0-1 0 0,-1 0 1 0 0,0 0-1 0 0,0 0 0 0 0,1 0 1 0 0,-1 0-1 0 0,0-1 1 0 0,0 1-1 0 0,1 0 1 0 0,-1 0-1 0 0,8-10-752 0 0,6-23 158 0 0,-11 26 538 0 0,1-4-10 0 0,29-62 905 0 0,-31 69-583 0 0,1-1 0 0 0,-1 1 1 0 0,1 0-1 0 0,0 0 1 0 0,1 0-1 0 0,-1 1 0 0 0,1-1 1 0 0,-1 1-1 0 0,1-1 1 0 0,0 1-1 0 0,0 1 0 0 0,1-1 1 0 0,4-2-1 0 0,-7 4-108 0 0,0 1 0 0 0,0 0-1 0 0,1-1 1 0 0,-1 1 0 0 0,0 0 0 0 0,1 0 0 0 0,-1 0-1 0 0,0 0 1 0 0,1 1 0 0 0,-1-1 0 0 0,0 1 0 0 0,0-1-1 0 0,1 1 1 0 0,-1 0 0 0 0,0 0 0 0 0,0 0 0 0 0,0 0-1 0 0,0 0 1 0 0,0 1 0 0 0,0-1 0 0 0,0 0-1 0 0,2 3 1 0 0,7 6 17 0 0,-1 0 0 0 0,15 19-1 0 0,-6-7-224 0 0,34 28-3786 0 0</inkml:trace>
</inkml:ink>
</file>

<file path=ppt/ink/ink2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6:06.311"/>
    </inkml:context>
    <inkml:brush xml:id="br0">
      <inkml:brushProperty name="width" value="0.1" units="cm"/>
      <inkml:brushProperty name="height" value="0.1" units="cm"/>
    </inkml:brush>
  </inkml:definitions>
  <inkml:trace contextRef="#ctx0" brushRef="#br0">23 6 8754 0 0,'-1'-1'212'0'0,"0"1"1"0"0,0-1-1 0 0,1 1 1 0 0,-1-1-1 0 0,0 1 1 0 0,0 0-1 0 0,0-1 1 0 0,0 1-1 0 0,0 0 1 0 0,1-1-1 0 0,-1 1 1 0 0,0 0-1 0 0,0 0 1 0 0,0 0-1 0 0,0 0 1 0 0,-1 0-1 0 0,1 0-90 0 0,1 0-1 0 0,0 0 1 0 0,-1 1-1 0 0,1-1 1 0 0,-1 0-1 0 0,1 0 1 0 0,0 0-1 0 0,-1 1 1 0 0,1-1-1 0 0,0 0 1 0 0,0 1-1 0 0,-1-1 1 0 0,1 0-1 0 0,0 1 1 0 0,0-1-1 0 0,-1 0 0 0 0,1 1 1 0 0,0-1-1 0 0,0 1 1 0 0,0-1-1 0 0,0 0 1 0 0,0 1-1 0 0,-1-1 1 0 0,1 1-1 0 0,0 2 150 0 0,0 0 0 0 0,0 0 0 0 0,0 0 0 0 0,1 0 0 0 0,-1-1 0 0 0,1 1 0 0 0,-1 0 0 0 0,1 0 0 0 0,2 4 0 0 0,111 227 3658 0 0,-75-136-4907 0 0,28 113 0 0 0,-56-174-656 0 0</inkml:trace>
</inkml:ink>
</file>

<file path=ppt/ink/ink2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6:06.554"/>
    </inkml:context>
    <inkml:brush xml:id="br0">
      <inkml:brushProperty name="width" value="0.1" units="cm"/>
      <inkml:brushProperty name="height" value="0.1" units="cm"/>
    </inkml:brush>
  </inkml:definitions>
  <inkml:trace contextRef="#ctx0" brushRef="#br0">1 97 8754 0 0,'48'-3'1989'0'0,"-1"-2"0"0"0,56-13-1 0 0,-75 13-1249 0 0,113-26 1086 0 0,-50 4-4970 0 0,-70 20 1897 0 0</inkml:trace>
</inkml:ink>
</file>

<file path=ppt/ink/ink2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6:07.011"/>
    </inkml:context>
    <inkml:brush xml:id="br0">
      <inkml:brushProperty name="width" value="0.1" units="cm"/>
      <inkml:brushProperty name="height" value="0.1" units="cm"/>
    </inkml:brush>
  </inkml:definitions>
  <inkml:trace contextRef="#ctx0" brushRef="#br0">1 76 13475 0 0,'2'0'145'0'0,"-1"1"0"0"0,1-1 0 0 0,0 1 0 0 0,0 0 0 0 0,0-1 0 0 0,-1 1 0 0 0,1 0 1 0 0,0 0-1 0 0,-1 0 0 0 0,1 0 0 0 0,-1 1 0 0 0,1-1 0 0 0,-1 0 0 0 0,0 1 0 0 0,1-1 0 0 0,-1 1 0 0 0,0-1 0 0 0,0 1 0 0 0,0-1 0 0 0,1 4 1 0 0,17 36 1680 0 0,0 26-1119 0 0,-14-47-870 0 0,1 0 0 0 0,0-1 1 0 0,16 32-1 0 0,-22-51 97 0 0,0 1-1 0 0,0-1 1 0 0,0 0 0 0 0,0 0-1 0 0,0 0 1 0 0,0 0-1 0 0,0 1 1 0 0,0-1 0 0 0,0 0-1 0 0,1 0 1 0 0,-1 0 0 0 0,4 2-1660 0 0,-4-2 1660 0 0,0 0 0 0 0,0 0-1 0 0,0 0 1 0 0,0 0 0 0 0,1 0-1 0 0,-1 0 1 0 0,0 0 0 0 0,0 0-1 0 0,0 0 1 0 0,0 0 0 0 0,1-1-200 0 0,5-14-1581 0 0,2-33 848 0 0,-5 31 686 0 0,3-14 1153 0 0,21-58 1 0 0,-21 75-233 0 0,-1 0 1 0 0,2 1-1 0 0,0 0 1 0 0,0 0-1 0 0,1 0 0 0 0,14-15 1 0 0,-21 27-573 0 0,0 0 1 0 0,0-1 0 0 0,0 1-1 0 0,1 0 1 0 0,-1 0 0 0 0,0 0-1 0 0,0 0 1 0 0,1 0 0 0 0,-1 1-1 0 0,0-1 1 0 0,1 0 0 0 0,-1 1-1 0 0,1-1 1 0 0,-1 1 0 0 0,1-1-1 0 0,-1 1 1 0 0,1 0 0 0 0,0-1-1 0 0,-1 1 1 0 0,1 0-1 0 0,-1 0 1 0 0,4 0 0 0 0,-3 1 68 0 0,0 0 0 0 0,1 0 0 0 0,-1 0 0 0 0,0 0 0 0 0,0 1 0 0 0,0-1 0 0 0,1 0 0 0 0,-1 1 0 0 0,0 0 0 0 0,-1-1 0 0 0,1 1 0 0 0,0 0 0 0 0,1 2 0 0 0,6 9 499 0 0,-1 0-1 0 0,0 0 1 0 0,11 27-1 0 0,-14-30-529 0 0,5 12-270 0 0,3 5-2045 0 0,-1 1 0 0 0,11 39 0 0 0,-17-45-4451 0 0</inkml:trace>
</inkml:ink>
</file>

<file path=ppt/ink/ink2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6:07.346"/>
    </inkml:context>
    <inkml:brush xml:id="br0">
      <inkml:brushProperty name="width" value="0.1" units="cm"/>
      <inkml:brushProperty name="height" value="0.1" units="cm"/>
    </inkml:brush>
  </inkml:definitions>
  <inkml:trace contextRef="#ctx0" brushRef="#br0">1 351 13363 0 0,'6'-2'196'0'0,"0"0"0"0"0,0-1 0 0 0,1 1 1 0 0,-2-1-1 0 0,1 0 0 0 0,0-1 0 0 0,-1 0 1 0 0,1 0-1 0 0,-1 0 0 0 0,0 0 0 0 0,0-1 0 0 0,6-8 1 0 0,3-3 366 0 0,-1-2 1 0 0,17-27 0 0 0,-17 23-350 0 0,-2 0 0 0 0,11-25 0 0 0,-20 40-174 0 0,1 0 0 0 0,-1 0 1 0 0,0 0-1 0 0,-1 0 1 0 0,0-1-1 0 0,0 1 1 0 0,-1 0-1 0 0,1-1 1 0 0,-2 1-1 0 0,1 0 1 0 0,-3-12-1 0 0,3 17-31 0 0,0 1 1 0 0,0 0-1 0 0,0 0 0 0 0,0-1 0 0 0,-1 1 1 0 0,1 0-1 0 0,0 0 0 0 0,-1 0 0 0 0,1 0 1 0 0,-1-1-1 0 0,1 1 0 0 0,-1 0 1 0 0,0 0-1 0 0,0 0 0 0 0,1 0 0 0 0,-1 0 1 0 0,0 0-1 0 0,0 1 0 0 0,0-1 1 0 0,0 0-1 0 0,0 0 0 0 0,0 0 0 0 0,0 1 1 0 0,0-1-1 0 0,0 1 0 0 0,0-1 0 0 0,0 1 1 0 0,-1-1-1 0 0,1 1 0 0 0,0 0 1 0 0,0-1-1 0 0,0 1 0 0 0,-1 0 0 0 0,1 0 1 0 0,0 0-1 0 0,0 0 0 0 0,-1 0 0 0 0,1 0 1 0 0,0 0-1 0 0,0 1 0 0 0,-1-1 1 0 0,1 0-1 0 0,0 1 0 0 0,0-1 0 0 0,0 1 1 0 0,0-1-1 0 0,0 1 0 0 0,-1-1 0 0 0,1 1 1 0 0,-1 1-1 0 0,-3 1 60 0 0,0 1 1 0 0,-1 0-1 0 0,1 0 0 0 0,1 1 0 0 0,-1-1 1 0 0,1 1-1 0 0,-1 0 0 0 0,-3 7 0 0 0,4-6-68 0 0,1 0 0 0 0,0 0 0 0 0,0 0 0 0 0,1 1 0 0 0,0-1 0 0 0,0 0 0 0 0,0 1 0 0 0,1 0 0 0 0,0-1 0 0 0,0 1 0 0 0,0 0 0 0 0,1-1 0 0 0,0 1 0 0 0,1 0 0 0 0,-1 0 0 0 0,1-1 0 0 0,3 11 0 0 0,-1-8-16 0 0,0-1 0 0 0,1 1 0 0 0,0-1 0 0 0,1 1 0 0 0,0-1-1 0 0,0-1 1 0 0,1 1 0 0 0,0-1 0 0 0,0 0 0 0 0,0 0 0 0 0,1 0 0 0 0,9 6 0 0 0,-2-3-239 0 0,0 0 0 0 0,25 13 1 0 0,-9-9-4556 0 0,-3-4-1237 0 0</inkml:trace>
</inkml:ink>
</file>

<file path=ppt/ink/ink2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6:07.695"/>
    </inkml:context>
    <inkml:brush xml:id="br0">
      <inkml:brushProperty name="width" value="0.1" units="cm"/>
      <inkml:brushProperty name="height" value="0.1" units="cm"/>
    </inkml:brush>
  </inkml:definitions>
  <inkml:trace contextRef="#ctx0" brushRef="#br0">232 58 2761 0 0,'0'-4'863'0'0,"0"-1"0"0"0,0 1 1 0 0,0 0-1 0 0,0 0 1 0 0,-1-1-1 0 0,0 1 1 0 0,0 0-1 0 0,-3-8 1 0 0,4 11-680 0 0,-1 0 0 0 0,0 0 0 0 0,0 0 0 0 0,0 0 1 0 0,-1 1-1 0 0,1-1 0 0 0,0 0 0 0 0,0 0 0 0 0,0 1 1 0 0,0-1-1 0 0,-1 1 0 0 0,1-1 0 0 0,0 1 0 0 0,-1-1 1 0 0,1 1-1 0 0,0 0 0 0 0,-1 0 0 0 0,1 0 0 0 0,0 0 1 0 0,-1 0-1 0 0,1 0 0 0 0,-1 0 0 0 0,1 0 1 0 0,0 0-1 0 0,-1 0 0 0 0,1 1 0 0 0,0-1 0 0 0,-1 1 1 0 0,1-1-1 0 0,0 1 0 0 0,-3 1 0 0 0,-8 3 315 0 0,0 0 0 0 0,0 1 0 0 0,0 0 0 0 0,1 1 0 0 0,0 0 0 0 0,0 1-1 0 0,-18 18 1 0 0,22-19-371 0 0,-1 1 0 0 0,1 0 0 0 0,0 0 0 0 0,1 1-1 0 0,0-1 1 0 0,1 1 0 0 0,0 1 0 0 0,0-1 0 0 0,1 1 0 0 0,-5 14-1 0 0,8-21-125 0 0,1-1 0 0 0,-1 1-1 0 0,0 0 1 0 0,1 0-1 0 0,0 0 1 0 0,0 0 0 0 0,0 0-1 0 0,0 0 1 0 0,0 0 0 0 0,0 0-1 0 0,1-1 1 0 0,-1 1-1 0 0,1 0 1 0 0,0 0 0 0 0,0 0-1 0 0,0-1 1 0 0,0 1-1 0 0,1 0 1 0 0,-1-1 0 0 0,3 4-1 0 0,-1-3-38 0 0,0 0 0 0 0,0 0 0 0 0,1-1 0 0 0,-1 1-1 0 0,1-1 1 0 0,-1 0 0 0 0,1 0 0 0 0,0 0 0 0 0,0 0-1 0 0,0-1 1 0 0,0 0 0 0 0,6 2 0 0 0,10 0-174 0 0,0-1-1 0 0,1 0 1 0 0,-1-2 0 0 0,32-2 0 0 0,-45 1 150 0 0,2 0 1 0 0,0 1-1 0 0,0 0 1 0 0,0 0-1 0 0,0 0 1 0 0,9 3-1 0 0,-17-3 59 0 0,1 0-1 0 0,-1 1 0 0 0,0-1 1 0 0,0 1-1 0 0,0-1 1 0 0,0 1-1 0 0,0-1 0 0 0,0 1 1 0 0,0-1-1 0 0,0 1 0 0 0,-1 0 1 0 0,1-1-1 0 0,0 1 1 0 0,0 0-1 0 0,0 0 0 0 0,-1 0 1 0 0,1 0-1 0 0,0 0 0 0 0,0 1 1 0 0,-1 0 7 0 0,1-1 1 0 0,-1 1-1 0 0,0-1 0 0 0,0 1 1 0 0,0 0-1 0 0,0-1 1 0 0,0 1-1 0 0,0-1 0 0 0,-1 1 1 0 0,1 0-1 0 0,-1-1 1 0 0,1 1-1 0 0,-1-1 0 0 0,1 1 1 0 0,-1-1-1 0 0,0 1 1 0 0,-1 2-1 0 0,-7 8-28 0 0,0 0 0 0 0,-1-1 0 0 0,-1 0-1 0 0,1 0 1 0 0,-2-1 0 0 0,1-1 0 0 0,-1 0 0 0 0,-22 13 0 0 0,18-12-944 0 0</inkml:trace>
</inkml:ink>
</file>

<file path=ppt/ink/ink2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6:08.043"/>
    </inkml:context>
    <inkml:brush xml:id="br0">
      <inkml:brushProperty name="width" value="0.1" units="cm"/>
      <inkml:brushProperty name="height" value="0.1" units="cm"/>
    </inkml:brush>
  </inkml:definitions>
  <inkml:trace contextRef="#ctx0" brushRef="#br0">204 24 6913 0 0,'1'-1'69'0'0,"0"0"-1"0"0,-1 1 1 0 0,1-1-1 0 0,0 0 0 0 0,-1 0 1 0 0,1 0-1 0 0,0 0 1 0 0,-1 0-1 0 0,0 0 0 0 0,1 0 1 0 0,-1 0-1 0 0,1 0 0 0 0,-1 0 1 0 0,0 0-1 0 0,0 0 1 0 0,0 0-1 0 0,0 0 0 0 0,-1-3 630 0 0,1 4-541 0 0,-1 0 0 0 0,1-1 0 0 0,0 1 1 0 0,-1 0-1 0 0,1 0 0 0 0,-1-1 0 0 0,1 1 1 0 0,-1 0-1 0 0,1 0 0 0 0,0 0 0 0 0,-1 0 0 0 0,1 0 1 0 0,-1 0-1 0 0,1 0 0 0 0,-1 0 0 0 0,1 0 1 0 0,-1 0-1 0 0,1 0 0 0 0,-1 0 0 0 0,1 0 0 0 0,-1 0 1 0 0,1 0-1 0 0,-1 1 0 0 0,-25 8 4558 0 0,13-1-4567 0 0,2-1 185 0 0,0 1-1 0 0,1 0 1 0 0,0 1-1 0 0,0 0 0 0 0,1 1 1 0 0,1 0-1 0 0,-9 12 0 0 0,15-19-303 0 0,0 1-1 0 0,0-1 0 0 0,0 0 0 0 0,1 1 0 0 0,0-1 0 0 0,-1 1 0 0 0,1-1 0 0 0,0 1 0 0 0,1 0 0 0 0,-1-1 1 0 0,1 1-1 0 0,-1 0 0 0 0,1 0 0 0 0,0 0 0 0 0,1-1 0 0 0,-1 1 0 0 0,1 0 0 0 0,-1-1 0 0 0,1 1 0 0 0,0 0 1 0 0,1-1-1 0 0,-1 1 0 0 0,0-1 0 0 0,1 1 0 0 0,0-1 0 0 0,0 0 0 0 0,0 0 0 0 0,0 0 0 0 0,3 3 0 0 0,6 5 114 0 0,-1-1-1 0 0,2 0 0 0 0,-1-1 0 0 0,18 9 0 0 0,-19-11-45 0 0,1 0 0 0 0,-1 0-1 0 0,0 1 1 0 0,-1 1 0 0 0,0-1-1 0 0,10 13 1 0 0,-16-17-85 0 0,-1-1-1 0 0,0 1 1 0 0,-1-1-1 0 0,1 1 1 0 0,-1 0 0 0 0,1-1-1 0 0,-1 1 1 0 0,-1 0-1 0 0,1 0 1 0 0,0 0 0 0 0,-1 0-1 0 0,0 0 1 0 0,0 0-1 0 0,0 0 1 0 0,0 0 0 0 0,-1 0-1 0 0,1 0 1 0 0,-1 0-1 0 0,0 0 1 0 0,0 0-1 0 0,-1-1 1 0 0,1 1 0 0 0,-1 0-1 0 0,-2 4 1 0 0,-2 3-91 0 0,0 1-1 0 0,-1-1 1 0 0,-1-1 0 0 0,0 1 0 0 0,0-1-1 0 0,-1-1 1 0 0,0 1 0 0 0,0-1 0 0 0,-1-1 0 0 0,-1 0-1 0 0,1 0 1 0 0,-1-1 0 0 0,0-1 0 0 0,-1 0-1 0 0,0 0 1 0 0,0-1 0 0 0,0 0 0 0 0,-24 5 0 0 0,7-5 60 0 0</inkml:trace>
</inkml:ink>
</file>

<file path=ppt/ink/ink2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15.032"/>
    </inkml:context>
    <inkml:brush xml:id="br0">
      <inkml:brushProperty name="width" value="0.1" units="cm"/>
      <inkml:brushProperty name="height" value="0.1" units="cm"/>
    </inkml:brush>
  </inkml:definitions>
  <inkml:trace contextRef="#ctx0" brushRef="#br0">19 42 2761 0 0,'-18'-41'15766'0'0,"23"56"-15669"0"0,4 18 541 0 0,-1 0-1 0 0,-1 0 1 0 0,-2 1 0 0 0,2 57-1 0 0,-9 24-1188 0 0,-8-2-3402 0 0,6-89-2441 0 0</inkml:trace>
</inkml:ink>
</file>

<file path=ppt/ink/ink2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15.227"/>
    </inkml:context>
    <inkml:brush xml:id="br0">
      <inkml:brushProperty name="width" value="0.1" units="cm"/>
      <inkml:brushProperty name="height" value="0.1" units="cm"/>
    </inkml:brush>
  </inkml:definitions>
  <inkml:trace contextRef="#ctx0" brushRef="#br0">0 3 9674 0 0,'1'1'132'0'0,"-1"-1"0"0"0,0 1 0 0 0,0-1 0 0 0,0 1-1 0 0,1-1 1 0 0,-1 1 0 0 0,0-1 0 0 0,0 0 0 0 0,1 1 0 0 0,-1-1 0 0 0,0 0 0 0 0,1 1 0 0 0,-1-1-1 0 0,1 0 1 0 0,-1 1 0 0 0,0-1 0 0 0,1 0 0 0 0,-1 0 0 0 0,1 0 0 0 0,-1 1 0 0 0,1-1-1 0 0,-1 0 1 0 0,1 0 0 0 0,-1 0 0 0 0,1 0 0 0 0,-1 0 0 0 0,0 0 0 0 0,1 0 0 0 0,-1 0-1 0 0,1 0 1 0 0,-1 0 0 0 0,1 0 0 0 0,-1 0 0 0 0,1 0 0 0 0,-1 0 0 0 0,1 0 0 0 0,-1 0-1 0 0,1-1 1 0 0,-1 1 0 0 0,1 0 0 0 0,-1 0 0 0 0,0-1 0 0 0,1 1 0 0 0,-1 0 0 0 0,1 0 0 0 0,-1-1-1 0 0,0 1 1 0 0,1 0 0 0 0,-1-1 0 0 0,0 1 0 0 0,0-1 0 0 0,1 1 0 0 0,-1-1 0 0 0,0 1-1 0 0,0 0 1 0 0,1-1 0 0 0,-1 1 0 0 0,0-1 0 0 0,0 1 0 0 0,0-1 0 0 0,0 1 0 0 0,0-1 0 0 0,6 27-931 0 0</inkml:trace>
</inkml:ink>
</file>

<file path=ppt/ink/ink2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15.681"/>
    </inkml:context>
    <inkml:brush xml:id="br0">
      <inkml:brushProperty name="width" value="0.1" units="cm"/>
      <inkml:brushProperty name="height" value="0.1" units="cm"/>
    </inkml:brush>
  </inkml:definitions>
  <inkml:trace contextRef="#ctx0" brushRef="#br0">1 49 8290 0 0,'1'0'136'0'0,"0"-1"-1"0"0,0 0 1 0 0,0 0 0 0 0,0 1 0 0 0,0-1 0 0 0,1 1-1 0 0,-1-1 1 0 0,0 1 0 0 0,0 0 0 0 0,0-1 0 0 0,1 1 0 0 0,-1 0-1 0 0,0 0 1 0 0,0 0 0 0 0,1 0 0 0 0,-1 0 0 0 0,0 0-1 0 0,0 0 1 0 0,1 0 0 0 0,-1 0 0 0 0,0 0 0 0 0,0 1-1 0 0,0-1 1 0 0,1 1 0 0 0,-1-1 0 0 0,1 2 0 0 0,1-1 128 0 0,-1 1 0 0 0,0 0 0 0 0,0 0 0 0 0,0 0 0 0 0,0 1 0 0 0,-1-1 0 0 0,1 0 0 0 0,0 1 0 0 0,-1-1 0 0 0,0 1 0 0 0,2 3 0 0 0,1 5 445 0 0,0 0 1 0 0,-1 0-1 0 0,-1 1 1 0 0,3 20-1 0 0,-4-9-422 0 0,-2-1 1 0 0,-3 28-1 0 0,-2 24-417 0 0,10-84 442 0 0,0 0 0 0 0,0 1 0 0 0,11-18 0 0 0,-5 10-104 0 0,13-26 104 0 0,38-53-1 0 0,-52 84-210 0 0,0 1 0 0 0,0 0-1 0 0,1 1 1 0 0,0 0 0 0 0,1 0 0 0 0,0 1 0 0 0,0 0 0 0 0,1 1 0 0 0,16-8-1 0 0,-26 15-86 0 0,-1 0-1 0 0,0 1 0 0 0,1-1 0 0 0,-1 1 0 0 0,1-1 0 0 0,-1 1 0 0 0,1 0 0 0 0,-1 0 0 0 0,1 0 0 0 0,-1-1 0 0 0,1 1 0 0 0,-1 1 0 0 0,1-1 0 0 0,-1 0 0 0 0,1 0 0 0 0,-1 0 0 0 0,1 1 0 0 0,-1-1 1 0 0,0 1-1 0 0,1-1 0 0 0,-1 1 0 0 0,3 1 0 0 0,-2 0-3 0 0,1 0 1 0 0,-1 1 0 0 0,0-1 0 0 0,1 0 0 0 0,-1 1-1 0 0,-1-1 1 0 0,1 1 0 0 0,0 0 0 0 0,0 0-1 0 0,1 3 1 0 0,2 9-249 0 0,0 0 0 0 0,0 0 0 0 0,3 22 0 0 0,-7-32 47 0 0,7 43-2748 0 0,-5-22-3958 0 0</inkml:trace>
</inkml:ink>
</file>

<file path=ppt/ink/ink2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16.013"/>
    </inkml:context>
    <inkml:brush xml:id="br0">
      <inkml:brushProperty name="width" value="0.1" units="cm"/>
      <inkml:brushProperty name="height" value="0.1" units="cm"/>
    </inkml:brush>
  </inkml:definitions>
  <inkml:trace contextRef="#ctx0" brushRef="#br0">124 105 1376 0 0,'8'-22'582'0'0,"-5"18"108"0"0,-1-1-1 0 0,0 0 1 0 0,0 1-1 0 0,0-1 1 0 0,-1 0-1 0 0,1 0 1 0 0,-1 0 0 0 0,-1 0-1 0 0,1-1 1 0 0,-1 1-1 0 0,1 0 1 0 0,-2-8-1 0 0,1 12-548 0 0,-1 1 0 0 0,1-1-1 0 0,0 1 1 0 0,0-1 0 0 0,-1 0-1 0 0,1 1 1 0 0,0-1 0 0 0,-1 1-1 0 0,1-1 1 0 0,-1 1 0 0 0,1 0-1 0 0,-1-1 1 0 0,1 1 0 0 0,-1-1 0 0 0,1 1-1 0 0,-1 0 1 0 0,1-1 0 0 0,-1 1-1 0 0,1 0 1 0 0,-1 0 0 0 0,1-1-1 0 0,-1 1 1 0 0,0 0 0 0 0,1 0-1 0 0,-1 0 1 0 0,0 0 0 0 0,0 0-1 0 0,-22 4 2108 0 0,18-1-1892 0 0,0-1 0 0 0,-1 1-1 0 0,1 0 1 0 0,0 1 0 0 0,-5 4 0 0 0,1 1-150 0 0,2 1-1 0 0,-1 1 1 0 0,1-1 0 0 0,1 1-1 0 0,0 0 1 0 0,0 0 0 0 0,1 1-1 0 0,1 0 1 0 0,0 0-1 0 0,1 0 1 0 0,0 0 0 0 0,-2 22-1 0 0,4-25-190 0 0,0 1-1 0 0,1-1 0 0 0,0 1 0 0 0,1-1 1 0 0,0 1-1 0 0,1-1 0 0 0,4 17 0 0 0,-4-21-14 0 0,0 1 0 0 0,1-1 0 0 0,-1 0 0 0 0,1 0 0 0 0,0 0 0 0 0,0 0 0 0 0,1 0 0 0 0,0-1 0 0 0,-1 1 0 0 0,1-1 0 0 0,1 0 0 0 0,-1 0 0 0 0,7 4 0 0 0,24 8-2896 0 0</inkml:trace>
</inkml:ink>
</file>

<file path=ppt/ink/ink2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1.929"/>
    </inkml:context>
    <inkml:brush xml:id="br0">
      <inkml:brushProperty name="width" value="0.1" units="cm"/>
      <inkml:brushProperty name="height" value="0.1" units="cm"/>
    </inkml:brush>
  </inkml:definitions>
  <inkml:trace contextRef="#ctx0" brushRef="#br0">1 272 4609 0 0,'7'-4'750'0'0,"1"1"0"0"0,-1 0 0 0 0,1 1 0 0 0,0-1 0 0 0,-1 1 0 0 0,1 1 0 0 0,0-1 0 0 0,0 2 0 0 0,0-1 1 0 0,1 1-1 0 0,-1 0 0 0 0,0 1 0 0 0,0-1 0 0 0,13 5 0 0 0,-14-4-528 0 0,-1 2-1 0 0,1-1 1 0 0,-1 1 0 0 0,0 0 0 0 0,0 0 0 0 0,-1 1 0 0 0,1 0 0 0 0,-1 0-1 0 0,1 0 1 0 0,-1 1 0 0 0,0-1 0 0 0,-1 1 0 0 0,1 0 0 0 0,-1 1 0 0 0,0-1-1 0 0,-1 1 1 0 0,1 0 0 0 0,2 6 0 0 0,1 5-66 0 0,-1 1 0 0 0,8 33 0 0 0,-10-34-273 0 0,0 0-1 0 0,1-1 1 0 0,9 21 0 0 0,-14-127 1878 0 0,0 64-1706 0 0,2 1-1 0 0,0-1 0 0 0,2 1 1 0 0,1 0-1 0 0,12-41 0 0 0,-1 22-378 0 0,1 0 0 0 0,28-48 0 0 0,-12 41-2825 0 0</inkml:trace>
</inkml:ink>
</file>

<file path=ppt/ink/ink2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2.263"/>
    </inkml:context>
    <inkml:brush xml:id="br0">
      <inkml:brushProperty name="width" value="0.1" units="cm"/>
      <inkml:brushProperty name="height" value="0.1" units="cm"/>
    </inkml:brush>
  </inkml:definitions>
  <inkml:trace contextRef="#ctx0" brushRef="#br0">0 332 5529 0 0,'4'0'411'0'0,"0"-1"0"0"0,0 0 0 0 0,0 0 1 0 0,0 0-1 0 0,0-1 0 0 0,-1 1 0 0 0,1-1 0 0 0,0 0 0 0 0,-1 0 0 0 0,1 0 0 0 0,-1-1 0 0 0,0 1 1 0 0,6-6-1 0 0,40-46 4234 0 0,-37 40-3734 0 0,3-2-11 0 0,3-5-14 0 0,30-42 0 0 0,-45 58-912 0 0,0 0 0 0 0,0 0 0 0 0,0-1 0 0 0,0 1 0 0 0,-1-1 0 0 0,0 1 0 0 0,0-1 1 0 0,-1 0-1 0 0,0 0 0 0 0,0 0 0 0 0,0 0 0 0 0,0 0 0 0 0,-1 0 0 0 0,-1-10 0 0 0,1 15-33 0 0,0-1 0 0 0,-1 0 0 0 0,1 0-1 0 0,0 0 1 0 0,-1 0 0 0 0,0 0 0 0 0,1 1 0 0 0,-1-1 0 0 0,0 0-1 0 0,0 1 1 0 0,0-1 0 0 0,0 0 0 0 0,0 1 0 0 0,0-1 0 0 0,-1 1-1 0 0,1 0 1 0 0,0-1 0 0 0,-1 1 0 0 0,1 0 0 0 0,-1 0 0 0 0,1 0-1 0 0,-1 0 1 0 0,0 0 0 0 0,1 0 0 0 0,-1 0 0 0 0,0 1 0 0 0,0-1-1 0 0,0 1 1 0 0,1-1 0 0 0,-1 1 0 0 0,0 0 0 0 0,0-1-1 0 0,0 1 1 0 0,0 0 0 0 0,0 0 0 0 0,0 1 0 0 0,-3-1 0 0 0,1 1-63 0 0,0 0 1 0 0,0 0-1 0 0,0 1 1 0 0,0-1-1 0 0,0 1 1 0 0,0 0 0 0 0,1 0-1 0 0,-1 0 1 0 0,0 0-1 0 0,1 1 1 0 0,0-1-1 0 0,0 1 1 0 0,-1 0-1 0 0,2 0 1 0 0,-1 0 0 0 0,-3 4-1 0 0,3-2 142 0 0,1-1 0 0 0,-1 1-1 0 0,1 0 1 0 0,0 0 0 0 0,0 0-1 0 0,0 0 1 0 0,1 0 0 0 0,0 0-1 0 0,0 0 1 0 0,0 1 0 0 0,0-1-1 0 0,1 0 1 0 0,0 1 0 0 0,0-1-1 0 0,1 0 1 0 0,-1 0 0 0 0,1 1-1 0 0,0-1 1 0 0,1 0 0 0 0,-1 0-1 0 0,1 0 1 0 0,0 0 0 0 0,0 0-1 0 0,1 0 1 0 0,-1-1 0 0 0,1 1-1 0 0,0-1 1 0 0,0 0 0 0 0,1 0-1 0 0,6 7 1 0 0,-2-3-19 0 0,0-1 0 0 0,1 0 0 0 0,-1 0 0 0 0,1-1 0 0 0,1 0 0 0 0,-1-1 0 0 0,1 0 0 0 0,0 0 0 0 0,0-1 0 0 0,1 0 0 0 0,-1-1 0 0 0,1 0 1 0 0,-1-1-1 0 0,14 2 0 0 0,-1-3-1251 0 0</inkml:trace>
</inkml:ink>
</file>

<file path=ppt/ink/ink2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2.616"/>
    </inkml:context>
    <inkml:brush xml:id="br0">
      <inkml:brushProperty name="width" value="0.1" units="cm"/>
      <inkml:brushProperty name="height" value="0.1" units="cm"/>
    </inkml:brush>
  </inkml:definitions>
  <inkml:trace contextRef="#ctx0" brushRef="#br0">136 27 8754 0 0,'0'-1'162'0'0,"-1"-1"0"0"0,1 1 0 0 0,0 0 0 0 0,-1 0 0 0 0,1-1 0 0 0,-1 1 0 0 0,1 0 0 0 0,-1 0 0 0 0,0 0 0 0 0,0-1 0 0 0,1 1 0 0 0,-1 0 0 0 0,0 0 1 0 0,0 0-1 0 0,0 1 0 0 0,0-1 0 0 0,0 0 0 0 0,0 0 0 0 0,0 0 0 0 0,0 1 0 0 0,-1-1 0 0 0,1 0 0 0 0,0 1 0 0 0,0 0 0 0 0,-1-1 0 0 0,1 1 0 0 0,0-1 0 0 0,-1 1 0 0 0,1 0 0 0 0,0 0 0 0 0,-1 0 0 0 0,1 0 0 0 0,0 0 0 0 0,-1 0 1 0 0,1 0-1 0 0,0 0 0 0 0,-1 1 0 0 0,1-1 0 0 0,0 0 0 0 0,0 1 0 0 0,-1-1 0 0 0,1 1 0 0 0,0 0 0 0 0,0-1 0 0 0,0 1 0 0 0,0 0 0 0 0,0 0 0 0 0,-1-1 0 0 0,1 1 0 0 0,1 0 0 0 0,-1 0 0 0 0,0 0 0 0 0,0 0 0 0 0,-1 2 0 0 0,-7 8 41 0 0,1 0-1 0 0,0 1 0 0 0,0 1 1 0 0,1-1-1 0 0,1 1 0 0 0,0 0 1 0 0,1 0-1 0 0,0 1 0 0 0,1 0 1 0 0,0-1-1 0 0,1 2 0 0 0,1-1 1 0 0,-1 25-1 0 0,3-37-238 0 0,0-1 1 0 0,0 1-1 0 0,0-1 1 0 0,0 1-1 0 0,0-1 1 0 0,0 1-1 0 0,0-1 0 0 0,1 1 1 0 0,-1-1-1 0 0,0 1 1 0 0,1-1-1 0 0,-1 1 1 0 0,1-1-1 0 0,0 0 0 0 0,-1 1 1 0 0,1-1-1 0 0,0 0 1 0 0,0 1-1 0 0,2 1 1 0 0,-2-3-66 0 0,0 1 1 0 0,0-1 0 0 0,0 0 0 0 0,0 1 0 0 0,0-1-1 0 0,0 0 1 0 0,0 0 0 0 0,0 0 0 0 0,0 0 0 0 0,0 0 0 0 0,0 0-1 0 0,0 0 1 0 0,0 0 0 0 0,0 0 0 0 0,0-1 0 0 0,0 1-1 0 0,0 0 1 0 0,0-1 0 0 0,0 1 0 0 0,0 0 0 0 0,1-2-1 0 0,4-1-319 0 0,-1-1-1 0 0,0 1 0 0 0,0-1 0 0 0,-1 0 0 0 0,1-1 1 0 0,-1 1-1 0 0,0-1 0 0 0,5-6 0 0 0,-3 0 172 0 0,-1 0-1 0 0,1-1 0 0 0,3-14 1 0 0,-6 17 904 0 0,0 0 0 0 0,1 0 0 0 0,0 0 0 0 0,0 1 0 0 0,1-1 1 0 0,9-12-1 0 0,-13 20-547 0 0,0 0 0 0 0,0 0 0 0 0,1 0 0 0 0,-1 0 0 0 0,0 0 0 0 0,1 1 0 0 0,-1-1 0 0 0,0 0-1 0 0,1 1 1 0 0,-1-1 0 0 0,1 1 0 0 0,-1-1 0 0 0,1 1 0 0 0,0 0 0 0 0,-1 0 0 0 0,1-1 0 0 0,-1 1 0 0 0,1 0 0 0 0,-1 0 0 0 0,1 1 0 0 0,0-1 0 0 0,-1 0 0 0 0,1 0 0 0 0,-1 1 0 0 0,1-1 0 0 0,-1 1 0 0 0,1 0 0 0 0,-1-1 0 0 0,0 1 0 0 0,1 0 0 0 0,-1 0 0 0 0,0 0 0 0 0,1 0 0 0 0,-1 0 0 0 0,2 1 0 0 0,6 6 56 0 0,-1 0 1 0 0,1 0 0 0 0,10 16 0 0 0,-14-19-76 0 0,24 30-406 0 0,39 36 0 0 0,-50-56-1423 0 0,0 0-1 0 0,22 13 0 0 0,-24-17 205 0 0</inkml:trace>
</inkml:ink>
</file>

<file path=ppt/ink/ink2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2.932"/>
    </inkml:context>
    <inkml:brush xml:id="br0">
      <inkml:brushProperty name="width" value="0.1" units="cm"/>
      <inkml:brushProperty name="height" value="0.1" units="cm"/>
    </inkml:brush>
  </inkml:definitions>
  <inkml:trace contextRef="#ctx0" brushRef="#br0">64 0 8754 0 0,'8'5'9304'0'0,"-9"-4"-9177"0"0,-5 16 70 0 0,0 1 1 0 0,1 0-1 0 0,1 1 0 0 0,1-1 1 0 0,-2 19-1 0 0,5-30-142 0 0,0 0 0 0 0,1 0-1 0 0,-1 0 1 0 0,1 0 0 0 0,0 0 0 0 0,1 0 0 0 0,0-1 0 0 0,0 1 0 0 0,0 0-1 0 0,1-1 1 0 0,0 0 0 0 0,0 1 0 0 0,0-1 0 0 0,1-1 0 0 0,0 1 0 0 0,0 0-1 0 0,8 6 1 0 0,-5-5-51 0 0,-4-4 4 0 0,0 0 1 0 0,0 0 0 0 0,0 0 0 0 0,0 1-1 0 0,0-1 1 0 0,-1 1 0 0 0,1-1 0 0 0,2 7-1 0 0,-5-9-6 0 0,0-1-1 0 0,0 1 1 0 0,0 0-1 0 0,0 0 0 0 0,0 0 1 0 0,1 0-1 0 0,-2 0 1 0 0,1-1-1 0 0,0 1 1 0 0,0 0-1 0 0,0 0 0 0 0,0 0 1 0 0,0 0-1 0 0,-1 0 1 0 0,1-1-1 0 0,0 1 0 0 0,-1 0 1 0 0,0 1-1 0 0,0 0-3 0 0,-1 0 0 0 0,0-1 0 0 0,1 1-1 0 0,-1 0 1 0 0,0-1 0 0 0,0 1 0 0 0,0-1-1 0 0,0 0 1 0 0,-4 2 0 0 0,-92 39-6787 0 0,98-43 6842 0 0</inkml:trace>
</inkml:ink>
</file>

<file path=ppt/ink/ink2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3.263"/>
    </inkml:context>
    <inkml:brush xml:id="br0">
      <inkml:brushProperty name="width" value="0.1" units="cm"/>
      <inkml:brushProperty name="height" value="0.1" units="cm"/>
    </inkml:brush>
  </inkml:definitions>
  <inkml:trace contextRef="#ctx0" brushRef="#br0">1 330 2304 0 0,'38'-30'6554'0'0,"-3"-5"-4178"0"0,17-14-1557 0 0,-43 41-517 0 0,0 0-1 0 0,0-1 1 0 0,-1 0 0 0 0,0 0-1 0 0,-1-1 1 0 0,0 0 0 0 0,6-14-1 0 0,-10 20-187 0 0,-1 0 1 0 0,0 0-1 0 0,0-1 0 0 0,-1 1 0 0 0,1-1 1 0 0,-1 0-1 0 0,0 1 0 0 0,0-1 0 0 0,-1 0 1 0 0,1 0-1 0 0,-1 1 0 0 0,0-1 0 0 0,0 0 1 0 0,-1 0-1 0 0,1 0 0 0 0,-1 1 0 0 0,0-1 1 0 0,-1 0-1 0 0,1 1 0 0 0,-1-1 0 0 0,-3-5 1 0 0,5 8-81 0 0,-1 1 1 0 0,0 0-1 0 0,0-1 1 0 0,1 1-1 0 0,-1 0 1 0 0,0-1-1 0 0,0 1 1 0 0,-1 0-1 0 0,1 0 1 0 0,0 0-1 0 0,0 0 1 0 0,0 0-1 0 0,-1 0 1 0 0,1 1-1 0 0,0-1 1 0 0,-1 0-1 0 0,1 1 1 0 0,-1-1 0 0 0,1 1-1 0 0,-1-1 1 0 0,1 1-1 0 0,-1 0 1 0 0,-1-1-1 0 0,1 2 11 0 0,-1-1-1 0 0,1 1 1 0 0,0-1-1 0 0,0 1 1 0 0,-1 0-1 0 0,1-1 1 0 0,0 1-1 0 0,0 1 1 0 0,0-1-1 0 0,0 0 1 0 0,0 0-1 0 0,0 1 1 0 0,-3 2-1 0 0,-2 4 93 0 0,-1 1 1 0 0,1-1-1 0 0,0 1 0 0 0,1 1 0 0 0,-7 12 1 0 0,9-14-17 0 0,0 1 1 0 0,0 0-1 0 0,1 0 1 0 0,1 1 0 0 0,-1-1-1 0 0,1 1 1 0 0,1-1-1 0 0,0 1 1 0 0,0 0 0 0 0,1-1-1 0 0,0 1 1 0 0,0 0-1 0 0,1-1 1 0 0,1 1-1 0 0,0 0 1 0 0,0-1 0 0 0,1 0-1 0 0,0 1 1 0 0,0-1-1 0 0,1 0 1 0 0,0-1-1 0 0,1 1 1 0 0,10 14 0 0 0,-1-4-84 0 0,0-2 0 0 0,1 0 0 0 0,1 0 0 0 0,1-2 0 0 0,0 0 1 0 0,1-1-1 0 0,0 0 0 0 0,1-2 0 0 0,25 13 0 0 0,-21-13-219 0 0</inkml:trace>
</inkml:ink>
</file>

<file path=ppt/ink/ink2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4.039"/>
    </inkml:context>
    <inkml:brush xml:id="br0">
      <inkml:brushProperty name="width" value="0.1" units="cm"/>
      <inkml:brushProperty name="height" value="0.1" units="cm"/>
    </inkml:brush>
  </inkml:definitions>
  <inkml:trace contextRef="#ctx0" brushRef="#br0">310 46 7370 0 0,'0'-2'245'0'0,"-1"0"1"0"0,1 0-1 0 0,-1 0 0 0 0,1 0 1 0 0,-1 0-1 0 0,0 1 1 0 0,1-1-1 0 0,-1 0 1 0 0,0 0-1 0 0,0 1 1 0 0,0-1-1 0 0,-1 0 1 0 0,1 1-1 0 0,0-1 1 0 0,-1 1-1 0 0,1 0 1 0 0,-1-1-1 0 0,1 1 1 0 0,-1 0-1 0 0,1 0 1 0 0,-1 0-1 0 0,0 0 0 0 0,0 0 1 0 0,0 0-1 0 0,1 0 1 0 0,-1 1-1 0 0,0-1 1 0 0,0 1-1 0 0,-3-1 1 0 0,0 0 124 0 0,-1 0-1 0 0,1 0 1 0 0,-1 0 0 0 0,1 1 0 0 0,-1 0 0 0 0,0 0-1 0 0,1 0 1 0 0,-1 1 0 0 0,-6 1 0 0 0,1 2-213 0 0,1 1 1 0 0,0 0-1 0 0,0 0 0 0 0,1 1 1 0 0,-1 0-1 0 0,1 1 0 0 0,1 0 1 0 0,-1 0-1 0 0,1 1 0 0 0,0 0 1 0 0,1 1-1 0 0,-12 16 0 0 0,6-5 178 0 0,0 1-1 0 0,2 0 0 0 0,0 0 0 0 0,-15 45 1 0 0,25-63-358 0 0,0 0 0 0 0,0 0 1 0 0,0 0-1 0 0,1 0 0 0 0,0 0 1 0 0,-1 0-1 0 0,1 0 0 0 0,0 0 1 0 0,0 0-1 0 0,1 0 0 0 0,-1 0 0 0 0,1 0 1 0 0,0 0-1 0 0,-1 0 0 0 0,1 0 1 0 0,0 0-1 0 0,1 0 0 0 0,-1 0 1 0 0,0 0-1 0 0,1-1 0 0 0,2 4 1 0 0,-3-5 5 0 0,1 0 1 0 0,-1 1 0 0 0,1-1 0 0 0,0 0-1 0 0,-1 0 1 0 0,1 0 0 0 0,0 0 0 0 0,-1-1-1 0 0,1 1 1 0 0,0 0 0 0 0,0-1-1 0 0,0 1 1 0 0,0-1 0 0 0,0 0 0 0 0,0 1-1 0 0,0-1 1 0 0,0 0 0 0 0,0 0 0 0 0,0-1-1 0 0,-1 1 1 0 0,1 0 0 0 0,0 0 0 0 0,0-1-1 0 0,0 1 1 0 0,0-1 0 0 0,0 0 0 0 0,0 0-1 0 0,-1 1 1 0 0,1-1 0 0 0,0 0 0 0 0,-1-1-1 0 0,1 1 1 0 0,-1 0 0 0 0,2-2 0 0 0,8-5-15 0 0,-2-1 1 0 0,1-1 0 0 0,-1 0 0 0 0,-1 0 0 0 0,0-1 0 0 0,0 0 0 0 0,10-19 0 0 0,-11 16 256 0 0,2 1 1 0 0,0-1-1 0 0,0 2 1 0 0,19-20 0 0 0,-26 30-206 0 0,0 0 0 0 0,1 1 1 0 0,-1-1-1 0 0,0 0 1 0 0,1 1-1 0 0,0 0 0 0 0,-1-1 1 0 0,1 1-1 0 0,0 0 1 0 0,0 0-1 0 0,-1 1 0 0 0,1-1 1 0 0,0 0-1 0 0,0 1 1 0 0,0 0-1 0 0,0 0 0 0 0,0 0 1 0 0,0 0-1 0 0,0 0 1 0 0,0 0-1 0 0,-1 1 0 0 0,1 0 1 0 0,0-1-1 0 0,0 1 1 0 0,0 0-1 0 0,-1 0 0 0 0,1 1 1 0 0,0-1-1 0 0,-1 0 1 0 0,1 1-1 0 0,-1 0 0 0 0,0-1 1 0 0,1 1-1 0 0,2 4 1 0 0,1-1-9 0 0,0 1 0 0 0,-1-1 1 0 0,0 2-1 0 0,0-1 1 0 0,-1 0-1 0 0,1 1 0 0 0,-1 0 1 0 0,-1 0-1 0 0,1 0 0 0 0,-1 0 1 0 0,3 15-1 0 0,-4-8-3 0 0,0 0-1 0 0,-2 1 0 0 0,0-1 1 0 0,0 0-1 0 0,-2 1 0 0 0,1-1 1 0 0,-2 0-1 0 0,0 0 0 0 0,-1 0 1 0 0,0 0-1 0 0,-1-1 0 0 0,-7 15 1 0 0,8-19-5 0 0,0 0 1 0 0,-1 0 0 0 0,0-1 0 0 0,-1 1 0 0 0,0-1 0 0 0,0 0 0 0 0,0-1-1 0 0,-1 0 1 0 0,-1 0 0 0 0,1 0 0 0 0,-1-1 0 0 0,0 0 0 0 0,0 0 0 0 0,-1-1-1 0 0,0 0 1 0 0,0-1 0 0 0,-18 7 0 0 0,26-11-8 0 0,-1 1-167 0 0,-1 0 0 0 0,0 0 0 0 0,1 0 0 0 0,-1-1 0 0 0,0 1 0 0 0,1-1 0 0 0,-1 0 0 0 0,0 0-1 0 0,1 0 1 0 0,-1 0 0 0 0,0 0 0 0 0,0-1 0 0 0,1 1 0 0 0,-1-1 0 0 0,-3-1 0 0 0</inkml:trace>
</inkml:ink>
</file>

<file path=ppt/ink/ink2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4.498"/>
    </inkml:context>
    <inkml:brush xml:id="br0">
      <inkml:brushProperty name="width" value="0.1" units="cm"/>
      <inkml:brushProperty name="height" value="0.1" units="cm"/>
    </inkml:brush>
  </inkml:definitions>
  <inkml:trace contextRef="#ctx0" brushRef="#br0">187 42 11522 0 0,'0'-2'207'0'0,"0"0"0"0"0,-1 0 0 0 0,1-1-1 0 0,-1 1 1 0 0,1 0 0 0 0,-1 0-1 0 0,0 0 1 0 0,0 0 0 0 0,0 0-1 0 0,0 0 1 0 0,0 0 0 0 0,-1 0-1 0 0,1 0 1 0 0,0 0 0 0 0,-1 1-1 0 0,-1-3 1 0 0,1 4-47 0 0,1-1 1 0 0,-1 0-1 0 0,0 0 0 0 0,1 1 0 0 0,-1-1 0 0 0,0 1 1 0 0,1-1-1 0 0,-1 1 0 0 0,0 0 0 0 0,0 0 1 0 0,0-1-1 0 0,1 1 0 0 0,-1 1 0 0 0,0-1 1 0 0,0 0-1 0 0,1 0 0 0 0,-1 1 0 0 0,0-1 1 0 0,0 1-1 0 0,1-1 0 0 0,-4 2 0 0 0,-2 2-16 0 0,0 0 0 0 0,0 1-1 0 0,1 0 1 0 0,-1 0 0 0 0,1 0-1 0 0,0 0 1 0 0,0 1 0 0 0,1 0 0 0 0,0 0-1 0 0,0 1 1 0 0,0 0 0 0 0,1 0-1 0 0,-7 14 1 0 0,4-5 129 0 0,0 1 1 0 0,0 0-1 0 0,2 0 0 0 0,0 0 0 0 0,-3 22 1 0 0,7-33-335 0 0,0 0 1 0 0,1 0-1 0 0,0 0 1 0 0,0 0-1 0 0,0 0 1 0 0,1-1-1 0 0,0 1 1 0 0,0 0-1 0 0,1 0 0 0 0,2 8 1 0 0,-3-12 32 0 0,0-1 1 0 0,0 1-1 0 0,-1-1 0 0 0,1 0 1 0 0,0 1-1 0 0,0-1 0 0 0,0 0 1 0 0,1 0-1 0 0,-1 0 0 0 0,0 1 1 0 0,0-1-1 0 0,1-1 0 0 0,-1 1 1 0 0,0 0-1 0 0,1 0 1 0 0,-1 0-1 0 0,2 0 0 0 0,0-1 9 0 0,-1 1-1 0 0,0-1 1 0 0,0 0 0 0 0,1 0-1 0 0,-1 0 1 0 0,0 0 0 0 0,1 0-1 0 0,-1-1 1 0 0,0 1-1 0 0,0-1 1 0 0,0 1 0 0 0,1-1-1 0 0,-1 0 1 0 0,0 0-1 0 0,3-2 1 0 0,10-6-264 0 0,0-1-1 0 0,-1 0 0 0 0,-1-1 1 0 0,1-1-1 0 0,-2 0 1 0 0,21-25-1 0 0,-19 21 505 0 0,0 1 1 0 0,1 0-1 0 0,0 1 0 0 0,22-15 0 0 0,-35 27-178 0 0,1 1 0 0 0,0-1 1 0 0,0 1-1 0 0,0-1 0 0 0,1 1 0 0 0,-1 0 0 0 0,0 0 0 0 0,0 1 0 0 0,0-1 0 0 0,1 1 1 0 0,-1-1-1 0 0,0 1 0 0 0,1 0 0 0 0,-1 0 0 0 0,0 0 0 0 0,1 1 0 0 0,-1-1 0 0 0,0 1 1 0 0,1 0-1 0 0,-1 0 0 0 0,0 0 0 0 0,0 0 0 0 0,0 1 0 0 0,0-1 0 0 0,0 1 0 0 0,0 0 1 0 0,4 3-1 0 0,7 7 292 0 0,-1-1 1 0 0,-1 2 0 0 0,0 0-1 0 0,13 19 1 0 0,11 10 43 0 0,-29-35-487 0 0,-5-4-56 0 0,0 0-1 0 0,1 0 1 0 0,-1-1-1 0 0,1 1 0 0 0,0-1 1 0 0,-1 1-1 0 0,1-1 1 0 0,0 0-1 0 0,1 0 0 0 0,-1 0 1 0 0,0-1-1 0 0,0 1 0 0 0,1-1 1 0 0,-1 0-1 0 0,1 0 1 0 0,4 1-1 0 0,-2-3-1410 0 0</inkml:trace>
</inkml:ink>
</file>

<file path=ppt/ink/ink2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4.656"/>
    </inkml:context>
    <inkml:brush xml:id="br0">
      <inkml:brushProperty name="width" value="0.1" units="cm"/>
      <inkml:brushProperty name="height" value="0.1" units="cm"/>
    </inkml:brush>
  </inkml:definitions>
  <inkml:trace contextRef="#ctx0" brushRef="#br0">0 20 6449 0 0,'15'-16'2112'0'0,"-15"15"-1770"0"0,1 1-1 0 0,0-1 1 0 0,0 1 0 0 0,0 0 0 0 0,0-1-1 0 0,-1 1 1 0 0,1 0 0 0 0,0 0-1 0 0,0-1 1 0 0,0 1 0 0 0,0 0 0 0 0,15 8 6081 0 0,-14-6-6043 0 0,6 13 575 0 0,0 8-195 0 0,-1 0 0 0 0,7 41-1 0 0,-8-33-753 0 0,-2-10-74 0 0,7 27-3312 0 0</inkml:trace>
</inkml:ink>
</file>

<file path=ppt/ink/ink2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4.845"/>
    </inkml:context>
    <inkml:brush xml:id="br0">
      <inkml:brushProperty name="width" value="0.1" units="cm"/>
      <inkml:brushProperty name="height" value="0.1" units="cm"/>
    </inkml:brush>
  </inkml:definitions>
  <inkml:trace contextRef="#ctx0" brushRef="#br0">8 59 12443 0 0,'-6'-42'1437'0'0,"5"25"2847"0"0,8 68-4098 0 0,17 27-6464 0 0,-15-51 3992 0 0</inkml:trace>
</inkml:ink>
</file>

<file path=ppt/ink/ink2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5.147"/>
    </inkml:context>
    <inkml:brush xml:id="br0">
      <inkml:brushProperty name="width" value="0.1" units="cm"/>
      <inkml:brushProperty name="height" value="0.1" units="cm"/>
    </inkml:brush>
  </inkml:definitions>
  <inkml:trace contextRef="#ctx0" brushRef="#br0">1 1 12899 0 0,'0'0'42'0'0,"0"0"1"0"0,0 0 0 0 0,0 0-1 0 0,0 0 1 0 0,0 0-1 0 0,0 0 1 0 0,0 1 0 0 0,0-1-1 0 0,0 0 1 0 0,0 0 0 0 0,0 0-1 0 0,0 0 1 0 0,0 0-1 0 0,0 0 1 0 0,1 2 469 0 0,-1-2-470 0 0,0 0 1 0 0,0 0-1 0 0,1 0 1 0 0,-1 0 0 0 0,0 0-1 0 0,0 0 1 0 0,0 0 0 0 0,0 0-1 0 0,0 0 1 0 0,0 0-1 0 0,1 0 1 0 0,-1 0 0 0 0,0 0-1 0 0,0 0 1 0 0,0 0 0 0 0,0 0-1 0 0,0 0 1 0 0,0 0-1 0 0,1 0 1 0 0,-1 0 0 0 0,0 0-1 0 0,0 0 1 0 0,0 0 0 0 0,1-1 468 0 0,-1 1-468 0 0,0 0-1 0 0,0 0 1 0 0,0 0 0 0 0,0-1-1 0 0,1 1 1 0 0,-1 0-1 0 0,5 19 1343 0 0,0 23-184 0 0,-4-11-994 0 0,-1 3 87 0 0,2 0 0 0 0,10 48-1 0 0,-12-81-296 0 0,0-1-1 0 0,0 1 1 0 0,0-1-1 0 0,0 1 1 0 0,0-1 0 0 0,0 0-1 0 0,0 1 1 0 0,0-1-1 0 0,0 1 1 0 0,0-1-1 0 0,1 1 1 0 0,-1-1 0 0 0,0 0-1 0 0,0 1 1 0 0,0-1-1 0 0,1 1 1 0 0,-1-1-1 0 0,0 0 1 0 0,1 1 0 0 0,-1-1-1 0 0,0 0 1 0 0,1 0-1 0 0,-1 1 1 0 0,0-1-1 0 0,1 0 1 0 0,-1 0 0 0 0,0 1-1 0 0,1-1 1 0 0,-1 0-1 0 0,1 0 1 0 0,-1 0-1 0 0,1 0 1 0 0,-1 1 0 0 0,1-1-1 0 0,12-12-279 0 0,12-31-310 0 0,-23 37 525 0 0,11-19 15 0 0,-6 9 320 0 0,1 0-1 0 0,1 0 0 0 0,0 1 1 0 0,1 0-1 0 0,0 1 0 0 0,1 0 0 0 0,23-21 1 0 0,-33 33-214 0 0,2 1 0 0 0,-1-1-1 0 0,0 1 1 0 0,0 0 0 0 0,0 0 0 0 0,1 0 0 0 0,-1 0 0 0 0,0 0 0 0 0,1 0 0 0 0,-1 0 0 0 0,1 1-1 0 0,-1-1 1 0 0,1 1 0 0 0,-1 0 0 0 0,1 0 0 0 0,-1 0 0 0 0,1 0 0 0 0,0 0 0 0 0,-1 1 0 0 0,1-1 0 0 0,-1 1-1 0 0,1-1 1 0 0,-1 1 0 0 0,0 0 0 0 0,1 0 0 0 0,-1 0 0 0 0,0 0 0 0 0,0 1 0 0 0,1-1 0 0 0,2 4-1 0 0,5 3-31 0 0,0 2 0 0 0,-1-1-1 0 0,0 1 1 0 0,13 21 0 0 0,-7-10-188 0 0,1-1-326 0 0,-3 0-148 0 0</inkml:trace>
</inkml:ink>
</file>

<file path=ppt/ink/ink2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5.800"/>
    </inkml:context>
    <inkml:brush xml:id="br0">
      <inkml:brushProperty name="width" value="0.1" units="cm"/>
      <inkml:brushProperty name="height" value="0.1" units="cm"/>
    </inkml:brush>
  </inkml:definitions>
  <inkml:trace contextRef="#ctx0" brushRef="#br0">189 43 11522 0 0,'-4'-6'2626'0'0,"4"6"-2512"0"0,0-1 0 0 0,-1 1 0 0 0,1 0 0 0 0,0 0 0 0 0,-1 0 0 0 0,1 0 1 0 0,0 0-1 0 0,0 0 0 0 0,-1 0 0 0 0,1 0 0 0 0,0 0 0 0 0,-1 0 0 0 0,1 0 0 0 0,0 0 1 0 0,-1 0-1 0 0,1 0 0 0 0,0 0 0 0 0,0 0 0 0 0,-1 0 0 0 0,1 0 0 0 0,0 0 1 0 0,-1 0-1 0 0,1 1 0 0 0,-16 15 2134 0 0,-7 25-892 0 0,13-14-1093 0 0,1 1-1 0 0,1 0 0 0 0,-5 35 1 0 0,11-55-209 0 0,1 1 0 0 0,0 0 0 0 0,1-1 0 0 0,0 1 0 0 0,0-1 0 0 0,1 1 0 0 0,0-1 0 0 0,1 1 0 0 0,0-1 0 0 0,0 0 0 0 0,1 1 0 0 0,-1-1 0 0 0,2-1 0 0 0,-1 1 0 0 0,8 11 0 0 0,-9-17-51 0 0,-1 0 1 0 0,0 0-1 0 0,1 0 0 0 0,0 0 1 0 0,-1 0-1 0 0,1-1 0 0 0,0 1 1 0 0,0-1-1 0 0,0 1 0 0 0,0-1 1 0 0,0 0-1 0 0,0 1 1 0 0,0-1-1 0 0,1 0 0 0 0,-1-1 1 0 0,0 1-1 0 0,1 0 0 0 0,-1-1 1 0 0,0 1-1 0 0,1-1 1 0 0,-1 0-1 0 0,4 0 0 0 0,-2 0 11 0 0,0-1-1 0 0,1 0 1 0 0,-2 0-1 0 0,1-1 1 0 0,0 1-1 0 0,0-1 1 0 0,0 0-1 0 0,-1 0 1 0 0,1 0-1 0 0,-1-1 1 0 0,1 1-1 0 0,3-4 1 0 0,2-4 24 0 0,1 0 0 0 0,-1 0-1 0 0,0-1 1 0 0,-1 0 0 0 0,0 0 0 0 0,-1-1 0 0 0,6-14 0 0 0,-10 18-24 0 0,0 0-1 0 0,-1 0 1 0 0,0 0 0 0 0,0 0-1 0 0,-1 0 1 0 0,0-1 0 0 0,-1 1-1 0 0,1-1 1 0 0,-2 1 0 0 0,1 0-1 0 0,-1-1 1 0 0,0 1 0 0 0,-1 0-1 0 0,0 0 1 0 0,0 0 0 0 0,-1 0-1 0 0,0 0 1 0 0,-1 0 0 0 0,1 1-1 0 0,-1-1 1 0 0,-1 1 0 0 0,1 0-1 0 0,-1 0 1 0 0,-1 1 0 0 0,1-1 0 0 0,-11-8-1 0 0,9 9-185 0 0,0-1-1 0 0,-1 1 1 0 0,0 0 0 0 0,0 1-1 0 0,-1-1 1 0 0,1 2 0 0 0,-1-1-1 0 0,0 1 1 0 0,0 1-1 0 0,-1 0 1 0 0,1 0 0 0 0,-1 1-1 0 0,0 0 1 0 0,1 0 0 0 0,-1 1-1 0 0,0 0 1 0 0,0 1-1 0 0,0 1 1 0 0,0-1 0 0 0,0 1-1 0 0,1 1 1 0 0,-17 4-1 0 0,2 3-6861 0 0</inkml:trace>
</inkml:ink>
</file>

<file path=ppt/ink/ink2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6.275"/>
    </inkml:context>
    <inkml:brush xml:id="br0">
      <inkml:brushProperty name="width" value="0.1" units="cm"/>
      <inkml:brushProperty name="height" value="0.1" units="cm"/>
    </inkml:brush>
  </inkml:definitions>
  <inkml:trace contextRef="#ctx0" brushRef="#br0">128 60 13363 0 0,'0'-8'1196'0'0,"0"1"0"0"0,0-1 0 0 0,-1 1 0 0 0,-3-13 1 0 0,4 19-1102 0 0,0 1 0 0 0,0-1 1 0 0,0 1-1 0 0,0-1 0 0 0,0 1 1 0 0,-1-1-1 0 0,1 1 0 0 0,0 0 1 0 0,0-1-1 0 0,-1 1 0 0 0,1-1 1 0 0,0 1-1 0 0,0 0 0 0 0,-1-1 1 0 0,1 1-1 0 0,0 0 1 0 0,-1 0-1 0 0,1-1 0 0 0,-1 1 1 0 0,1 0-1 0 0,0 0 0 0 0,-1-1 1 0 0,1 1-1 0 0,-1 0 0 0 0,1 0 1 0 0,0 0-1 0 0,-1 0 0 0 0,1-1 1 0 0,-1 1-1 0 0,1 0 0 0 0,-1 0 1 0 0,0 0-1 0 0,-1 1-69 0 0,1 0-1 0 0,-1 0 1 0 0,0 0-1 0 0,1 0 1 0 0,-1 0-1 0 0,0 1 1 0 0,1-1-1 0 0,0 0 1 0 0,-1 1-1 0 0,1-1 1 0 0,0 1-1 0 0,0-1 1 0 0,-2 3 0 0 0,-8 13 93 0 0,1 1 1 0 0,0 0-1 0 0,1 1 1 0 0,1 0-1 0 0,1 0 1 0 0,1 1 0 0 0,-8 38-1 0 0,8-18-77 0 0,1 1 1 0 0,2 0-1 0 0,3 41 0 0 0,3-35-335 0 0,3 0 0 0 0,1-1 0 0 0,3 0 1 0 0,1 0-1 0 0,3-1 0 0 0,2-1 0 0 0,22 46 0 0 0,-33-80-837 0 0</inkml:trace>
</inkml:ink>
</file>

<file path=ppt/ink/ink2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6.414"/>
    </inkml:context>
    <inkml:brush xml:id="br0">
      <inkml:brushProperty name="width" value="0.1" units="cm"/>
      <inkml:brushProperty name="height" value="0.1" units="cm"/>
    </inkml:brush>
  </inkml:definitions>
  <inkml:trace contextRef="#ctx0" brushRef="#br0">5 163 3225 0 0,'-1'-5'158'0'0,"0"0"0"0"0,0 0 0 0 0,0 1 1 0 0,0-1-1 0 0,1 0 0 0 0,0 0 0 0 0,0 0 1 0 0,1-6-1 0 0,1 8 306 0 0,-1 0 0 0 0,0 0 0 0 0,1 0 0 0 0,-1 0 0 0 0,1 0 0 0 0,0 1 0 0 0,0-1 0 0 0,0 0 0 0 0,0 1 0 0 0,1 0 0 0 0,-1 0 0 0 0,1-1 0 0 0,3-2 0 0 0,7-4 199 0 0,0 1-1 0 0,0 0 0 0 0,0 0 1 0 0,1 2-1 0 0,0-1 1 0 0,24-5-1 0 0,-25 8-947 0 0,0 1-1 0 0,1 0 1 0 0,0 1-1 0 0,-1 1 0 0 0,1 0 1 0 0,0 1-1 0 0,23 2 1 0 0,-17 2-658 0 0</inkml:trace>
</inkml:ink>
</file>

<file path=ppt/ink/ink2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7.096"/>
    </inkml:context>
    <inkml:brush xml:id="br0">
      <inkml:brushProperty name="width" value="0.1" units="cm"/>
      <inkml:brushProperty name="height" value="0.1" units="cm"/>
    </inkml:brush>
  </inkml:definitions>
  <inkml:trace contextRef="#ctx0" brushRef="#br0">112 170 10594 0 0,'-9'-8'582'0'0,"-5"-2"4115"0"0,14 10-4591 0 0,-1 0 0 0 0,1 0 0 0 0,-1 0 0 0 0,0 0 0 0 0,1 0 1 0 0,-1 0-1 0 0,1 1 0 0 0,-1-1 0 0 0,1 0 0 0 0,-1 0 0 0 0,1 1 0 0 0,-1-1 0 0 0,1 1 0 0 0,-1-1 0 0 0,1 0 0 0 0,0 1 0 0 0,-1-1 0 0 0,1 1 0 0 0,-1-1 0 0 0,1 1 0 0 0,0-1 0 0 0,0 1 0 0 0,-1-1 0 0 0,1 1 0 0 0,0-1 1 0 0,0 1-1 0 0,0-1 0 0 0,-1 1 0 0 0,1-1 0 0 0,0 1 0 0 0,0 0 0 0 0,-7 22 392 0 0,0 1 1 0 0,2-1 0 0 0,1 1-1 0 0,0 0 1 0 0,1 42-1 0 0,3-23-389 0 0,3 0 0 0 0,9 56 0 0 0,-8-78-71 0 0,1-1 1 0 0,0 0-1 0 0,15 34 1 0 0,-18-49-26 0 0,1 1 0 0 0,-1-1 0 0 0,1 0 1 0 0,0 0-1 0 0,0 0 0 0 0,1-1 0 0 0,-1 1 0 0 0,1-1 0 0 0,0 1 1 0 0,1-1-1 0 0,-1-1 0 0 0,0 1 0 0 0,1 0 0 0 0,0-1 0 0 0,0 0 0 0 0,0 0 1 0 0,0-1-1 0 0,6 3 0 0 0,-8-5 2 0 0,0 1 0 0 0,0 0 1 0 0,0-1-1 0 0,0 0 0 0 0,-1 0 1 0 0,1 0-1 0 0,0 0 0 0 0,0 0 1 0 0,0-1-1 0 0,0 1 0 0 0,0-1 0 0 0,0 1 1 0 0,-1-1-1 0 0,1 0 0 0 0,0-1 1 0 0,-1 1-1 0 0,6-3 0 0 0,-4 1 16 0 0,0-1 0 0 0,0 1 0 0 0,0-1 0 0 0,0 0 1 0 0,0 0-1 0 0,-1-1 0 0 0,0 1 0 0 0,0-1 0 0 0,3-5 0 0 0,-1 0 25 0 0,0-1 1 0 0,-1 0-1 0 0,0-1 0 0 0,-1 1 1 0 0,0-1-1 0 0,0 1 1 0 0,-2-1-1 0 0,2-15 0 0 0,-5 1-13 0 0,0 1 0 0 0,-2 0 0 0 0,0 0 0 0 0,-2 0 0 0 0,-1 1-1 0 0,-1-1 1 0 0,-1 2 0 0 0,-14-29 0 0 0,-9-7-343 0 0,-73-104 1 0 0,62 111 352 0 0,16 31-1344 0 0,24 20 510 0 0,0-1 1 0 0,0 1-1 0 0,0-1 1 0 0,0 1 0 0 0,-1 0-1 0 0,1 0 1 0 0,-5 0 0 0 0</inkml:trace>
</inkml:ink>
</file>

<file path=ppt/ink/ink2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7.608"/>
    </inkml:context>
    <inkml:brush xml:id="br0">
      <inkml:brushProperty name="width" value="0.1" units="cm"/>
      <inkml:brushProperty name="height" value="0.1" units="cm"/>
    </inkml:brush>
  </inkml:definitions>
  <inkml:trace contextRef="#ctx0" brushRef="#br0">1 1 10138 0 0,'18'7'8387'0'0,"-16"-5"-7894"0"0,10 20 2762 0 0,-9-11-3297 0 0,-1 0 0 0 0,0 0 0 0 0,0 12 0 0 0,-1-10 715 0 0,3 30-540 0 0,-1-10-173 0 0,11 47 1 0 0,-13-93-375 0 0,0-1 1 0 0,1 1 0 0 0,5-15 0 0 0,-2 4 94 0 0,-3 14 414 0 0,0 0-1 0 0,2 0 1 0 0,-1 0-1 0 0,1 0 1 0 0,0 0-1 0 0,1 1 0 0 0,0-1 1 0 0,1 1-1 0 0,12-15 1 0 0,-15 21-65 0 0,-1 0 1 0 0,1 1-1 0 0,-1-1 1 0 0,1 1-1 0 0,0-1 1 0 0,0 1-1 0 0,0 0 1 0 0,0 0-1 0 0,1 0 1 0 0,-1 1-1 0 0,0-1 1 0 0,1 1-1 0 0,-1 0 1 0 0,1 0-1 0 0,0 0 1 0 0,-1 0-1 0 0,1 0 1 0 0,0 1-1 0 0,-1 0 1 0 0,1 0-1 0 0,0 0 1 0 0,0 0-1 0 0,-1 1 1 0 0,1-1-1 0 0,0 1 1 0 0,-1 0-1 0 0,1 0 1 0 0,-1 0-1 0 0,1 0 1 0 0,-1 1-1 0 0,4 1 1 0 0,2 3 16 0 0,0-1-1 0 0,-1 1 1 0 0,0 0 0 0 0,0 1-1 0 0,0 0 1 0 0,7 8 0 0 0,-13-12-56 0 0,1 0 0 0 0,-1 0 1 0 0,0 0-1 0 0,1 0 0 0 0,-1 0 1 0 0,-1 0-1 0 0,1 1 0 0 0,0-1 1 0 0,-1 1-1 0 0,0-1 0 0 0,1 1 1 0 0,-2-1-1 0 0,1 1 0 0 0,0 0 1 0 0,-1 0-1 0 0,1-1 0 0 0,-1 1 1 0 0,0 0-1 0 0,-1 6 0 0 0,34-70-8091 0 0,-27 49 6573 0 0</inkml:trace>
</inkml:ink>
</file>

<file path=ppt/ink/ink2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8.099"/>
    </inkml:context>
    <inkml:brush xml:id="br0">
      <inkml:brushProperty name="width" value="0.1" units="cm"/>
      <inkml:brushProperty name="height" value="0.1" units="cm"/>
    </inkml:brush>
  </inkml:definitions>
  <inkml:trace contextRef="#ctx0" brushRef="#br0">4 1 8290 0 0,'-1'1'218'0'0,"1"-1"0"0"0,-1 1 0 0 0,1 0 0 0 0,0 0-1 0 0,-1 0 1 0 0,1-1 0 0 0,0 1 0 0 0,0 0 0 0 0,0 0 0 0 0,-1 0 0 0 0,1 0 0 0 0,0 0 0 0 0,0-1 0 0 0,0 1 0 0 0,0 0 0 0 0,1 0 0 0 0,-1 0 0 0 0,0 0 0 0 0,0 0 0 0 0,0-1 0 0 0,1 1 0 0 0,-1 0 0 0 0,0 0-1 0 0,1 0 1 0 0,-1-1 0 0 0,1 1 0 0 0,-1 0 0 0 0,1 0 0 0 0,-1-1 0 0 0,2 2 0 0 0,20 36 3159 0 0,-17-29-2720 0 0,17 30 308 0 0,-1 1 1 0 0,-3 1-1 0 0,-1 1 0 0 0,18 71 1 0 0,-25-72-1135 0 0,-2 1 1 0 0,-3 0 0 0 0,0 0-1 0 0,-3 0 1 0 0,-2 1 0 0 0,-1-1-1 0 0,-3 0 1 0 0,-13 66-1 0 0,16-101-2471 0 0</inkml:trace>
</inkml:ink>
</file>

<file path=ppt/ink/ink2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8.333"/>
    </inkml:context>
    <inkml:brush xml:id="br0">
      <inkml:brushProperty name="width" value="0.1" units="cm"/>
      <inkml:brushProperty name="height" value="0.1" units="cm"/>
    </inkml:brush>
  </inkml:definitions>
  <inkml:trace contextRef="#ctx0" brushRef="#br0">38 122 3225 0 0,'0'-5'558'0'0,"1"-1"0"0"0,-1 1 1 0 0,1 0-1 0 0,0-1 0 0 0,1 1 1 0 0,-1 0-1 0 0,1 0 1 0 0,0 0-1 0 0,0 0 0 0 0,1 1 1 0 0,0-1-1 0 0,-1 0 0 0 0,2 1 1 0 0,-1 0-1 0 0,0 0 0 0 0,1 0 1 0 0,0 0-1 0 0,6-5 1 0 0,-7 6-137 0 0,1 0 0 0 0,0 0 0 0 0,0 1 0 0 0,0-1 0 0 0,0 1 0 0 0,1 0 0 0 0,-1 0 0 0 0,1 0 0 0 0,7-1 0 0 0,-10 2-238 0 0,1 1 0 0 0,0-1-1 0 0,-1 1 1 0 0,1 0 0 0 0,-1 0 0 0 0,1 0 0 0 0,0 1-1 0 0,-1-1 1 0 0,1 1 0 0 0,-1-1 0 0 0,1 1-1 0 0,-1 0 1 0 0,1 0 0 0 0,-1 0 0 0 0,0 0 0 0 0,1 0-1 0 0,-1 1 1 0 0,3 1 0 0 0,-4-2-171 0 0,0-1 0 0 0,-1 1 0 0 0,1 0 0 0 0,0 0 0 0 0,0-1 0 0 0,-1 1 0 0 0,1 0 0 0 0,0 0 0 0 0,-1 0 0 0 0,1 0 0 0 0,-1 0 0 0 0,1 0 0 0 0,-1 0 0 0 0,0 0 0 0 0,1 0 0 0 0,-1 1 0 0 0,0-1 0 0 0,0 0 0 0 0,1 0-1 0 0,-1 0 1 0 0,0 0 0 0 0,0 0 0 0 0,-1 2 0 0 0,1-1 27 0 0,-1 1-1 0 0,0 0 1 0 0,1-1-1 0 0,-2 1 0 0 0,1-1 1 0 0,0 1-1 0 0,0-1 1 0 0,-1 1-1 0 0,-1 2 0 0 0,-3 1 42 0 0,1 1-1 0 0,-1-1 0 0 0,0 0 0 0 0,0-1 1 0 0,-10 8-1 0 0,1-4-585 0 0,1-1 0 0 0,-2 0 1 0 0,1-1-1 0 0,-1-1 0 0 0,-28 8 0 0 0,26-11-6652 0 0</inkml:trace>
</inkml:ink>
</file>

<file path=ppt/ink/ink2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8.682"/>
    </inkml:context>
    <inkml:brush xml:id="br0">
      <inkml:brushProperty name="width" value="0.1" units="cm"/>
      <inkml:brushProperty name="height" value="0.1" units="cm"/>
    </inkml:brush>
  </inkml:definitions>
  <inkml:trace contextRef="#ctx0" brushRef="#br0">116 1 11522 0 0,'-1'0'151'0'0,"0"1"-1"0"0,1 0 1 0 0,-1 0-1 0 0,0 0 1 0 0,1 0-1 0 0,-1 0 1 0 0,1 0-1 0 0,-1 0 1 0 0,1 0-1 0 0,-1 0 0 0 0,1 0 1 0 0,0 0-1 0 0,-1 0 1 0 0,1 1-1 0 0,0-1 1 0 0,0 0-1 0 0,0 2 1 0 0,-2 29 1494 0 0,2-11-900 0 0,-14 51 1529 0 0,-26 81 1 0 0,11-46-3073 0 0,6 1-5364 0 0</inkml:trace>
</inkml:ink>
</file>

<file path=ppt/ink/ink2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8.927"/>
    </inkml:context>
    <inkml:brush xml:id="br0">
      <inkml:brushProperty name="width" value="0.1" units="cm"/>
      <inkml:brushProperty name="height" value="0.1" units="cm"/>
    </inkml:brush>
  </inkml:definitions>
  <inkml:trace contextRef="#ctx0" brushRef="#br0">0 208 10594 0 0,'1'-14'660'0'0,"0"-1"0"0"0,0 1 0 0 0,1 0-1 0 0,1 0 1 0 0,1 0 0 0 0,10-26 0 0 0,-12 34-156 0 0,22-42 1785 0 0,-23 46-2139 0 0,0 0 0 0 0,1 0 1 0 0,-1 1-1 0 0,0-1 1 0 0,1 0-1 0 0,-1 0 0 0 0,1 1 1 0 0,-1-1-1 0 0,1 1 1 0 0,0-1-1 0 0,-1 1 1 0 0,1 0-1 0 0,0 0 0 0 0,0-1 1 0 0,0 1-1 0 0,0 1 1 0 0,0-1-1 0 0,0 0 0 0 0,4 0 1 0 0,-4 1-85 0 0,0 0 1 0 0,0 1-1 0 0,0 0 1 0 0,0-1-1 0 0,0 1 1 0 0,0 0-1 0 0,-1 0 1 0 0,1 0-1 0 0,0 0 1 0 0,-1 1-1 0 0,1-1 1 0 0,-1 0-1 0 0,1 1 0 0 0,-1-1 1 0 0,1 1-1 0 0,-1-1 1 0 0,0 1-1 0 0,0 0 1 0 0,0-1-1 0 0,0 1 1 0 0,1 3-1 0 0,19 43 272 0 0,-19-41-268 0 0,28 90 84 0 0,20 112 1 0 0,-23-87-598 0 0,-15-59-3007 0 0,-11-47-3607 0 0</inkml:trace>
</inkml:ink>
</file>

<file path=ppt/ink/ink2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9.079"/>
    </inkml:context>
    <inkml:brush xml:id="br0">
      <inkml:brushProperty name="width" value="0.1" units="cm"/>
      <inkml:brushProperty name="height" value="0.1" units="cm"/>
    </inkml:brush>
  </inkml:definitions>
  <inkml:trace contextRef="#ctx0" brushRef="#br0">0 105 5529 0 0,'1'-4'240'0'0,"1"-2"56"0"0,2-1-232 0 0,1 3-64 0 0,-1 1 0 0 0,-1 0 0 0 0,3 0 192 0 0,3-3 32 0 0,4-3 8 0 0,6-1 0 0 0,2-2-232 0 0,7 2 0 0 0,0 3 0 0 0,1 3 0 0 0,-2 1 0 0 0,-2-2-72 0 0,-3 1 72 0 0,-2 0-80 0 0</inkml:trace>
</inkml:ink>
</file>

<file path=ppt/ink/ink2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9.601"/>
    </inkml:context>
    <inkml:brush xml:id="br0">
      <inkml:brushProperty name="width" value="0.1" units="cm"/>
      <inkml:brushProperty name="height" value="0.1" units="cm"/>
    </inkml:brush>
  </inkml:definitions>
  <inkml:trace contextRef="#ctx0" brushRef="#br0">0 19 5065 0 0,'4'4'924'0'0,"-1"0"0"0"0,0 0-1 0 0,1 1 1 0 0,-2-1 0 0 0,1 1 0 0 0,0 0-1 0 0,-1-1 1 0 0,2 7 0 0 0,-1-1-189 0 0,0 0 0 0 0,-1 0 0 0 0,2 16 0 0 0,-3-1 29 0 0,0 0 1 0 0,-5 38-1 0 0,3-31-669 0 0,8-45-4134 0 0,-5 4 2866 0 0,0-1 0 0 0,1 1 0 0 0,1 0-1 0 0,5-11 1 0 0,26-34-1402 0 0,47-42 4045 0 0,-81 95-1436 0 0,4-4 603 0 0,1-1 1 0 0,0 1-1 0 0,0-1 0 0 0,0 2 1 0 0,13-9-1 0 0,-17 12-433 0 0,-1 1-1 0 0,1-1 1 0 0,-1 0-1 0 0,0 1 1 0 0,1-1 0 0 0,-1 1-1 0 0,1-1 1 0 0,-1 1 0 0 0,1 0-1 0 0,-1 0 1 0 0,1 0 0 0 0,-1 0-1 0 0,1 0 1 0 0,-1 0-1 0 0,1 0 1 0 0,0 0 0 0 0,-1 1-1 0 0,1-1 1 0 0,-1 0 0 0 0,0 1-1 0 0,1-1 1 0 0,-1 1 0 0 0,1 0-1 0 0,-1-1 1 0 0,0 1-1 0 0,1 0 1 0 0,-1 0 0 0 0,0 0-1 0 0,0 0 1 0 0,0 0 0 0 0,0 0-1 0 0,0 0 1 0 0,0 1 0 0 0,0-1-1 0 0,0 0 1 0 0,1 3-1 0 0,10 18 258 0 0,-2 1-1 0 0,0-1 1 0 0,10 43-1 0 0,-5-19-429 0 0,-15-45-126 0 0,0-1 0 0 0,0 1 0 0 0,0-1 1 0 0,0 1-1 0 0,0-1 0 0 0,0 0 0 0 0,0 1 0 0 0,0-1 1 0 0,0 1-1 0 0,1-1 0 0 0,-1 1 0 0 0,0-1 1 0 0,0 0-1 0 0,0 1 0 0 0,1-1 0 0 0,-1 1 0 0 0,0-1 1 0 0,0 0-1 0 0,1 1 0 0 0,-1-1 0 0 0,0 0 0 0 0,1 1 1 0 0,-1-1-1 0 0,1 0 0 0 0,-1 0 0 0 0,0 1 0 0 0,1-1 1 0 0,-1 0-1 0 0,1 0 0 0 0,0 1 0 0 0,5-15-2850 0 0,0-32-537 0 0,-6 41 3531 0 0,2-10 132 0 0,1 0-1 0 0,8-29 0 0 0,-10 40 72 0 0,0 1 0 0 0,1-1 0 0 0,-1 0 0 0 0,1 0 0 0 0,0 1 0 0 0,0-1 0 0 0,0 1 0 0 0,1-1-1 0 0,-1 1 1 0 0,1 0 0 0 0,-1 0 0 0 0,1 0 0 0 0,0 1 0 0 0,1-1 0 0 0,5-4 0 0 0,-8 7-144 0 0,1 0 1 0 0,-1 0-1 0 0,0-1 0 0 0,0 1 1 0 0,0 0-1 0 0,0 0 0 0 0,0 1 1 0 0,0-1-1 0 0,0 0 0 0 0,1 0 1 0 0,-1 0-1 0 0,0 1 1 0 0,0-1-1 0 0,0 1 0 0 0,0-1 1 0 0,0 1-1 0 0,0-1 0 0 0,0 1 1 0 0,0-1-1 0 0,-1 1 0 0 0,1 0 1 0 0,0 0-1 0 0,0-1 1 0 0,0 2-1 0 0,24 27 1132 0 0,-13-15-787 0 0,23 18-430 0 0,-23-23-637 0 0</inkml:trace>
</inkml:ink>
</file>

<file path=ppt/ink/ink2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29.870"/>
    </inkml:context>
    <inkml:brush xml:id="br0">
      <inkml:brushProperty name="width" value="0.1" units="cm"/>
      <inkml:brushProperty name="height" value="0.1" units="cm"/>
    </inkml:brush>
  </inkml:definitions>
  <inkml:trace contextRef="#ctx0" brushRef="#br0">1 0 6449 0 0,'0'0'499'0'0,"17"15"5348"0"0,-9-2-4502 0 0,-1-1 0 0 0,0 1 1 0 0,-1 0-1 0 0,-1 0 0 0 0,6 21 0 0 0,-6-12-424 0 0,-1 0 0 0 0,3 42-1 0 0,-7-1-1030 0 0,-13 95-1 0 0,10-124 428 0 0,-4 47-1768 0 0,5-70 583 0 0</inkml:trace>
</inkml:ink>
</file>

<file path=ppt/ink/ink2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30.123"/>
    </inkml:context>
    <inkml:brush xml:id="br0">
      <inkml:brushProperty name="width" value="0.1" units="cm"/>
      <inkml:brushProperty name="height" value="0.1" units="cm"/>
    </inkml:brush>
  </inkml:definitions>
  <inkml:trace contextRef="#ctx0" brushRef="#br0">1 78 5817 0 0,'0'-3'57'0'0,"0"1"0"0"0,0 0 0 0 0,0-1-1 0 0,1 1 1 0 0,-1 0 0 0 0,1-1 0 0 0,0 1 0 0 0,0 0-1 0 0,0 0 1 0 0,0 0 0 0 0,0-1 0 0 0,0 1 0 0 0,0 0-1 0 0,1 1 1 0 0,-1-1 0 0 0,4-3 0 0 0,23-11 3333 0 0,-15 12-2376 0 0,0-1 1 0 0,1 2 0 0 0,-1 0-1 0 0,1 0 1 0 0,-1 2-1 0 0,1-1 1 0 0,0 2-1 0 0,24 1 1 0 0,-27 0-726 0 0,1 0 1 0 0,-1 1 0 0 0,1 0-1 0 0,-1 1 1 0 0,0 1-1 0 0,0-1 1 0 0,0 2-1 0 0,0-1 1 0 0,-1 2-1 0 0,17 10 1 0 0,-24-14-263 0 0,0 0-1 0 0,0 1 1 0 0,0-1 0 0 0,-1 1 0 0 0,1 0 0 0 0,-1-1-1 0 0,1 1 1 0 0,-1 0 0 0 0,0 1 0 0 0,0-1-1 0 0,-1 0 1 0 0,1 0 0 0 0,0 1 0 0 0,-1-1 0 0 0,0 1-1 0 0,0-1 1 0 0,0 1 0 0 0,-1 0 0 0 0,1 6 0 0 0,-1-5-7 0 0,-1 0 0 0 0,1 1 0 0 0,-1-1 0 0 0,-1 0 1 0 0,1 0-1 0 0,-1 0 0 0 0,0 0 0 0 0,0 0 0 0 0,0 0 1 0 0,-1-1-1 0 0,0 1 0 0 0,-4 5 0 0 0,-3 2-117 0 0,0 0 0 0 0,-1-1-1 0 0,-1 0 1 0 0,1-1 0 0 0,-2-1-1 0 0,1 1 1 0 0,-1-2 0 0 0,-20 10-1 0 0,17-12-2534 0 0,15-6 2580 0 0,1 0 0 0 0,0 0-1 0 0,0 0 1 0 0,-1 0-1 0 0,1 0 1 0 0,0 0-1 0 0,0 0 1 0 0,0 0-1 0 0,-1-1 1 0 0,1 1 0 0 0,0 0-1 0 0,0 0 1 0 0,0 0-1 0 0,-1 0 1 0 0,1 0-1 0 0,0 0 1 0 0,0-1-1 0 0,0 1 1 0 0,-1 0 0 0 0,1 0-1 0 0,0 0 1 0 0,0-1-1 0 0,0 1 1 0 0,0 0-1 0 0,0 0 1 0 0,0 0 0 0 0,0-1-1 0 0,-1 1 1 0 0,1 0-1 0 0,0 0 1 0 0,0-1-1 0 0,0 1 1 0 0,0 0-1 0 0,0 0 1 0 0,0-1 0 0 0,0 1-1 0 0,0 0 1 0 0,0 0-1 0 0,0 0 1 0 0,0-1-1 0 0,0 1 1 0 0,1 0 0 0 0,-1 0-1 0 0,0-1 1 0 0,0 1-1 0 0,0 0 1 0 0,0 0-1 0 0,0 0 1 0 0,0-1-1 0 0,0 1 1 0 0,1 0 0 0 0,-1 0-1 0 0,0-1 1 0 0,2-3 36 0 0</inkml:trace>
</inkml:ink>
</file>

<file path=ppt/ink/ink2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07:30.297"/>
    </inkml:context>
    <inkml:brush xml:id="br0">
      <inkml:brushProperty name="width" value="0.1" units="cm"/>
      <inkml:brushProperty name="height" value="0.1" units="cm"/>
    </inkml:brush>
  </inkml:definitions>
  <inkml:trace contextRef="#ctx0" brushRef="#br0">2 1 10754 0 0,'-1'1'6322'0'0</inkml:trace>
</inkml:ink>
</file>

<file path=ppt/ink/ink2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8:26.81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552 420 5065 0 0,'-87'18'1094'0'0,"0"5"-1"0"0,-86 34 1 0 0,161-51-1091 0 0,25-7-11 0 0,25-7 71 0 0,195-87 2623 0 0,-74 27-1441 0 0,185-96-354 0 0,-15 6-178 0 0,-312 152-650 0 0,-11 5-104 0 0,-1-1-1 0 0,1 0 1 0 0,-1-1 0 0 0,0 1-1 0 0,0-1 1 0 0,0 0-1 0 0,6-4 1 0 0,-44 9-2105 0 0,-31 12 1282 0 0,0 3-1 0 0,-88 36 1 0 0,-117 67 314 0 0,-23 9-38 0 0,186-88 199 0 0,10-2-1185 0 0,-159 41 0 0 0,232-74 1075 0 0,4-2 411 0 0,37-11 507 0 0,221-58 2043 0 0,-137 41-1474 0 0,198-40 790 0 0,81-22-1157 0 0,232-94 221 0 0,-595 175-762 0 0,11-5 52 0 0,0 2-1 0 0,1 2 0 0 0,0 0 1 0 0,39-1-1 0 0,-68 6-137 0 0,0 1 0 0 0,-1 0 0 0 0,1 0-1 0 0,0 0 1 0 0,-1 0 0 0 0,1 0 0 0 0,0 0-1 0 0,0 0 1 0 0,-1 0 0 0 0,1 0 0 0 0,0 0 0 0 0,-1 1-1 0 0,1-1 1 0 0,0 0 0 0 0,-1 0 0 0 0,1 1 0 0 0,0-1-1 0 0,-1 0 1 0 0,1 1 0 0 0,-1-1 0 0 0,1 1 0 0 0,0-1-1 0 0,-1 0 1 0 0,1 1 0 0 0,-1 0 0 0 0,1-1 0 0 0,-1 1-1 0 0,0-1 1 0 0,1 2 0 0 0,-1-1-18 0 0,0 0 0 0 0,0 0 0 0 0,0 0-1 0 0,0 0 1 0 0,-1 0 0 0 0,1 0 0 0 0,0 1 0 0 0,-1-1 0 0 0,1 0 0 0 0,-1 0-1 0 0,1 0 1 0 0,-1 0 0 0 0,0 0 0 0 0,1-1 0 0 0,-3 3 0 0 0,-33 31-663 0 0,-10 3 642 0 0,-243 185 9 0 0,-17-22 117 0 0,160-114-401 0 0,-192 147 0 0 0,336-231 306 0 0,-19 18-149 0 0,20-13 99 0 0,16-5 38 0 0,3-4 87 0 0,1-1 1 0 0,-1-1-1 0 0,0-1 0 0 0,0-1 0 0 0,26-11 0 0 0,86-51 561 0 0,-76 38-454 0 0,765-337 2823 0 0,-534 245-2305 0 0,141-50-12 0 0,-426 172-676 0 0,0 1 0 0 0,0-1 0 0 0,0 0 0 0 0,0 0 0 0 0,0 0 0 0 0,-1 0 0 0 0,1 0 0 0 0,0 0 0 0 0,0 0 0 0 0,0 0 0 0 0,0 0 0 0 0,0 0 0 0 0,0 0 0 0 0,0 0 0 0 0,0 0 0 0 0,0 1 0 0 0,0-1 0 0 0,0 0 0 0 0,0 0 0 0 0,0 0 0 0 0,0 0 0 0 0,0 0 0 0 0,0 0 0 0 0,0 0 0 0 0,0 0 0 0 0,0 0 0 0 0,0 0 0 0 0,0 0 0 0 0,0 1 0 0 0,0-1 0 0 0,0 0 0 0 0,0 0 0 0 0,1 0 0 0 0,-1 0 0 0 0,0 0 0 0 0,0 0 0 0 0,0 0 0 0 0,0 0-1 0 0,0 0 1 0 0,0 0 0 0 0,0 0 0 0 0,0 0 0 0 0,0 0 0 0 0,0 0 0 0 0,0 0 0 0 0,0 0 0 0 0,0 0 0 0 0,0 0 0 0 0,1 0 0 0 0,-1 0 0 0 0,0 0 0 0 0,0 1 0 0 0,0-1 0 0 0,0 0 0 0 0,-10 11-36 0 0,-17 12 22 0 0,-320 202-309 0 0,-15-22-193 0 0,333-187 463 0 0,-9 4-39 0 0,-42 24-539 0 0,-114 80 0 0 0,174-104 493 0 0,20-20 138 0 0,0 0 1 0 0,0 0-1 0 0,0 0 1 0 0,0 1-1 0 0,0-1 1 0 0,0 0 0 0 0,0 0-1 0 0,-1 0 1 0 0,1 0-1 0 0,0 0 1 0 0,0 0-1 0 0,0 0 1 0 0,0 1-1 0 0,0-1 1 0 0,0 0-1 0 0,0 0 1 0 0,0 0-1 0 0,0 0 1 0 0,0 0 0 0 0,0 0-1 0 0,0 1 1 0 0,0-1-1 0 0,0 0 1 0 0,1 0-1 0 0,-1 0 1 0 0,0 0-1 0 0,0 0 1 0 0,0 0-1 0 0,0 0 1 0 0,0 1-1 0 0,0-1 1 0 0,0 0 0 0 0,0 0-1 0 0,0 0 1 0 0,0 0-1 0 0,0 0 1 0 0,1 0-1 0 0,-1 0 1 0 0,0 0-1 0 0,0 0 1 0 0,0 0-1 0 0,0 0 1 0 0,0 1-1 0 0,0-1 1 0 0,0 0 0 0 0,1 0-1 0 0,-1 0 1 0 0,0 0-1 0 0,0 0 1 0 0,16-3-22 0 0,17-11-671 0 0,0 0 0 0 0,0-3 0 0 0,32-21 1 0 0,10-6 310 0 0,661-298 4488 0 0,-614 288-3175 0 0,106-42 769 0 0,-192 83-1445 0 0,1 2-1 0 0,1 1 1 0 0,0 2-1 0 0,48-3 1 0 0,-83 10-248 0 0,1 1 0 0 0,0 0 0 0 0,-1 0 0 0 0,1 1 0 0 0,-1-1 0 0 0,1 1 0 0 0,-1 0 0 0 0,7 2 0 0 0,-10-3-17 0 0,1 0-1 0 0,0 1 1 0 0,-1-1-1 0 0,1 1 0 0 0,-1-1 1 0 0,1 1-1 0 0,-1-1 0 0 0,1 1 1 0 0,-1-1-1 0 0,1 1 0 0 0,-1-1 1 0 0,1 1-1 0 0,-1 0 1 0 0,0-1-1 0 0,1 1 0 0 0,-1 0 1 0 0,0-1-1 0 0,0 1 0 0 0,1 0 1 0 0,-1 0-1 0 0,0-1 0 0 0,0 1 1 0 0,0 0-1 0 0,0-1 1 0 0,0 1-1 0 0,0 0 0 0 0,0 0 1 0 0,0-1-1 0 0,0 1 0 0 0,0 0 1 0 0,-1 0-1 0 0,1-1 0 0 0,0 1 1 0 0,0 0-1 0 0,-1-1 1 0 0,1 1-1 0 0,0 0 0 0 0,-1-1 1 0 0,1 1-1 0 0,-1-1 0 0 0,1 1 1 0 0,-1-1-1 0 0,1 1 0 0 0,-1-1 1 0 0,1 1-1 0 0,-2 0 1 0 0,-13 16-343 0 0,0 0 1 0 0,-2 0-1 0 0,0-2 1 0 0,-29 21-1 0 0,-81 45-1195 0 0,-58 30 1593 0 0,-263 164 128 0 0,438-268-174 0 0,-72 46-375 0 0,-124 106 0 0 0,203-156 367 0 0,1-1 0 0 0,-1 0 0 0 0,1 1 0 0 0,0-1 0 0 0,0 1 0 0 0,0 0 0 0 0,0 0 1 0 0,1 0-1 0 0,-3 5 0 0 0,4-8 5 0 0,0 1-1 0 0,0-1 1 0 0,0 1 0 0 0,0-1 0 0 0,-1 1 0 0 0,1-1-1 0 0,0 1 1 0 0,0-1 0 0 0,1 1 0 0 0,-1-1-1 0 0,0 1 1 0 0,0-1 0 0 0,0 1 0 0 0,0-1 0 0 0,0 1-1 0 0,0-1 1 0 0,1 1 0 0 0,-1-1 0 0 0,0 1 0 0 0,0-1-1 0 0,1 1 1 0 0,-1-1 0 0 0,1 1 0 0 0,0 0-15 0 0,0 0-1 0 0,1-1 1 0 0,-1 1 0 0 0,0 0 0 0 0,1-1 0 0 0,-1 1-1 0 0,0-1 1 0 0,1 0 0 0 0,-1 1 0 0 0,0-1 0 0 0,1 0-1 0 0,-1 0 1 0 0,2 0 0 0 0,10 0-140 0 0,-1-1-1 0 0,0 0 1 0 0,-1-1-1 0 0,1-1 1 0 0,0 1 0 0 0,21-10-1 0 0,70-34-526 0 0,-67 28 953 0 0,190-92 1428 0 0,375-164 619 0 0,-522 241-2295 0 0,78-27 192 0 0,-133 52-444 0 0,0 2 1 0 0,1 0-1 0 0,0 2 1 0 0,37-3-1 0 0,-60 7 124 0 0,-1 0-1 0 0,1 0 1 0 0,0 0 0 0 0,0 0-1 0 0,0 0 1 0 0,0 0 0 0 0,0 0 0 0 0,-1 0-1 0 0,1 1 1 0 0,0-1 0 0 0,0 1-1 0 0,0-1 1 0 0,-1 1 0 0 0,1 0-1 0 0,0 0 1 0 0,-1 0 0 0 0,3 2 0 0 0,-3-2 12 0 0,-1 0 0 0 0,0 0 0 0 0,0 1 0 0 0,0-1 0 0 0,0 0 0 0 0,0 0 0 0 0,0 1 0 0 0,0-1 1 0 0,-1 0-1 0 0,1 0 0 0 0,0 0 0 0 0,-1 1 0 0 0,1-1 0 0 0,0 0 0 0 0,-1 0 0 0 0,0 0 0 0 0,1 0 1 0 0,-1 0-1 0 0,0 0 0 0 0,1 0 0 0 0,-1 0 0 0 0,0 0 0 0 0,0 0 0 0 0,0 0 0 0 0,0-1 0 0 0,0 1 0 0 0,-1 1 1 0 0,-180 160-1100 0 0,71-68 1477 0 0,-170 155-258 0 0,273-243-21 0 0,3-2-1 0 0,1-1 1 0 0,-1 1 0 0 0,1 0 0 0 0,-1 0-1 0 0,1 0 1 0 0,1 1 0 0 0,-1-1 0 0 0,1 1-1 0 0,-1 0 1 0 0,1 0 0 0 0,1 0 0 0 0,-5 11-1 0 0,7-15 3 0 0,0 0 0 0 0,0-1 0 0 0,0 1-1 0 0,0 0 1 0 0,0 0 0 0 0,1 0 0 0 0,-1-1-1 0 0,0 1 1 0 0,0 0 0 0 0,1 0-1 0 0,-1-1 1 0 0,0 1 0 0 0,1 0 0 0 0,-1-1-1 0 0,1 1 1 0 0,-1 0 0 0 0,1-1 0 0 0,-1 1-1 0 0,1-1 1 0 0,0 1 0 0 0,-1-1-1 0 0,1 1 1 0 0,0-1 0 0 0,-1 1 0 0 0,1-1-1 0 0,0 0 1 0 0,-1 1 0 0 0,1-1 0 0 0,0 0-1 0 0,0 0 1 0 0,-1 1 0 0 0,1-1-1 0 0,0 0 1 0 0,0 0 0 0 0,1 0 0 0 0,32 1 76 0 0,-33-1-78 0 0,21-2 14 0 0,1-1 0 0 0,-1-1 0 0 0,1-1-1 0 0,-1-1 1 0 0,-1-1 0 0 0,22-10 0 0 0,125-68 243 0 0,-85 40 274 0 0,752-360 5746 0 0,-808 393-6100 0 0,661-281 1794 0 0,-669 286-1965 0 0,-9 3-29 0 0,0 0 0 0 0,0 0 0 0 0,0 1 0 0 0,0 1 0 0 0,19-3 0 0 0,-29 5 9 0 0,1 0 0 0 0,-1 0 1 0 0,0 0-1 0 0,0 0 0 0 0,0 0 0 0 0,0 0 1 0 0,0 0-1 0 0,0 0 0 0 0,0 0 0 0 0,1 0 1 0 0,-1 0-1 0 0,0 0 0 0 0,0 0 0 0 0,0 0 1 0 0,0 0-1 0 0,0 0 0 0 0,0 0 0 0 0,0 0 1 0 0,1 0-1 0 0,-1 0 0 0 0,0 1 0 0 0,0-1 1 0 0,0 0-78 0 0,0 0 78 0 0,0 0-1 0 0,0 1 0 0 0,0-1 0 0 0,1 0 1 0 0,-1 0-1 0 0,0 0 0 0 0,0 0 0 0 0,0 0 1 0 0,0 0-1 0 0,0 0 0 0 0,0 1 0 0 0,0-1 1 0 0,0 0-1 0 0,0 0 0 0 0,0 0 0 0 0,0 0 1 0 0,0 0-1 0 0,0 0 0 0 0,-1 0 0 0 0,1 1 1 0 0,0-1-1 0 0,-5 8-323 0 0,-9 8-36 0 0,-34 27-402 0 0,-2-2 1 0 0,-90 56-1 0 0,-121 53 318 0 0,92-56-397 0 0,68-37 325 0 0,19-12-438 0 0,3 3 1 0 0,-84 66-1 0 0,162-113 931 0 0,0-1-1 0 0,1 0 1 0 0,-1 1 0 0 0,0-1 0 0 0,0 1-1 0 0,1 0 1 0 0,-1-1 0 0 0,0 1-1 0 0,1 0 1 0 0,-1-1 0 0 0,0 1 0 0 0,1 0-1 0 0,-1 0 1 0 0,1-1 0 0 0,-1 1 0 0 0,1 0-1 0 0,0 0 1 0 0,-1 0 0 0 0,1 0-1 0 0,-1 1 1 0 0,17-1-690 0 0,29-15-366 0 0,299-148 417 0 0,-1 1 4697 0 0,-214 106-2706 0 0,237-88 2156 0 0,-294 119-2944 0 0,-34 10-99 0 0,0 1 0 0 0,54-9 1 0 0,-91 22-422 0 0,0-1 0 0 0,1 1 0 0 0,-1-1 0 0 0,0 1 0 0 0,0 0 0 0 0,1 0 0 0 0,-1 0 0 0 0,0 0 0 0 0,1 0 1 0 0,-1 0-1 0 0,0 0 0 0 0,1 0 0 0 0,-1 1 0 0 0,0-1 0 0 0,0 0 0 0 0,1 1 0 0 0,-1-1 0 0 0,0 1 1 0 0,0 0-1 0 0,2 0 0 0 0,-3 0-22 0 0,1 0 0 0 0,-1 0 0 0 0,0 0 0 0 0,0 0 0 0 0,0-1 0 0 0,0 1 0 0 0,0 0 1 0 0,0 0-1 0 0,0 0 0 0 0,0-1 0 0 0,-1 1 0 0 0,1 0 0 0 0,0 0 0 0 0,0 0 0 0 0,-1-1 0 0 0,1 1 0 0 0,0 0 0 0 0,-1 0 1 0 0,1-1-1 0 0,-1 1 0 0 0,1 0 0 0 0,-1-1 0 0 0,0 1 0 0 0,-7 9-226 0 0,0-1 0 0 0,-18 15-1 0 0,26-23 239 0 0,-59 45-491 0 0,-2-3 1 0 0,-120 64-1 0 0,26-17 435 0 0,129-74 85 0 0,-77 47-22 0 0,3 5-1 0 0,-91 81 1 0 0,189-147-14 0 0,-1 0 1 0 0,1 0-1 0 0,0 0 1 0 0,0 0-1 0 0,0 0 0 0 0,1 1 1 0 0,-1-1-1 0 0,0 1 1 0 0,1-1-1 0 0,-1 1 0 0 0,1 0 1 0 0,0 0-1 0 0,-1 3 1 0 0,2-6-3 0 0,0 1-1 0 0,0-1 1 0 0,0 1 0 0 0,0-1 0 0 0,0 1 0 0 0,0-1 0 0 0,1 1 0 0 0,-1-1-1 0 0,0 1 1 0 0,0-1 0 0 0,0 1 0 0 0,0-1 0 0 0,1 1 0 0 0,-1-1 0 0 0,0 1-1 0 0,0-1 1 0 0,1 1 0 0 0,-1-1 0 0 0,0 0 0 0 0,1 1 0 0 0,-1-1 0 0 0,1 0-1 0 0,-1 1 1 0 0,0-1 0 0 0,1 0 0 0 0,-1 1 0 0 0,1-1 0 0 0,2 1-22 0 0,-1-1 0 0 0,0 1 0 0 0,0-1 0 0 0,1 1 1 0 0,-1-1-1 0 0,0 0 0 0 0,0 0 0 0 0,1 0 0 0 0,-1 0 1 0 0,3-1-1 0 0,32-4-349 0 0,1-2 0 0 0,-1-2 0 0 0,-1-2 0 0 0,39-15-1 0 0,140-73 621 0 0,-76 33 490 0 0,720-263 3410 0 0,-856 328-4094 0 0,57-14 507 0 0,-58 14-515 0 0,1 1 1 0 0,0 0-1 0 0,-1-1 1 0 0,1 1-1 0 0,0 0 0 0 0,0 0 1 0 0,-1 0-1 0 0,1 0 1 0 0,0 1-1 0 0,-1-1 1 0 0,1 1-1 0 0,0 0 0 0 0,-1 0 1 0 0,1 0-1 0 0,-1 0 1 0 0,1 0-1 0 0,-1 0 0 0 0,5 4 1 0 0,-6-4-39 0 0,-1 1-1 0 0,1-1 1 0 0,0 1 0 0 0,-1 0 0 0 0,1-1 0 0 0,-1 1-1 0 0,0 0 1 0 0,1 0 0 0 0,-1-1 0 0 0,0 1 0 0 0,0 0-1 0 0,0 0 1 0 0,0-1 0 0 0,-1 1 0 0 0,1 0 0 0 0,0 0-1 0 0,-1-1 1 0 0,1 1 0 0 0,-1 0 0 0 0,1-1 0 0 0,-1 1-1 0 0,0 0 1 0 0,0-1 0 0 0,0 1 0 0 0,0-1-1 0 0,0 0 1 0 0,0 1 0 0 0,-2 1 0 0 0,-37 41-410 0 0,38-42 387 0 0,-89 77-202 0 0,-143 94 0 0 0,131-101 93 0 0,-109 99 0 0 0,202-162 102 0 0,-23 23-363 0 0,31-30 300 0 0,1 0 1 0 0,-1 1-1 0 0,0-1 0 0 0,1 0 1 0 0,-1 1-1 0 0,1-1 1 0 0,0 1-1 0 0,0 0 0 0 0,0-1 1 0 0,0 1-1 0 0,0 0 0 0 0,0 3 1 0 0,1-6 40 0 0,0 1 1 0 0,0 0 0 0 0,0-1-1 0 0,0 1 1 0 0,0-1-1 0 0,0 1 1 0 0,0-1-1 0 0,0 1 1 0 0,0-1-1 0 0,1 1 1 0 0,-1 0 0 0 0,0-1-1 0 0,0 1 1 0 0,0-1-1 0 0,1 1 1 0 0,-1-1-1 0 0,0 0 1 0 0,1 1 0 0 0,-1-1-1 0 0,1 1 1 0 0,-1-1-1 0 0,0 0 1 0 0,1 1-1 0 0,-1-1 1 0 0,1 0-1 0 0,-1 1 1 0 0,1-1 0 0 0,0 1-1 0 0,20 1-1040 0 0,25-12-386 0 0,-43 9 1331 0 0,216-73-2495 0 0,98-66 4463 0 0,-223 94-1056 0 0,188-86 1689 0 0,-209 102-898 0 0,148-39 0 0 0,-185 65-1047 0 0,-35 4-500 0 0,-1 0-1 0 0,1 0 1 0 0,-1 0 0 0 0,1 0-1 0 0,-1 0 1 0 0,0 0 0 0 0,1 0-1 0 0,-1 0 1 0 0,1 0 0 0 0,-1 0-1 0 0,0 0 1 0 0,1 1 0 0 0,-1-1 0 0 0,0 0-1 0 0,1 0 1 0 0,-1 0 0 0 0,1 1-1 0 0,-1-1 1 0 0,0 0 0 0 0,0 1-1 0 0,1-1 1 0 0,-1 0 0 0 0,0 1-1 0 0,1-1 1 0 0,-1 0 0 0 0,0 1 0 0 0,0 0-9 0 0,0 0 1 0 0,0 0 0 0 0,0 0 0 0 0,-1 0 0 0 0,1 0 0 0 0,0 0 0 0 0,-1 0 0 0 0,1-1 0 0 0,0 1 0 0 0,-1 0 0 0 0,1 0 0 0 0,-1 0 0 0 0,0-1 0 0 0,1 1 0 0 0,-1 0 0 0 0,1-1 0 0 0,-3 2 0 0 0,-36 35-506 0 0,-81 59 0 0 0,56-48 332 0 0,-76 54 19 0 0,-42 34-1661 0 0,147-105-3197 0 0</inkml:trace>
</inkml:ink>
</file>

<file path=ppt/ink/ink2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8:29.74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664 147 5529 0 0,'7'-23'5080'0'0,"-17"34"-4821"0"0,-395 411 119 0 0,371-391-326 0 0,14-15 7 0 0,1 1 0 0 0,1 1 1 0 0,0 1-1 0 0,-25 36 0 0 0,39-47-45 0 0,6-5 21 0 0,13-11 81 0 0,19-19 120 0 0,215-180 286 0 0,-7 7 229 0 0,-207 169-506 0 0,95-77 432 0 0,-275 240-1928 0 0,-284 257 1008 0 0,418-379 238 0 0,-197 193-458 0 0,194-183-27 0 0,14-20 465 0 0,0 0 0 0 0,0 0 1 0 0,0 1-1 0 0,1-1 1 0 0,-1 0-1 0 0,0 0 0 0 0,0 0 1 0 0,0 1-1 0 0,0-1 1 0 0,44-16-2882 0 0,346-256-3447 0 0,-25 15 7514 0 0,-171 129 1076 0 0,14-8 1581 0 0,-108 81-1634 0 0,-86 48-1856 0 0,1 1-1 0 0,-1 1 0 0 0,1 1 1 0 0,0 0-1 0 0,20-3 1 0 0,-33 7-299 0 0,0-1-1 0 0,-1 1 1 0 0,1 0 0 0 0,0 0 0 0 0,0 0 0 0 0,-1 0 0 0 0,1 0 0 0 0,0 0 0 0 0,-1 0 0 0 0,1 0 0 0 0,0 1 0 0 0,-1-1 0 0 0,1 1 0 0 0,0-1 0 0 0,-1 1 0 0 0,1 0 0 0 0,-1 0 0 0 0,1-1 0 0 0,-1 1 0 0 0,1 0-1 0 0,1 2 1 0 0,-3-2-28 0 0,1 0 0 0 0,0 1 0 0 0,-1-1-1 0 0,1 1 1 0 0,-1-1 0 0 0,0 0 0 0 0,1 1 0 0 0,-1-1-1 0 0,0 1 1 0 0,0-1 0 0 0,0 1 0 0 0,0-1-1 0 0,0 1 1 0 0,0-1 0 0 0,0 0 0 0 0,-1 1-1 0 0,1-1 1 0 0,-1 1 0 0 0,0 1 0 0 0,-4 9-113 0 0,0-1 0 0 0,-1 1 0 0 0,0-1 0 0 0,-10 13 0 0 0,15-23 104 0 0,-276 339-1279 0 0,182-231 1372 0 0,-202 206-378 0 0,204-219 157 0 0,82-85 104 0 0,-2 2-66 0 0,0 0 0 0 0,1 0 1 0 0,1 2-1 0 0,0-1 1 0 0,-10 20-1 0 0,21-34 85 0 0,-1 0-1 0 0,1 1 1 0 0,0-1-1 0 0,0 0 1 0 0,0 0-1 0 0,-1 0 1 0 0,1 1-1 0 0,0-1 1 0 0,0 0-1 0 0,0 0 1 0 0,0 1 0 0 0,0-1-1 0 0,0 0 1 0 0,0 0-1 0 0,0 1 1 0 0,-1-1-1 0 0,1 0 1 0 0,0 1-1 0 0,0-1 1 0 0,0 0-1 0 0,0 0 1 0 0,0 1-1 0 0,1-1 1 0 0,-1 0-1 0 0,0 1 1 0 0,0-1 0 0 0,0 0-1 0 0,0 0 1 0 0,0 1-1 0 0,0-1 1 0 0,0 0-1 0 0,0 0 1 0 0,1 1-1 0 0,-1-1 1 0 0,0 0-1 0 0,0 0 1 0 0,0 0-1 0 0,0 1 1 0 0,1-1-1 0 0,-1 0 1 0 0,0 0 0 0 0,0 0-1 0 0,1 0 1 0 0,-1 1-1 0 0,0-1 1 0 0,0 0-1 0 0,1 0 1 0 0,17-3-520 0 0,21-15-184 0 0,122-81-49 0 0,195-159 0 0 0,21-14 3733 0 0,-265 199-2016 0 0,325-197 2881 0 0,-424 263-3632 0 0,44-22 390 0 0,-52 27-521 0 0,0 0 0 0 0,0 0 1 0 0,0 1-1 0 0,0 0 1 0 0,0 0-1 0 0,0 0 0 0 0,0 0 1 0 0,0 1-1 0 0,9 0 0 0 0,-13 0-83 0 0,-1 1 0 0 0,1-1 0 0 0,-1 0 0 0 0,0 0 0 0 0,1 0 0 0 0,-1 0 0 0 0,1 1 1 0 0,-1-1-1 0 0,1 0 0 0 0,-1 0 0 0 0,0 1 0 0 0,1-1 0 0 0,-1 0 0 0 0,0 1 0 0 0,1-1 0 0 0,-1 1 0 0 0,0-1 0 0 0,1 0 0 0 0,-1 1 0 0 0,0-1 0 0 0,0 1 0 0 0,1-1 0 0 0,-1 1 0 0 0,0-1 0 0 0,0 1 0 0 0,0-1 0 0 0,0 1 0 0 0,0-1 0 0 0,0 1 0 0 0,0-1 0 0 0,0 0 0 0 0,0 1 0 0 0,0-1 0 0 0,0 1 0 0 0,0-1 0 0 0,0 1 0 0 0,0-1 0 0 0,0 1 0 0 0,0-1 0 0 0,-1 1 0 0 0,1-1 0 0 0,0 1 0 0 0,0-1 0 0 0,0 1 0 0 0,-1-1 0 0 0,0 1 0 0 0,-13 24-523 0 0,13-24 523 0 0,-28 38-752 0 0,-2-1 0 0 0,-2-2 0 0 0,-56 49 0 0 0,-124 84 606 0 0,56-47 294 0 0,111-84-30 0 0,-301 235 95 0 0,315-251-216 0 0,-6 4-455 0 0,2 2 0 0 0,-52 50-1 0 0,83-69-311 0 0,14-11 126 0 0,16-8-50 0 0,176-109-1846 0 0,-121 69 2114 0 0,190-126-380 0 0,86-51 1638 0 0,-281 184-116 0 0,181-99 2618 0 0,-187 108-1301 0 0,129-45 0 0 0,-195 78-1986 0 0,9-2 158 0 0,-1-1 1 0 0,1 2-1 0 0,22-3 1 0 0,-33 4-171 0 0,1 1 1 0 0,0 0-1 0 0,0 0 1 0 0,-1 1-1 0 0,1-1 1 0 0,0 0-1 0 0,0 0 1 0 0,-1 1-1 0 0,1-1 1 0 0,0 1-1 0 0,-1 0 1 0 0,1-1-1 0 0,-1 1 1 0 0,4 2-1 0 0,-4-2-20 0 0,-1 0 1 0 0,1 0-1 0 0,0 0 0 0 0,-1 0 1 0 0,1 0-1 0 0,-1 0 0 0 0,1 0 1 0 0,-1 1-1 0 0,1-1 0 0 0,-1 0 0 0 0,0 0 1 0 0,1 0-1 0 0,-1 1 0 0 0,0-1 1 0 0,0 0-1 0 0,0 0 0 0 0,0 1 1 0 0,0-1-1 0 0,0 0 0 0 0,-1 0 0 0 0,1 0 1 0 0,0 1-1 0 0,-1-1 0 0 0,0 1 1 0 0,-3 10-135 0 0,-1 0 1 0 0,0 0 0 0 0,-1 0-1 0 0,0-1 1 0 0,-1 0-1 0 0,0-1 1 0 0,-15 17 0 0 0,-67 65-214 0 0,76-80 342 0 0,-142 133-16 0 0,-94 93 47 0 0,210-200-140 0 0,25-27 12 0 0,1 2 0 0 0,1 0-1 0 0,0 0 1 0 0,0 1 0 0 0,-11 18 0 0 0,23-31 89 0 0,0-1-1 0 0,0 0 1 0 0,0 0 0 0 0,0 0-1 0 0,0 0 1 0 0,0 0 0 0 0,0 0-1 0 0,-1 0 1 0 0,1 1 0 0 0,0-1-1 0 0,0 0 1 0 0,0 0 0 0 0,0 0-1 0 0,0 0 1 0 0,0 0 0 0 0,0 1-1 0 0,0-1 1 0 0,0 0 0 0 0,0 0-1 0 0,0 0 1 0 0,0 0 0 0 0,0 0-1 0 0,0 1 1 0 0,0-1 0 0 0,0 0-1 0 0,0 0 1 0 0,1 0 0 0 0,-1 0-1 0 0,0 0 1 0 0,0 0 0 0 0,0 1-1 0 0,0-1 1 0 0,0 0 0 0 0,0 0-1 0 0,0 0 1 0 0,0 0 0 0 0,0 0-1 0 0,0 0 1 0 0,1 0 0 0 0,-1 0-1 0 0,0 1 1 0 0,0-1 0 0 0,0 0-1 0 0,0 0 1 0 0,0 0 0 0 0,0 0-1 0 0,1 0 1 0 0,-1 0 0 0 0,0 0-1 0 0,0 0 1 0 0,0 0 0 0 0,0 0-1 0 0,0 0 1 0 0,1 0 0 0 0,12-1-612 0 0,15-8-365 0 0,31-18-641 0 0,-1-2 0 0 0,56-40 0 0 0,-31 19 507 0 0,19-10 1080 0 0,530-293 3233 0 0,-536 302-2306 0 0,43-22 519 0 0,-114 62-961 0 0,1 0 0 0 0,0 2-1 0 0,41-9 1 0 0,-62 17-391 0 0,0 0 1 0 0,-1 1-1 0 0,1-1 0 0 0,0 1 1 0 0,0 0-1 0 0,0 0 1 0 0,0 1-1 0 0,-1 0 0 0 0,1-1 1 0 0,0 2-1 0 0,5 0 0 0 0,-9-1-45 0 0,0-1 0 0 0,0 1-1 0 0,0 0 1 0 0,0-1 0 0 0,0 1 0 0 0,0-1-1 0 0,-1 1 1 0 0,1 0 0 0 0,0 0-1 0 0,0 0 1 0 0,-1-1 0 0 0,1 1 0 0 0,0 0-1 0 0,-1 0 1 0 0,1 0 0 0 0,-1 0 0 0 0,1 0-1 0 0,-1 0 1 0 0,1 0 0 0 0,-1 2-1 0 0,0 0-21 0 0,0-1 0 0 0,0 0 0 0 0,0 1 0 0 0,0-1-1 0 0,-1 0 1 0 0,1 1 0 0 0,-1-1 0 0 0,1 0 0 0 0,-1 1-1 0 0,0-1 1 0 0,0 0 0 0 0,0 0 0 0 0,-2 4-1 0 0,-6 7-34 0 0,-1 1 0 0 0,0-2-1 0 0,0 1 1 0 0,-24 20 0 0 0,-57 41-44 0 0,38-33 88 0 0,-180 140 320 0 0,-111 96-113 0 0,335-270-241 0 0,6-5 31 0 0,1 0 0 0 0,0 0 0 0 0,-1-1 0 0 0,1 1 0 0 0,0 1 0 0 0,0-1 0 0 0,0 0 0 0 0,0 1 0 0 0,0-1 0 0 0,1 1 0 0 0,-3 3 0 0 0,4-5 5 0 0,0-1 0 0 0,1 0 1 0 0,-1 0-1 0 0,0 1 0 0 0,0-1 1 0 0,0 0-1 0 0,0 0 0 0 0,0 1 0 0 0,0-1 1 0 0,1 0-1 0 0,-1 0 0 0 0,0 0 1 0 0,0 1-1 0 0,0-1 0 0 0,1 0 0 0 0,-1 0 1 0 0,0 0-1 0 0,0 1 0 0 0,0-1 1 0 0,1 0-1 0 0,-1 0 0 0 0,0 0 0 0 0,0 0 1 0 0,1 0-1 0 0,-1 0 0 0 0,0 0 1 0 0,1 0-1 0 0,-1 0 0 0 0,0 0 1 0 0,0 0-1 0 0,1 0 0 0 0,-1 0 0 0 0,0 0 1 0 0,0 0-1 0 0,1 0 0 0 0,-1 0 1 0 0,0 0-1 0 0,1 0 0 0 0,-1 0 0 0 0,1 0 1 0 0,14-3-525 0 0,-15 2 471 0 0,32-9-1073 0 0,0-2 0 0 0,57-31-1 0 0,-36 17 249 0 0,288-162-1152 0 0,-27 12 4119 0 0,-196 111-1024 0 0,-69 37 114 0 0,93-38 781 0 0,-141 66-1938 0 0,-13 10 280 0 0,-18 13-232 0 0,-661 499-216 0 0,530-403-872 0 0,119-89 500 0 0,42-30 517 0 0,0 1-1 0 0,0-1 0 0 0,0 0 0 0 0,1 0-27 0 0,-1 0 27 0 0,0 0 0 0 0,0 0 1 0 0,0 0-1 0 0,0 0 0 0 0,0 0 0 0 0,0 0 0 0 0,0 0 1 0 0,0 0-1 0 0,0 0 0 0 0,0 0 0 0 0,0 1 0 0 0,0-1 1 0 0,0 0-1 0 0,0 0 0 0 0,0 0 0 0 0,0 0 0 0 0,0 0 0 0 0,0 0 1 0 0,0 0-1 0 0,0 0 0 0 0,0 0 0 0 0,0 0 0 0 0,0 0 1 0 0,0 0-1 0 0,0 0 0 0 0,0 0 0 0 0,0 1 0 0 0,0-1 1 0 0,0 0-1 0 0,0 0 0 0 0,-1 0-7 0 0,14-4-38 0 0,18-7-24 0 0,60-37-663 0 0,159-113 0 0 0,-74 43 716 0 0,484-252 1949 0 0,-562 320-1165 0 0,-30 14 698 0 0,81-30-1 0 0,-146 65-1385 0 0,-1 0-1 0 0,1 0 1 0 0,0 0-1 0 0,0 0 1 0 0,-1 1-1 0 0,1-1 1 0 0,0 1 0 0 0,0 0-1 0 0,-1 0 1 0 0,1 0-1 0 0,0 0 1 0 0,3 1-1 0 0,-6-1-55 0 0,0 0 1 0 0,1 0-1 0 0,-1 0 0 0 0,0 1 0 0 0,1-1 0 0 0,-1 0 0 0 0,0 0 0 0 0,1 1 0 0 0,-1-1 0 0 0,0 0 0 0 0,0 0 1 0 0,1 1-1 0 0,-1-1 0 0 0,0 0 0 0 0,0 1 0 0 0,1-1 0 0 0,-1 0 0 0 0,0 1 0 0 0,0-1 0 0 0,0 0 1 0 0,0 1-1 0 0,0-1 0 0 0,0 0 0 0 0,1 1 0 0 0,-1-1 0 0 0,0 1 0 0 0,0-1 0 0 0,0 0 0 0 0,0 1 0 0 0,0 0 1 0 0,-11 20 259 0 0,-14 7-492 0 0,-1-1-1 0 0,-1-1 1 0 0,-1-2 0 0 0,-1 0-1 0 0,-34 20 1 0 0,11-7-52 0 0,-87 64-264 0 0,-281 222-253 0 0,389-297 570 0 0,16-14 73 0 0,0 1 0 0 0,-16 17 0 0 0,38-30 154 0 0,-1-1-1 0 0,0 0 1 0 0,0-1 0 0 0,12-4 0 0 0,259-137 763 0 0,-77 36-160 0 0,129-43 261 0 0,-255 121-843 0 0,1 4 0 0 0,121-25 0 0 0,-187 49 5 0 0,0 0 1 0 0,0 0-1 0 0,1 1 0 0 0,-1 0 1 0 0,0 0-1 0 0,12 2 0 0 0,-19-1-29 0 0,-1-1 1 0 0,1 0-1 0 0,-1 0 0 0 0,1 1 0 0 0,-1-1 0 0 0,0 0 0 0 0,1 1 0 0 0,-1 0 0 0 0,0-1 1 0 0,1 1-1 0 0,-1 0 0 0 0,0-1 0 0 0,0 1 0 0 0,1 0 0 0 0,-1 0 0 0 0,0 0 0 0 0,0 0 1 0 0,0 0-1 0 0,0 0 0 0 0,0 1 0 0 0,-1-1 0 0 0,1 0 0 0 0,0 0 0 0 0,0 1 1 0 0,-1-1-1 0 0,1 0 0 0 0,-1 1 0 0 0,1-1 0 0 0,-1 1 0 0 0,0-1 0 0 0,1 1 0 0 0,-1-1 1 0 0,0 1-1 0 0,0-1 0 0 0,0 1 0 0 0,0-1 0 0 0,0 0 0 0 0,0 1 0 0 0,-1-1 0 0 0,1 1 1 0 0,0-1-1 0 0,-1 1 0 0 0,1-1 0 0 0,-1 0 0 0 0,0 1 0 0 0,1-1 0 0 0,-2 2 0 0 0,-6 12 78 0 0,0 0 0 0 0,-1 0 0 0 0,-1 0 0 0 0,0-1-1 0 0,-23 23 1 0 0,-71 60 571 0 0,62-60-568 0 0,-163 133-274 0 0,171-142 128 0 0,28-24-41 0 0,3-2 14 0 0,1-1-1 0 0,0 1 0 0 0,0 0 1 0 0,0-1-1 0 0,0 1 0 0 0,0 0 0 0 0,0 0 1 0 0,1 1-1 0 0,-3 3 0 0 0,6-6-99 0 0,1 0-1 0 0,-1 0 1 0 0,1 0-1 0 0,-1 0 1 0 0,1 0-1 0 0,-1-1 0 0 0,1 1 1 0 0,-1-1-1 0 0,0 1 1 0 0,5-3-1 0 0,40-16-559 0 0,-1-2-1 0 0,65-41 1 0 0,81-68 1441 0 0,-35 23 1105 0 0,-116 81-1326 0 0,-7 3 337 0 0,0 1-1 0 0,2 2 1 0 0,54-22 0 0 0,-90 42-776 0 0,1-1 0 0 0,-1 1 0 0 0,1 0 0 0 0,-1 0 1 0 0,0-1-1 0 0,1 1 0 0 0,-1 0 0 0 0,1 0 0 0 0,-1 0 0 0 0,1 0 0 0 0,0-1 0 0 0,-1 1 1 0 0,1 0-1 0 0,-1 0 0 0 0,1 0 0 0 0,-1 0 0 0 0,1 0 0 0 0,-1 0 0 0 0,1 1 0 0 0,-1-1 1 0 0,1 0-1 0 0,-1 0 0 0 0,1 0 0 0 0,-1 0 0 0 0,1 1 0 0 0,-1-1 0 0 0,1 0 0 0 0,-1 0 1 0 0,1 1-1 0 0,-1-1 0 0 0,1 1 0 0 0,-4 16 416 0 0,-19 18-454 0 0,-72 78-2321 0 0,72-87 1806 0 0,-22 24-477 0 0</inkml:trace>
</inkml:ink>
</file>

<file path=ppt/ink/ink2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18.602"/>
    </inkml:context>
    <inkml:brush xml:id="br0">
      <inkml:brushProperty name="width" value="0.1" units="cm"/>
      <inkml:brushProperty name="height" value="0.1" units="cm"/>
      <inkml:brushProperty name="color" value="#F6630D"/>
    </inkml:brush>
  </inkml:definitions>
  <inkml:trace contextRef="#ctx0" brushRef="#br0">170 1755 8754 0 0,'10'16'1153'0'0,"-9"-16"-1102"0"0,0 1 0 0 0,-1 0 0 0 0,1-1 0 0 0,0 1 0 0 0,-1 0 0 0 0,1 0 0 0 0,0-1 0 0 0,-1 1 0 0 0,1 0 0 0 0,-1 0 0 0 0,1 0 0 0 0,-1 0 0 0 0,1 0 0 0 0,-1 0 0 0 0,0 0 0 0 0,0 0 0 0 0,1 0 0 0 0,-1 0 0 0 0,0 0 0 0 0,0 0 0 0 0,0 0 0 0 0,0 0 0 0 0,0 0 0 0 0,0 2 0 0 0,0-4 79 0 0,0 0 1 0 0,0 1-1 0 0,0-1 0 0 0,0 0 0 0 0,0 0 0 0 0,0 1 0 0 0,0-1 0 0 0,0 0 0 0 0,0 1 0 0 0,0-1 0 0 0,0 0 0 0 0,0 1 0 0 0,0-1 0 0 0,-1 0 1 0 0,1 0-1 0 0,0 1 0 0 0,-1-1 0 0 0,1 1 0 0 0,0-1 0 0 0,-1 0 0 0 0,1 1 0 0 0,0-1 0 0 0,-1 1 0 0 0,1-1 0 0 0,-1 1 0 0 0,0-1 0 0 0,1 1 1 0 0,-2-1-1 0 0,-25-18 1294 0 0,23 16-1296 0 0,0 1 0 0 0,0-1 0 0 0,0 1 0 0 0,0-1 0 0 0,1 0 0 0 0,-1-1 0 0 0,-3-3-1 0 0,-1-9-48 0 0,1 0-1 0 0,0 0 0 0 0,1-1 0 0 0,-5-25 0 0 0,-10-75-167 0 0,14 73 61 0 0,-41-364 332 0 0,43 299-140 0 0,16-192 0 0 0,51-88-308 0 0,-57 364 98 0 0,-5 20-22 0 0,1 0 0 0 0,-1 0 0 0 0,1-1 0 0 0,1 1 0 0 0,-1 0 0 0 0,1 0 0 0 0,0 0-1 0 0,0 0 1 0 0,0 1 0 0 0,0-1 0 0 0,4-4 0 0 0,0 13-95 0 0,9 4 173 0 0,17-10-10 0 0,1 1 0 0 0,59 5 0 0 0,0 1 0 0 0,409-27-63 0 0,-359 13 54 0 0,-36-3 93 0 0,-76 6-31 0 0,0 2-1 0 0,1 2 0 0 0,56 2 0 0 0,-82 0-20 0 0,0 1 1 0 0,1 0-1 0 0,-1 0 0 0 0,0 0 1 0 0,0 0-1 0 0,-1 1 0 0 0,1 0 0 0 0,5 3 1 0 0,-8-4-11 0 0,-1 0 1 0 0,1 0 0 0 0,-1 0-1 0 0,1 1 1 0 0,-1-1-1 0 0,0 1 1 0 0,0-1 0 0 0,1 1-1 0 0,-1 0 1 0 0,0-1 0 0 0,0 1-1 0 0,-1 0 1 0 0,1 0-1 0 0,0 0 1 0 0,0 0 0 0 0,-1-1-1 0 0,1 1 1 0 0,-1 0-1 0 0,0 0 1 0 0,0 0 0 0 0,0 0-1 0 0,0 4 1 0 0,1-3 16 0 0,0 0 0 0 0,0 0 1 0 0,0 0-1 0 0,1 0 0 0 0,-1-1 1 0 0,1 1-1 0 0,-1 0 0 0 0,1 0 1 0 0,0-1-1 0 0,4 5 0 0 0,8 13 288 0 0,-8-7-291 0 0,0 1 0 0 0,-2 0 0 0 0,0 0 0 0 0,0 0 0 0 0,-1 1-1 0 0,0 15 1 0 0,2 93 168 0 0,-4-79-132 0 0,38 472-18 0 0,-12-240-42 0 0,-17-175 116 0 0,4 81 259 0 0,-14-178-335 0 0,0-1 0 0 0,0 1 0 0 0,0-1 0 0 0,-1 1 1 0 0,0-1-1 0 0,1 0 0 0 0,-1 1 0 0 0,0-1 0 0 0,-1 0 0 0 0,-1 4 0 0 0,3-6-55 0 0,0 0 0 0 0,0 0-1 0 0,0-1 1 0 0,1 1 0 0 0,-1 0 0 0 0,0-1-1 0 0,1 1 1 0 0,-1-1 0 0 0,0 1-1 0 0,1 0 1 0 0,-1-1 0 0 0,0 1-1 0 0,1-1 1 0 0,-1 1 0 0 0,1-1-1 0 0,-1 1 1 0 0,1-1 0 0 0,0 1-1 0 0,-1-1 1 0 0,1 0 0 0 0,-1 1-1 0 0,1-1 1 0 0,0 0 0 0 0,-1 1 0 0 0,1-1-1 0 0,0 0 1 0 0,-1 0 0 0 0,1 0-1 0 0,0 0 1 0 0,-1 0 0 0 0,1 0-1 0 0,1 0 1 0 0,15 4-29 0 0,6 0 75 0 0,0-2 1 0 0,0-1-1 0 0,0-1 0 0 0,0-1 0 0 0,24-3 1 0 0,3-1-56 0 0,299-30-183 0 0,-133 10 200 0 0,-175 23-19 0 0,0 2-1 0 0,0 2 1 0 0,52 9-1 0 0,-61-5 7 0 0,-16-5 7 0 0,1 2 1 0 0,-1 0 0 0 0,0 1-1 0 0,0 1 1 0 0,-1 0 0 0 0,0 1 0 0 0,22 12-1 0 0,-53-58 76 0 0,7 17-59 0 0,0 0-1 0 0,2 0 1 0 0,0-1-1 0 0,-6-46 1 0 0,0-101 153 0 0,9 92-139 0 0,-34-494-222 0 0,15 381 209 0 0,9 97-490 0 0,0-116 1 0 0,17 217 338 0 0,0 0-1 0 0,1 0 0 0 0,0-1 0 0 0,0 1 1 0 0,0-1-1 0 0,1 0 0 0 0,0 0 1 0 0,0-1-1 0 0,0 1 0 0 0,0-1 1 0 0,12 6-1 0 0,-9-7 135 0 0,1-1 0 0 0,-1-1 0 0 0,1 1 0 0 0,0-1 0 0 0,0-1 0 0 0,0 0 0 0 0,0 0 0 0 0,-1 0 0 0 0,15-4 0 0 0,9-3 0 0 0,39-13 0 0 0,-22 5 0 0 0,29-6-123 0 0,1 3 0 0 0,0 4 0 0 0,2 3 0 0 0,152-1 0 0 0,-98 7-199 0 0,-91 2 445 0 0,0 2 0 0 0,62 6 0 0 0,-100-4-85 0 0,0 1 1 0 0,0 0-1 0 0,-1 0 1 0 0,1 0 0 0 0,-1 1-1 0 0,1-1 1 0 0,-1 1-1 0 0,0 1 1 0 0,0-1-1 0 0,4 5 1 0 0,44 44 361 0 0,-45-43-355 0 0,-1 1 0 0 0,0 1 0 0 0,-1-1 0 0 0,0 1 1 0 0,-1 1-1 0 0,0-1 0 0 0,-1 1 0 0 0,6 23 0 0 0,-1 10 187 0 0,4 47 1 0 0,-13-90-232 0 0,20 441 617 0 0,-16-219-446 0 0,-3-70 199 0 0,6 81 461 0 0,-4-81-591 0 0,-4-102-202 0 0,1-51-39 0 0,1 0 0 0 0,-1 0 0 0 0,0 0 0 0 0,0 0 0 0 0,0 0 0 0 0,0 0 0 0 0,1 0 0 0 0,-1 0 0 0 0,0 0 0 0 0,1-1 0 0 0,-1 1 0 0 0,1 0 0 0 0,-1 0 0 0 0,1 0 0 0 0,-1-1 0 0 0,1 1 0 0 0,0 0 0 0 0,-1-1 0 0 0,1 1 0 0 0,0 0 0 0 0,0-1 0 0 0,-1 1 0 0 0,1-1 0 0 0,0 1 0 0 0,0-1 0 0 0,0 0 0 0 0,-1 1 0 0 0,1-1 0 0 0,0 0 0 0 0,0 1 0 0 0,0-1 0 0 0,0 0 0 0 0,0 0 0 0 0,0 0 0 0 0,0 0 0 0 0,0 0 0 0 0,0 0 0 0 0,0 0 0 0 0,0 0 0 0 0,-1 0 0 0 0,1-1 0 0 0,0 1 0 0 0,0 0 0 0 0,1-1 0 0 0,9-1 0 0 0,0-1 0 0 0,0-1 0 0 0,11-4 0 0 0,-5 1 0 0 0,60-17-28 0 0,1 3 0 0 0,1 3 0 0 0,1 3 0 0 0,142-6 0 0 0,-34 28 93 0 0,-106-2-67 0 0,82-6-1 0 0,-150 0 65 0 0,0-1 1 0 0,0 0 0 0 0,0 0 0 0 0,-1-2 0 0 0,1 0 0 0 0,18-7 0 0 0,-32 9-59 0 0,0 0 0 0 0,0 0 1 0 0,-1 1-1 0 0,1-1 0 0 0,-1 0 1 0 0,1 1-1 0 0,-1-1 0 0 0,1 1 1 0 0,-1-1-1 0 0,0 1 0 0 0,0-1 1 0 0,1 1-1 0 0,-1-1 0 0 0,0 1 1 0 0,-2-2-1 0 0,2 1-1 0 0,-7-12-43 0 0,2 0 0 0 0,-1 0 0 0 0,2-1 0 0 0,0 1 1 0 0,1-1-1 0 0,0-1 0 0 0,-1-21 0 0 0,-3-115-502 0 0,7 71 370 0 0,-2 27 6 0 0,-11-506-748 0 0,15 513 940 0 0,2-18 10 0 0,-10-94 0 0 0,1 138 384 0 0,5 18-348 0 0,0 1 0 0 0,0-1 0 0 0,0 1 0 0 0,0-1 0 0 0,1 1 0 0 0,-1-1 0 0 0,1 0 0 0 0,0 1 0 0 0,0-1 0 0 0,0 0 0 0 0,0-4 0 0 0,1 5-91 0 0,0 1 0 0 0,0 0 0 0 0,0 1 1 0 0,0-1-1 0 0,0 0 0 0 0,0 0 0 0 0,0 0 0 0 0,0 0 1 0 0,0 1-1 0 0,1-1 0 0 0,-1 1 0 0 0,0-1 0 0 0,0 1 1 0 0,1-1-1 0 0,-1 1 0 0 0,0 0 0 0 0,1-1 0 0 0,1 1 1 0 0,33-2-217 0 0,-17 1 153 0 0,298-65-1249 0 0,-102 18 1554 0 0,-63 14-40 0 0,-57 12 352 0 0,156-16-1 0 0,-232 37-526 0 0,-1 1-1 0 0,0 1 1 0 0,31 6 0 0 0,-39-6 35 0 0,-1 1 0 0 0,0 1 1 0 0,0-1-1 0 0,0 2 1 0 0,0-1-1 0 0,-1 1 0 0 0,1 1 1 0 0,-1-1-1 0 0,8 7 1 0 0,-9-4 65 0 0,-1 0 0 0 0,1 0 0 0 0,-1 0 0 0 0,-1 1 0 0 0,0 0 0 0 0,0 0 0 0 0,0 1 0 0 0,-1-1 0 0 0,0 1 0 0 0,3 11 0 0 0,3 15-297 0 0,8 45-1 0 0,-15-69 179 0 0,22 154-468 0 0,5 176 0 0 0,-6-41-136 0 0,24-57 144 0 0,-21-127 605 0 0,-17-62 441 0 0,-3-1 1 0 0,2 92-1 0 0,-9-143-580 0 0,0 0 0 0 0,-1 0 1 0 0,1 0-1 0 0,-1-1 0 0 0,1 1 0 0 0,-1 0 1 0 0,0 0-1 0 0,1 0 0 0 0,-1 0 1 0 0,-2 2-1 0 0,-5 0-1020 0 0,1-15-1455 0 0,6 8 1540 0 0,1-1-1 0 0,0 0 1 0 0,1 0-1 0 0,-1 1 1 0 0,1-1-1 0 0,-1 0 1 0 0,1 1-1 0 0,0-1 1 0 0,0 1-1 0 0,1-1 1 0 0,-1 1-1 0 0,1-1 1 0 0,0 1-1 0 0,0 0 1 0 0,0 0-1 0 0,4-6 1 0 0,-5 9 966 0 0,-1 0 1 0 0,1-1-1 0 0,-1 1 1 0 0,1 0-1 0 0,-1 0 1 0 0,1-1-1 0 0,-1 1 1 0 0,1 0-1 0 0,-1 0 1 0 0,1 0-1 0 0,0 0 1 0 0,-1-1 0 0 0,1 1-1 0 0,-1 0 1 0 0,1 0-1 0 0,-1 0 1 0 0,1 1-1 0 0,0-1 1 0 0,-1 0-1 0 0,1 0 1 0 0,-1 0-1 0 0,1 0 1 0 0,-1 0-1 0 0,1 1 1 0 0,-1-1-1 0 0,1 0 1 0 0,0 1-1 0 0,15 1 1858 0 0,-12-6-1533 0 0</inkml:trace>
</inkml:ink>
</file>

<file path=ppt/ink/ink2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36.502"/>
    </inkml:context>
    <inkml:brush xml:id="br0">
      <inkml:brushProperty name="width" value="0.1" units="cm"/>
      <inkml:brushProperty name="height" value="0.1" units="cm"/>
      <inkml:brushProperty name="color" value="#008C3A"/>
    </inkml:brush>
  </inkml:definitions>
  <inkml:trace contextRef="#ctx0" brushRef="#br0">236 0 6449 0 0,'-1'1'38'0'0,"0"-1"-1"0"0,0 1 0 0 0,0 0 1 0 0,1 0-1 0 0,-1-1 0 0 0,0 1 0 0 0,1 0 1 0 0,-1 0-1 0 0,0 0 0 0 0,1 0 1 0 0,-1 0-1 0 0,1 0 0 0 0,0 0 0 0 0,-1 0 1 0 0,1 0-1 0 0,0 0 0 0 0,-1 0 1 0 0,1 0-1 0 0,0 2 0 0 0,-10 29-60 0 0,-88 450 3438 0 0,9-33 1713 0 0,87-436-4718 0 0,1-9-283 0 0,1 0 1 0 0,-1-1 0 0 0,1 1-1 0 0,-1-1 1 0 0,0 1 0 0 0,-1-1-1 0 0,1 1 1 0 0,-1-1 0 0 0,1 0-1 0 0,-4 6 1 0 0,-2-37-1176 0 0,4-14 758 0 0,3 0 1 0 0,1-1-1 0 0,8-52 0 0 0,33-123 595 0 0,-40 206-258 0 0,0 2 21 0 0,0 0 1 0 0,1 0 0 0 0,0 0-1 0 0,0 0 1 0 0,1 0 0 0 0,0 1-1 0 0,1 0 1 0 0,10-17-1 0 0,-14 25-53 0 0,-1 1-1 0 0,0-1 0 0 0,1 1 0 0 0,-1-1 1 0 0,0 1-1 0 0,1 0 0 0 0,-1-1 1 0 0,1 1-1 0 0,-1 0 0 0 0,0-1 0 0 0,1 1 1 0 0,-1 0-1 0 0,1-1 0 0 0,-1 1 0 0 0,1 0 1 0 0,-1 0-1 0 0,1 0 0 0 0,-1 0 0 0 0,1-1 1 0 0,0 1-1 0 0,-1 0 0 0 0,1 0 0 0 0,-1 0 1 0 0,1 0-1 0 0,-1 0 0 0 0,1 0 0 0 0,-1 0 1 0 0,1 1-1 0 0,-1-1 0 0 0,1 0 0 0 0,-1 0 1 0 0,1 0-1 0 0,-1 0 0 0 0,2 1 0 0 0,9 18 561 0 0,0 29 303 0 0,-11-47-857 0 0,19 263 1297 0 0,2 14-136 0 0,0-114-1126 0 0,1 243 0 0 0,-22-373 8 0 0,1-1 0 0 0,9 54 1 0 0,-31-159-2071 0 0,11 43 1289 0 0,-9-49 0 0 0,8 0 15 0 0,4 1-1 0 0,5-138 1 0 0,1 213 729 0 0,2 0 0 0 0,-1 0 0 0 0,0 1 0 0 0,0-1 0 0 0,0 0 0 0 0,1 0 0 0 0,-1 0 0 0 0,1 0-1 0 0,0 1 1 0 0,-1-1 0 0 0,1 0 0 0 0,0 0 0 0 0,0 1 0 0 0,0-1 0 0 0,0 1 0 0 0,3-3 0 0 0,-4 4-20 0 0,0-1 0 0 0,1 1 0 0 0,-1 0 0 0 0,1 0 0 0 0,-1 0 0 0 0,0 0 0 0 0,1-1 1 0 0,-1 1-1 0 0,1 0 0 0 0,-1 0 0 0 0,0 0 0 0 0,1 0 0 0 0,-1 0 0 0 0,1 0 0 0 0,-1 0 0 0 0,0 0 0 0 0,1 0 0 0 0,-1 0 0 0 0,1 1 0 0 0,-1-1 0 0 0,1 0 1 0 0,-1 0-1 0 0,0 0 0 0 0,1 0 0 0 0,-1 1 0 0 0,1-1 0 0 0,12 18-127 0 0,-6-3 193 0 0,-1 0 0 0 0,-1 1 0 0 0,0-1 0 0 0,-2 1 0 0 0,4 23 0 0 0,2 88 493 0 0,-6-66-297 0 0,2 10-12 0 0,-1 7 107 0 0,3-1 0 0 0,22 97 0 0 0,-35-210-481 0 0,1 1-1 0 0,0-61 1 0 0,2 30-722 0 0,1 27 412 0 0,-11-245-1019 0 0,14 218 1458 0 0,2 0 0 0 0,15-83 0 0 0,-16 137-53 0 0,-1 5 3 0 0,0 1-1 0 0,0-1 1 0 0,0 1-1 0 0,1-1 1 0 0,0 1 0 0 0,0 0-1 0 0,1-1 1 0 0,-1 1-1 0 0,1 0 1 0 0,1 1 0 0 0,5-9-1 0 0,-9 14 37 0 0,0 0-1 0 0,0 0 0 0 0,0 0 1 0 0,0 0-1 0 0,0-1 0 0 0,0 1 1 0 0,1 0-1 0 0,-1 0 1 0 0,0 0-1 0 0,0 0 0 0 0,0 0 1 0 0,0 0-1 0 0,0 0 0 0 0,1 0 1 0 0,-1 0-1 0 0,0 0 1 0 0,0 0-1 0 0,0 0 0 0 0,0 0 1 0 0,1 0-1 0 0,-1 0 0 0 0,0 0 1 0 0,0 0-1 0 0,0 0 1 0 0,0 0-1 0 0,0 0 0 0 0,1 0 1 0 0,-1 0-1 0 0,0 0 0 0 0,0 0 1 0 0,0 0-1 0 0,0 0 1 0 0,0 1-1 0 0,1-1 0 0 0,-1 0 1 0 0,0 0-1 0 0,0 0 0 0 0,0 0 1 0 0,0 0-1 0 0,0 0 1 0 0,0 0-1 0 0,0 1 0 0 0,0-1 1 0 0,1 0-1 0 0,2 11 11 0 0,0 11 386 0 0,3 193 736 0 0,-5-111 14 0 0,25 183-1 0 0,-9-186-1079 0 0,-21-149-1162 0 0,1-1 1 0 0,5-62-1 0 0,16-107-2441 0 0,-16 201 3497 0 0,29-238-1833 0 0,-20 196 1372 0 0,1 1 0 0 0,26-71 0 0 0,-35 121 509 0 0,-2 3 11 0 0,1 1 0 0 0,-1-1 1 0 0,1 1-1 0 0,0-1 0 0 0,0 1 1 0 0,0 0-1 0 0,1-1 0 0 0,-1 1 0 0 0,1 0 1 0 0,0 1-1 0 0,0-1 0 0 0,1 0 1 0 0,3-2-1 0 0,-6 6 22 0 0,-1 0 1 0 0,1 0-1 0 0,0 0 0 0 0,0 0 1 0 0,-1 1-1 0 0,1-1 1 0 0,0 0-1 0 0,-1 1 0 0 0,1-1 1 0 0,0 0-1 0 0,-1 1 1 0 0,1-1-1 0 0,0 1 0 0 0,-1-1 1 0 0,1 1-1 0 0,-1-1 1 0 0,1 1-1 0 0,-1-1 0 0 0,1 1 1 0 0,-1 0-1 0 0,1-1 1 0 0,-1 1-1 0 0,0 0 0 0 0,1-1 1 0 0,-1 1-1 0 0,0 0 1 0 0,0-1-1 0 0,0 1 0 0 0,1 0 1 0 0,-1 0-1 0 0,0-1 0 0 0,0 1 1 0 0,0 1-1 0 0,7 30 1198 0 0,0 48-27 0 0,-4 0 0 0 0,-13 151-1 0 0,7-190-1134 0 0,-21 212 74 0 0,1-30 2440 0 0,53-453-7862 0 0,8-83 3455 0 0,-24 229 2121 0 0,42-137 1 0 0,-52 208-224 0 0,1 1 0 0 0,0-1 1 0 0,1 1-1 0 0,0 0 0 0 0,1 1 0 0 0,10-14 1 0 0,-16 23-23 0 0,1 0 1 0 0,0 1 0 0 0,0-1-1 0 0,-1 0 1 0 0,1 0-1 0 0,0 1 1 0 0,0 0 0 0 0,1-1-1 0 0,-1 1 1 0 0,0 0 0 0 0,0 0-1 0 0,1 0 1 0 0,-1 0 0 0 0,0 0-1 0 0,1 0 1 0 0,4 0 0 0 0,-5 2 37 0 0,1-1 1 0 0,0 0 0 0 0,-1 1 0 0 0,1 0 0 0 0,-1 0-1 0 0,0 0 1 0 0,1 0 0 0 0,-1 0 0 0 0,0 0 0 0 0,1 0-1 0 0,-1 1 1 0 0,0-1 0 0 0,0 1 0 0 0,0 0-1 0 0,0-1 1 0 0,0 1 0 0 0,-1 0 0 0 0,1 0 0 0 0,0 0-1 0 0,0 3 1 0 0,6 6 288 0 0,-2 0-1 0 0,1 0 0 0 0,-2 1 1 0 0,0 0-1 0 0,0 0 0 0 0,-1 0 1 0 0,0 0-1 0 0,3 23 0 0 0,-1 13 100 0 0,1 47-1 0 0,-5-49-185 0 0,1 10-275 0 0,3 0 0 0 0,2 0 0 0 0,3-1 0 0 0,18 55 0 0 0,-24-94-151 0 0,0-4-46 0 0,-1 0 0 0 0,-1 0 0 0 0,0 1 0 0 0,0-1 0 0 0,0 17 1 0 0,1-87-2145 0 0,3 1 0 0 0,2 0 0 0 0,25-84 0 0 0,-4 19 502 0 0,-9 8 1576 0 0,-12 55 621 0 0,4 1 0 0 0,25-76 0 0 0,-29 118 211 0 0,-6 27 46 0 0,-4 28 818 0 0,-38 286 4317 0 0,0-6-4869 0 0,26-1-1268 0 0,13-296 73 0 0,1-1 0 0 0,1 1 0 0 0,1 0 0 0 0,0-1 0 0 0,2 0-1 0 0,12 35 1 0 0,-17-55 272 0 0,0 0 0 0 0,1-1 0 0 0,-1 1 0 0 0,0-1 0 0 0,0 1 0 0 0,1 0 0 0 0,-1-1 0 0 0,0 1 0 0 0,1-1 0 0 0,-1 1 0 0 0,1-1 0 0 0,-1 1 0 0 0,1-1 0 0 0,-1 0 0 0 0,1 1 0 0 0,-1-1 0 0 0,1 1 0 0 0,-1-1 0 0 0,1 0 0 0 0,-1 1 0 0 0,1-1 0 0 0,0 0 0 0 0,-1 0-1 0 0,1 0 1 0 0,-1 1 0 0 0,1-1 0 0 0,0 0 0 0 0,-1 0 0 0 0,1 0 0 0 0,0 0 0 0 0,-1 0 0 0 0,2 0 0 0 0,-1-1-8 0 0,1 0 0 0 0,0 1 1 0 0,-1-1-1 0 0,1 0 0 0 0,-1 0 0 0 0,1 0 0 0 0,-1 0 0 0 0,0-1 1 0 0,1 1-1 0 0,-1 0 0 0 0,2-3 0 0 0,24-40-351 0 0,-14 15-255 0 0,-2 1 0 0 0,-1-1-1 0 0,7-37 1 0 0,11-96-1343 0 0,-11 61 1189 0 0,-11 66 716 0 0,12-68 65 0 0,4 1 1 0 0,40-110-1 0 0,-60 207 11 0 0,22-50 165 0 0,-22 52-182 0 0,-1 0 1 0 0,1 0-1 0 0,0 0 1 0 0,0 0-1 0 0,0 0 0 0 0,1 1 1 0 0,-1-1-1 0 0,1 1 0 0 0,-1-1 1 0 0,1 1-1 0 0,0 0 0 0 0,0 0 1 0 0,5-2-1 0 0,-8 3 31 0 0,1 1 0 0 0,0 0 1 0 0,0 0-1 0 0,0 0 0 0 0,0 0 0 0 0,-1 0 0 0 0,1 0 0 0 0,0 0 0 0 0,0 1 1 0 0,0-1-1 0 0,0 0 0 0 0,-1 0 0 0 0,1 1 0 0 0,0-1 0 0 0,0 0 0 0 0,-1 1 1 0 0,1-1-1 0 0,0 1 0 0 0,-1-1 0 0 0,1 1 0 0 0,0-1 0 0 0,-1 1 0 0 0,1-1 1 0 0,-1 1-1 0 0,1 0 0 0 0,-1-1 0 0 0,1 1 0 0 0,-1 0 0 0 0,1-1 0 0 0,-1 1 1 0 0,0 0-1 0 0,1 0 0 0 0,-1-1 0 0 0,0 1 0 0 0,1 0 0 0 0,-1 0 0 0 0,0 0 1 0 0,0 0-1 0 0,0 0 0 0 0,6 39 1904 0 0,-5-37-1825 0 0,5 138 2085 0 0,-13 149 0 0 0,2-167-1651 0 0,2-45-692 0 0,1 17-561 0 0,-19 120 1 0 0,20-208 641 0 0,1-3-3 0 0,0 0 0 0 0,-1 0 0 0 0,1 0 0 0 0,-1 0 0 0 0,0 0 0 0 0,0-1 0 0 0,-1 1 0 0 0,-3 7 0 0 0,4-15-270 0 0,0 0 0 0 0,0 1-1 0 0,0-1 1 0 0,1 0 0 0 0,-1 1 0 0 0,1-1 0 0 0,0-5 0 0 0,27-324-5933 0 0,-18 261 5890 0 0,-7 51 310 0 0,9-81 783 0 0,4 1 0 0 0,39-138-1 0 0,-51 233 12 0 0,-1 8-166 0 0,1 16 213 0 0,-4 29 580 0 0,-3 27 506 0 0,-65 765 4504 0 0,66-819-6194 0 0,2-28-1045 0 0,3-34-961 0 0,39-392-4638 0 0,33-241 6361 0 0,-70 635-428 0 0,1 1 199 0 0,-4 37 547 0 0,-1 6 176 0 0,0 21 1021 0 0,-17 289 5010 0 0,-44 153-6044 0 0,53-426-538 0 0,-19 58 0 0 0,24-88 163 0 0,-1-1 0 0 0,0 1 0 0 0,-1-1 0 0 0,0 0 1 0 0,-1 0-1 0 0,0-1 0 0 0,0 0 0 0 0,-1 0 0 0 0,-1 0 1 0 0,-12 12-1 0 0,19-21-11 0 0,0 1 1 0 0,1 0 0 0 0,-1 0-1 0 0,0-1 1 0 0,0 1 0 0 0,0 0-1 0 0,0-1 1 0 0,0 1 0 0 0,1-1-1 0 0,-1 1 1 0 0,0-1 0 0 0,0 1-1 0 0,0-1 1 0 0,-1 0 0 0 0,1 0-1 0 0,0 1 1 0 0,0-1-1 0 0,0 0 1 0 0,0 0 0 0 0,0 0-1 0 0,0 0 1 0 0,0 0 0 0 0,0 0-1 0 0,0-1 1 0 0,0 1 0 0 0,0 0-1 0 0,0 0 1 0 0,0-1 0 0 0,0 1-1 0 0,0-1 1 0 0,0 1 0 0 0,0-1-1 0 0,0 1 1 0 0,0-1 0 0 0,0 0-1 0 0,0 1 1 0 0,1-1 0 0 0,-1 0-1 0 0,0 0 1 0 0,0 1 0 0 0,1-1-1 0 0,-1 0 1 0 0,1 0-1 0 0,-1 0 1 0 0,1 0 0 0 0,-1 0-1 0 0,1 0 1 0 0,-1-1 0 0 0,-1-3-214 0 0,0-1 1 0 0,0 1 0 0 0,1 0-1 0 0,0-1 1 0 0,0 1-1 0 0,0-1 1 0 0,1 1 0 0 0,0-8-1 0 0,3-17-545 0 0,1-1-1 0 0,1 1 1 0 0,11-31-1 0 0,34-88 901 0 0,-33 101-20 0 0,156-382 4783 0 0,-170 423-4770 0 0,-1 3 0 0 0,0 0-1 0 0,0 0 1 0 0,0 0-1 0 0,0 0 0 0 0,0 1 1 0 0,1-1-1 0 0,0 0 1 0 0,0 1-1 0 0,0 0 0 0 0,6-5 1 0 0,-8 8-73 0 0,-1 0 0 0 0,1 0 1 0 0,0 0-1 0 0,-1 1 0 0 0,1-1 0 0 0,-1 0 1 0 0,1 1-1 0 0,0-1 0 0 0,-1 0 0 0 0,1 1 1 0 0,-1-1-1 0 0,1 1 0 0 0,-1-1 0 0 0,1 1 1 0 0,-1-1-1 0 0,1 1 0 0 0,-1-1 0 0 0,1 1 1 0 0,-1-1-1 0 0,0 1 0 0 0,1 0 0 0 0,-1-1 1 0 0,0 1-1 0 0,0 0 0 0 0,0-1 0 0 0,1 1 1 0 0,-1 0-1 0 0,0-1 0 0 0,0 1 0 0 0,0 0 1 0 0,0-1-1 0 0,0 2 0 0 0,6 27 477 0 0,-6-28-485 0 0,7 68 663 0 0,-4 1-1 0 0,-10 137 1 0 0,4-174-613 0 0,1 13 3 0 0,-3 0 0 0 0,-13 59 0 0 0,15-93-329 0 0,-1 1 1 0 0,0-1-1 0 0,0 0 1 0 0,-1 0-1 0 0,-1 0 1 0 0,0 0-1 0 0,0-1 0 0 0,-1 0 1 0 0,-1 0-1 0 0,0-1 1 0 0,0 0-1 0 0,-1-1 0 0 0,-11 10 1 0 0,18-17 21 0 0,-1 0 1 0 0,0 0-1 0 0,0 0 0 0 0,-1 0 1 0 0,1-1-1 0 0,0 1 0 0 0,0-1 1 0 0,-1 0-1 0 0,1 0 0 0 0,-1 0 1 0 0,1-1-1 0 0,-1 1 1 0 0,1-1-1 0 0,-1 0 0 0 0,1 0 1 0 0,-1 0-1 0 0,-5-1 0 0 0,3 0-101 0 0,-1-1 0 0 0,1 0-1 0 0,-1 0 1 0 0,1-1-1 0 0,0 0 1 0 0,0 0 0 0 0,0 0-1 0 0,-9-7 1 0 0,-1-4-121 0 0,0 0 0 0 0,0-1 0 0 0,2 0 0 0 0,-25-34 1 0 0,0-12 579 0 0,-57-118 1 0 0,61 106 34 0 0,-49-72-1 0 0,12 48-174 0 0,61 84 12 0 0,0 1 0 0 0,-1 1 0 0 0,-1 0 1 0 0,1 0-1 0 0,-17-9 0 0 0,28 19 5 0 0,0 0 0 0 0,1 1 0 0 0,-1-1 0 0 0,0 1 0 0 0,0-1 0 0 0,1 1 1 0 0,-1 0-1 0 0,0-1 0 0 0,0 1 0 0 0,0 0 0 0 0,1 0 0 0 0,-1-1 0 0 0,0 1 0 0 0,0 0 0 0 0,0 0 0 0 0,0 0 0 0 0,0 0 0 0 0,1 0 0 0 0,-1 0 1 0 0,0 0-1 0 0,0 0 0 0 0,0 1 0 0 0,0-1 0 0 0,0 0 0 0 0,1 0 0 0 0,-1 1 0 0 0,0-1 0 0 0,0 1 0 0 0,1-1 0 0 0,-1 0 0 0 0,0 1 0 0 0,0-1 1 0 0,1 1-1 0 0,-1 0 0 0 0,0-1 0 0 0,1 1 0 0 0,-1-1 0 0 0,1 1 0 0 0,-1 0 0 0 0,1 0 0 0 0,-1-1 0 0 0,1 1 0 0 0,0 0 0 0 0,-1 0 0 0 0,1 0 1 0 0,0-1-1 0 0,0 1 0 0 0,-1 0 0 0 0,1 0 0 0 0,0 0 0 0 0,0 0 0 0 0,0 1 0 0 0,-2 9 162 0 0,1 0 0 0 0,1 0 0 0 0,0 17 0 0 0,0-11 263 0 0,1 258 1900 0 0,3-151-435 0 0,-20 194 0 0 0,10-292-1191 0 0,5-21-325 0 0,-1 0-1 0 0,1 0 1 0 0,0 0-1 0 0,0 0 1 0 0,1 0-1 0 0,0 0 1 0 0,0 0-1 0 0,0 8 1 0 0,15-40-637 0 0,3-46-811 0 0,9-83 1 0 0,-2 10 826 0 0,-16 97-30 0 0,-3 16-227 0 0,1 1-1 0 0,1-1 0 0 0,14-31 1 0 0,-16 55-524 0 0,-5 18 162 0 0,-3 17 1068 0 0,-20 89 2833 0 0,-21 149-1059 0 0,40-246-1971 0 0,2-13-11 0 0,0-1 1 0 0,1 1-1 0 0,-1 0 0 0 0,1 0 0 0 0,0 0 1 0 0,0 0-1 0 0,0-1 0 0 0,1 1 1 0 0,0 0-1 0 0,1 7 0 0 0,-1-11 3 0 0,-1-1 0 0 0,1 0 0 0 0,-1 0-1 0 0,0 0 1 0 0,1 1 0 0 0,-1-1-1 0 0,0 0 1 0 0,1 0 0 0 0,-1 0 0 0 0,1 0-1 0 0,-1 0 1 0 0,1 0 0 0 0,-1 0 0 0 0,0 0-1 0 0,1 0 1 0 0,-1 0 0 0 0,1 0-1 0 0,-1 0 1 0 0,0 0 0 0 0,1 0 0 0 0,-1 0-1 0 0,1 0 1 0 0,-1-1 0 0 0,0 1 0 0 0,1 0-1 0 0,-1 0 1 0 0,1 0 0 0 0,-1-1 0 0 0,0 1-1 0 0,1 0 1 0 0,-1 0 0 0 0,0-1-1 0 0,0 1 1 0 0,1 0 0 0 0,-1-1 0 0 0,0 1-1 0 0,0 0 1 0 0,1-1 0 0 0,14-15-233 0 0,-14 16 203 0 0,15-20-370 0 0,0-1 1 0 0,-2 0 0 0 0,0-1-1 0 0,-2-1 1 0 0,0 0-1 0 0,15-45 1 0 0,34-157-1493 0 0,-21 64 2827 0 0,-35 145-807 0 0,-3 5 15 0 0,2 0 1 0 0,-1 0-1 0 0,1 0 0 0 0,1 1 0 0 0,0-1 0 0 0,0 1 1 0 0,10-13-1 0 0,-15 23-153 0 0,0-1 1 0 0,1 1-1 0 0,-1-1 1 0 0,0 1-1 0 0,1 0 1 0 0,-1-1-1 0 0,0 1 1 0 0,1-1-1 0 0,-1 1 1 0 0,1 0-1 0 0,-1-1 1 0 0,1 1-1 0 0,-1 0 1 0 0,1 0-1 0 0,-1-1 1 0 0,1 1-1 0 0,-1 0 1 0 0,1 0-1 0 0,-1 0 1 0 0,1 0-1 0 0,-1 0 1 0 0,1-1-1 0 0,-1 1 1 0 0,1 0-1 0 0,0 0 1 0 0,-1 0-1 0 0,1 0 1 0 0,0 1-1 0 0,7 12-129 0 0,-2 27 746 0 0,-6-38-479 0 0,0 56 1318 0 0,-11 91 0 0 0,5-96-874 0 0,2 0 0 0 0,4 67 1 0 0,0-118-544 0 0,1 1 0 0 0,-1-1 1 0 0,0 1-1 0 0,1-1 0 0 0,0 1 1 0 0,0-1-1 0 0,0 0 0 0 0,0 1 0 0 0,1 2 1 0 0,6-2-17 0 0,1-17-151 0 0,0-13-629 0 0,-1-1 1 0 0,6-40-1 0 0,0 1 66 0 0,-6 35 353 0 0,30-111-1372 0 0,-30 119 1300 0 0,1-1 0 0 0,1 1 1 0 0,20-34-1 0 0,-29 57 432 0 0,-1 0 0 0 0,1 0 0 0 0,-1 0 0 0 0,0 0 0 0 0,1 0 0 0 0,-1 0 0 0 0,1 0 0 0 0,0 1 0 0 0,-1-1 0 0 0,1 0 0 0 0,0 0 1 0 0,-1 1-1 0 0,1-1 0 0 0,0 1 0 0 0,0-1 0 0 0,0 0 0 0 0,0 1 0 0 0,-1 0 0 0 0,1-1 0 0 0,0 1 0 0 0,0-1 0 0 0,0 1 0 0 0,0 0 0 0 0,2-1 1 0 0,-2 2 53 0 0,0 0 0 0 0,-1-1 0 0 0,1 1 0 0 0,0-1 0 0 0,0 1 1 0 0,-1 0-1 0 0,1 0 0 0 0,0-1 0 0 0,-1 1 0 0 0,1 0 0 0 0,-1 0 1 0 0,1 0-1 0 0,-1 0 0 0 0,1-1 0 0 0,-1 1 0 0 0,1 0 0 0 0,-1 0 0 0 0,0 0 1 0 0,1 2-1 0 0,7 56 2472 0 0,-8-54-2445 0 0,4 135 3037 0 0,-5-91-2927 0 0,3 0-1 0 0,2-1 1 0 0,13 70-1 0 0,-12-111 484 0 0,-1-19-406 0 0,3-32-502 0 0,-5 29-46 0 0,16-71-1297 0 0,4 1 1 0 0,3 0-1 0 0,37-80 0 0 0,-60 161 1593 0 0,1-6 115 0 0,1 0-1 0 0,1 0 1 0 0,0 1-1 0 0,0-1 1 0 0,1 1 0 0 0,0 0-1 0 0,12-14 1 0 0,-17 23-118 0 0,-1-1 1 0 0,1 1 0 0 0,-1-1-1 0 0,1 1 1 0 0,-1-1 0 0 0,1 1 0 0 0,-1 0-1 0 0,1-1 1 0 0,-1 1 0 0 0,1 0-1 0 0,0-1 1 0 0,-1 1 0 0 0,1 0-1 0 0,0 0 1 0 0,-1-1 0 0 0,1 1-1 0 0,0 0 1 0 0,-1 0 0 0 0,1 0 0 0 0,0 0-1 0 0,-1 0 1 0 0,1 0 0 0 0,0 0-1 0 0,-1 0 1 0 0,1 0 0 0 0,0 0-1 0 0,-1 0 1 0 0,1 1 0 0 0,0-1-1 0 0,0 1 1 0 0,0 0 26 0 0,0 0 0 0 0,0 0-1 0 0,0 0 1 0 0,0 0 0 0 0,0 1 0 0 0,0-1-1 0 0,0 0 1 0 0,-1 1 0 0 0,1-1 0 0 0,-1 0-1 0 0,1 1 1 0 0,-1-1 0 0 0,1 2 0 0 0,4 48 860 0 0,-20 185 1008 0 0,1-57-1215 0 0,-17 173 947 0 0,31-352-1643 0 0,1 0 0 0 0,-1 0-1 0 0,0 0 1 0 0,0 0 0 0 0,0 0-1 0 0,0 0 1 0 0,0 0 0 0 0,0 0-1 0 0,0 0 1 0 0,0 0 0 0 0,0 0-1 0 0,0 0 1 0 0,0 0 0 0 0,0 0-1 0 0,0 0 1 0 0,0 0 0 0 0,0 0-1 0 0,1 0 1 0 0,-1 0 0 0 0,0 0-1 0 0,0 0 1 0 0,0 0 0 0 0,0 0-1 0 0,0 0 1 0 0,0 0-1 0 0,0 0 1 0 0,0 0 0 0 0,0 0-1 0 0,0 0 1 0 0,0 0 0 0 0,0 0-1 0 0,0 0 1 0 0,0 0 0 0 0,0 1-1 0 0,0-1 1 0 0,1 0 0 0 0,-1 0-1 0 0,0 0 1 0 0,0 0 0 0 0,0 0-1 0 0,0 0 1 0 0,0 0 0 0 0,0 0-1 0 0,0 0 1 0 0,0 0 0 0 0,0 0-1 0 0,0 0 1 0 0,0 0 0 0 0,0 0-1 0 0,0 0 1 0 0,0 0 0 0 0,0 1-1 0 0,0-1 1 0 0,0 0 0 0 0,0 0-1 0 0,0 0 1 0 0,0 0 0 0 0,0 0-1 0 0,0 0 1 0 0,7-8-88 0 0,5-13-540 0 0,56-180-1769 0 0,5-15 1634 0 0,-61 188 747 0 0,0 1 1 0 0,2 1-1 0 0,2 0 0 0 0,0 1 0 0 0,30-35 1 0 0,-42 55 50 0 0,0 1 1 0 0,0-1 0 0 0,1 1 0 0 0,0 0 0 0 0,0 1-1 0 0,0-1 1 0 0,0 1 0 0 0,0 0 0 0 0,1 0 0 0 0,6-2 0 0 0,-10 4-1 0 0,1 1 1 0 0,-1-1 0 0 0,0 1 0 0 0,0 0-1 0 0,1 0 1 0 0,-1-1 0 0 0,0 1 0 0 0,0 1-1 0 0,1-1 1 0 0,-1 0 0 0 0,0 1 0 0 0,0-1-1 0 0,1 1 1 0 0,-1-1 0 0 0,0 1 0 0 0,0 0-1 0 0,0 0 1 0 0,0 0 0 0 0,0 0 0 0 0,0 1-1 0 0,0-1 1 0 0,0 0 0 0 0,-1 1 0 0 0,1-1-1 0 0,0 1 1 0 0,-1 0 0 0 0,0-1 0 0 0,1 1-1 0 0,-1 0 1 0 0,1 2 0 0 0,4 6 178 0 0,-1-1 0 0 0,0 1 1 0 0,0 1-1 0 0,-1-1 0 0 0,-1 1 0 0 0,4 15 1 0 0,7 72 595 0 0,-4-25-693 0 0,130 463 268 0 0,-140-536-388 0 0,8 24-12 0 0,-6-22-22 0 0,-2-16 43 0 0,-18-517-4122 0 0,19 481 3869 0 0,0-47-1501 0 0,-20-153 1 0 0,19 248 1725 0 0,0 1-1 0 0,0 0 1 0 0,0-1 0 0 0,0 1 0 0 0,0 0 0 0 0,-1-1-1 0 0,1 1 1 0 0,-1 0 0 0 0,1-1 0 0 0,-1 1 0 0 0,1 0-1 0 0,-1 0 1 0 0,0 0 0 0 0,1-1 0 0 0,-1 1 0 0 0,0 0-1 0 0,-1-1 1 0 0,2 2 41 0 0,-1 0 1 0 0,1 0-1 0 0,-1 0 0 0 0,0 0 1 0 0,1 0-1 0 0,-1 0 0 0 0,1 0 0 0 0,-1 0 1 0 0,1 0-1 0 0,-1 1 0 0 0,1-1 1 0 0,-1 0-1 0 0,1 0 0 0 0,0 0 0 0 0,-1 1 1 0 0,1-1-1 0 0,-1 0 0 0 0,1 0 1 0 0,-1 1-1 0 0,1-1 0 0 0,0 0 0 0 0,-1 1 1 0 0,1-1-1 0 0,0 1 0 0 0,-1-1 1 0 0,1 0-1 0 0,0 1 0 0 0,-1 0 0 0 0,-2 4 165 0 0,0 0-1 0 0,0 1 0 0 0,0-1 1 0 0,0 1-1 0 0,-2 10 0 0 0,-104 545 3340 0 0,103-496-3261 0 0,5-45-223 0 0,-1 0 0 0 0,-1 0 1 0 0,-10 38-1 0 0,13-58-55 0 0,0 1 1 0 0,0-1-1 0 0,0 1 1 0 0,0-1-1 0 0,0 1 1 0 0,0-1-1 0 0,0 1 1 0 0,0-1-1 0 0,-1 1 1 0 0,1-1-1 0 0,0 0 1 0 0,0 1-1 0 0,0-1 1 0 0,-1 1-1 0 0,1-1 1 0 0,0 1-1 0 0,-1-1 1 0 0,1 0-1 0 0,0 1 1 0 0,-1-1-1 0 0,1 0 1 0 0,0 1-1 0 0,-1-1 1 0 0,1 0-1 0 0,-1 0 1 0 0,1 1-1 0 0,0-1 1 0 0,-1 0-1 0 0,1 0 1 0 0,-1 0-1 0 0,1 1 1 0 0,-1-1-1 0 0,1 0 1 0 0,-1 0-1 0 0,-7-16 26 0 0,0-30 719 0 0,-33-467-2822 0 0,41 508 2040 0 0,-2-31-341 0 0,-1 0 1 0 0,-1 0 0 0 0,-3 0-1 0 0,-10-36 1 0 0,16 69 255 0 0,1 1 0 0 0,-1 0 1 0 0,0 0-1 0 0,0-1 0 0 0,0 1 0 0 0,0 0 1 0 0,-1 0-1 0 0,1 0 0 0 0,-1 0 0 0 0,1 0 1 0 0,-1 0-1 0 0,0 1 0 0 0,1-1 0 0 0,-1 1 1 0 0,0-1-1 0 0,0 1 0 0 0,0-1 0 0 0,0 1 1 0 0,0 0-1 0 0,-1 0 0 0 0,1 0 0 0 0,0 0 1 0 0,-5-1-1 0 0,4 2 25 0 0,0 0 0 0 0,1 0 1 0 0,-1 1-1 0 0,0-1 0 0 0,1 1 0 0 0,-1-1 0 0 0,0 1 1 0 0,1 0-1 0 0,-1 0 0 0 0,1 0 0 0 0,-1 0 1 0 0,1 0-1 0 0,0 1 0 0 0,0-1 0 0 0,-1 1 0 0 0,1-1 1 0 0,0 1-1 0 0,0 0 0 0 0,0 0 0 0 0,1 0 1 0 0,-4 4-1 0 0,-4 7 346 0 0,0 1 0 0 0,0 0 0 0 0,2 1 0 0 0,0 0 0 0 0,-6 17 1 0 0,-21 82 1053 0 0,23-73-931 0 0,3-13-358 0 0,1 1 1 0 0,1-1 0 0 0,-2 40-1 0 0,8-60 65 0 0,-1 0 0 0 0,1 1 0 0 0,0-1 0 0 0,1 0-1 0 0,0 0 1 0 0,1 0 0 0 0,-1 0 0 0 0,1 0-1 0 0,1 0 1 0 0,0-1 0 0 0,0 1 0 0 0,0-1 0 0 0,1 0-1 0 0,0 0 1 0 0,0 0 0 0 0,11 12 0 0 0,-15-18-42 0 0,1-1 0 0 0,-1 1 0 0 0,1-1 0 0 0,-1 1 0 0 0,1-1 0 0 0,-1 0 0 0 0,1 0 0 0 0,0 1 0 0 0,-1-1 0 0 0,1 0 0 0 0,0 0 0 0 0,-1 1 0 0 0,1-1 0 0 0,0 0 0 0 0,-1 0 0 0 0,1 0 0 0 0,0 0 0 0 0,-1 0 0 0 0,1 0 0 0 0,0 0 0 0 0,-1 0 1 0 0,1 0-1 0 0,-1-1 0 0 0,1 1 0 0 0,0 0 0 0 0,-1 0 0 0 0,1-1 0 0 0,0 1 0 0 0,-1 0 0 0 0,1 0 0 0 0,-1-1 0 0 0,1 1 0 0 0,-1-1 0 0 0,1 1 0 0 0,-1-1 0 0 0,1 1 0 0 0,-1-1 0 0 0,1 1 0 0 0,-1-1 0 0 0,0 1 0 0 0,1-1 0 0 0,-1 1 0 0 0,0-1 0 0 0,1 0 0 0 0,-1 1 0 0 0,0-1 1 0 0,0 1-1 0 0,0-1 0 0 0,1-1 0 0 0,14-39 69 0 0,-13 33-257 0 0,104-345-5414 0 0,-99 320 5258 0 0,-2 9-8 0 0,1 0 0 0 0,16-42 1 0 0,-12 53 619 0 0,-9 13-277 0 0,-1 0 0 0 0,0 0 0 0 0,0 0 0 0 0,1 0 1 0 0,-1 0-1 0 0,0 0 0 0 0,0 0 0 0 0,1 0 0 0 0,-1 0 0 0 0,0 1 0 0 0,0-1 0 0 0,1 0 0 0 0,-1 0 0 0 0,0 0 0 0 0,0 0 0 0 0,0 1 0 0 0,1-1 0 0 0,-1 0 0 0 0,0 0 1 0 0,0 1-1 0 0,0-1 0 0 0,0 0 0 0 0,1 0 0 0 0,-1 1 0 0 0,0-1 0 0 0,0 0 0 0 0,0 0 0 0 0,0 1 0 0 0,0-1 0 0 0,0 0 0 0 0,0 0 0 0 0,0 1 0 0 0,2 32 949 0 0,-33 180 1869 0 0,1-16-1395 0 0,20-99-960 0 0,0-8 366 0 0,2 112 0 0 0,8-200-773 0 0,0-1 0 0 0,0 1 1 0 0,0 0-1 0 0,0 0 0 0 0,0 0 1 0 0,0-1-1 0 0,1 1 1 0 0,-1 0-1 0 0,1 0 0 0 0,-1-1 1 0 0,1 1-1 0 0,-1 0 1 0 0,1-1-1 0 0,0 1 0 0 0,0-1 1 0 0,0 1-1 0 0,0-1 0 0 0,0 1 1 0 0,0-1-1 0 0,0 1 1 0 0,1-1-1 0 0,-1 0 0 0 0,0 0 1 0 0,3 2-1 0 0,-2-3-58 0 0,0 0-1 0 0,0 0 1 0 0,0 0 0 0 0,-1 0-1 0 0,1 0 1 0 0,0 0 0 0 0,0-1-1 0 0,0 1 1 0 0,0-1-1 0 0,0 1 1 0 0,0-1 0 0 0,-1 0-1 0 0,1 1 1 0 0,0-1 0 0 0,-1 0-1 0 0,1 0 1 0 0,0 0 0 0 0,-1 0-1 0 0,1-1 1 0 0,-1 1-1 0 0,0 0 1 0 0,3-4 0 0 0,6-5-597 0 0,0-1 0 0 0,-1-1 0 0 0,-1 0 0 0 0,1 0 0 0 0,-2-1 0 0 0,9-19 0 0 0,31-89-215 0 0,-35 86 984 0 0,4-10 282 0 0,50-126 1655 0 0,-56 149-1700 0 0,1 1 0 0 0,1 0 0 0 0,1 0 0 0 0,1 2 0 0 0,23-27 0 0 0,-36 45-378 0 0,0-1 0 0 0,0 1 1 0 0,0 0-1 0 0,0 0 0 0 0,1 0 0 0 0,-1 0 0 0 0,0 0 0 0 0,1 0 1 0 0,-1 0-1 0 0,0 0 0 0 0,1 0 0 0 0,-1 0 0 0 0,1 1 0 0 0,0-1 1 0 0,-1 1-1 0 0,1-1 0 0 0,-1 1 0 0 0,1 0 0 0 0,0 0 0 0 0,-1-1 1 0 0,1 1-1 0 0,3 1 0 0 0,-4-1-3 0 0,1 1 0 0 0,0 0 0 0 0,0 0 0 0 0,-1 0 0 0 0,1 0 0 0 0,-1 0 0 0 0,1 0-1 0 0,-1 1 1 0 0,0-1 0 0 0,1 0 0 0 0,-1 1 0 0 0,0-1 0 0 0,0 1 0 0 0,0-1 0 0 0,0 1 0 0 0,1 3 0 0 0,3 6 80 0 0,0 1 1 0 0,-1-1-1 0 0,-1 1 0 0 0,4 21 1 0 0,-5-15-435 0 0,0 0 1 0 0,-1 0-1 0 0,-2 36 1 0 0,-3-16-6994 0 0</inkml:trace>
</inkml:ink>
</file>

<file path=ppt/ink/ink2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24.505"/>
    </inkml:context>
    <inkml:brush xml:id="br0">
      <inkml:brushProperty name="width" value="0.1" units="cm"/>
      <inkml:brushProperty name="height" value="0.1" units="cm"/>
      <inkml:brushProperty name="color" value="#008C3A"/>
    </inkml:brush>
  </inkml:definitions>
  <inkml:trace contextRef="#ctx0" brushRef="#br0">1 2917 7834 0 0,'0'1'36'0'0,"0"0"1"0"0,0-1 0 0 0,1 1 0 0 0,-1-1 0 0 0,0 1 0 0 0,0-1-1 0 0,1 1 1 0 0,-1-1 0 0 0,0 1 0 0 0,1-1 0 0 0,-1 1-1 0 0,1-1 1 0 0,-1 1 0 0 0,0-1 0 0 0,1 0 0 0 0,-1 1 0 0 0,1-1-1 0 0,-1 0 1 0 0,1 1 0 0 0,0-1 0 0 0,-1 0 0 0 0,1 0-1 0 0,-1 1 1 0 0,1-1 0 0 0,-1 0 0 0 0,1 0 0 0 0,0 0 0 0 0,-1 0-1 0 0,1 0 1 0 0,-1 0 0 0 0,1 0 0 0 0,0 0 0 0 0,-1 0-1 0 0,1 0 1 0 0,-1 0 0 0 0,1 0 0 0 0,-1-1 0 0 0,1 1 0 0 0,0 0-1 0 0,-1 0 1 0 0,2-1 0 0 0,0 1-47 0 0,0-1-1 0 0,0 1 1 0 0,0-1-1 0 0,0 0 1 0 0,0 0 0 0 0,0 0-1 0 0,-1 0 1 0 0,1 0-1 0 0,0 0 1 0 0,0 0 0 0 0,2-3-1 0 0,2-7 160 0 0,-1 0 1 0 0,-1 0-1 0 0,0 0 0 0 0,-1-1 0 0 0,0 1 0 0 0,0-1 0 0 0,1-20 0 0 0,3-10 421 0 0,10-49 192 0 0,-3-1 0 0 0,-5 0 0 0 0,-2-101 0 0 0,-15-86-520 0 0,7-357 444 0 0,11 523-1004 0 0,-3 44-368 0 0,-3 0 1 0 0,-5-86-1 0 0,-2 157 902 0 0,-2 12-37 0 0,-4 22-185 0 0,-12 119-341 0 0,7 0-1 0 0,6 0 1 0 0,15 184-1 0 0,29-87 344 0 0,-22-182 38 0 0,-4-1-1 0 0,-2 2 1 0 0,-3 81 0 0 0,-17-73 38 0 0,0-9 318 0 0,12-69-357 0 0,0-1 1 0 0,0 0 0 0 0,0 1-1 0 0,0-1 1 0 0,0 0 0 0 0,0 1-1 0 0,0-1 1 0 0,0 1 0 0 0,0-1-1 0 0,0 0 1 0 0,0 1 0 0 0,0-1-1 0 0,0 1 1 0 0,0-1 0 0 0,0 0-1 0 0,0 1 1 0 0,0-1 0 0 0,0 1-1 0 0,1-1 1 0 0,-1 0 0 0 0,0 1-1 0 0,0-1 1 0 0,0 0 0 0 0,1 1 0 0 0,-1-1-1 0 0,0 0 1 0 0,0 1 0 0 0,1-1-1 0 0,-1 0 1 0 0,1 1 0 0 0,9-7 998 0 0,8-18-37 0 0,-8 5-905 0 0,-2-1 1 0 0,0 0-1 0 0,0 0 0 0 0,-2-1 1 0 0,-1 0-1 0 0,0 0 1 0 0,1-29-1 0 0,0-156 42 0 0,-7 124 449 0 0,16-246 1148 0 0,0-29-1933 0 0,-16 287-67 0 0,13 116 592 0 0,-2 119-664 0 0,-13 165 0 0 0,8 134-94 0 0,-1-418 383 0 0,3 0-1 0 0,2-1 0 0 0,2 0 1 0 0,2-1-1 0 0,2 0 0 0 0,33 67 1 0 0,-48-110 52 0 0,0 0 1 0 0,0 0-1 0 0,1 0 1 0 0,-1 0 0 0 0,1 0-1 0 0,-1 0 1 0 0,1 0-1 0 0,-1 0 1 0 0,1 0 0 0 0,0-1-1 0 0,-1 1 1 0 0,1 0-1 0 0,0 0 1 0 0,0-1 0 0 0,0 1-1 0 0,-1 0 1 0 0,1-1-1 0 0,0 1 1 0 0,1 0 0 0 0,-1-2 5 0 0,-1 1 1 0 0,1 0-1 0 0,-1-1 1 0 0,1 1-1 0 0,-1 0 1 0 0,0-1-1 0 0,1 1 1 0 0,-1 0-1 0 0,1-1 1 0 0,-1 1-1 0 0,0-1 1 0 0,1 1 0 0 0,-1-1-1 0 0,0 1 1 0 0,0-1-1 0 0,1 1 1 0 0,-1-1-1 0 0,0 1 1 0 0,0-1-1 0 0,0 1 1 0 0,0-1-1 0 0,0 1 1 0 0,1-1-1 0 0,-1 0 1 0 0,3-50 438 0 0,-2 44-330 0 0,-17-594 1430 0 0,0 311-2072 0 0,7-181-464 0 0,35 0-914 0 0,-17 406 1325 0 0,2-1-1 0 0,23-73 0 0 0,-33 136 617 0 0,0 0 0 0 0,0 0 0 0 0,0 0 0 0 0,0 0 0 0 0,1 0 0 0 0,0 0 0 0 0,-1 0 0 0 0,1 0 0 0 0,0 1 0 0 0,0-1 0 0 0,3-2 0 0 0,-4 5-25 0 0,-1-1 0 0 0,0 1 0 0 0,1 0 0 0 0,-1 0 0 0 0,0 0 0 0 0,1-1 0 0 0,-1 1 0 0 0,1 0 0 0 0,-1 0 0 0 0,0 0 0 0 0,1 0 0 0 0,-1 0 0 0 0,0 0 0 0 0,1 0 0 0 0,-1 0 0 0 0,1 0 0 0 0,-1 0 0 0 0,0 0 0 0 0,1 0 0 0 0,-1 0 0 0 0,1 0 0 0 0,-1 0 0 0 0,0 0 0 0 0,1 0-1 0 0,-1 1 1 0 0,0-1 0 0 0,1 0 0 0 0,-1 0 0 0 0,1 0 0 0 0,-1 1 0 0 0,1-1 0 0 0,0 2 5 0 0,0 0-1 0 0,0-1 0 0 0,0 1 0 0 0,0 0 0 0 0,0 0 0 0 0,0 0 0 0 0,0-1 1 0 0,-1 1-1 0 0,1 0 0 0 0,0 4 0 0 0,9 58 41 0 0,-3 0 0 0 0,-3 1 0 0 0,-5 93-1 0 0,0-88-44 0 0,-12 439-51 0 0,3 349-1067 0 0,34-606 3 0 0,-4-59 1696 0 0,-21-170-423 0 0,1-23-163 0 0,-1 1 1 0 0,1-1-1 0 0,0 0 1 0 0,0 0-1 0 0,0 0 1 0 0,0 1-1 0 0,0-1 1 0 0,0 0-1 0 0,0 0 1 0 0,-1 0-1 0 0,1 1 1 0 0,0-1-1 0 0,0 0 1 0 0,0 0-1 0 0,0 0 1 0 0,-1 0-1 0 0,1 0 1 0 0,0 1-1 0 0,0-1 1 0 0,0 0-1 0 0,-1 0 1 0 0,1 0-1 0 0,0 0 0 0 0,0 0 1 0 0,0 0-1 0 0,-1 0 1 0 0,1 0-1 0 0,0 0 1 0 0,0 0-1 0 0,-1 0 1 0 0,1 0-1 0 0,0 0 1 0 0,0 0-1 0 0,-1 0 1 0 0,1 0-1 0 0,0 0 1 0 0,0 0-1 0 0,0 0 1 0 0,-1 0-1 0 0,1 0 1 0 0,-2-2 10 0 0,0 0 1 0 0,0 0-1 0 0,0 0 1 0 0,1 0-1 0 0,-1 0 1 0 0,1 0-1 0 0,-1 0 1 0 0,1 0-1 0 0,0 0 1 0 0,0-1-1 0 0,0 1 1 0 0,-1-4-1 0 0,-7-19 69 0 0,2-1 1 0 0,1 0-1 0 0,-4-46 0 0 0,1-84 289 0 0,8 112-344 0 0,-1-209-1336 0 0,37-303 0 0 0,74-247-1704 0 0,-98 700 2168 0 0,0-2 3177 0 0,-12 116-1606 0 0,0 0 1 0 0,1 1-1 0 0,2 13 1 0 0,0 15-309 0 0,-5 334 410 0 0,3 263-506 0 0,42-3-3803 0 0,-40-619 3182 0 0,17 120-1984 0 0,-15-114 2061 0 0,2 0 1 0 0,0 0-1 0 0,1 0 0 0 0,10 20 1 0 0,-17-40 256 0 0,0-1 1 0 0,0 1 0 0 0,0 0 0 0 0,0-1-1 0 0,1 1 1 0 0,-1-1 0 0 0,0 1 0 0 0,1-1-1 0 0,-1 1 1 0 0,0-1 0 0 0,1 1-1 0 0,-1-1 1 0 0,0 1 0 0 0,1-1 0 0 0,-1 0-1 0 0,1 1 1 0 0,-1-1 0 0 0,0 0 0 0 0,1 1-1 0 0,-1-1 1 0 0,1 0 0 0 0,0 1 0 0 0,-1-1-1 0 0,1 0 1 0 0,-1 0 0 0 0,1 0 0 0 0,0 1-1 0 0,5-14 1305 0 0,-1-27 419 0 0,-5 38-1755 0 0,-13-470 2577 0 0,-1 174-2530 0 0,49-861-845 0 0,-33 1072 174 0 0,-2 46 695 0 0,1 1 0 0 0,8-45 0 0 0,-9 84-50 0 0,0 0 0 0 0,0 1 0 0 0,0-1-1 0 0,0 0 1 0 0,1 0 0 0 0,-1 0 0 0 0,0 0 0 0 0,0 0 0 0 0,1 0-1 0 0,-1 0 1 0 0,0 0 0 0 0,1 0 0 0 0,-1 1 0 0 0,1-1-1 0 0,-1 0 1 0 0,1 0 0 0 0,-1 0 0 0 0,1 1 0 0 0,0-1 0 0 0,-1 0-1 0 0,1 1 1 0 0,1-2 0 0 0,-1 2 17 0 0,0 1-1 0 0,0-1 1 0 0,-1 0-1 0 0,1 1 1 0 0,0-1-1 0 0,-1 1 1 0 0,1-1-1 0 0,0 1 1 0 0,-1-1 0 0 0,1 1-1 0 0,-1-1 1 0 0,1 1-1 0 0,-1-1 1 0 0,1 1-1 0 0,-1 0 1 0 0,1-1 0 0 0,-1 1-1 0 0,0 0 1 0 0,1-1-1 0 0,-1 2 1 0 0,17 46 1147 0 0,-3 24-1131 0 0,8 123 0 0 0,-13 79 179 0 0,-8-230-201 0 0,-7 564 625 0 0,0-73-935 0 0,31 2-2660 0 0,-19-479 2335 0 0,2 1 0 0 0,23 83 0 0 0,-31-141 665 0 0,0 0 0 0 0,1 0-1 0 0,-1 0 1 0 0,0 0 0 0 0,0 0 0 0 0,1 0 0 0 0,-1 0-1 0 0,0 0 1 0 0,1 0 0 0 0,-1 0 0 0 0,1-1 0 0 0,0 1-1 0 0,-1 0 1 0 0,1 0 0 0 0,-1-1 0 0 0,1 1 0 0 0,0 0-1 0 0,1 0 1 0 0,-2-1 12 0 0,1 0 0 0 0,-1 0 0 0 0,0-1 0 0 0,1 1 0 0 0,-1 0 0 0 0,1-1 0 0 0,-1 1 0 0 0,0 0 0 0 0,1-1 0 0 0,-1 1 0 0 0,0 0 0 0 0,1-1-1 0 0,-1 1 1 0 0,0-1 0 0 0,1 1 0 0 0,-1 0 0 0 0,0-1 0 0 0,0 1 0 0 0,0-1 0 0 0,0 1 0 0 0,1-1 0 0 0,-1 1 0 0 0,0-1 0 0 0,0 0 0 0 0,7-40 1527 0 0,23-530-1008 0 0,-16 175-1943 0 0,75-522-655 0 0,-35 411 729 0 0,-43 337 781 0 0,-8 93 674 0 0,4 0 0 0 0,19-92-1 0 0,-26 168-177 0 0,13-38 264 0 0,-2 26-55 0 0,-10 13-206 0 0,-1 0 0 0 0,1 0 0 0 0,-1 0 0 0 0,1 0-1 0 0,0 1 1 0 0,-1-1 0 0 0,1 0 0 0 0,-1 0 0 0 0,1 0-1 0 0,-1 0 1 0 0,1 1 0 0 0,-1-1 0 0 0,1 0 0 0 0,-1 1-1 0 0,1-1 1 0 0,-1 0 0 0 0,1 1 0 0 0,-1-1 0 0 0,1 0-1 0 0,-1 1 1 0 0,0-1 0 0 0,1 1 0 0 0,-1-1 0 0 0,0 1 0 0 0,1-1-1 0 0,-1 1 1 0 0,0-1 0 0 0,1 1 0 0 0,-1 0 0 0 0,5 12 42 0 0,-1 1 0 0 0,0-1 0 0 0,0 1 0 0 0,-2-1 0 0 0,0 1 0 0 0,0 0 0 0 0,-1 0 0 0 0,-2 18 0 0 0,2-8-15 0 0,-28 611 845 0 0,0-235-667 0 0,25-278-747 0 0,16 155-1 0 0,-10-236 80 0 0,2 0 1 0 0,1 0-1 0 0,3 0 0 0 0,1-1 0 0 0,26 60 0 0 0,-37-99 478 0 0,0-1 0 0 0,0 0 0 0 0,0 1 0 0 0,0-1 0 0 0,0 0 0 0 0,0 0 0 0 0,0 1 0 0 0,0-1 0 0 0,0 0 0 0 0,0 1 0 0 0,0-1 0 0 0,0 0 0 0 0,1 0 0 0 0,-1 1 0 0 0,0-1 0 0 0,0 0 0 0 0,0 0 0 0 0,0 1 0 0 0,1-1 0 0 0,-1 0 0 0 0,0 0 0 0 0,0 1 0 0 0,0-1 0 0 0,1 0 0 0 0,-1 0 0 0 0,0 0 0 0 0,0 0 0 0 0,1 1 0 0 0,-1-1 0 0 0,0 0 0 0 0,0 0-1 0 0,1 0 1 0 0,-1 0 0 0 0,0 0 0 0 0,0 0 0 0 0,1 0 0 0 0,-1 0 0 0 0,0 0 0 0 0,1 0 0 0 0,-1 0 0 0 0,0 0 0 0 0,1 0 0 0 0,-1 0 0 0 0,0 0 0 0 0,0 0 0 0 0,1 0 0 0 0,-1 0 0 0 0,0 0 0 0 0,1 0 0 0 0,-1 0 0 0 0,0 0 0 0 0,1-1 0 0 0,5-20 967 0 0,0-41 63 0 0,-5 57-1001 0 0,15-425-2741 0 0,-12 296 865 0 0</inkml:trace>
</inkml:ink>
</file>

<file path=ppt/ink/ink2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24.696"/>
    </inkml:context>
    <inkml:brush xml:id="br0">
      <inkml:brushProperty name="width" value="0.1" units="cm"/>
      <inkml:brushProperty name="height" value="0.1" units="cm"/>
      <inkml:brushProperty name="color" value="#008C3A"/>
    </inkml:brush>
  </inkml:definitions>
  <inkml:trace contextRef="#ctx0" brushRef="#br0">228 261 2761 0 0,'12'-84'991'0'0,"-9"59"-552"0"0,0 0-1 0 0,2 0 1 0 0,0 1 0 0 0,18-48-1 0 0,-23 72-422 0 0,0 0 1 0 0,0 0-1 0 0,0 0 0 0 0,0 0 0 0 0,0-1 0 0 0,0 1 0 0 0,0 0 1 0 0,0 0-1 0 0,0 0 0 0 0,0-1 0 0 0,0 1 0 0 0,0 0 0 0 0,0 0 1 0 0,0 0-1 0 0,0 0 0 0 0,0-1 0 0 0,0 1 0 0 0,1 0 0 0 0,-1 0 1 0 0,0 0-1 0 0,0 0 0 0 0,0-1 0 0 0,0 1 0 0 0,0 0 0 0 0,0 0 1 0 0,0 0-1 0 0,1 0 0 0 0,-1 0 0 0 0,0 0 0 0 0,0-1 0 0 0,0 1 1 0 0,0 0-1 0 0,1 0 0 0 0,-1 0 0 0 0,0 0 0 0 0,0 0 0 0 0,0 0 1 0 0,0 0-1 0 0,1 0 0 0 0,-1 0 0 0 0,0 0 0 0 0,0 0 0 0 0,0 0 1 0 0,1 0-1 0 0,-1 0 0 0 0,0 0 0 0 0,0 0 0 0 0,0 0 0 0 0,0 0 0 0 0,1 0 1 0 0,-1 0-1 0 0,0 0 0 0 0,3 13 268 0 0,-4 22-112 0 0,-70 501-1738 0 0,42-352 1454 0 0,-145 1151-675 0 0,162-1245 4991 0 0,13-92-3638 0 0,1-8-3848 0 0</inkml:trace>
</inkml:ink>
</file>

<file path=ppt/ink/ink2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25.048"/>
    </inkml:context>
    <inkml:brush xml:id="br0">
      <inkml:brushProperty name="width" value="0.1" units="cm"/>
      <inkml:brushProperty name="height" value="0.1" units="cm"/>
      <inkml:brushProperty name="color" value="#008C3A"/>
    </inkml:brush>
  </inkml:definitions>
  <inkml:trace contextRef="#ctx0" brushRef="#br0">60 160 4633 0 0,'7'39'94'0'0,"-2"0"0"0"0,-2 0 0 0 0,-2 0 0 0 0,-4 59 0 0 0,1-45-31 0 0,-35 456 44 0 0,8-147-107 0 0,26-334 35 0 0,2-1 0 0 0,0 1 0 0 0,2-1 1 0 0,2 1-1 0 0,7 36 0 0 0,-10-63 4 0 0,0 0 1 0 0,0 0 0 0 0,0 0-1 0 0,0 0 1 0 0,1 0-1 0 0,-1 0 1 0 0,0 0 0 0 0,1 0-1 0 0,-1 0 1 0 0,1 0-1 0 0,-1 0 1 0 0,1 0 0 0 0,-1-1-1 0 0,1 1 1 0 0,0 0-1 0 0,-1 0 1 0 0,2 0-1 0 0,4-11 485 0 0,1-34-16 0 0,-6 38-489 0 0,53-502-3488 0 0,55-330 1739 0 0,-89 695 1745 0 0,-18 136 873 0 0,0 13 485 0 0,-1 15 904 0 0,-4-11-1980 0 0,-1 1 0 0 0,1-1 0 0 0,-2 0 0 0 0,-9 18-1 0 0,3-11-934 0 0,-1-1 0 0 0,0 0-1 0 0,-23 23 1 0 0,14-19 371 0 0</inkml:trace>
</inkml:ink>
</file>

<file path=ppt/ink/ink2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29.731"/>
    </inkml:context>
    <inkml:brush xml:id="br0">
      <inkml:brushProperty name="width" value="0.1" units="cm"/>
      <inkml:brushProperty name="height" value="0.1" units="cm"/>
      <inkml:brushProperty name="color" value="#008C3A"/>
    </inkml:brush>
  </inkml:definitions>
  <inkml:trace contextRef="#ctx0" brushRef="#br0">3 361 5065 0 0,'2'-23'346'0'0,"1"0"-1"0"0,1 0 1 0 0,1 1-1 0 0,1 0 1 0 0,16-39 0 0 0,-3 7 278 0 0,-14 39-410 0 0,-1 0 56 0 0,1 0-1 0 0,0 1 1 0 0,1-1-1 0 0,1 1 1 0 0,14-23-1 0 0,-21 37-252 0 0,0-1 0 0 0,1 1 0 0 0,-1 0 0 0 0,0-1 0 0 0,0 1 0 0 0,0-1 0 0 0,1 1 0 0 0,-1 0 0 0 0,0-1 0 0 0,0 1 0 0 0,1 0 0 0 0,-1-1 0 0 0,0 1 0 0 0,1 0 0 0 0,-1 0 0 0 0,0-1 0 0 0,1 1 1 0 0,-1 0-1 0 0,1 0 0 0 0,-1 0 0 0 0,0-1 0 0 0,1 1 0 0 0,-1 0 0 0 0,1 0 0 0 0,-1 0 0 0 0,1 0 0 0 0,-1 0 0 0 0,0 0 0 0 0,1 0 0 0 0,-1 0 0 0 0,1 0 0 0 0,-1 0 0 0 0,1 0 0 0 0,-1 0 0 0 0,0 0 0 0 0,1 0 0 0 0,-1 0 0 0 0,1 1 0 0 0,-1-1 0 0 0,0 0 0 0 0,1 0 0 0 0,-1 0 0 0 0,1 1 0 0 0,-1-1 0 0 0,0 0 0 0 0,1 1 0 0 0,-1-1 0 0 0,0 0 0 0 0,0 0 0 0 0,1 1 0 0 0,-1-1 0 0 0,0 1 0 0 0,0-1 0 0 0,1 0 0 0 0,-1 1 0 0 0,0-1 1 0 0,0 0-1 0 0,0 1 0 0 0,0-1 0 0 0,0 1 0 0 0,1-1 0 0 0,-1 1 0 0 0,0-1 0 0 0,0 0 0 0 0,0 1 0 0 0,0 0 0 0 0,5 32 632 0 0,-5-33-644 0 0,2 106 1011 0 0,-4 0 1 0 0,-5 0-1 0 0,-22 106 0 0 0,23-163-625 0 0,-3 0 0 0 0,-2-1 0 0 0,-2 0 0 0 0,-31 72 0 0 0,44-119-367 0 0,0 1-1 0 0,-1-1 1 0 0,1 0 0 0 0,-1 0-1 0 0,0 0 1 0 0,1 0 0 0 0,-1 0-1 0 0,0 0 1 0 0,0 0 0 0 0,1 0-1 0 0,-1 0 1 0 0,0 0 0 0 0,0-1-1 0 0,-2 2 1 0 0,3-2-18 0 0,-1 0 1 0 0,1 0-1 0 0,0 0 1 0 0,-1 0-1 0 0,1 0 1 0 0,0 0-1 0 0,0 0 0 0 0,-1 0 1 0 0,1-1-1 0 0,0 1 1 0 0,-1 0-1 0 0,1 0 1 0 0,0 0-1 0 0,0-1 1 0 0,-1 1-1 0 0,1 0 0 0 0,0 0 1 0 0,0-1-1 0 0,0 1 1 0 0,-1 0-1 0 0,1 0 1 0 0,0-1-1 0 0,0 1 0 0 0,0 0 1 0 0,0-1-1 0 0,0 1 1 0 0,-1 0-1 0 0,1-1 1 0 0,0 1-1 0 0,0 0 0 0 0,0-1 1 0 0,0 1-1 0 0,-4-38 65 0 0,8-37-406 0 0,16-92 1 0 0,-5 47-658 0 0,-11 84 833 0 0,23-164-496 0 0,-21 169 759 0 0,1 0 1 0 0,2 1-1 0 0,1 0 1 0 0,18-36-1 0 0,-26 61-83 0 0,0 1-1 0 0,0 0 1 0 0,1 0-1 0 0,-1 0 0 0 0,1 1 1 0 0,0-1-1 0 0,0 0 1 0 0,1 1-1 0 0,-1 0 1 0 0,7-5-1 0 0,-9 7-1 0 0,0 1-1 0 0,0-1 1 0 0,0 1-1 0 0,0-1 1 0 0,1 1-1 0 0,-1 0 1 0 0,0 0-1 0 0,0-1 1 0 0,0 1-1 0 0,0 0 1 0 0,0 0-1 0 0,1 0 1 0 0,-1 0-1 0 0,0 0 1 0 0,0 0-1 0 0,0 1 1 0 0,0-1-1 0 0,2 1 0 0 0,-1 0 21 0 0,0 0-1 0 0,0 0 0 0 0,-1 0 1 0 0,1 0-1 0 0,0 1 0 0 0,-1-1 0 0 0,1 1 1 0 0,-1-1-1 0 0,1 1 0 0 0,-1 0 1 0 0,0 0-1 0 0,1-1 0 0 0,0 4 0 0 0,5 9 159 0 0,0 0 0 0 0,-1 1 0 0 0,-1 0 0 0 0,0 0 0 0 0,-1 1 0 0 0,2 18 0 0 0,7 99 372 0 0,-10-97-455 0 0,3 226 508 0 0,-5-135-540 0 0,0-107-60 0 0,5 40-1 0 0,-6-56-15 0 0,1 0 0 0 0,0 1 0 0 0,0-1-1 0 0,0 0 1 0 0,0 0 0 0 0,1 0-1 0 0,0 0 1 0 0,0-1 0 0 0,0 1-1 0 0,0 0 1 0 0,0-1 0 0 0,1 1 0 0 0,-1-1-1 0 0,1 0 1 0 0,0 0 0 0 0,4 3-1 0 0,-6-5-30 0 0,1-1-1 0 0,-1 1 1 0 0,0-1-1 0 0,1 1 1 0 0,-1-1 0 0 0,0 0-1 0 0,1 0 1 0 0,-1 0-1 0 0,1 0 1 0 0,-1 0-1 0 0,0 0 1 0 0,1 0-1 0 0,-1 0 1 0 0,0 0 0 0 0,1-1-1 0 0,-1 1 1 0 0,0-1-1 0 0,1 1 1 0 0,-1-1-1 0 0,0 1 1 0 0,1-1-1 0 0,-1 0 1 0 0,0 1-1 0 0,0-1 1 0 0,0 0 0 0 0,0 0-1 0 0,0 0 1 0 0,0 0-1 0 0,0 0 1 0 0,0 0-1 0 0,0 0 1 0 0,0 0-1 0 0,-1-1 1 0 0,2 0-1 0 0,23-44-1068 0 0,-24 45 1080 0 0,25-69-917 0 0,35-136-1 0 0,-43 133 211 0 0,47-121-1 0 0,-65 192 705 0 0,1 1-1 0 0,-1 0 1 0 0,1-1 0 0 0,-1 1-1 0 0,1-1 1 0 0,0 1 0 0 0,-1 0-1 0 0,1-1 1 0 0,0 1 0 0 0,0 0-1 0 0,0 0 1 0 0,0-1-1 0 0,0 1 1 0 0,0 0 0 0 0,1 0-1 0 0,-1 0 1 0 0,2-1 0 0 0,-3 3 11 0 0,1-1 0 0 0,0 0 1 0 0,-1 1-1 0 0,1-1 0 0 0,-1 1 0 0 0,1-1 1 0 0,-1 1-1 0 0,1-1 0 0 0,-1 1 0 0 0,0-1 1 0 0,1 1-1 0 0,-1-1 0 0 0,1 1 1 0 0,-1-1-1 0 0,0 1 0 0 0,0 0 0 0 0,1-1 1 0 0,-1 1-1 0 0,0 0 0 0 0,0-1 0 0 0,0 1 1 0 0,0 0-1 0 0,0-1 0 0 0,0 1 1 0 0,0 1-1 0 0,4 58 294 0 0,-11 189 896 0 0,0-112-1075 0 0,15 179-1 0 0,11-71-108 0 0,-13-261-113 0 0,1-16-360 0 0,-1-228-2715 0 0,-5 59 1945 0 0,28-126 85 0 0,-5 61 581 0 0,-18 223 913 0 0,-4 32 401 0 0,-5 29 375 0 0,-48 278 1899 0 0,-29 197-1463 0 0,75-448-1435 0 0,-88 553 112 0 0,92-595-192 0 0,-7 29 62 0 0,8-31-70 0 0,0 0 0 0 0,-1 0 1 0 0,1 0-1 0 0,0 0 0 0 0,-1 0 1 0 0,1 0-1 0 0,-1 0 0 0 0,1 0 1 0 0,-1 0-1 0 0,1 0 0 0 0,-1 0 1 0 0,0 0-1 0 0,1-1 1 0 0,-1 1-1 0 0,0 0 0 0 0,0 0 1 0 0,0-1-1 0 0,0 1 0 0 0,1 0 1 0 0,-1-1-1 0 0,0 1 0 0 0,-2 0 1 0 0,2-2-9 0 0,0 1 0 0 0,1 0 0 0 0,-1-1 0 0 0,0 1 0 0 0,0-1 1 0 0,0 1-1 0 0,0-1 0 0 0,0 1 0 0 0,0-1 0 0 0,1 0 0 0 0,-1 1 0 0 0,0-1 0 0 0,0 0 1 0 0,1 0-1 0 0,-1 0 0 0 0,1 1 0 0 0,-1-1 0 0 0,1 0 0 0 0,-1 0 0 0 0,1 0 1 0 0,-1-1-1 0 0,-10-25 33 0 0,10 22-16 0 0,-9-25-238 0 0,2 0 0 0 0,1-1-1 0 0,-6-51 1 0 0,4-97-2193 0 0,8 145 1937 0 0,9-391-2655 0 0,2 317 3042 0 0,46-204 0 0 0,-52 296 233 0 0,-1 1 173 0 0,1-1-1 0 0,1 0 0 0 0,0 1 0 0 0,1 0 1 0 0,0 0-1 0 0,1 1 0 0 0,10-16 0 0 0,-17 30-280 0 0,0-1-1 0 0,1 1 1 0 0,-1 0-1 0 0,0 0 1 0 0,0-1-1 0 0,1 1 0 0 0,-1 0 1 0 0,0-1-1 0 0,0 1 1 0 0,1 0-1 0 0,-1 0 1 0 0,0 0-1 0 0,0-1 1 0 0,1 1-1 0 0,-1 0 1 0 0,0 0-1 0 0,1 0 1 0 0,-1 0-1 0 0,0-1 1 0 0,1 1-1 0 0,-1 0 0 0 0,1 0 1 0 0,-1 0-1 0 0,0 0 1 0 0,1 0-1 0 0,-1 0 1 0 0,0 0-1 0 0,1 0 1 0 0,-1 0-1 0 0,0 0 1 0 0,1 0-1 0 0,-1 1 1 0 0,1-1-1 0 0,-1 0 0 0 0,0 0 1 0 0,1 0-1 0 0,-1 0 1 0 0,1 1-1 0 0,9 15 964 0 0,0 22-327 0 0,2 38-414 0 0,-4 0 0 0 0,-2 102-1 0 0,-22 153-366 0 0,1-63-459 0 0,15-224 554 0 0,1-1-1 0 0,3 1 0 0 0,1-1 1 0 0,13 48-1 0 0,-26-129-135 0 0,2-1 0 0 0,1 0 0 0 0,1-56 0 0 0,18-120-2177 0 0,-14 209 2295 0 0,6-33-361 0 0,-6 38 412 0 0,0 0 0 0 0,1-1 1 0 0,-1 1-1 0 0,0-1 0 0 0,1 1 0 0 0,-1 0 0 0 0,1-1 0 0 0,0 1 0 0 0,-1 0 1 0 0,1-1-1 0 0,0 1 0 0 0,0 0 0 0 0,-1 0 0 0 0,1 0 0 0 0,0-1 0 0 0,0 1 1 0 0,0 0-1 0 0,1 1 0 0 0,-1-1 0 0 0,2-1 0 0 0,-2 2 18 0 0,0 0 0 0 0,0 0 1 0 0,0 0-1 0 0,0 0 0 0 0,0 1 0 0 0,1-1 0 0 0,-1 0 0 0 0,0 1 0 0 0,0-1 1 0 0,-1 1-1 0 0,1-1 0 0 0,0 1 0 0 0,0-1 0 0 0,0 1 0 0 0,0 0 0 0 0,0-1 0 0 0,0 1 1 0 0,-1 0-1 0 0,1 0 0 0 0,0 0 0 0 0,-1 0 0 0 0,1-1 0 0 0,-1 1 0 0 0,1 0 1 0 0,-1 0-1 0 0,1 0 0 0 0,0 2 0 0 0,11 32 669 0 0,-12-33-670 0 0,15 65 291 0 0,-3 0 1 0 0,5 114-1 0 0,-6-39-358 0 0,26 271-3346 0 0,-33-382 3664 0 0,1-1 1 0 0,1 1-1 0 0,1-1 0 0 0,15 39 0 0 0,-22-68-303 0 0,1 1 0 0 0,-1-1 0 0 0,0 0-1 0 0,1 1 1 0 0,-1-1 0 0 0,1 0-1 0 0,-1 0 1 0 0,1 0 0 0 0,-1 1-1 0 0,1-1 1 0 0,0 0 0 0 0,0 0-1 0 0,-1 0 1 0 0,1 0 0 0 0,0 0-1 0 0,0 0 1 0 0,0-1 0 0 0,0 1-1 0 0,0 0 1 0 0,0 0 0 0 0,0-1-1 0 0,1 1 1 0 0,-1 0 0 0 0,0-1-1 0 0,0 1 1 0 0,0-1 0 0 0,1 0-1 0 0,-1 1 1 0 0,0-1 0 0 0,1 0-1 0 0,-1 0 1 0 0,0 0 0 0 0,2 0 0 0 0,0-1 18 0 0,0 0 0 0 0,-1-1 1 0 0,1 1-1 0 0,-1-1 0 0 0,0 1 1 0 0,1-1-1 0 0,-1 0 0 0 0,0 0 1 0 0,0 0-1 0 0,0 0 0 0 0,0-1 1 0 0,-1 1-1 0 0,1 0 0 0 0,2-6 1 0 0,10-19-76 0 0,-2-2 0 0 0,0 0 0 0 0,-2 0 0 0 0,-1-1 0 0 0,8-51 0 0 0,-11 47 42 0 0,2 1 0 0 0,1 0 0 0 0,1 0 0 0 0,18-36 0 0 0,-26 65 13 0 0,0 0 1 0 0,1 0-1 0 0,-1 0 0 0 0,1 1 0 0 0,0-1 0 0 0,0 1 0 0 0,0 0 0 0 0,0-1 0 0 0,0 1 0 0 0,1 1 0 0 0,0-1 0 0 0,-1 0 0 0 0,5-1 0 0 0,-6 3 6 0 0,0 1 0 0 0,0-1 1 0 0,-1 1-1 0 0,1-1 0 0 0,0 1 0 0 0,0 0 1 0 0,0 0-1 0 0,-1 0 0 0 0,1 0 0 0 0,0 0 1 0 0,0 0-1 0 0,0 0 0 0 0,-1 1 0 0 0,1-1 1 0 0,0 1-1 0 0,0-1 0 0 0,-1 1 0 0 0,1 0 1 0 0,0-1-1 0 0,-1 1 0 0 0,1 0 1 0 0,-1 0-1 0 0,1 0 0 0 0,-1 0 0 0 0,0 1 1 0 0,1-1-1 0 0,-1 0 0 0 0,0 1 0 0 0,0-1 1 0 0,0 1-1 0 0,0-1 0 0 0,0 1 0 0 0,0-1 1 0 0,1 3-1 0 0,7 15 67 0 0,-2 0 0 0 0,0 0 0 0 0,-1 1 0 0 0,0 0 0 0 0,-2 1 0 0 0,-1-1 0 0 0,2 25 0 0 0,3 13-80 0 0,7 50 255 0 0,6 34 1068 0 0,-16-202-1065 0 0,70-761-2825 0 0,-70 787 2642 0 0,-2 4 19 0 0,2 0 0 0 0,0 0-1 0 0,2 1 1 0 0,1 0 0 0 0,14-32 0 0 0,-22 60-84 0 0,0 1 1 0 0,0 0-1 0 0,0 0 1 0 0,0 0-1 0 0,0 0 1 0 0,0-1-1 0 0,1 1 1 0 0,-1 0 0 0 0,0 0-1 0 0,0 0 1 0 0,0 0-1 0 0,0 0 1 0 0,0-1-1 0 0,0 1 1 0 0,0 0-1 0 0,0 0 1 0 0,0 0 0 0 0,0 0-1 0 0,0 0 1 0 0,0 0-1 0 0,1-1 1 0 0,-1 1-1 0 0,0 0 1 0 0,0 0-1 0 0,0 0 1 0 0,0 0 0 0 0,0 0-1 0 0,0 0 1 0 0,1 0-1 0 0,-1 0 1 0 0,0 0-1 0 0,0 0 1 0 0,0-1-1 0 0,0 1 1 0 0,1 0 0 0 0,-1 0-1 0 0,0 0 1 0 0,0 0-1 0 0,0 0 1 0 0,0 0-1 0 0,0 0 1 0 0,1 0-1 0 0,-1 0 1 0 0,0 0 0 0 0,0 1-1 0 0,0-1 1 0 0,0 0-1 0 0,1 0 1 0 0,-1 0-1 0 0,3 10 189 0 0,-1 17 264 0 0,-6 49 84 0 0,-14 82 0 0 0,3-34-391 0 0,-6 366 51 0 0,16-276-156 0 0,5-207-42 0 0,0-3 0 0 0,0 0 0 0 0,0 0 0 0 0,0 0 0 0 0,-1 0 0 0 0,0 0 0 0 0,0 0 0 0 0,-2 6 0 0 0,-4-44-25 0 0,-17-303-2584 0 0,1 19 1202 0 0,21 266 1264 0 0,-3-57 40 0 0,10-119 0 0 0,-5 227 136 0 0,0-1 1 0 0,0 0-1 0 0,0 1 1 0 0,0-1-1 0 0,1 0 1 0 0,-1 1-1 0 0,0-1 1 0 0,1 0-1 0 0,-1 1 1 0 0,1-1-1 0 0,0 1 1 0 0,-1-1-1 0 0,3-2 1 0 0,-3 4 19 0 0,1 1-1 0 0,-1-1 1 0 0,1 0-1 0 0,-1 0 1 0 0,1 1 0 0 0,-1-1-1 0 0,1 0 1 0 0,-1 1 0 0 0,0-1-1 0 0,1 1 1 0 0,-1-1 0 0 0,1 0-1 0 0,-1 1 1 0 0,0-1 0 0 0,0 1-1 0 0,1-1 1 0 0,-1 1-1 0 0,0-1 1 0 0,0 1 0 0 0,1-1-1 0 0,-1 1 1 0 0,0-1 0 0 0,0 1-1 0 0,0 0 1 0 0,0 0 0 0 0,13 52 1484 0 0,0 66-416 0 0,-2 197 1 0 0,-33 122-541 0 0,14-311-502 0 0,-2-18-55 0 0,-2 54-737 0 0,-7-608-5738 0 0,17 411 6110 0 0,-2-74-601 0 0,11-110-1 0 0,25-107-864 0 0,-28 258 2736 0 0,-33 132 2529 0 0,-12 62-2646 0 0,-44 227 1 0 0,51-192-573 0 0,4-19-211 0 0,-46 171 110 0 0,78-365-289 0 0,6-55-921 0 0,80-691-1319 0 0,-82 756 2602 0 0,2 0 0 0 0,2 0 0 0 0,2 1 0 0 0,23-54 0 0 0,-34 91-234 0 0,0 0-1 0 0,1 1 1 0 0,-1-1-1 0 0,1 1 1 0 0,-1-1-1 0 0,1 1 1 0 0,0-1-1 0 0,0 1 1 0 0,0 0-1 0 0,0 0 1 0 0,1 0-1 0 0,3-2 1 0 0,-6 4 22 0 0,1-1 0 0 0,-1 1 0 0 0,1 0 0 0 0,-1 0-1 0 0,1 0 1 0 0,-1 0 0 0 0,1 0 0 0 0,-1 0 0 0 0,1 0 0 0 0,0 0 0 0 0,-1 0 0 0 0,1 0 0 0 0,-1 0 0 0 0,1 0 0 0 0,-1 0 0 0 0,1 0 0 0 0,-1 1 0 0 0,1-1 0 0 0,-1 0-1 0 0,1 0 1 0 0,-1 1 0 0 0,1-1 0 0 0,-1 0 0 0 0,1 1 0 0 0,12 20 261 0 0,26 109 748 0 0,-4 1 1 0 0,-7 1-1 0 0,12 142 1 0 0,-23 61-1139 0 0,-9-97-684 0 0,-7-228 788 0 0,-1 6 67 0 0,1 0 1 0 0,1 0-1 0 0,1 0 1 0 0,0 0-1 0 0,1 0 1 0 0,10 27 0 0 0,-14-43-29 0 0,0 1 1 0 0,0-1 0 0 0,1 1-1 0 0,-1-1 1 0 0,0 1 0 0 0,0-1-1 0 0,1 1 1 0 0,-1-1-1 0 0,0 0 1 0 0,1 1 0 0 0,-1-1-1 0 0,0 1 1 0 0,1-1 0 0 0,-1 0-1 0 0,0 0 1 0 0,1 1 0 0 0,-1-1-1 0 0,1 0 1 0 0,-1 1 0 0 0,1-1-1 0 0,-1 0 1 0 0,0 0 0 0 0,1 0-1 0 0,-1 0 1 0 0,1 0 0 0 0,-1 1-1 0 0,1-1 1 0 0,-1 0 0 0 0,1 0-1 0 0,-1 0 1 0 0,1 0 0 0 0,-1 0-1 0 0,1 0 1 0 0,-1-1 0 0 0,1 1-1 0 0,-1 0 1 0 0,1 0-1 0 0,-1 0 1 0 0,1 0 0 0 0,-1-1-1 0 0,1 1 1 0 0,-1 0 0 0 0,1 0-1 0 0,-1-1 1 0 0,0 1 0 0 0,1 0-1 0 0,-1-1 1 0 0,0 1 0 0 0,1 0-1 0 0,-1-1 1 0 0,0 1 0 0 0,1 0-1 0 0,-1-1 1 0 0,0 1 0 0 0,0-1-1 0 0,1 1 1 0 0,-1-1 0 0 0,0 1-1 0 0,0-1 1 0 0,0 0 0 0 0,16-30-60 0 0,-16 30 22 0 0,17-47-510 0 0,-2 0-1 0 0,16-94 0 0 0,0-105-735 0 0,-28 213 1047 0 0,9-97-530 0 0,-1 2 447 0 0,35-162-1 0 0,-44 281 285 0 0,22-72-604 0 0,-22 76 568 0 0,0 0-1 0 0,1 1 0 0 0,-1-1 1 0 0,1 1-1 0 0,1-1 0 0 0,-1 1 0 0 0,1 0 1 0 0,0 0-1 0 0,0 1 0 0 0,9-9 1 0 0,-11 12 114 0 0,0 0 0 0 0,0 0 0 0 0,-1 0 0 0 0,1 0 0 0 0,0 0 0 0 0,0 0 0 0 0,0 1 0 0 0,0-1 0 0 0,0 1 0 0 0,0-1 1 0 0,0 1-1 0 0,0 0 0 0 0,0 0 0 0 0,1-1 0 0 0,-1 2 0 0 0,0-1 0 0 0,0 0 0 0 0,0 0 0 0 0,0 1 0 0 0,0-1 0 0 0,0 1 1 0 0,0-1-1 0 0,0 1 0 0 0,0 0 0 0 0,0 0 0 0 0,0 0 0 0 0,-1 0 0 0 0,1 0 0 0 0,0 0 0 0 0,-1 1 0 0 0,1-1 1 0 0,-1 0-1 0 0,1 1 0 0 0,-1 0 0 0 0,1-1 0 0 0,1 3 0 0 0,3 5 170 0 0,0-1 0 0 0,-1 1 0 0 0,0 0 0 0 0,0 1 0 0 0,7 18 0 0 0,2 18 165 0 0,-2 0 1 0 0,-2 1-1 0 0,-2 1 1 0 0,3 95-1 0 0,-20 195 182 0 0,8-321-555 0 0,-3 72 13 0 0,-12 118-1186 0 0,11-186-6 0 0,1-32 409 0 0,0-35 159 0 0,1-56-219 0 0,-2-324-2112 0 0,8 291 3160 0 0,25-150 1 0 0,-24 257 121 0 0,1 1 1 0 0,0 0 0 0 0,2 1 0 0 0,16-40 0 0 0,-23 66-354 0 0,0 0 1 0 0,0-1 0 0 0,0 1-1 0 0,0-1 1 0 0,0 1-1 0 0,0 0 1 0 0,1-1 0 0 0,-1 1-1 0 0,0 0 1 0 0,0-1-1 0 0,0 1 1 0 0,0 0-1 0 0,1-1 1 0 0,-1 1 0 0 0,0 0-1 0 0,0 0 1 0 0,1-1-1 0 0,-1 1 1 0 0,0 0 0 0 0,1 0-1 0 0,-1-1 1 0 0,0 1-1 0 0,0 0 1 0 0,1 0 0 0 0,-1 0-1 0 0,0 0 1 0 0,1-1-1 0 0,-1 1 1 0 0,1 0 0 0 0,-1 0-1 0 0,0 0 1 0 0,1 0-1 0 0,-1 0 1 0 0,0 0 0 0 0,1 0-1 0 0,6 14 602 0 0,-1 33 718 0 0,-5-39-1147 0 0,7 83 608 0 0,-5 1 1 0 0,-4-1 0 0 0,-12 94 0 0 0,-57 272-1384 0 0,51-345 80 0 0,6-32-1373 0 0,13-80 1866 0 0,-1 0-1 0 0,1-1 1 0 0,0 1-1 0 0,0 0 1 0 0,0 0-1 0 0,0 0 1 0 0,0 0-1 0 0,0 0 1 0 0,0 0-1 0 0,0 0 1 0 0,0 0-1 0 0,0 0 1 0 0,0 0-1 0 0,0 0 1 0 0,0 0-1 0 0,-1 0 1 0 0,1 0-1 0 0,0 0 1 0 0,0 0 0 0 0,0 0-1 0 0,0 0 1 0 0,0 0-1 0 0,0 0 1 0 0,0 0-1 0 0,0 0 1 0 0,0 0-1 0 0,0 0 1 0 0,0 0-1 0 0,0 0 1 0 0,-1 0-1 0 0,1 0 1 0 0,0 0-1 0 0,0 0 1 0 0,0 0-1 0 0,0 0 1 0 0,0 0-1 0 0,0 0 1 0 0,0 0-1 0 0,0 0 1 0 0,0 0-1 0 0,0 1 1 0 0,0-1-1 0 0,0 0 1 0 0,0 0-1 0 0,0 0 1 0 0,0 0-1 0 0,0 0 1 0 0,-1 0-1 0 0,1 0 1 0 0,0 0-1 0 0,0 0 1 0 0,0 0-1 0 0,0 0 1 0 0,0 0-1 0 0,0 0 1 0 0,0 1-1 0 0,0-1 1 0 0,-4-12-560 0 0,-3-17 48 0 0,-31-691-3269 0 0,37 687 3943 0 0,4-172 513 0 0,-1 174-396 0 0,1 1 0 0 0,2 0-1 0 0,1 0 1 0 0,17-48 0 0 0,-23 76-160 0 0,1 0-1 0 0,0 0 1 0 0,-1 1 0 0 0,1-1-1 0 0,0 0 1 0 0,0 0 0 0 0,0 1-1 0 0,0-1 1 0 0,1 0 0 0 0,-1 1-1 0 0,0-1 1 0 0,1 1 0 0 0,-1 0-1 0 0,1-1 1 0 0,-1 1 0 0 0,1 0-1 0 0,-1 0 1 0 0,4-1 0 0 0,-5 2-32 0 0,1-1 1 0 0,0 1 0 0 0,-1 0 0 0 0,1 0-1 0 0,0 0 1 0 0,-1 0 0 0 0,1 1-1 0 0,-1-1 1 0 0,1 0 0 0 0,0 0-1 0 0,-1 0 1 0 0,1 0 0 0 0,-1 1-1 0 0,1-1 1 0 0,0 0 0 0 0,-1 0-1 0 0,1 1 1 0 0,-1-1 0 0 0,1 0-1 0 0,-1 1 1 0 0,1-1 0 0 0,0 1-1 0 0,10 22 905 0 0,-3 15-695 0 0,-2 0-1 0 0,-1 0 1 0 0,-3 1 0 0 0,-3 71-1 0 0,0-44-142 0 0,-19 468 552 0 0,5-228-572 0 0,14-293-118 0 0,0-6-1 0 0,1 1 0 0 0,0 0-1 0 0,0-1 1 0 0,1 1 0 0 0,-1 0 0 0 0,2 0 0 0 0,-1-1 0 0 0,3 9 0 0 0,0-16-323 0 0,0-10 24 0 0,1-10-143 0 0,55-393-2636 0 0,-46 273 2726 0 0,58-242-1 0 0,-68 369 429 0 0,13-43 187 0 0,-15 51-176 0 0,0 1 1 0 0,0 0-1 0 0,0 0 1 0 0,1 0-1 0 0,-1 0 1 0 0,1 0-1 0 0,0 0 1 0 0,0 1-1 0 0,5-6 1 0 0,-7 8-35 0 0,0 0-1 0 0,0 1 1 0 0,0-1 0 0 0,0 0-1 0 0,1 1 1 0 0,-1-1-1 0 0,0 0 1 0 0,0 1 0 0 0,0 0-1 0 0,1-1 1 0 0,-1 1 0 0 0,0 0-1 0 0,0-1 1 0 0,1 1 0 0 0,-1 0-1 0 0,0 0 1 0 0,1 0 0 0 0,-1 0-1 0 0,0 0 1 0 0,0 0 0 0 0,1 1-1 0 0,-1-1 1 0 0,0 0 0 0 0,2 1-1 0 0,-1 1 56 0 0,1-1 0 0 0,-1 1 1 0 0,0-1-1 0 0,1 1 0 0 0,-1 0 0 0 0,0 0 0 0 0,0 0 0 0 0,-1 0 0 0 0,1 0 0 0 0,3 5 0 0 0,0 3 133 0 0,1 0 1 0 0,-1 0-1 0 0,-1 1 0 0 0,5 15 0 0 0,54 290 854 0 0,-50-230-1310 0 0,3 0-1 0 0,46 142 0 0 0,-60-223 41 0 0,-1-1 0 0 0,1 1-1 0 0,0-1 1 0 0,1 0 0 0 0,-1 1-1 0 0,1-1 1 0 0,0 0-1 0 0,5 6 1 0 0,-7-10 127 0 0,-1 1-1 0 0,1-1 1 0 0,0 1-1 0 0,0-1 1 0 0,-1 1 0 0 0,1-1-1 0 0,0 0 1 0 0,0 1 0 0 0,-1-1-1 0 0,1 0 1 0 0,0 0-1 0 0,0 1 1 0 0,0-1 0 0 0,0 0-1 0 0,-1 0 1 0 0,1 0-1 0 0,0 0 1 0 0,0 0 0 0 0,0 0-1 0 0,0 0 1 0 0,0-1-1 0 0,1 1 26 0 0,0-1-1 0 0,0 0 0 0 0,-1 0 1 0 0,1 0-1 0 0,0 0 0 0 0,-1-1 0 0 0,1 1 1 0 0,-1 0-1 0 0,0-1 0 0 0,1 1 0 0 0,-1-1 1 0 0,2-2-1 0 0,6-9-11 0 0,-1-1 1 0 0,-1 0-1 0 0,0 0 0 0 0,0-1 1 0 0,-2 1-1 0 0,0-1 0 0 0,-1-1 1 0 0,4-22-1 0 0,0-18-360 0 0,-1-58 0 0 0,-4 62 218 0 0,3-40-110 0 0,33-384 406 0 0,-37 458-184 0 0,0 7-49 0 0,0-1 1 0 0,-1 1-1 0 0,-1-1 0 0 0,0 1 1 0 0,-2-16-1 0 0,-7 74 1469 0 0,-41 486-618 0 0,-1 6-331 0 0,48-516-392 0 0,-10 59 62 0 0,12-75-60 0 0,-1 0 1 0 0,0 1 0 0 0,-1-1 0 0 0,0 0-1 0 0,0-1 1 0 0,0 1 0 0 0,-1 0-1 0 0,-5 6 1 0 0,9-13-9 0 0,0 1 0 0 0,0-1-1 0 0,0 0 1 0 0,-1 0 0 0 0,1 0 0 0 0,0 0-1 0 0,0 0 1 0 0,0 0 0 0 0,0 1 0 0 0,0-1-1 0 0,0 0 1 0 0,0 0 0 0 0,0 0 0 0 0,-1 0 0 0 0,1 0-1 0 0,0 0 1 0 0,0 0 0 0 0,0 0 0 0 0,0 0-1 0 0,0 0 1 0 0,0 0 0 0 0,-1 0 0 0 0,1 0-1 0 0,0 0 1 0 0,0 0 0 0 0,0 0 0 0 0,0 0-1 0 0,0 0 1 0 0,-1 0 0 0 0,1 0 0 0 0,0 0-1 0 0,0 0 1 0 0,0 0 0 0 0,0 0 0 0 0,0 0 0 0 0,0 0-1 0 0,-1 0 1 0 0,1 0 0 0 0,0 0 0 0 0,0 0-1 0 0,0 0 1 0 0,0 0 0 0 0,0 0 0 0 0,0 0-1 0 0,0-1 1 0 0,-1 1 0 0 0,1 0 0 0 0,-3-9-77 0 0,0-11-72 0 0,2-269-567 0 0,3 136 982 0 0,-1-13 7 0 0,8 0-1 0 0,39-221 1 0 0,-47 382-355 0 0,3-18 645 0 0,-7 21-46 0 0,-5 14-110 0 0,-3 11-286 0 0,0 1 0 0 0,1 0-1 0 0,-11 45 1 0 0,-10 82-169 0 0,20-87 62 0 0,-116 579-335 0 0,126-635 318 0 0,0-2 13 0 0,0 0 0 0 0,0 0 0 0 0,0 0 0 0 0,-1-1 0 0 0,0 1 1 0 0,0 0-1 0 0,0-1 0 0 0,-1 0 0 0 0,0 1 0 0 0,0-1 0 0 0,-4 5 0 0 0,7-10-8 0 0,-1 1 0 0 0,1-1 0 0 0,0 0 0 0 0,-1 1 0 0 0,1-1 0 0 0,-1 0 0 0 0,1 1 0 0 0,-1-1 0 0 0,1 0 0 0 0,-1 0 0 0 0,1 0 0 0 0,-1 0 1 0 0,1 1-1 0 0,-1-1 0 0 0,1 0 0 0 0,-1 0 0 0 0,1 0 0 0 0,-1 0 0 0 0,1 0 0 0 0,-1 0 0 0 0,1 0 0 0 0,-1 0 0 0 0,1 0 0 0 0,-1-1 0 0 0,1 1 0 0 0,-1 0 0 0 0,1 0 0 0 0,-1 0 0 0 0,1-1 0 0 0,-1 1 1 0 0,1 0-1 0 0,-1 0 0 0 0,0-1 0 0 0,-12-20 10 0 0,-1-26-133 0 0,2-28 207 0 0,3-2 0 0 0,3-91-1 0 0,4 95 58 0 0,0 24-76 0 0,-1-217 259 0 0,5 214-363 0 0,2 1-1 0 0,3 0 1 0 0,15-56 0 0 0,-20 98 34 0 0,-2 5 8 0 0,1 0 1 0 0,0 0-1 0 0,0 1 1 0 0,1-1-1 0 0,-1 0 0 0 0,1 1 1 0 0,-1-1-1 0 0,1 1 0 0 0,0-1 1 0 0,4-4-1 0 0,-5 8 1 0 0,-1 0 0 0 0,0 0 0 0 0,0 0 0 0 0,0-1 0 0 0,0 1 0 0 0,0 0 0 0 0,1 0 0 0 0,-1 0 0 0 0,0 0-1 0 0,0 0 1 0 0,0 0 0 0 0,1 0 0 0 0,-1 0 0 0 0,0 0 0 0 0,0 0 0 0 0,0 0 0 0 0,1 0 0 0 0,-1 0 0 0 0,0 0 0 0 0,0 0 0 0 0,0 0 0 0 0,0 0-1 0 0,1 0 1 0 0,-1 0 0 0 0,0 0 0 0 0,0 0 0 0 0,0 0 0 0 0,1 0 0 0 0,-1 0 0 0 0,0 0 0 0 0,0 1 0 0 0,0-1 0 0 0,0 0 0 0 0,0 0-1 0 0,1 0 1 0 0,-1 0 0 0 0,0 0 0 0 0,0 0 0 0 0,0 1 0 0 0,0-1 0 0 0,0 0 0 0 0,6 12 200 0 0,1 14 97 0 0,-3 5-181 0 0,-1 0 1 0 0,-1 0-1 0 0,-3 45 1 0 0,-17 98 54 0 0,11-113-43 0 0,-12 83-33 0 0,-9 91 129 0 0,25-179-189 0 0,1 0 1 0 0,8 65-1 0 0,-6-115-37 0 0,0-3 1 0 0,0-1 0 0 0,0 1 0 0 0,1 0 0 0 0,-1 0 0 0 0,1-1 0 0 0,-1 1 0 0 0,1-1 0 0 0,0 1 0 0 0,0-1 0 0 0,0 1 0 0 0,2 2 0 0 0,-1-8-5 0 0,0 0 0 0 0,0 0 0 0 0,-1-1 0 0 0,0 1 0 0 0,1-1 0 0 0,-1 1 0 0 0,1-8 0 0 0,47-296-1047 0 0,-29 162-56 0 0,51-191 0 0 0,-66 320 1064 0 0,19-58-341 0 0,-21 68 361 0 0,0 0 1 0 0,0 0-1 0 0,0 1 0 0 0,1-1 1 0 0,-1 1-1 0 0,1-1 1 0 0,1 1-1 0 0,-1 0 0 0 0,6-4 1 0 0,-9 8 56 0 0,-1 0 0 0 0,1 1 1 0 0,0-1-1 0 0,0 1 0 0 0,0-1 0 0 0,0 1 0 0 0,0-1 1 0 0,0 1-1 0 0,0-1 0 0 0,0 1 0 0 0,0 0 1 0 0,0-1-1 0 0,0 1 0 0 0,0 0 0 0 0,0 0 0 0 0,0 0 1 0 0,0 0-1 0 0,0 0 0 0 0,0 0 0 0 0,0 0 1 0 0,0 0-1 0 0,0 0 0 0 0,0 1 0 0 0,1-1 0 0 0,0 1 41 0 0,0 0-1 0 0,-1 1 0 0 0,1-1 1 0 0,-1 0-1 0 0,1 0 0 0 0,-1 1 1 0 0,1-1-1 0 0,-1 1 1 0 0,0-1-1 0 0,0 1 0 0 0,0 0 1 0 0,1 1-1 0 0,3 7 251 0 0,-1-1 0 0 0,0 1 0 0 0,4 17 0 0 0,-8-26-321 0 0,14 69 324 0 0,-4 1-1 0 0,-2 0 1 0 0,-2 72 0 0 0,-3-57-279 0 0,20 130 1 0 0,-21-209-86 0 0,-1 1 1 0 0,1-1 0 0 0,1 0 0 0 0,-1 0-1 0 0,1 0 1 0 0,0 0 0 0 0,5 7 0 0 0,-7-13 19 0 0,0 0 1 0 0,0 1-1 0 0,0-1 0 0 0,0 0 1 0 0,0 0-1 0 0,0-1 1 0 0,0 1-1 0 0,0 0 1 0 0,0 0-1 0 0,0 0 0 0 0,0-1 1 0 0,0 1-1 0 0,1 0 1 0 0,-1-1-1 0 0,0 0 0 0 0,1 1 1 0 0,-1-1-1 0 0,2 1 1 0 0,-1-1 0 0 0,0-1 1 0 0,0 1-1 0 0,0 0 1 0 0,0-1-1 0 0,0 1 1 0 0,-1-1-1 0 0,1 0 1 0 0,0 0-1 0 0,0 0 1 0 0,-1 0-1 0 0,1 0 1 0 0,-1 0-1 0 0,1 0 1 0 0,-1 0-1 0 0,1 0 1 0 0,-1-1-1 0 0,2-2 1 0 0,7-7-128 0 0,-1-1 0 0 0,-1 0 0 0 0,0 0 0 0 0,0-1 1 0 0,-2 0-1 0 0,1-1 0 0 0,-2 0 0 0 0,6-18 0 0 0,23-119-1446 0 0,-5-58 966 0 0,7-34 1286 0 0,-26 193-447 0 0,2 1-1 0 0,33-84 0 0 0,-44 129-224 0 0,12-23-54 0 0,-13 26 43 0 0,0 0 0 0 0,1 0 1 0 0,-1 0-1 0 0,1 0 0 0 0,-1 0 0 0 0,1 0 1 0 0,0 0-1 0 0,-1 0 0 0 0,1 1 0 0 0,0-1 1 0 0,-1 0-1 0 0,1 0 0 0 0,0 1 0 0 0,0-1 0 0 0,0 0 1 0 0,0 1-1 0 0,0-1 0 0 0,0 1 0 0 0,1-1 1 0 0,-1 1 12 0 0,-1 1 0 0 0,1-1 0 0 0,-1 1 0 0 0,1-1 0 0 0,-1 1 0 0 0,1-1 0 0 0,-1 1 0 0 0,0-1 0 0 0,1 1 0 0 0,-1 0 0 0 0,0-1 0 0 0,1 1-1 0 0,-1 0 1 0 0,0-1 0 0 0,0 1 0 0 0,0 0 0 0 0,0-1 0 0 0,0 1 0 0 0,1 0 0 0 0,-1-1 0 0 0,0 1 0 0 0,-1 0 0 0 0,1-1 0 0 0,0 2 0 0 0,-1 20 178 0 0,1-21-171 0 0,-13 83 713 0 0,-36 126 0 0 0,21-101-441 0 0,-11 57-56 0 0,-63 233-428 0 0,101-395 196 0 0,-4 13-41 0 0,-1 0 1 0 0,-10 20-1 0 0,15-36 55 0 0,1-1 0 0 0,0 0 0 0 0,0 1 0 0 0,0-1 0 0 0,0 0 0 0 0,0 1 0 0 0,-1-1 0 0 0,1 0 0 0 0,0 0 0 0 0,0 1 0 0 0,0-1 0 0 0,-1 0 0 0 0,1 0 0 0 0,0 0 0 0 0,0 1 0 0 0,-1-1 0 0 0,1 0 1 0 0,0 0-1 0 0,-1 0 0 0 0,1 0 0 0 0,0 1 0 0 0,0-1 0 0 0,-1 0 0 0 0,1 0 0 0 0,0 0 0 0 0,-1 0 0 0 0,1 0 0 0 0,0 0 0 0 0,-1 0 0 0 0,1 0 0 0 0,0 0 0 0 0,-1 0 0 0 0,1 0 0 0 0,0 0 0 0 0,-1 0 0 0 0,1-1 0 0 0,-11-9 80 0 0,-3-19-157 0 0,8 8-192 0 0,1 0 0 0 0,1-1 0 0 0,1 1-1 0 0,0-1 1 0 0,2-39 0 0 0,15-112-1626 0 0,-12 152 1779 0 0,30-215-1294 0 0,-22 178 1502 0 0,38-113-1 0 0,-45 162-80 0 0,-3 6-13 0 0,1-1-1 0 0,0 1 1 0 0,1-1-1 0 0,-1 1 1 0 0,1-1 0 0 0,-1 1-1 0 0,1 0 1 0 0,0-1 0 0 0,0 1-1 0 0,0 0 1 0 0,1 0 0 0 0,-1 1-1 0 0,4-4 1 0 0,-6 6 24 0 0,1 0 0 0 0,0 0 1 0 0,-1 0-1 0 0,1 0 0 0 0,-1 0 0 0 0,1 0 0 0 0,-1 0 1 0 0,1 1-1 0 0,0-1 0 0 0,-1 0 0 0 0,1 0 1 0 0,-1 0-1 0 0,1 1 0 0 0,-1-1 0 0 0,1 0 0 0 0,-1 0 1 0 0,1 1-1 0 0,-1-1 0 0 0,1 0 0 0 0,-1 1 0 0 0,1-1 1 0 0,-1 1-1 0 0,0-1 0 0 0,1 1 0 0 0,-1-1 1 0 0,0 1-1 0 0,1-1 0 0 0,-1 1 0 0 0,0-1 0 0 0,0 1 1 0 0,1 0-1 0 0,8 22 827 0 0,-7-18-725 0 0,24 81 1670 0 0,15 89 1 0 0,15 54-408 0 0,4-45-1169 0 0,57 193 205 0 0,-115-369-426 0 0,8 25 3 0 0,-10-32-4 0 0,1 0 0 0 0,-1 1 0 0 0,1-1 0 0 0,-1 0 0 0 0,1 1 0 0 0,0-1 0 0 0,-1 0 0 0 0,1 0 0 0 0,0 0 0 0 0,0 0 0 0 0,0 1 0 0 0,0-1 0 0 0,0 0 0 0 0,0-1 0 0 0,0 1 0 0 0,1 0 0 0 0,1 1 0 0 0,-2-2-18 0 0,0 0 1 0 0,-1-1 0 0 0,1 1-1 0 0,0 0 1 0 0,-1-1 0 0 0,1 1-1 0 0,-1-1 1 0 0,1 1 0 0 0,0-1-1 0 0,-1 1 1 0 0,1-1 0 0 0,-1 0-1 0 0,1 1 1 0 0,-1-1 0 0 0,0 0-1 0 0,1 1 1 0 0,-1-1-1 0 0,1 0 1 0 0,-1 1 0 0 0,0-1-1 0 0,0 0 1 0 0,0 0 0 0 0,1 1-1 0 0,-1-1 1 0 0,0 0 0 0 0,0 0-1 0 0,0-1 1 0 0,4-26-766 0 0,-3 25 614 0 0,3-68-1647 0 0,-4 53 1176 0 0,0-1 0 0 0,2 1 0 0 0,0 0-1 0 0,9-32 1 0 0,-2 47 657 0 0,-8 3 0 0 0,1-1 1 0 0,-1 1-1 0 0,1 0 0 0 0,-1-1 1 0 0,1 1-1 0 0,-1-1 1 0 0,1 0-1 0 0,-1 1 0 0 0,1-1 1 0 0,-1 0-1 0 0,0 0 1 0 0,1 0-1 0 0,-1 0 1 0 0,0 0-1 0 0,0 0 0 0 0,2-2 1 0 0,-1-2-1 0 0,0-1 0 0 0,0 1 0 0 0,-1-1 0 0 0,0 0 0 0 0,0 0 0 0 0,0 1 0 0 0,-1-1 0 0 0,1-7 0 0 0,-5-14 1666 0 0,2 32-1713 0 0,2-3-24 0 0,0-1 0 0 0,0 0 0 0 0,0 1 0 0 0,-1-1 1 0 0,1 0-1 0 0,-1 1 0 0 0,1-1 0 0 0,-1 0 0 0 0,1 0 0 0 0,-1 1 0 0 0,0-1 0 0 0,0 0 1 0 0,1 0-1 0 0,-1 0 0 0 0,0 0 0 0 0,0 0 0 0 0,0 0 0 0 0,-2 1 0 0 0,-5-5-1404 0 0,3-13-219 0 0,2-18-2645 0 0,2-46 0 0 0,1 50 3089 0 0,0 30 1231 0 0,0 0 1 0 0,0 1 0 0 0,0-1 0 0 0,0 0 0 0 0,0 0 0 0 0,-1 0 0 0 0,1 0-1 0 0,0 0 1 0 0,0 1 0 0 0,0-1 0 0 0,0 0 0 0 0,0 0 0 0 0,-1 0 0 0 0,1 0-1 0 0,0 0 1 0 0,-10-3 4321 0 0,-1-47-4186 0 0,8 35-133 0 0</inkml:trace>
</inkml:ink>
</file>

<file path=ppt/ink/ink2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32.165"/>
    </inkml:context>
    <inkml:brush xml:id="br0">
      <inkml:brushProperty name="width" value="0.1" units="cm"/>
      <inkml:brushProperty name="height" value="0.1" units="cm"/>
      <inkml:brushProperty name="color" value="#008C3A"/>
    </inkml:brush>
  </inkml:definitions>
  <inkml:trace contextRef="#ctx0" brushRef="#br0">1 2562 5985 0 0,'0'-1'200'0'0,"0"-1"0"0"0,-1 0 0 0 0,1 1-1 0 0,0-1 1 0 0,0 0 0 0 0,0 0 0 0 0,0 1-1 0 0,1-1 1 0 0,-1 0 0 0 0,0 1 0 0 0,1-1-1 0 0,-1 1 1 0 0,2-3 0 0 0,3-4 1814 0 0,0 11-185 0 0,4-39-1322 0 0,-5-148 2655 0 0,3-49-2095 0 0,43-384-2755 0 0,-10 110 1498 0 0,-31 442-28 0 0,-5 39-174 0 0,2-44-1 0 0,4 135-547 0 0,29 518-85 0 0,-38-570 909 0 0,-1-6-30 0 0,1 0 1 0 0,-1 0-1 0 0,0 0 1 0 0,-1 0-1 0 0,0 0 1 0 0,0 1-1 0 0,0-1 1 0 0,-1 0-1 0 0,-4 12 1 0 0,6-19 138 0 0,0 0 1 0 0,0 0 0 0 0,-1 1-1 0 0,1-1 1 0 0,0 0 0 0 0,0 0 0 0 0,0 1-1 0 0,0-1 1 0 0,0 0 0 0 0,0 0-1 0 0,0 0 1 0 0,0 1 0 0 0,0-1-1 0 0,-1 0 1 0 0,1 0 0 0 0,0 0 0 0 0,0 1-1 0 0,0-1 1 0 0,0 0 0 0 0,-1 0-1 0 0,1 0 1 0 0,0 0 0 0 0,0 0 0 0 0,0 1-1 0 0,-1-1 1 0 0,1 0 0 0 0,0 0-1 0 0,0 0 1 0 0,-1 0 0 0 0,1 0-1 0 0,0 0 1 0 0,0 0 0 0 0,-1 0 0 0 0,1 0-1 0 0,0 0 1 0 0,0 0 0 0 0,-1 0-1 0 0,1 0 1 0 0,0 0 0 0 0,0 0-1 0 0,0 0 1 0 0,-1 0 0 0 0,1 0 0 0 0,0 0-1 0 0,0 0 1 0 0,-1-1 0 0 0,-5-12 500 0 0,1-19 520 0 0,-8-224 1687 0 0,21-269-1 0 0,4 380-2098 0 0,4-101-1240 0 0,-17 207 989 0 0,-2 29 282 0 0,-2 26 155 0 0,-88 735-829 0 0,95-617-162 0 0,0-68-30 0 0,15-289-464 0 0,-1 66 553 0 0,-8-27-140 0 0,9-113 121 0 0,-8 210 288 0 0,27-117 0 0 0,-34 194-136 0 0,0-1-21 0 0,1 1 0 0 0,0 0 0 0 0,0 0 0 0 0,1 0 0 0 0,7-14-1 0 0,-11 24 46 0 0,0-1 0 0 0,0 1 0 0 0,0 0 0 0 0,0 0 0 0 0,1-1 0 0 0,-1 1 0 0 0,0 0-1 0 0,0 0 1 0 0,0-1 0 0 0,0 1 0 0 0,0 0 0 0 0,1 0 0 0 0,-1 0 0 0 0,0-1 0 0 0,0 1-1 0 0,0 0 1 0 0,1 0 0 0 0,-1 0 0 0 0,0 0 0 0 0,0-1 0 0 0,1 1 0 0 0,-1 0 0 0 0,0 0-1 0 0,0 0 1 0 0,1 0 0 0 0,-1 0 0 0 0,0 0 0 0 0,1 0 0 0 0,-1 0 0 0 0,0 0 0 0 0,0 0-1 0 0,1 0 1 0 0,-1 0 0 0 0,0 0 0 0 0,1 0 0 0 0,-1 0 0 0 0,0 0 0 0 0,0 0 0 0 0,1 0-1 0 0,-1 0 1 0 0,0 0 0 0 0,1 1 0 0 0,6 12 372 0 0,-1 22 17 0 0,1 73 102 0 0,-14 179 0 0 0,2-180-425 0 0,3-43-106 0 0,-10 357 110 0 0,15-287-338 0 0,22 154 0 0 0,-24-280 239 0 0,4 27 2 0 0,-4-33 15 0 0,-1-1-1 0 0,0 1 1 0 0,1 0-1 0 0,-1-1 0 0 0,1 1 1 0 0,-1 0-1 0 0,1-1 1 0 0,0 1-1 0 0,0-1 0 0 0,0 1 1 0 0,0-1-1 0 0,0 1 0 0 0,0-1 1 0 0,2 2-1 0 0,-2-3 0 0 0,0 0 0 0 0,-1-1 0 0 0,1 1 0 0 0,0-1 0 0 0,-1 1 0 0 0,1-1 0 0 0,-1 1 0 0 0,1-1 0 0 0,0 1 0 0 0,-1-1 0 0 0,1 1 0 0 0,-1-1 0 0 0,1 0 0 0 0,-1 1 0 0 0,0-1 0 0 0,1 0 0 0 0,-1 0 0 0 0,0 1 0 0 0,1-1 0 0 0,-1 0 0 0 0,0 0 0 0 0,0 0 0 0 0,0 1 0 0 0,0-1 0 0 0,1-1 0 0 0,5-24 0 0 0,14-123-472 0 0,1-168 0 0 0,-5 48 105 0 0,-4 130 207 0 0,38-163-1 0 0,-42 281-372 0 0,-4 31 889 0 0,-3 35 656 0 0,-24 161-286 0 0,-2 17-543 0 0,15 422-759 0 0,10-636 492 0 0,0-4 50 0 0,0-1-1 0 0,0 0 1 0 0,0 1 0 0 0,0-1-1 0 0,1 1 1 0 0,0-1 0 0 0,0 0-1 0 0,0 0 1 0 0,0 1 0 0 0,1-1-1 0 0,3 6 1 0 0,-5-10 26 0 0,1 1 1 0 0,-1-1-1 0 0,1 0 0 0 0,-1 0 1 0 0,0 0-1 0 0,1 0 0 0 0,-1 1 1 0 0,1-1-1 0 0,-1 0 1 0 0,1 0-1 0 0,-1 0 0 0 0,1 0 1 0 0,-1 0-1 0 0,1 0 0 0 0,-1 0 1 0 0,0 0-1 0 0,1-1 0 0 0,-1 1 1 0 0,1 0-1 0 0,-1 0 0 0 0,1 0 1 0 0,-1 0-1 0 0,1-1 0 0 0,-1 1 1 0 0,0 0-1 0 0,1 0 1 0 0,-1-1-1 0 0,0 1 0 0 0,1 0 1 0 0,-1-1-1 0 0,0 1 0 0 0,1 0 1 0 0,-1-1-1 0 0,0 1 0 0 0,1 0 1 0 0,-1-1-1 0 0,0 1 0 0 0,0-1 1 0 0,0 1-1 0 0,1 0 0 0 0,-1-1 1 0 0,0 1-1 0 0,0-1 1 0 0,11-23-157 0 0,-10 22 147 0 0,19-54-259 0 0,-2-2 1 0 0,14-77-1 0 0,7-124-411 0 0,-37 245 679 0 0,13-108-142 0 0,17-110 231 0 0,-21 171 93 0 0,34-103 0 0 0,-43 158-154 0 0,14-35 108 0 0,-15 38-111 0 0,1 1 0 0 0,-1 0 0 0 0,0 0 0 0 0,1 0-1 0 0,-1 0 1 0 0,1 0 0 0 0,0 0 0 0 0,-1 0 0 0 0,1 0-1 0 0,0 1 1 0 0,0-1 0 0 0,0 1 0 0 0,5-3 0 0 0,-6 4-7 0 0,0 0 0 0 0,0 0 1 0 0,1 0-1 0 0,-1 0 1 0 0,0 0-1 0 0,0 1 0 0 0,0-1 1 0 0,0 0-1 0 0,0 1 1 0 0,0-1-1 0 0,1 1 0 0 0,-1-1 1 0 0,0 1-1 0 0,0 0 1 0 0,0-1-1 0 0,-1 1 0 0 0,1 0 1 0 0,0 0-1 0 0,0 0 1 0 0,0 0-1 0 0,0 0 0 0 0,-1 0 1 0 0,1 0-1 0 0,0 0 1 0 0,-1 0-1 0 0,1 0 0 0 0,-1 0 1 0 0,1 0-1 0 0,-1 0 0 0 0,0 0 1 0 0,0 0-1 0 0,1 2 1 0 0,12 41 196 0 0,-2 15 305 0 0,-3 0 0 0 0,2 105 0 0 0,-19 122-273 0 0,7-236-233 0 0,-11 143 270 0 0,-2 254-4228 0 0,17-429 3459 0 0,1-31 560 0 0,-1-29 247 0 0,9-375-4760 0 0,31-355 4451 0 0,-40 762 51 0 0,2-23 451 0 0,17-33 3062 0 0,-16 79-2769 0 0,4 45-360 0 0,-3 0 0 0 0,-3 0 0 0 0,-5 79 0 0 0,1-90-287 0 0,-5 169-537 0 0,-1 189 166 0 0,7-389 206 0 0,1 14-260 0 0,5 39 0 0 0,-6-63 232 0 0,1 0 1 0 0,1 1-1 0 0,-1-1 0 0 0,1 0 1 0 0,0 0-1 0 0,1 0 1 0 0,-1 0-1 0 0,1-1 1 0 0,0 1-1 0 0,0-1 0 0 0,1 1 1 0 0,6 7-1 0 0,-9-13 45 0 0,-1 1 1 0 0,1 0-1 0 0,0-1 0 0 0,0 1 1 0 0,0 0-1 0 0,-1-1 0 0 0,1 1 0 0 0,0-1 1 0 0,0 1-1 0 0,0-1 0 0 0,0 0 0 0 0,0 1 1 0 0,0-1-1 0 0,0 0 0 0 0,0 0 1 0 0,0 0-1 0 0,0 1 0 0 0,0-1 0 0 0,0 0 1 0 0,0 0-1 0 0,0 0 0 0 0,0-1 1 0 0,0 1-1 0 0,0 0 0 0 0,1-1 0 0 0,0 0 27 0 0,0 0-1 0 0,0 0 1 0 0,-1 0-1 0 0,1 0 0 0 0,0-1 1 0 0,-1 1-1 0 0,1-1 0 0 0,-1 1 1 0 0,1-1-1 0 0,-1 1 1 0 0,2-4-1 0 0,3-5 96 0 0,-1 0-1 0 0,0-1 1 0 0,5-15-1 0 0,-9 24-138 0 0,29-102-343 0 0,-5 0 0 0 0,18-155 0 0 0,-26 144 9 0 0,-9 61 131 0 0,38-206-193 0 0,-34 206 403 0 0,3 1 0 0 0,36-88 0 0 0,-49 136-7 0 0,0 0 1 0 0,1 0 0 0 0,-1 1-1 0 0,1-1 1 0 0,1 1 0 0 0,4-7 0 0 0,-7 11 18 0 0,-1 0 1 0 0,0-1-1 0 0,1 1 1 0 0,-1 0-1 0 0,1-1 1 0 0,-1 1-1 0 0,0 0 1 0 0,1 0-1 0 0,-1-1 1 0 0,1 1-1 0 0,-1 0 1 0 0,1 0-1 0 0,-1 0 1 0 0,1 0-1 0 0,-1-1 0 0 0,1 1 1 0 0,-1 0-1 0 0,0 0 1 0 0,1 0-1 0 0,-1 0 1 0 0,1 0-1 0 0,-1 0 1 0 0,1 0-1 0 0,-1 0 1 0 0,1 1-1 0 0,-1-1 1 0 0,1 0-1 0 0,-1 0 1 0 0,1 0-1 0 0,0 2 32 0 0,0-1 0 0 0,0 0 0 0 0,0 0-1 0 0,0 0 1 0 0,0 1 0 0 0,0-1 0 0 0,-1 1-1 0 0,1-1 1 0 0,0 0 0 0 0,-1 1 0 0 0,1-1-1 0 0,-1 1 1 0 0,0-1 0 0 0,1 4-1 0 0,3 26 405 0 0,-2 1-1 0 0,-1 0 1 0 0,-1 0-1 0 0,-5 38 1 0 0,2-26-148 0 0,-21 208-267 0 0,-1 29-397 0 0,22-198-962 0 0,9 114-1 0 0,-5-188 1298 0 0,-2-3 70 0 0,2-1 0 0 0,-1 1 0 0 0,1-1 1 0 0,-1 1-1 0 0,1-1 0 0 0,1 1 0 0 0,-1-1 1 0 0,1 0-1 0 0,0 0 0 0 0,0 0 0 0 0,5 7 0 0 0,-7-12-6 0 0,0 0 0 0 0,1 1 0 0 0,-1-1-1 0 0,1 0 1 0 0,-1 0 0 0 0,1 0-1 0 0,-1 0 1 0 0,1 0 0 0 0,-1 0 0 0 0,1 0-1 0 0,-1 0 1 0 0,0 0 0 0 0,1 0-1 0 0,-1 0 1 0 0,1 0 0 0 0,-1 0 0 0 0,1 0-1 0 0,-1 0 1 0 0,1 0 0 0 0,-1 0-1 0 0,1-1 1 0 0,-1 1 0 0 0,0 0 0 0 0,1 0-1 0 0,-1-1 1 0 0,1 1 0 0 0,-1 0-1 0 0,0 0 1 0 0,1-1 0 0 0,-1 1 0 0 0,0-1-1 0 0,1 1 1 0 0,-1 0 0 0 0,0-1-1 0 0,0 1 1 0 0,1-1 0 0 0,-1 1 0 0 0,0 0-1 0 0,0-1 1 0 0,0 1 0 0 0,1-1-1 0 0,-1 1 1 0 0,0-1 0 0 0,0 0 0 0 0,8-22 247 0 0,56-402-2718 0 0,-17 83 966 0 0,-35 276 1298 0 0,3 0 0 0 0,3 1 0 0 0,27-64 1 0 0,-45 127 153 0 0,1 1 0 0 0,-1 0 0 0 0,1-1 0 0 0,0 1 0 0 0,-1-1 0 0 0,1 1 1 0 0,0 0-1 0 0,0 0 0 0 0,0 0 0 0 0,0-1 0 0 0,0 1 0 0 0,0 0 0 0 0,3-1 0 0 0,-4 2 21 0 0,0 0 0 0 0,1 0 0 0 0,-1 0 1 0 0,1 0-1 0 0,-1 0 0 0 0,0 0 0 0 0,1 0 0 0 0,-1 0 0 0 0,0 0 0 0 0,1 0 0 0 0,-1 0 0 0 0,0 0 0 0 0,1 0 0 0 0,-1 0 0 0 0,1 1 0 0 0,-1-1 0 0 0,0 0 0 0 0,0 0 0 0 0,1 0 0 0 0,-1 1 0 0 0,0-1 0 0 0,1 0 0 0 0,-1 0 0 0 0,0 1 0 0 0,0-1 0 0 0,1 0 0 0 0,-1 1 0 0 0,0-1 0 0 0,0 0 0 0 0,0 1 1 0 0,0-1-1 0 0,1 1 0 0 0,1 4 149 0 0,0 1 1 0 0,-1-1-1 0 0,1 1 1 0 0,-1-1-1 0 0,1 11 1 0 0,1 38 618 0 0,-3 0 1 0 0,-8 70 0 0 0,-25 108 10 0 0,15-124-1267 0 0,-5 133 1 0 0,22-214 701 0 0,0-11 180 0 0,0 0 0 0 0,2 1 0 0 0,3 21 0 0 0,12-74 29 0 0,57-315-4529 0 0,-38 151 2849 0 0,-13 90 814 0 0,53-222 418 0 0,-72 321-25 0 0,-2 8 23 0 0,-1 0 0 0 0,1-1-1 0 0,0 1 1 0 0,0 0-1 0 0,0 0 1 0 0,0 0 0 0 0,1 0-1 0 0,-1 0 1 0 0,1 0-1 0 0,0 0 1 0 0,0 0 0 0 0,0 0-1 0 0,3-3 1 0 0,-4 6 42 0 0,-1 0 1 0 0,1 1 0 0 0,-1-1 0 0 0,0 0-1 0 0,1 0 1 0 0,-1 0 0 0 0,1 0-1 0 0,-1 0 1 0 0,0 0 0 0 0,1 0-1 0 0,-1 1 1 0 0,0-1 0 0 0,1 0-1 0 0,-1 0 1 0 0,0 0 0 0 0,1 1-1 0 0,-1-1 1 0 0,0 0 0 0 0,1 1 0 0 0,-1-1-1 0 0,0 0 1 0 0,0 0 0 0 0,1 1-1 0 0,-1-1 1 0 0,0 1 0 0 0,0-1-1 0 0,0 0 1 0 0,0 1 0 0 0,1-1-1 0 0,-1 0 1 0 0,0 1 0 0 0,0-1-1 0 0,0 1 1 0 0,0-1 0 0 0,0 0-1 0 0,0 2 1 0 0,4 17 352 0 0,0 45 267 0 0,-3 0-1 0 0,-8 81 1 0 0,-1-18-173 0 0,4 67-434 0 0,21 193 0 0 0,-16-356 697 0 0,-1-23-510 0 0,0 0-1 0 0,0-1 0 0 0,1 1 1 0 0,0-1-1 0 0,0 1 0 0 0,1-1 0 0 0,3 10 1 0 0,-5-17-242 0 0,0-1-1 0 0,1 1 1 0 0,-1 0 0 0 0,0 0 0 0 0,1 0 0 0 0,-1 0 0 0 0,0-1-1 0 0,1 1 1 0 0,-1 0 0 0 0,0 0 0 0 0,0-1 0 0 0,1 1 0 0 0,-1 0 0 0 0,0-1-1 0 0,0 1 1 0 0,1 0 0 0 0,-1 0 0 0 0,0-1 0 0 0,0 1 0 0 0,0-1 0 0 0,0 1-1 0 0,0 0 1 0 0,1-1 0 0 0,-1 1 0 0 0,0 0 0 0 0,0-1 0 0 0,0 1-1 0 0,0 0 1 0 0,0-1 0 0 0,0 1 0 0 0,0-1 0 0 0,0 1 0 0 0,-1-1 0 0 0,5-17-677 0 0,36-284-4173 0 0,-11-2 4444 0 0,11-73 4437 0 0,-39 395-2909 0 0,-1 25-139 0 0,-16 131 320 0 0,9 197 1 0 0,-3 121-880 0 0,9-467-393 0 0,-1 5-8 0 0,0-13-5 0 0,1 0 0 0 0,1 0 0 0 0,0 0 0 0 0,2 0 0 0 0,5 33 0 0 0,-7-50 12 0 0,0 1 0 0 0,0-1 1 0 0,0 1-1 0 0,0-1 0 0 0,0 1 0 0 0,0-1 0 0 0,1 1 0 0 0,-1-1 0 0 0,0 1 1 0 0,0-1-1 0 0,0 1 0 0 0,1-1 0 0 0,-1 1 0 0 0,0-1 0 0 0,0 1 0 0 0,1-1 1 0 0,-1 1-1 0 0,0-1 0 0 0,1 0 0 0 0,-1 1 0 0 0,0-1 0 0 0,1 0 0 0 0,-1 1 1 0 0,1-1-1 0 0,-1 0 0 0 0,1 1 0 0 0,-1-1 0 0 0,1 0 0 0 0,-1 0 0 0 0,1 0 1 0 0,-1 1-1 0 0,1-1 0 0 0,-1 0 0 0 0,1 0 0 0 0,12-15 87 0 0,2-29 40 0 0,1-42-897 0 0,-5 0 0 0 0,1-92 0 0 0,2-9-149 0 0,-13 173 846 0 0,20-143 163 0 0,-16 129 235 0 0,1 1 0 0 0,2 0 0 0 0,17-42 0 0 0,-25 68-313 0 0,0 1 0 0 0,0-1 0 0 0,0 1 0 0 0,0-1 0 0 0,0 1 0 0 0,0 0 0 0 0,0-1 0 0 0,0 1 0 0 0,1-1 0 0 0,-1 1 0 0 0,0-1 0 0 0,0 1 0 0 0,0 0 0 0 0,1-1 0 0 0,-1 1 0 0 0,0 0 0 0 0,0-1 0 0 0,1 1-1 0 0,-1 0 1 0 0,0-1 0 0 0,1 1 0 0 0,-1 0 0 0 0,0-1 0 0 0,1 1 0 0 0,-1 0 0 0 0,0 0 0 0 0,1-1 0 0 0,-1 1 0 0 0,1 0 0 0 0,-1 0 0 0 0,1 0 0 0 0,-1 0 0 0 0,0 0 0 0 0,1 0 0 0 0,-1 0 0 0 0,1 0 0 0 0,0 0 0 0 0,3 17 203 0 0,-4 31-143 0 0,-37 249 157 0 0,1-20-153 0 0,30-205-713 0 0,8 134-1 0 0,-2-200 217 0 0,0 0-1 0 0,1 1 0 0 0,-1-1 1 0 0,2 0-1 0 0,-1 0 0 0 0,1 0 0 0 0,0 0 1 0 0,0 0-1 0 0,0 0 0 0 0,5 6 1 0 0,-3-8-140 0 0</inkml:trace>
</inkml:ink>
</file>

<file path=ppt/ink/ink2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45.746"/>
    </inkml:context>
    <inkml:brush xml:id="br0">
      <inkml:brushProperty name="width" value="0.1" units="cm"/>
      <inkml:brushProperty name="height" value="0.1" units="cm"/>
      <inkml:brushProperty name="color" value="#008C3A"/>
    </inkml:brush>
  </inkml:definitions>
  <inkml:trace contextRef="#ctx0" brushRef="#br0">129 112 5529 0 0,'-6'-28'851'0'0,"5"17"80"0"0,-1 0 0 0 0,0 1-1 0 0,-1-1 1 0 0,-1 1 0 0 0,-8-19 0 0 0,7 27 1210 0 0,1 11-1139 0 0,-2 17-371 0 0,6-22-448 0 0,-40 337 1706 0 0,29-216-1709 0 0,4-44-201 0 0,-8 66-766 0 0,5 169 0 0 0,19-224-1029 0 0,-2-55 487 0 0</inkml:trace>
</inkml:ink>
</file>

<file path=ppt/ink/ink2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46.269"/>
    </inkml:context>
    <inkml:brush xml:id="br0">
      <inkml:brushProperty name="width" value="0.1" units="cm"/>
      <inkml:brushProperty name="height" value="0.1" units="cm"/>
      <inkml:brushProperty name="color" value="#008C3A"/>
    </inkml:brush>
  </inkml:definitions>
  <inkml:trace contextRef="#ctx0" brushRef="#br0">590 325 8290 0 0,'-4'-8'190'0'0,"0"1"1"0"0,-1-1-1 0 0,0 1 0 0 0,0 0 1 0 0,-1 1-1 0 0,0-1 1 0 0,-11-9-1 0 0,13 13-60 0 0,-1 0 1 0 0,0 1-1 0 0,0-1 0 0 0,0 1 0 0 0,0 0 0 0 0,0 0 0 0 0,-1 0 1 0 0,1 1-1 0 0,0 0 0 0 0,-1 0 0 0 0,1 0 0 0 0,-1 1 1 0 0,-6 0-1 0 0,0 0 90 0 0,0 1 0 0 0,-1 0 0 0 0,1 1 0 0 0,0 1 0 0 0,0 0 1 0 0,0 0-1 0 0,1 1 0 0 0,-1 0 0 0 0,-17 11 0 0 0,13-6-80 0 0,1 1-1 0 0,1 1 1 0 0,0 0-1 0 0,0 1 1 0 0,1 0-1 0 0,-12 15 0 0 0,2 2-106 0 0,2 1-1 0 0,1 2 0 0 0,1 0 1 0 0,1 0-1 0 0,-23 64 0 0 0,25-55-77 0 0,3 0-1 0 0,1 2 1 0 0,2-1-1 0 0,-5 55 1 0 0,13-69 17 0 0,1 0-1 0 0,2 1 1 0 0,0-1-1 0 0,2 0 1 0 0,1 0-1 0 0,1 0 1 0 0,15 45-1 0 0,-4-27-77 0 0,1-2 0 0 0,3 0-1 0 0,1-1 1 0 0,49 72-1 0 0,-57-96-24 0 0,2-2-1 0 0,0 1 0 0 0,1-2 0 0 0,1 0 0 0 0,20 14 0 0 0,-24-21 6 0 0,0 0 0 0 0,0-1 0 0 0,1-1 0 0 0,0 0 0 0 0,0-1 0 0 0,1-1 0 0 0,-1 0 0 0 0,23 3 0 0 0,-20-6 84 0 0,0 0 0 0 0,0-2 0 0 0,0 0 0 0 0,1-1 0 0 0,-1-1 0 0 0,0-1 0 0 0,0 0 0 0 0,0-1 0 0 0,-1-1 1 0 0,0 0-1 0 0,1-2 0 0 0,-2 1 0 0 0,19-12 0 0 0,-8 3 275 0 0,0-1 1 0 0,0-2-1 0 0,-2 0 0 0 0,0-2 1 0 0,-1-1-1 0 0,31-36 0 0 0,-31 27 329 0 0,0-1-1 0 0,-2-1 0 0 0,-2-1 0 0 0,22-51 0 0 0,-18 29 390 0 0,-3-1 0 0 0,15-68 0 0 0,-27 81-698 0 0,-1 0 0 0 0,-3-1 0 0 0,-1 0 0 0 0,-2 0 0 0 0,-6-48 0 0 0,-6-6 370 0 0,-27-110 1 0 0,29 167-462 0 0,-1 1 1 0 0,-27-66-1 0 0,33 95-155 0 0,-1 0 0 0 0,-1 1 0 0 0,0-1 0 0 0,0 1 0 0 0,-1 1 0 0 0,-1-1 0 0 0,1 1 0 0 0,-1 0 0 0 0,-1 1 0 0 0,0 0 0 0 0,0 0 0 0 0,0 1 0 0 0,-1 0 0 0 0,-12-6 0 0 0,16 10-54 0 0,-2 0 0 0 0,1 1 0 0 0,0 0 0 0 0,0 0 1 0 0,-1 0-1 0 0,1 1 0 0 0,-1 1 0 0 0,1-1 0 0 0,-1 1 1 0 0,0 0-1 0 0,1 1 0 0 0,-1-1 0 0 0,1 2 0 0 0,-10 2 1 0 0,8-2-324 0 0,-1 1 1 0 0,1 1 0 0 0,0 0-1 0 0,0 0 1 0 0,0 1-1 0 0,0 0 1 0 0,1 1 0 0 0,0-1-1 0 0,0 2 1 0 0,-10 9 0 0 0,-12 20-6061 0 0</inkml:trace>
</inkml:ink>
</file>

<file path=ppt/ink/ink2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46.990"/>
    </inkml:context>
    <inkml:brush xml:id="br0">
      <inkml:brushProperty name="width" value="0.1" units="cm"/>
      <inkml:brushProperty name="height" value="0.1" units="cm"/>
      <inkml:brushProperty name="color" value="#008C3A"/>
    </inkml:brush>
  </inkml:definitions>
  <inkml:trace contextRef="#ctx0" brushRef="#br0">153 0 5985 0 0,'-14'10'85'0'0,"1"1"0"0"0,0 0 0 0 0,0 1-1 0 0,-21 26 1 0 0,27-29 469 0 0,0 0 0 0 0,1 0 0 0 0,0 1 0 0 0,0 0 0 0 0,1 1 0 0 0,1-1 0 0 0,0 1 0 0 0,-5 15-1 0 0,9-18-314 0 0,0 0-1 0 0,0 1 0 0 0,1-1 0 0 0,0 0 1 0 0,0 0-1 0 0,1 0 0 0 0,0-1 0 0 0,0 1 0 0 0,6 12 1 0 0,-1-1-213 0 0,-10-29 2060 0 0,-23-58-221 0 0,24 64-2179 0 0,-2-5-1489 0 0</inkml:trace>
</inkml:ink>
</file>

<file path=ppt/ink/ink2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47.365"/>
    </inkml:context>
    <inkml:brush xml:id="br0">
      <inkml:brushProperty name="width" value="0.1" units="cm"/>
      <inkml:brushProperty name="height" value="0.1" units="cm"/>
      <inkml:brushProperty name="color" value="#008C3A"/>
    </inkml:brush>
  </inkml:definitions>
  <inkml:trace contextRef="#ctx0" brushRef="#br0">75 73 456 0 0,'-1'-1'217'0'0,"1"1"-1"0"0,-1-1 1 0 0,1 1-1 0 0,-1-1 1 0 0,1 1-1 0 0,-1 0 1 0 0,0-1 0 0 0,1 1-1 0 0,-1-1 1 0 0,0 1-1 0 0,1 0 1 0 0,-1 0-1 0 0,0-1 1 0 0,0 1 0 0 0,1 0-1 0 0,-1 0 1 0 0,0 0-1 0 0,0 0 1 0 0,1 0-1 0 0,-1 0 1 0 0,0 0-1 0 0,0 0 1 0 0,-18 0 3103 0 0,17 0-3078 0 0,0 1 1 0 0,0-1 0 0 0,1 0 0 0 0,-1 1 0 0 0,0 0 0 0 0,1-1 0 0 0,-1 1 0 0 0,0 0 0 0 0,1-1 0 0 0,-1 1 0 0 0,1 0 0 0 0,0 0 0 0 0,-1 0 0 0 0,1 1 0 0 0,0-1 0 0 0,-1 0 0 0 0,1 0 0 0 0,0 1 0 0 0,0-1 0 0 0,0 1-1 0 0,0-1 1 0 0,-1 2 0 0 0,1 1-74 0 0,0 0 1 0 0,0-1-1 0 0,0 1 0 0 0,0 0 0 0 0,1 0 0 0 0,-1-1 0 0 0,1 1 0 0 0,0 0 1 0 0,0 0-1 0 0,1 3 0 0 0,2 11-125 0 0,1 0 1 0 0,1-1-1 0 0,9 25 0 0 0,-12-38 98 0 0,2 6-136 0 0,0 1 1 0 0,1-2 0 0 0,0 1 0 0 0,1 0-1 0 0,0-1 1 0 0,0 0 0 0 0,1-1 0 0 0,0 1-1 0 0,1-1 1 0 0,11 9 0 0 0,-16-15-6 0 0,0 0-1 0 0,0 0 1 0 0,0 0-1 0 0,0 0 1 0 0,0-1-1 0 0,0 1 1 0 0,1-1 0 0 0,-1 0-1 0 0,0 0 1 0 0,1 0-1 0 0,-1-1 1 0 0,1 1 0 0 0,-1-1-1 0 0,1 0 1 0 0,3 0-1 0 0,-3-1 9 0 0,-1 0-1 0 0,1 0 0 0 0,0 0 0 0 0,0 0 1 0 0,-1-1-1 0 0,1 0 0 0 0,-1 0 0 0 0,1 0 1 0 0,-1 0-1 0 0,0 0 0 0 0,0-1 0 0 0,0 1 1 0 0,0-1-1 0 0,0 0 0 0 0,-1 0 0 0 0,4-4 1 0 0,1-3 183 0 0,0-1 0 0 0,-1 0 1 0 0,0 0-1 0 0,-1 0 1 0 0,0-1-1 0 0,0 0 0 0 0,-2 0 1 0 0,1 0-1 0 0,-2 0 1 0 0,1-1-1 0 0,-2 1 1 0 0,1-15-1 0 0,-2 20-142 0 0,1 0 0 0 0,-1 0 1 0 0,-1 0-1 0 0,1 0 0 0 0,-1 0 0 0 0,0 0 0 0 0,-1 0 0 0 0,0 0 1 0 0,0 1-1 0 0,0-1 0 0 0,-1 1 0 0 0,0-1 0 0 0,0 1 0 0 0,-1 0 1 0 0,1 0-1 0 0,-1 0 0 0 0,-1 1 0 0 0,1-1 0 0 0,-1 1 0 0 0,0 0 1 0 0,0 0-1 0 0,-12-8 0 0 0,-1 8-2603 0 0</inkml:trace>
</inkml:ink>
</file>

<file path=ppt/ink/ink2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47.792"/>
    </inkml:context>
    <inkml:brush xml:id="br0">
      <inkml:brushProperty name="width" value="0.1" units="cm"/>
      <inkml:brushProperty name="height" value="0.1" units="cm"/>
      <inkml:brushProperty name="color" value="#008C3A"/>
    </inkml:brush>
  </inkml:definitions>
  <inkml:trace contextRef="#ctx0" brushRef="#br0">517 269 5065 0 0,'-4'-6'297'0'0,"-2"-1"-1"0"0,1 1 1 0 0,0 0-1 0 0,-1 0 1 0 0,0 1-1 0 0,-1 0 1 0 0,1 0 0 0 0,-1 0-1 0 0,0 1 1 0 0,-9-5-1 0 0,1 2 473 0 0,0 0 1 0 0,-1 1-1 0 0,-31-7 0 0 0,38 11-586 0 0,0 0 0 0 0,0 0 1 0 0,0 1-1 0 0,-1 0 1 0 0,1 1-1 0 0,-1 0 0 0 0,1 1 1 0 0,0 0-1 0 0,-1 0 0 0 0,1 1 1 0 0,0 0-1 0 0,0 0 0 0 0,0 1 1 0 0,0 1-1 0 0,1-1 0 0 0,-1 1 1 0 0,1 1-1 0 0,0 0 0 0 0,0 0 1 0 0,0 0-1 0 0,1 1 0 0 0,0 0 1 0 0,0 1-1 0 0,1-1 1 0 0,-1 1-1 0 0,1 1 0 0 0,1-1 1 0 0,-9 14-1 0 0,-2 10-182 0 0,1 0-1 0 0,1 1 1 0 0,2 1 0 0 0,1 0 0 0 0,2 0-1 0 0,1 1 1 0 0,2 0 0 0 0,-5 69-1 0 0,10-58-41 0 0,2-1 0 0 0,2 1 0 0 0,2-1-1 0 0,1 0 1 0 0,3 0 0 0 0,21 66-1 0 0,-22-90-167 0 0,0 1 0 0 0,1-1 0 0 0,1 0 0 0 0,1-1 0 0 0,18 26 0 0 0,-22-36 50 0 0,1 0 1 0 0,0 0 0 0 0,0-1-1 0 0,1 1 1 0 0,0-2-1 0 0,1 0 1 0 0,-1 0 0 0 0,1 0-1 0 0,1-1 1 0 0,-1-1-1 0 0,19 7 1 0 0,-4-4 158 0 0,-1-2 0 0 0,1-1 0 0 0,-1 0 0 0 0,2-2 0 0 0,-1-1 0 0 0,0-1 0 0 0,0-1 0 0 0,0-2 0 0 0,0 0 0 0 0,0-1 0 0 0,0-2 1 0 0,0-1-1 0 0,-1 0 0 0 0,0-2 0 0 0,0-1 0 0 0,-1-1 0 0 0,0 0 0 0 0,-1-2 0 0 0,0-1 0 0 0,-1-1 0 0 0,0 0 0 0 0,32-31 0 0 0,-32 25 388 0 0,-1 0 0 0 0,-1-2-1 0 0,-1 0 1 0 0,-1-1 0 0 0,-1 0-1 0 0,-2-1 1 0 0,0-1 0 0 0,-1-1 0 0 0,-1 0-1 0 0,-2 0 1 0 0,-1-1 0 0 0,-1 0-1 0 0,-1-1 1 0 0,-1 0 0 0 0,-2 0 0 0 0,0 0-1 0 0,-2-41 1 0 0,-2 34-175 0 0,-2 0 0 0 0,-1 0-1 0 0,-2 0 1 0 0,-1 1 0 0 0,-2 0 0 0 0,-2 0 0 0 0,-1 0-1 0 0,-1 2 1 0 0,-21-42 0 0 0,22 56-254 0 0,0-1 1 0 0,0 2-1 0 0,-2-1 0 0 0,0 2 1 0 0,-1 0-1 0 0,-1 0 0 0 0,-1 1 1 0 0,0 1-1 0 0,0 1 0 0 0,-1 0 0 0 0,-1 1 1 0 0,0 1-1 0 0,-1 1 0 0 0,0 0 1 0 0,-1 2-1 0 0,-30-10 0 0 0,20 10-686 0 0</inkml:trace>
</inkml:ink>
</file>

<file path=ppt/ink/ink2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48.295"/>
    </inkml:context>
    <inkml:brush xml:id="br0">
      <inkml:brushProperty name="width" value="0.1" units="cm"/>
      <inkml:brushProperty name="height" value="0.1" units="cm"/>
      <inkml:brushProperty name="color" value="#008C3A"/>
    </inkml:brush>
  </inkml:definitions>
  <inkml:trace contextRef="#ctx0" brushRef="#br0">32 0 6913 0 0,'-1'12'3792'0'0,"-1"13"-2758"0"0,-12 202 2254 0 0,0 144-5362 0 0,16-319-2677 0 0</inkml:trace>
</inkml:ink>
</file>

<file path=ppt/ink/ink2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48.807"/>
    </inkml:context>
    <inkml:brush xml:id="br0">
      <inkml:brushProperty name="width" value="0.1" units="cm"/>
      <inkml:brushProperty name="height" value="0.1" units="cm"/>
      <inkml:brushProperty name="color" value="#008C3A"/>
    </inkml:brush>
  </inkml:definitions>
  <inkml:trace contextRef="#ctx0" brushRef="#br0">548 248 7834 0 0,'-5'-4'202'0'0,"-13"-11"187"0"0,-1 1 0 0 0,-1 1-1 0 0,0 1 1 0 0,-27-11-1 0 0,41 20-338 0 0,-1 1-1 0 0,0 0 0 0 0,0 0 0 0 0,0 1 0 0 0,0 0 1 0 0,0 0-1 0 0,0 0 0 0 0,-1 1 0 0 0,1 0 0 0 0,0 1 1 0 0,0-1-1 0 0,0 1 0 0 0,0 1 0 0 0,0-1 1 0 0,0 1-1 0 0,0 1 0 0 0,0-1 0 0 0,-8 5 0 0 0,3 0 98 0 0,0 1 0 0 0,1 0-1 0 0,0 1 1 0 0,0 0 0 0 0,1 0-1 0 0,1 1 1 0 0,-1 0-1 0 0,1 1 1 0 0,1 0 0 0 0,0 0-1 0 0,1 1 1 0 0,0 0 0 0 0,-8 22-1 0 0,-3 12 18 0 0,2 1 1 0 0,-14 69-1 0 0,28-106-160 0 0,-57 294-404 0 0,53-251 64 0 0,2 0 0 0 0,2 0 0 0 0,9 96 0 0 0,-5-130 143 0 0,2 1 0 0 0,0-1 0 0 0,1 0-1 0 0,1 0 1 0 0,1-1 0 0 0,0 0 0 0 0,1 0 0 0 0,1-1 0 0 0,15 22 0 0 0,-14-25-78 0 0,1 0 0 0 0,1-1 0 0 0,0-1 0 0 0,1 0 1 0 0,0-1-1 0 0,1 0 0 0 0,0-1 0 0 0,1 0 0 0 0,0-2 0 0 0,27 13 0 0 0,-21-12 187 0 0,0-2-1 0 0,1 0 0 0 0,0-1 0 0 0,0-1 0 0 0,1-1 0 0 0,0-1 1 0 0,-1-1-1 0 0,1-1 0 0 0,0-1 0 0 0,37-5 0 0 0,-36 1 282 0 0,-1-1-1 0 0,-1-1 0 0 0,1-1 0 0 0,-1-1 0 0 0,0 0 0 0 0,-1-2 1 0 0,0-1-1 0 0,0 0 0 0 0,-1-2 0 0 0,-1 0 0 0 0,0-1 0 0 0,-1-1 1 0 0,0-1-1 0 0,-1-1 0 0 0,-1 0 0 0 0,17-24 0 0 0,-12 10 321 0 0,-1-1-1 0 0,-2 0 0 0 0,-1-1 1 0 0,-2-1-1 0 0,-1-1 0 0 0,-2 0 0 0 0,-1 0 1 0 0,-2-1-1 0 0,-2-1 0 0 0,-1 1 1 0 0,2-46-1 0 0,-7 31-53 0 0,-1 0 0 0 0,-3 1 0 0 0,-2 0 0 0 0,-3 0 0 0 0,-1 0 0 0 0,-3 1 0 0 0,-29-81 0 0 0,32 108-389 0 0,0 1 0 0 0,-2 0 1 0 0,0 0-1 0 0,-1 1 0 0 0,-1 1 1 0 0,-1 0-1 0 0,-1 0 0 0 0,0 2 1 0 0,-2 0-1 0 0,0 1 0 0 0,0 0 1 0 0,-2 2-1 0 0,1 0 0 0 0,-36-19 1 0 0,24 16-420 0 0,-1 2 1 0 0,0 0 0 0 0,0 3 0 0 0,-2 0-1 0 0,1 2 1 0 0,-43-7 0 0 0,26 13-6118 0 0</inkml:trace>
</inkml:ink>
</file>

<file path=ppt/ink/ink2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50.538"/>
    </inkml:context>
    <inkml:brush xml:id="br0">
      <inkml:brushProperty name="width" value="0.1" units="cm"/>
      <inkml:brushProperty name="height" value="0.1" units="cm"/>
      <inkml:brushProperty name="color" value="#008C3A"/>
    </inkml:brush>
  </inkml:definitions>
  <inkml:trace contextRef="#ctx0" brushRef="#br0">43 153 3225 0 0,'2'-3'206'0'0,"0"0"0"0"0,-1 0 0 0 0,0 0 1 0 0,0 0-1 0 0,1 0 0 0 0,-2 0 0 0 0,1-1 1 0 0,0 1-1 0 0,-1 0 0 0 0,1-1 0 0 0,-1 1 1 0 0,0 0-1 0 0,0-1 0 0 0,-1 1 0 0 0,1 0 1 0 0,-2-6-1 0 0,2 7 50 0 0,-1 0 1 0 0,1-1 0 0 0,-1 1 0 0 0,0 0-1 0 0,0 0 1 0 0,0 0 0 0 0,0-1 0 0 0,0 1-1 0 0,0 0 1 0 0,-1 0 0 0 0,-1-2 0 0 0,2 4-191 0 0,0-1 0 0 0,1 0-1 0 0,-1 1 1 0 0,0-1 0 0 0,0 0 0 0 0,0 1 0 0 0,0-1 0 0 0,0 1 0 0 0,0 0 0 0 0,0-1 0 0 0,0 1 0 0 0,0 0 0 0 0,0-1 0 0 0,0 1 0 0 0,0 0 0 0 0,0 0 0 0 0,0 0 0 0 0,-1 0 0 0 0,1 0 0 0 0,0 0 0 0 0,0 0 0 0 0,0 1 0 0 0,0-1 0 0 0,-2 1 0 0 0,-2 11 2731 0 0,2 21-2887 0 0,3-24 326 0 0,-2 9-43 0 0,1 0-1 0 0,1 0 1 0 0,1 0-1 0 0,0 0 0 0 0,1 0 1 0 0,6 21-1 0 0,-7-34-190 0 0,0 1-1 0 0,1 0 1 0 0,0-1-1 0 0,1 0 1 0 0,-1 1-1 0 0,1-1 1 0 0,0 0-1 0 0,0 0 1 0 0,0 0-1 0 0,1-1 1 0 0,0 1-1 0 0,0-1 1 0 0,0 0-1 0 0,0 0 1 0 0,1 0-1 0 0,-1 0 1 0 0,1-1-1 0 0,0 0 1 0 0,0 0-1 0 0,0 0 1 0 0,1-1-1 0 0,-1 0 1 0 0,6 2-1 0 0,-7-3-4 0 0,0 0 1 0 0,0-1-1 0 0,0 1 0 0 0,0-1 0 0 0,0 0 0 0 0,0 0 0 0 0,0-1 0 0 0,0 1 0 0 0,0-1 0 0 0,0 0 0 0 0,0 0 0 0 0,0 0 0 0 0,0-1 0 0 0,0 1 1 0 0,-1-1-1 0 0,1 0 0 0 0,-1 0 0 0 0,1 0 0 0 0,-1 0 0 0 0,0-1 0 0 0,0 1 0 0 0,0-1 0 0 0,0 0 0 0 0,0 0 0 0 0,0 0 0 0 0,3-6 0 0 0,-3 4 40 0 0,0 1 1 0 0,0-1-1 0 0,0 0 0 0 0,-1 0 0 0 0,0 0 0 0 0,0 0 0 0 0,0-1 0 0 0,-1 1 0 0 0,0 0 0 0 0,0-1 0 0 0,0 1 0 0 0,-1-1 0 0 0,1 1 0 0 0,-1-1 1 0 0,-1 1-1 0 0,1-1 0 0 0,-1 1 0 0 0,-2-11 0 0 0,-4-2 439 0 0,0 0 0 0 0,-2 0 1 0 0,0 1-1 0 0,0 0 0 0 0,-19-24 0 0 0,22 33-587 0 0,-1 1 0 0 0,1-1 0 0 0,-1 1 0 0 0,-1 1 1 0 0,1-1-1 0 0,-1 1 0 0 0,0 1 0 0 0,-1-1 0 0 0,1 1 0 0 0,-1 1 0 0 0,0 0 0 0 0,-16-5 0 0 0,7 9-1762 0 0,11 3 609 0 0</inkml:trace>
</inkml:ink>
</file>

<file path=ppt/ink/ink2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09:51.095"/>
    </inkml:context>
    <inkml:brush xml:id="br0">
      <inkml:brushProperty name="width" value="0.1" units="cm"/>
      <inkml:brushProperty name="height" value="0.1" units="cm"/>
      <inkml:brushProperty name="color" value="#008C3A"/>
    </inkml:brush>
  </inkml:definitions>
  <inkml:trace contextRef="#ctx0" brushRef="#br0">541 164 7834 0 0,'-5'-13'308'0'0,"-1"0"1"0"0,-1 0-1 0 0,0 1 1 0 0,0 0-1 0 0,-1 0 1 0 0,-18-18-1 0 0,21 24-105 0 0,-1 0 0 0 0,-1 1 0 0 0,1 0 0 0 0,-1 1 0 0 0,0-1-1 0 0,0 1 1 0 0,0 1 0 0 0,0-1 0 0 0,-1 1 0 0 0,1 0 0 0 0,-1 1 0 0 0,0 0 0 0 0,-11-2-1 0 0,11 3-32 0 0,1 0 0 0 0,-1 1 0 0 0,0 0 0 0 0,0 0 0 0 0,0 0 0 0 0,1 1 0 0 0,-1 0 0 0 0,0 1 0 0 0,1 0-1 0 0,-1 0 1 0 0,1 1 0 0 0,0-1 0 0 0,-1 2 0 0 0,1-1 0 0 0,1 1 0 0 0,-1 0 0 0 0,0 0 0 0 0,1 1 0 0 0,0 0-1 0 0,0 0 1 0 0,1 0 0 0 0,-1 1 0 0 0,1 0 0 0 0,0 0 0 0 0,1 0 0 0 0,-1 1 0 0 0,1-1 0 0 0,0 1 0 0 0,-2 8 0 0 0,-21 42 123 0 0,4 2 1 0 0,1 0-1 0 0,-13 65 1 0 0,-20 189-315 0 0,51-278 16 0 0,2 1-1 0 0,1 0 1 0 0,1 0-1 0 0,2-1 1 0 0,2 1-1 0 0,12 53 1 0 0,-11-70-83 0 0,1-1 1 0 0,1 1-1 0 0,0-1 1 0 0,2 0-1 0 0,0-1 1 0 0,1 0-1 0 0,0 0 1 0 0,1-1-1 0 0,1-1 1 0 0,1 0 0 0 0,0 0-1 0 0,1-2 1 0 0,23 19-1 0 0,0-5-134 0 0,1-2 0 0 0,1-2 1 0 0,1-1-1 0 0,0-2 0 0 0,2-2 0 0 0,75 21 0 0 0,-90-31 334 0 0,0-2 0 0 0,0-1-1 0 0,1-1 1 0 0,-1-1 0 0 0,1-2 0 0 0,0-1-1 0 0,0-1 1 0 0,-1-1 0 0 0,1-1 0 0 0,-1-2 0 0 0,0-1-1 0 0,32-10 1 0 0,-47 11 64 0 0,0-1 0 0 0,0 0 0 0 0,-1 0 0 0 0,1-1 0 0 0,-1 0 0 0 0,-1-1 0 0 0,0-1 0 0 0,0 1 1 0 0,0-2-1 0 0,-1 1 0 0 0,9-13 0 0 0,-7 6 24 0 0,-1 0 1 0 0,-1 0-1 0 0,0-1 1 0 0,-1 0-1 0 0,-1-1 1 0 0,-1 0-1 0 0,5-19 1 0 0,-2-9 2 0 0,-2 1 1 0 0,-3-1-1 0 0,-1 0 0 0 0,-2-1 1 0 0,-8-71-1 0 0,-25-108 77 0 0,24 188-214 0 0,-2 0 0 0 0,-1 0 0 0 0,-30-63 0 0 0,33 86-36 0 0,-1 0 0 0 0,-1 1 0 0 0,0 0-1 0 0,-1 1 1 0 0,-1 0 0 0 0,0 0-1 0 0,-1 2 1 0 0,0-1 0 0 0,0 2 0 0 0,-2 0-1 0 0,1 0 1 0 0,-1 1 0 0 0,-24-10 0 0 0,8 6-477 0 0,0 1 1 0 0,-37-10-1 0 0,-62-3-6167 0 0,93 20-129 0 0</inkml:trace>
</inkml:ink>
</file>

<file path=ppt/ink/ink2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56.484"/>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949 321 8290 0 0,'30'-37'745'0'0,"5"-6"-1527"0"0,-34 41 719 0 0,1-1 0 0 0,0 0 0 0 0,-1 0 0 0 0,0 0 0 0 0,1 0 0 0 0,-1 0 0 0 0,0-1 1 0 0,-1 1-1 0 0,1 0 0 0 0,-1 0 0 0 0,1-1 0 0 0,-1 1 0 0 0,0-5 0 0 0,-1 6 52 0 0,1 0 0 0 0,-1 0 0 0 0,0 0 0 0 0,0 0 0 0 0,0 0 0 0 0,0 0 0 0 0,-1 0 0 0 0,1 0-1 0 0,0 0 1 0 0,-1 0 0 0 0,1 1 0 0 0,-1-1 0 0 0,1 1 0 0 0,-1-1 0 0 0,0 1 0 0 0,0 0 0 0 0,0-1 0 0 0,0 1 0 0 0,0 0 0 0 0,0 0-1 0 0,0 1 1 0 0,0-1 0 0 0,0 0 0 0 0,0 1 0 0 0,-1-1 0 0 0,-3 0 0 0 0,-6-1 72 0 0,0 0 0 0 0,0 1-1 0 0,-19 1 1 0 0,-18 2-1 0 0,0 3-1 0 0,-68 15 0 0 0,-97 36-651 0 0,179-47 515 0 0,-89 24-184 0 0,-118 36 2065 0 0,233-67-1685 0 0,5-1-46 0 0,0 0 1 0 0,0 0-1 0 0,0 0 0 0 0,0 1 0 0 0,0-1 1 0 0,1 1-1 0 0,-1 0 0 0 0,1 0 0 0 0,-1 0 1 0 0,1 1-1 0 0,0-1 0 0 0,-4 4 0 0 0,7-5-73 0 0,0-1 0 0 0,0 0-1 0 0,0 1 1 0 0,-1-1 0 0 0,1 0 0 0 0,1 1-1 0 0,-1-1 1 0 0,0 0 0 0 0,0 1-1 0 0,0-1 1 0 0,0 0 0 0 0,0 0 0 0 0,0 1-1 0 0,0-1 1 0 0,0 0 0 0 0,0 1-1 0 0,1-1 1 0 0,-1 0 0 0 0,0 0 0 0 0,0 1-1 0 0,0-1 1 0 0,0 0 0 0 0,1 0-1 0 0,-1 1 1 0 0,0-1 0 0 0,0 0 0 0 0,1 0-1 0 0,-1 0 1 0 0,0 0 0 0 0,0 1-1 0 0,1-1 1 0 0,-1 0 0 0 0,0 0 0 0 0,1 0-1 0 0,-1 0 1 0 0,0 0 0 0 0,0 0-1 0 0,1 0 1 0 0,-1 0 0 0 0,0 0 0 0 0,1 0-1 0 0,-1 0 1 0 0,0 0 0 0 0,1 0-1 0 0,17 2-212 0 0,-16-2 155 0 0,36 0-139 0 0,0-2 0 0 0,-1-1 0 0 0,50-11 0 0 0,109-36 928 0 0,68-25 89 0 0,433-108 590 0 0,-620 165-1347 0 0,-29 7-247 0 0,0 1 0 0 0,73-5-1 0 0,-118 15 102 0 0,0 0 0 0 0,0 0 0 0 0,0 0 0 0 0,0 0 0 0 0,0 0 0 0 0,0 1 0 0 0,0-1 0 0 0,0 1 0 0 0,0 0 0 0 0,-1 0 0 0 0,1 0 0 0 0,0 1 0 0 0,4 2 0 0 0,-6-4 30 0 0,-1 1 0 0 0,1-1 1 0 0,-1 1-1 0 0,1-1 0 0 0,-1 1 1 0 0,0-1-1 0 0,1 1 0 0 0,-1-1 0 0 0,0 1 1 0 0,1 0-1 0 0,-1-1 0 0 0,0 1 1 0 0,0 0-1 0 0,0-1 0 0 0,0 1 0 0 0,1 0 1 0 0,-1-1-1 0 0,0 1 0 0 0,0 0 1 0 0,0-1-1 0 0,0 1 0 0 0,0 0 0 0 0,-1 0 1 0 0,1 1-43 0 0,-1 0 1 0 0,0 0 0 0 0,0 0 0 0 0,0 0-1 0 0,0 0 1 0 0,0 0 0 0 0,-1 0-1 0 0,1-1 1 0 0,-1 1 0 0 0,-2 2 0 0 0,-10 9 15 0 0,-1 0 0 0 0,-1-2 0 0 0,0 0 0 0 0,0 0 0 0 0,-35 15 0 0 0,-95 30-226 0 0,136-53 303 0 0,-140 41 600 0 0,-259 41-1 0 0,332-72-1071 0 0,-1-2 1 0 0,-133-1-1 0 0,207-10 428 0 0,0 0 0 0 0,0 0 0 0 0,0-1 0 0 0,0 0-1 0 0,0 0 1 0 0,0 0 0 0 0,-4-1 0 0 0,8 1 45 0 0,-1 1-1 0 0,1 0 1 0 0,0 0 0 0 0,-1 0-1 0 0,1-1 1 0 0,0 1-1 0 0,-1 0 1 0 0,1 0-1 0 0,0-1 1 0 0,-1 1 0 0 0,1 0-1 0 0,0-1 1 0 0,0 1-1 0 0,-1 0 1 0 0,1-1-1 0 0,0 1 1 0 0,0 0 0 0 0,0-1-1 0 0,0 1 1 0 0,-1-1-1 0 0,1 1 1 0 0,0 0-1 0 0,0-1 1 0 0,0 1 0 0 0,0-1-1 0 0,0 1 1 0 0,0-1-1 0 0,1 0 14 0 0,-1 0 0 0 0,1-1-1 0 0,-1 1 1 0 0,1 0 0 0 0,0 0 0 0 0,-1 0-1 0 0,1 0 1 0 0,0 0 0 0 0,0 0 0 0 0,0 0-1 0 0,0 0 1 0 0,0 0 0 0 0,1-1 0 0 0,17-11 220 0 0,-1 1 0 0 0,1 0 0 0 0,1 1-1 0 0,0 1 1 0 0,32-10 0 0 0,111-28 133 0 0,-160 47-354 0 0,154-38 264 0 0,1 7 0 0 0,1 6 0 0 0,224-6 0 0 0,-365 32-279 0 0,45 1 36 0 0,-60-1-39 0 0,1 0-1 0 0,0 1 1 0 0,-1 0-1 0 0,1 0 1 0 0,-1 0-1 0 0,1 0 1 0 0,-1 0 0 0 0,1 1-1 0 0,-1-1 1 0 0,0 1-1 0 0,0 0 1 0 0,0 0-1 0 0,5 5 1 0 0,-7-6-20 0 0,0 0 0 0 0,0 1 1 0 0,0 0-1 0 0,0-1 0 0 0,-1 1 0 0 0,1-1 0 0 0,0 1 1 0 0,-1 0-1 0 0,0-1 0 0 0,1 1 0 0 0,-1 0 0 0 0,0 0 1 0 0,0-1-1 0 0,0 1 0 0 0,0 0 0 0 0,0 0 0 0 0,0-1 1 0 0,-1 1-1 0 0,1 0 0 0 0,-1 0 0 0 0,1-1 1 0 0,-1 1-1 0 0,1-1 0 0 0,-1 1 0 0 0,0 0 0 0 0,0-1 1 0 0,-2 3-1 0 0,-2 5-246 0 0,-2 0 0 0 0,1 0 1 0 0,-9 8-1 0 0,14-16 246 0 0,-31 32-429 0 0,-2-1 0 0 0,-1-2 1 0 0,-1-1-1 0 0,-2-3 1 0 0,-77 43-1 0 0,-223 84 1032 0 0,237-111-135 0 0,-521 223 1376 0 0,436-193-3447 0 0,156-62 1126 0 0,-1-2-1 0 0,0-1 0 0 0,0-1 0 0 0,-41 1 1 0 0,69-7 496 0 0,0 0 1 0 0,0 0 0 0 0,-1 0 0 0 0,1 0-1 0 0,0-1 1 0 0,0 1 0 0 0,0-1 0 0 0,-5-1-1 0 0,8 2 19 0 0,0 0 0 0 0,0 0-1 0 0,0-1 1 0 0,0 1-1 0 0,0 0 1 0 0,-1 0-1 0 0,1 0 1 0 0,0 0 0 0 0,0 0-1 0 0,0 0 1 0 0,0-1-1 0 0,0 1 1 0 0,0 0 0 0 0,-1 0-1 0 0,1 0 1 0 0,0 0-1 0 0,0-1 1 0 0,0 1 0 0 0,0 0-1 0 0,0 0 1 0 0,0 0-1 0 0,0 0 1 0 0,0-1-1 0 0,0 1 1 0 0,0 0 0 0 0,0 0-1 0 0,0 0 1 0 0,0 0-1 0 0,0-1 1 0 0,0 1 0 0 0,0 0-1 0 0,0 0 1 0 0,0 0-1 0 0,0 0 1 0 0,0-1 0 0 0,0 1-1 0 0,1 0 1 0 0,-1 0-1 0 0,0 0 1 0 0,0 0-1 0 0,0-1 1 0 0,0 1 0 0 0,0 0-1 0 0,1 0 1 0 0,16-11 507 0 0,38-10 50 0 0,101-26 1 0 0,-64 21-311 0 0,186-51 1210 0 0,324-48 0 0 0,-404 97-528 0 0,2 9 1 0 0,301 11-1 0 0,-490 8-945 0 0,91 8-415 0 0,-88-6 334 0 0,-1 0-1 0 0,0 1 1 0 0,0 0 0 0 0,0 1 0 0 0,18 9 0 0 0,-29-12 28 0 0,0 0 1 0 0,0 0 0 0 0,0 0 0 0 0,0 0 0 0 0,0 1 0 0 0,0-1 0 0 0,0 1 0 0 0,0-1 0 0 0,-1 1 0 0 0,1 0 0 0 0,-1-1 0 0 0,1 1 0 0 0,-1 0-1 0 0,0 0 1 0 0,1 0 0 0 0,-1 0 0 0 0,0 1 0 0 0,0-1 0 0 0,-1 0 0 0 0,2 4 0 0 0,-2-3-13 0 0,0 1 1 0 0,0-1-1 0 0,0 1 0 0 0,0-1 0 0 0,-1 1 1 0 0,1-1-1 0 0,-1 0 0 0 0,0 1 1 0 0,0-1-1 0 0,0 0 0 0 0,-1 0 1 0 0,-2 6-1 0 0,-4 4-98 0 0,-1 0 0 0 0,-1-1 0 0 0,0 1 0 0 0,-1-2 0 0 0,-12 12 0 0 0,-10 5-2 0 0,-1-2 1 0 0,-1-1-1 0 0,-1-1 1 0 0,-2-3-1 0 0,0 0 0 0 0,-50 18 1 0 0,-252 72-330 0 0,332-109 487 0 0,-65 18 1045 0 0,0-3 0 0 0,-1-3-1 0 0,-1-4 1 0 0,-91 1 0 0 0,162-11-972 0 0,-1 0 1 0 0,0 0-1 0 0,1-1 1 0 0,-1 1-1 0 0,0-1 1 0 0,-5-2-1 0 0,9 2-64 0 0,1 1-1 0 0,-1 0 1 0 0,1 0-1 0 0,-1-1 1 0 0,1 1-1 0 0,-1 0 0 0 0,1 0 1 0 0,-1-1-1 0 0,1 1 1 0 0,-1-1-1 0 0,1 1 0 0 0,-1 0 1 0 0,1-1-1 0 0,0 1 1 0 0,-1-1-1 0 0,1 1 0 0 0,0-1 1 0 0,-1 1-1 0 0,1-1 1 0 0,0 0-1 0 0,0 1 0 0 0,-1-2 1 0 0,2 1-21 0 0,-1 0 1 0 0,0 0-1 0 0,0 0 1 0 0,0 0-1 0 0,1 0 1 0 0,-1 0 0 0 0,1 0-1 0 0,-1 0 1 0 0,1 0-1 0 0,-1 0 1 0 0,1 0-1 0 0,0 0 1 0 0,-1 0-1 0 0,1 0 1 0 0,0 1-1 0 0,0-1 1 0 0,0-1-1 0 0,17-14-86 0 0,0 1-1 0 0,1 0 1 0 0,0 2-1 0 0,2 0 1 0 0,24-12-1 0 0,117-44 341 0 0,-82 36-98 0 0,9-5-29 0 0,184-74 8 0 0,-194 83-900 0 0,122-27 0 0 0,-195 55 666 0 0,-3 0 19 0 0,0 0 0 0 0,0 0 1 0 0,-1 1-1 0 0,1-1 0 0 0,0 1 0 0 0,0 0 0 0 0,0-1 0 0 0,-1 2 1 0 0,1-1-1 0 0,0 0 0 0 0,0 0 0 0 0,5 2 0 0 0,-8-1 74 0 0,0-1 0 0 0,0 0 0 0 0,0 1 0 0 0,0-1 0 0 0,0 0 0 0 0,0 1 0 0 0,0-1 0 0 0,0 0-1 0 0,0 1 1 0 0,0-1 0 0 0,0 0 0 0 0,0 1 0 0 0,0-1 0 0 0,0 0 0 0 0,0 1 0 0 0,0-1 0 0 0,0 0 0 0 0,-1 1 0 0 0,1-1 0 0 0,0 0 0 0 0,0 0-1 0 0,0 1 1 0 0,-1-1 0 0 0,1 0 0 0 0,0 0 0 0 0,0 1 0 0 0,-1-1 0 0 0,1 0 0 0 0,0 0 0 0 0,0 1 0 0 0,-1-1 0 0 0,1 0 0 0 0,0 0-1 0 0,-1 0 1 0 0,1 0 0 0 0,0 0 0 0 0,-1 0 0 0 0,1 0 0 0 0,-1 1 0 0 0,-14 7-718 0 0,-41 14 8 0 0,0-2 0 0 0,-69 15-1 0 0,-122 14 3039 0 0,239-47-2270 0 0,-493 62 5234 0 0,264-38-3163 0 0,-239 17-1290 0 0,470-42-850 0 0,-48 6-613 0 0,-2-2 0 0 0,1-3-1 0 0,-57-5 1 0 0,186-10-661 0 0,149-37 1254 0 0,1 0 534 0 0,-219 50-382 0 0,0-1 154 0 0,0 0-1 0 0,1 0 1 0 0,-1 0-1 0 0,1 1 1 0 0,-1 0 0 0 0,0 0-1 0 0,1 1 1 0 0,-1 0-1 0 0,4 17 2319 0 0,-10-18-2483 0 0,-16 14 313 0 0,7-8-589 0 0,-27 19 856 0 0</inkml:trace>
</inkml:ink>
</file>

<file path=ppt/ink/ink2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59.062"/>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55 163 456 0 0,'0'-3'4'0'0,"0"1"-1"0"0,0-1 1 0 0,0 1-1 0 0,0-1 1 0 0,0 1 0 0 0,1 0-1 0 0,-1-1 1 0 0,1 1-1 0 0,0-4 1 0 0,3-22 658 0 0,-4 26-460 0 0,0 0 1 0 0,-1 0 0 0 0,1 0 0 0 0,-1 0-1 0 0,1 0 1 0 0,-1 1 0 0 0,0-1 0 0 0,0 0 0 0 0,0 0-1 0 0,0 1 1 0 0,0-1 0 0 0,0 0 0 0 0,-1 1-1 0 0,1-1 1 0 0,-1 1 0 0 0,1 0 0 0 0,-1-1 0 0 0,1 1-1 0 0,-1 0 1 0 0,0 0 0 0 0,1 0 0 0 0,-1 0-1 0 0,0 0 1 0 0,0 0 0 0 0,0 1 0 0 0,0-1 0 0 0,1 0-1 0 0,-1 1 1 0 0,0 0 0 0 0,0-1 0 0 0,0 1-1 0 0,0 0 1 0 0,0 0 0 0 0,0 0 0 0 0,0 0 0 0 0,0 1-1 0 0,0-1 1 0 0,0 1 0 0 0,-4 0 0 0 0,65-17 2763 0 0,-14 5-3185 0 0,-6-1 549 0 0,1 3 0 0 0,1 1 0 0 0,0 2-1 0 0,55-1 1 0 0,166 14 385 0 0,24-1-648 0 0,302-5 1709 0 0,-335 28-1565 0 0,-30-3-390 0 0,210 25 131 0 0,46-18 33 0 0,-402-31 14 0 0,14-4 6 0 0,-1-4 0 0 0,150-30 0 0 0,62-6 92 0 0,-190 38-99 0 0,-1 4-1 0 0,215 29 0 0 0,8 0 7 0 0,-41-7-22 0 0,173 6-166 0 0,-274-21 142 0 0,-35-1 241 0 0,132 7 373 0 0,-168-9 72 0 0,124-12 0 0 0,-222 6-590 0 0,201 0 175 0 0,80-7-3405 0 0,-282 6 2422 0 0,95-6-4588 0 0</inkml:trace>
</inkml:ink>
</file>

<file path=ppt/ink/ink2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00.206"/>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28 55 7834 0 0,'-11'-7'1091'0'0,"-5"-3"533"0"0,32 18-1855 0 0,0 0 0 0 0,0-2-1 0 0,1 0 1 0 0,0 0 0 0 0,30 5 0 0 0,-15-4 231 0 0,127 30 1127 0 0,317 32 0 0 0,-27-36 541 0 0,277 23-1581 0 0,-385-31-478 0 0,-233-23 250 0 0,125-14 1 0 0,136-34 1083 0 0,68-6-421 0 0,0 35-744 0 0,-85 3-620 0 0,-4-27 700 0 0,-193 21 852 0 0,232-8 241 0 0,-246 21-783 0 0,57 1-166 0 0,119-9-15 0 0,101-21-19 0 0,-191 19 619 0 0,26 17 1684 0 0,-111 3-1689 0 0,-111-2-2124 0 0,38 4 1 0 0</inkml:trace>
</inkml:ink>
</file>

<file path=ppt/ink/ink2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05.244"/>
    </inkml:context>
    <inkml:brush xml:id="br0">
      <inkml:brushProperty name="width" value="0.1" units="cm"/>
      <inkml:brushProperty name="height" value="0.1" units="cm"/>
    </inkml:brush>
  </inkml:definitions>
  <inkml:trace contextRef="#ctx0" brushRef="#br0">92 215 5065 0 0,'-11'0'115'0'0,"0"1"1378"0"0,0-1-1 0 0,0 0 0 0 0,0-1 0 0 0,0-1 0 0 0,-14-8 3067 0 0,59-3-3708 0 0,202-62 1241 0 0,-147 43-2298 0 0,1 5 0 0 0,132-24-1 0 0,-210 49-624 0 0,1 1-1 0 0,0 0 1 0 0,0 0 0 0 0,17 3-1 0 0,-11 2-4893 0 0</inkml:trace>
</inkml:ink>
</file>

<file path=ppt/ink/ink2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05.544"/>
    </inkml:context>
    <inkml:brush xml:id="br0">
      <inkml:brushProperty name="width" value="0.1" units="cm"/>
      <inkml:brushProperty name="height" value="0.1" units="cm"/>
    </inkml:brush>
  </inkml:definitions>
  <inkml:trace contextRef="#ctx0" brushRef="#br0">2 32 11058 0 0,'0'-1'124'0'0,"0"1"0"0"0,-1-1-1 0 0,1 0 1 0 0,0 0 0 0 0,0 0-1 0 0,0 0 1 0 0,0 0 0 0 0,0 0-1 0 0,0 0 1 0 0,0 0 0 0 0,0 1-1 0 0,0-1 1 0 0,0 0-1 0 0,0 0 1 0 0,1 0 0 0 0,-1 0-1 0 0,0 0 1 0 0,0 0 0 0 0,1 0-1 0 0,-1 1 1 0 0,1-1 0 0 0,-1 0-1 0 0,1 0 1 0 0,-1 1 0 0 0,1-1-1 0 0,0 0 1 0 0,-1 1 0 0 0,1-1-1 0 0,0 0 1 0 0,-1 1 0 0 0,1-1-1 0 0,0 1 1 0 0,0-1-1 0 0,0 1 1 0 0,-1 0 0 0 0,1-1-1 0 0,0 1 1 0 0,0 0 0 0 0,1-1-1 0 0,-1 1 26 0 0,1-1 1 0 0,-1 1-1 0 0,1-1 0 0 0,-1 1 0 0 0,1-1 0 0 0,0 1 0 0 0,-1 0 0 0 0,1 0 0 0 0,-1 0 1 0 0,1 0-1 0 0,0 0 0 0 0,-1 0 0 0 0,1 1 0 0 0,-1-1 0 0 0,1 0 0 0 0,-1 1 0 0 0,1-1 0 0 0,-1 1 1 0 0,1 0-1 0 0,-1-1 0 0 0,1 1 0 0 0,-1 0 0 0 0,0 0 0 0 0,2 2 0 0 0,5 5 177 0 0,-1 2 0 0 0,-1-1 0 0 0,0 1-1 0 0,0 0 1 0 0,-1 0 0 0 0,8 21 0 0 0,16 71 119 0 0,-20-63-290 0 0,17 98-15 0 0,-21-101-371 0 0,1 0 0 0 0,2 0 0 0 0,1-1 0 0 0,15 35 0 0 0,-21-63-83 0 0,0 0 0 0 0,1-1 0 0 0,0 0-1 0 0,0 0 1 0 0,1 0 0 0 0,0 0 0 0 0,0-1 0 0 0,5 6 0 0 0,8 3-725 0 0</inkml:trace>
</inkml:ink>
</file>

<file path=ppt/ink/ink2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06.452"/>
    </inkml:context>
    <inkml:brush xml:id="br0">
      <inkml:brushProperty name="width" value="0.1" units="cm"/>
      <inkml:brushProperty name="height" value="0.1" units="cm"/>
    </inkml:brush>
  </inkml:definitions>
  <inkml:trace contextRef="#ctx0" brushRef="#br0">67 208 11979 0 0,'0'1'79'0'0,"0"0"1"0"0,-1 0-1 0 0,1 0 1 0 0,0 0 0 0 0,0 0-1 0 0,0 0 1 0 0,0 0-1 0 0,0 0 1 0 0,0 0 0 0 0,0 0-1 0 0,0-1 1 0 0,0 1-1 0 0,0 0 1 0 0,0 0 0 0 0,1 0-1 0 0,-1 0 1 0 0,0 0-1 0 0,1 0 1 0 0,-1 0-1 0 0,1-1 1 0 0,-1 1 0 0 0,1 0-1 0 0,-1 0 1 0 0,1-1-1 0 0,-1 1 1 0 0,1 0 0 0 0,0-1-1 0 0,-1 1 1 0 0,1 0-1 0 0,0-1 1 0 0,0 1 0 0 0,0-1-1 0 0,-1 1 1 0 0,1-1-1 0 0,0 0 1 0 0,0 1 0 0 0,0-1-1 0 0,0 0 1 0 0,0 0-1 0 0,0 1 1 0 0,1-1 0 0 0,-1 0 15 0 0,1 0 0 0 0,0 0 1 0 0,-1 0-1 0 0,1-1 1 0 0,-1 1-1 0 0,1 0 1 0 0,0-1-1 0 0,-1 1 1 0 0,1-1-1 0 0,-1 0 1 0 0,1 1-1 0 0,-1-1 0 0 0,1 0 1 0 0,-1 0-1 0 0,0 0 1 0 0,0 0-1 0 0,1 0 1 0 0,-1 0-1 0 0,0 0 1 0 0,0-1-1 0 0,0 1 0 0 0,0 0 1 0 0,0-1-1 0 0,1-1 1 0 0,3-9 66 0 0,0 1 0 0 0,-1-1 0 0 0,-1 1 0 0 0,0-1 1 0 0,0 0-1 0 0,-1-1 0 0 0,0-18 0 0 0,-1 27-207 0 0,-1 0-1 0 0,0 0 1 0 0,0 0 0 0 0,0-1-1 0 0,-1 1 1 0 0,1 0 0 0 0,-1 0-1 0 0,0 0 1 0 0,0 0 0 0 0,0 0-1 0 0,-1 0 1 0 0,0 1 0 0 0,1-1-1 0 0,-1 0 1 0 0,0 1 0 0 0,-1-1-1 0 0,1 1 1 0 0,-1 0 0 0 0,1-1-1 0 0,-1 1 1 0 0,0 1 0 0 0,0-1-1 0 0,-1 0 1 0 0,1 1 0 0 0,-7-4-1 0 0,8 5-1 0 0,0 0 0 0 0,0 0-1 0 0,0 0 1 0 0,0 1-1 0 0,0-1 1 0 0,0 1 0 0 0,0-1-1 0 0,0 1 1 0 0,0 0-1 0 0,0 0 1 0 0,0 0 0 0 0,-1 0-1 0 0,1 0 1 0 0,0 0-1 0 0,0 1 1 0 0,0-1 0 0 0,0 1-1 0 0,0 0 1 0 0,0-1-1 0 0,0 1 1 0 0,0 0 0 0 0,-3 2-1 0 0,2 0 18 0 0,0-1 0 0 0,0 1 1 0 0,0 0-1 0 0,1 0 0 0 0,-1 1 0 0 0,1-1 0 0 0,0 0 0 0 0,0 1 0 0 0,0 0 1 0 0,0-1-1 0 0,-1 6 0 0 0,-2 7 5 0 0,1 0 0 0 0,1 0 1 0 0,0 0-1 0 0,-1 30 0 0 0,4-37 98 0 0,0-1 1 0 0,1 1-1 0 0,0 0 0 0 0,0 0 1 0 0,0 0-1 0 0,1-1 1 0 0,1 1-1 0 0,0-1 0 0 0,0 0 1 0 0,0 1-1 0 0,1-2 0 0 0,5 10 1 0 0,-7-14 11 0 0,0-1 0 0 0,1 1 0 0 0,-1 0 0 0 0,1-1 0 0 0,-1 1 0 0 0,1-1 0 0 0,0 0 0 0 0,0 1 0 0 0,0-1 1 0 0,0-1-1 0 0,0 1 0 0 0,1 0 0 0 0,-1-1 0 0 0,0 0 0 0 0,1 0 0 0 0,-1 0 0 0 0,1 0 0 0 0,-1 0 1 0 0,1-1-1 0 0,0 1 0 0 0,-1-1 0 0 0,1 0 0 0 0,-1 0 0 0 0,1-1 0 0 0,0 1 0 0 0,-1-1 0 0 0,1 0 0 0 0,-1 1 1 0 0,1-2-1 0 0,-1 1 0 0 0,5-2 0 0 0,1-1-67 0 0,0 0 1 0 0,-1-1-1 0 0,0 0 1 0 0,0 0-1 0 0,0-1 1 0 0,0 0-1 0 0,-1 0 1 0 0,0-1-1 0 0,-1 0 1 0 0,1 0-1 0 0,-1 0 1 0 0,7-12-1 0 0,3-8 11 0 0,-2 0 0 0 0,17-43-1 0 0,-5 8 151 0 0,-25 60-170 0 0,-1 1-1 0 0,0 0 1 0 0,1-1 0 0 0,-1 1-1 0 0,1-1 1 0 0,0 1-1 0 0,0 0 1 0 0,-1 0-1 0 0,1-1 1 0 0,0 1-1 0 0,0 0 1 0 0,0 0-1 0 0,0 0 1 0 0,0 0 0 0 0,0 0-1 0 0,1 0 1 0 0,-1 0-1 0 0,0 0 1 0 0,0 1-1 0 0,1-1 1 0 0,-1 0-1 0 0,0 1 1 0 0,1-1-1 0 0,-1 1 1 0 0,1 0-1 0 0,-1-1 1 0 0,1 1 0 0 0,-1 0-1 0 0,1 0 1 0 0,1 0-1 0 0,0 1 28 0 0,0 0 0 0 0,-1 0-1 0 0,1 1 1 0 0,-1-1 0 0 0,1 1-1 0 0,-1 0 1 0 0,1 0 0 0 0,-1 0-1 0 0,0 0 1 0 0,0 0 0 0 0,0 1-1 0 0,0-1 1 0 0,0 0 0 0 0,1 4 0 0 0,14 19 222 0 0,-2 1 1 0 0,-1 0 0 0 0,-2 1-1 0 0,16 47 1 0 0,-13-23-254 0 0,16 92 1 0 0,-31-124 18 0 0,-5-23-373 0 0,4 0 244 0 0,-1 0 0 0 0,0 0 0 0 0,1 0 0 0 0,0-1 0 0 0,0 1 0 0 0,-1-7 0 0 0,2-7 69 0 0,0 0 0 0 0,1 0 0 0 0,1 0 0 0 0,0 0 0 0 0,7-22 0 0 0,-8 33 88 0 0,1 1 1 0 0,0 0-1 0 0,0 0 1 0 0,0 1-1 0 0,1-1 1 0 0,0 0-1 0 0,0 1 1 0 0,0-1-1 0 0,1 1 1 0 0,0 0-1 0 0,0 0 1 0 0,0 1-1 0 0,0-1 1 0 0,1 1-1 0 0,0 0 1 0 0,0 0-1 0 0,0 0 1 0 0,8-3-1 0 0,-9 6-30 0 0,-1 0 0 0 0,0 0 0 0 0,1 1 0 0 0,-1-1 0 0 0,1 1 0 0 0,-1 0 0 0 0,0 0 0 0 0,1 1 0 0 0,-1-1 0 0 0,1 0 0 0 0,-1 1 0 0 0,0 0 0 0 0,1 0 0 0 0,-1 0 0 0 0,0 0 1 0 0,0 1-1 0 0,0-1 0 0 0,0 1 0 0 0,0 0 0 0 0,0 0 0 0 0,0 0 0 0 0,0 0 0 0 0,-1 0 0 0 0,1 1 0 0 0,-1-1 0 0 0,3 4 0 0 0,4 5-14 0 0,0-1 1 0 0,-1 2 0 0 0,0-1 0 0 0,-1 1-1 0 0,7 14 1 0 0,-10-15-12 0 0,0 0 0 0 0,-1 0 1 0 0,0 0-1 0 0,-1 1 0 0 0,2 20 0 0 0,-1-5-132 0 0,-2-27 125 0 0,-1 0-1 0 0,0-1 1 0 0,0 1 0 0 0,0 0 0 0 0,0 0-1 0 0,0 0 1 0 0,0 0 0 0 0,0 0-1 0 0,0 0 1 0 0,0 0 0 0 0,1 0 0 0 0,-1 0-1 0 0,0 0 1 0 0,0 0 0 0 0,0 0 0 0 0,0 0-1 0 0,0 0 1 0 0,0 0 0 0 0,0 0 0 0 0,0 0-1 0 0,1 0 1 0 0,-1 0 0 0 0,0 0-1 0 0,0 0 1 0 0,0 0 0 0 0,0 0 0 0 0,0 0-1 0 0,0 0 1 0 0,0 0 0 0 0,1 0 0 0 0,-1 0-1 0 0,0 0 1 0 0,0 0 0 0 0,0 0 0 0 0,0 0-1 0 0,0 0 1 0 0,0 0 0 0 0,0 0-1 0 0,0 1 1 0 0,0-1 0 0 0,1 0 0 0 0,-1 0-1 0 0,0 0 1 0 0,0 0 0 0 0,0 0 0 0 0,0 0-1 0 0,0 0 1 0 0,0 0 0 0 0,0 1 0 0 0,0-1-1 0 0,0 0 1 0 0,0 0 0 0 0,0 0-1 0 0,0 0 1 0 0,0 0 0 0 0,0 0 0 0 0,0 0-1 0 0,0 0 1 0 0,0 1 0 0 0,0-1 0 0 0,0 0-1 0 0,7-15-310 0 0,5-22 151 0 0,-12 35 169 0 0,6-24 79 0 0,14-36 1 0 0,-17 56-32 0 0,-1-1-1 0 0,1 2 1 0 0,0-1-1 0 0,0 0 0 0 0,1 1 1 0 0,0-1-1 0 0,0 1 1 0 0,0 0-1 0 0,0 0 0 0 0,1 1 1 0 0,9-8-1 0 0,-12 10-20 0 0,0 1 1 0 0,0 0-1 0 0,-1 0 0 0 0,1 0 1 0 0,0 1-1 0 0,0-1 0 0 0,0 0 1 0 0,0 1-1 0 0,0-1 0 0 0,0 1 0 0 0,1-1 1 0 0,-1 1-1 0 0,0 0 0 0 0,0 0 1 0 0,0 0-1 0 0,0 0 0 0 0,0 1 1 0 0,0-1-1 0 0,0 0 0 0 0,3 2 1 0 0,-2-1 0 0 0,0 1 1 0 0,0-1 0 0 0,0 1 0 0 0,-1 0 0 0 0,1 0 0 0 0,0 1 0 0 0,-1-1 0 0 0,1 0 0 0 0,-1 1 0 0 0,0-1 0 0 0,3 5 0 0 0,3 7 31 0 0,0 1 0 0 0,0 0 0 0 0,-2 0 0 0 0,6 18 0 0 0,-9-24-35 0 0,15 47-172 0 0,13 31-433 0 0,-4-34-3886 0 0</inkml:trace>
</inkml:ink>
</file>

<file path=ppt/ink/ink2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06.721"/>
    </inkml:context>
    <inkml:brush xml:id="br0">
      <inkml:brushProperty name="width" value="0.1" units="cm"/>
      <inkml:brushProperty name="height" value="0.1" units="cm"/>
    </inkml:brush>
  </inkml:definitions>
  <inkml:trace contextRef="#ctx0" brushRef="#br0">1 60 6913 0 0,'2'-7'659'0'0,"0"1"0"0"0,1-1-1 0 0,0 1 1 0 0,0 0-1 0 0,0-1 1 0 0,6-6-1 0 0,-9 13-485 0 0,1-1 0 0 0,-1 1 0 0 0,1-1 0 0 0,-1 1 0 0 0,1-1 0 0 0,0 1 0 0 0,-1-1 0 0 0,1 1 0 0 0,0-1 0 0 0,-1 1 0 0 0,1-1 0 0 0,0 1 0 0 0,-1 0 0 0 0,1 0 0 0 0,0-1 0 0 0,0 1 0 0 0,-1 0 0 0 0,1 0 0 0 0,0 0 0 0 0,0 0 0 0 0,0 0 0 0 0,-1 0 0 0 0,1 0 0 0 0,1 0 0 0 0,0 1-43 0 0,-1 0 0 0 0,1 0 0 0 0,-1 0 0 0 0,1 0 0 0 0,-1 0 0 0 0,0 0 1 0 0,1 1-1 0 0,-1-1 0 0 0,0 0 0 0 0,0 1 0 0 0,0-1 0 0 0,0 1 0 0 0,0-1 0 0 0,0 1 0 0 0,1 3 0 0 0,15 37 715 0 0,-1 0 1 0 0,-3 2-1 0 0,-1 0 0 0 0,9 68 0 0 0,7 30-1306 0 0,-15-81-1764 0 0,-11-53 824 0 0</inkml:trace>
</inkml:ink>
</file>

<file path=ppt/ink/ink2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06.925"/>
    </inkml:context>
    <inkml:brush xml:id="br0">
      <inkml:brushProperty name="width" value="0.1" units="cm"/>
      <inkml:brushProperty name="height" value="0.1" units="cm"/>
    </inkml:brush>
  </inkml:definitions>
  <inkml:trace contextRef="#ctx0" brushRef="#br0">1 169 10594 0 0,'0'-9'249'0'0,"1"0"-1"0"0,1 0 1 0 0,0 0-1 0 0,0 0 0 0 0,0 0 1 0 0,1 1-1 0 0,0-1 1 0 0,1 1-1 0 0,0 0 0 0 0,1 0 1 0 0,6-10-1 0 0,-9 14-62 0 0,1 0-1 0 0,0 0 1 0 0,0 0 0 0 0,1 0-1 0 0,-1 1 1 0 0,1 0-1 0 0,-1-1 1 0 0,1 1 0 0 0,0 0-1 0 0,0 1 1 0 0,1-1-1 0 0,-1 1 1 0 0,0 0 0 0 0,1 0-1 0 0,0 0 1 0 0,-1 1-1 0 0,1-1 1 0 0,0 1-1 0 0,0 0 1 0 0,0 1 0 0 0,-1-1-1 0 0,9 1 1 0 0,-11 0-124 0 0,0 0 0 0 0,1 0 1 0 0,-1 1-1 0 0,1-1 0 0 0,-1 1 0 0 0,0 0 0 0 0,1 0 1 0 0,-1-1-1 0 0,0 2 0 0 0,0-1 0 0 0,0 0 1 0 0,0 0-1 0 0,0 1 0 0 0,0-1 0 0 0,0 1 1 0 0,0-1-1 0 0,0 1 0 0 0,-1 0 0 0 0,1 0 1 0 0,0 0-1 0 0,-1 0 0 0 0,0 0 0 0 0,1 0 1 0 0,-1 0-1 0 0,0 0 0 0 0,0 0 0 0 0,-1 1 1 0 0,1-1-1 0 0,0 0 0 0 0,-1 1 0 0 0,1-1 0 0 0,-1 1 1 0 0,0-1-1 0 0,0 1 0 0 0,0-1 0 0 0,0 0 1 0 0,0 1-1 0 0,0-1 0 0 0,-1 4 0 0 0,-1 5 30 0 0,0 0 0 0 0,-1-1 0 0 0,0 1 0 0 0,-1 0 0 0 0,0-1 0 0 0,0 0 0 0 0,-9 13-1 0 0,0-4-369 0 0,-1 0-1 0 0,0 0 0 0 0,-2-2 1 0 0,-24 22-1 0 0,30-29-800 0 0</inkml:trace>
</inkml:ink>
</file>

<file path=ppt/ink/ink2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07.842"/>
    </inkml:context>
    <inkml:brush xml:id="br0">
      <inkml:brushProperty name="width" value="0.1" units="cm"/>
      <inkml:brushProperty name="height" value="0.1" units="cm"/>
    </inkml:brush>
  </inkml:definitions>
  <inkml:trace contextRef="#ctx0" brushRef="#br0">127 270 6401 0 0,'-4'-2'-29'0'0,"1"0"-1"0"0,-1 1 0 0 0,0 0 0 0 0,0-1 1 0 0,0 1-1 0 0,0 1 0 0 0,0-1 0 0 0,0 0 0 0 0,-1 1 1 0 0,1 0-1 0 0,0 0 0 0 0,0 0 0 0 0,0 1 1 0 0,0-1-1 0 0,0 1 0 0 0,0 0 0 0 0,0 0 1 0 0,0 1-1 0 0,-4 1 0 0 0,5-1 144 0 0,0-1 1 0 0,0 1-1 0 0,0 0 1 0 0,1 0-1 0 0,-1 0 0 0 0,1 0 1 0 0,0 0-1 0 0,-1 1 1 0 0,1-1-1 0 0,-3 5 0 0 0,4-4 402 0 0,-1 1-1 0 0,0-1 0 0 0,1 0 0 0 0,0 1 0 0 0,0-1 0 0 0,0 0 0 0 0,0 1 0 0 0,0 0 0 0 0,1-1 1 0 0,0 7-1 0 0,-1-9-389 0 0,1-1 0 0 0,0 0 0 0 0,0 1 0 0 0,0-1 0 0 0,0 1 0 0 0,0-1 0 0 0,0 0 0 0 0,1 1 0 0 0,-1-1 0 0 0,0 1 0 0 0,0-1 0 0 0,0 0 0 0 0,0 1 0 0 0,0-1 0 0 0,1 1 0 0 0,-1-1 0 0 0,0 0 0 0 0,0 1 0 0 0,0-1 0 0 0,1 0 0 0 0,-1 1 126 0 0,1-1-126 0 0,-1 0 1 0 0,0 1-1 0 0,0-1 0 0 0,1 0 0 0 0,-1 0 0 0 0,1 0 0 0 0,-1 1 0 0 0,0-1 0 0 0,1 0 0 0 0,-1 0 0 0 0,1 0 0 0 0,16-4 2090 0 0,13-14-818 0 0,-17 6-1287 0 0,0 0 0 0 0,-1 0 0 0 0,0-2 0 0 0,-1 0-1 0 0,-1 0 1 0 0,18-30 0 0 0,-21 31-338 0 0,-1 0 1 0 0,0 0-1 0 0,-1-1 0 0 0,-1 0 1 0 0,0 1-1 0 0,-1-1 0 0 0,0-1 1 0 0,2-28-1 0 0,-5 41 176 0 0,0 0 1 0 0,0 0-1 0 0,0 0 0 0 0,0 0 0 0 0,0-1 1 0 0,-1 1-1 0 0,1 0 0 0 0,-1 0 0 0 0,1 0 1 0 0,-1 0-1 0 0,0 0 0 0 0,1 0 0 0 0,-1 0 1 0 0,0 0-1 0 0,-1 0 0 0 0,1 0 0 0 0,0 1 1 0 0,0-1-1 0 0,-1 0 0 0 0,1 1 0 0 0,-1-1 1 0 0,1 1-1 0 0,-1-1 0 0 0,0 1 1 0 0,0 0-1 0 0,0 0 0 0 0,1 0 0 0 0,-1 0 1 0 0,-4-1-1 0 0,4 1 29 0 0,0 1 1 0 0,-1 0-1 0 0,1 0 1 0 0,-1 0-1 0 0,1 1 1 0 0,0-1-1 0 0,-1 0 1 0 0,1 1-1 0 0,0 0 1 0 0,0-1-1 0 0,-1 1 1 0 0,1 0-1 0 0,0 0 1 0 0,0 0-1 0 0,0 0 1 0 0,0 1-1 0 0,0-1 1 0 0,0 1-1 0 0,1-1 1 0 0,-1 1-1 0 0,0 0 1 0 0,1-1-1 0 0,-1 1 1 0 0,1 0-1 0 0,-1 0 1 0 0,1 0-1 0 0,-1 3 1 0 0,-3 4 98 0 0,1 1 0 0 0,0 0-1 0 0,1 0 1 0 0,0 0 0 0 0,0 0 0 0 0,1 1 0 0 0,0-1 0 0 0,1 1 0 0 0,1-1 0 0 0,-1 1 0 0 0,2 0 0 0 0,2 18 0 0 0,0-9 43 0 0,0 0 1 0 0,2-1-1 0 0,0 1 1 0 0,2-1-1 0 0,16 34 1 0 0,-17-41-120 0 0,1 0-1 0 0,0-1 1 0 0,1 0 0 0 0,0 0 0 0 0,11 10 0 0 0,-14-16-372 0 0,0-1 1 0 0,0 1 0 0 0,1-1 0 0 0,-1 0 0 0 0,1 0-1 0 0,0-1 1 0 0,7 3 0 0 0,7 1-5546 0 0</inkml:trace>
</inkml:ink>
</file>

<file path=ppt/ink/ink2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08.129"/>
    </inkml:context>
    <inkml:brush xml:id="br0">
      <inkml:brushProperty name="width" value="0.1" units="cm"/>
      <inkml:brushProperty name="height" value="0.1" units="cm"/>
    </inkml:brush>
  </inkml:definitions>
  <inkml:trace contextRef="#ctx0" brushRef="#br0">1 0 7370 0 0,'29'22'8406'0'0,"-25"-19"-8132"0"0,0 0 0 0 0,1-1 1 0 0,-1 2-1 0 0,0-1 0 0 0,0 0 0 0 0,-1 1 0 0 0,1 0 0 0 0,-1 0 0 0 0,3 4 0 0 0,3 7 10 0 0,0 1 0 0 0,-2 0 0 0 0,0 0 0 0 0,-1 0 0 0 0,0 1 0 0 0,-2 0 0 0 0,0 0 0 0 0,0 0 0 0 0,-2 0 0 0 0,0 1 0 0 0,-1 31 0 0 0,-1-49-263 0 0,0 1 0 0 0,0-1 0 0 0,0 1 1 0 0,0-1-1 0 0,0 1 0 0 0,0-1 0 0 0,0 1 1 0 0,0-1-1 0 0,0 1 0 0 0,0-1 0 0 0,0 1 0 0 0,0-1 1 0 0,0 1-1 0 0,0-1 0 0 0,0 1 0 0 0,-1-1 1 0 0,1 0-1 0 0,0 1 0 0 0,0-1 0 0 0,-1 1 1 0 0,1-1-1 0 0,0 0 0 0 0,-1 1 0 0 0,1-1 0 0 0,0 1 1 0 0,-1-1-1 0 0,1 0 0 0 0,0 0 0 0 0,-1 1 1 0 0,1-1-1 0 0,-1 0 0 0 0,1 0 0 0 0,0 1 0 0 0,-1-1 1 0 0,1 0-1 0 0,-1 0 0 0 0,1 0 0 0 0,-1 0 1 0 0,1 0-1 0 0,-1 0 0 0 0,1 1 0 0 0,-1-1 1 0 0,1 0-1 0 0,-1-1 0 0 0,1 1 0 0 0,-1 0 0 0 0,1 0 1 0 0,-1 0-1 0 0,1 0 0 0 0,-1 0 0 0 0,1 0 1 0 0,-1 0-1 0 0,1-1 0 0 0,0 1 0 0 0,-1 0 1 0 0,1 0-1 0 0,-1-1 0 0 0,1 1 0 0 0,0 0 0 0 0,-1-1 1 0 0,1 1-1 0 0,0 0 0 0 0,-1-1 0 0 0,1 1 1 0 0,0-1-1 0 0,-1 0 0 0 0,-21-27-268 0 0,19 19 68 0 0,0 0 1 0 0,1 0-1 0 0,0 0 1 0 0,0 0-1 0 0,1 0 1 0 0,0 0-1 0 0,1-1 1 0 0,0 1-1 0 0,0 0 0 0 0,1 0 1 0 0,0-1-1 0 0,1 1 1 0 0,0 0-1 0 0,3-9 1 0 0,-2 9-405 0 0,0 1 1 0 0,1 0-1 0 0,0 0 0 0 0,0 0 1 0 0,0 1-1 0 0,1 0 0 0 0,0 0 0 0 0,1 0 1 0 0,8-8-1 0 0,0 2-4858 0 0</inkml:trace>
</inkml:ink>
</file>

<file path=ppt/ink/ink2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08.508"/>
    </inkml:context>
    <inkml:brush xml:id="br0">
      <inkml:brushProperty name="width" value="0.1" units="cm"/>
      <inkml:brushProperty name="height" value="0.1" units="cm"/>
    </inkml:brush>
  </inkml:definitions>
  <inkml:trace contextRef="#ctx0" brushRef="#br0">280 65 3081 0 0,'-7'-7'468'0'0,"0"0"1"0"0,0 1 0 0 0,-1 0 0 0 0,0 1 0 0 0,0 0-1 0 0,-1 0 1 0 0,1 1 0 0 0,-1 0 0 0 0,0 0 0 0 0,0 1-1 0 0,-12-3 1 0 0,17 5-230 0 0,-1 0 0 0 0,1 1 1 0 0,0-1-1 0 0,0 1 0 0 0,0 0 0 0 0,0 1 0 0 0,0-1 0 0 0,0 1 0 0 0,-1 0 0 0 0,1-1 1 0 0,0 2-1 0 0,1-1 0 0 0,-1 0 0 0 0,0 1 0 0 0,0 0 0 0 0,1 0 0 0 0,-1 0 0 0 0,1 0 0 0 0,-1 1 1 0 0,1-1-1 0 0,0 1 0 0 0,0 0 0 0 0,0 0 0 0 0,0 0 0 0 0,1 0 0 0 0,-1 1 0 0 0,1-1 1 0 0,-4 7-1 0 0,-3 6 12 0 0,0 1 0 0 0,1 0 0 0 0,1 0 0 0 0,1 0 1 0 0,0 1-1 0 0,1 0 0 0 0,1 1 0 0 0,1-1 1 0 0,1 1-1 0 0,-1 19 0 0 0,3-36-261 0 0,0 0 1 0 0,0-1-1 0 0,0 1 1 0 0,0 0-1 0 0,0 0 1 0 0,1-1-1 0 0,-1 1 1 0 0,1 0-1 0 0,-1 0 0 0 0,1-1 1 0 0,-1 1-1 0 0,1 0 1 0 0,0-1-1 0 0,0 1 1 0 0,0-1-1 0 0,0 1 1 0 0,0-1-1 0 0,0 0 1 0 0,0 1-1 0 0,1-1 0 0 0,-1 0 1 0 0,2 2-1 0 0,-1-3-76 0 0,0 1 0 0 0,0-1 0 0 0,0 1 0 0 0,0-1-1 0 0,0 1 1 0 0,0-1 0 0 0,-1 0 0 0 0,1 0 0 0 0,0 0 0 0 0,0 0-1 0 0,0-1 1 0 0,0 1 0 0 0,0 0 0 0 0,0-1 0 0 0,0 1-1 0 0,3-2 1 0 0,4-2-297 0 0,-1 0 0 0 0,0-1 0 0 0,0 0-1 0 0,0 0 1 0 0,0-1 0 0 0,-1 0 0 0 0,8-8 0 0 0,-7 4 228 0 0,1-1 0 0 0,-1-1 0 0 0,-1 1 0 0 0,0-1 0 0 0,-1 0 0 0 0,5-15 0 0 0,23-40 2222 0 0,-33 66-1926 0 0,-1-1-1 0 0,1 1 0 0 0,0-1 0 0 0,0 1 0 0 0,0-1 0 0 0,0 1 0 0 0,0-1 0 0 0,1 1 0 0 0,-1 0 1 0 0,0 0-1 0 0,1 0 0 0 0,-1 0 0 0 0,0 0 0 0 0,1 0 0 0 0,0 0 0 0 0,-1 0 0 0 0,1 0 0 0 0,-1 1 1 0 0,1-1-1 0 0,0 1 0 0 0,-1-1 0 0 0,1 1 0 0 0,2-1 0 0 0,-2 2-23 0 0,0-1-1 0 0,0 1 1 0 0,-1 0-1 0 0,1 0 1 0 0,0-1-1 0 0,-1 1 1 0 0,1 0-1 0 0,-1 1 1 0 0,1-1 0 0 0,-1 0-1 0 0,1 0 1 0 0,-1 1-1 0 0,0-1 1 0 0,1 0-1 0 0,-1 1 1 0 0,0-1-1 0 0,1 4 1 0 0,6 9 220 0 0,-1 0-1 0 0,-1 0 1 0 0,8 29 0 0 0,-12-39-350 0 0,16 44-896 0 0,-5-29-4632 0 0</inkml:trace>
</inkml:ink>
</file>

<file path=ppt/ink/ink2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08.730"/>
    </inkml:context>
    <inkml:brush xml:id="br0">
      <inkml:brushProperty name="width" value="0.1" units="cm"/>
      <inkml:brushProperty name="height" value="0.1" units="cm"/>
    </inkml:brush>
  </inkml:definitions>
  <inkml:trace contextRef="#ctx0" brushRef="#br0">0 22 8290 0 0,'0'-1'224'0'0,"1"0"1"0"0,-1 0-1 0 0,0 0 1 0 0,0 0-1 0 0,1 0 0 0 0,-1 0 1 0 0,0 0-1 0 0,1 0 1 0 0,-1 0-1 0 0,1 0 1 0 0,0 0-1 0 0,-1 1 0 0 0,1-1 1 0 0,-1 0-1 0 0,1 0 1 0 0,0 1-1 0 0,0-1 1 0 0,-1 0-1 0 0,1 1 0 0 0,0-1 1 0 0,0 1-1 0 0,0-1 1 0 0,0 1-1 0 0,0-1 1 0 0,0 1-1 0 0,0 0 0 0 0,0-1 1 0 0,0 1-1 0 0,0 0 1 0 0,0 0-1 0 0,0 0 1 0 0,0-1-1 0 0,0 1 0 0 0,0 0 1 0 0,0 1-1 0 0,2-1 1 0 0,-1 1-40 0 0,0 0 0 0 0,0 0 0 0 0,0 0 0 0 0,0 0 0 0 0,-1 1 0 0 0,1-1 0 0 0,0 0 0 0 0,-1 1 1 0 0,1-1-1 0 0,-1 1 0 0 0,1 0 0 0 0,-1 0 0 0 0,0 0 0 0 0,1-1 0 0 0,-1 1 0 0 0,1 4 0 0 0,14 35 283 0 0,-3 1 0 0 0,-1 1-1 0 0,11 81 1 0 0,-1-7-1185 0 0,-5-24-2927 0 0,-14-78 1845 0 0</inkml:trace>
</inkml:ink>
</file>

<file path=ppt/ink/ink2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08.920"/>
    </inkml:context>
    <inkml:brush xml:id="br0">
      <inkml:brushProperty name="width" value="0.1" units="cm"/>
      <inkml:brushProperty name="height" value="0.1" units="cm"/>
    </inkml:brush>
  </inkml:definitions>
  <inkml:trace contextRef="#ctx0" brushRef="#br0">42 159 6449 0 0,'-6'-10'1683'0'0,"-1"0"-1"0"0,1 0 1 0 0,-6-16-1 0 0,10 23-1286 0 0,0-1 0 0 0,1 0 0 0 0,0 0 0 0 0,-1 0 0 0 0,2 0 0 0 0,-1 0 0 0 0,0 0 1 0 0,1 0-1 0 0,0-1 0 0 0,0 1 0 0 0,0 0 0 0 0,1-8 0 0 0,1 9-284 0 0,-1 1 0 0 0,0 0 0 0 0,1-1 0 0 0,-1 1 0 0 0,1 0 0 0 0,0 0 0 0 0,0 0 0 0 0,0 0 0 0 0,0 1 0 0 0,0-1 0 0 0,0 0 0 0 0,1 1 0 0 0,-1 0 0 0 0,0-1 0 0 0,1 1 0 0 0,-1 0 0 0 0,1 0 0 0 0,-1 0 0 0 0,1 1 0 0 0,0-1 0 0 0,2 0 0 0 0,10-2 114 0 0,0 1 0 0 0,20-1 0 0 0,-32 3-187 0 0,203 4-2350 0 0,-175-2 382 0 0,-6-1-4450 0 0</inkml:trace>
</inkml:ink>
</file>

<file path=ppt/ink/ink2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09.315"/>
    </inkml:context>
    <inkml:brush xml:id="br0">
      <inkml:brushProperty name="width" value="0.1" units="cm"/>
      <inkml:brushProperty name="height" value="0.1" units="cm"/>
    </inkml:brush>
  </inkml:definitions>
  <inkml:trace contextRef="#ctx0" brushRef="#br0">53 0 10138 0 0,'-4'4'461'0'0,"-1"0"-1"0"0,1 1 1 0 0,0-1-1 0 0,0 1 1 0 0,0 0-1 0 0,1 0 0 0 0,0 0 1 0 0,0 0-1 0 0,0 1 1 0 0,0-1-1 0 0,1 1 1 0 0,0 0-1 0 0,0-1 1 0 0,0 1-1 0 0,1 0 1 0 0,0 0-1 0 0,0 0 1 0 0,1 8-1 0 0,-1 5-16 0 0,0 0 0 0 0,2 0 0 0 0,1 0 0 0 0,5 30 0 0 0,-4-38-263 0 0,0-1 0 0 0,0 1 0 0 0,1-1 0 0 0,6 12 0 0 0,-9-20-182 0 0,0 1 0 0 0,0-1 0 0 0,0 1 0 0 0,1-1 0 0 0,-1 0 0 0 0,1 0 1 0 0,-1 0-1 0 0,1 0 0 0 0,0 0 0 0 0,0 0 0 0 0,0 0 0 0 0,0 0 0 0 0,0-1 0 0 0,0 1 0 0 0,1-1 1 0 0,-1 0-1 0 0,1 1 0 0 0,-1-1 0 0 0,1 0 0 0 0,-1 0 0 0 0,1-1 0 0 0,3 2 0 0 0,-4-3-100 0 0,0 1 0 0 0,1-1-1 0 0,-1 0 1 0 0,0 0 0 0 0,0 1 0 0 0,0-2-1 0 0,0 1 1 0 0,0 0 0 0 0,0 0-1 0 0,0 0 1 0 0,0-1 0 0 0,0 1-1 0 0,-1-1 1 0 0,1 0 0 0 0,-1 1 0 0 0,1-1-1 0 0,-1 0 1 0 0,2-2 0 0 0,24-40-1358 0 0,-24 37 1232 0 0,85-168-366 0 0,-87 174 672 0 0,-1 1 0 0 0,0-1 0 0 0,0 1 1 0 0,1-1-1 0 0,-1 1 0 0 0,0-1 0 0 0,0 1 0 0 0,1-1 1 0 0,-1 1-1 0 0,1 0 0 0 0,-1-1 0 0 0,0 1 0 0 0,1-1 1 0 0,-1 1-1 0 0,1 0 0 0 0,-1-1 0 0 0,1 1 0 0 0,-1 0 1 0 0,1 0-1 0 0,-1-1 0 0 0,1 1 0 0 0,-1 0 0 0 0,1 0 1 0 0,-1 0-1 0 0,1-1 0 0 0,0 1 0 0 0,-1 0 0 0 0,1 0 1 0 0,-1 0-1 0 0,1 0 0 0 0,-1 0 0 0 0,1 0 0 0 0,0 1 1 0 0,0-1-1 0 0,1 1 50 0 0,-1 0 0 0 0,1 0 0 0 0,-1 0 0 0 0,1 0 1 0 0,-1 1-1 0 0,1-1 0 0 0,-1 0 0 0 0,0 1 0 0 0,0-1 1 0 0,2 4-1 0 0,19 42 471 0 0,-17-32-856 0 0,0-1 0 0 0,2 0 0 0 0,12 22 0 0 0,-14-28-854 0 0,1 0-1 0 0,-1-1 1 0 0,2 0 0 0 0,7 8 0 0 0</inkml:trace>
</inkml:ink>
</file>

<file path=ppt/ink/ink2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09.852"/>
    </inkml:context>
    <inkml:brush xml:id="br0">
      <inkml:brushProperty name="width" value="0.1" units="cm"/>
      <inkml:brushProperty name="height" value="0.1" units="cm"/>
    </inkml:brush>
  </inkml:definitions>
  <inkml:trace contextRef="#ctx0" brushRef="#br0">7 9 14283 0 0,'-6'-9'4941'0'0,"13"11"-2770"0"0,14 10-1688 0 0,-20-12-412 0 0,8 7 40 0 0,-1 1 0 0 0,0-1 1 0 0,0 1-1 0 0,-1 0 0 0 0,0 1 1 0 0,-1 0-1 0 0,1 0 0 0 0,8 19 1 0 0,0 4-26 0 0,14 45 0 0 0,-27-71-68 0 0,3 7-10 0 0,-1-1 0 0 0,-1 0 0 0 0,0 1 0 0 0,0 0 0 0 0,-2 0 0 0 0,1 0 0 0 0,-1 16 0 0 0,-1-29-11 0 0,0 1 0 0 0,0-1 0 0 0,0 1 1 0 0,0-1-1 0 0,0 1 0 0 0,0-1 0 0 0,0 0 0 0 0,0 1 0 0 0,0-1 0 0 0,-1 1 1 0 0,1-1-1 0 0,0 0 0 0 0,0 1 0 0 0,0-1 0 0 0,0 1 0 0 0,0-1 0 0 0,-1 0 1 0 0,1 1-1 0 0,0-1 0 0 0,0 0 0 0 0,-1 1 0 0 0,1-1 0 0 0,0 0 0 0 0,-1 1 1 0 0,1-1-1 0 0,0 0 0 0 0,-1 0 0 0 0,1 1 0 0 0,0-1 0 0 0,-1 0 0 0 0,0 0 1 0 0,-10-7-316 0 0,-6-21-1188 0 0,5-6-1920 0 0,8 14-3196 0 0</inkml:trace>
</inkml:ink>
</file>

<file path=ppt/ink/ink2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0.250"/>
    </inkml:context>
    <inkml:brush xml:id="br0">
      <inkml:brushProperty name="width" value="0.1" units="cm"/>
      <inkml:brushProperty name="height" value="0.1" units="cm"/>
    </inkml:brush>
  </inkml:definitions>
  <inkml:trace contextRef="#ctx0" brushRef="#br0">0 299 3681 0 0,'1'0'93'0'0,"-1"1"0"0"0,0 0 1 0 0,1-1-1 0 0,-1 1 0 0 0,1 0 0 0 0,-1-1 1 0 0,1 1-1 0 0,-1 0 0 0 0,1-1 0 0 0,-1 1 1 0 0,1-1-1 0 0,0 1 0 0 0,-1-1 0 0 0,1 1 1 0 0,0-1-1 0 0,-1 0 0 0 0,1 1 0 0 0,0-1 1 0 0,0 0-1 0 0,-1 0 0 0 0,1 1 0 0 0,0-1 1 0 0,0 0-1 0 0,0 0 0 0 0,-1 0 1 0 0,1 0-1 0 0,0 0 0 0 0,1 0 0 0 0,1-1 231 0 0,-1 1 0 0 0,1-1-1 0 0,-1 0 1 0 0,1 0-1 0 0,-1 0 1 0 0,1 0 0 0 0,-1-1-1 0 0,0 1 1 0 0,3-2-1 0 0,3-4 974 0 0,0 1 0 0 0,-1-2 0 0 0,12-13-1 0 0,-5 2 39 0 0,0 0 0 0 0,-2-1 0 0 0,18-40 0 0 0,-20 37-1604 0 0,-2 0 1 0 0,-1-1 0 0 0,8-38 0 0 0,-15 62 232 0 0,0 0 0 0 0,0 0 0 0 0,0 0 1 0 0,0 0-1 0 0,0-1 0 0 0,0 1 0 0 0,0 0 0 0 0,0 0 1 0 0,0 0-1 0 0,1 0 0 0 0,-1 0 0 0 0,0 0 1 0 0,0 0-1 0 0,0-1 0 0 0,0 1 0 0 0,0 0 0 0 0,0 0 1 0 0,0 0-1 0 0,0 0 0 0 0,0 0 0 0 0,0-1 0 0 0,0 1 1 0 0,0 0-1 0 0,0 0 0 0 0,0 0 0 0 0,0 0 1 0 0,0 0-1 0 0,0 0 0 0 0,0-1 0 0 0,0 1 0 0 0,0 0 1 0 0,0 0-1 0 0,0 0 0 0 0,0 0 0 0 0,-1 0 1 0 0,1 0-1 0 0,0-1 0 0 0,0 1 0 0 0,0 0 0 0 0,0 0 1 0 0,0 0-1 0 0,0 0 0 0 0,0 0 0 0 0,0 0 0 0 0,-1 0 1 0 0,1 0-1 0 0,0 0 0 0 0,0-1 0 0 0,0 1 1 0 0,0 0-1 0 0,0 0 0 0 0,0 0 0 0 0,-1 0 0 0 0,1 0 1 0 0,0 0-1 0 0,0 0 0 0 0,0 0 0 0 0,0 0 0 0 0,0 0 1 0 0,-1 0-1 0 0,1 0 0 0 0,0 0 0 0 0,0 0 1 0 0,0 0-1 0 0,0 0 0 0 0,-1 1 0 0 0,-9 9-349 0 0,-10 20 1217 0 0,18-22-563 0 0,0 1 1 0 0,0-1 0 0 0,1 0-1 0 0,0 1 1 0 0,1-1 0 0 0,0 0-1 0 0,0 1 1 0 0,1-1 0 0 0,0 0-1 0 0,0 1 1 0 0,1-1 0 0 0,0 0-1 0 0,0 0 1 0 0,1 0 0 0 0,0 0-1 0 0,8 13 1 0 0,-8-15-133 0 0,1-1 0 0 0,-1 1 0 0 0,1-1 0 0 0,0 0 0 0 0,1 0 1 0 0,-1-1-1 0 0,1 1 0 0 0,0-1 0 0 0,0 0 0 0 0,7 4 0 0 0,-9-6-123 0 0,1 0-1 0 0,0 0 1 0 0,0-1-1 0 0,-1 1 0 0 0,1-1 1 0 0,0 0-1 0 0,1 0 1 0 0,-1 0-1 0 0,0-1 1 0 0,0 0-1 0 0,0 0 1 0 0,0 0-1 0 0,0 0 1 0 0,1 0-1 0 0,-1-1 1 0 0,7-1-1 0 0,-3-1-445 0 0,0 0 1 0 0,-1-1-1 0 0,1 0 0 0 0,-1 0 1 0 0,11-8-1 0 0</inkml:trace>
</inkml:ink>
</file>

<file path=ppt/ink/ink2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1.297"/>
    </inkml:context>
    <inkml:brush xml:id="br0">
      <inkml:brushProperty name="width" value="0.1" units="cm"/>
      <inkml:brushProperty name="height" value="0.1" units="cm"/>
    </inkml:brush>
  </inkml:definitions>
  <inkml:trace contextRef="#ctx0" brushRef="#br0">0 1 14627 0 0,'12'28'6870'0'0,"0"-2"-6308"0"0,0 11-392 0 0,-2 0 0 0 0,-2 1 0 0 0,7 73 0 0 0,-2-16-606 0 0,-9-66-238 0 0</inkml:trace>
</inkml:ink>
</file>

<file path=ppt/ink/ink2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1.488"/>
    </inkml:context>
    <inkml:brush xml:id="br0">
      <inkml:brushProperty name="width" value="0.1" units="cm"/>
      <inkml:brushProperty name="height" value="0.1" units="cm"/>
    </inkml:brush>
  </inkml:definitions>
  <inkml:trace contextRef="#ctx0" brushRef="#br0">1 67 13827 0 0,'0'-2'183'0'0,"1"0"0"0"0,-1 0 1 0 0,1 0-1 0 0,0 0 0 0 0,0 0 1 0 0,0 0-1 0 0,0 0 0 0 0,0 0 0 0 0,0 1 1 0 0,0-1-1 0 0,1 0 0 0 0,-1 1 0 0 0,0-1 1 0 0,1 1-1 0 0,0-1 0 0 0,2-1 1 0 0,34-23 1479 0 0,-26 18-1122 0 0,-12 8-560 0 0,1 0 0 0 0,-1 0 0 0 0,1 0 0 0 0,-1 0 0 0 0,1-1 0 0 0,-1 1 0 0 0,0 0 0 0 0,1 0 0 0 0,-1 0 0 0 0,1 0 0 0 0,-1 0 0 0 0,1 0 0 0 0,-1 0 0 0 0,1 0 0 0 0,-1 1 0 0 0,1-1 0 0 0,-1 0 0 0 0,0 0 0 0 0,1 0 0 0 0,-1 0 0 0 0,1 1 0 0 0,-1-1 0 0 0,1 0 0 0 0,-1 0 0 0 0,0 1 0 0 0,1-1 0 0 0,-1 0 0 0 0,0 1 0 0 0,1-1 0 0 0,-1 0 0 0 0,0 1 0 0 0,0-1 0 0 0,1 0 0 0 0,-1 1 0 0 0,0-1 0 0 0,0 1 0 0 0,0-1 0 0 0,1 1 0 0 0,-1-1 0 0 0,0 0 0 0 0,0 1 0 0 0,0-1 0 0 0,0 1 0 0 0,0-1 0 0 0,0 1 0 0 0,0-1 0 0 0,0 1 0 0 0,0-1-1 0 0,0 1 1 0 0,0 0 0 0 0,3 36-2627 0 0,-2-23 1725 0 0,9 46-880 0 0,-4-28 1659 0 0</inkml:trace>
</inkml:ink>
</file>

<file path=ppt/ink/ink2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1.933"/>
    </inkml:context>
    <inkml:brush xml:id="br0">
      <inkml:brushProperty name="width" value="0.1" units="cm"/>
      <inkml:brushProperty name="height" value="0.1" units="cm"/>
    </inkml:brush>
  </inkml:definitions>
  <inkml:trace contextRef="#ctx0" brushRef="#br0">0 6 9674 0 0,'2'2'513'0'0,"0"1"1"0"0,1-1-1 0 0,-1 1 0 0 0,0-1 1 0 0,0 0-1 0 0,1 0 1 0 0,0 0-1 0 0,-1 0 0 0 0,4 2 1 0 0,1 1 283 0 0,7 9 46 0 0,0 1 1 0 0,-1 1 0 0 0,-1 0-1 0 0,0 0 1 0 0,-2 1 0 0 0,14 27-1 0 0,27 42-448 0 0,-51-86-420 0 0,0 0-1 0 0,0 0 1 0 0,0 0 0 0 0,0 0 0 0 0,0 0 0 0 0,0 0-1 0 0,0 0 1 0 0,0 1 0 0 0,0-1 0 0 0,0 0 0 0 0,1 0 0 0 0,-1 0-1 0 0,0 0 1 0 0,0 0 0 0 0,0 0 0 0 0,0 0 0 0 0,0 0 0 0 0,0 0-1 0 0,0 0 1 0 0,1 0 0 0 0,-1 0 0 0 0,0 0 0 0 0,0 0-1 0 0,0 0 1 0 0,0 1 0 0 0,0-1 0 0 0,0 0 0 0 0,1 0 0 0 0,-1 0-1 0 0,0-1 1 0 0,0 1 0 0 0,0 0 0 0 0,0 0 0 0 0,0 0-1 0 0,0 0 1 0 0,1 0 0 0 0,-1 0 0 0 0,0 0 0 0 0,0 0 0 0 0,0 0-1 0 0,0 0 1 0 0,0 0 0 0 0,0 0 0 0 0,0 0 0 0 0,1 0 0 0 0,-1 0-1 0 0,0-1 1 0 0,0 1 0 0 0,5-10-777 0 0,2-19-24 0 0,-5 20 584 0 0,7-30-317 0 0,15-48 581 0 0,-22 79 170 0 0,1 1 0 0 0,1 0 0 0 0,-1 0 0 0 0,1 0 0 0 0,0 0-1 0 0,1 0 1 0 0,0 1 0 0 0,10-11 0 0 0,-14 16-115 0 0,1 0 0 0 0,-1 0 0 0 0,0 0 0 0 0,0 0 0 0 0,1 0 0 0 0,-1 0 0 0 0,1 0 0 0 0,-1 0 0 0 0,1 1 0 0 0,-1-1 0 0 0,1 1 0 0 0,-1-1 0 0 0,1 1 0 0 0,0 0-1 0 0,-1-1 1 0 0,1 1 0 0 0,-1 0 0 0 0,1 0 0 0 0,0 0 0 0 0,-1 0 0 0 0,1 1 0 0 0,2-1 0 0 0,-1 2-7 0 0,0-1-1 0 0,0 0 1 0 0,0 1 0 0 0,0-1-1 0 0,-1 1 1 0 0,1 0-1 0 0,0 0 1 0 0,-1 0 0 0 0,1 1-1 0 0,2 3 1 0 0,4 4-32 0 0,-2 0 1 0 0,0 0-1 0 0,0 1 1 0 0,8 19 0 0 0,31 64-3471 0 0,-36-73-3605 0 0</inkml:trace>
</inkml:ink>
</file>

<file path=ppt/ink/ink2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2.251"/>
    </inkml:context>
    <inkml:brush xml:id="br0">
      <inkml:brushProperty name="width" value="0.1" units="cm"/>
      <inkml:brushProperty name="height" value="0.1" units="cm"/>
    </inkml:brush>
  </inkml:definitions>
  <inkml:trace contextRef="#ctx0" brushRef="#br0">154 47 2761 0 0,'1'0'187'0'0,"-1"-1"0"0"0,1 0 0 0 0,0 1 1 0 0,0-1-1 0 0,-1 0 0 0 0,1 1 1 0 0,0-1-1 0 0,-1 0 0 0 0,1 0 1 0 0,-1 0-1 0 0,1 0 0 0 0,-1 0 0 0 0,0 0 1 0 0,1 1-1 0 0,-1-1 0 0 0,0 0 1 0 0,0 0-1 0 0,1 0 0 0 0,-1 0 1 0 0,0 0-1 0 0,0 0 0 0 0,0 0 0 0 0,0 0 1 0 0,0 0-1 0 0,0 0 0 0 0,-1 0 1 0 0,1 0-1 0 0,0 0 0 0 0,0 0 1 0 0,-1 0-1 0 0,1 0 0 0 0,-1 0 0 0 0,1 0 1 0 0,-1 0-1 0 0,1 1 0 0 0,-1-1 1 0 0,1 0-1 0 0,-1 0 0 0 0,0 1 0 0 0,1-1 1 0 0,-1 0-1 0 0,0 1 0 0 0,0-1 1 0 0,0 0-1 0 0,-1 0 135 0 0,0 0-1 0 0,0 0 1 0 0,1 0 0 0 0,-1 0-1 0 0,0 0 1 0 0,0 1 0 0 0,0-1-1 0 0,0 1 1 0 0,0-1-1 0 0,0 1 1 0 0,0 0 0 0 0,0 0-1 0 0,0-1 1 0 0,-1 2 0 0 0,1-1-1 0 0,0 0 1 0 0,0 0 0 0 0,0 1-1 0 0,0-1 1 0 0,0 1 0 0 0,-2 0-1 0 0,-2 3-59 0 0,0 1-1 0 0,0 0 1 0 0,0 0-1 0 0,0 0 0 0 0,1 0 1 0 0,0 1-1 0 0,0 0 1 0 0,0 0-1 0 0,1 0 1 0 0,0 1-1 0 0,0-1 1 0 0,0 1-1 0 0,1 0 0 0 0,-4 13 1 0 0,0 1-96 0 0,1 1 1 0 0,0 0-1 0 0,-3 39 1 0 0,8-49-141 0 0,0 0 0 0 0,1-1 0 0 0,0 1 1 0 0,1 0-1 0 0,0-1 0 0 0,1 1 0 0 0,0-1 0 0 0,1 1 1 0 0,7 17-1 0 0,-8-25-42 0 0,0 0-1 0 0,0 1 1 0 0,1-1 0 0 0,-1 0-1 0 0,1 0 1 0 0,0 0 0 0 0,1-1-1 0 0,-1 1 1 0 0,1-1 0 0 0,-1 1-1 0 0,1-1 1 0 0,0 0 0 0 0,0-1-1 0 0,1 1 1 0 0,-1-1 0 0 0,0 0-1 0 0,1 0 1 0 0,-1 0 0 0 0,1 0-1 0 0,0-1 1 0 0,0 0 0 0 0,-1 0-1 0 0,1 0 1 0 0,0-1 0 0 0,6 1-1 0 0,-1-1-199 0 0,0-1 0 0 0,0 0 0 0 0,0 0 0 0 0,0-1 0 0 0,-1 0 0 0 0,1-1 0 0 0,16-7 0 0 0,-13 5-1324 0 0,-2-1-1 0 0,22-14 1 0 0,-13 5-4591 0 0</inkml:trace>
</inkml:ink>
</file>

<file path=ppt/ink/ink2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2.569"/>
    </inkml:context>
    <inkml:brush xml:id="br0">
      <inkml:brushProperty name="width" value="0.1" units="cm"/>
      <inkml:brushProperty name="height" value="0.1" units="cm"/>
    </inkml:brush>
  </inkml:definitions>
  <inkml:trace contextRef="#ctx0" brushRef="#br0">2 32 5985 0 0,'-1'-5'3969'0'0,"1"5"-3901"0"0,9-10 2159 0 0,-7 8-1941 0 0,0 0-1 0 0,0 0 1 0 0,1 0 0 0 0,-1 1 0 0 0,0-1 0 0 0,1 1 0 0 0,-1 0 0 0 0,6-3 0 0 0,-3 4-15 0 0,0 1 0 0 0,0-1 0 0 0,0 1 0 0 0,1-1-1 0 0,-1 1 1 0 0,0 1 0 0 0,0-1 0 0 0,0 1 0 0 0,-1 0 0 0 0,1 0 0 0 0,0 0 0 0 0,-1 1 0 0 0,1 0 0 0 0,5 4 0 0 0,5 4 400 0 0,0 1 1 0 0,21 22-1 0 0,8 20 386 0 0,-42-51-1018 0 0,1 1 0 0 0,-1-1 0 0 0,0 1 0 0 0,0-1 0 0 0,-1 1 0 0 0,1 0 0 0 0,-1 0 0 0 0,0 0-1 0 0,0-1 1 0 0,0 1 0 0 0,0 0 0 0 0,-1 1 0 0 0,1-1 0 0 0,-1 7 0 0 0,0-11-34 0 0,0 0 1 0 0,0 0-1 0 0,0 1 0 0 0,0-1 1 0 0,0 0-1 0 0,0 0 1 0 0,0 0-1 0 0,0 0 1 0 0,0 0-1 0 0,0 0 0 0 0,0 1 1 0 0,0-1-1 0 0,-1 0 1 0 0,1 0-1 0 0,0 0 0 0 0,0 0 1 0 0,0 0-1 0 0,0 0 1 0 0,0 0-1 0 0,0 1 1 0 0,0-1-1 0 0,0 0 0 0 0,0 0 1 0 0,0 0-1 0 0,-1 0 1 0 0,1 0-1 0 0,0 0 0 0 0,0 0 1 0 0,0 0-1 0 0,0 0 1 0 0,0 0-1 0 0,0 0 0 0 0,-1 0 1 0 0,1 0-1 0 0,0 0 1 0 0,0 0-1 0 0,0 0 1 0 0,0 0-1 0 0,0 0 0 0 0,0 0 1 0 0,-1 0-1 0 0,1 0 1 0 0,0 0-1 0 0,0 0 0 0 0,0 0 1 0 0,0 0-1 0 0,0 0 1 0 0,0 0-1 0 0,-1 0 1 0 0,1 0-1 0 0,0 0 0 0 0,0 0 1 0 0,0 0-1 0 0,0 0 1 0 0,0 0-1 0 0,0-1 0 0 0,-9-8 122 0 0,-5-15-34 0 0,12 15-117 0 0,-1 1 1 0 0,1-1-1 0 0,1 0 1 0 0,0 0-1 0 0,0 0 0 0 0,1 0 1 0 0,0-11-1 0 0,1 12-597 0 0,0-1 0 0 0,1 1 0 0 0,-1 0 0 0 0,6-13 0 0 0</inkml:trace>
</inkml:ink>
</file>

<file path=ppt/ink/ink2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2.879"/>
    </inkml:context>
    <inkml:brush xml:id="br0">
      <inkml:brushProperty name="width" value="0.1" units="cm"/>
      <inkml:brushProperty name="height" value="0.1" units="cm"/>
    </inkml:brush>
  </inkml:definitions>
  <inkml:trace contextRef="#ctx0" brushRef="#br0">0 377 3681 0 0,'0'1'43'0'0,"1"-1"1"0"0,-1 1 0 0 0,1-1-1 0 0,-1 1 1 0 0,1-1-1 0 0,-1 0 1 0 0,0 1-1 0 0,1-1 1 0 0,-1 0 0 0 0,1 1-1 0 0,0-1 1 0 0,-1 0-1 0 0,1 0 1 0 0,-1 1-1 0 0,1-1 1 0 0,-1 0 0 0 0,1 0-1 0 0,0 0 1 0 0,-1 0-1 0 0,1 0 1 0 0,-1 0 0 0 0,1 0-1 0 0,0 0 1 0 0,-1 0-1 0 0,1 0 1 0 0,-1 0-1 0 0,1 0 1 0 0,0 0 0 0 0,-1 0-1 0 0,1-1 1 0 0,-1 1-1 0 0,1 0 1 0 0,-1 0-1 0 0,1-1 1 0 0,-1 1 0 0 0,1 0-1 0 0,-1-1 1 0 0,1 1-1 0 0,-1-1 1 0 0,1 1 0 0 0,-1 0-1 0 0,0-1 1 0 0,1 0-1 0 0,26-26 1940 0 0,-21 20-1568 0 0,11-11 194 0 0,0-2-1 0 0,-1 0 1 0 0,-1 0-1 0 0,-1-2 1 0 0,-1 0-1 0 0,-1 0 0 0 0,0-1 1 0 0,-2-1-1 0 0,-1 0 1 0 0,-1 0-1 0 0,-1-1 1 0 0,5-33-1 0 0,-13 38-454 0 0,1 20-149 0 0,-1 0 1 0 0,1 0 0 0 0,0 0 0 0 0,0 0 0 0 0,0 0-1 0 0,-1 0 1 0 0,1-1 0 0 0,0 1 0 0 0,0 0 0 0 0,-1 0-1 0 0,1 0 1 0 0,0 0 0 0 0,0 0 0 0 0,-1 0 0 0 0,1 0-1 0 0,0 0 1 0 0,0 0 0 0 0,-1 0 0 0 0,1 0 0 0 0,0 1-1 0 0,0-1 1 0 0,0 0 0 0 0,-1 0 0 0 0,1 0 0 0 0,0 0-1 0 0,0 0 1 0 0,-1 0 0 0 0,1 0 0 0 0,0 1 0 0 0,0-1-1 0 0,0 0 1 0 0,0 0 0 0 0,-1 0 0 0 0,1 1 0 0 0,0-1-1 0 0,0 0 1 0 0,0 0 0 0 0,0 1 0 0 0,-20 31 288 0 0,15-16-233 0 0,0 1 0 0 0,0-1 0 0 0,2 1 0 0 0,0 0 0 0 0,1 0 0 0 0,1 0 0 0 0,1 28 0 0 0,0-37-69 0 0,1 0 0 0 0,0 0 0 0 0,0 0 0 0 0,1-1 0 0 0,0 1-1 0 0,0 0 1 0 0,0-1 0 0 0,1 1 0 0 0,1-1 0 0 0,-1 0 0 0 0,1 0 0 0 0,0 0 0 0 0,1 0 0 0 0,0-1 0 0 0,0 1 0 0 0,0-1-1 0 0,1-1 1 0 0,9 8 0 0 0,-2-5-1343 0 0</inkml:trace>
</inkml:ink>
</file>

<file path=ppt/ink/ink2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3.228"/>
    </inkml:context>
    <inkml:brush xml:id="br0">
      <inkml:brushProperty name="width" value="0.1" units="cm"/>
      <inkml:brushProperty name="height" value="0.1" units="cm"/>
    </inkml:brush>
  </inkml:definitions>
  <inkml:trace contextRef="#ctx0" brushRef="#br0">105 38 4609 0 0,'1'-2'49'0'0,"-1"0"0"0"0,1 1 0 0 0,-1-1 0 0 0,0 0 0 0 0,0 1 0 0 0,0-1 1 0 0,1 0-1 0 0,-2 0 0 0 0,1 1 0 0 0,0-1 0 0 0,0 0 0 0 0,0 1 0 0 0,-2-4 0 0 0,2 4 143 0 0,0 1-1 0 0,-1-1 1 0 0,1 0-1 0 0,-1 1 1 0 0,1-1-1 0 0,-1 0 1 0 0,1 1 0 0 0,-1-1-1 0 0,1 1 1 0 0,-1-1-1 0 0,1 1 1 0 0,-1-1-1 0 0,0 1 1 0 0,1-1 0 0 0,-1 1-1 0 0,0 0 1 0 0,0-1-1 0 0,1 1 1 0 0,-1 0-1 0 0,0 0 1 0 0,-1-1 0 0 0,0 1 115 0 0,0 0 0 0 0,0 0 0 0 0,0 1 0 0 0,1-1 0 0 0,-1 0 1 0 0,0 1-1 0 0,0-1 0 0 0,0 1 0 0 0,0 0 0 0 0,0 0 1 0 0,1-1-1 0 0,-1 1 0 0 0,0 0 0 0 0,1 0 0 0 0,-1 1 0 0 0,1-1 1 0 0,-1 0-1 0 0,1 0 0 0 0,-1 1 0 0 0,1-1 0 0 0,0 1 0 0 0,-2 2 1 0 0,-4 8 17 0 0,0 1 1 0 0,1-1 0 0 0,0 1 0 0 0,1 1 0 0 0,1-1-1 0 0,0 1 1 0 0,0 0 0 0 0,2 0 0 0 0,0 0 0 0 0,0 0 0 0 0,1 0-1 0 0,1 0 1 0 0,0 0 0 0 0,1 0 0 0 0,3 15 0 0 0,-3-26-464 0 0,0 0 1 0 0,0 0 0 0 0,0 0 0 0 0,0 0-1 0 0,0-1 1 0 0,1 1 0 0 0,-1 0 0 0 0,1-1-1 0 0,0 1 1 0 0,0-1 0 0 0,0 1 0 0 0,0-1-1 0 0,0 0 1 0 0,0 0 0 0 0,3 2 0 0 0,-3-3 60 0 0,-1-1 1 0 0,0 1 0 0 0,1 0-1 0 0,-1-1 1 0 0,0 0 0 0 0,1 1-1 0 0,-1-1 1 0 0,1 0 0 0 0,-1 0-1 0 0,1 1 1 0 0,-1-1 0 0 0,1 0 0 0 0,-1-1-1 0 0,0 1 1 0 0,1 0 0 0 0,-1 0-1 0 0,1-1 1 0 0,-1 1 0 0 0,0 0-1 0 0,1-1 1 0 0,-1 0 0 0 0,0 1-1 0 0,1-1 1 0 0,-1 0 0 0 0,0 1 0 0 0,0-1-1 0 0,1 0 1 0 0,-1 0 0 0 0,0 0-1 0 0,0 0 1 0 0,0 0 0 0 0,1-3-1 0 0,4-3-189 0 0,-1-1 0 0 0,0 0 0 0 0,0 0 0 0 0,-1-1 0 0 0,0 0 0 0 0,-1 1 0 0 0,0-1 0 0 0,0-1 0 0 0,3-16 0 0 0,-4 15 804 0 0,0 0 0 0 0,2 0 0 0 0,-1 0 0 0 0,1 1 0 0 0,1-1 0 0 0,7-12 0 0 0,-12 22-469 0 0,1 0 0 0 0,-1 0 0 0 0,1 0 0 0 0,0 0 0 0 0,0 0 0 0 0,-1 0 0 0 0,1 0-1 0 0,0 0 1 0 0,0 0 0 0 0,0 1 0 0 0,0-1 0 0 0,0 0 0 0 0,0 1 0 0 0,0-1 0 0 0,0 0 0 0 0,0 1 0 0 0,1-1 0 0 0,-1 1 0 0 0,0 0 0 0 0,0-1 0 0 0,0 1 0 0 0,1 0 0 0 0,-1 0 0 0 0,0 0 0 0 0,0 0 0 0 0,1 0 0 0 0,-1 0-1 0 0,0 0 1 0 0,0 0 0 0 0,1 0 0 0 0,-1 1 0 0 0,0-1 0 0 0,0 0 0 0 0,0 1 0 0 0,0-1 0 0 0,1 1 0 0 0,-1 0 0 0 0,0-1 0 0 0,0 1 0 0 0,0 0 0 0 0,0-1 0 0 0,0 1 0 0 0,0 0 0 0 0,0 0 0 0 0,0 1 0 0 0,7 6 10 0 0,-1 0 1 0 0,-1 0 0 0 0,0 1-1 0 0,7 12 1 0 0,-7-11-57 0 0,-4-8-63 0 0,2 5-147 0 0,0 0-1 0 0,1-1 1 0 0,0 0 0 0 0,0 0-1 0 0,0 0 1 0 0,0 0 0 0 0,1-1-1 0 0,9 7 1 0 0,0-5-808 0 0</inkml:trace>
</inkml:ink>
</file>

<file path=ppt/ink/ink2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3.529"/>
    </inkml:context>
    <inkml:brush xml:id="br0">
      <inkml:brushProperty name="width" value="0.1" units="cm"/>
      <inkml:brushProperty name="height" value="0.1" units="cm"/>
    </inkml:brush>
  </inkml:definitions>
  <inkml:trace contextRef="#ctx0" brushRef="#br0">97 8 6913 0 0,'-4'-7'5507'0'0,"3"6"-5369"0"0,-10 7 2564 0 0,-8 14-1082 0 0,16-14-1490 0 0,1 0 1 0 0,-1 0-1 0 0,1 0 1 0 0,0 0 0 0 0,1 0-1 0 0,0 1 1 0 0,0-1-1 0 0,0 1 1 0 0,0-1 0 0 0,1 1-1 0 0,0-1 1 0 0,1 1 0 0 0,-1-1-1 0 0,1 0 1 0 0,1 1-1 0 0,-1-1 1 0 0,1 0 0 0 0,4 9-1 0 0,-2-4 100 0 0,1-1 0 0 0,1 0 0 0 0,0-1 0 0 0,0 1 0 0 0,1-1 0 0 0,0-1 0 0 0,0 1 0 0 0,1-1 0 0 0,15 13 0 0 0,-17-18-311 0 0,-1 2 1 0 0,0-1 0 0 0,0 1 0 0 0,0-1-1 0 0,-1 1 1 0 0,1 1 0 0 0,-1-1 0 0 0,-1 0-1 0 0,7 12 1 0 0,-9-14 50 0 0,-1-1 0 0 0,1 1 0 0 0,-1 0 1 0 0,1-1-1 0 0,-1 1 0 0 0,0 0 0 0 0,0-1 0 0 0,0 1 0 0 0,0 0 0 0 0,-1-1 0 0 0,1 1 1 0 0,-1 0-1 0 0,0-1 0 0 0,1 1 0 0 0,-1-1 0 0 0,0 1 0 0 0,-1-1 0 0 0,1 1 0 0 0,0-1 1 0 0,-1 0-1 0 0,1 0 0 0 0,-1 1 0 0 0,0-1 0 0 0,1 0 0 0 0,-1-1 0 0 0,0 1 0 0 0,-3 2 1 0 0,-3 2-23 0 0,0 1 0 0 0,-1-1 1 0 0,0-1-1 0 0,0 0 0 0 0,-1 0 0 0 0,1-1 1 0 0,-1 0-1 0 0,0-1 0 0 0,0 0 1 0 0,0 0-1 0 0,0-1 0 0 0,-20 1 0 0 0,7-1-549 0 0</inkml:trace>
</inkml:ink>
</file>

<file path=ppt/ink/ink2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3.927"/>
    </inkml:context>
    <inkml:brush xml:id="br0">
      <inkml:brushProperty name="width" value="0.1" units="cm"/>
      <inkml:brushProperty name="height" value="0.1" units="cm"/>
    </inkml:brush>
  </inkml:definitions>
  <inkml:trace contextRef="#ctx0" brushRef="#br0">10 225 3225 0 0,'3'-1'171'0'0,"0"1"0"0"0,-1-1 0 0 0,1 0 0 0 0,-1 0 0 0 0,1 0 0 0 0,-1 0 0 0 0,1 0 0 0 0,-1-1 0 0 0,0 1 0 0 0,1-1 0 0 0,-1 0-1 0 0,0 1 1 0 0,0-1 0 0 0,0 0 0 0 0,-1 0 0 0 0,1-1 0 0 0,0 1 0 0 0,-1 0 0 0 0,1 0 0 0 0,-1-1 0 0 0,0 1 0 0 0,2-4 0 0 0,3-8 1608 0 0,0 1 0 0 0,6-25-1 0 0,-9 27-955 0 0,-1 0-1 0 0,0 0 0 0 0,1-15 0 0 0,-3 22-804 0 0,1 1-1 0 0,-2-1 1 0 0,1 1-1 0 0,0-1 1 0 0,-1 1-1 0 0,1-1 1 0 0,-1 1-1 0 0,0-1 1 0 0,0 1-1 0 0,-1 0 1 0 0,1-1-1 0 0,-1 1 1 0 0,1 0-1 0 0,-5-5 1 0 0,6 8-55 0 0,0 0 1 0 0,0-1-1 0 0,-1 1 1 0 0,1 0-1 0 0,0-1 0 0 0,-1 1 1 0 0,1 0-1 0 0,-1-1 1 0 0,1 1-1 0 0,0 0 1 0 0,-1 0-1 0 0,1 0 1 0 0,-1 0-1 0 0,1-1 1 0 0,-1 1-1 0 0,1 0 0 0 0,-1 0 1 0 0,1 0-1 0 0,0 0 1 0 0,-1 0-1 0 0,1 0 1 0 0,-1 0-1 0 0,1 0 1 0 0,-1 0-1 0 0,1 0 1 0 0,-1 0-1 0 0,1 0 1 0 0,-1 1-1 0 0,1-1 0 0 0,0 0 1 0 0,-1 0-1 0 0,-15 14 79 0 0,-5 19 934 0 0,16-24-697 0 0,1 0 1 0 0,0 0 0 0 0,1 0-1 0 0,0 0 1 0 0,1 1 0 0 0,0-1-1 0 0,0 1 1 0 0,1 0 0 0 0,1-1 0 0 0,-1 1-1 0 0,1 0 1 0 0,1 0 0 0 0,3 16-1 0 0,-3-19-140 0 0,1-1 0 0 0,1 1 0 0 0,-1-1 0 0 0,1 0 0 0 0,0 0 0 0 0,0 0-1 0 0,1 0 1 0 0,0 0 0 0 0,0-1 0 0 0,0 0 0 0 0,1 1 0 0 0,0-2 0 0 0,0 1 0 0 0,0 0 0 0 0,0-1-1 0 0,1 0 1 0 0,0-1 0 0 0,-1 1 0 0 0,1-1 0 0 0,10 4 0 0 0,-6-3-293 0 0,0-1 1 0 0,1 0-1 0 0,-1 0 1 0 0,1-1-1 0 0,0 0 1 0 0,-1-1 0 0 0,1-1-1 0 0,0 1 1 0 0,0-2-1 0 0,15-1 1 0 0,-8-1-1441 0 0,0-1 0 0 0,0-1 1 0 0,-1-1-1 0 0,1 0 0 0 0,19-11 0 0 0,-11 3-1030 0 0</inkml:trace>
</inkml:ink>
</file>

<file path=ppt/ink/ink2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4.227"/>
    </inkml:context>
    <inkml:brush xml:id="br0">
      <inkml:brushProperty name="width" value="0.1" units="cm"/>
      <inkml:brushProperty name="height" value="0.1" units="cm"/>
    </inkml:brush>
  </inkml:definitions>
  <inkml:trace contextRef="#ctx0" brushRef="#br0">158 11 3225 0 0,'-10'-3'1445'0'0,"0"1"1"0"0,1 0-1 0 0,-1 0 1 0 0,0 1-1 0 0,0 1 1 0 0,-15 0-1 0 0,22 1-1109 0 0,-1-1-1 0 0,1 1 1 0 0,0 0-1 0 0,0 0 1 0 0,0 0-1 0 0,0 0 1 0 0,0 1-1 0 0,0 0 0 0 0,1-1 1 0 0,-1 1-1 0 0,0 0 1 0 0,1 0-1 0 0,-1 0 1 0 0,1 0-1 0 0,0 1 1 0 0,0-1-1 0 0,0 1 1 0 0,0-1-1 0 0,0 1 1 0 0,0 0-1 0 0,1 0 1 0 0,-1 0-1 0 0,1 0 0 0 0,-2 4 1 0 0,1-1-204 0 0,0 1 1 0 0,0 0-1 0 0,0 0 0 0 0,1 0 1 0 0,0 0-1 0 0,0 0 0 0 0,1 0 0 0 0,0 0 1 0 0,0 0-1 0 0,0 0 0 0 0,1 0 1 0 0,0 0-1 0 0,1-1 0 0 0,2 8 1 0 0,3 5-15 0 0,1-1-1 0 0,0 0 1 0 0,18 25 0 0 0,-14-23-47 0 0,0 0 1 0 0,11 30-1 0 0,-22-48-51 0 0,0 0 0 0 0,-1 0-1 0 0,1 0 1 0 0,-1 0 0 0 0,1 0 0 0 0,-1 1 0 0 0,0-1 0 0 0,0 0-1 0 0,0 0 1 0 0,0 0 0 0 0,0 0 0 0 0,0 1 0 0 0,-1-1 0 0 0,1 0-1 0 0,-1 0 1 0 0,1 0 0 0 0,-1 0 0 0 0,0 0 0 0 0,0 0 0 0 0,0 0-1 0 0,0 0 1 0 0,0 0 0 0 0,0-1 0 0 0,-1 1 0 0 0,1 0 0 0 0,0-1 0 0 0,-1 1-1 0 0,0-1 1 0 0,-2 3 0 0 0,-26 14-1135 0 0,-3-6-5260 0 0,11-4-1144 0 0</inkml:trace>
</inkml:ink>
</file>

<file path=ppt/ink/ink2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4.908"/>
    </inkml:context>
    <inkml:brush xml:id="br0">
      <inkml:brushProperty name="width" value="0.1" units="cm"/>
      <inkml:brushProperty name="height" value="0.1" units="cm"/>
    </inkml:brush>
  </inkml:definitions>
  <inkml:trace contextRef="#ctx0" brushRef="#br0">29 0 12443 0 0,'-2'1'485'0'0,"1"0"0"0"0,-1 0 0 0 0,0 0 0 0 0,1 0 0 0 0,-1 1 0 0 0,1-1 0 0 0,0 0 0 0 0,-1 1 0 0 0,1-1 0 0 0,0 1 0 0 0,0 0 0 0 0,-2 3 0 0 0,-5 25 2265 0 0,8-17-2431 0 0,0 0-1 0 0,3 26 1 0 0,-1-26 88 0 0,32 354 1386 0 0,-15-123-4960 0 0,-18-228-2169 0 0</inkml:trace>
</inkml:ink>
</file>

<file path=ppt/ink/ink2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5.369"/>
    </inkml:context>
    <inkml:brush xml:id="br0">
      <inkml:brushProperty name="width" value="0.1" units="cm"/>
      <inkml:brushProperty name="height" value="0.1" units="cm"/>
    </inkml:brush>
  </inkml:definitions>
  <inkml:trace contextRef="#ctx0" brushRef="#br0">15 234 6913 0 0,'-1'0'51'0'0,"0"-1"0"0"0,0 0 0 0 0,0 0 0 0 0,0 1 0 0 0,0-1 0 0 0,0 0 0 0 0,0 0-1 0 0,0 0 1 0 0,0 0 0 0 0,1 0 0 0 0,-1 0 0 0 0,0 0 0 0 0,1 0 0 0 0,-1-1-1 0 0,1 1 1 0 0,0 0 0 0 0,-1 0 0 0 0,1 0 0 0 0,0-1 0 0 0,-1 1 0 0 0,1 0 0 0 0,0 0-1 0 0,0-1 1 0 0,0 1 0 0 0,0 0 0 0 0,0 0 0 0 0,0-1 0 0 0,1 1 0 0 0,-1 0-1 0 0,0 0 1 0 0,1 0 0 0 0,-1-1 0 0 0,1 1 0 0 0,-1 0 0 0 0,1 0 0 0 0,-1 0 0 0 0,2-1-1 0 0,2-3 201 0 0,0 1 0 0 0,1 0-1 0 0,0 0 1 0 0,-1 0 0 0 0,1 0-1 0 0,10-4 1 0 0,20-10 339 0 0,0 2-1 0 0,2 1 1 0 0,0 2 0 0 0,65-14-1 0 0,-52 15 83 0 0,92-36 0 0 0,-128 38 4924 0 0,-15 24-3888 0 0,2 12-1597 0 0,0 1 1 0 0,2-1-1 0 0,1 0 0 0 0,1 0 1 0 0,1 0-1 0 0,2-1 1 0 0,0 1-1 0 0,13 25 1 0 0,-21-51-113 0 0,0 1 1 0 0,1-1-1 0 0,-1 1 0 0 0,0-1 1 0 0,0 1-1 0 0,0-1 1 0 0,1 0-1 0 0,-1 1 1 0 0,0-1-1 0 0,0 1 0 0 0,1-1 1 0 0,-1 0-1 0 0,0 1 1 0 0,1-1-1 0 0,-1 0 1 0 0,0 0-1 0 0,1 1 1 0 0,-1-1-1 0 0,1 0 0 0 0,-1 0 1 0 0,0 0-1 0 0,1 1 1 0 0,-1-1-1 0 0,1 0 1 0 0,-1 0-1 0 0,1 0 0 0 0,-1 0 1 0 0,0 0-1 0 0,1 0 1 0 0,-1 0-1 0 0,1 0 1 0 0,-1 0-1 0 0,1 0 1 0 0,0 0-1 0 0,13-13-563 0 0,7-29-645 0 0,-19 37 1167 0 0,5-11-180 0 0,28-54 77 0 0,-32 64 252 0 0,1 0-1 0 0,-1 1 1 0 0,2-1 0 0 0,-1 1-1 0 0,0 0 1 0 0,1 0 0 0 0,0 0-1 0 0,10-7 1 0 0,-13 11-56 0 0,1 0 1 0 0,0 0-1 0 0,0 0 0 0 0,0 0 1 0 0,-1 0-1 0 0,1 0 0 0 0,0 1 1 0 0,0-1-1 0 0,0 1 0 0 0,0 0 1 0 0,0 0-1 0 0,0 0 0 0 0,0 0 1 0 0,0 1-1 0 0,0-1 0 0 0,0 1 1 0 0,0-1-1 0 0,0 1 0 0 0,0 0 1 0 0,0 1-1 0 0,-1-1 0 0 0,1 0 1 0 0,0 1-1 0 0,-1-1 0 0 0,1 1 1 0 0,-1 0-1 0 0,1 0 0 0 0,-1 0 1 0 0,0 0-1 0 0,3 4 0 0 0,4 3 61 0 0,-1 1 0 0 0,0 1 0 0 0,0-1 0 0 0,-1 1 0 0 0,9 20 0 0 0,-7-13-93 0 0,38 71-642 0 0,-40-78-275 0 0,1 0-1 0 0,0-1 1 0 0,10 10-1 0 0</inkml:trace>
</inkml:ink>
</file>

<file path=ppt/ink/ink2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5.686"/>
    </inkml:context>
    <inkml:brush xml:id="br0">
      <inkml:brushProperty name="width" value="0.1" units="cm"/>
      <inkml:brushProperty name="height" value="0.1" units="cm"/>
    </inkml:brush>
  </inkml:definitions>
  <inkml:trace contextRef="#ctx0" brushRef="#br0">1 263 10138 0 0,'3'5'2247'0'0,"-3"-5"-2157"0"0,0 1 0 0 0,0-1 0 0 0,0 0 0 0 0,1 0 0 0 0,-1 0-1 0 0,0 0 1 0 0,0 0 0 0 0,1 0 0 0 0,-1 0 0 0 0,0 0 0 0 0,0 0 0 0 0,1 0 0 0 0,-1 0-1 0 0,0 0 1 0 0,0 0 0 0 0,1 0 0 0 0,15-5 1851 0 0,12-11 59 0 0,-22 11-1837 0 0,0 0-1 0 0,0-1 1 0 0,0 0-1 0 0,-1 0 1 0 0,0-1-1 0 0,0 0 0 0 0,0 1 1 0 0,-1-1-1 0 0,0-1 1 0 0,0 1-1 0 0,-1-1 0 0 0,4-11 1 0 0,-4 8-11 0 0,0 0 0 0 0,-1 0-1 0 0,0-1 1 0 0,-1 1 0 0 0,0 0 0 0 0,-1-1 0 0 0,0 1 0 0 0,-3-18 0 0 0,3 27-130 0 0,0 0 0 0 0,-1 0 0 0 0,1 0 1 0 0,-1 1-1 0 0,1-1 0 0 0,-1 0 0 0 0,0 0 1 0 0,0 0-1 0 0,0 0 0 0 0,0 1 0 0 0,0-1 1 0 0,-2-2-1 0 0,2 3-19 0 0,0 0 0 0 0,1 1 0 0 0,-1-1 1 0 0,0 1-1 0 0,0 0 0 0 0,1-1 0 0 0,-1 1 0 0 0,0 0 0 0 0,0-1 0 0 0,0 1 0 0 0,1 0 0 0 0,-1 0 1 0 0,0 0-1 0 0,0-1 0 0 0,0 1 0 0 0,0 0 0 0 0,1 0 0 0 0,-1 0 0 0 0,0 1 0 0 0,0-1 1 0 0,-1 0-1 0 0,0 1 14 0 0,-1 0 0 0 0,1 0 0 0 0,0 1 0 0 0,-1-1 0 0 0,1 1 0 0 0,0-1 0 0 0,0 1 0 0 0,0 0 0 0 0,0-1 0 0 0,1 1 1 0 0,-1 0-1 0 0,0 0 0 0 0,1 1 0 0 0,-1-1 0 0 0,1 0 0 0 0,0 0 0 0 0,-2 5 0 0 0,0 0-61 0 0,0 0-1 0 0,0 0 1 0 0,1 0 0 0 0,0 1-1 0 0,0-1 1 0 0,1 1 0 0 0,0 0-1 0 0,0-1 1 0 0,1 1 0 0 0,0 0-1 0 0,0-1 1 0 0,1 1 0 0 0,0 0 0 0 0,0-1-1 0 0,1 1 1 0 0,0-1 0 0 0,0 0-1 0 0,1 1 1 0 0,0-1 0 0 0,0 0-1 0 0,1 0 1 0 0,0-1 0 0 0,0 1-1 0 0,0-1 1 0 0,1 0 0 0 0,0 0-1 0 0,0 0 1 0 0,1-1 0 0 0,-1 0-1 0 0,1 0 1 0 0,0 0 0 0 0,1-1-1 0 0,11 7 1 0 0,1-1-4990 0 0,-1-1-1613 0 0</inkml:trace>
</inkml:ink>
</file>

<file path=ppt/ink/ink2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6.115"/>
    </inkml:context>
    <inkml:brush xml:id="br0">
      <inkml:brushProperty name="width" value="0.1" units="cm"/>
      <inkml:brushProperty name="height" value="0.1" units="cm"/>
    </inkml:brush>
  </inkml:definitions>
  <inkml:trace contextRef="#ctx0" brushRef="#br0">1 113 2761 0 0,'13'-14'14793'0'0,"-3"13"-14256"0"0,0 0-1 0 0,-1 0 0 0 0,1 1 0 0 0,0 0 0 0 0,-1 1 0 0 0,1 0 0 0 0,0 1 0 0 0,11 3 1 0 0,-15-3-470 0 0,-1 0 0 0 0,0 0 1 0 0,0 0-1 0 0,1 1 0 0 0,-2 0 1 0 0,1 0-1 0 0,0 1 1 0 0,-1-1-1 0 0,1 1 0 0 0,-1 0 1 0 0,0 0-1 0 0,0 1 0 0 0,-1-1 1 0 0,1 1-1 0 0,-1-1 1 0 0,3 7-1 0 0,1 5-52 0 0,0 0 1 0 0,-1 1-1 0 0,-1 0 0 0 0,-1 0 0 0 0,4 28 1 0 0,8 30 61 0 0,-28-161 43 0 0,9 72-113 0 0,1-1 0 0 0,0 0 0 0 0,1 1-1 0 0,1-1 1 0 0,0 0 0 0 0,1 0 0 0 0,0 0-1 0 0,6-21 1 0 0,-5 27-229 0 0,1 0-1 0 0,0 0 0 0 0,1 1 1 0 0,0 0-1 0 0,0-1 1 0 0,7-9-1 0 0,-6 12-522 0 0,0 0-1 0 0,0 0 0 0 0,0 1 1 0 0,1 0-1 0 0,0 0 1 0 0,0 0-1 0 0,0 0 1 0 0,9-4-1 0 0,3-1-5971 0 0</inkml:trace>
</inkml:ink>
</file>

<file path=ppt/ink/ink2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7.017"/>
    </inkml:context>
    <inkml:brush xml:id="br0">
      <inkml:brushProperty name="width" value="0.1" units="cm"/>
      <inkml:brushProperty name="height" value="0.1" units="cm"/>
    </inkml:brush>
  </inkml:definitions>
  <inkml:trace contextRef="#ctx0" brushRef="#br0">0 23 13363 0 0,'4'-2'3125'0'0,"3"8"-1633"0"0,6 8-365 0 0,-5 6-667 0 0,0 0 0 0 0,0 1 0 0 0,-2 0 0 0 0,-1 0 0 0 0,4 32 0 0 0,-6-24-878 0 0,-1 1 1 0 0,-1 0-1 0 0,-5 43 0 0 0,41-222-3855 0 0,-36 140 4221 0 0,5-16-197 0 0,0 1 0 0 0,2-1 1 0 0,12-26-1 0 0,-19 46 373 0 0,1 0 0 0 0,1 1 0 0 0,-1-1 0 0 0,1 1 1 0 0,-1 0-1 0 0,1 0 0 0 0,0 0 0 0 0,1 0 0 0 0,-1 0 0 0 0,1 1 1 0 0,-1 0-1 0 0,1-1 0 0 0,0 1 0 0 0,0 1 0 0 0,1-1 0 0 0,-1 0 1 0 0,1 1-1 0 0,-1 0 0 0 0,1 0 0 0 0,0 1 0 0 0,-1-1 0 0 0,1 1 1 0 0,5-1-1 0 0,-5 2-34 0 0,-1 1 0 0 0,1 0-1 0 0,-1 0 1 0 0,0 0 0 0 0,1 0 0 0 0,-1 0 0 0 0,0 1 0 0 0,0 0 0 0 0,0 0 0 0 0,0 0 0 0 0,0 0 0 0 0,-1 1-1 0 0,1 0 1 0 0,-1 0 0 0 0,1-1 0 0 0,-1 2 0 0 0,0-1 0 0 0,0 0 0 0 0,0 1 0 0 0,-1-1 0 0 0,1 1-1 0 0,-1 0 1 0 0,2 4 0 0 0,6 11 388 0 0,0 0 0 0 0,-2 1 0 0 0,9 27 0 0 0,7 72-2641 0 0,-24-118 2092 0 0,0-13-230 0 0,0 0 0 0 0,0 0 0 0 0,1 0 0 0 0,0 0 0 0 0,1 0 0 0 0,1 0 0 0 0,-1 0 1 0 0,2 1-1 0 0,0 0 0 0 0,9-19 0 0 0,-10 25 533 0 0,0-1 0 0 0,0 1 1 0 0,1-1-1 0 0,-1 1 0 0 0,1 0 1 0 0,1 0-1 0 0,-1 1 0 0 0,1-1 0 0 0,-1 1 1 0 0,1 0-1 0 0,1 0 0 0 0,-1 1 1 0 0,0 0-1 0 0,1 0 0 0 0,0 0 1 0 0,0 0-1 0 0,0 1 0 0 0,0 0 0 0 0,0 0 1 0 0,0 1-1 0 0,12-2 0 0 0,-16 3-187 0 0,0 0-1 0 0,1-1 1 0 0,-1 2-1 0 0,0-1 1 0 0,0 0-1 0 0,1 0 1 0 0,-1 1-1 0 0,0-1 1 0 0,0 1-1 0 0,0 0 1 0 0,0 0-1 0 0,1-1 1 0 0,-1 1-1 0 0,0 1 1 0 0,-1-1-1 0 0,1 0 1 0 0,0 0-1 0 0,0 1 1 0 0,0-1-1 0 0,-1 1 1 0 0,1 0-1 0 0,-1-1 1 0 0,1 1-1 0 0,-1 0 1 0 0,0 0-1 0 0,2 4 1 0 0,1 3-217 0 0,0 1 1 0 0,-1-1 0 0 0,0 1-1 0 0,3 19 1 0 0,0 2-1161 0 0,0-12-128 0 0</inkml:trace>
</inkml:ink>
</file>

<file path=ppt/ink/ink2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7.383"/>
    </inkml:context>
    <inkml:brush xml:id="br0">
      <inkml:brushProperty name="width" value="0.1" units="cm"/>
      <inkml:brushProperty name="height" value="0.1" units="cm"/>
    </inkml:brush>
  </inkml:definitions>
  <inkml:trace contextRef="#ctx0" brushRef="#br0">125 10 6913 0 0,'-3'-1'856'0'0,"0"-1"0"0"0,-1 1 0 0 0,1 0 0 0 0,0 0 0 0 0,-1 0 0 0 0,1 0 0 0 0,-1 0-1 0 0,-6 0 1 0 0,8 1-587 0 0,0 1 0 0 0,-1-1 0 0 0,1 0-1 0 0,0 1 1 0 0,0-1 0 0 0,0 1 0 0 0,0-1 0 0 0,0 1-1 0 0,0 0 1 0 0,0 0 0 0 0,0 0 0 0 0,-2 2 0 0 0,0 1-109 0 0,0-1 0 0 0,0 2 0 0 0,0-1 1 0 0,1 0-1 0 0,0 1 0 0 0,0 0 0 0 0,0 0 1 0 0,0 0-1 0 0,1 0 0 0 0,-4 9 1 0 0,2-3-38 0 0,0 1 0 0 0,1 0 0 0 0,0 0 1 0 0,1 1-1 0 0,-1 14 0 0 0,3-23-165 0 0,-1 0 0 0 0,1 0 0 0 0,0-1 0 0 0,0 1 0 0 0,1 0 0 0 0,-1-1 0 0 0,1 1-1 0 0,-1 0 1 0 0,1-1 0 0 0,0 1 0 0 0,1-1 0 0 0,-1 1 0 0 0,1-1 0 0 0,-1 1 0 0 0,1-1 0 0 0,0 0-1 0 0,0 0 1 0 0,0 0 0 0 0,1 0 0 0 0,-1 0 0 0 0,6 4 0 0 0,-7-6-52 0 0,1-1 0 0 0,0 1 0 0 0,0 0 0 0 0,0-1 0 0 0,-1 1 0 0 0,1-1 0 0 0,0 0 0 0 0,0 1 0 0 0,0-1 0 0 0,0 0 0 0 0,0 0 0 0 0,0 0 0 0 0,0 0 0 0 0,0-1 0 0 0,0 1 0 0 0,0 0 0 0 0,-1-1 0 0 0,1 0 0 0 0,0 1 0 0 0,0-1 0 0 0,0 0 0 0 0,-1 0 1 0 0,1 0-1 0 0,0 0 0 0 0,-1 0 0 0 0,1 0 0 0 0,-1 0 0 0 0,1-1 0 0 0,-1 1 0 0 0,0 0 0 0 0,0-1 0 0 0,2-2 0 0 0,7-7-212 0 0,-2-1 0 0 0,0 0 0 0 0,9-18 0 0 0,-9 16 197 0 0,7-17-107 0 0,-13 26 406 0 0,0-1 0 0 0,0 0 0 0 0,1 1 0 0 0,0 0-1 0 0,0-1 1 0 0,1 1 0 0 0,-1 0 0 0 0,1 1 0 0 0,0-1 0 0 0,9-7 0 0 0,-12 11-71 0 0,0 1 0 0 0,0 0 0 0 0,0-1 0 0 0,0 1 0 0 0,1 0 0 0 0,-1 0 0 0 0,0 0 0 0 0,0 0-1 0 0,0 0 1 0 0,1 0 0 0 0,-1 0 0 0 0,0 0 0 0 0,0 0 0 0 0,0 1 0 0 0,0-1 0 0 0,1 0 0 0 0,-1 1 0 0 0,0-1-1 0 0,0 1 1 0 0,0-1 0 0 0,0 1 0 0 0,0-1 0 0 0,0 1 0 0 0,0 0 0 0 0,0 0 0 0 0,0-1 0 0 0,-1 1-1 0 0,1 0 1 0 0,1 2 0 0 0,26 33 1133 0 0,-21-26-935 0 0,0-2-260 0 0,-1 0 0 0 0,1-1 1 0 0,0 1-1 0 0,1-2 0 0 0,-1 1 0 0 0,1-1 0 0 0,11 6 1 0 0,-14-9-379 0 0,1 0 1 0 0,-1-1 0 0 0,1 0-1 0 0,-1 0 1 0 0,11 2 0 0 0,-11-3-514 0 0,0-1 1 0 0,0 1 0 0 0,0-1 0 0 0,0 0 0 0 0,0-1 0 0 0,1 1 0 0 0,5-2-1 0 0,5-2-5264 0 0</inkml:trace>
</inkml:ink>
</file>

<file path=ppt/ink/ink2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7.601"/>
    </inkml:context>
    <inkml:brush xml:id="br0">
      <inkml:brushProperty name="width" value="0.1" units="cm"/>
      <inkml:brushProperty name="height" value="0.1" units="cm"/>
    </inkml:brush>
  </inkml:definitions>
  <inkml:trace contextRef="#ctx0" brushRef="#br0">17 0 11979 0 0,'-1'1'116'0'0,"0"-1"0"0"0,1 0 0 0 0,-1 1 0 0 0,0-1 0 0 0,1 0 0 0 0,-1 1 0 0 0,1-1 0 0 0,-1 1 0 0 0,1-1 0 0 0,-1 1 0 0 0,1 0 0 0 0,-1-1 0 0 0,1 1-1 0 0,-1-1 1 0 0,1 1 0 0 0,0 0 0 0 0,-1-1 0 0 0,1 1 0 0 0,0 0 0 0 0,0-1 0 0 0,0 1 0 0 0,-1 0 0 0 0,1 0 0 0 0,0-1 0 0 0,0 1 0 0 0,0 0 0 0 0,0 0 0 0 0,0 0 0 0 0,-1 32 2373 0 0,1-21-1973 0 0,-4 310 4595 0 0,7-263-4788 0 0,2-1-1 0 0,4 1 1 0 0,22 83 0 0 0,-25-121-1170 0 0,1-1-1 0 0,15 29 0 0 0</inkml:trace>
</inkml:ink>
</file>

<file path=ppt/ink/ink2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8.478"/>
    </inkml:context>
    <inkml:brush xml:id="br0">
      <inkml:brushProperty name="width" value="0.1" units="cm"/>
      <inkml:brushProperty name="height" value="0.1" units="cm"/>
    </inkml:brush>
  </inkml:definitions>
  <inkml:trace contextRef="#ctx0" brushRef="#br0">0 6 13363 0 0,'1'1'178'0'0,"0"-1"1"0"0,0 0-1 0 0,0 0 1 0 0,0 1-1 0 0,0-1 0 0 0,0 0 1 0 0,-1 1-1 0 0,1-1 1 0 0,0 1-1 0 0,0-1 1 0 0,-1 1-1 0 0,1 0 1 0 0,0-1-1 0 0,-1 1 0 0 0,1 0 1 0 0,0-1-1 0 0,-1 1 1 0 0,1 0-1 0 0,-1 0 1 0 0,0 0-1 0 0,1-1 1 0 0,-1 1-1 0 0,1 0 0 0 0,-1 1 1 0 0,9 28 855 0 0,-7-19-176 0 0,93 250 2607 0 0,-94-259-3452 0 0,-1 0 1 0 0,1 0 0 0 0,0 0-1 0 0,0 0 1 0 0,1 1-1 0 0,-1-2 1 0 0,0 1-1 0 0,0 0 1 0 0,1 0-1 0 0,2 2 1 0 0,-4-4-9 0 0,1 1 0 0 0,0-1 0 0 0,-1 1 0 0 0,1-1 1 0 0,0 0-1 0 0,-1 1 0 0 0,1-1 0 0 0,0 0 0 0 0,-1 1 1 0 0,1-1-1 0 0,0 0 0 0 0,0 0 0 0 0,-1 0 0 0 0,1 0 1 0 0,0 0-1 0 0,-1 0 0 0 0,1 0 0 0 0,0 0 0 0 0,0 0 1 0 0,-1 0-1 0 0,1 0 0 0 0,1-1 0 0 0,0 0-22 0 0,0-1 0 0 0,1 1 0 0 0,-1-1-1 0 0,0 0 1 0 0,0 0 0 0 0,0 1 0 0 0,0-1 0 0 0,0-1 0 0 0,0 1-1 0 0,-1 0 1 0 0,1 0 0 0 0,-1-1 0 0 0,0 1 0 0 0,1-1-1 0 0,0-3 1 0 0,28-85-1157 0 0,-21 61 876 0 0,0 0-1 0 0,17-32 0 0 0,-23 54 319 0 0,1 1 0 0 0,1-1 0 0 0,-1 1 0 0 0,1 0 0 0 0,1 1 0 0 0,-1-1 0 0 0,1 1 0 0 0,0 0 0 0 0,0 1-1 0 0,1-1 1 0 0,0 1 0 0 0,11-7 0 0 0,-15 11 34 0 0,1-1 1 0 0,-1 0-1 0 0,1 1 0 0 0,0 0 0 0 0,-1 0 1 0 0,1 0-1 0 0,0 0 0 0 0,0 0 0 0 0,0 1 1 0 0,0 0-1 0 0,-1 0 0 0 0,1 0 0 0 0,0 0 0 0 0,0 1 1 0 0,0-1-1 0 0,7 3 0 0 0,-6-1 19 0 0,1 1 1 0 0,0-1-1 0 0,-1 1 0 0 0,0 0 1 0 0,0 1-1 0 0,0 0 0 0 0,0-1 0 0 0,0 2 1 0 0,7 7-1 0 0,1 5-16 0 0,0 1 0 0 0,0 0 0 0 0,-2 1-1 0 0,17 38 1 0 0,-18-33-323 0 0,4 12-243 0 0,2-17-3135 0 0,-11-15 2333 0 0</inkml:trace>
</inkml:ink>
</file>

<file path=ppt/ink/ink2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8.779"/>
    </inkml:context>
    <inkml:brush xml:id="br0">
      <inkml:brushProperty name="width" value="0.1" units="cm"/>
      <inkml:brushProperty name="height" value="0.1" units="cm"/>
    </inkml:brush>
  </inkml:definitions>
  <inkml:trace contextRef="#ctx0" brushRef="#br0">44 40 6913 0 0,'-6'10'1160'0'0,"1"0"0"0"0,0 0 0 0 0,0 0 0 0 0,1 0 0 0 0,1 0 0 0 0,-4 15 0 0 0,4-9-707 0 0,1 1 0 0 0,0-1 0 0 0,1 1 0 0 0,1 0 0 0 0,0-1 0 0 0,4 24 0 0 0,-3-33-280 0 0,1 1 1 0 0,0-1-1 0 0,1 0 0 0 0,0 0 0 0 0,0 0 1 0 0,0 0-1 0 0,1 0 0 0 0,0-1 1 0 0,0 0-1 0 0,1 0 0 0 0,0 0 1 0 0,0 0-1 0 0,0-1 0 0 0,12 10 1 0 0,-15-13-150 0 0,1 0 1 0 0,0 0 0 0 0,0-1-1 0 0,0 1 1 0 0,0-1 0 0 0,0 1 0 0 0,0-1-1 0 0,0 0 1 0 0,0 0 0 0 0,1 0-1 0 0,-1-1 1 0 0,0 1 0 0 0,0-1-1 0 0,1 0 1 0 0,-1 0 0 0 0,0 0-1 0 0,1 0 1 0 0,-1 0 0 0 0,0-1 0 0 0,1 1-1 0 0,-1-1 1 0 0,0 0 0 0 0,0 0-1 0 0,0-1 1 0 0,1 1 0 0 0,-1 0-1 0 0,-1-1 1 0 0,1 0 0 0 0,0 0-1 0 0,0 0 1 0 0,-1 0 0 0 0,1 0 0 0 0,-1 0-1 0 0,1-1 1 0 0,2-3 0 0 0,-1 0 26 0 0,0-1 0 0 0,0 1 0 0 0,0-1 0 0 0,-1 0-1 0 0,1 0 1 0 0,-2 0 0 0 0,1 0 0 0 0,-1-1 0 0 0,0 1 0 0 0,-1-1 0 0 0,0 0 0 0 0,0 1 0 0 0,0-1 0 0 0,-1 0 0 0 0,0 1 0 0 0,-1-1 0 0 0,0 0 0 0 0,-2-8 0 0 0,1 3-70 0 0,-1 0 1 0 0,-1 1-1 0 0,0-1 1 0 0,0 1-1 0 0,-1 0 1 0 0,-1 0-1 0 0,0 0 1 0 0,-1 1-1 0 0,-15-20 0 0 0,17 24-264 0 0,0 1 0 0 0,-1 1-1 0 0,0-1 1 0 0,0 1 0 0 0,-1 0-1 0 0,1 1 1 0 0,-1-1 0 0 0,0 1-1 0 0,-1 0 1 0 0,1 1 0 0 0,0 0-1 0 0,-1 0 1 0 0,0 1 0 0 0,0 0-1 0 0,0 0 1 0 0,-11-1-1 0 0,-2 6-1123 0 0</inkml:trace>
</inkml:ink>
</file>

<file path=ppt/ink/ink2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9.017"/>
    </inkml:context>
    <inkml:brush xml:id="br0">
      <inkml:brushProperty name="width" value="0.1" units="cm"/>
      <inkml:brushProperty name="height" value="0.1" units="cm"/>
    </inkml:brush>
  </inkml:definitions>
  <inkml:trace contextRef="#ctx0" brushRef="#br0">0 1 10594 0 0,'18'10'8501'0'0,"-17"-8"-8115"0"0,9 29 2741 0 0,-4 38-3037 0 0,-6-61 360 0 0,0 8-564 0 0,9 107 953 0 0,-7-108-1641 0 0,1-1 1 0 0,0 1-1 0 0,8 19 0 0 0</inkml:trace>
</inkml:ink>
</file>

<file path=ppt/ink/ink2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9.160"/>
    </inkml:context>
    <inkml:brush xml:id="br0">
      <inkml:brushProperty name="width" value="0.1" units="cm"/>
      <inkml:brushProperty name="height" value="0.1" units="cm"/>
    </inkml:brush>
  </inkml:definitions>
  <inkml:trace contextRef="#ctx0" brushRef="#br0">28 124 15667 0 0,'-3'-7'201'0'0,"-1"0"222"0"0,0-1 0 0 0,1 0 1 0 0,0 0-1 0 0,1 0 0 0 0,-1 0 0 0 0,1 0 0 0 0,1 0 0 0 0,0-1 0 0 0,0 1 1 0 0,0-1-1 0 0,2-10 0 0 0,-1 19-411 0 0,0 0 0 0 0,0-1 1 0 0,0 1-1 0 0,0 0 0 0 0,0-1 0 0 0,0 1 1 0 0,0-1-1 0 0,0 1 0 0 0,0 0 1 0 0,1 0-1 0 0,-1-1 0 0 0,0 1 0 0 0,0 0 1 0 0,0-1-1 0 0,0 1 0 0 0,1 0 1 0 0,-1-1-1 0 0,0 1 0 0 0,0 0 0 0 0,1 0 1 0 0,-1-1-1 0 0,0 1 0 0 0,0 0 0 0 0,1 0 1 0 0,-1 0-1 0 0,0 0 0 0 0,1-1 1 0 0,-1 1-1 0 0,0 0 0 0 0,1 0 0 0 0,-1 0 1 0 0,1 0-1 0 0,10 7-685 0 0,9 20-2614 0 0,-19-24 2589 0 0,10 13-1195 0 0,-2 3-16 0 0</inkml:trace>
</inkml:ink>
</file>

<file path=ppt/ink/ink2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19.780"/>
    </inkml:context>
    <inkml:brush xml:id="br0">
      <inkml:brushProperty name="width" value="0.1" units="cm"/>
      <inkml:brushProperty name="height" value="0.1" units="cm"/>
    </inkml:brush>
  </inkml:definitions>
  <inkml:trace contextRef="#ctx0" brushRef="#br0">64 0 3225 0 0,'-7'9'13410'0'0,"-3"2"-12479"0"0,2 1 0 0 0,0 0 0 0 0,-8 15 0 0 0,13-21-830 0 0,1 0 0 0 0,0 0-1 0 0,0 1 1 0 0,0-1 0 0 0,1 0 0 0 0,0 1 0 0 0,0-1-1 0 0,1 0 1 0 0,0 1 0 0 0,0-1 0 0 0,0 1 0 0 0,1-1-1 0 0,0 0 1 0 0,0 1 0 0 0,1-1 0 0 0,0 0 0 0 0,0 0 0 0 0,0 0-1 0 0,1 0 1 0 0,0 0 0 0 0,0 0 0 0 0,0-1 0 0 0,5 6-1 0 0,4 4-98 0 0,0-1 0 0 0,2-1 1 0 0,-1 0-1 0 0,2-1 0 0 0,0-1 0 0 0,26 16 0 0 0,-34-23-88 0 0,-1 1 0 0 0,1-1 1 0 0,-1 1-1 0 0,0 0 0 0 0,8 10 0 0 0,-13-14 74 0 0,0 0 0 0 0,0 0-1 0 0,-1 0 1 0 0,1 0 0 0 0,0 0-1 0 0,-1 0 1 0 0,1 0-1 0 0,0 1 1 0 0,-1-1 0 0 0,0 0-1 0 0,1 0 1 0 0,-1 1 0 0 0,0-1-1 0 0,1 0 1 0 0,-1 1 0 0 0,0-1-1 0 0,0 0 1 0 0,0 1 0 0 0,0-1-1 0 0,-1 0 1 0 0,1 0-1 0 0,0 1 1 0 0,0-1 0 0 0,-1 0-1 0 0,1 1 1 0 0,-1-1 0 0 0,1 0-1 0 0,-1 0 1 0 0,1 0 0 0 0,-1 0-1 0 0,0 0 1 0 0,0 1 0 0 0,0-1-1 0 0,1 0 1 0 0,-1-1-1 0 0,0 1 1 0 0,0 0 0 0 0,0 0-1 0 0,0 0 1 0 0,0 0 0 0 0,-2 0-1 0 0,-12 8 11 0 0,0-1 0 0 0,0 0 0 0 0,-1-1 0 0 0,0-1 0 0 0,-27 7 0 0 0,-10 1-2735 0 0,46-12 2046 0 0,38-12-9425 0 0,2-4 5648 0 0,34-11 3066 0 0,-44 18 2668 0 0,-1-1 1 0 0,0-1 0 0 0,0 0 0 0 0,-1-2 0 0 0,0-1 0 0 0,-1 0 0 0 0,0-1 0 0 0,-1-2 0 0 0,18-16 0 0 0,-20 15-485 0 0,-2-1 0 0 0,0-1 1 0 0,0 0-1 0 0,-2-1 1 0 0,18-33-1 0 0,-29 49-648 0 0,10-21 269 0 0,-12 24-382 0 0,1-1 0 0 0,-1 1 1 0 0,1-1-1 0 0,-1 1 0 0 0,0-1 1 0 0,1 0-1 0 0,-1 1 0 0 0,0-1 0 0 0,0 1 1 0 0,0-1-1 0 0,1 0 0 0 0,-1 1 0 0 0,0-1 1 0 0,0 0-1 0 0,0 1 0 0 0,0-1 0 0 0,0 0 1 0 0,0 1-1 0 0,0-1 0 0 0,0 0 1 0 0,0 1-1 0 0,-1-1 0 0 0,1 1 0 0 0,0-1 1 0 0,0 0-1 0 0,-1 1 0 0 0,1-2 0 0 0,-1 2 20 0 0,0 1 0 0 0,0-1-1 0 0,0 0 1 0 0,-1 0-1 0 0,1 1 1 0 0,0-1-1 0 0,0 1 1 0 0,1-1-1 0 0,-1 1 1 0 0,0-1-1 0 0,0 1 1 0 0,0-1-1 0 0,0 1 1 0 0,0 0-1 0 0,1 0 1 0 0,-1-1-1 0 0,0 1 1 0 0,0 0-1 0 0,1 0 1 0 0,-2 2-1 0 0,-15 22 295 0 0,14-21-250 0 0,-3 6 15 0 0,0 0-1 0 0,0 1 1 0 0,1 0-1 0 0,0 0 1 0 0,1 1-1 0 0,0-1 1 0 0,1 1-1 0 0,0 0 1 0 0,-2 19-1 0 0,5-26-79 0 0,0 0-1 0 0,0-1 1 0 0,0 1-1 0 0,0 0 1 0 0,1-1 0 0 0,0 1-1 0 0,0 0 1 0 0,0-1-1 0 0,0 0 1 0 0,1 1 0 0 0,0-1-1 0 0,0 0 1 0 0,0 1-1 0 0,0-1 1 0 0,1 0-1 0 0,0-1 1 0 0,0 1 0 0 0,0 0-1 0 0,0-1 1 0 0,0 0-1 0 0,1 0 1 0 0,-1 0 0 0 0,1 0-1 0 0,0 0 1 0 0,0-1-1 0 0,0 1 1 0 0,8 2-1 0 0,-6-2-226 0 0,0-1 0 0 0,0 0 1 0 0,1-1-1 0 0,-1 1 0 0 0,0-1 0 0 0,1 0 0 0 0,-1-1 0 0 0,0 0 0 0 0,1 0 0 0 0,9-1 0 0 0,7-4-7484 0 0</inkml:trace>
</inkml:ink>
</file>

<file path=ppt/ink/ink2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0.144"/>
    </inkml:context>
    <inkml:brush xml:id="br0">
      <inkml:brushProperty name="width" value="0.1" units="cm"/>
      <inkml:brushProperty name="height" value="0.1" units="cm"/>
    </inkml:brush>
  </inkml:definitions>
  <inkml:trace contextRef="#ctx0" brushRef="#br0">9 0 15203 0 0,'-1'1'172'0'0,"1"0"-1"0"0,-1 0 0 0 0,0 0 0 0 0,0 0 1 0 0,1 0-1 0 0,-1 0 0 0 0,1 0 1 0 0,-1 0-1 0 0,1 0 0 0 0,-1 0 0 0 0,1 0 1 0 0,0 1-1 0 0,-1-1 0 0 0,1 0 1 0 0,0 0-1 0 0,0 0 0 0 0,0 1 0 0 0,0-1 1 0 0,0 0-1 0 0,0 0 0 0 0,0 1 1 0 0,1-1-1 0 0,-1 0 0 0 0,0 0 0 0 0,1 0 1 0 0,-1 0-1 0 0,1 3 0 0 0,19 37 1233 0 0,-15-30-924 0 0,7 13-259 0 0,43 84 870 0 0,-13-40-4207 0 0</inkml:trace>
</inkml:ink>
</file>

<file path=ppt/ink/ink2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0.317"/>
    </inkml:context>
    <inkml:brush xml:id="br0">
      <inkml:brushProperty name="width" value="0.1" units="cm"/>
      <inkml:brushProperty name="height" value="0.1" units="cm"/>
    </inkml:brush>
  </inkml:definitions>
  <inkml:trace contextRef="#ctx0" brushRef="#br0">5 41 13827 0 0,'-3'-6'608'0'0,"1"0"128"0"0,2 2-584 0 0,0 1-152 0 0,3 2 0 0 0,0-1 0 0 0,0 2-224 0 0,3-3-80 0 0,4-1-16 0 0,5-1 0 0 0,4 1-232 0 0,1 1-56 0 0,-1 5 0 0 0,1 1-8 0 0,-1 4 527 0 0,3 2 89 0 0,0 1 65 0 0,0 0-65 0 0</inkml:trace>
</inkml:ink>
</file>

<file path=ppt/ink/ink2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1.021"/>
    </inkml:context>
    <inkml:brush xml:id="br0">
      <inkml:brushProperty name="width" value="0.1" units="cm"/>
      <inkml:brushProperty name="height" value="0.1" units="cm"/>
    </inkml:brush>
  </inkml:definitions>
  <inkml:trace contextRef="#ctx0" brushRef="#br0">1 34 2304 0 0,'4'-4'-488'0'0,"10"-11"1495"0"0,8 2 5789 0 0,-21 12-6410 0 0,0 1-1 0 0,0 0 0 0 0,0 0 1 0 0,1 0-1 0 0,-1 0 1 0 0,0 0-1 0 0,0 0 0 0 0,0 0 1 0 0,0 0-1 0 0,0 0 0 0 0,1 0 1 0 0,-1 1-1 0 0,0-1 0 0 0,0 0 1 0 0,0 1-1 0 0,0-1 0 0 0,0 1 1 0 0,2 0-1 0 0,14 15 1555 0 0,-4 5-1522 0 0,0 1-1 0 0,-1 0 1 0 0,-2 0-1 0 0,0 1 0 0 0,10 37 1 0 0,30-162 382 0 0,-46 95-720 0 0,0 0-1 0 0,0 0 0 0 0,1 0 1 0 0,0 1-1 0 0,0 0 1 0 0,10-9-1 0 0,-14 14-66 0 0,1 0-1 0 0,-1 0 0 0 0,0 1 1 0 0,1-1-1 0 0,-1 0 0 0 0,1 0 1 0 0,-1 1-1 0 0,0-1 0 0 0,1 1 1 0 0,0-1-1 0 0,-1 1 0 0 0,1 0 1 0 0,-1-1-1 0 0,1 1 1 0 0,-1 0-1 0 0,1 0 0 0 0,0 0 1 0 0,-1 0-1 0 0,1 1 0 0 0,-1-1 1 0 0,1 0-1 0 0,0 1 0 0 0,-1-1 1 0 0,1 1-1 0 0,-1-1 0 0 0,1 1 1 0 0,-1 0-1 0 0,0 0 0 0 0,1-1 1 0 0,-1 1-1 0 0,0 0 0 0 0,1 0 1 0 0,-1 0-1 0 0,0 1 1 0 0,0-1-1 0 0,0 0 0 0 0,0 0 1 0 0,0 0-1 0 0,0 1 0 0 0,0-1 1 0 0,0 2-1 0 0,5 7-172 0 0,-1 1 0 0 0,0-1 1 0 0,0 1-1 0 0,-1 0 0 0 0,0 0 0 0 0,2 15 1 0 0,-4-19-517 0 0,3 12-7028 0 0</inkml:trace>
</inkml:ink>
</file>

<file path=ppt/ink/ink2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0:51.198"/>
    </inkml:context>
    <inkml:brush xml:id="br0">
      <inkml:brushProperty name="width" value="0.1" units="cm"/>
      <inkml:brushProperty name="height" value="0.1" units="cm"/>
    </inkml:brush>
  </inkml:definitions>
  <inkml:trace contextRef="#ctx0" brushRef="#br0">320 80 6449 0 0,'15'-37'2020'0'0,"-14"35"-1864"0"0,-1 0-1 0 0,1-1 1 0 0,-1 1-1 0 0,1 0 1 0 0,-1-1 0 0 0,0 1-1 0 0,1 0 1 0 0,-1-1-1 0 0,-1 1 1 0 0,1 0-1 0 0,0-1 1 0 0,0 1-1 0 0,-1 0 1 0 0,0-4-1 0 0,0 6-109 0 0,0-1 0 0 0,1 1 1 0 0,-1-1-1 0 0,1 1 0 0 0,-1 0 0 0 0,1-1 0 0 0,-1 1 0 0 0,0 0 0 0 0,1 0 0 0 0,-1-1 0 0 0,0 1 0 0 0,1 0 0 0 0,-1 0 0 0 0,0 0 0 0 0,0 0 0 0 0,1 0 0 0 0,-1 0 1 0 0,0 0-1 0 0,1 0 0 0 0,-1 0 0 0 0,0 0 0 0 0,1 0 0 0 0,-1 0 0 0 0,0 1 0 0 0,1-1 0 0 0,-1 0 0 0 0,0 0 0 0 0,1 1 0 0 0,-1-1 0 0 0,0 0 0 0 0,1 1 1 0 0,-1-1-1 0 0,1 1 0 0 0,-1 0 0 0 0,-23 17 603 0 0,23-18-618 0 0,-50 49 1078 0 0,-54 66 1 0 0,53-56-374 0 0,41-47-508 0 0,1 0 0 0 0,0 0 0 0 0,0 1-1 0 0,1 1 1 0 0,-11 22 0 0 0,19-32-209 0 0,-1 0 0 0 0,0 0 0 0 0,1 0 0 0 0,0 1 0 0 0,0-1 0 0 0,1 1 0 0 0,-1-1 0 0 0,1 0 0 0 0,0 1 0 0 0,0-1 0 0 0,0 1 0 0 0,1-1 0 0 0,-1 0 0 0 0,1 1 0 0 0,0-1 0 0 0,0 0 0 0 0,1 1 0 0 0,-1-1 0 0 0,1 0 0 0 0,0 0 0 0 0,0 0 0 0 0,1 0 0 0 0,-1-1 0 0 0,6 7 0 0 0,0-1-39 0 0,0-1 1 0 0,1 1 0 0 0,0-1-1 0 0,0-1 1 0 0,1 0 0 0 0,0 0-1 0 0,18 8 1 0 0,5 0-21 0 0,42 12 0 0 0,-55-21 5 0 0,0 1 1 0 0,0 1-1 0 0,-1 0 0 0 0,0 1 1 0 0,0 1-1 0 0,-1 1 0 0 0,22 18 1 0 0,-37-27 39 0 0,0 0-1 0 0,-1 1 1 0 0,1-1 0 0 0,-1 1 0 0 0,1 0 0 0 0,-1 0-1 0 0,0 0 1 0 0,0 0 0 0 0,0 0 0 0 0,-1 1 0 0 0,1-1 0 0 0,-1 1-1 0 0,0-1 1 0 0,0 1 0 0 0,0-1 0 0 0,0 1 0 0 0,-1-1-1 0 0,1 1 1 0 0,-1 0 0 0 0,0-1 0 0 0,0 1 0 0 0,-1 5-1 0 0,-1-2 113 0 0,0-1 0 0 0,0 1 0 0 0,0-1 0 0 0,-1 0 0 0 0,0 0 0 0 0,-1-1 0 0 0,1 1 0 0 0,-1-1 0 0 0,0 1 0 0 0,0-1-1 0 0,-9 8 1 0 0,-1 1 202 0 0,-1 0 0 0 0,-1-1 1 0 0,0-1-1 0 0,0-1 0 0 0,-23 12 0 0 0,26-16-852 0 0,0-1 0 0 0,-1-1 0 0 0,0-1 0 0 0,-24 6 0 0 0,26-8-1094 0 0</inkml:trace>
</inkml:ink>
</file>

<file path=ppt/ink/ink2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0:51.436"/>
    </inkml:context>
    <inkml:brush xml:id="br0">
      <inkml:brushProperty name="width" value="0.1" units="cm"/>
      <inkml:brushProperty name="height" value="0.1" units="cm"/>
    </inkml:brush>
  </inkml:definitions>
  <inkml:trace contextRef="#ctx0" brushRef="#br0">1 1 14283 0 0,'8'10'55'0'0,"1"0"0"0"0,-2 1 0 0 0,1 0-1 0 0,-1 0 1 0 0,-1 1 0 0 0,0 0 0 0 0,-1 0 0 0 0,0 1 0 0 0,-1-1-1 0 0,0 1 1 0 0,-1 0 0 0 0,-1 0 0 0 0,0 0 0 0 0,0 0 0 0 0,-1 0-1 0 0,-2 23 1 0 0,1-32-372 0 0,-4 19-934 0 0,1-9-3082 0 0</inkml:trace>
</inkml:ink>
</file>

<file path=ppt/ink/ink2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0:51.578"/>
    </inkml:context>
    <inkml:brush xml:id="br0">
      <inkml:brushProperty name="width" value="0.1" units="cm"/>
      <inkml:brushProperty name="height" value="0.1" units="cm"/>
    </inkml:brush>
  </inkml:definitions>
  <inkml:trace contextRef="#ctx0" brushRef="#br0">14 57 6449 0 0,'-6'-16'288'0'0,"3"6"57"0"0,0-1-281 0 0,2 6-64 0 0,1 2 0 0 0,0 1 0 0 0,1 1 208 0 0,-1-2 24 0 0,1-1 8 0 0,1 2 0 0 0,-1 2-848 0 0,1 6-177 0 0,-1 6-31 0 0,1 5-8 0 0,4 5 640 0 0,-2 1 184 0 0,0 3-72 0 0</inkml:trace>
</inkml:ink>
</file>

<file path=ppt/ink/ink2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0:52.436"/>
    </inkml:context>
    <inkml:brush xml:id="br0">
      <inkml:brushProperty name="width" value="0.1" units="cm"/>
      <inkml:brushProperty name="height" value="0.1" units="cm"/>
    </inkml:brush>
  </inkml:definitions>
  <inkml:trace contextRef="#ctx0" brushRef="#br0">321 36 3681 0 0,'-1'-2'93'0'0,"1"1"-1"0"0,-1-1 1 0 0,0 0 0 0 0,1 1 0 0 0,-1-1 0 0 0,0 1 0 0 0,0-1-1 0 0,0 1 1 0 0,0-1 0 0 0,0 1 0 0 0,0 0 0 0 0,-1 0 0 0 0,1-1-1 0 0,0 1 1 0 0,-1 0 0 0 0,1 0 0 0 0,-1 0 0 0 0,1 0 0 0 0,-1 1-1 0 0,1-1 1 0 0,-1 0 0 0 0,0 1 0 0 0,1-1 0 0 0,-1 1 0 0 0,0-1-1 0 0,0 1 1 0 0,-2 0 0 0 0,-6-2 447 0 0,1 0 1 0 0,-1 1-1 0 0,-17 0 1 0 0,16 2-373 0 0,-1 1 0 0 0,0 1 1 0 0,1 0-1 0 0,-1 0 0 0 0,1 1 1 0 0,0 1-1 0 0,0 0 0 0 0,1 0 1 0 0,0 1-1 0 0,0 0 0 0 0,0 1 1 0 0,0 0-1 0 0,1 1 0 0 0,0 0 1 0 0,1 0-1 0 0,0 1 0 0 0,0 0 1 0 0,1 0-1 0 0,0 1 0 0 0,1 0 1 0 0,0 0-1 0 0,-5 12 0 0 0,10-21-162 0 0,0 1-1 0 0,0 0 0 0 0,1-1 1 0 0,-1 1-1 0 0,0 0 1 0 0,1 0-1 0 0,-1-1 0 0 0,1 1 1 0 0,0 0-1 0 0,0 0 1 0 0,0 0-1 0 0,0 0 0 0 0,0-1 1 0 0,0 1-1 0 0,0 0 1 0 0,0 0-1 0 0,1 0 0 0 0,-1-1 1 0 0,1 1-1 0 0,0 0 1 0 0,-1 0-1 0 0,1-1 0 0 0,0 1 1 0 0,0 0-1 0 0,2 2 1 0 0,-2-3-5 0 0,1 0 0 0 0,0 0 1 0 0,0 0-1 0 0,-1 0 1 0 0,1-1-1 0 0,0 1 1 0 0,0-1-1 0 0,0 1 1 0 0,0-1-1 0 0,0 1 0 0 0,0-1 1 0 0,0 0-1 0 0,0 0 1 0 0,0 0-1 0 0,0 0 1 0 0,0-1-1 0 0,0 1 0 0 0,0 0 1 0 0,0-1-1 0 0,0 1 1 0 0,0-1-1 0 0,-1 0 1 0 0,4-1-1 0 0,22-10 464 0 0,0-2-1 0 0,-1 0 1 0 0,28-21 0 0 0,-31 18-181 0 0,2 2 1 0 0,0 1-1 0 0,42-18 1 0 0,-64 31-218 0 0,1-1 1 0 0,-1 1 0 0 0,1 0 0 0 0,-1 0 0 0 0,1 1 0 0 0,-1-1 0 0 0,1 1-1 0 0,-1-1 1 0 0,1 1 0 0 0,0 0 0 0 0,-1 1 0 0 0,1-1 0 0 0,-1 1 0 0 0,1-1-1 0 0,-1 1 1 0 0,1 0 0 0 0,-1 1 0 0 0,1-1 0 0 0,-1 0 0 0 0,0 1-1 0 0,0 0 1 0 0,0 0 0 0 0,0 0 0 0 0,0 0 0 0 0,0 0 0 0 0,0 0 0 0 0,4 6-1 0 0,-2-1 50 0 0,-1-1-1 0 0,0 1 0 0 0,0 0 1 0 0,-1 0-1 0 0,0 0 0 0 0,0 0 0 0 0,-1 0 1 0 0,0 1-1 0 0,0-1 0 0 0,-1 1 0 0 0,1 0 1 0 0,-1 9-1 0 0,0 4-134 0 0,0 1 0 0 0,-1-1 0 0 0,-1 1 0 0 0,-2-1 0 0 0,0 0 0 0 0,-1 0 0 0 0,-11 36 0 0 0,10-47 71 0 0,2-10-224 0 0,1-17-590 0 0,6-28-672 0 0,1 20 1266 0 0,1 0 0 0 0,1 0 0 0 0,16-35 1 0 0,-20 53 261 0 0,0 0 0 0 0,0 0 1 0 0,1 0-1 0 0,0 0 1 0 0,1 1-1 0 0,0 0 1 0 0,0-1-1 0 0,0 2 1 0 0,0-1-1 0 0,1 1 0 0 0,0-1 1 0 0,0 1-1 0 0,1 1 1 0 0,-1 0-1 0 0,12-6 1 0 0,-14 9 2 0 0,1 0-1 0 0,0 1 1 0 0,0-1 0 0 0,0 1 0 0 0,0 0 0 0 0,-1 0 0 0 0,1 0 0 0 0,0 1 0 0 0,0 0-1 0 0,0 0 1 0 0,-1 0 0 0 0,1 1 0 0 0,-1-1 0 0 0,1 1 0 0 0,-1 0 0 0 0,1 0 0 0 0,-1 1-1 0 0,0-1 1 0 0,5 5 0 0 0,1 0-58 0 0,0 1 0 0 0,0 0 0 0 0,-1 1 0 0 0,0 0-1 0 0,-1 0 1 0 0,10 14 0 0 0,-15-19-33 0 0,-1 0-1 0 0,-1 0 1 0 0,1 0-1 0 0,-1 0 1 0 0,1 0-1 0 0,-1 1 1 0 0,-1-1-1 0 0,2 6 1 0 0,7 26 48 0 0,-9-35-59 0 0,1-1 1 0 0,-1 1 0 0 0,0-1 0 0 0,0 1 0 0 0,1-1 0 0 0,-1 1 0 0 0,0-1 0 0 0,1 1 0 0 0,-1-1 0 0 0,1 0 0 0 0,-1 1-1 0 0,1-1 1 0 0,-1 0 0 0 0,0 1 0 0 0,1-1 0 0 0,-1 0 0 0 0,1 0 0 0 0,-1 1 0 0 0,1-1 0 0 0,0 0 0 0 0,-1 0 0 0 0,1 0-1 0 0,-1 0 1 0 0,1 0 0 0 0,-1 0 0 0 0,1 0 0 0 0,-1 0 0 0 0,1 0 0 0 0,0 0 0 0 0,0 0 0 0 0,19-11-89 0 0,11-21-174 0 0,9-35 82 0 0,-28 44 357 0 0,29-41 0 0 0,-37 58-107 0 0,1 1 0 0 0,-1-1 1 0 0,2 1-1 0 0,-1 0 0 0 0,0 1 1 0 0,1-1-1 0 0,0 1 0 0 0,0 0 1 0 0,0 1-1 0 0,0-1 0 0 0,11-3 1 0 0,-15 6-47 0 0,0 1 0 0 0,0-1 0 0 0,1 1 0 0 0,-1-1 0 0 0,0 1 0 0 0,0 0 0 0 0,0-1 0 0 0,0 1 0 0 0,0 0 0 0 0,1 1 1 0 0,-1-1-1 0 0,0 0 0 0 0,0 1 0 0 0,0-1 0 0 0,0 1 0 0 0,0-1 0 0 0,0 1 0 0 0,0 0 0 0 0,0 0 0 0 0,0 0 0 0 0,0 0 0 0 0,0 1 0 0 0,-1-1 1 0 0,1 0-1 0 0,0 1 0 0 0,-1-1 0 0 0,1 1 0 0 0,-1-1 0 0 0,0 1 0 0 0,1 0 0 0 0,1 2 0 0 0,2 7-466 0 0,1 0 0 0 0,-2 0 0 0 0,1 0 1 0 0,4 21-1 0 0,3 8-3971 0 0,-3-21 3056 0 0,1-1-1 0 0,17 24 1 0 0,-16-28 1361 0 0</inkml:trace>
</inkml:ink>
</file>

<file path=ppt/ink/ink2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0:53.015"/>
    </inkml:context>
    <inkml:brush xml:id="br0">
      <inkml:brushProperty name="width" value="0.1" units="cm"/>
      <inkml:brushProperty name="height" value="0.1" units="cm"/>
    </inkml:brush>
  </inkml:definitions>
  <inkml:trace contextRef="#ctx0" brushRef="#br0">219 375 5985 0 0,'-4'-4'195'0'0,"1"1"-1"0"0,-1 0 1 0 0,0 0-1 0 0,0 1 0 0 0,0-1 1 0 0,0 1-1 0 0,0 0 1 0 0,0 0-1 0 0,-1 0 0 0 0,1 0 1 0 0,-1 1-1 0 0,1 0 1 0 0,-1 0-1 0 0,0 0 1 0 0,0 0-1 0 0,1 1 0 0 0,-1 0 1 0 0,0 0-1 0 0,0 0 1 0 0,1 1-1 0 0,-1-1 0 0 0,-7 3 1 0 0,5 0-98 0 0,0 0 0 0 0,0 0 0 0 0,0 1 0 0 0,0 0 0 0 0,0 0 0 0 0,1 0 0 0 0,0 1 0 0 0,0 0 0 0 0,-9 10 0 0 0,11-11-29 0 0,1 0-1 0 0,0 0 1 0 0,0-1 0 0 0,0 2 0 0 0,0-1-1 0 0,1 0 1 0 0,-1 1 0 0 0,1-1 0 0 0,0 1-1 0 0,1-1 1 0 0,-1 1 0 0 0,1 0 0 0 0,0 0-1 0 0,0 0 1 0 0,0 0 0 0 0,1 6 0 0 0,0-10-56 0 0,0 0 1 0 0,0 0 0 0 0,0 1-1 0 0,0-1 1 0 0,1 0 0 0 0,-1 0-1 0 0,1 1 1 0 0,-1-1 0 0 0,1 0-1 0 0,-1 0 1 0 0,1 0 0 0 0,0 0-1 0 0,-1 0 1 0 0,1 0 0 0 0,0 0-1 0 0,0 0 1 0 0,0 0 0 0 0,0 0 0 0 0,0 0-1 0 0,0 0 1 0 0,0-1 0 0 0,0 1-1 0 0,1 1 1 0 0,1-1-28 0 0,0 0-1 0 0,0-1 1 0 0,-1 1-1 0 0,1 0 1 0 0,0-1 0 0 0,0 0-1 0 0,0 0 1 0 0,0 0 0 0 0,0 0-1 0 0,3 0 1 0 0,3-2-146 0 0,0 0-1 0 0,1 0 1 0 0,-1 0-1 0 0,0-1 1 0 0,11-6-1 0 0,-9 3 207 0 0,0 0 0 0 0,0-1-1 0 0,-1 0 1 0 0,0-1 0 0 0,-1 0-1 0 0,0-1 1 0 0,0 0 0 0 0,-1 0 0 0 0,0-1-1 0 0,0 0 1 0 0,-1 0 0 0 0,0-1-1 0 0,-1 0 1 0 0,-1 0 0 0 0,1 0 0 0 0,5-20-1 0 0,-12 35 164 0 0,0 0 0 0 0,1 0 0 0 0,0-1 0 0 0,0 1 0 0 0,0 0 0 0 0,0 0 0 0 0,1 0 0 0 0,-1 0 0 0 0,1 0 0 0 0,0-1 0 0 0,0 1 0 0 0,0 0 0 0 0,1-1 0 0 0,-1 1 0 0 0,1-1 0 0 0,2 5 0 0 0,0-3-166 0 0,-1 0 0 0 0,1 0 0 0 0,0-1 0 0 0,0 1 0 0 0,1-1 0 0 0,-1 1 0 0 0,1-1 0 0 0,0-1 0 0 0,11 7 0 0 0,-12-8-155 0 0,-1 0 0 0 0,1 0 0 0 0,0-1-1 0 0,0 1 1 0 0,0-1 0 0 0,0 0 0 0 0,0 0 0 0 0,0-1-1 0 0,0 1 1 0 0,0-1 0 0 0,0 0 0 0 0,0 0-1 0 0,0 0 1 0 0,7-2 0 0 0,-8 1-21 0 0,1 0-1 0 0,-1 0 1 0 0,0 0 0 0 0,-1-1-1 0 0,1 1 1 0 0,0-1 0 0 0,0 0-1 0 0,-1 0 1 0 0,1 0 0 0 0,-1 0 0 0 0,0-1-1 0 0,1 1 1 0 0,-1 0 0 0 0,0-1-1 0 0,0 0 1 0 0,-1 1 0 0 0,1-1-1 0 0,0 0 1 0 0,-1 0 0 0 0,2-6 0 0 0,2-6-360 0 0,-1 0 0 0 0,0 0 0 0 0,-2 0 0 0 0,1 0 0 0 0,-1-19 0 0 0,-4-81-720 0 0,1 69 1212 0 0,0 24 350 0 0,1 5 495 0 0,0 0 0 0 0,-2-1-1 0 0,-9-31 2336 0 0,11 49-3133 0 0,-2 13 1172 0 0,-1 14 92 0 0,9 30-262 0 0,2-1 1 0 0,3 0 0 0 0,22 66 0 0 0,3 15-2200 0 0,-26-92-7 0 0</inkml:trace>
</inkml:ink>
</file>

<file path=ppt/ink/ink2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0:55.062"/>
    </inkml:context>
    <inkml:brush xml:id="br0">
      <inkml:brushProperty name="width" value="0.1" units="cm"/>
      <inkml:brushProperty name="height" value="0.1" units="cm"/>
    </inkml:brush>
  </inkml:definitions>
  <inkml:trace contextRef="#ctx0" brushRef="#br0">16 17 8290 0 0,'-5'-8'401'0'0,"-3"0"551"0"0,6 20 981 0 0,17 147 2354 0 0,20 79-2243 0 0,-32-217-1827 0 0,-1-5-288 0 0,6 33 404 0 0,14 49 0 0 0,-18-84-989 0 0,0 0 0 0 0,2 0 0 0 0,-1-1 0 0 0,2 0 0 0 0,0 0 0 0 0,0 0 0 0 0,1-1 0 0 0,11 13 0 0 0</inkml:trace>
</inkml:ink>
</file>

<file path=ppt/ink/ink2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0:55.269"/>
    </inkml:context>
    <inkml:brush xml:id="br0">
      <inkml:brushProperty name="width" value="0.1" units="cm"/>
      <inkml:brushProperty name="height" value="0.1" units="cm"/>
    </inkml:brush>
  </inkml:definitions>
  <inkml:trace contextRef="#ctx0" brushRef="#br0">3 92 4609 0 0,'-1'0'75'0'0,"1"0"1"0"0,0-1-1 0 0,0 1 0 0 0,0 0 1 0 0,-1-1-1 0 0,1 1 0 0 0,0-1 1 0 0,0 1-1 0 0,0 0 0 0 0,0-1 1 0 0,0 1-1 0 0,0-1 0 0 0,0 1 1 0 0,0 0-1 0 0,0-1 0 0 0,0 1 1 0 0,0-1-1 0 0,0 1 0 0 0,0-1 1 0 0,0 1-1 0 0,0 0 0 0 0,0-1 1 0 0,0 1-1 0 0,0-1 0 0 0,1 1 1 0 0,-1 0-1 0 0,0-1 0 0 0,0 1 1 0 0,0 0-1 0 0,1-1 0 0 0,-1 1 1 0 0,0 0-1 0 0,1-1 0 0 0,-1 1 1 0 0,0 0-1 0 0,1-1 0 0 0,21-15 1653 0 0,25-6 13 0 0,-19 12-1584 0 0,1 2 0 0 0,0 1 0 0 0,1 2-1 0 0,-1 1 1 0 0,1 1 0 0 0,42 1 0 0 0,-38 3-972 0 0,0 2 1 0 0,64 14-1 0 0,-77-12-398 0 0</inkml:trace>
</inkml:ink>
</file>

<file path=ppt/ink/ink2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0:55.445"/>
    </inkml:context>
    <inkml:brush xml:id="br0">
      <inkml:brushProperty name="width" value="0.1" units="cm"/>
      <inkml:brushProperty name="height" value="0.1" units="cm"/>
    </inkml:brush>
  </inkml:definitions>
  <inkml:trace contextRef="#ctx0" brushRef="#br0">0 196 5497 0 0,'37'41'8709'0'0,"-37"-42"-8645"0"0,0 0 0 0 0,0 0 1 0 0,0 0-1 0 0,-1 1 0 0 0,1-1 0 0 0,0 0 1 0 0,0 0-1 0 0,-1 0 0 0 0,1 0 1 0 0,0 1-1 0 0,-1-1 0 0 0,1 0 1 0 0,0 1-1 0 0,-1-1 0 0 0,1 0 0 0 0,-1 1 1 0 0,0-2-1 0 0,0 1 4 0 0,0 0 0 0 0,0 0 0 0 0,0 0 0 0 0,1 0 0 0 0,-1 0 0 0 0,0 0 0 0 0,1-1 0 0 0,-1 1 0 0 0,1 0 0 0 0,-1 0 0 0 0,1-1 0 0 0,0 1 0 0 0,-1-2 0 0 0,-1-12 618 0 0,0 1 0 0 0,1-1 0 0 0,1 0 0 0 0,0 0 0 0 0,1 0 0 0 0,4-24 0 0 0,-4 35-790 0 0,0-1 0 0 0,1 1 0 0 0,-1 0 0 0 0,1 0 0 0 0,0 0 0 0 0,0 0 0 0 0,1 0 0 0 0,-1 0 0 0 0,1 1 0 0 0,0-1 0 0 0,4-3 0 0 0,-4 5-210 0 0,0-1 1 0 0,0 1-1 0 0,1 0 0 0 0,0-1 1 0 0,-1 2-1 0 0,1-1 1 0 0,0 0-1 0 0,0 1 0 0 0,0 0 1 0 0,0 0-1 0 0,0 0 0 0 0,0 0 1 0 0,0 1-1 0 0,4-1 1 0 0,6 0-1105 0 0</inkml:trace>
</inkml:ink>
</file>

<file path=ppt/ink/ink2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0:56.068"/>
    </inkml:context>
    <inkml:brush xml:id="br0">
      <inkml:brushProperty name="width" value="0.1" units="cm"/>
      <inkml:brushProperty name="height" value="0.1" units="cm"/>
    </inkml:brush>
  </inkml:definitions>
  <inkml:trace contextRef="#ctx0" brushRef="#br0">117 22 920 0 0,'0'0'62'0'0,"0"-1"-1"0"0,0 1 0 0 0,-1-1 1 0 0,1 1-1 0 0,0-1 0 0 0,0 1 1 0 0,-1-1-1 0 0,1 0 1 0 0,0 1-1 0 0,-1-1 0 0 0,1 1 1 0 0,0 0-1 0 0,-1-1 0 0 0,1 1 1 0 0,-1-1-1 0 0,1 1 1 0 0,-1 0-1 0 0,1-1 0 0 0,-1 1 1 0 0,1 0-1 0 0,-1-1 1 0 0,1 1-1 0 0,-1 0 0 0 0,1 0 1 0 0,-1-1-1 0 0,1 1 0 0 0,-1 0 1 0 0,0 0-1 0 0,1 0 1 0 0,-1 0-1 0 0,1 0 0 0 0,-1 0 1 0 0,0 0-1 0 0,1 0 0 0 0,-1 0 1 0 0,1 0-1 0 0,-1 0 1 0 0,1 0-1 0 0,-1 1 0 0 0,0-1 1 0 0,0 0-1 0 0,0 0 253 0 0,0 1 0 0 0,0-1 0 0 0,0 0 1 0 0,1 0-1 0 0,-1 0 0 0 0,0 1 0 0 0,0-1 0 0 0,0 0 0 0 0,0 1 0 0 0,0-1 1 0 0,-4 5 1884 0 0,5-5-1885 0 0,-1 1 0 0 0,1 0 0 0 0,-1 0 0 0 0,1-1 0 0 0,-1 1 0 0 0,1 0 1 0 0,-1 0-1 0 0,1 1 0 0 0,-2-4-168 0 0,1-1 0 0 0,-1 1 0 0 0,0 0 0 0 0,0-1-1 0 0,0 1 1 0 0,0 0 0 0 0,0 0 0 0 0,0 0 0 0 0,0 0 0 0 0,-1 1 0 0 0,-3-3 0 0 0,4 4-105 0 0,0 1 1 0 0,0-1-1 0 0,0 1 0 0 0,0 0 1 0 0,0 0-1 0 0,1 0 0 0 0,-1 0 1 0 0,0 0-1 0 0,1 0 1 0 0,-1 0-1 0 0,1 1 0 0 0,-1-1 1 0 0,1 1-1 0 0,0-1 0 0 0,-1 1 1 0 0,1-1-1 0 0,0 1 1 0 0,0 0-1 0 0,0-1 0 0 0,0 1 1 0 0,0 0-1 0 0,1 0 0 0 0,-1 0 1 0 0,0 4-1 0 0,-12 48 373 0 0,12-41-343 0 0,1 0-1 0 0,0 0 0 0 0,0 0 0 0 0,2 0 1 0 0,-1 0-1 0 0,2-1 0 0 0,0 1 1 0 0,8 22-1 0 0,-9-30-52 0 0,0-1 0 0 0,0 1 0 0 0,1-1 0 0 0,0 1 0 0 0,0-1 0 0 0,0 0 0 0 0,0 0 0 0 0,0 0 0 0 0,1 0 0 0 0,0-1 0 0 0,4 4 0 0 0,-5-6-3 0 0,0 1-1 0 0,0 0 0 0 0,0-1 0 0 0,1 1 0 0 0,-1-1 0 0 0,0 0 0 0 0,1 0 0 0 0,-1-1 0 0 0,1 1 0 0 0,-1-1 0 0 0,1 1 1 0 0,-1-1-1 0 0,1 0 0 0 0,-1 0 0 0 0,1-1 0 0 0,-1 1 0 0 0,6-2 0 0 0,-5 1 28 0 0,-1 0 0 0 0,1 0 0 0 0,-1-1 0 0 0,1 1 0 0 0,-1-1 0 0 0,0 1 0 0 0,0-1 0 0 0,0 0 0 0 0,0 0 0 0 0,0-1 0 0 0,0 1-1 0 0,0 0 1 0 0,-1-1 0 0 0,1 0 0 0 0,-1 0 0 0 0,0 0 0 0 0,3-4 0 0 0,-3 2 33 0 0,1-1 0 0 0,-1 1 0 0 0,0-1-1 0 0,0 0 1 0 0,0 0 0 0 0,-1 0 0 0 0,0 0 0 0 0,0 0 0 0 0,-1-11 0 0 0,0 6-202 0 0,0 0 1 0 0,-1 1 0 0 0,-1-1 0 0 0,0 1 0 0 0,0-1 0 0 0,-1 1-1 0 0,-1 0 1 0 0,0 0 0 0 0,0 0 0 0 0,0 0 0 0 0,-11-14-1 0 0,-11-4-2633 0 0,11 17-2261 0 0</inkml:trace>
</inkml:ink>
</file>

<file path=ppt/ink/ink2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0:56.641"/>
    </inkml:context>
    <inkml:brush xml:id="br0">
      <inkml:brushProperty name="width" value="0.1" units="cm"/>
      <inkml:brushProperty name="height" value="0.1" units="cm"/>
    </inkml:brush>
  </inkml:definitions>
  <inkml:trace contextRef="#ctx0" brushRef="#br0">0 148 4609 0 0,'5'-1'341'0'0,"0"0"0"0"0,0 0 1 0 0,0 1-1 0 0,-1-1 0 0 0,1 1 0 0 0,0 0 1 0 0,0 1-1 0 0,0-1 0 0 0,0 1 0 0 0,-1 0 1 0 0,1 0-1 0 0,0 0 0 0 0,-1 1 0 0 0,1 0 1 0 0,-1 0-1 0 0,5 2 0 0 0,-6-2-163 0 0,0 0 0 0 0,0 1 1 0 0,0-1-1 0 0,0 0 0 0 0,0 1 0 0 0,-1 0 0 0 0,1 0 0 0 0,-1-1 0 0 0,0 1 1 0 0,0 1-1 0 0,0-1 0 0 0,0 0 0 0 0,-1 0 0 0 0,1 1 0 0 0,-1-1 0 0 0,0 1 0 0 0,0-1 1 0 0,0 1-1 0 0,0 0 0 0 0,0 6 0 0 0,-1-5-50 0 0,0 5 70 0 0,0-1-1 0 0,1 1 1 0 0,1-1 0 0 0,-1 1 0 0 0,1-1 0 0 0,1 0 0 0 0,4 11 0 0 0,-12-30-256 0 0,2 0-1 0 0,-1 0 1 0 0,1 0 0 0 0,1 0-1 0 0,0 0 1 0 0,0-1-1 0 0,1 1 1 0 0,0-1 0 0 0,1 1-1 0 0,0-1 1 0 0,2-11-1 0 0,-1 14 122 0 0,0 0-1 0 0,1 1 0 0 0,-1-1 0 0 0,2 0 0 0 0,-1 1 0 0 0,1-1 0 0 0,1 1 0 0 0,-1 0 1 0 0,1 0-1 0 0,0 0 0 0 0,1 0 0 0 0,-1 1 0 0 0,2-1 0 0 0,-1 1 0 0 0,10-8 0 0 0,-14 13-15 0 0,0 0-1 0 0,0 0 0 0 0,0 0 0 0 0,0 0 0 0 0,0 1 0 0 0,0-1 0 0 0,0 0 0 0 0,1 1 0 0 0,-1-1 0 0 0,0 1 1 0 0,0-1-1 0 0,1 1 0 0 0,-1-1 0 0 0,0 1 0 0 0,0 0 0 0 0,1 0 0 0 0,-1 0 0 0 0,0 0 0 0 0,1 0 0 0 0,-1 0 1 0 0,0 0-1 0 0,1 0 0 0 0,-1 0 0 0 0,0 1 0 0 0,0-1 0 0 0,1 1 0 0 0,-1-1 0 0 0,0 1 0 0 0,0-1 1 0 0,0 1-1 0 0,1-1 0 0 0,-1 1 0 0 0,0 0 0 0 0,0 0 0 0 0,0 0 0 0 0,0 0 0 0 0,0-1 0 0 0,0 1 0 0 0,-1 0 1 0 0,1 1-1 0 0,0-1 0 0 0,0 0 0 0 0,-1 0 0 0 0,1 0 0 0 0,-1 0 0 0 0,1 2 0 0 0,5 9 71 0 0,-2 0 0 0 0,0-1 0 0 0,0 1-1 0 0,1 14 1 0 0,0-7-228 0 0,0 1-379 0 0,-4-14 168 0 0,0 0 0 0 0,1 0 0 0 0,0-1 0 0 0,0 1 0 0 0,0 0 0 0 0,1-1 0 0 0,5 10 0 0 0,-8-15 301 0 0,1 0 1 0 0,-1 1-1 0 0,0-1 1 0 0,0 0-1 0 0,1 0 1 0 0,-1 1-1 0 0,0-1 1 0 0,1 0-1 0 0,-1 0 1 0 0,0 0-1 0 0,1 0 1 0 0,-1 1-1 0 0,0-1 1 0 0,1 0-1 0 0,-1 0 1 0 0,1 0-1 0 0,-1 0 1 0 0,0 0-1 0 0,1 0 1 0 0,-1 0-1 0 0,0 0 1 0 0,1 0-1 0 0,-1 0 1 0 0,1 0-1 0 0,-1 0 1 0 0,0 0-1 0 0,1-1 1 0 0,-1 1-1 0 0,0 0 1 0 0,1 0-1 0 0,-1 0 1 0 0,0 0-1 0 0,1-1 1 0 0,-1 1-1 0 0,0 0 1 0 0,1 0-1 0 0,-1-1 1 0 0,0 1-1 0 0,0 0 1 0 0,1-1-1 0 0,-1 1 1 0 0,0 0-1 0 0,0 0 1 0 0,0-1-1 0 0,1 1 1 0 0,-1 0-1 0 0,0-1 1 0 0,0 1-1 0 0,0-1 1 0 0,0 1-1 0 0,0 0 1 0 0,0-1-1 0 0,0 1 1 0 0,0-1-1 0 0,9-25-645 0 0,-8 23 445 0 0,10-43-1505 0 0,-7 27 1264 0 0,1 0-1 0 0,0 1 1 0 0,9-20 0 0 0,-12 34 618 0 0,0-1 0 0 0,1 1 0 0 0,-1-1-1 0 0,1 1 1 0 0,0 0 0 0 0,0 0 0 0 0,1 0 0 0 0,-1 1 0 0 0,1-1 0 0 0,0 1 0 0 0,0 0 0 0 0,0 0 0 0 0,0 0 0 0 0,0 1 0 0 0,1-1-1 0 0,7-2 1 0 0,-11 4-70 0 0,1 1-1 0 0,0-1 1 0 0,0 1-1 0 0,0 0 1 0 0,0-1-1 0 0,0 1 0 0 0,0 0 1 0 0,0 1-1 0 0,0-1 1 0 0,0 0-1 0 0,0 0 1 0 0,0 1-1 0 0,-1-1 0 0 0,1 1 1 0 0,0 0-1 0 0,0-1 1 0 0,0 1-1 0 0,-1 0 1 0 0,1 0-1 0 0,0 0 0 0 0,-1 0 1 0 0,1 1-1 0 0,-1-1 1 0 0,1 0-1 0 0,-1 1 1 0 0,1-1-1 0 0,-1 0 0 0 0,1 3 1 0 0,5 6 10 0 0,0 0 0 0 0,-1 0 0 0 0,8 19 0 0 0,0-2-696 0 0,-6-12-100 0 0,2-1-32 0 0</inkml:trace>
</inkml:ink>
</file>

<file path=ppt/ink/ink2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0:57.258"/>
    </inkml:context>
    <inkml:brush xml:id="br0">
      <inkml:brushProperty name="width" value="0.1" units="cm"/>
      <inkml:brushProperty name="height" value="0.1" units="cm"/>
    </inkml:brush>
  </inkml:definitions>
  <inkml:trace contextRef="#ctx0" brushRef="#br0">107 32 6913 0 0,'0'-1'193'0'0,"1"0"0"0"0,0 0 0 0 0,-1 1 0 0 0,1-1 0 0 0,-1 0 0 0 0,1 0 0 0 0,-1 0-1 0 0,1 0 1 0 0,-1 0 0 0 0,1 0 0 0 0,-1 0 0 0 0,0 0 0 0 0,0 0 0 0 0,1 0 0 0 0,-1 0-1 0 0,0 0 1 0 0,0 0 0 0 0,0 0 0 0 0,0 0 0 0 0,0 0 0 0 0,0 0 0 0 0,-1 0 0 0 0,1 0-1 0 0,0 0 1 0 0,0 0 0 0 0,-1 0 0 0 0,0-1 0 0 0,1 1-92 0 0,-1 1 0 0 0,1 0-1 0 0,-1-1 1 0 0,0 1 0 0 0,1 0 0 0 0,-1-1 0 0 0,0 1 0 0 0,1 0 0 0 0,-1 0-1 0 0,0 0 1 0 0,1-1 0 0 0,-1 1 0 0 0,0 0 0 0 0,0 0 0 0 0,1 0-1 0 0,-1 0 1 0 0,0 0 0 0 0,1 1 0 0 0,-1-1 0 0 0,0 0 0 0 0,1 0 0 0 0,-1 0-1 0 0,0 1 1 0 0,1-1 0 0 0,-1 0 0 0 0,0 1 0 0 0,1-1 0 0 0,-1 0-1 0 0,1 1 1 0 0,-1-1 0 0 0,0 1 0 0 0,1-1 0 0 0,-1 1 0 0 0,1-1 0 0 0,0 1-1 0 0,-1-1 1 0 0,0 2 0 0 0,-8 8-120 0 0,0 0 1 0 0,1 1-1 0 0,0 0 0 0 0,1 1 1 0 0,0 0-1 0 0,1 0 0 0 0,0 0 1 0 0,1 1-1 0 0,-7 24 0 0 0,9-25-933 0 0,1 0-1 0 0,0 0 0 0 0,0 0 0 0 0,2 0 1 0 0,-1 1-1 0 0,3 21 0 0 0,4-8-3064 0 0</inkml:trace>
</inkml:ink>
</file>

<file path=ppt/ink/ink2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0:57.976"/>
    </inkml:context>
    <inkml:brush xml:id="br0">
      <inkml:brushProperty name="width" value="0.1" units="cm"/>
      <inkml:brushProperty name="height" value="0.1" units="cm"/>
    </inkml:brush>
  </inkml:definitions>
  <inkml:trace contextRef="#ctx0" brushRef="#br0">0 214 2304 0 0,'1'-36'1943'0'0,"2"1"-1"0"0,1 0 1 0 0,16-65-1 0 0,-20 100-1873 0 0,0 0 1 0 0,0-1-1 0 0,0 1 0 0 0,0 0 1 0 0,0 0-1 0 0,0-1 0 0 0,0 1 1 0 0,0 0-1 0 0,0 0 0 0 0,0-1 1 0 0,0 1-1 0 0,0 0 0 0 0,0-1 0 0 0,0 1 1 0 0,1 0-1 0 0,-1 0 0 0 0,0 0 1 0 0,0-1-1 0 0,0 1 0 0 0,0 0 1 0 0,0 0-1 0 0,1-1 0 0 0,-1 1 0 0 0,0 0 1 0 0,0 0-1 0 0,0 0 0 0 0,0 0 1 0 0,1-1-1 0 0,-1 1 0 0 0,0 0 1 0 0,0 0-1 0 0,1 0 0 0 0,-1 0 1 0 0,0 0-1 0 0,0 0 0 0 0,1 0 0 0 0,-1-1 1 0 0,0 1-1 0 0,0 0 0 0 0,1 0 1 0 0,4 12 1854 0 0,3 25 55 0 0,-8-34-1804 0 0,29 191 2970 0 0,25 142-3836 0 0,-51-317-966 0 0,-1-6-2514 0 0</inkml:trace>
</inkml:ink>
</file>

<file path=ppt/ink/ink2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0:58.275"/>
    </inkml:context>
    <inkml:brush xml:id="br0">
      <inkml:brushProperty name="width" value="0.1" units="cm"/>
      <inkml:brushProperty name="height" value="0.1" units="cm"/>
    </inkml:brush>
  </inkml:definitions>
  <inkml:trace contextRef="#ctx0" brushRef="#br0">17 78 4145 0 0,'2'-3'125'0'0,"0"1"1"0"0,0-1 0 0 0,0 1-1 0 0,0-1 1 0 0,1 1-1 0 0,-1 0 1 0 0,1 0 0 0 0,0 1-1 0 0,-1-1 1 0 0,1 0-1 0 0,6-2 1 0 0,40-15 1671 0 0,-33 14-1206 0 0,-15 4-556 0 0,15-5 853 0 0,1 1 1 0 0,32-7-1 0 0,-45 12-677 0 0,1-1 0 0 0,-1 1 0 0 0,1 0 0 0 0,0 0 0 0 0,-1 0 0 0 0,1 1 0 0 0,5 1 0 0 0,-8-2-111 0 0,0 1 0 0 0,-1-1 0 0 0,1 1 0 0 0,0 0 0 0 0,-1 0 0 0 0,1 0 1 0 0,0 0-1 0 0,-1 0 0 0 0,1 0 0 0 0,-1 0 0 0 0,0 0 0 0 0,1 1 0 0 0,-1-1 0 0 0,0 0 0 0 0,0 1 0 0 0,0-1 1 0 0,0 1-1 0 0,1 2 0 0 0,-1-1-28 0 0,0-1 0 0 0,0 1 0 0 0,-1 0-1 0 0,0-1 1 0 0,1 1 0 0 0,-1 0 0 0 0,0-1 0 0 0,-1 1 0 0 0,1 0 0 0 0,0 0 0 0 0,-1-1 0 0 0,1 1 0 0 0,-1-1 0 0 0,0 1 0 0 0,0 0 0 0 0,0-1 0 0 0,0 1 0 0 0,0-1-1 0 0,-1 0 1 0 0,1 1 0 0 0,-1-1 0 0 0,1 0 0 0 0,-1 0 0 0 0,-2 2 0 0 0,-3 4 73 0 0,0-1-1 0 0,0 0 1 0 0,-1-1-1 0 0,0 0 1 0 0,-11 7 0 0 0,2-5-488 0 0,0 0 1 0 0,-1 0-1 0 0,0-2 1 0 0,0 0-1 0 0,-24 4 1 0 0,3-1-3103 0 0,20 1 2919 0 0,10-4 489 0 0,9-6 36 0 0,0 0 0 0 0,0 0-1 0 0,0 0 1 0 0,0 1 0 0 0,0-1 0 0 0,0 0-1 0 0,0 0 1 0 0,0 0 0 0 0,0 0 0 0 0,0 0-1 0 0,0 0 1 0 0,0 0 0 0 0,0 0-1 0 0,-1 0 1 0 0,1 0 0 0 0,0 0 0 0 0,0 0-1 0 0,0 1 1 0 0,0-1 0 0 0,0 0 0 0 0,0 0-1 0 0,0 0 1 0 0,0 0 0 0 0,0 0-1 0 0,0 0 1 0 0,0 0 0 0 0,0 0 0 0 0,0 0-1 0 0,0 1 1 0 0,0-1 0 0 0,0 0 0 0 0,0 0-1 0 0,0 0 1 0 0,0 0 0 0 0,0 0-1 0 0,0 0 1 0 0,0 0 0 0 0,0 0 0 0 0,1 0-1 0 0,-1 0 1 0 0,0 0 0 0 0,0 1 0 0 0,0-1-1 0 0,0 0 1 0 0,0 0 0 0 0,0 0-1 0 0,0 0 1 0 0,0 0 0 0 0,0 0 0 0 0,0 0-1 0 0,0 0 1 0 0,0 0 0 0 0,1 0 0 0 0,-1 0-1 0 0,0 0 1 0 0,0 0 0 0 0,0 0 0 0 0,0 0-1 0 0,0 0 1 0 0,3 1-14 0 0</inkml:trace>
</inkml:ink>
</file>

<file path=ppt/ink/ink2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0:58.971"/>
    </inkml:context>
    <inkml:brush xml:id="br0">
      <inkml:brushProperty name="width" value="0.1" units="cm"/>
      <inkml:brushProperty name="height" value="0.1" units="cm"/>
    </inkml:brush>
  </inkml:definitions>
  <inkml:trace contextRef="#ctx0" brushRef="#br0">0 5 6913 0 0,'1'-3'1802'0'0,"-1"2"-1769"0"0,9 8 1447 0 0,9 14 464 0 0,0 10-835 0 0,-1 0 0 0 0,-2 2-1 0 0,-2 0 1 0 0,-1 0 0 0 0,12 52 0 0 0,-11-18-1204 0 0,9 130 1 0 0,-18-170-3627 0 0,10-43 1177 0 0,-9 0 2446 0 0,0-1-1 0 0,0 0 1 0 0,-2 0 0 0 0,0-1 0 0 0,-1 1 0 0 0,-1-1 0 0 0,0 1 0 0 0,-1-1 0 0 0,-1 1-1 0 0,-5-25 1 0 0,-1 7-280 0 0,-1 0 1 0 0,-2 1-1 0 0,-2 0 0 0 0,-16-34 0 0 0,27 65 354 0 0,-1 0-1 0 0,1-1 1 0 0,-1 1-1 0 0,1-1 1 0 0,1 1-1 0 0,-1-1 1 0 0,0 0-1 0 0,1 1 1 0 0,0-1-1 0 0,-1 1 1 0 0,1-1-1 0 0,1 0 1 0 0,-1 1-1 0 0,1-1 1 0 0,-1 0-1 0 0,1 1 1 0 0,0-1-1 0 0,0 1 1 0 0,2-4-1 0 0,-1 3 283 0 0,0 1-1 0 0,0 0 0 0 0,1 0 1 0 0,-1 0-1 0 0,1 0 0 0 0,0 1 0 0 0,-1-1 1 0 0,1 0-1 0 0,0 1 0 0 0,1 0 1 0 0,-1 0-1 0 0,4-2 0 0 0,-2 1 5 0 0,0 1 0 0 0,0-1 0 0 0,0 1 0 0 0,1 0 0 0 0,-1 0 0 0 0,1 1 0 0 0,0 0-1 0 0,-1 0 1 0 0,1 0 0 0 0,0 1 0 0 0,0-1 0 0 0,-1 2 0 0 0,1-1 0 0 0,0 0 0 0 0,0 1 0 0 0,-1 0-1 0 0,11 4 1 0 0,-9-3-94 0 0,0 2-1 0 0,-1-1 1 0 0,1 1-1 0 0,-1 0 1 0 0,0 0-1 0 0,0 1 1 0 0,-1 0 0 0 0,1 0-1 0 0,-1 0 1 0 0,0 1-1 0 0,0 0 1 0 0,6 10-1 0 0,-5-7-108 0 0,0 2 0 0 0,-1-1 0 0 0,0 0 0 0 0,-1 1 0 0 0,0 0 1 0 0,0 0-1 0 0,-1 0 0 0 0,-1 1 0 0 0,0-1 0 0 0,0 1 0 0 0,-1-1 0 0 0,-1 1 0 0 0,0-1 0 0 0,-1 1 0 0 0,0-1 0 0 0,0 1 0 0 0,-6 20 0 0 0,1-18-5 0 0,-1-1-1 0 0,-1 0 1 0 0,1 0-1 0 0,-2-1 1 0 0,0 0-1 0 0,0-1 0 0 0,-1 1 1 0 0,-1-2-1 0 0,0 0 1 0 0,0 0-1 0 0,-1-1 1 0 0,0 0-1 0 0,-19 10 1 0 0,19-12-585 0 0,0-2 0 0 0,0 0 0 0 0,0 0 0 0 0,0-1 1 0 0,-18 4-1 0 0</inkml:trace>
</inkml:ink>
</file>

<file path=ppt/ink/ink2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00.700"/>
    </inkml:context>
    <inkml:brush xml:id="br0">
      <inkml:brushProperty name="width" value="0.1" units="cm"/>
      <inkml:brushProperty name="height" value="0.1" units="cm"/>
    </inkml:brush>
  </inkml:definitions>
  <inkml:trace contextRef="#ctx0" brushRef="#br0">7 29 11058 0 0,'-1'-2'523'0'0,"0"0"-1"0"0,0 0 1 0 0,0 0 0 0 0,0 0-1 0 0,1 0 1 0 0,-1 0-1 0 0,1-1 1 0 0,0 1-1 0 0,0 0 1 0 0,-1-3-1 0 0,1 5-486 0 0,0 0-1 0 0,0 0 0 0 0,0 0 1 0 0,0 0-1 0 0,0 0 0 0 0,1-2 637 0 0,-1 2-637 0 0,1 0 1 0 0,-1 0-1 0 0,0 0 1 0 0,0 0-1 0 0,0 0 0 0 0,0 0 1 0 0,0 0-1 0 0,0 0 0 0 0,0 0 1 0 0,0 0-1 0 0,0 0 0 0 0,1 0 1 0 0,-1 0-1 0 0,0 0 0 0 0,0 0 1 0 0,0 0-1 0 0,0 0 0 0 0,0 0 1 0 0,0 0-1 0 0,0 0 1 0 0,0 0-1 0 0,1 0 318 0 0,-1 1-317 0 0,10 12 782 0 0,0 12-404 0 0,0 0 1 0 0,-2 0 0 0 0,-1 1-1 0 0,-1 0 1 0 0,3 38 0 0 0,-1-15-197 0 0,102 448 666 0 0,-102-473-1034 0 0,-2-6 224 0 0,-1 0 0 0 0,3 22 0 0 0,-7-37-242 0 0,-1 0 0 0 0,1 1 0 0 0,-1-1 0 0 0,0 0 1 0 0,0 1-1 0 0,0-1 0 0 0,-1 0 0 0 0,1 0 0 0 0,-1 1 1 0 0,0-1-1 0 0,1 0 0 0 0,-1 0 0 0 0,-1 0 0 0 0,1 0 1 0 0,0 0-1 0 0,-1 0 0 0 0,0 0 0 0 0,-3 5 0 0 0,-11 0-3051 0 0,5-6-1842 0 0</inkml:trace>
</inkml:ink>
</file>

<file path=ppt/ink/ink2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00.968"/>
    </inkml:context>
    <inkml:brush xml:id="br0">
      <inkml:brushProperty name="width" value="0.1" units="cm"/>
      <inkml:brushProperty name="height" value="0.1" units="cm"/>
    </inkml:brush>
  </inkml:definitions>
  <inkml:trace contextRef="#ctx0" brushRef="#br0">42 126 5065 0 0,'-1'0'-89'0'0,"-35"-7"1487"0"0,36 7-1341 0 0,0 0 1 0 0,-1 0-1 0 0,1 0 0 0 0,0 0 1 0 0,-1-1-1 0 0,1 1 0 0 0,0 0 1 0 0,0 0-1 0 0,-1 0 0 0 0,1-1 1 0 0,0 1-1 0 0,0 0 0 0 0,0 0 1 0 0,-1-1-1 0 0,1 1 0 0 0,0 0 1 0 0,0 0-1 0 0,0-1 0 0 0,0 1 1 0 0,0 0-1 0 0,-1-1 0 0 0,1 1 1 0 0,0 0-1 0 0,0 0 0 0 0,0-1 1 0 0,0 1-1 0 0,0 0 0 0 0,0-1 1 0 0,0 1-1 0 0,0 0 0 0 0,0-1 1 0 0,0 1-1 0 0,0-1 0 0 0,15-14 1355 0 0,2 5-982 0 0,0 0-1 0 0,0 2 0 0 0,1 0 0 0 0,0 0 0 0 0,26-5 0 0 0,96-17 2863 0 0,-113 27-2451 0 0,-1 0 0 0 0,51 1 1 0 0,-65 3-989 0 0,0 1 1 0 0,0 0-1 0 0,17 5 1 0 0,-22-6-370 0 0,-1 2 0 0 0,-1-1 0 0 0,1 1 0 0 0,0 0 0 0 0,-1 0 0 0 0,1 0 0 0 0,7 7 0 0 0</inkml:trace>
</inkml:ink>
</file>

<file path=ppt/ink/ink2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01.350"/>
    </inkml:context>
    <inkml:brush xml:id="br0">
      <inkml:brushProperty name="width" value="0.1" units="cm"/>
      <inkml:brushProperty name="height" value="0.1" units="cm"/>
    </inkml:brush>
  </inkml:definitions>
  <inkml:trace contextRef="#ctx0" brushRef="#br0">1 65 7834 0 0,'13'-8'1540'0'0,"1"2"1"0"0,1 0 0 0 0,19-6-1 0 0,3 2 186 0 0,1 2 0 0 0,53-4 0 0 0,-68 10-2498 0 0,0 2 0 0 0,43 4 0 0 0,-45-1-5348 0 0</inkml:trace>
</inkml:ink>
</file>

<file path=ppt/ink/ink2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03.510"/>
    </inkml:context>
    <inkml:brush xml:id="br0">
      <inkml:brushProperty name="width" value="0.1" units="cm"/>
      <inkml:brushProperty name="height" value="0.1" units="cm"/>
    </inkml:brush>
  </inkml:definitions>
  <inkml:trace contextRef="#ctx0" brushRef="#br0">1 7 7418 0 0,'1'0'0'0'0,"-1"-2"0"0"0,2 2 0 0 0,1 0 0 0 0,2-1 0 0 0,3-1 0 0 0,-1 1 0 0 0,0 1 0 0 0,-1 0 0 0 0,1 0 0 0 0</inkml:trace>
</inkml:ink>
</file>

<file path=ppt/ink/ink2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03.859"/>
    </inkml:context>
    <inkml:brush xml:id="br0">
      <inkml:brushProperty name="width" value="0.1" units="cm"/>
      <inkml:brushProperty name="height" value="0.1" units="cm"/>
    </inkml:brush>
  </inkml:definitions>
  <inkml:trace contextRef="#ctx0" brushRef="#br0">0 65 4145 0 0,'0'-2'236'0'0,"0"0"-1"0"0,0 0 1 0 0,0 0 0 0 0,1 0 0 0 0,-1-1-1 0 0,0 1 1 0 0,1 0 0 0 0,-1 1 0 0 0,1-1-1 0 0,0 0 1 0 0,0 0 0 0 0,-1 0 0 0 0,1 0-1 0 0,2-2 1 0 0,16-25 4174 0 0,-18 29-4256 0 0,-1-1 1 0 0,0 1-1 0 0,1 0 1 0 0,-1-1-1 0 0,1 1 1 0 0,-1 0-1 0 0,0 0 1 0 0,1-1 0 0 0,-1 1-1 0 0,1 0 1 0 0,-1 0-1 0 0,1 0 1 0 0,-1 0-1 0 0,1-1 1 0 0,-1 1-1 0 0,1 0 1 0 0,0 0 0 0 0,-1 0-1 0 0,1 0 1 0 0,-1 0-1 0 0,1 0 1 0 0,-1 0-1 0 0,1 1 1 0 0,-1-1 0 0 0,1 0-1 0 0,-1 0 1 0 0,1 0-1 0 0,-1 0 1 0 0,1 1-1 0 0,16 14 1940 0 0,6 23-665 0 0,-23-37-1315 0 0,26 50 346 0 0,-2 1 1 0 0,20 69-1 0 0,-34-87-237 0 0,-1 1 0 0 0,-2 0 0 0 0,-2 0 1 0 0,1 65-1 0 0,-4-66-454 0 0,-1-25 74 0 0,0 1 0 0 0,-1-1 1 0 0,1 0-1 0 0,-2 0 0 0 0,0 1 1 0 0,0-1-1 0 0,0 0 0 0 0,-1 0 1 0 0,-4 10-1 0 0,-4-8-2063 0 0</inkml:trace>
</inkml:ink>
</file>

<file path=ppt/ink/ink2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04.161"/>
    </inkml:context>
    <inkml:brush xml:id="br0">
      <inkml:brushProperty name="width" value="0.1" units="cm"/>
      <inkml:brushProperty name="height" value="0.1" units="cm"/>
    </inkml:brush>
  </inkml:definitions>
  <inkml:trace contextRef="#ctx0" brushRef="#br0">0 121 920 0 0,'4'-6'208'0'0,"0"0"-1"0"0,1 0 0 0 0,-1 0 0 0 0,1 1 1 0 0,1 0-1 0 0,-1 0 0 0 0,1 0 1 0 0,11-7-1 0 0,-2 2 324 0 0,0 1 0 0 0,26-10 1 0 0,-28 13 103 0 0,1 1 0 0 0,0 1 0 0 0,0 1 1 0 0,25-4-1 0 0,-35 6-386 0 0,1 1 0 0 0,-1-1 0 0 0,0 1 1 0 0,1 0-1 0 0,-1 1 0 0 0,0-1 0 0 0,0 1 0 0 0,1 0 0 0 0,-1 0 0 0 0,0 0 1 0 0,0 0-1 0 0,0 1 0 0 0,0-1 0 0 0,0 1 0 0 0,0 0 0 0 0,0 0 0 0 0,-1 1 1 0 0,1-1-1 0 0,-1 1 0 0 0,4 4 0 0 0,-6-6-227 0 0,0 0 1 0 0,0 0-1 0 0,0 0 1 0 0,0 1-1 0 0,0-1 0 0 0,-1 0 1 0 0,1 1-1 0 0,-1-1 0 0 0,1 1 1 0 0,-1-1-1 0 0,1 0 0 0 0,-1 1 1 0 0,0-1-1 0 0,0 1 0 0 0,0-1 1 0 0,0 1-1 0 0,0-1 1 0 0,0 1-1 0 0,0-1 0 0 0,0 1 1 0 0,-1 1-1 0 0,0 0-37 0 0,0 0 1 0 0,-1 0-1 0 0,1 0 1 0 0,-1 0-1 0 0,0-1 0 0 0,0 1 1 0 0,0 0-1 0 0,0-1 0 0 0,-4 4 1 0 0,-3 2-119 0 0,-1 0 0 0 0,-1 0 0 0 0,-20 10 1 0 0,7-6-400 0 0,1-2-1 0 0,-1 0 1 0 0,-1-2 0 0 0,-28 7 0 0 0,41-13-3137 0 0</inkml:trace>
</inkml:ink>
</file>

<file path=ppt/ink/ink2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04.491"/>
    </inkml:context>
    <inkml:brush xml:id="br0">
      <inkml:brushProperty name="width" value="0.1" units="cm"/>
      <inkml:brushProperty name="height" value="0.1" units="cm"/>
    </inkml:brush>
  </inkml:definitions>
  <inkml:trace contextRef="#ctx0" brushRef="#br0">0 0 9674 0 0,'29'46'5113'0'0,"-20"-29"-4637"0"0,-1 1 0 0 0,0 0-1 0 0,-2 0 1 0 0,0 1 0 0 0,-1-1 0 0 0,4 31-1 0 0,4 123 512 0 0,-8-80-495 0 0,-4-74-718 0 0,2 10-618 0 0,-3-10-4835 0 0</inkml:trace>
</inkml:ink>
</file>

<file path=ppt/ink/ink2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04.792"/>
    </inkml:context>
    <inkml:brush xml:id="br0">
      <inkml:brushProperty name="width" value="0.1" units="cm"/>
      <inkml:brushProperty name="height" value="0.1" units="cm"/>
    </inkml:brush>
  </inkml:definitions>
  <inkml:trace contextRef="#ctx0" brushRef="#br0">0 102 1376 0 0,'1'-5'248'0'0,"-1"0"1"0"0,1 0-1 0 0,0 1 0 0 0,0-1 0 0 0,0 0 1 0 0,1 0-1 0 0,-1 0 0 0 0,1 1 0 0 0,0-1 0 0 0,1 1 1 0 0,-1 0-1 0 0,1 0 0 0 0,0-1 0 0 0,6-6 0 0 0,-7 9 27 0 0,1 0-1 0 0,-1-1 0 0 0,1 1 0 0 0,-1 0 1 0 0,1 0-1 0 0,0 0 0 0 0,-1 1 0 0 0,1-1 1 0 0,0 1-1 0 0,0-1 0 0 0,1 1 0 0 0,-1 0 0 0 0,0 0 1 0 0,0 1-1 0 0,0-1 0 0 0,1 1 0 0 0,-1-1 1 0 0,0 1-1 0 0,1 0 0 0 0,-1 0 0 0 0,0 0 1 0 0,0 1-1 0 0,4 0 0 0 0,2 1-17 0 0,0 1 0 0 0,-1 0-1 0 0,1 1 1 0 0,-1 0 0 0 0,0 0 0 0 0,0 1-1 0 0,0-1 1 0 0,-1 2 0 0 0,0-1-1 0 0,0 1 1 0 0,0 0 0 0 0,-1 1 0 0 0,1 0-1 0 0,-1 0 1 0 0,-1 0 0 0 0,0 0 0 0 0,0 1-1 0 0,0 0 1 0 0,4 10 0 0 0,-6-10-228 0 0,-1 0 1 0 0,1 0 0 0 0,-2 0-1 0 0,1 0 1 0 0,-1 0 0 0 0,0 1-1 0 0,0-1 1 0 0,-1 0-1 0 0,0 0 1 0 0,-1 1 0 0 0,0-1-1 0 0,0 0 1 0 0,-1 0 0 0 0,0 0-1 0 0,0 0 1 0 0,-1 0 0 0 0,0 0-1 0 0,0-1 1 0 0,-1 1-1 0 0,0-1 1 0 0,-6 9 0 0 0,0-3 316 0 0,1-1-1 0 0,-19 19 1 0 0,23-27-547 0 0,0 0 0 0 0,0 0 0 0 0,0 0 0 0 0,-11 6 0 0 0,-9-3-4120 0 0</inkml:trace>
</inkml:ink>
</file>

<file path=ppt/ink/ink2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05.158"/>
    </inkml:context>
    <inkml:brush xml:id="br0">
      <inkml:brushProperty name="width" value="0.1" units="cm"/>
      <inkml:brushProperty name="height" value="0.1" units="cm"/>
    </inkml:brush>
  </inkml:definitions>
  <inkml:trace contextRef="#ctx0" brushRef="#br0">14 0 11058 0 0,'-13'13'1325'0'0,"13"-13"-1280"0"0,1 1 1 0 0,-1-1 0 0 0,1 1 0 0 0,-1-1 0 0 0,0 0-1 0 0,1 1 1 0 0,-1-1 0 0 0,1 0 0 0 0,-1 0-1 0 0,1 1 1 0 0,-1-1 0 0 0,1 0 0 0 0,-1 0-1 0 0,1 0 1 0 0,-1 0 0 0 0,1 0 0 0 0,-1 0 0 0 0,1 0-1 0 0,-1 0 1 0 0,1 0 0 0 0,0 0 0 0 0,-1 0-1 0 0,1 0 1 0 0,-1 0 0 0 0,1 0 0 0 0,-1 0-1 0 0,1 0 1 0 0,1 0 148 0 0,2-1-9 0 0,4 1-162 0 0,14-2-1129 0 0,40 3-1 0 0,-51 1-3232 0 0</inkml:trace>
</inkml:ink>
</file>

<file path=ppt/ink/ink2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05.336"/>
    </inkml:context>
    <inkml:brush xml:id="br0">
      <inkml:brushProperty name="width" value="0.1" units="cm"/>
      <inkml:brushProperty name="height" value="0.1" units="cm"/>
    </inkml:brush>
  </inkml:definitions>
  <inkml:trace contextRef="#ctx0" brushRef="#br0">0 31 5985 0 0,'12'1'5659'0'0,"15"-2"-3804"0"0,146-24-3191 0 0,-150 20 1336 0 0</inkml:trace>
</inkml:ink>
</file>

<file path=ppt/ink/ink2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09.158"/>
    </inkml:context>
    <inkml:brush xml:id="br0">
      <inkml:brushProperty name="width" value="0.1" units="cm"/>
      <inkml:brushProperty name="height" value="0.1" units="cm"/>
    </inkml:brush>
  </inkml:definitions>
  <inkml:trace contextRef="#ctx0" brushRef="#br0">0 66 3225 0 0,'2'-6'277'0'0,"-1"5"-39"0"0,-1 1 1 0 0,1-1 0 0 0,-1 0-1 0 0,0 0 1 0 0,1 1-1 0 0,-1-1 1 0 0,2-17 7598 0 0,14 9-7603 0 0,-3 3 139 0 0,0 2 1 0 0,1-1-1 0 0,-1 2 1 0 0,1 0 0 0 0,0 0-1 0 0,0 2 1 0 0,0-1-1 0 0,0 2 1 0 0,21 1-1 0 0,-30-1-341 0 0,1 1 0 0 0,-1-1 0 0 0,1 1-1 0 0,-1 0 1 0 0,1 0 0 0 0,-1 1 0 0 0,0 0 0 0 0,0 0-1 0 0,0 0 1 0 0,0 0 0 0 0,0 1 0 0 0,0 0 0 0 0,-1 0-1 0 0,1 0 1 0 0,3 4 0 0 0,-5-4-49 0 0,-1 0-1 0 0,0 0 1 0 0,0-1-1 0 0,0 1 1 0 0,0 1 0 0 0,-1-1-1 0 0,1 0 1 0 0,-1 0-1 0 0,0 1 1 0 0,0-1-1 0 0,0 0 1 0 0,0 1 0 0 0,0-1-1 0 0,-1 1 1 0 0,0-1-1 0 0,0 1 1 0 0,0-1 0 0 0,0 1-1 0 0,0-1 1 0 0,-1 1-1 0 0,1-1 1 0 0,-1 1-1 0 0,0-1 1 0 0,-2 5 0 0 0,-5 10 5 0 0,0-1 1 0 0,-1 0-1 0 0,0 0 1 0 0,-2-1 0 0 0,-19 24-1 0 0,-7 12-66 0 0,36-52 70 0 0,1 0 1 0 0,0 1-1 0 0,-1-1 0 0 0,1 1 1 0 0,0-1-1 0 0,-1 0 0 0 0,1 1 1 0 0,0-1-1 0 0,0 1 0 0 0,-1-1 1 0 0,1 1-1 0 0,0-1 0 0 0,0 1 0 0 0,0-1 1 0 0,0 1-1 0 0,0-1 0 0 0,0 1 1 0 0,0-1-1 0 0,0 1 0 0 0,0 0 1 0 0,0-1-1 0 0,0 1 0 0 0,0-1 1 0 0,0 1-1 0 0,0-1 0 0 0,1 1 1 0 0,-1-1-1 0 0,0 1 0 0 0,1 0 1 0 0,15 5-636 0 0,27-8-431 0 0,-38 2 1089 0 0,11-2-30 0 0,1 1 0 0 0,-1 1 1 0 0,0 1-1 0 0,1 1 1 0 0,-1 0-1 0 0,0 1 1 0 0,0 0-1 0 0,22 8 1 0 0,-32-9 108 0 0,0 1 0 0 0,0 0 0 0 0,0 0 1 0 0,0 0-1 0 0,-1 1 0 0 0,1 0 0 0 0,-1 0 0 0 0,0 0 0 0 0,0 0 1 0 0,0 1-1 0 0,-1 0 0 0 0,1 0 0 0 0,-1 0 0 0 0,0 1 1 0 0,-1-1-1 0 0,0 1 0 0 0,1 0 0 0 0,-2 0 0 0 0,1 0 1 0 0,-1 0-1 0 0,0 1 0 0 0,0-1 0 0 0,1 11 0 0 0,-3-10 5 0 0,0-1 0 0 0,0 0 0 0 0,-1 1 0 0 0,0-1 0 0 0,0 0 0 0 0,-1 0 0 0 0,0 0-1 0 0,0 0 1 0 0,0 0 0 0 0,-1 0 0 0 0,0 0 0 0 0,0-1 0 0 0,0 1 0 0 0,-1-1 0 0 0,0 0 0 0 0,0 0-1 0 0,0-1 1 0 0,0 1 0 0 0,-9 6 0 0 0,-6 5 373 0 0,0 0 1 0 0,-2-1-1 0 0,-34 19 1 0 0,37-24-380 0 0,1 0-171 0 0,0 0 1 0 0,-2 0 0 0 0,1-2 0 0 0,-1 0-1 0 0,0-1 1 0 0,-27 5 0 0 0,42-12-1008 0 0</inkml:trace>
</inkml:ink>
</file>

<file path=ppt/ink/ink2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09.557"/>
    </inkml:context>
    <inkml:brush xml:id="br0">
      <inkml:brushProperty name="width" value="0.1" units="cm"/>
      <inkml:brushProperty name="height" value="0.1" units="cm"/>
    </inkml:brush>
  </inkml:definitions>
  <inkml:trace contextRef="#ctx0" brushRef="#br0">202 9 7834 0 0,'0'0'97'0'0,"0"0"1"0"0,1 0-1 0 0,-1-1 0 0 0,0 1 1 0 0,0 0-1 0 0,0-1 1 0 0,0 1-1 0 0,0 0 1 0 0,0 0-1 0 0,0-1 0 0 0,0 1 1 0 0,0 0-1 0 0,0-1 1 0 0,0 1-1 0 0,0 0 1 0 0,-3-3 1363 0 0,3 2-1364 0 0,0 1 1 0 0,-1 0-1 0 0,1 0 1 0 0,0 0-1 0 0,0 0 1 0 0,-1 0-1 0 0,-8 6 1345 0 0,-6 15-1366 0 0,14-21-31 0 0,-29 58 422 0 0,-37 98 0 0 0,45-100-960 0 0,15-37 306 0 0,-6 12-713 0 0,1 0 0 0 0,-10 44 0 0 0</inkml:trace>
</inkml:ink>
</file>

<file path=ppt/ink/ink2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09.808"/>
    </inkml:context>
    <inkml:brush xml:id="br0">
      <inkml:brushProperty name="width" value="0.1" units="cm"/>
      <inkml:brushProperty name="height" value="0.1" units="cm"/>
    </inkml:brush>
  </inkml:definitions>
  <inkml:trace contextRef="#ctx0" brushRef="#br0">1 33 3681 0 0,'1'-3'253'0'0,"0"1"0"0"0,1-1-1 0 0,-1 1 1 0 0,1 0 0 0 0,0-1 0 0 0,-1 1 0 0 0,1 0 0 0 0,0 0 0 0 0,0 0 0 0 0,1 0 0 0 0,-1 1-1 0 0,3-3 1 0 0,-3 4-35 0 0,-1-1-1 0 0,0 1 1 0 0,0-1-1 0 0,1 1 1 0 0,-1 0-1 0 0,0 0 1 0 0,1 0-1 0 0,-1-1 0 0 0,1 1 1 0 0,-1 1-1 0 0,0-1 1 0 0,1 0-1 0 0,-1 0 1 0 0,0 0-1 0 0,1 1 1 0 0,-1-1-1 0 0,0 1 1 0 0,0-1-1 0 0,1 1 1 0 0,-1-1-1 0 0,0 1 1 0 0,0 0-1 0 0,0 0 1 0 0,0-1-1 0 0,1 1 0 0 0,-1 0 1 0 0,-1 0-1 0 0,3 2 1 0 0,9 10 915 0 0,-2 1-1 0 0,1 1 1 0 0,-1 0 0 0 0,12 26 0 0 0,-13-23-665 0 0,1 0 0 0 0,1-1 0 0 0,16 19 0 0 0,-17-24-359 0 0,22 23 165 0 0,-30-33-317 0 0,0 0 1 0 0,0 0-1 0 0,0-1 0 0 0,1 1 0 0 0,-1-1 0 0 0,0 1 1 0 0,1-1-1 0 0,-1 0 0 0 0,0 0 0 0 0,1 0 1 0 0,0 0-1 0 0,-1-1 0 0 0,1 1 0 0 0,2 0 0 0 0,-4-1-193 0 0,1-1 0 0 0,-1 1 0 0 0,0 0 0 0 0,0-1 0 0 0,0 1 0 0 0,0-1 0 0 0,0 0 0 0 0,0 1 0 0 0,0-1 0 0 0,0 0 0 0 0,0 1 0 0 0,0-1 0 0 0,0 0 0 0 0,0 0 0 0 0,0 0 0 0 0,-1 0 0 0 0,1 0 0 0 0,0 0 0 0 0,-1 0 0 0 0,1 0 0 0 0,0-1 0 0 0,0 0-190 0 0,5-7-1345 0 0</inkml:trace>
</inkml:ink>
</file>

<file path=ppt/ink/ink2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10.525"/>
    </inkml:context>
    <inkml:brush xml:id="br0">
      <inkml:brushProperty name="width" value="0.1" units="cm"/>
      <inkml:brushProperty name="height" value="0.1" units="cm"/>
    </inkml:brush>
  </inkml:definitions>
  <inkml:trace contextRef="#ctx0" brushRef="#br0">1 238 3681 0 0,'21'1'5566'0'0,"-13"-1"-4057"0"0,1 1 0 0 0,-1-2-1 0 0,1 1 1 0 0,14-4 0 0 0,-21 3-1669 0 0,1 1 0 0 0,-1-1 0 0 0,0 0 0 0 0,1-1 0 0 0,-1 1 0 0 0,0 0 0 0 0,1-1 0 0 0,-1 1 0 0 0,0-1 0 0 0,0 0 0 0 0,0 1 0 0 0,0-1 0 0 0,-1 0 0 0 0,1 0 0 0 0,-1 0 0 0 0,1-1 0 0 0,-1 1 0 0 0,1 0 0 0 0,0-4 0 0 0,4-6-342 0 0,-2-1 0 0 0,1 1 0 0 0,-1-1 0 0 0,-1 0 0 0 0,2-14 0 0 0,-5 19 477 0 0,1 1 0 0 0,-1 0 0 0 0,0 0 0 0 0,0 0 0 0 0,-1 0 0 0 0,0 0 0 0 0,0 0 0 0 0,-1 0-1 0 0,0 0 1 0 0,0 0 0 0 0,-4-8 0 0 0,6 14 86 0 0,0 1 0 0 0,-1-1 0 0 0,1 0 0 0 0,0 0 0 0 0,-1 0 0 0 0,1 0-1 0 0,0 1 1 0 0,-1-1 0 0 0,1 0 0 0 0,-1 1 0 0 0,1-1 0 0 0,-1 0 0 0 0,0 1 0 0 0,1-1 0 0 0,-1 0-1 0 0,0 1 1 0 0,1-1 0 0 0,-1 1 0 0 0,0-1 0 0 0,1 1 0 0 0,-1 0 0 0 0,-1-1 0 0 0,-3 15 774 0 0,7 30 893 0 0,4-4-157 0 0,14 47 0 0 0,-16-72-2387 0 0,1 0-1 0 0,0-1 1 0 0,1 0 0 0 0,1 0 0 0 0,1 0 0 0 0,11 16-1 0 0,-17-27 531 0 0,0-1-1 0 0,0 0 0 0 0,0 1 1 0 0,0-1-1 0 0,0 0 0 0 0,0 0 1 0 0,0 0-1 0 0,1-1 0 0 0,-1 1 1 0 0,1-1-1 0 0,-1 1 0 0 0,1-1 1 0 0,0 0-1 0 0,-1 0 0 0 0,1 0 1 0 0,0 0-1 0 0,0 0 0 0 0,0-1 1 0 0,0 1-1 0 0,0-1 0 0 0,0 0 1 0 0,0 0-1 0 0,0 0 0 0 0,0 0 1 0 0,3-1-1 0 0,11-5 143 0 0</inkml:trace>
</inkml:ink>
</file>

<file path=ppt/ink/ink2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10.838"/>
    </inkml:context>
    <inkml:brush xml:id="br0">
      <inkml:brushProperty name="width" value="0.1" units="cm"/>
      <inkml:brushProperty name="height" value="0.1" units="cm"/>
    </inkml:brush>
  </inkml:definitions>
  <inkml:trace contextRef="#ctx0" brushRef="#br0">188 8 13827 0 0,'4'-7'2510'0'0,"-3"7"-2425"0"0,-1 0-1 0 0,1 1 1 0 0,-1-1 0 0 0,0 0-1 0 0,1 1 1 0 0,-1-1 0 0 0,0 1-1 0 0,1-1 1 0 0,-1 1 0 0 0,0-1 0 0 0,0 1-1 0 0,0-1 1 0 0,1 1 0 0 0,-1-1-1 0 0,0 1 1 0 0,0-1 0 0 0,0 1-1 0 0,0-1 1 0 0,0 1 0 0 0,0-1-1 0 0,0 1 1 0 0,0-1 0 0 0,0 1-1 0 0,0-1 1 0 0,0 1 0 0 0,0-1-1 0 0,0 2 1 0 0,-2 34 237 0 0,-1 1 1 0 0,-1-1-1 0 0,-18 66 0 0 0,-44 107-111 0 0,41-142-430 0 0,4 1-1 0 0,2 1 1 0 0,-11 83 0 0 0,25-59-482 0 0,5-53-3161 0 0,0-22-160 0 0</inkml:trace>
</inkml:ink>
</file>

<file path=ppt/ink/ink2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11.220"/>
    </inkml:context>
    <inkml:brush xml:id="br0">
      <inkml:brushProperty name="width" value="0.1" units="cm"/>
      <inkml:brushProperty name="height" value="0.1" units="cm"/>
    </inkml:brush>
  </inkml:definitions>
  <inkml:trace contextRef="#ctx0" brushRef="#br0">2 60 3681 0 0,'0'-2'328'0'0,"-1"0"0"0"0,1 0 0 0 0,0 0-1 0 0,0 0 1 0 0,0 0 0 0 0,0 0 0 0 0,0 0 0 0 0,0 0 0 0 0,0 0 0 0 0,1 0 0 0 0,-1 0 0 0 0,1 0 0 0 0,-1 1 0 0 0,1-1 0 0 0,0 0-1 0 0,0 0 1 0 0,-1 0 0 0 0,2 1 0 0 0,-1-1 0 0 0,0 0 0 0 0,0 1 0 0 0,0-1 0 0 0,1 1 0 0 0,-1-1 0 0 0,1 1 0 0 0,-1 0 0 0 0,1-1-1 0 0,-1 1 1 0 0,1 0 0 0 0,0 0 0 0 0,0 0 0 0 0,-1 1 0 0 0,1-1 0 0 0,0 0 0 0 0,3 0 0 0 0,-3 0-211 0 0,0 1 0 0 0,0-1 0 0 0,-1 1 0 0 0,1 0 0 0 0,0 0 0 0 0,0 0 0 0 0,0 0 0 0 0,0 0 0 0 0,0 0 0 0 0,0 0 0 0 0,0 1 0 0 0,0-1 0 0 0,0 1-1 0 0,0 0 1 0 0,0-1 0 0 0,0 1 0 0 0,0 0 0 0 0,-1 0 0 0 0,1 0 0 0 0,0 0 0 0 0,-1 0 0 0 0,1 0 0 0 0,2 3 0 0 0,5 6-119 0 0,-1 1-1 0 0,-1-1 1 0 0,1 1 0 0 0,-2 1-1 0 0,1-1 1 0 0,-2 1 0 0 0,0 0-1 0 0,7 21 1 0 0,-2 7-189 0 0,6 59 0 0 0,5 18-153 0 0,-17-102 318 0 0,0 1-1 0 0,2-1 1 0 0,-1 0 0 0 0,2-1-1 0 0,10 19 1 0 0,5 0-273 0 0,20 36-763 0 0</inkml:trace>
</inkml:ink>
</file>

<file path=ppt/ink/ink2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11.455"/>
    </inkml:context>
    <inkml:brush xml:id="br0">
      <inkml:brushProperty name="width" value="0.1" units="cm"/>
      <inkml:brushProperty name="height" value="0.1" units="cm"/>
    </inkml:brush>
  </inkml:definitions>
  <inkml:trace contextRef="#ctx0" brushRef="#br0">1 14 6449 0 0,'106'-8'8496'0'0,"-61"4"-7040"0"0,-27 3-1021 0 0</inkml:trace>
</inkml:ink>
</file>

<file path=ppt/ink/ink2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18.741"/>
    </inkml:context>
    <inkml:brush xml:id="br0">
      <inkml:brushProperty name="width" value="0.1" units="cm"/>
      <inkml:brushProperty name="height" value="0.1" units="cm"/>
    </inkml:brush>
  </inkml:definitions>
  <inkml:trace contextRef="#ctx0" brushRef="#br0">26 79 920 0 0,'-13'-30'2724'0'0,"11"27"-2004"0"0,0 0 0 0 0,0 0 0 0 0,0-1 0 0 0,0 1 0 0 0,1-1 0 0 0,-1-24 11712 0 0,9 54-11962 0 0,21 289 1102 0 0,-8-66-1340 0 0,-6-101-269 0 0,8 61 112 0 0,0-71-4287 0 0,-21-128 1947 0 0</inkml:trace>
</inkml:ink>
</file>

<file path=ppt/ink/ink2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18.968"/>
    </inkml:context>
    <inkml:brush xml:id="br0">
      <inkml:brushProperty name="width" value="0.1" units="cm"/>
      <inkml:brushProperty name="height" value="0.1" units="cm"/>
    </inkml:brush>
  </inkml:definitions>
  <inkml:trace contextRef="#ctx0" brushRef="#br0">16 0 7834 0 0,'-15'8'605'0'0,"15"-8"-581"0"0,0 0 1 0 0,0 0-1 0 0,0 0 0 0 0,0 0 1 0 0,1 0 533 0 0,-1 0-534 0 0,0 0 0 0 0,0 0 1 0 0,0 1-1 0 0,0-1 0 0 0,0 0 0 0 0,0 0 1 0 0,0 0-1 0 0,0 0 0 0 0,0 0 0 0 0,0 0 1 0 0,0 0-1 0 0,0 0 0 0 0,0 0 1 0 0,0 0-1 0 0,0 0 0 0 0,0 1 413 0 0,0-1-413 0 0,29-1 3573 0 0,-11-1-2607 0 0,96 6 3181 0 0,-78-1-5229 0 0,61-4-1 0 0,-71-1-4972 0 0</inkml:trace>
</inkml:ink>
</file>

<file path=ppt/ink/ink2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19.215"/>
    </inkml:context>
    <inkml:brush xml:id="br0">
      <inkml:brushProperty name="width" value="0.1" units="cm"/>
      <inkml:brushProperty name="height" value="0.1" units="cm"/>
    </inkml:brush>
  </inkml:definitions>
  <inkml:trace contextRef="#ctx0" brushRef="#br0">0 0 10138 0 0,'0'2'570'0'0,"0"0"0"0"0,1 1 1 0 0,-1-1-1 0 0,1 0 0 0 0,-1 0 0 0 0,1 0 0 0 0,0 1 0 0 0,-1-1 0 0 0,1 0 0 0 0,0 0 0 0 0,3 3 1 0 0,11 32 1565 0 0,-8-2-992 0 0,-2-1 1 0 0,2 62-1 0 0,-2-17-2530 0 0,7-3-5427 0 0</inkml:trace>
</inkml:ink>
</file>

<file path=ppt/ink/ink2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19.467"/>
    </inkml:context>
    <inkml:brush xml:id="br0">
      <inkml:brushProperty name="width" value="0.1" units="cm"/>
      <inkml:brushProperty name="height" value="0.1" units="cm"/>
    </inkml:brush>
  </inkml:definitions>
  <inkml:trace contextRef="#ctx0" brushRef="#br0">1 92 3769 0 0,'3'-6'109'0'0,"0"0"0"0"0,1 0 0 0 0,0 1 0 0 0,0-1 0 0 0,1 1 0 0 0,-1 0 0 0 0,1 0 0 0 0,0 0 0 0 0,7-4 0 0 0,-6 5 612 0 0,1 0 0 0 0,-1 0 0 0 0,1 0 0 0 0,0 1 0 0 0,1 0 1 0 0,-1 1-1 0 0,15-4 0 0 0,-20 5-494 0 0,1 1 1 0 0,0-1 0 0 0,-1 1 0 0 0,1-1-1 0 0,0 1 1 0 0,0 0 0 0 0,-1 0 0 0 0,1 0-1 0 0,0 0 1 0 0,0 1 0 0 0,-1-1-1 0 0,1 1 1 0 0,0 0 0 0 0,-1-1 0 0 0,1 1-1 0 0,-1 0 1 0 0,1 1 0 0 0,-1-1 0 0 0,1 0-1 0 0,-1 1 1 0 0,0-1 0 0 0,0 1 0 0 0,0 0-1 0 0,0 0 1 0 0,0 0 0 0 0,0 0 0 0 0,0 0-1 0 0,0 0 1 0 0,-1 0 0 0 0,1 1-1 0 0,-1-1 1 0 0,0 0 0 0 0,0 1 0 0 0,0-1-1 0 0,0 1 1 0 0,1 2 0 0 0,-1 0-66 0 0,0 0 1 0 0,-1 0-1 0 0,1 0 1 0 0,-1 1-1 0 0,0-1 1 0 0,0 0-1 0 0,-1 0 1 0 0,1 0-1 0 0,-1 0 1 0 0,0 0-1 0 0,-1 0 0 0 0,1 0 1 0 0,-1-1-1 0 0,0 1 1 0 0,0 0-1 0 0,0-1 1 0 0,-1 1-1 0 0,-5 6 1 0 0,1-3-196 0 0,0-1-1 0 0,-1 0 1 0 0,0 0 0 0 0,-1-1 0 0 0,1 0 0 0 0,-1 0 0 0 0,-13 5-1 0 0,-15 7-6915 0 0</inkml:trace>
</inkml:ink>
</file>

<file path=ppt/ink/ink2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0.023"/>
    </inkml:context>
    <inkml:brush xml:id="br0">
      <inkml:brushProperty name="width" value="0.1" units="cm"/>
      <inkml:brushProperty name="height" value="0.1" units="cm"/>
    </inkml:brush>
  </inkml:definitions>
  <inkml:trace contextRef="#ctx0" brushRef="#br0">1 4 8754 0 0,'4'-4'7514'0'0,"-3"6"-7312"0"0,5 10 380 0 0,-1 1-1 0 0,-1 1 1 0 0,0-1 0 0 0,0 1-1 0 0,1 15 1 0 0,8 77 474 0 0,-11-83-881 0 0,2 16-244 0 0,3 48-122 0 0,-11-31-5654 0 0</inkml:trace>
</inkml:ink>
</file>

<file path=ppt/ink/ink2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0.244"/>
    </inkml:context>
    <inkml:brush xml:id="br0">
      <inkml:brushProperty name="width" value="0.1" units="cm"/>
      <inkml:brushProperty name="height" value="0.1" units="cm"/>
    </inkml:brush>
  </inkml:definitions>
  <inkml:trace contextRef="#ctx0" brushRef="#br0">0 112 5065 0 0,'4'-7'473'0'0,"-1"0"-1"0"0,1 0 0 0 0,0 0 1 0 0,0 1-1 0 0,0 0 1 0 0,1 0-1 0 0,0 0 1 0 0,1 0-1 0 0,-1 1 1 0 0,1-1-1 0 0,0 2 0 0 0,0-1 1 0 0,0 1-1 0 0,1-1 1 0 0,0 2-1 0 0,0-1 1 0 0,0 1-1 0 0,0 0 1 0 0,0 1-1 0 0,12-3 1 0 0,-14 3-157 0 0,0 1 1 0 0,1 0 0 0 0,-1 1 0 0 0,1-1 0 0 0,-1 1-1 0 0,1 0 1 0 0,-1 1 0 0 0,1-1 0 0 0,-1 1 0 0 0,1 0-1 0 0,-1 0 1 0 0,0 1 0 0 0,6 1 0 0 0,-7-1-244 0 0,-1 0 0 0 0,1 0 0 0 0,-1 1 0 0 0,1-1 0 0 0,-1 1 1 0 0,0 0-1 0 0,0-1 0 0 0,0 1 0 0 0,-1 1 0 0 0,1-1 0 0 0,-1 0 0 0 0,1 1 1 0 0,-1-1-1 0 0,0 1 0 0 0,-1 0 0 0 0,1-1 0 0 0,0 1 0 0 0,-1 0 0 0 0,1 5 0 0 0,-1-2-75 0 0,0 1-1 0 0,0-1 0 0 0,-1 1 0 0 0,0 0 0 0 0,0-1 0 0 0,-1 1 1 0 0,0-1-1 0 0,-1 1 0 0 0,1-1 0 0 0,-1 0 0 0 0,-1 0 0 0 0,1 1 1 0 0,-1-1-1 0 0,-6 10 0 0 0,3-7-274 0 0,1-1 1 0 0,-2 1-1 0 0,1-1 1 0 0,-1 0 0 0 0,-1-1-1 0 0,1 0 1 0 0,-1 0-1 0 0,-1 0 1 0 0,-11 7-1 0 0</inkml:trace>
</inkml:ink>
</file>

<file path=ppt/ink/ink2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0.560"/>
    </inkml:context>
    <inkml:brush xml:id="br0">
      <inkml:brushProperty name="width" value="0.1" units="cm"/>
      <inkml:brushProperty name="height" value="0.1" units="cm"/>
    </inkml:brush>
  </inkml:definitions>
  <inkml:trace contextRef="#ctx0" brushRef="#br0">1 15 4145 0 0,'10'-2'1553'0'0,"0"0"-1"0"0,0 1 1 0 0,0 0 0 0 0,12 1 0 0 0,6 0 349 0 0,78 0 3441 0 0,-78 2-5348 0 0,2-1 0 0 0,-1-2 0 0 0,46-7-1 0 0,-62 5-1211 0 0</inkml:trace>
</inkml:ink>
</file>

<file path=ppt/ink/ink2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0.797"/>
    </inkml:context>
    <inkml:brush xml:id="br0">
      <inkml:brushProperty name="width" value="0.1" units="cm"/>
      <inkml:brushProperty name="height" value="0.1" units="cm"/>
    </inkml:brush>
  </inkml:definitions>
  <inkml:trace contextRef="#ctx0" brushRef="#br0">12 1 10138 0 0,'0'0'88'0'0,"0"0"0"0"0,-1 0-1 0 0,1 0 1 0 0,-1 0 0 0 0,1 0 0 0 0,-1 0-1 0 0,1 0 1 0 0,-1 0 0 0 0,1 0 0 0 0,0 0-1 0 0,-1 0 1 0 0,1 1 0 0 0,-1-1 0 0 0,1 0-1 0 0,0 0 1 0 0,-1 0 0 0 0,1 1 0 0 0,-1-1-1 0 0,1 0 1 0 0,0 1 0 0 0,-1-1 0 0 0,1 0-1 0 0,0 1 1 0 0,0-1 0 0 0,-1 0 0 0 0,1 1-1 0 0,0-1 1 0 0,0 0 0 0 0,-1 1 0 0 0,1-1-1 0 0,0 1 1 0 0,0-1 0 0 0,0 1 0 0 0,0-1-1 0 0,0 0 1 0 0,0 1 0 0 0,0-1 0 0 0,0 1 0 0 0,0-1-1 0 0,0 1 1 0 0,0-1 0 0 0,0 1 0 0 0,0-1-1 0 0,0 0 1 0 0,0 1 0 0 0,0-1 0 0 0,0 1-1 0 0,1-1 1 0 0,-1 1 0 0 0,0 0 0 0 0,3 12 1564 0 0,-1 29 1049 0 0,8 102 1411 0 0,12 71-4426 0 0,-21-205 111 0 0,0-1 0 0 0,1 0 1 0 0,1 1-1 0 0,0-1 0 0 0,0 0 1 0 0,0-1-1 0 0,1 1 0 0 0,8 12 0 0 0,-1-4 123 0 0</inkml:trace>
</inkml:ink>
</file>

<file path=ppt/ink/ink2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1.368"/>
    </inkml:context>
    <inkml:brush xml:id="br0">
      <inkml:brushProperty name="width" value="0.1" units="cm"/>
      <inkml:brushProperty name="height" value="0.1" units="cm"/>
    </inkml:brush>
  </inkml:definitions>
  <inkml:trace contextRef="#ctx0" brushRef="#br0">0 8 9218 0 0,'1'-1'114'0'0,"0"1"1"0"0,-1-1-1 0 0,1 0 0 0 0,0 1 1 0 0,0-1-1 0 0,0 1 0 0 0,-1-1 1 0 0,1 1-1 0 0,0-1 1 0 0,0 1-1 0 0,0 0 0 0 0,0-1 1 0 0,0 1-1 0 0,0 0 0 0 0,0 0 1 0 0,0 0-1 0 0,0 0 0 0 0,0 0 1 0 0,0 0-1 0 0,2 0 0 0 0,23 0 1991 0 0,-23 2-1894 0 0,0-1 0 0 0,1 1 0 0 0,-1 0 0 0 0,0 0 0 0 0,0 0 0 0 0,0 0 0 0 0,-1 1 0 0 0,1-1 0 0 0,0 1 0 0 0,-1-1 0 0 0,0 1 0 0 0,0 0 0 0 0,1 0 0 0 0,-2 0 0 0 0,1 0 0 0 0,0 0 0 0 0,-1 1 0 0 0,1-1 0 0 0,-1 0 0 0 0,1 6 0 0 0,4 11 157 0 0,-1 0 0 0 0,3 27 0 0 0,-6-34-220 0 0,17 142-2351 0 0,-12-188-1107 0 0,20-34 3667 0 0,-24 60-226 0 0,6-14 812 0 0,24-40 0 0 0,-30 56-697 0 0,0 0 1 0 0,1 0 0 0 0,-1 1 0 0 0,1-1 0 0 0,0 1 0 0 0,1 0 0 0 0,-1 0 0 0 0,1 0 0 0 0,0 1 0 0 0,0-1 0 0 0,0 1-1 0 0,0 0 1 0 0,7-2 0 0 0,-11 5-176 0 0,0-1 0 0 0,0 1 0 0 0,1 0 0 0 0,-1 0 0 0 0,0-1 0 0 0,0 1 0 0 0,1 0 0 0 0,-1 0 0 0 0,0 0 0 0 0,1 0 0 0 0,-1 1 0 0 0,0-1-1 0 0,0 0 1 0 0,1 1 0 0 0,-1-1 0 0 0,0 0 0 0 0,0 1 0 0 0,1-1 0 0 0,-1 1 0 0 0,0 0 0 0 0,0-1 0 0 0,0 1 0 0 0,0 0 0 0 0,1 1 0 0 0,1 1 18 0 0,-1 0-1 0 0,0 0 1 0 0,1 0 0 0 0,-1 0 0 0 0,0 0 0 0 0,-1 1 0 0 0,1-1 0 0 0,1 6-1 0 0,2 6 33 0 0,-1 1-1 0 0,4 31 0 0 0,-2 78-25 0 0,-1-14-2397 0 0,7-38-3381 0 0,-8-55 4003 0 0,0-1 1011 0 0</inkml:trace>
</inkml:ink>
</file>

<file path=ppt/ink/ink2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1.700"/>
    </inkml:context>
    <inkml:brush xml:id="br0">
      <inkml:brushProperty name="width" value="0.1" units="cm"/>
      <inkml:brushProperty name="height" value="0.1" units="cm"/>
    </inkml:brush>
  </inkml:definitions>
  <inkml:trace contextRef="#ctx0" brushRef="#br0">0 194 4145 0 0,'19'-21'1222'0'0,"-10"21"890"0"0,-2 15 238 0 0,0 26 313 0 0,-4-17-1636 0 0,1-1 0 0 0,1 0 0 0 0,11 29 0 0 0,-14-46-908 0 0,1 0 0 0 0,0 0 0 0 0,0 0-1 0 0,0 0 1 0 0,1 0 0 0 0,0-1-1 0 0,0 0 1 0 0,0 0 0 0 0,1 0 0 0 0,0 0-1 0 0,0-1 1 0 0,0 0 0 0 0,0 0-1 0 0,1 0 1 0 0,-1 0 0 0 0,10 3 0 0 0,-13-6-107 0 0,0 0 0 0 0,0-1 0 0 0,0 1 0 0 0,0-1 1 0 0,0 1-1 0 0,0-1 0 0 0,0 0 0 0 0,0 0 0 0 0,-1 0 1 0 0,1 0-1 0 0,0 0 0 0 0,0 0 0 0 0,0-1 0 0 0,0 1 1 0 0,0-1-1 0 0,0 1 0 0 0,0-1 0 0 0,2-1 0 0 0,0 0 13 0 0,0 0 0 0 0,-1-1 1 0 0,1 1-1 0 0,-1-1 0 0 0,0 0 0 0 0,0 0 0 0 0,0 0 0 0 0,3-4 0 0 0,1-3 57 0 0,0-1 0 0 0,-1 1-1 0 0,0-1 1 0 0,-1 0 0 0 0,4-13 0 0 0,-3 6 81 0 0,-1-1 1 0 0,0 0 0 0 0,-2 1-1 0 0,0-2 1 0 0,-1 1-1 0 0,-1 0 1 0 0,-2-22-1 0 0,1 32-281 0 0,-1 0-1 0 0,0 1 0 0 0,-1-1 0 0 0,0 1 0 0 0,0-1 1 0 0,-1 1-1 0 0,0 0 0 0 0,0-1 0 0 0,-1 1 1 0 0,0 1-1 0 0,0-1 0 0 0,-1 1 0 0 0,0 0 0 0 0,-1 0 1 0 0,1 0-1 0 0,-1 0 0 0 0,-13-9 0 0 0,5 8-4524 0 0</inkml:trace>
</inkml:ink>
</file>

<file path=ppt/ink/ink2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1.953"/>
    </inkml:context>
    <inkml:brush xml:id="br0">
      <inkml:brushProperty name="width" value="0.1" units="cm"/>
      <inkml:brushProperty name="height" value="0.1" units="cm"/>
    </inkml:brush>
  </inkml:definitions>
  <inkml:trace contextRef="#ctx0" brushRef="#br0">18 0 12443 0 0,'1'18'8087'0'0,"-5"30"-6359"0"0,1-19-1615 0 0,-8 113 971 0 0,11-130-1503 0 0,0 1 1 0 0,1-1 0 0 0,0 1 0 0 0,1-1 0 0 0,1 0-1 0 0,0 0 1 0 0,1 0 0 0 0,9 23 0 0 0</inkml:trace>
</inkml:ink>
</file>

<file path=ppt/ink/ink2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2.111"/>
    </inkml:context>
    <inkml:brush xml:id="br0">
      <inkml:brushProperty name="width" value="0.1" units="cm"/>
      <inkml:brushProperty name="height" value="0.1" units="cm"/>
    </inkml:brush>
  </inkml:definitions>
  <inkml:trace contextRef="#ctx0" brushRef="#br0">18 147 4609 0 0,'-4'-26'408'0'0,"1"7"-328"0"0,0 2-80 0 0,2 5 0 0 0,-1 5 1088 0 0,2-1 1545 0 0,0 0-1289 0 0,-1-4-160 0 0,-1-2-31 0 0,1 0-9 0 0,1 7 0 0 0,1 4-1464 0 0,1 5-288 0 0,2 6-56 0 0,2 6-8 0 0,3 6 512 0 0,1 3 160 0 0</inkml:trace>
</inkml:ink>
</file>

<file path=ppt/ink/ink2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2.445"/>
    </inkml:context>
    <inkml:brush xml:id="br0">
      <inkml:brushProperty name="width" value="0.1" units="cm"/>
      <inkml:brushProperty name="height" value="0.1" units="cm"/>
    </inkml:brush>
  </inkml:definitions>
  <inkml:trace contextRef="#ctx0" brushRef="#br0">190 1 3225 0 0,'-4'0'920'0'0,"0"1"-1"0"0,0-1 1 0 0,0 1 0 0 0,1 0 0 0 0,-1 0 0 0 0,0 0 0 0 0,-5 3 0 0 0,-26 17 1871 0 0,-25 30-1247 0 0,53-44-1305 0 0,1-1 0 0 0,0 1 0 0 0,0 0-1 0 0,0 0 1 0 0,1 1 0 0 0,0 0 0 0 0,-7 15-1 0 0,11-20-240 0 0,0-1 0 0 0,0 1 0 0 0,0 0-1 0 0,1-1 1 0 0,-1 1 0 0 0,1 0 0 0 0,0 0-1 0 0,0-1 1 0 0,0 1 0 0 0,0 0 0 0 0,0 0-1 0 0,1 0 1 0 0,-1-1 0 0 0,1 1 0 0 0,-1 0-1 0 0,1-1 1 0 0,0 1 0 0 0,0-1 0 0 0,1 1-1 0 0,-1-1 1 0 0,0 1 0 0 0,1-1 0 0 0,-1 0-1 0 0,1 1 1 0 0,0-1 0 0 0,0 0 0 0 0,0 0-1 0 0,0 0 1 0 0,0-1 0 0 0,3 3 0 0 0,37 20-1017 0 0,-36-22 933 0 0,0 1 0 0 0,0 0 0 0 0,0 0-1 0 0,0 1 1 0 0,0 0 0 0 0,0 0 0 0 0,-1 0-1 0 0,0 1 1 0 0,0 0 0 0 0,4 5-1 0 0,-8-10 104 0 0,-1 1 0 0 0,0-1 0 0 0,0 1 0 0 0,0-1 0 0 0,1 1 0 0 0,-1-1 0 0 0,0 1 0 0 0,0-1 0 0 0,0 1 0 0 0,0-1 0 0 0,0 1 0 0 0,0-1 0 0 0,0 1 0 0 0,0 0 0 0 0,0-1 0 0 0,0 1 0 0 0,0-1 0 0 0,0 1 0 0 0,0-1 0 0 0,-1 1 0 0 0,1-1 0 0 0,0 1 0 0 0,0-1 0 0 0,-1 1 0 0 0,1-1 0 0 0,0 0 0 0 0,0 1-1 0 0,-2 0 1 0 0,-15 10 511 0 0,-22 1-103 0 0,15-11-1872 0 0,11-2-3885 0 0</inkml:trace>
</inkml:ink>
</file>

<file path=ppt/ink/ink2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2.778"/>
    </inkml:context>
    <inkml:brush xml:id="br0">
      <inkml:brushProperty name="width" value="0.1" units="cm"/>
      <inkml:brushProperty name="height" value="0.1" units="cm"/>
    </inkml:brush>
  </inkml:definitions>
  <inkml:trace contextRef="#ctx0" brushRef="#br0">33 215 3945 0 0,'6'-4'438'0'0,"0"0"1"0"0,-1 1-1 0 0,0-2 1 0 0,0 1-1 0 0,0 0 1 0 0,0-1-1 0 0,-1 0 1 0 0,0 0 0 0 0,0-1-1 0 0,0 1 1 0 0,-1-1-1 0 0,1 1 1 0 0,-2-1-1 0 0,1 0 1 0 0,0-1-1 0 0,-1 1 1 0 0,0 0-1 0 0,-1-1 1 0 0,1 1-1 0 0,-1-1 1 0 0,-1 1-1 0 0,1-1 1 0 0,-1 1-1 0 0,0-1 1 0 0,0 0-1 0 0,-1 1 1 0 0,0-1-1 0 0,0 1 1 0 0,-1-1-1 0 0,0 1 1 0 0,0 0-1 0 0,-3-8 1 0 0,4 13-404 0 0,1 0-1 0 0,0 0 1 0 0,-1 0 0 0 0,1 0-1 0 0,-1 0 1 0 0,1 0 0 0 0,-1 1-1 0 0,0-1 1 0 0,1 0 0 0 0,-1 0-1 0 0,0 0 1 0 0,1 1 0 0 0,-1-1-1 0 0,0 0 1 0 0,0 1 0 0 0,0-1 0 0 0,0 0-1 0 0,0 1 1 0 0,0-1 0 0 0,0 1-1 0 0,0 0 1 0 0,0-1 0 0 0,0 1-1 0 0,0 0 1 0 0,-1-1 0 0 0,0 2 0 0 0,0-1 0 0 0,1 0 1 0 0,-1 1-1 0 0,0-1 1 0 0,1 1-1 0 0,-1-1 1 0 0,1 1-1 0 0,-1 0 0 0 0,1 0 1 0 0,-1 0-1 0 0,1-1 1 0 0,0 1-1 0 0,-1 1 0 0 0,-1 0 1 0 0,-1 3 64 0 0,-1 0 1 0 0,1 0 0 0 0,0 0-1 0 0,0 1 1 0 0,1-1 0 0 0,-1 1-1 0 0,-2 7 1 0 0,2-2 2 0 0,1 1 1 0 0,0-1 0 0 0,1 1-1 0 0,1 0 1 0 0,-1-1 0 0 0,2 1-1 0 0,0 0 1 0 0,0 0 0 0 0,1 0-1 0 0,0-1 1 0 0,1 1 0 0 0,1 0-1 0 0,0-1 1 0 0,0 0 0 0 0,1 1-1 0 0,10 19 1 0 0,-9-22-93 0 0,0-1 0 0 0,0 0 1 0 0,0 0-1 0 0,1-1 0 0 0,0 1 0 0 0,1-1 0 0 0,0-1 1 0 0,0 1-1 0 0,0-1 0 0 0,1-1 0 0 0,0 1 0 0 0,0-1 0 0 0,0 0 1 0 0,0-1-1 0 0,1 0 0 0 0,0 0 0 0 0,0-1 0 0 0,0 0 1 0 0,0-1-1 0 0,1 0 0 0 0,12 1 0 0 0,-6-2-327 0 0,0-1 0 0 0,1 0 0 0 0,26-5 0 0 0,-5-2-838 0 0</inkml:trace>
</inkml:ink>
</file>

<file path=ppt/ink/ink2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3.791"/>
    </inkml:context>
    <inkml:brush xml:id="br0">
      <inkml:brushProperty name="width" value="0.1" units="cm"/>
      <inkml:brushProperty name="height" value="0.1" units="cm"/>
    </inkml:brush>
  </inkml:definitions>
  <inkml:trace contextRef="#ctx0" brushRef="#br0">133 36 4145 0 0,'0'-2'186'0'0,"0"0"1"0"0,0 0-1 0 0,0 0 1 0 0,0 1-1 0 0,-1-1 1 0 0,1 0-1 0 0,0 0 0 0 0,-1 0 1 0 0,1 1-1 0 0,-1-1 1 0 0,0 0-1 0 0,1 0 1 0 0,-1 1-1 0 0,0-1 1 0 0,-2-2-1 0 0,2 4-34 0 0,1-1-1 0 0,-1 1 1 0 0,0-1 0 0 0,1 1 0 0 0,-1-1-1 0 0,0 1 1 0 0,0 0 0 0 0,0-1-1 0 0,1 1 1 0 0,-1 0 0 0 0,0-1-1 0 0,0 1 1 0 0,0 0 0 0 0,0 0 0 0 0,0 0-1 0 0,1 0 1 0 0,-1 0 0 0 0,0 0-1 0 0,0 0 1 0 0,0 0 0 0 0,0 1 0 0 0,0-1-1 0 0,-1 0 1 0 0,-1 2 168 0 0,-1 0 1 0 0,1 0-1 0 0,-1 0 1 0 0,1 0-1 0 0,0 0 1 0 0,0 0-1 0 0,0 1 1 0 0,0 0-1 0 0,0-1 0 0 0,1 1 1 0 0,-1 0-1 0 0,1 1 1 0 0,-4 4-1 0 0,0 6 99 0 0,-1 0-1 0 0,2 0 1 0 0,0 0 0 0 0,0 1-1 0 0,-4 27 1 0 0,-4 77 591 0 0,7-49-449 0 0,4 0-1 0 0,3 0 0 0 0,19 132 0 0 0,-13-161-351 0 0,3-1 1 0 0,1-1-1 0 0,2 0 0 0 0,1-1 0 0 0,2 0 0 0 0,2-1 0 0 0,2-1 1 0 0,25 37-1 0 0,-28-50-352 0 0,1-1 0 0 0,1 0 0 0 0,1-2-1 0 0,1 0 1 0 0,1-2 0 0 0,0 0 0 0 0,1-1 0 0 0,1-1 0 0 0,1-2 0 0 0,0 0 0 0 0,0-2 0 0 0,2 0-1 0 0,-1-2 1 0 0,2-1 0 0 0,37 7 0 0 0,-1-2-784 0 0</inkml:trace>
</inkml:ink>
</file>

<file path=ppt/ink/ink2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4.318"/>
    </inkml:context>
    <inkml:brush xml:id="br0">
      <inkml:brushProperty name="width" value="0.1" units="cm"/>
      <inkml:brushProperty name="height" value="0.1" units="cm"/>
    </inkml:brush>
  </inkml:definitions>
  <inkml:trace contextRef="#ctx0" brushRef="#br0">114 9 10138 0 0,'0'-1'129'0'0,"1"1"-1"0"0,-1-1 1 0 0,0 1-1 0 0,0 0 1 0 0,0-1-1 0 0,1 1 1 0 0,-1-1 0 0 0,0 1-1 0 0,1-1 1 0 0,-1 1-1 0 0,0 0 1 0 0,1-1-1 0 0,-1 1 1 0 0,0 0-1 0 0,1-1 1 0 0,-1 1 0 0 0,1 0-1 0 0,-1 0 1 0 0,1-1-1 0 0,-1 1 1 0 0,1 0-1 0 0,-1 0 1 0 0,1 0-1 0 0,-1 0 1 0 0,1-1 0 0 0,-1 1-1 0 0,1 0 1 0 0,-1 0-1 0 0,1 0 1 0 0,-1 0-1 0 0,1 0 1 0 0,-1 0-1 0 0,1 0 1 0 0,0 1-1 0 0,16 13 2282 0 0,8 25-310 0 0,-15-15-1792 0 0,-2 1 1 0 0,0 0-1 0 0,-2 1 1 0 0,0-1 0 0 0,-2 1-1 0 0,-1 0 1 0 0,-1 0-1 0 0,-1 1 1 0 0,-2-1-1 0 0,-4 33 1 0 0,-2-7-306 0 0,-2 0-1 0 0,-3-1 1 0 0,-2 0-1 0 0,-23 55 1 0 0,-4-10-69 0 0,25-63-293 0 0,2 1 1 0 0,1 0-1 0 0,1 1 0 0 0,2 0 0 0 0,-6 44 0 0 0,12-62 176 0 0,-3-4 163 0 0</inkml:trace>
</inkml:ink>
</file>

<file path=ppt/ink/ink2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5.135"/>
    </inkml:context>
    <inkml:brush xml:id="br0">
      <inkml:brushProperty name="width" value="0.1" units="cm"/>
      <inkml:brushProperty name="height" value="0.1" units="cm"/>
    </inkml:brush>
  </inkml:definitions>
  <inkml:trace contextRef="#ctx0" brushRef="#br0">313 0 10594 0 0,'-6'1'-51'0'0,"0"-1"-1"0"0,0 1 1 0 0,0 1-1 0 0,0-1 1 0 0,0 1 0 0 0,0 0-1 0 0,1 0 1 0 0,-1 1-1 0 0,1 0 1 0 0,-1 0-1 0 0,-7 6 1 0 0,-7 6 940 0 0,-27 26 0 0 0,34-28-391 0 0,-9 8 316 0 0,0 1 0 0 0,2 1-1 0 0,-24 34 1 0 0,38-49-567 0 0,0 1 0 0 0,1 0 1 0 0,0 0-1 0 0,0 1 0 0 0,1-1 0 0 0,1 1 0 0 0,-1 0 0 0 0,2 0 0 0 0,-1 1 1 0 0,1-1-1 0 0,1 0 0 0 0,0 1 0 0 0,0 15 0 0 0,1-23-259 0 0,1 0 0 0 0,-1 0 0 0 0,1 0-1 0 0,-1 0 1 0 0,1 0 0 0 0,0 0 0 0 0,0 0 0 0 0,0 0-1 0 0,1 0 1 0 0,-1 0 0 0 0,1-1 0 0 0,-1 1 0 0 0,1 0 0 0 0,0-1-1 0 0,0 1 1 0 0,0-1 0 0 0,1 0 0 0 0,-1 0 0 0 0,0 0 0 0 0,4 3-1 0 0,-3-5-51 0 0,-1 1 0 0 0,0 0 0 0 0,1 0 0 0 0,-1-1 0 0 0,0 1 0 0 0,1-1 0 0 0,-1 0 0 0 0,0 0 0 0 0,1 0 0 0 0,-1 0 0 0 0,1 0-1 0 0,-1 0 1 0 0,0-1 0 0 0,1 1 0 0 0,-1-1 0 0 0,0 0 0 0 0,1 0 0 0 0,-1 0 0 0 0,0 0 0 0 0,0 0 0 0 0,0 0 0 0 0,0 0 0 0 0,0-1 0 0 0,0 1-1 0 0,0-1 1 0 0,3-3 0 0 0,9-7-31 0 0,-1-2-1 0 0,-1 1 1 0 0,0-2-1 0 0,-1 1 1 0 0,-1-2-1 0 0,16-29 1 0 0,-13 16 351 0 0,-1-1 1 0 0,-1 0 0 0 0,7-33 0 0 0,-10 44 997 0 0,-8 18-1214 0 0,0 1 0 0 0,0 0-1 0 0,0 0 1 0 0,0 0 0 0 0,1 0 0 0 0,-1 0-1 0 0,0-1 1 0 0,0 1 0 0 0,0 0 0 0 0,1 0-1 0 0,-1 0 1 0 0,0 0 0 0 0,0 0 0 0 0,0 0-1 0 0,1 0 1 0 0,-1 0 0 0 0,0 0-1 0 0,0 0 1 0 0,1 0 0 0 0,-1 0 0 0 0,0 0-1 0 0,0 0 1 0 0,0 0 0 0 0,1 0 0 0 0,-1 0-1 0 0,0 0 1 0 0,0 0 0 0 0,0 0 0 0 0,1 0-1 0 0,-1 0 1 0 0,0 1 0 0 0,0-1-1 0 0,0 0 1 0 0,1 0 0 0 0,-1 0 0 0 0,0 0-1 0 0,0 0 1 0 0,0 1 0 0 0,0-1 0 0 0,0 0-1 0 0,1 0 1 0 0,14 33 1726 0 0,-13-27-1977 0 0,28 82 854 0 0,15 40-375 0 0,-38-110-379 0 0,2-1 0 0 0,0 0 0 0 0,0 0 0 0 0,22 26 0 0 0,-29-41-103 0 0,-1 0 0 0 0,1 0-1 0 0,0 0 1 0 0,0-1-1 0 0,0 1 1 0 0,0-1-1 0 0,0 1 1 0 0,1-1-1 0 0,-1 0 1 0 0,0 0 0 0 0,0 0-1 0 0,1 0 1 0 0,-1 0-1 0 0,5 1 1 0 0</inkml:trace>
</inkml:ink>
</file>

<file path=ppt/ink/ink2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5.391"/>
    </inkml:context>
    <inkml:brush xml:id="br0">
      <inkml:brushProperty name="width" value="0.1" units="cm"/>
      <inkml:brushProperty name="height" value="0.1" units="cm"/>
    </inkml:brush>
  </inkml:definitions>
  <inkml:trace contextRef="#ctx0" brushRef="#br0">17 41 6913 0 0,'-16'-40'7710'0'0,"18"55"-3063"0"0,5 12-2940 0 0,-2-8-1371 0 0,-5-17-324 0 0,70 340 2083 0 0,23-9-3258 0 0,-76-288-3613 0 0</inkml:trace>
</inkml:ink>
</file>

<file path=ppt/ink/ink2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5.561"/>
    </inkml:context>
    <inkml:brush xml:id="br0">
      <inkml:brushProperty name="width" value="0.1" units="cm"/>
      <inkml:brushProperty name="height" value="0.1" units="cm"/>
    </inkml:brush>
  </inkml:definitions>
  <inkml:trace contextRef="#ctx0" brushRef="#br0">4 50 6913 0 0,'-2'-2'1184'0'0,"2"2"-1077"0"0,0-1 1 0 0,0 1 0 0 0,0 0-1 0 0,-1 0 1 0 0,1-1-1 0 0,0 1 1 0 0,0 0-1 0 0,0-1 1 0 0,0 1 0 0 0,0 0-1 0 0,0 0 1 0 0,0-1-1 0 0,0 1 1 0 0,3-5 2258 0 0,-2 4-2258 0 0,20-12 2287 0 0,28-4-676 0 0,-13 13-1535 0 0,0 1 0 0 0,1 3 0 0 0,-1 0 0 0 0,59 9 0 0 0,-63-5-701 0 0,11 0-34 0 0</inkml:trace>
</inkml:ink>
</file>

<file path=ppt/ink/ink2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5.861"/>
    </inkml:context>
    <inkml:brush xml:id="br0">
      <inkml:brushProperty name="width" value="0.1" units="cm"/>
      <inkml:brushProperty name="height" value="0.1" units="cm"/>
    </inkml:brush>
  </inkml:definitions>
  <inkml:trace contextRef="#ctx0" brushRef="#br0">1 0 6913 0 0,'9'15'8793'0'0,"-2"12"-5593"0"0,0 30-1440 0 0,2 76 195 0 0,-6-69-2445 0 0,2 0 1 0 0,4 0-1 0 0,18 71 1 0 0,-19-107-6963 0 0</inkml:trace>
</inkml:ink>
</file>

<file path=ppt/ink/ink2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6.192"/>
    </inkml:context>
    <inkml:brush xml:id="br0">
      <inkml:brushProperty name="width" value="0.1" units="cm"/>
      <inkml:brushProperty name="height" value="0.1" units="cm"/>
    </inkml:brush>
  </inkml:definitions>
  <inkml:trace contextRef="#ctx0" brushRef="#br0">24 19 5065 0 0,'-5'-18'6885'0'0,"5"18"-6785"0"0,-9 22 4891 0 0,4-5-5709 0 0,3 3 1021 0 0,0 1-1 0 0,1-1 1 0 0,1 1-1 0 0,1-1 0 0 0,1 1 1 0 0,1-1-1 0 0,7 27 1 0 0,-7-33-414 0 0,1-1 1 0 0,0 0 0 0 0,1-1 0 0 0,1 1-1 0 0,0-1 1 0 0,1 0 0 0 0,0 0 0 0 0,0-1-1 0 0,2 1 1 0 0,-1-2 0 0 0,20 19 0 0 0,-26-27 61 0 0,0 0 1 0 0,1 0-1 0 0,-1 0 0 0 0,1 0 1 0 0,0-1-1 0 0,-1 1 0 0 0,1-1 1 0 0,0 1-1 0 0,0-1 1 0 0,0 0-1 0 0,0 0 0 0 0,0-1 1 0 0,0 1-1 0 0,0 0 1 0 0,0-1-1 0 0,1 0 0 0 0,-1 0 1 0 0,0 0-1 0 0,0 0 0 0 0,0 0 1 0 0,5-2-1 0 0,-5 1 58 0 0,0-1 0 0 0,0 1 0 0 0,-1-1 0 0 0,1 0 0 0 0,-1 1 1 0 0,1-1-1 0 0,-1 0 0 0 0,0-1 0 0 0,0 1 0 0 0,0 0 0 0 0,0-1 0 0 0,0 1 0 0 0,0-1 0 0 0,-1 1 0 0 0,1-1 0 0 0,-1 0 0 0 0,0 0 0 0 0,1 0 0 0 0,-1 0 0 0 0,-1 0 0 0 0,1 0 0 0 0,0-3 0 0 0,1-6 100 0 0,-1 0 1 0 0,0 0-1 0 0,-1 0 0 0 0,-1 0 1 0 0,0 0-1 0 0,0 0 0 0 0,-1 0 0 0 0,-1 0 1 0 0,0 1-1 0 0,-7-20 0 0 0,0 8-141 0 0,0 0 0 0 0,-2 0-1 0 0,0 1 1 0 0,-16-21-1 0 0,24 37-98 0 0,0 0 0 0 0,0 1-1 0 0,0-1 1 0 0,-1 1-1 0 0,0 0 1 0 0,0 0 0 0 0,0 0-1 0 0,0 1 1 0 0,-1 0-1 0 0,0 0 1 0 0,0 1-1 0 0,-11-6 1 0 0,4 7-716 0 0</inkml:trace>
</inkml:ink>
</file>

<file path=ppt/ink/ink2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6.574"/>
    </inkml:context>
    <inkml:brush xml:id="br0">
      <inkml:brushProperty name="width" value="0.1" units="cm"/>
      <inkml:brushProperty name="height" value="0.1" units="cm"/>
    </inkml:brush>
  </inkml:definitions>
  <inkml:trace contextRef="#ctx0" brushRef="#br0">51 0 5065 0 0,'-1'1'389'0'0,"0"1"0"0"0,-1-1 0 0 0,1 1 0 0 0,0-1 0 0 0,0 1 0 0 0,0-1 0 0 0,0 1 0 0 0,0 0 0 0 0,1-1 0 0 0,-2 4 0 0 0,1-2-82 0 0,-7 14 583 0 0,2 1 0 0 0,0 1 0 0 0,1-1 0 0 0,1 1 0 0 0,1 0 0 0 0,0 0-1 0 0,2 0 1 0 0,0 0 0 0 0,2 21 0 0 0,1-17-494 0 0,0 0 0 0 0,2-1-1 0 0,0 1 1 0 0,2-1 0 0 0,1 1 0 0 0,0-2 0 0 0,14 27 0 0 0,-18-42-377 0 0,0-1 1 0 0,1 1 0 0 0,-1-1 0 0 0,1 0-1 0 0,1 0 1 0 0,-1 0 0 0 0,1 0 0 0 0,0-1-1 0 0,0 0 1 0 0,0 0 0 0 0,1 0 0 0 0,7 4-1 0 0,-11-7-23 0 0,0 0-1 0 0,0 0 0 0 0,0 0 1 0 0,1-1-1 0 0,-1 1 0 0 0,0-1 0 0 0,1 1 1 0 0,-1-1-1 0 0,0 0 0 0 0,1 0 0 0 0,-1 0 1 0 0,0 0-1 0 0,1 0 0 0 0,-1 0 1 0 0,0-1-1 0 0,1 1 0 0 0,-1-1 0 0 0,0 1 1 0 0,0-1-1 0 0,1 0 0 0 0,-1 0 1 0 0,0 0-1 0 0,0 0 0 0 0,0-1 0 0 0,0 1 1 0 0,0-1-1 0 0,0 1 0 0 0,-1-1 0 0 0,1 1 1 0 0,0-1-1 0 0,-1 0 0 0 0,1 0 1 0 0,-1 0-1 0 0,0 0 0 0 0,0 0 0 0 0,1 0 1 0 0,-1-2-1 0 0,2-3 43 0 0,0 0 0 0 0,-1 0 0 0 0,0 0-1 0 0,0-1 1 0 0,-1 1 0 0 0,0 0 0 0 0,0-1 0 0 0,-1 1 0 0 0,0 0 0 0 0,0-1 0 0 0,-1 1-1 0 0,0-1 1 0 0,0 1 0 0 0,-1 0 0 0 0,-3-11 0 0 0,-3-7 86 0 0,-1 1 1 0 0,-1 1 0 0 0,-16-27-1 0 0,16 31 49 0 0,-1 1-1 0 0,-20-25 1 0 0,26 37-396 0 0,-1 0-1 0 0,1 0 1 0 0,-1 1 0 0 0,-8-5-1 0 0,11 7-462 0 0,-1 1 0 0 0,0 0 0 0 0,1 0 0 0 0,-1 1 0 0 0,0-1 0 0 0,0 1 0 0 0,0-1 0 0 0,-8 0 0 0 0,-4 1-6245 0 0</inkml:trace>
</inkml:ink>
</file>

<file path=ppt/ink/ink2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6.889"/>
    </inkml:context>
    <inkml:brush xml:id="br0">
      <inkml:brushProperty name="width" value="0.1" units="cm"/>
      <inkml:brushProperty name="height" value="0.1" units="cm"/>
    </inkml:brush>
  </inkml:definitions>
  <inkml:trace contextRef="#ctx0" brushRef="#br0">189 37 6449 0 0,'-2'-2'194'0'0,"0"0"-1"0"0,0 0 0 0 0,1-1 1 0 0,-1 1-1 0 0,-1 0 0 0 0,1 0 1 0 0,0 1-1 0 0,0-1 0 0 0,-1 0 1 0 0,1 1-1 0 0,-1 0 0 0 0,1-1 1 0 0,-1 1-1 0 0,0 0 0 0 0,1 0 1 0 0,-1 0-1 0 0,0 1 0 0 0,0-1 1 0 0,1 1-1 0 0,-1-1 0 0 0,0 1 1 0 0,0 0-1 0 0,0 0 0 0 0,0 0 1 0 0,0 1-1 0 0,1-1 0 0 0,-1 1 1 0 0,0 0-1 0 0,0-1 0 0 0,0 1 1 0 0,1 0-1 0 0,-1 0 0 0 0,-2 2 1 0 0,-2 1 83 0 0,1-1 1 0 0,-1 1 0 0 0,1 0 0 0 0,0 1-1 0 0,0-1 1 0 0,1 1 0 0 0,-1 0-1 0 0,1 1 1 0 0,0-1 0 0 0,1 1-1 0 0,-1 0 1 0 0,1 0 0 0 0,0 1-1 0 0,1-1 1 0 0,-1 1 0 0 0,1 0-1 0 0,1-1 1 0 0,-1 1 0 0 0,-1 8 0 0 0,3-11-247 0 0,0 0 1 0 0,0 0 0 0 0,0 0 0 0 0,1-1 0 0 0,0 1 0 0 0,-1 0 0 0 0,1 0 0 0 0,0 0-1 0 0,1 0 1 0 0,-1 0 0 0 0,1 0 0 0 0,0 0 0 0 0,0 0 0 0 0,0 0 0 0 0,0-1 0 0 0,1 1 0 0 0,-1 0-1 0 0,1-1 1 0 0,0 1 0 0 0,0-1 0 0 0,0 0 0 0 0,1 0 0 0 0,-1 0 0 0 0,1 0 0 0 0,0 0-1 0 0,0 0 1 0 0,0 0 0 0 0,0-1 0 0 0,0 0 0 0 0,0 0 0 0 0,1 0 0 0 0,-1 0 0 0 0,1 0 0 0 0,0 0-1 0 0,-1-1 1 0 0,7 2 0 0 0,-8-2 22 0 0,1-1 0 0 0,0 1 0 0 0,0 0 0 0 0,0-1 0 0 0,0 1 0 0 0,-1-1 0 0 0,1 0-1 0 0,0 0 1 0 0,0 0 0 0 0,0 0 0 0 0,0-1 0 0 0,0 1 0 0 0,0-1 0 0 0,-1 0 0 0 0,1 0 0 0 0,0 0 0 0 0,-1 0 0 0 0,1 0-1 0 0,0 0 1 0 0,-1-1 0 0 0,1 1 0 0 0,-1-1 0 0 0,0 0 0 0 0,0 0 0 0 0,1 0 0 0 0,-1 0 0 0 0,0 0 0 0 0,-1 0-1 0 0,1-1 1 0 0,0 1 0 0 0,-1 0 0 0 0,1-1 0 0 0,-1 0 0 0 0,0 1 0 0 0,0-1 0 0 0,0 0 0 0 0,0 1 0 0 0,1-5 0 0 0,0-3 4 0 0,1-1 1 0 0,-2 0 0 0 0,1 0 0 0 0,-2 0 0 0 0,1-1 0 0 0,-1 1 0 0 0,-1 0 0 0 0,-3-19 0 0 0,-15-30-805 0 0,7 36-5019 0 0</inkml:trace>
</inkml:ink>
</file>

<file path=ppt/ink/ink2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7.410"/>
    </inkml:context>
    <inkml:brush xml:id="br0">
      <inkml:brushProperty name="width" value="0.1" units="cm"/>
      <inkml:brushProperty name="height" value="0.1" units="cm"/>
    </inkml:brush>
  </inkml:definitions>
  <inkml:trace contextRef="#ctx0" brushRef="#br0">176 21 7834 0 0,'-1'-2'531'0'0,"0"0"-1"0"0,-1 1 1 0 0,1-1 0 0 0,0 0 0 0 0,-1 1 0 0 0,1 0 0 0 0,-1-1 0 0 0,0 1 0 0 0,1 0-1 0 0,-5-2 1 0 0,5 2-375 0 0,0 1-1 0 0,0-1 1 0 0,0 1-1 0 0,0 0 0 0 0,-1-1 1 0 0,1 1-1 0 0,0 0 0 0 0,0 0 1 0 0,0 0-1 0 0,-1 0 1 0 0,1 0-1 0 0,0 0 0 0 0,0 1 1 0 0,0-1-1 0 0,-2 1 1 0 0,0 0-41 0 0,-1 1 0 0 0,1 0 1 0 0,0 0-1 0 0,0 0 1 0 0,0 0-1 0 0,1 1 0 0 0,-1-1 1 0 0,0 1-1 0 0,1 0 1 0 0,0 0-1 0 0,-1 0 0 0 0,-2 5 1 0 0,-8 12 33 0 0,0 1 0 0 0,2 0 0 0 0,0 1 0 0 0,1 0 0 0 0,2 1 0 0 0,0 0 0 0 0,1 0-1 0 0,2 1 1 0 0,-5 38 0 0 0,9-58-60 0 0,1-1-1 0 0,0 1 1 0 0,0-1-1 0 0,0 1 1 0 0,1-1-1 0 0,-1 1 1 0 0,1-1-1 0 0,0 1 1 0 0,0-1-1 0 0,0 0 1 0 0,1 1-1 0 0,-1-1 1 0 0,1 0-1 0 0,-1 0 1 0 0,1 0-1 0 0,0 0 1 0 0,0 0-1 0 0,1 0 1 0 0,-1-1-1 0 0,0 1 1 0 0,1-1-1 0 0,0 1 1 0 0,0-1-1 0 0,-1 0 1 0 0,7 3-1 0 0,-3-2-16 0 0,0-1 0 0 0,0 0 0 0 0,0-1 0 0 0,0 0 0 0 0,0 0 0 0 0,0 0 0 0 0,1 0 0 0 0,-1-1 0 0 0,0 0 0 0 0,0-1 0 0 0,0 1 0 0 0,0-1 0 0 0,1 0 0 0 0,6-3 0 0 0,8-3-348 0 0,0-1 0 0 0,-1-2 0 0 0,0 0 0 0 0,29-19-1 0 0,-32 17-708 0 0,1 2-1 0 0,0 0 0 0 0,0 1 1 0 0,1 0-1 0 0,31-8 0 0 0,-35 13 986 0 0</inkml:trace>
</inkml:ink>
</file>

<file path=ppt/ink/ink2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7.679"/>
    </inkml:context>
    <inkml:brush xml:id="br0">
      <inkml:brushProperty name="width" value="0.1" units="cm"/>
      <inkml:brushProperty name="height" value="0.1" units="cm"/>
    </inkml:brush>
  </inkml:definitions>
  <inkml:trace contextRef="#ctx0" brushRef="#br0">1 27 4145 0 0,'11'-5'7118'0'0,"20"-9"-2578"0"0,-16 12-3512 0 0,30-4 1232 0 0,-16 9-4535 0 0</inkml:trace>
</inkml:ink>
</file>

<file path=ppt/ink/ink2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7.838"/>
    </inkml:context>
    <inkml:brush xml:id="br0">
      <inkml:brushProperty name="width" value="0.1" units="cm"/>
      <inkml:brushProperty name="height" value="0.1" units="cm"/>
    </inkml:brush>
  </inkml:definitions>
  <inkml:trace contextRef="#ctx0" brushRef="#br0">0 26 8754 0 0,'4'0'448'0'0,"-1"0"0"0"0,1 0 1 0 0,-1 0-1 0 0,0-1 0 0 0,1 1 0 0 0,-1-1 1 0 0,1 0-1 0 0,3-1 0 0 0,-1 0 34 0 0,68-7 907 0 0,-13 3-3273 0 0,-46 2 1856 0 0</inkml:trace>
</inkml:ink>
</file>

<file path=ppt/ink/ink2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9.072"/>
    </inkml:context>
    <inkml:brush xml:id="br0">
      <inkml:brushProperty name="width" value="0.1" units="cm"/>
      <inkml:brushProperty name="height" value="0.1" units="cm"/>
    </inkml:brush>
  </inkml:definitions>
  <inkml:trace contextRef="#ctx0" brushRef="#br0">160 39 7370 0 0,'-5'-5'2019'0'0,"0"0"0"0"0,1-1 1 0 0,0 0-1 0 0,-6-11 0 0 0,13 23-1510 0 0,-1 1-1 0 0,-1-1 0 0 0,1 1 1 0 0,-1-1-1 0 0,-1 1 1 0 0,1-1-1 0 0,-1 1 0 0 0,0-1 1 0 0,-2 11-1 0 0,-10 65-501 0 0,11-77 157 0 0,-16 61-81 0 0,-39 105 0 0 0,15-55-85 0 0,38-106 2 0 0,0-1 0 0 0,1 1 0 0 0,0 0 0 0 0,1 0 0 0 0,0 1 0 0 0,0-1 0 0 0,1 0 0 0 0,3 19 0 0 0,-3-26 0 0 0,1-1 0 0 0,-1 1 0 0 0,1-1 0 0 0,0 1 0 0 0,0-1 0 0 0,0 1 0 0 0,0-1 0 0 0,0 0 0 0 0,0 0 0 0 0,1 1 0 0 0,-1-1 0 0 0,1 0 0 0 0,-1 0 0 0 0,1 0 0 0 0,0 0 0 0 0,0-1 0 0 0,0 1 0 0 0,0 0 0 0 0,0-1 0 0 0,0 0 0 0 0,1 1 0 0 0,-1-1 0 0 0,0 0 0 0 0,1 0 0 0 0,-1 0 0 0 0,1 0 0 0 0,-1-1 0 0 0,1 1 0 0 0,-1-1 0 0 0,1 1 0 0 0,-1-1 0 0 0,1 0 0 0 0,0 0 0 0 0,-1 0 0 0 0,1 0 0 0 0,-1-1 0 0 0,1 1 0 0 0,0-1 0 0 0,2 0 0 0 0,37-9-933 0 0,67-26 0 0 0,-42 13-1933 0 0,-28 11-3797 0 0</inkml:trace>
</inkml:ink>
</file>

<file path=ppt/ink/ink2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9.357"/>
    </inkml:context>
    <inkml:brush xml:id="br0">
      <inkml:brushProperty name="width" value="0.1" units="cm"/>
      <inkml:brushProperty name="height" value="0.1" units="cm"/>
    </inkml:brush>
  </inkml:definitions>
  <inkml:trace contextRef="#ctx0" brushRef="#br0">8 1 9674 0 0,'-4'10'5804'0'0,"1"12"-2750"0"0,2 14-1401 0 0,2 1 0 0 0,10 55 0 0 0,1 22-1276 0 0,-12 29 8 0 0,-1-70-1522 0 0,8 76 0 0 0,-3-125-4256 0 0,0-2-1743 0 0</inkml:trace>
</inkml:ink>
</file>

<file path=ppt/ink/ink2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9.674"/>
    </inkml:context>
    <inkml:brush xml:id="br0">
      <inkml:brushProperty name="width" value="0.1" units="cm"/>
      <inkml:brushProperty name="height" value="0.1" units="cm"/>
    </inkml:brush>
  </inkml:definitions>
  <inkml:trace contextRef="#ctx0" brushRef="#br0">292 0 6913 0 0,'-3'3'1150'0'0,"0"-1"0"0"0,0 1 0 0 0,0 0 0 0 0,0 0 0 0 0,1 0 0 0 0,-1 1 0 0 0,-3 5 0 0 0,-23 54 3445 0 0,20-42-3880 0 0,-117 225 1494 0 0,31-87-4728 0 0,88-147 362 0 0</inkml:trace>
</inkml:ink>
</file>

<file path=ppt/ink/ink2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29.912"/>
    </inkml:context>
    <inkml:brush xml:id="br0">
      <inkml:brushProperty name="width" value="0.1" units="cm"/>
      <inkml:brushProperty name="height" value="0.1" units="cm"/>
    </inkml:brush>
  </inkml:definitions>
  <inkml:trace contextRef="#ctx0" brushRef="#br0">3 10 10138 0 0,'0'0'53'0'0,"-1"0"-1"0"0,1 0 1 0 0,0-1 0 0 0,0 1-1 0 0,0 0 1 0 0,0 0-1 0 0,-1 0 1 0 0,1-1 0 0 0,0 1-1 0 0,0 0 1 0 0,0 0-1 0 0,0 0 1 0 0,0-1 0 0 0,0 1-1 0 0,0 0 1 0 0,0 0 0 0 0,0 0-1 0 0,0-1 1 0 0,0 1-1 0 0,0 0 1 0 0,0 0 0 0 0,0-1-1 0 0,0 1 1 0 0,0 0-1 0 0,0 0 1 0 0,0 0 0 0 0,0-1-1 0 0,0 1 1 0 0,0 0-1 0 0,0 0 1 0 0,0-1 0 0 0,0 1-1 0 0,0 0 1 0 0,0 0-1 0 0,1 0 1 0 0,-1 0 0 0 0,0-1-1 0 0,0 1 1 0 0,0 0 0 0 0,0 0-1 0 0,1 0 1 0 0,-1 0-1 0 0,0-1 1 0 0,0 1 0 0 0,0 0-1 0 0,0 0 1 0 0,1 0-1 0 0,-1 0 1 0 0,0 0 0 0 0,0 0-1 0 0,1 0 1 0 0,-1 0-1 0 0,0 0 1 0 0,0 0 0 0 0,0 0-1 0 0,1 0 1 0 0,12 6 3830 0 0,-10-2-3053 0 0,56 72 2389 0 0,-48-59-3083 0 0,1-1 1 0 0,0 0 0 0 0,1 0-1 0 0,1-1 1 0 0,0-1 0 0 0,1 0-1 0 0,27 18 1 0 0,-40-31-254 0 0,1 0 1 0 0,0 1-1 0 0,-1-1 0 0 0,1-1 1 0 0,0 1-1 0 0,-1 0 0 0 0,1-1 1 0 0,0 1-1 0 0,0-1 0 0 0,0 0 1 0 0,0 0-1 0 0,0 0 1 0 0,-1 0-1 0 0,1 0 0 0 0,0-1 1 0 0,0 1-1 0 0,4-3 0 0 0,-1 1-344 0 0,0 0 1 0 0,-1-1-1 0 0,1 0 0 0 0,-1 0 0 0 0,0-1 0 0 0,0 1 0 0 0,6-6 1 0 0,1-3-1017 0 0</inkml:trace>
</inkml:ink>
</file>

<file path=ppt/ink/ink2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30.075"/>
    </inkml:context>
    <inkml:brush xml:id="br0">
      <inkml:brushProperty name="width" value="0.1" units="cm"/>
      <inkml:brushProperty name="height" value="0.1" units="cm"/>
    </inkml:brush>
  </inkml:definitions>
  <inkml:trace contextRef="#ctx0" brushRef="#br0">1 23 5529 0 0,'1'-22'13476'0'0,"11"74"-10911"0"0,26 142-1724 0 0,-35-178-1039 0 0</inkml:trace>
</inkml:ink>
</file>

<file path=ppt/ink/ink2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30.484"/>
    </inkml:context>
    <inkml:brush xml:id="br0">
      <inkml:brushProperty name="width" value="0.1" units="cm"/>
      <inkml:brushProperty name="height" value="0.1" units="cm"/>
    </inkml:brush>
  </inkml:definitions>
  <inkml:trace contextRef="#ctx0" brushRef="#br0">190 1 10138 0 0,'-6'14'4630'0'0,"-8"28"-1978"0"0,14-39-2268 0 0,-67 172 3741 0 0,-3 10-3405 0 0,62-158-1286 0 0,1 0 1 0 0,1 1-1 0 0,1 0 1 0 0,-1 52 0 0 0,6-66-885 0 0</inkml:trace>
</inkml:ink>
</file>

<file path=ppt/ink/ink2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30.752"/>
    </inkml:context>
    <inkml:brush xml:id="br0">
      <inkml:brushProperty name="width" value="0.1" units="cm"/>
      <inkml:brushProperty name="height" value="0.1" units="cm"/>
    </inkml:brush>
  </inkml:definitions>
  <inkml:trace contextRef="#ctx0" brushRef="#br0">0 35 5529 0 0,'1'-2'221'0'0,"-1"0"0"0"0,0 1 0 0 0,1-1 0 0 0,-1 1 0 0 0,1-1 0 0 0,-1 1 0 0 0,1-1 0 0 0,0 1 0 0 0,-1 0 0 0 0,1-1 0 0 0,0 1 0 0 0,0 0 0 0 0,0 0 0 0 0,0-1 0 0 0,0 1 0 0 0,0 0 0 0 0,1 0 0 0 0,-1 0 0 0 0,0 0 0 0 0,1 1 0 0 0,-1-1-1 0 0,0 0 1 0 0,1 0 0 0 0,-1 1 0 0 0,1-1 0 0 0,-1 1 0 0 0,1-1 0 0 0,-1 1 0 0 0,1 0 0 0 0,-1-1 0 0 0,3 1 0 0 0,-1 0 203 0 0,0-1 1 0 0,0 1-1 0 0,0 0 0 0 0,1 0 0 0 0,-1 0 1 0 0,0 0-1 0 0,0 1 0 0 0,0-1 0 0 0,0 1 1 0 0,0 0-1 0 0,0 0 0 0 0,0 0 0 0 0,-1 0 1 0 0,1 0-1 0 0,0 1 0 0 0,3 1 0 0 0,4 7 21 0 0,-1 0 1 0 0,0 0-1 0 0,0 1 0 0 0,-1 0 0 0 0,0 1 1 0 0,10 20-1 0 0,31 83-589 0 0,-37-85 429 0 0,12 33-325 0 0,-4-10-851 0 0,49 93-1 0 0,-60-131 97 0 0</inkml:trace>
</inkml:ink>
</file>

<file path=ppt/ink/ink2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1:30.943"/>
    </inkml:context>
    <inkml:brush xml:id="br0">
      <inkml:brushProperty name="width" value="0.1" units="cm"/>
      <inkml:brushProperty name="height" value="0.1" units="cm"/>
    </inkml:brush>
  </inkml:definitions>
  <inkml:trace contextRef="#ctx0" brushRef="#br0">11 4 8754 0 0,'-6'0'384'0'0,"3"-2"88"0"0,1 2-376 0 0,2-1-96 0 0,2 1 0 0 0,-1 0 0 0 0,2 0 832 0 0,2 0 160 0 0,2 0 25 0 0,4 0 7 0 0,7 0-64 0 0,1 0-16 0 0,3 0 1 0 0,1 1-1 0 0,0 1-696 0 0,3-1-144 0 0,4 0-24 0 0,3 1-8 0 0</inkml:trace>
</inkml:ink>
</file>

<file path=ppt/ink/ink2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2.179"/>
    </inkml:context>
    <inkml:brush xml:id="br0">
      <inkml:brushProperty name="width" value="0.1" units="cm"/>
      <inkml:brushProperty name="height" value="0.1" units="cm"/>
    </inkml:brush>
  </inkml:definitions>
  <inkml:trace contextRef="#ctx0" brushRef="#br0">0 510 13827 0 0,'1'0'90'0'0,"-1"1"0"0"0,1 0 1 0 0,-1 0-1 0 0,1-1 0 0 0,-1 1 0 0 0,1-1 0 0 0,-1 1 1 0 0,1 0-1 0 0,0-1 0 0 0,-1 1 0 0 0,1-1 1 0 0,0 1-1 0 0,-1-1 0 0 0,1 0 0 0 0,0 1 0 0 0,0-1 1 0 0,0 0-1 0 0,-1 0 0 0 0,1 1 0 0 0,0-1 1 0 0,0 0-1 0 0,0 0 0 0 0,-1 0 0 0 0,1 0 0 0 0,0 0 1 0 0,0 0-1 0 0,0 0 0 0 0,0 0 0 0 0,0 0 1 0 0,29-2 236 0 0,-15-2-524 0 0,0 0 0 0 0,0 0-1 0 0,0-2 1 0 0,0 0 0 0 0,-1 0 0 0 0,0-1 0 0 0,25-18 0 0 0,-29 17 3 0 0,1 0 0 0 0,-1 0 1 0 0,0-1-1 0 0,-1 0 0 0 0,0-1 1 0 0,-1 0-1 0 0,0 0 0 0 0,0-1 1 0 0,11-21-1 0 0,-18 30 205 0 0,0 0 1 0 0,-1 0 0 0 0,1 0-1 0 0,0 0 1 0 0,-1-1 0 0 0,1 1-1 0 0,-1 0 1 0 0,0 0 0 0 0,1-1-1 0 0,-1 1 1 0 0,0 0-1 0 0,0 0 1 0 0,-1 0 0 0 0,1-1-1 0 0,0 1 1 0 0,-1 0 0 0 0,1 0-1 0 0,-1 0 1 0 0,0 0 0 0 0,0-1-1 0 0,0 1 1 0 0,0 0-1 0 0,0 1 1 0 0,0-1 0 0 0,-1 0-1 0 0,0-2 1 0 0,0 3 7 0 0,0 0 0 0 0,1 0 0 0 0,-1-1 0 0 0,0 1 0 0 0,1 1-1 0 0,-1-1 1 0 0,0 0 0 0 0,0 0 0 0 0,0 1 0 0 0,0-1 0 0 0,1 1 0 0 0,-1-1 0 0 0,0 1 0 0 0,0 0 0 0 0,0 0 0 0 0,0 0 0 0 0,0 0-1 0 0,0 0 1 0 0,0 0 0 0 0,0 1 0 0 0,0-1 0 0 0,0 0 0 0 0,0 1 0 0 0,0 0 0 0 0,0-1 0 0 0,1 1 0 0 0,-1 0 0 0 0,0 0-1 0 0,-2 2 1 0 0,1-1 108 0 0,0 0 1 0 0,0 0-1 0 0,1 1 0 0 0,-1-1 0 0 0,1 0 0 0 0,-1 1 0 0 0,1 0 0 0 0,0-1 0 0 0,0 1 0 0 0,0 0 0 0 0,0 0 0 0 0,1 0 1 0 0,-1 1-1 0 0,1-1 0 0 0,-1 4 0 0 0,0 0 161 0 0,1-1 0 0 0,0 1 0 0 0,0-1 0 0 0,1 1 0 0 0,0 0 0 0 0,0-1 0 0 0,2 12 1 0 0,0-7 40 0 0,0 0 0 0 0,1 0 1 0 0,0 0-1 0 0,1 0 1 0 0,1-1-1 0 0,-1 1 0 0 0,1-1 1 0 0,1-1-1 0 0,8 12 1 0 0,-11-17-289 0 0,0 0 0 0 0,1 0 0 0 0,0 0 0 0 0,0 0 0 0 0,0-1 0 0 0,0 0 0 0 0,1 1 0 0 0,-1-2 0 0 0,1 1 0 0 0,0 0 0 0 0,-1-1 0 0 0,1 0 0 0 0,1 0 0 0 0,-1 0 0 0 0,0-1 0 0 0,0 0 0 0 0,8 1 0 0 0,-6-2-247 0 0,1 0-1 0 0,-1-1 1 0 0,1 1 0 0 0,-1-2 0 0 0,1 1 0 0 0,-1-1-1 0 0,0 0 1 0 0,0 0 0 0 0,0-1 0 0 0,0 0-1 0 0,9-6 1 0 0,-3 2-663 0 0,-1-2-1 0 0,0 0 0 0 0,0 0 1 0 0,-1-1-1 0 0,0 0 1 0 0,0-1-1 0 0,-2-1 0 0 0,1 1 1 0 0,-1-1-1 0 0,-1-1 0 0 0,0 0 1 0 0,6-15-1 0 0,-6 7-127 0 0,-1-1-1 0 0,-1 0 0 0 0,-2 0 0 0 0,0-1 1 0 0,-1 1-1 0 0,0-38 0 0 0,-3 32 1886 0 0,-2 0 0 0 0,-8-44 1 0 0,-2 38 3164 0 0,12 32-3563 0 0,-1 1 1 0 0,1 0-1 0 0,-1-1 0 0 0,0 1 0 0 0,1 0 1 0 0,-7-7 2940 0 0,6 7-2940 0 0,-1 0-1 0 0,1 0 0 0 0,0 0 0 0 0,0 1 1 0 0,-1-1-1 0 0,1 0 0 0 0,-1 1 1 0 0,0-1-1 0 0,12 31 2777 0 0,-7-22-3072 0 0,15 53 357 0 0,16 105 0 0 0,-25-113-1115 0 0,2 0 1 0 0,2 0-1 0 0,23 57 0 0 0,-28-92-7232 0 0</inkml:trace>
</inkml:ink>
</file>

<file path=ppt/ink/ink2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2.499"/>
    </inkml:context>
    <inkml:brush xml:id="br0">
      <inkml:brushProperty name="width" value="0.1" units="cm"/>
      <inkml:brushProperty name="height" value="0.1" units="cm"/>
    </inkml:brush>
  </inkml:definitions>
  <inkml:trace contextRef="#ctx0" brushRef="#br0">1 216 10594 0 0,'6'6'4523'0'0,"-6"-6"-4433"0"0,19-4 2020 0 0,18-8-218 0 0,-17 4-1389 0 0,-1 0-1 0 0,0-2 0 0 0,0 0 1 0 0,20-15-1 0 0,-32 21-443 0 0,-1-1-1 0 0,0-1 1 0 0,0 1 0 0 0,0-1 0 0 0,0 0-1 0 0,-1 0 1 0 0,0 0 0 0 0,0-1 0 0 0,-1 0-1 0 0,0 0 1 0 0,0 0 0 0 0,0 0 0 0 0,4-16-1 0 0,-8 22-59 0 0,1-1-1 0 0,-1 0 1 0 0,1 1-1 0 0,-1-1 0 0 0,0 0 1 0 0,0 0-1 0 0,0 0 1 0 0,0 1-1 0 0,0-1 0 0 0,0 0 1 0 0,0 0-1 0 0,0 1 0 0 0,-1-1 1 0 0,1 0-1 0 0,-1 0 1 0 0,0 1-1 0 0,-1-3 0 0 0,2 3-22 0 0,-1 0 0 0 0,0 0-1 0 0,0 0 1 0 0,0 1 0 0 0,0-1 0 0 0,1 1-1 0 0,-1-1 1 0 0,0 0 0 0 0,0 1-1 0 0,0 0 1 0 0,0-1 0 0 0,-1 1-1 0 0,1 0 1 0 0,0-1 0 0 0,0 1 0 0 0,0 0-1 0 0,0 0 1 0 0,0 0 0 0 0,0 0-1 0 0,-2 0 1 0 0,-3 1-41 0 0,1 0 0 0 0,0 0 0 0 0,0 0-1 0 0,0 1 1 0 0,0 0 0 0 0,0 0 0 0 0,0 0 0 0 0,0 1 0 0 0,1-1-1 0 0,-5 5 1 0 0,2-1 132 0 0,-1 1-1 0 0,2 0 1 0 0,-1 0-1 0 0,1 0 0 0 0,0 1 1 0 0,0 0-1 0 0,1 0 1 0 0,0 1-1 0 0,1 0 1 0 0,-6 16-1 0 0,8-21-43 0 0,1-1 0 0 0,0 1 0 0 0,0 0-1 0 0,1 0 1 0 0,-1 0 0 0 0,1-1 0 0 0,0 1-1 0 0,0 0 1 0 0,0 0 0 0 0,1 0 0 0 0,-1 0-1 0 0,1-1 1 0 0,1 5 0 0 0,-1-5-20 0 0,1-1 0 0 0,-1 1 1 0 0,1-1-1 0 0,-1 1 0 0 0,1-1 0 0 0,0 0 0 0 0,0 0 1 0 0,0 0-1 0 0,0 0 0 0 0,0 0 0 0 0,0 0 0 0 0,0 0 0 0 0,1-1 1 0 0,-1 1-1 0 0,1-1 0 0 0,0 0 0 0 0,-1 1 0 0 0,1-1 1 0 0,4 1-1 0 0,-2-1-353 0 0,1 0 0 0 0,0 0 0 0 0,-1-1 0 0 0,1 1 0 0 0,-1-1 0 0 0,10-1 0 0 0,4-2-6862 0 0</inkml:trace>
</inkml:ink>
</file>

<file path=ppt/ink/ink2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2.752"/>
    </inkml:context>
    <inkml:brush xml:id="br0">
      <inkml:brushProperty name="width" value="0.1" units="cm"/>
      <inkml:brushProperty name="height" value="0.1" units="cm"/>
    </inkml:brush>
  </inkml:definitions>
  <inkml:trace contextRef="#ctx0" brushRef="#br0">128 12 1376 0 0,'0'-1'164'0'0,"0"1"0"0"0,0-1 0 0 0,0 1 0 0 0,0-1-1 0 0,-4-6 2786 0 0,3 7-2785 0 0,1 0-1 0 0,-1 0 1 0 0,1 0 0 0 0,0-1 0 0 0,-1 1 0 0 0,1 0-1 0 0,-1 0 1 0 0,1 0 0 0 0,-1 0 0 0 0,0 0 0 0 0,-21 1 4719 0 0,16 1-3809 0 0,-1 0 0 0 0,1 0 0 0 0,1 0-1 0 0,-1 1 1 0 0,-6 3 0 0 0,7-2-858 0 0,0 1 0 0 0,1 0 0 0 0,-1 0 0 0 0,1 0 0 0 0,0 0 0 0 0,1 1 0 0 0,-1 0 0 0 0,1 0 0 0 0,0 0 0 0 0,1 0 0 0 0,-1 0 0 0 0,1 0 0 0 0,0 1 0 0 0,1-1 0 0 0,-1 1 0 0 0,1-1 0 0 0,1 1 0 0 0,-1-1 0 0 0,1 1 0 0 0,0 0 0 0 0,1-1 0 0 0,0 1 0 0 0,0 0 0 0 0,0-1 0 0 0,3 10 0 0 0,-2-11-367 0 0,-1 1 0 0 0,1-1 0 0 0,0 1-1 0 0,0-1 1 0 0,0 0 0 0 0,1 0 0 0 0,0 0 0 0 0,0 0 0 0 0,0 0 0 0 0,0-1-1 0 0,1 1 1 0 0,0-1 0 0 0,0 0 0 0 0,0 0 0 0 0,0-1 0 0 0,1 1-1 0 0,0-1 1 0 0,-1 0 0 0 0,1 0 0 0 0,0 0 0 0 0,0-1 0 0 0,1 1 0 0 0,-1-1-1 0 0,0-1 1 0 0,1 1 0 0 0,0-1 0 0 0,-1 0 0 0 0,1 0 0 0 0,9 0-1 0 0,-1-2-1173 0 0</inkml:trace>
</inkml:ink>
</file>

<file path=ppt/ink/ink2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3.431"/>
    </inkml:context>
    <inkml:brush xml:id="br0">
      <inkml:brushProperty name="width" value="0.1" units="cm"/>
      <inkml:brushProperty name="height" value="0.1" units="cm"/>
    </inkml:brush>
  </inkml:definitions>
  <inkml:trace contextRef="#ctx0" brushRef="#br0">1 1 8754 0 0,'6'6'10986'0'0,"7"14"-10412"0"0,-1 1-1 0 0,-1 0 1 0 0,-1 1-1 0 0,-1 0 1 0 0,-1 0 0 0 0,10 48-1 0 0,11 148-893 0 0,-19-118-1306 0 0,-7-76-6212 0 0</inkml:trace>
</inkml:ink>
</file>

<file path=ppt/ink/ink2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3.609"/>
    </inkml:context>
    <inkml:brush xml:id="br0">
      <inkml:brushProperty name="width" value="0.1" units="cm"/>
      <inkml:brushProperty name="height" value="0.1" units="cm"/>
    </inkml:brush>
  </inkml:definitions>
  <inkml:trace contextRef="#ctx0" brushRef="#br0">1 56 9938 0 0,'39'-16'1918'0'0,"-5"5"-581"0"0,0 2 1 0 0,44-6-1 0 0,-65 13-1265 0 0,0 1-1 0 0,0 0 1 0 0,0 1-1 0 0,0 0 0 0 0,0 1 1 0 0,0 1-1 0 0,-1 0 0 0 0,1 1 1 0 0,20 6-1 0 0,-18-2-626 0 0</inkml:trace>
</inkml:ink>
</file>

<file path=ppt/ink/ink2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4.020"/>
    </inkml:context>
    <inkml:brush xml:id="br0">
      <inkml:brushProperty name="width" value="0.1" units="cm"/>
      <inkml:brushProperty name="height" value="0.1" units="cm"/>
    </inkml:brush>
  </inkml:definitions>
  <inkml:trace contextRef="#ctx0" brushRef="#br0">0 147 3225 0 0,'11'-9'10624'0'0,"-11"9"-10463"0"0,8 2 376 0 0,0 1 66 0 0,-1-1-1 0 0,1 1 1 0 0,-1 0 0 0 0,0 0 0 0 0,10 7-1 0 0,-15-9-569 0 0,0 0 0 0 0,-1 0 0 0 0,1 1 0 0 0,-1-1 0 0 0,1 1 0 0 0,-1-1 0 0 0,0 1-1 0 0,1 0 1 0 0,-1 0 0 0 0,0-1 0 0 0,0 1 0 0 0,0 0 0 0 0,0 0 0 0 0,-1 0 0 0 0,1 0-1 0 0,0 0 1 0 0,-1 0 0 0 0,0 0 0 0 0,1 0 0 0 0,-1 0 0 0 0,0 0 0 0 0,0 0 0 0 0,0 0 0 0 0,0 0-1 0 0,0 1 1 0 0,-1-1 0 0 0,0 2 0 0 0,1-2-26 0 0,-1 3 4 0 0,0 0 0 0 0,-1 1 0 0 0,1-1 0 0 0,-1 0 0 0 0,0 0 1 0 0,-1 1-1 0 0,1-2 0 0 0,-5 8 0 0 0,5-14 328 0 0,1-1 0 0 0,-1 1 1 0 0,1-1-1 0 0,0 1 0 0 0,0-1 1 0 0,0 0-1 0 0,0 1 0 0 0,-1-5 1 0 0,2 5-348 0 0,-1-2 23 0 0,1 1 1 0 0,0-1 0 0 0,-1 0-1 0 0,2 0 1 0 0,-1 1 0 0 0,0-1-1 0 0,1 0 1 0 0,0 0 0 0 0,0 1 0 0 0,0-1-1 0 0,2-4 1 0 0,20-39 19 0 0,-14 31 3 0 0,-3 5-17 0 0,1 0 0 0 0,0 0 0 0 0,0 0 0 0 0,1 1 0 0 0,0 0 1 0 0,1 0-1 0 0,0 1 0 0 0,1 0 0 0 0,13-10 0 0 0,-19 17-153 0 0,1-1 1 0 0,-1 1 0 0 0,1 0-1 0 0,-1 0 1 0 0,1 0-1 0 0,-1 0 1 0 0,1 1-1 0 0,0 0 1 0 0,0 0 0 0 0,0 0-1 0 0,8 1 1 0 0,-9 0-263 0 0,1 0 0 0 0,-1 1 1 0 0,1 0-1 0 0,-1 0 0 0 0,1 0 0 0 0,-1 1 1 0 0,1 0-1 0 0,-1 0 0 0 0,0 0 1 0 0,0 0-1 0 0,0 0 0 0 0,0 1 0 0 0,0 0 1 0 0,4 3-1 0 0,3 4-36 0 0,-1 1 309 0 0</inkml:trace>
</inkml:ink>
</file>

<file path=ppt/ink/ink2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4.403"/>
    </inkml:context>
    <inkml:brush xml:id="br0">
      <inkml:brushProperty name="width" value="0.1" units="cm"/>
      <inkml:brushProperty name="height" value="0.1" units="cm"/>
    </inkml:brush>
  </inkml:definitions>
  <inkml:trace contextRef="#ctx0" brushRef="#br0">17 63 7370 0 0,'-10'15'6196'0'0,"8"-9"-5983"0"0,1 0 0 0 0,0 1 1 0 0,0-1-1 0 0,0 0 1 0 0,1 1-1 0 0,-1-1 0 0 0,2 1 1 0 0,-1-1-1 0 0,1 1 1 0 0,0-1-1 0 0,0 0 0 0 0,0 1 1 0 0,1-1-1 0 0,0 0 1 0 0,1 0-1 0 0,-1 0 1 0 0,1 0-1 0 0,0-1 0 0 0,1 1 1 0 0,6 8-1 0 0,-6-9 27 0 0,-1 0 0 0 0,1-1-1 0 0,1 0 1 0 0,-1 0 0 0 0,0 0 0 0 0,1 0 0 0 0,0-1-1 0 0,0 1 1 0 0,0-1 0 0 0,8 3 0 0 0,-10-4-176 0 0,1-1 1 0 0,0 0 0 0 0,-1 0 0 0 0,1-1 0 0 0,0 1 0 0 0,-1-1 0 0 0,1 1 0 0 0,0-1 0 0 0,0 0 0 0 0,-1-1-1 0 0,1 1 1 0 0,0-1 0 0 0,0 1 0 0 0,-1-1 0 0 0,1 0 0 0 0,-1-1 0 0 0,5-1 0 0 0,-4 1-71 0 0,-1 1 0 0 0,0-1 0 0 0,0 0 0 0 0,0-1 0 0 0,0 1 0 0 0,0 0 0 0 0,0-1 0 0 0,0 0 0 0 0,-1 1 0 0 0,1-1 0 0 0,-1 0 0 0 0,0-1 0 0 0,0 1 0 0 0,0 0 0 0 0,-1 0 0 0 0,3-6 0 0 0,-2 3-17 0 0,-1 0 0 0 0,1 1 0 0 0,-1-1-1 0 0,-1 0 1 0 0,1 0 0 0 0,-1 0-1 0 0,0 0 1 0 0,0 0 0 0 0,-3-11 0 0 0,2 9-5 0 0,-1 0 1 0 0,0 0 0 0 0,0 1 0 0 0,-1-1 0 0 0,0 1 0 0 0,0-1 0 0 0,-1 1 0 0 0,0 0-1 0 0,0 0 1 0 0,-1 1 0 0 0,0-1 0 0 0,0 1 0 0 0,0 0 0 0 0,-1 1 0 0 0,-10-9 0 0 0,12 11-270 0 0,0 0 0 0 0,-1 1 1 0 0,1 0-1 0 0,-1 0 1 0 0,0 0-1 0 0,1 1 1 0 0,-1-1-1 0 0,0 1 1 0 0,0 0-1 0 0,0 0 1 0 0,-6 0-1 0 0</inkml:trace>
</inkml:ink>
</file>

<file path=ppt/ink/ink2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4.765"/>
    </inkml:context>
    <inkml:brush xml:id="br0">
      <inkml:brushProperty name="width" value="0.1" units="cm"/>
      <inkml:brushProperty name="height" value="0.1" units="cm"/>
    </inkml:brush>
  </inkml:definitions>
  <inkml:trace contextRef="#ctx0" brushRef="#br0">0 21 7282 0 0,'5'0'359'0'0,"0"0"1"0"0,-1 0 0 0 0,1 0 0 0 0,0 1 0 0 0,0 0 0 0 0,-1 0-1 0 0,1 0 1 0 0,-1 1 0 0 0,1 0 0 0 0,-1 0 0 0 0,0 0 0 0 0,1 0-1 0 0,-1 0 1 0 0,0 1 0 0 0,0 0 0 0 0,-1 0 0 0 0,5 3 0 0 0,0 4 672 0 0,-1 0 1 0 0,0 0 0 0 0,0 0-1 0 0,10 23 1 0 0,1 1-1480 0 0,-18-34 421 0 0,0 0 0 0 0,0 0 0 0 0,0 1 0 0 0,0-1 0 0 0,0 0 0 0 0,1 0 1 0 0,-1 1-1 0 0,0-1 0 0 0,0 0 0 0 0,0 0 0 0 0,0 1 0 0 0,0-1 0 0 0,1 0 0 0 0,-1 0 1 0 0,0 0-1 0 0,0 1 0 0 0,0-1 0 0 0,0 0 0 0 0,1 0 0 0 0,-1 0 0 0 0,0 0 0 0 0,0 1 1 0 0,1-1-1 0 0,-1 0 0 0 0,0 0 0 0 0,0 0 0 0 0,1 0 0 0 0,-1 0 0 0 0,0 0 0 0 0,0 0 1 0 0,1 0-1 0 0,-1 0 0 0 0,0 0 0 0 0,0 0 0 0 0,1 0 0 0 0,-1 0 0 0 0,0 0 0 0 0,0 0 1 0 0,1 0-1 0 0,-1 0 0 0 0,0 0 0 0 0,0 0 0 0 0,1 0 0 0 0,-1 0 0 0 0,0 0 0 0 0,0-1 1 0 0,1 1-1 0 0,-1 0 0 0 0,0 0 0 0 0,9-18-994 0 0,-2-23-210 0 0,-6 32 1182 0 0,0 1-1 0 0,0-1 0 0 0,1 1 1 0 0,0 0-1 0 0,6-16 0 0 0,-8 22 175 0 0,1 0 0 0 0,0 0 0 0 0,0 0 0 0 0,1-1 0 0 0,-1 1 0 0 0,0 0 1 0 0,1 1-1 0 0,-1-1 0 0 0,1 0 0 0 0,0 0 0 0 0,-1 1 0 0 0,1-1 0 0 0,0 1 0 0 0,0-1 0 0 0,0 1 0 0 0,0 0 0 0 0,0 0 0 0 0,0 0 0 0 0,1 0 0 0 0,-1 0 0 0 0,0 0 0 0 0,0 0 0 0 0,1 1 0 0 0,-1-1 0 0 0,4 1 0 0 0,-4 0-37 0 0,-1 0 0 0 0,0 1 1 0 0,1-1-1 0 0,-1 1 0 0 0,0-1 0 0 0,0 1 1 0 0,1 0-1 0 0,-1-1 0 0 0,0 1 0 0 0,0 0 1 0 0,0 0-1 0 0,0 0 0 0 0,0 0 0 0 0,0 0 1 0 0,0 0-1 0 0,0 0 0 0 0,0 0 0 0 0,-1 0 1 0 0,1 0-1 0 0,0 1 0 0 0,-1-1 0 0 0,1 0 1 0 0,-1 0-1 0 0,1 1 0 0 0,-1 1 0 0 0,11 42 1044 0 0,-9-33-760 0 0,15 48-93 0 0,2-23-3153 0 0</inkml:trace>
</inkml:ink>
</file>

<file path=ppt/ink/ink2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5.194"/>
    </inkml:context>
    <inkml:brush xml:id="br0">
      <inkml:brushProperty name="width" value="0.1" units="cm"/>
      <inkml:brushProperty name="height" value="0.1" units="cm"/>
    </inkml:brush>
  </inkml:definitions>
  <inkml:trace contextRef="#ctx0" brushRef="#br0">135 38 5065 0 0,'0'-1'146'0'0,"1"0"1"0"0,-1 1-1 0 0,1-1 0 0 0,0 0 0 0 0,-1 1 1 0 0,1-1-1 0 0,-1 0 0 0 0,0 0 1 0 0,1 1-1 0 0,-1-1 0 0 0,0 0 0 0 0,1 0 1 0 0,-1 0-1 0 0,0 0 0 0 0,0 0 1 0 0,0 1-1 0 0,0-1 0 0 0,1 0 0 0 0,-1 0 1 0 0,-1 0-1 0 0,1 0 0 0 0,0 0 1 0 0,0 0-1 0 0,0 1 0 0 0,0-1 0 0 0,-1 0 1 0 0,1 0-1 0 0,0 0 0 0 0,-1 0 1 0 0,1 1-1 0 0,0-1 0 0 0,-1 0 0 0 0,1 0 1 0 0,-1 1-1 0 0,1-1 0 0 0,-1 0 1 0 0,0 1-1 0 0,1-1 0 0 0,-1 1 0 0 0,0-1 1 0 0,1 1-1 0 0,-1-1 0 0 0,0 1 1 0 0,-1-1-1 0 0,0 0 154 0 0,-1 0 1 0 0,1 1-1 0 0,0-1 1 0 0,0 1-1 0 0,-1-1 1 0 0,1 1-1 0 0,0 0 1 0 0,0 0-1 0 0,-1 0 1 0 0,1 1-1 0 0,0-1 1 0 0,-1 0-1 0 0,1 1 1 0 0,0 0-1 0 0,0-1 1 0 0,0 1-1 0 0,-3 1 1 0 0,-1 1-67 0 0,0 1 0 0 0,0 0-1 0 0,1 0 1 0 0,-1 1 0 0 0,1-1 0 0 0,0 1 0 0 0,0 0-1 0 0,0 1 1 0 0,1-1 0 0 0,0 1 0 0 0,0 0 0 0 0,0 0 0 0 0,1 0-1 0 0,0 0 1 0 0,0 1 0 0 0,1-1 0 0 0,-1 1 0 0 0,-1 13-1 0 0,3-15-234 0 0,0 1 0 0 0,1-1 0 0 0,0 1 0 0 0,0-1 0 0 0,0 0-1 0 0,1 1 1 0 0,0-1 0 0 0,0 0 0 0 0,0 1 0 0 0,1-1-1 0 0,-1 0 1 0 0,1 0 0 0 0,1 0 0 0 0,-1 0 0 0 0,1 0-1 0 0,-1-1 1 0 0,2 1 0 0 0,-1-1 0 0 0,0 0 0 0 0,1 0 0 0 0,-1 0-1 0 0,1 0 1 0 0,0-1 0 0 0,1 1 0 0 0,4 2 0 0 0,9 4-283 0 0,1 0 1 0 0,0-2 0 0 0,0 0 0 0 0,41 10 0 0 0,-55-16 90 0 0,-61 5-4669 0 0,34-7-622 0 0</inkml:trace>
</inkml:ink>
</file>

<file path=ppt/ink/ink2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5.605"/>
    </inkml:context>
    <inkml:brush xml:id="br0">
      <inkml:brushProperty name="width" value="0.1" units="cm"/>
      <inkml:brushProperty name="height" value="0.1" units="cm"/>
    </inkml:brush>
  </inkml:definitions>
  <inkml:trace contextRef="#ctx0" brushRef="#br0">1 1 11979 0 0,'4'10'8516'0'0,"50"65"-5923"0"0,-6-10-1364 0 0,-48-74-4494 0 0</inkml:trace>
</inkml:ink>
</file>

<file path=ppt/ink/ink2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6.768"/>
    </inkml:context>
    <inkml:brush xml:id="br0">
      <inkml:brushProperty name="width" value="0.1" units="cm"/>
      <inkml:brushProperty name="height" value="0.1" units="cm"/>
    </inkml:brush>
  </inkml:definitions>
  <inkml:trace contextRef="#ctx0" brushRef="#br0">1 0 5985 0 0,'9'4'10491'0'0,"-4"-1"-9951"0"0,-1 0 0 0 0,1 1 0 0 0,-1-1 0 0 0,0 1 0 0 0,0 0 0 0 0,0 0 0 0 0,-1 0 0 0 0,1 1 1 0 0,-1-1-1 0 0,4 7 0 0 0,10 37 520 0 0,34 186-229 0 0,-35-156-935 0 0,-5-32-413 0 0,-5-26-6488 0 0</inkml:trace>
</inkml:ink>
</file>

<file path=ppt/ink/ink2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6.999"/>
    </inkml:context>
    <inkml:brush xml:id="br0">
      <inkml:brushProperty name="width" value="0.1" units="cm"/>
      <inkml:brushProperty name="height" value="0.1" units="cm"/>
    </inkml:brush>
  </inkml:definitions>
  <inkml:trace contextRef="#ctx0" brushRef="#br0">0 10 11058 0 0,'10'-4'6691'0'0,"9"-2"-6365"0"0,-17 8-651 0 0,-1-1 1 0 0,1 1 0 0 0,-1-1-1 0 0,0 1 1 0 0,0 0 0 0 0,1 0 0 0 0,-1 0-1 0 0,-1 0 1 0 0,1 0 0 0 0,0 0-1 0 0,0 2 1 0 0,8 40-547 0 0,-7-25 938 0 0</inkml:trace>
</inkml:ink>
</file>

<file path=ppt/ink/ink2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7.459"/>
    </inkml:context>
    <inkml:brush xml:id="br0">
      <inkml:brushProperty name="width" value="0.1" units="cm"/>
      <inkml:brushProperty name="height" value="0.1" units="cm"/>
    </inkml:brush>
  </inkml:definitions>
  <inkml:trace contextRef="#ctx0" brushRef="#br0">165 60 7370 0 0,'1'0'164'0'0,"-1"-1"1"0"0,1 0-1 0 0,-1 1 1 0 0,1-1 0 0 0,-1 1-1 0 0,1-1 1 0 0,-1 0-1 0 0,1 1 1 0 0,-1-1-1 0 0,1 0 1 0 0,-1 0 0 0 0,0 1-1 0 0,0-1 1 0 0,1 0-1 0 0,-1 0 1 0 0,0 1 0 0 0,0-1-1 0 0,0 0 1 0 0,0 0-1 0 0,0 0 1 0 0,0 1-1 0 0,0-2 1 0 0,0-19 3589 0 0,0 20-3556 0 0,0 0 0 0 0,0 0 1 0 0,0 0-1 0 0,0 0 0 0 0,-1 0 1 0 0,1 0-1 0 0,0 0 0 0 0,0 0 1 0 0,-1 1-1 0 0,1-1 1 0 0,-1 0-1 0 0,1 0 0 0 0,-1 0 1 0 0,1 0-1 0 0,-1 1 0 0 0,0-1 1 0 0,1 0-1 0 0,-1 1 0 0 0,0-1 1 0 0,1 0-1 0 0,-1 1 1 0 0,0-1-1 0 0,0 1 0 0 0,0-1 1 0 0,1 1-1 0 0,-3-1 0 0 0,1 0-56 0 0,0 1 0 0 0,0 0 0 0 0,0 0 0 0 0,0 0 0 0 0,0 1 0 0 0,0-1 0 0 0,0 0 0 0 0,0 1 0 0 0,0-1 0 0 0,0 1 0 0 0,0-1 0 0 0,-2 2 0 0 0,-5 3-39 0 0,0 0 0 0 0,0 0 0 0 0,1 1 0 0 0,-8 7 0 0 0,8-7-89 0 0,1 1 0 0 0,0 0 1 0 0,1 1-1 0 0,0-1 0 0 0,0 1 0 0 0,0 0 0 0 0,1 1 1 0 0,0 0-1 0 0,1-1 0 0 0,0 1 0 0 0,0 1 1 0 0,-2 10-1 0 0,5-16-9 0 0,0 1 0 0 0,0-1 1 0 0,1 1-1 0 0,-1-1 0 0 0,1 1 0 0 0,0 0 1 0 0,0-1-1 0 0,1 1 0 0 0,-1-1 0 0 0,1 1 1 0 0,0 0-1 0 0,0-1 0 0 0,1 0 0 0 0,-1 1 1 0 0,1-1-1 0 0,0 0 0 0 0,0 0 0 0 0,1 0 1 0 0,-1 0-1 0 0,1 0 0 0 0,0 0 0 0 0,0-1 1 0 0,0 1-1 0 0,0-1 0 0 0,1 0 0 0 0,-1 0 1 0 0,7 4-1 0 0,-4-3-29 0 0,0-1 1 0 0,0 0-1 0 0,1 0 1 0 0,-1 0-1 0 0,1-1 1 0 0,0 0-1 0 0,-1 0 0 0 0,1-1 1 0 0,0 0-1 0 0,0 0 1 0 0,13 0-1 0 0,-3-2-615 0 0,-1-1 1 0 0,1 0-1 0 0,29-9 0 0 0,-24 5-6637 0 0</inkml:trace>
</inkml:ink>
</file>

<file path=ppt/ink/ink2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7.743"/>
    </inkml:context>
    <inkml:brush xml:id="br0">
      <inkml:brushProperty name="width" value="0.1" units="cm"/>
      <inkml:brushProperty name="height" value="0.1" units="cm"/>
    </inkml:brush>
  </inkml:definitions>
  <inkml:trace contextRef="#ctx0" brushRef="#br0">181 9 5985 0 0,'-2'-1'279'0'0,"0"0"-1"0"0,0 0 1 0 0,0 0-1 0 0,0 0 1 0 0,-1 0-1 0 0,1 0 1 0 0,0 1-1 0 0,-1-1 1 0 0,1 1-1 0 0,0 0 1 0 0,-1-1-1 0 0,1 1 1 0 0,-1 0-1 0 0,1 1 1 0 0,-1-1-1 0 0,1 0 1 0 0,0 1-1 0 0,-1-1 1 0 0,1 1-1 0 0,-3 0 1 0 0,-4 2 330 0 0,0 0 0 0 0,0 0 0 0 0,1 1 0 0 0,-9 5 0 0 0,13-7-465 0 0,0 0 0 0 0,0 1 0 0 0,1-1 0 0 0,-1 1 0 0 0,1 0 0 0 0,-1 0-1 0 0,1 0 1 0 0,0 1 0 0 0,0-1 0 0 0,0 1 0 0 0,1-1 0 0 0,-1 1 0 0 0,1 0 0 0 0,0 0 0 0 0,0 0 0 0 0,-1 6-1 0 0,2-6-65 0 0,0 0-1 0 0,1 0 0 0 0,0 0 0 0 0,0-1 0 0 0,0 1 0 0 0,1 0 0 0 0,-1 0 0 0 0,1 0 1 0 0,0 0-1 0 0,0-1 0 0 0,0 1 0 0 0,0 0 0 0 0,1-1 0 0 0,0 1 0 0 0,-1-1 1 0 0,1 1-1 0 0,1-1 0 0 0,-1 0 0 0 0,3 4 0 0 0,4 2 121 0 0,0 1-1 0 0,1-1 1 0 0,-1-1 0 0 0,2 0 0 0 0,20 13-1 0 0,22 17 329 0 0,-52-38-524 0 0,-1 0 0 0 0,1 1-1 0 0,-1-1 1 0 0,0 0 0 0 0,1 1-1 0 0,-1-1 1 0 0,0 0-1 0 0,1 1 1 0 0,-1-1 0 0 0,0 1-1 0 0,0-1 1 0 0,1 1 0 0 0,-1-1-1 0 0,0 0 1 0 0,0 1-1 0 0,0-1 1 0 0,1 1 0 0 0,-1-1-1 0 0,0 1 1 0 0,0-1 0 0 0,0 1-1 0 0,0-1 1 0 0,0 1-1 0 0,0-1 1 0 0,0 1 0 0 0,0-1-1 0 0,0 1 1 0 0,0-1 0 0 0,-1 1-1 0 0,1-1 1 0 0,0 1 0 0 0,0-1-1 0 0,0 1 1 0 0,-1 0-1 0 0,-16 12 130 0 0,-26 3 113 0 0,21-11-1067 0 0,-1-1-1 0 0,-28 2 0 0 0,25-3-5898 0 0</inkml:trace>
</inkml:ink>
</file>

<file path=ppt/ink/ink2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8.810"/>
    </inkml:context>
    <inkml:brush xml:id="br0">
      <inkml:brushProperty name="width" value="0.1" units="cm"/>
      <inkml:brushProperty name="height" value="0.1" units="cm"/>
    </inkml:brush>
  </inkml:definitions>
  <inkml:trace contextRef="#ctx0" brushRef="#br0">1 99 10594 0 0,'45'-2'1556'0'0,"-1"-3"-1"0"0,48-10 1 0 0,-4 1-237 0 0,649-48 2507 0 0,-551 69-7584 0 0,-137-3-2392 0 0</inkml:trace>
</inkml:ink>
</file>

<file path=ppt/ink/ink2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29.943"/>
    </inkml:context>
    <inkml:brush xml:id="br0">
      <inkml:brushProperty name="width" value="0.1" units="cm"/>
      <inkml:brushProperty name="height" value="0.1" units="cm"/>
    </inkml:brush>
  </inkml:definitions>
  <inkml:trace contextRef="#ctx0" brushRef="#br0">797 1 13827 0 0,'21'18'2218'0'0,"-13"-8"-2024"0"0,0 0 1 0 0,-1 1-1 0 0,-1 0 0 0 0,1 0 1 0 0,-2 1-1 0 0,0 0 1 0 0,0 0-1 0 0,-1 0 0 0 0,0 0 1 0 0,2 15-1 0 0,1 19 247 0 0,2 68-1 0 0,-6-70 172 0 0,15 399 1872 0 0,-1-21-2329 0 0,-6-244 22 0 0,-22 322 0 0 0,-31 52 15 0 0,5-208-118 0 0,1-7-100 0 0,-2 99 82 0 0,12-191-32 0 0,-41 179-24 0 0,29-224 0 0 0,5 53 0 0 0,-11 61 0 0 0,5-31-32 0 0,-2 6 0 0 0,-106 579 160 0 0,58-280-192 0 0,58-432 40 0 0,-97 447-168 0 0,95-464 171 0 0,6 2-1 0 0,-8 150 1 0 0,33-262 38 0 0,-2 174 642 0 0,6-178-559 0 0,0 0 1 0 0,2 0-1 0 0,0 0 0 0 0,2 0 0 0 0,17 46 0 0 0,-20-63-70 0 0,1 0-1 0 0,0 0 0 0 0,1-1 0 0 0,-1 0 0 0 0,1 1 0 0 0,1-1 0 0 0,-1-1 0 0 0,1 1 0 0 0,1-1 0 0 0,-1 0 0 0 0,1-1 0 0 0,0 1 0 0 0,0-1 0 0 0,1-1 1 0 0,-1 1-1 0 0,1-1 0 0 0,0-1 0 0 0,0 1 0 0 0,0-2 0 0 0,1 1 0 0 0,-1-1 0 0 0,16 2 0 0 0,-1-2-58 0 0,1-1 0 0 0,-1-1-1 0 0,1-1 1 0 0,-1-1 0 0 0,0-1 0 0 0,1-1-1 0 0,28-9 1 0 0,-43 10 3 0 0,289-66-2316 0 0,-220 58 1670 0 0</inkml:trace>
</inkml:ink>
</file>

<file path=ppt/ink/ink2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32.644"/>
    </inkml:context>
    <inkml:brush xml:id="br0">
      <inkml:brushProperty name="width" value="0.1" units="cm"/>
      <inkml:brushProperty name="height" value="0.1" units="cm"/>
    </inkml:brush>
  </inkml:definitions>
  <inkml:trace contextRef="#ctx0" brushRef="#br0">1680 20 1376 0 0,'665'1'3087'0'0,"-651"-1"-3024"0"0,260-10 1724 0 0,554 0 3541 0 0,496 34-2332 0 0,-1098-22-1996 0 0,-7 3-328 0 0,86 0 327 0 0,-158 3-570 0 0,-95-3-171 0 0,72-4-1 0 0,-94-5-178 0 0,-29 4-251 0 0,0 0 0 0 0,0 0 0 0 0,0 0-1 0 0,0-1 1 0 0,0 1 0 0 0,0 0 0 0 0,0-1 0 0 0,0 1 0 0 0,0 0-1 0 0,0-1 1 0 0,0 1 0 0 0,0-1 0 0 0,0 0 0 0 0,0 1-1 0 0,0-1 1 0 0,0 0 0 0 0,0 0 0 0 0,-1 1 0 0 0,1-1-1 0 0,0 0 1 0 0,1-2 0 0 0,-6 2-847 0 0,0 0 1 0 0,1 0-1 0 0,-1 0 1 0 0,0 0-1 0 0,1 1 0 0 0,-1 0 1 0 0,0-1-1 0 0,-5 2 0 0 0,2-1-555 0 0,-40-6-346 0 0,16-2 6467 0 0,36 10-3535 0 0,-1 0-1 0 0,1 0 1 0 0,-1 0-1 0 0,0 0 1 0 0,0 1 0 0 0,0 0-1 0 0,0-1 1 0 0,-1 2-1 0 0,1-1 1 0 0,4 6 0 0 0,-2-2-365 0 0,-1-1-1 0 0,-1 2 1 0 0,1-1 0 0 0,-2 0 0 0 0,6 13 0 0 0,0 8-947 0 0,-1 1-1 0 0,7 48 1 0 0,-6-27 1418 0 0,103 529-39 0 0,-32-13-1183 0 0,-64-427-72 0 0,-7 1 0 0 0,-18 278 0 0 0,-28 305 128 0 0,49-381 610 0 0,-1-70-199 0 0,56 368-497 0 0,-45-485 127 0 0,32 120-40 0 0,-30-175-1 0 0,17 170 0 0 0,-9 67-173 0 0,7 242-513 0 0,-38-445 382 0 0,6-1-1 0 0,35 198 1 0 0,-1-5-496 0 0,-27-187-287 0 0,34 150 0 0 0,-32-225 885 0 0,22 110-838 0 0,-32-140 488 0 0,-3 1 0 0 0,0-1 1 0 0,-4 43-1 0 0,-33 188-1096 0 0,18-165 2836 0 0,-3 111 0 0 0,13-130-1676 0 0,-31 148 1 0 0,22-146 522 0 0,11-53 1008 0 0,1 1-1 0 0,2 45 1 0 0,1-42-894 0 0,-4 39-1865 0 0,1-47 2246 0 0,3 51-1 0 0,0-73-259 0 0,0 0-1 0 0,-1 0 0 0 0,1 0 1 0 0,-1 0-1 0 0,1 0 1 0 0,-1-1-1 0 0,-1 1 0 0 0,1 0 1 0 0,0 0-1 0 0,-1-1 1 0 0,0 1-1 0 0,0-1 0 0 0,0 1 1 0 0,0-1-1 0 0,0 0 1 0 0,-1 0-1 0 0,0 0 0 0 0,1 0 1 0 0,-5 3-1 0 0,2-2-102 0 0,0 0 0 0 0,0 0 0 0 0,0 0 0 0 0,-1-1 0 0 0,0 0 0 0 0,1 0 0 0 0,-1-1 0 0 0,0 1 0 0 0,0-1 0 0 0,-1 0 0 0 0,-6 0 0 0 0,-30 2-200 0 0,1-2-1 0 0,-74-7 1 0 0,25 0-307 0 0,-696-30 1838 0 0,361 25-1252 0 0,91 5 44 0 0,-320 10 65 0 0,383 11-161 0 0,24-2-111 0 0,-2 1-32 0 0,-96 8-79 0 0,129 2 80 0 0,-110 10 41 0 0,66-20-123 0 0,68-5 28 0 0,-220-14-81 0 0,401 4 125 0 0,-105-1 25 0 0,-1 6 0 0 0,-169 28 0 0 0,72-17 115 0 0,158-14-249 0 0,-1 1 0 0 0,1 3 0 0 0,-80 20 1 0 0,78-8-136 0 0,-37 10 1608 0 0,48-21-3099 0 0,1-8-3608 0 0,29-3-1819 0 0</inkml:trace>
</inkml:ink>
</file>

<file path=ppt/ink/ink2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2:34.701"/>
    </inkml:context>
    <inkml:brush xml:id="br0">
      <inkml:brushProperty name="width" value="0.1" units="cm"/>
      <inkml:brushProperty name="height" value="0.1" units="cm"/>
    </inkml:brush>
  </inkml:definitions>
  <inkml:trace contextRef="#ctx0" brushRef="#br0">48 4838 456 0 0,'1'-2'342'0'0,"1"-1"0"0"0,-1 1 0 0 0,0-1 0 0 0,0 0 0 0 0,0 1 0 0 0,0-1 0 0 0,0 0 0 0 0,-1 0 1 0 0,1 1-1 0 0,-1-1 0 0 0,0 0 0 0 0,0 0 0 0 0,0-4 0 0 0,-6-43 3374 0 0,2 25-4609 0 0,-43-1279 11041 0 0,84 746-9144 0 0,87-152 766 0 0,75 18-598 0 0,-161 582-1330 0 0,69-142-1 0 0,-77 195 126 0 0,1 2 0 0 0,4 1 0 0 0,1 2 0 0 0,48-52-1 0 0,-4 19 263 0 0,4 4 0 0 0,161-122 0 0 0,-240 200-311 0 0,0 0 0 0 0,0 0-1 0 0,0 0 1 0 0,1 1 0 0 0,-1 0 0 0 0,1 0-1 0 0,0 0 1 0 0,-1 1 0 0 0,1 0 0 0 0,0 0-1 0 0,0 0 1 0 0,0 1 0 0 0,0 0 0 0 0,7 1-1 0 0,24-3-90 0 0,-35 2 99 0 0,0 0-1 0 0,1 0 0 0 0,-1-1 1 0 0,0 1-1 0 0,0-1 1 0 0,1 0-1 0 0,-1 1 0 0 0,0-1 1 0 0,0 0-1 0 0,0 0 1 0 0,0 0-1 0 0,0-1 0 0 0,0 1 1 0 0,0 0-1 0 0,2-3 1 0 0,-4 4 2 0 0,0-1 0 0 0,1 0 0 0 0,-1 0 0 0 0,0 0 0 0 0,1 0 0 0 0,-1 1 0 0 0,0-1-1 0 0,0 0 1 0 0,0 0 0 0 0,0 0 0 0 0,0 0 0 0 0,0 0 0 0 0,0 0 0 0 0,0 0 0 0 0,0 0 0 0 0,0 1 0 0 0,0-1 0 0 0,-1 0 0 0 0,1 0 0 0 0,0 0 0 0 0,-1 0 0 0 0,1 0 0 0 0,-1 1 0 0 0,1-1 0 0 0,-1 0 0 0 0,1 0 0 0 0,-1 1 0 0 0,1-1 0 0 0,-1 0 0 0 0,0 1 0 0 0,1-1 0 0 0,-1 1 0 0 0,0-1 0 0 0,1 1 0 0 0,-1-1 0 0 0,0 1 0 0 0,0-1 0 0 0,0 1 0 0 0,-1-1 0 0 0,-80-53-344 0 0,-51-38-663 0 0,102 66 1375 0 0,-90-69 2314 0 0,104 84-2108 0 0,-1 0 0 0 0,0 1 0 0 0,0 1 0 0 0,0 1 0 0 0,-31-9 1 0 0,45 16-442 0 0,9 4-7 0 0,26 8 35 0 0,45 14-13 0 0,-38-15-75 0 0,0 2 0 0 0,-1 2 1 0 0,-1 1-1 0 0,0 2 0 0 0,-1 1 1 0 0,-1 2-1 0 0,55 41 0 0 0,-33-21 488 0 0,-37-28-232 0 0,-1 1 1 0 0,26 23 0 0 0,-42-34-215 0 0,-1 1 0 0 0,1-1 0 0 0,-1 1 0 0 0,1 0 0 0 0,-1-1 0 0 0,0 1 0 0 0,0 0 0 0 0,0 0 0 0 0,-1 0 0 0 0,1 0 0 0 0,-1 0 0 0 0,1 0 0 0 0,-1 0 0 0 0,0 0 0 0 0,0 0 0 0 0,0 0 0 0 0,-1 0 0 0 0,1-1 0 0 0,-1 1 0 0 0,0 0 0 0 0,-1 4 0 0 0,-3 10 203 0 0,0-1 0 0 0,-12 22 0 0 0,13-29-170 0 0,-22 45-11 0 0,12-27-1190 0 0,1 1 0 0 0,-18 59 0 0 0,25-64-6583 0 0</inkml:trace>
</inkml:ink>
</file>

<file path=ppt/ink/ink2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02.724"/>
    </inkml:context>
    <inkml:brush xml:id="br0">
      <inkml:brushProperty name="width" value="0.1" units="cm"/>
      <inkml:brushProperty name="height" value="0.1" units="cm"/>
      <inkml:brushProperty name="color" value="#004F8B"/>
    </inkml:brush>
  </inkml:definitions>
  <inkml:trace contextRef="#ctx0" brushRef="#br0">5 2087 1376 0 0,'-5'3'4953'0'0,"5"-3"-4856"0"0,7 10 2972 0 0,-6-9-3689 0 0,0 0 741 0 0,0 0 0 0 0,0 0 0 0 0,0-1-1 0 0,0 1 1 0 0,-1-1 0 0 0,1 1 0 0 0,0-1 0 0 0,1 1-1 0 0,-1-1 1 0 0,0 0 0 0 0,0 1 0 0 0,0-1-1 0 0,0 0 1 0 0,0 0 0 0 0,0 0 0 0 0,0 1 0 0 0,0-1-1 0 0,0-1 1 0 0,1 1 0 0 0,-1 0 0 0 0,0 0 0 0 0,0 0-1 0 0,0 0 1 0 0,0-1 0 0 0,0 1 0 0 0,0-1-1 0 0,0 1 1 0 0,0-1 0 0 0,0 1 0 0 0,0-1 0 0 0,1 0-1 0 0,2-1 48 0 0,-1-1 0 0 0,1 1-1 0 0,-1 0 1 0 0,0-1-1 0 0,0 0 1 0 0,4-4 0 0 0,-1-3 12 0 0,0 1 1 0 0,-1-1-1 0 0,0 0 1 0 0,-1 0-1 0 0,0 0 1 0 0,0-1-1 0 0,2-13 1 0 0,10-80 704 0 0,-13 82-671 0 0,34-553 2718 0 0,-26 294-2350 0 0,-3 178-387 0 0,27-141 0 0 0,-21 183-111 0 0,2 2 0 0 0,2-1 0 0 0,43-91 1 0 0,-52 132-36 0 0,0 0 0 0 0,2 1 0 0 0,0 1 0 0 0,0-1 0 0 0,2 2 0 0 0,0 0 0 0 0,1 0 0 0 0,1 1 0 0 0,17-13 1 0 0,-28 26-57 0 0,0-1 1 0 0,0 1-1 0 0,0 0 1 0 0,0 0-1 0 0,1 1 1 0 0,-1-1-1 0 0,0 1 1 0 0,1 0-1 0 0,0 0 1 0 0,-1 0-1 0 0,1 1 1 0 0,-1 0-1 0 0,1 0 1 0 0,6 0-1 0 0,-3 1-20 0 0,0 1 0 0 0,0 0 0 0 0,0 0 0 0 0,0 1 0 0 0,0 0 0 0 0,0 0 0 0 0,10 7 0 0 0,-4-2-14 0 0,-1 1 0 0 0,0 1-1 0 0,0 0 1 0 0,-1 1 0 0 0,0 0-1 0 0,-1 0 1 0 0,17 24-1 0 0,-12-9 27 0 0,-1 0 0 0 0,-1 1 0 0 0,-1 0 0 0 0,13 43 0 0 0,23 119 249 0 0,-35-130-173 0 0,52 152 207 0 0,-26-91-119 0 0,59 171-275 0 0,-93-274 161 0 0,1 0 0 0 0,11 20 0 0 0,-15-33-30 0 0,-1 0 0 0 0,1 0 0 0 0,0 0 0 0 0,0 0 0 0 0,0 0 1 0 0,0-1-1 0 0,1 0 0 0 0,-1 1 0 0 0,1-1 0 0 0,0-1 0 0 0,0 1 0 0 0,0 0 0 0 0,0-1 0 0 0,5 2 1 0 0,-7-3 3 0 0,0-1 1 0 0,0 0-1 0 0,0 0 1 0 0,-1 0-1 0 0,1 0 1 0 0,0 0 0 0 0,0-1-1 0 0,0 1 1 0 0,0 0-1 0 0,-1-1 1 0 0,1 1-1 0 0,0-1 1 0 0,0 0 0 0 0,-1 0-1 0 0,1 0 1 0 0,0 1-1 0 0,-1-2 1 0 0,1 1 0 0 0,-1 0-1 0 0,1 0 1 0 0,-1 0-1 0 0,0-1 1 0 0,1 1-1 0 0,1-3 1 0 0,30-45 366 0 0,-26 38-311 0 0,13-21 157 0 0,32-37 0 0 0,-44 60-176 0 0,1-1 1 0 0,0 1-1 0 0,1 0 1 0 0,0 1-1 0 0,0 0 1 0 0,1 0-1 0 0,16-8 1 0 0,-21 13-42 0 0,0 1 0 0 0,0-1 0 0 0,0 2-1 0 0,0-1 1 0 0,0 0 0 0 0,0 1 0 0 0,0 0 0 0 0,1 1 0 0 0,-1-1 0 0 0,0 1 0 0 0,1 1 0 0 0,-1-1 0 0 0,0 1-1 0 0,0 0 1 0 0,1 0 0 0 0,-1 1 0 0 0,0 0 0 0 0,0 0 0 0 0,10 5 0 0 0,-8-2 6 0 0,0 0 0 0 0,-1 0 1 0 0,0 1-1 0 0,0 0 0 0 0,0 0 1 0 0,-1 0-1 0 0,0 1 0 0 0,0 0 0 0 0,-1 0 1 0 0,0 1-1 0 0,0 0 0 0 0,-1-1 1 0 0,5 11-1 0 0,69 203-565 0 0,-73-207 536 0 0,1 0-1 0 0,0-1 0 0 0,1 0 1 0 0,1 0-1 0 0,0-1 0 0 0,1 0 1 0 0,0 0-1 0 0,1-1 0 0 0,0 0 1 0 0,0-1-1 0 0,15 11 0 0 0,-8-8-31 0 0,0 0 0 0 0,1-1-1 0 0,1-1 1 0 0,0-1 0 0 0,0-1-1 0 0,1 0 1 0 0,22 6 0 0 0,-23-10 48 0 0,-1 0 0 0 0,1-1 0 0 0,0-1 0 0 0,0-1 0 0 0,0-1 0 0 0,1-1 0 0 0,-1 0 0 0 0,20-3 0 0 0,-31 2 19 0 0,1-1 0 0 0,-1 0 0 0 0,0-1 0 0 0,1 1 1 0 0,-1-2-1 0 0,0 1 0 0 0,0-1 0 0 0,-1 0 0 0 0,1-1 0 0 0,-1 1 0 0 0,0-2 0 0 0,0 1 0 0 0,-1-1 0 0 0,0 0 0 0 0,0 0 0 0 0,0-1 1 0 0,0 1-1 0 0,-1-1 0 0 0,8-15 0 0 0,5-16 11 0 0,-1-1 0 0 0,-2 0 0 0 0,-1-1 1 0 0,-3-1-1 0 0,12-75 0 0 0,3-215 248 0 0,-3 25-145 0 0,-22 297-131 0 0,42-251 98 0 0,-32 209-56 0 0,3 0 0 0 0,39-96 0 0 0,-37 109-89 0 0,19-39 249 0 0,-31 70-204 0 0,-1 1 1 0 0,1 0 0 0 0,1 0-1 0 0,-1 0 1 0 0,1 0 0 0 0,0 1-1 0 0,0 0 1 0 0,11-8 0 0 0,-14 12-6 0 0,0-1 1 0 0,1 1 0 0 0,-1 0 0 0 0,1 0 0 0 0,-1 0 0 0 0,1 1 0 0 0,0-1 0 0 0,-1 1-1 0 0,1-1 1 0 0,0 1 0 0 0,-1 0 0 0 0,1 0 0 0 0,0 0 0 0 0,-1 0 0 0 0,1 1-1 0 0,0-1 1 0 0,-1 1 0 0 0,1-1 0 0 0,0 1 0 0 0,-1 0 0 0 0,1 0 0 0 0,-1 0 0 0 0,1 0-1 0 0,-1 1 1 0 0,0-1 0 0 0,0 1 0 0 0,1-1 0 0 0,-1 1 0 0 0,0 0 0 0 0,0 0-1 0 0,-1 0 1 0 0,3 2 0 0 0,4 5-11 0 0,0 0 1 0 0,-1 1-1 0 0,0 0 0 0 0,-1 0 1 0 0,9 20-1 0 0,7 21 5 0 0,-4 0 0 0 0,22 93 0 0 0,1 111-24 0 0,-28-179 36 0 0,4-2 0 0 0,51 143 0 0 0,-56-185 0 0 0,1-1 0 0 0,2-1 0 0 0,1-1 0 0 0,24 34 0 0 0,-38-61 4 0 0,-1 0 1 0 0,1 0-1 0 0,0 0 0 0 0,0 0 1 0 0,0-1-1 0 0,0 1 1 0 0,1-1-1 0 0,-1 0 1 0 0,0 1-1 0 0,1-1 0 0 0,-1 0 1 0 0,1 0-1 0 0,-1 0 1 0 0,1-1-1 0 0,-1 1 0 0 0,1-1 1 0 0,-1 1-1 0 0,1-1 1 0 0,0 0-1 0 0,-1 0 0 0 0,1 0 1 0 0,0 0-1 0 0,-1 0 1 0 0,1-1-1 0 0,-1 1 0 0 0,1-1 1 0 0,0 0-1 0 0,-1 0 1 0 0,1 0-1 0 0,-1 0 0 0 0,3-2 1 0 0,11-4 33 0 0,-1-2 0 0 0,-1 0 0 0 0,24-18 0 0 0,-24 16-44 0 0,51-42-88 0 0,-46 35 64 0 0,1 2 0 0 0,40-26 0 0 0,-53 38 26 0 0,0 0-1 0 0,1 1 1 0 0,0 0-1 0 0,-1 0 1 0 0,1 0-1 0 0,0 1 1 0 0,0 1-1 0 0,0-1 1 0 0,1 1-1 0 0,-1 1 0 0 0,0-1 1 0 0,0 1-1 0 0,9 2 1 0 0,-9-1 13 0 0,-1 0 0 0 0,0 0-1 0 0,1 1 1 0 0,-1 0 0 0 0,0 1 0 0 0,0 0 0 0 0,0 0 0 0 0,0 0 0 0 0,-1 1-1 0 0,1 0 1 0 0,-1 0 0 0 0,0 0 0 0 0,10 11 0 0 0,-7-6-29 0 0,-1 1 0 0 0,-1 1 0 0 0,0 0 0 0 0,0 0 0 0 0,-1 0 0 0 0,-1 0 0 0 0,7 18 0 0 0,18 58 683 0 0,-18-48-869 0 0,3 0-1 0 0,22 45 1 0 0,-27-68 216 0 0,0-1 0 0 0,1-1-1 0 0,0 0 1 0 0,1-1 0 0 0,0 0 0 0 0,1 0 0 0 0,1-2 0 0 0,0 1 0 0 0,30 16 0 0 0,-35-23 1 0 0,1-1 1 0 0,1 0-1 0 0,-1-1 1 0 0,0 0 0 0 0,1 0-1 0 0,0-2 1 0 0,-1 1-1 0 0,1-1 1 0 0,0-1 0 0 0,0 1-1 0 0,0-2 1 0 0,0 0-1 0 0,-1 0 1 0 0,1-1 0 0 0,0 0-1 0 0,16-7 1 0 0,-13 4 22 0 0,0 0-1 0 0,-1-2 1 0 0,0 0 0 0 0,0 0 0 0 0,0-1 0 0 0,-1-1-1 0 0,0 0 1 0 0,-1 0 0 0 0,0-1 0 0 0,-1-1 0 0 0,17-20-1 0 0,-20 20-43 0 0,0 0-1 0 0,-1-1 0 0 0,0 0 0 0 0,-1 0 0 0 0,-1 0 0 0 0,1 0 0 0 0,-2-1 1 0 0,0 0-1 0 0,2-20 0 0 0,-1-13-35 0 0,-2-65 1 0 0,-2 14 23 0 0,12-58 87 0 0,2-56 38 0 0,-11 89 205 0 0,27-183 0 0 0,-28 294-338 0 0,0 1 0 0 0,0-1 0 0 0,1 1 1 0 0,1 0-1 0 0,-1 0 0 0 0,2 1 0 0 0,-1-1 0 0 0,7-9 0 0 0,-8 15 15 0 0,0 0 0 0 0,1 1 0 0 0,-1-1 0 0 0,1 1 0 0 0,0-1-1 0 0,0 1 1 0 0,0 0 0 0 0,0 1 0 0 0,0-1 0 0 0,1 1 0 0 0,-1 0 0 0 0,1 0 0 0 0,0 0 0 0 0,-1 0-1 0 0,1 1 1 0 0,0 0 0 0 0,0 0 0 0 0,10 0 0 0 0,-8 0-3 0 0,0 0-1 0 0,0 0 1 0 0,1 1 0 0 0,-1 0 0 0 0,0 1-1 0 0,0 0 1 0 0,1 0 0 0 0,-1 0 0 0 0,0 1-1 0 0,0 0 1 0 0,0 1 0 0 0,-1-1-1 0 0,1 1 1 0 0,-1 1 0 0 0,1-1 0 0 0,-1 1-1 0 0,0 0 1 0 0,0 0 0 0 0,0 1 0 0 0,-1 0-1 0 0,0 0 1 0 0,0 0 0 0 0,0 1 0 0 0,-1-1-1 0 0,1 1 1 0 0,-1 0 0 0 0,-1 1-1 0 0,1-1 1 0 0,4 13 0 0 0,12 31-39 0 0,27 105 0 0 0,-5 56-169 0 0,17 65 46 0 0,-55-263 181 0 0,2 9 22 0 0,14 35-1 0 0,-18-53-18 0 0,0 0 0 0 0,0 0 0 0 0,0 0-1 0 0,0 0 1 0 0,1 0 0 0 0,-1 0 0 0 0,1-1 0 0 0,0 1 0 0 0,0-1 0 0 0,1 0 0 0 0,-1 0 0 0 0,1 0 0 0 0,-1 0 0 0 0,8 4 0 0 0,-7-7 3 0 0,-1 1 1 0 0,1-1-1 0 0,-1 1 0 0 0,1-1 1 0 0,-1 0-1 0 0,0-1 0 0 0,1 1 1 0 0,-1 0-1 0 0,1-1 0 0 0,-1 0 1 0 0,0 0-1 0 0,1 0 0 0 0,-1 0 0 0 0,0-1 1 0 0,5-2-1 0 0,49-30 110 0 0,-48 29-112 0 0,68-53 26 0 0,-60 43-27 0 0,1 1-1 0 0,0 1 1 0 0,1 0-1 0 0,0 2 1 0 0,1 0-1 0 0,39-15 1 0 0,-56 25-5 0 0,0 0 0 0 0,0 0 0 0 0,0 0-1 0 0,0 0 1 0 0,1 1 0 0 0,-1 0 0 0 0,0 0 0 0 0,0 0 0 0 0,0 0 0 0 0,0 0 0 0 0,1 0-1 0 0,-1 1 1 0 0,0 0 0 0 0,0-1 0 0 0,0 1 0 0 0,0 0 0 0 0,0 1 0 0 0,0-1 0 0 0,0 0 0 0 0,-1 1-1 0 0,1 0 1 0 0,0-1 0 0 0,2 3 0 0 0,1 3-2 0 0,0 1 0 0 0,0-1 0 0 0,-1 1 0 0 0,0 0 0 0 0,-1 0 0 0 0,7 15 0 0 0,46 86 81 0 0,21 48 260 0 0,-70-138-301 0 0,1 0-1 0 0,1-1 1 0 0,0 0 0 0 0,2 0 0 0 0,0-1 0 0 0,1-1-1 0 0,0 0 1 0 0,1 0 0 0 0,1-2 0 0 0,1 0-1 0 0,0 0 1 0 0,1-2 0 0 0,23 14 0 0 0,-32-22-32 0 0,1-1 0 0 0,0 0 0 0 0,-1-1 0 0 0,1 0 0 0 0,0-1 0 0 0,0 1 0 0 0,0-2 0 0 0,0 1 1 0 0,0-1-1 0 0,0-1 0 0 0,0 1 0 0 0,16-5 0 0 0,20 1-2182 0 0</inkml:trace>
</inkml:ink>
</file>

<file path=ppt/ink/ink2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04.161"/>
    </inkml:context>
    <inkml:brush xml:id="br0">
      <inkml:brushProperty name="width" value="0.1" units="cm"/>
      <inkml:brushProperty name="height" value="0.1" units="cm"/>
      <inkml:brushProperty name="color" value="#004F8B"/>
    </inkml:brush>
  </inkml:definitions>
  <inkml:trace contextRef="#ctx0" brushRef="#br0">262 73 7370 0 0,'-1'-2'264'0'0,"1"-1"0"0"0,-1 0 0 0 0,0 0 0 0 0,0 0 0 0 0,0 1 1 0 0,0-1-1 0 0,0 0 0 0 0,0 1 0 0 0,-1-1 0 0 0,0 1 0 0 0,1-1 1 0 0,-1 1-1 0 0,0 0 0 0 0,0 0 0 0 0,0 0 0 0 0,0 0 1 0 0,-1 0-1 0 0,-2-2 0 0 0,1 1 26 0 0,0 0 0 0 0,-1 0 1 0 0,1 1-1 0 0,-1 0 0 0 0,1-1 0 0 0,-1 2 1 0 0,0-1-1 0 0,0 0 0 0 0,-8-1 0 0 0,8 3-100 0 0,-1 0-1 0 0,0 0 0 0 0,1 0 1 0 0,-1 1-1 0 0,1-1 0 0 0,-1 1 0 0 0,1 1 1 0 0,-1-1-1 0 0,1 1 0 0 0,0 0 1 0 0,0 0-1 0 0,0 0 0 0 0,0 1 1 0 0,-6 4-1 0 0,4-2-13 0 0,1 0 0 0 0,0 1 1 0 0,0-1-1 0 0,1 1 0 0 0,-1 1 0 0 0,1-1 0 0 0,1 1 0 0 0,-1 0 1 0 0,-3 8-1 0 0,2-3-77 0 0,1 0-1 0 0,1 0 1 0 0,-1 0 0 0 0,2 1 0 0 0,0 0 0 0 0,1-1 0 0 0,0 1 0 0 0,0 0-1 0 0,2 0 1 0 0,0 0 0 0 0,0 0 0 0 0,3 15 0 0 0,0-14-6 0 0,0-1 0 0 0,1 1 0 0 0,0 0 0 0 0,2-1 0 0 0,-1 0 0 0 0,2 0 1 0 0,-1-1-1 0 0,2 0 0 0 0,0 0 0 0 0,0 0 0 0 0,13 12 0 0 0,-14-16-152 0 0,1-1 1 0 0,-1 0-1 0 0,1-1 0 0 0,1 0 1 0 0,-1 0-1 0 0,1-1 0 0 0,0 0 1 0 0,1-1-1 0 0,-1 0 0 0 0,1 0 1 0 0,0-1-1 0 0,0 0 0 0 0,0-1 1 0 0,0 0-1 0 0,0 0 1 0 0,13-1-1 0 0,5-1-1842 0 0,1-1-5149 0 0</inkml:trace>
</inkml:ink>
</file>

<file path=ppt/ink/ink2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04.400"/>
    </inkml:context>
    <inkml:brush xml:id="br0">
      <inkml:brushProperty name="width" value="0.1" units="cm"/>
      <inkml:brushProperty name="height" value="0.1" units="cm"/>
      <inkml:brushProperty name="color" value="#004F8B"/>
    </inkml:brush>
  </inkml:definitions>
  <inkml:trace contextRef="#ctx0" brushRef="#br0">20 18 8754 0 0,'-1'-2'272'0'0,"1"1"1"0"0,0 0 0 0 0,-1-1-1 0 0,1 1 1 0 0,-1 0 0 0 0,0 0-1 0 0,1 0 1 0 0,-1-1 0 0 0,0 1-1 0 0,1 0 1 0 0,-1 0-1 0 0,0 0 1 0 0,0 0 0 0 0,0 0-1 0 0,-6 2 1756 0 0,7 0-1853 0 0,-1-1 1 0 0,1 0-1 0 0,0 1 1 0 0,0-1-1 0 0,-1 1 1 0 0,1-1-1 0 0,0 1 0 0 0,0-1 1 0 0,0 1-1 0 0,0-1 1 0 0,0 1-1 0 0,0-1 1 0 0,0 1-1 0 0,0-1 1 0 0,0 1-1 0 0,0 0 1 0 0,-1 48 3152 0 0,28 125-1370 0 0,-22-155-2031 0 0,1 1 1 0 0,0-1 0 0 0,2 0-1 0 0,0 0 1 0 0,1-1-1 0 0,18 29 1 0 0,14 14-3400 0 0,-27-38-3534 0 0</inkml:trace>
</inkml:ink>
</file>

<file path=ppt/ink/ink2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04.749"/>
    </inkml:context>
    <inkml:brush xml:id="br0">
      <inkml:brushProperty name="width" value="0.1" units="cm"/>
      <inkml:brushProperty name="height" value="0.1" units="cm"/>
      <inkml:brushProperty name="color" value="#004F8B"/>
    </inkml:brush>
  </inkml:definitions>
  <inkml:trace contextRef="#ctx0" brushRef="#br0">0 272 5529 0 0,'1'-2'208'0'0,"0"0"0"0"0,0 0-1 0 0,0 0 1 0 0,0 1 0 0 0,1-1 0 0 0,-1 0-1 0 0,0 0 1 0 0,1 1 0 0 0,-1-1-1 0 0,1 1 1 0 0,0-1 0 0 0,-1 1 0 0 0,1 0-1 0 0,0 0 1 0 0,0-1 0 0 0,0 1 0 0 0,2 0-1 0 0,43-17 3064 0 0,-26 11-1636 0 0,-7 2-871 0 0,-1-1 0 0 0,0 0 1 0 0,-1-1-1 0 0,1-1 0 0 0,-2 0 1 0 0,1 0-1 0 0,15-15 0 0 0,-25 20-753 0 0,1 1-1 0 0,-1-1 0 0 0,0 0 1 0 0,1 0-1 0 0,-1 1 1 0 0,0-2-1 0 0,-1 1 1 0 0,1 0-1 0 0,-1 0 1 0 0,1-1-1 0 0,-1 1 0 0 0,0 0 1 0 0,0-1-1 0 0,0 1 1 0 0,-1-1-1 0 0,1 0 1 0 0,-1 1-1 0 0,0-1 1 0 0,0 1-1 0 0,0-1 0 0 0,-1 0 1 0 0,1 1-1 0 0,-1-1 1 0 0,0 1-1 0 0,0-1 1 0 0,0 1-1 0 0,0 0 1 0 0,0-1-1 0 0,-1 1 1 0 0,0 0-1 0 0,0 0 0 0 0,0 0 1 0 0,0 0-1 0 0,-4-5 1 0 0,4 6-1 0 0,1 0 1 0 0,-1 0 0 0 0,0 0 0 0 0,0 0-1 0 0,0 0 1 0 0,0 0 0 0 0,0 0-1 0 0,0 1 1 0 0,-1-1 0 0 0,1 1 0 0 0,-1-1-1 0 0,1 1 1 0 0,-1 0 0 0 0,1 0-1 0 0,-1 0 1 0 0,0 0 0 0 0,1 1 0 0 0,-1-1-1 0 0,0 1 1 0 0,0 0 0 0 0,0-1-1 0 0,1 1 1 0 0,-1 0 0 0 0,0 1 0 0 0,0-1-1 0 0,0 0 1 0 0,1 1 0 0 0,-1 0-1 0 0,0 0 1 0 0,1-1 0 0 0,-1 2 0 0 0,1-1-1 0 0,-1 0 1 0 0,1 0 0 0 0,-1 1-1 0 0,-3 2 1 0 0,3-1 2 0 0,0-1-1 0 0,1 1 0 0 0,-1-1 1 0 0,0 1-1 0 0,1 0 0 0 0,0 0 1 0 0,0 0-1 0 0,0 1 1 0 0,0-1-1 0 0,0 0 0 0 0,1 1 1 0 0,-1-1-1 0 0,1 1 0 0 0,0-1 1 0 0,0 1-1 0 0,0 0 1 0 0,1-1-1 0 0,-1 1 0 0 0,1 0 1 0 0,0 0-1 0 0,0-1 0 0 0,0 1 1 0 0,1 0-1 0 0,-1 0 0 0 0,1-1 1 0 0,0 1-1 0 0,1 4 1 0 0,3 4-276 0 0,0-1 1 0 0,1 1 0 0 0,1-1 0 0 0,0-1 0 0 0,0 1-1 0 0,1-1 1 0 0,0 0 0 0 0,0-1 0 0 0,1 0 0 0 0,17 13-1 0 0,-19-17 21 0 0,1 0-1 0 0,-1 0 1 0 0,1-1 0 0 0,0 0-1 0 0,0 0 1 0 0,1-1-1 0 0,-1 0 1 0 0,1 0 0 0 0,-1-1-1 0 0,1 0 1 0 0,0-1-1 0 0,0 0 1 0 0,0 0 0 0 0,-1-1-1 0 0,18-1 1 0 0,0-3-1797 0 0</inkml:trace>
</inkml:ink>
</file>

<file path=ppt/ink/ink2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05.082"/>
    </inkml:context>
    <inkml:brush xml:id="br0">
      <inkml:brushProperty name="width" value="0.1" units="cm"/>
      <inkml:brushProperty name="height" value="0.1" units="cm"/>
      <inkml:brushProperty name="color" value="#004F8B"/>
    </inkml:brush>
  </inkml:definitions>
  <inkml:trace contextRef="#ctx0" brushRef="#br0">196 50 920 0 0,'0'-1'232'0'0,"1"0"0"0"0,-1-1 0 0 0,1 1 0 0 0,-1-1-1 0 0,0 1 1 0 0,1 0 0 0 0,-1-1 0 0 0,0 1 0 0 0,0-1 0 0 0,0 1 0 0 0,0 0-1 0 0,0-1 1 0 0,0 1 0 0 0,0-1 0 0 0,-1 1 0 0 0,1 0 0 0 0,-1-1-1 0 0,1 1 1 0 0,-1 0 0 0 0,1-1 0 0 0,-1 1 0 0 0,1 0 0 0 0,-1 0 0 0 0,0-1-1 0 0,0 1 1 0 0,0 0 0 0 0,0 0 0 0 0,0 0 0 0 0,0 0 0 0 0,0 0 0 0 0,0 0-1 0 0,0 1 1 0 0,0-1 0 0 0,-1 0 0 0 0,-1 0 0 0 0,0 0 107 0 0,0 0 1 0 0,0 0-1 0 0,0 0 0 0 0,0 0 1 0 0,0 1-1 0 0,0 0 0 0 0,0 0 1 0 0,0 0-1 0 0,-1 0 0 0 0,1 0 1 0 0,0 0-1 0 0,0 1 0 0 0,0 0 1 0 0,0-1-1 0 0,-4 3 0 0 0,-3 1 112 0 0,1 0 0 0 0,-1 1 0 0 0,1 0 0 0 0,0 1 0 0 0,0 0 0 0 0,1 0 0 0 0,0 1 0 0 0,0 0 0 0 0,-8 11 0 0 0,12-15-388 0 0,1 1 0 0 0,1 0 1 0 0,-1 0-1 0 0,0 0 0 0 0,1 0 1 0 0,0 0-1 0 0,0 1 0 0 0,0-1 0 0 0,1 1 1 0 0,-1-1-1 0 0,1 1 0 0 0,0 0 1 0 0,0-1-1 0 0,1 1 0 0 0,-1 0 1 0 0,1 0-1 0 0,0 0 0 0 0,1-1 1 0 0,-1 1-1 0 0,1 0 0 0 0,0 0 0 0 0,2 7 1 0 0,-3-11-108 0 0,1 1-1 0 0,-1-1 1 0 0,1 1 0 0 0,0 0 0 0 0,0-1 0 0 0,-1 1-1 0 0,1-1 1 0 0,0 0 0 0 0,0 1 0 0 0,0-1 0 0 0,0 0-1 0 0,1 0 1 0 0,-1 1 0 0 0,0-1 0 0 0,0 0 0 0 0,1 0-1 0 0,-1 0 1 0 0,1-1 0 0 0,-1 1 0 0 0,1 0 0 0 0,-1 0-1 0 0,1-1 1 0 0,2 1 0 0 0,-1 0-97 0 0,-1-1 0 0 0,1 0-1 0 0,0-1 1 0 0,0 1 0 0 0,-1 0 0 0 0,1-1 0 0 0,0 1-1 0 0,0-1 1 0 0,-1 0 0 0 0,1 0 0 0 0,-1 0-1 0 0,6-3 1 0 0,-1-1-161 0 0,1 0 0 0 0,-1 0 0 0 0,0-1 0 0 0,0 0 0 0 0,0 0 0 0 0,-1-1 0 0 0,9-12 0 0 0,10-31 2 0 0,-20 39 596 0 0,0 0 1 0 0,0 1-1 0 0,10-15 0 0 0,-14 24-240 0 0,-1 1-1 0 0,0-1 1 0 0,1 0-1 0 0,-1 1 1 0 0,1-1-1 0 0,-1 1 1 0 0,1-1-1 0 0,-1 1 1 0 0,1-1-1 0 0,0 1 1 0 0,-1-1-1 0 0,1 1 1 0 0,-1 0-1 0 0,1-1 1 0 0,0 1-1 0 0,-1 0 1 0 0,1 0-1 0 0,0-1 1 0 0,0 1-1 0 0,-1 0 1 0 0,1 0 0 0 0,0 0-1 0 0,0 0 1 0 0,-1 0-1 0 0,1 0 1 0 0,0 0-1 0 0,-1 0 1 0 0,1 0-1 0 0,0 0 1 0 0,0 0-1 0 0,-1 1 1 0 0,1-1-1 0 0,0 0 1 0 0,-1 0-1 0 0,1 1 1 0 0,0-1-1 0 0,-1 0 1 0 0,1 1-1 0 0,0-1 1 0 0,-1 1-1 0 0,1-1 1 0 0,-1 1-1 0 0,1-1 1 0 0,-1 1-1 0 0,1-1 1 0 0,-1 1-1 0 0,0 0 1 0 0,1-1 0 0 0,-1 1-1 0 0,1-1 1 0 0,-1 1-1 0 0,0 0 1 0 0,0 0-1 0 0,1 1 1 0 0,17 44 893 0 0,-16-40-902 0 0,1 2-428 0 0,1 0 0 0 0,-1 0 0 0 0,1-1 0 0 0,0 1 0 0 0,7 8 1 0 0</inkml:trace>
</inkml:ink>
</file>

<file path=ppt/ink/ink2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05.525"/>
    </inkml:context>
    <inkml:brush xml:id="br0">
      <inkml:brushProperty name="width" value="0.1" units="cm"/>
      <inkml:brushProperty name="height" value="0.1" units="cm"/>
      <inkml:brushProperty name="color" value="#004F8B"/>
    </inkml:brush>
  </inkml:definitions>
  <inkml:trace contextRef="#ctx0" brushRef="#br0">1 5 4145 0 0,'0'0'45'0'0,"0"0"1"0"0,0-1-1 0 0,0 1 1 0 0,0 0-1 0 0,0 0 0 0 0,0-1 1 0 0,0 1-1 0 0,0 0 1 0 0,0 0-1 0 0,0-1 0 0 0,0 1 1 0 0,1 0-1 0 0,-1 0 1 0 0,0 0-1 0 0,0-1 1 0 0,0 1-1 0 0,0 0 0 0 0,0 0 1 0 0,1 0-1 0 0,-1-1 1 0 0,0 1-1 0 0,17 7 7498 0 0,-12 1-7181 0 0,0 0 1 0 0,-1 0-1 0 0,-1 0 1 0 0,1 1-1 0 0,-1 0 1 0 0,-1 0-1 0 0,0 0 1 0 0,0 0-1 0 0,1 10 1 0 0,-1-4-191 0 0,1 1 0 0 0,9 25 0 0 0,-11-39-176 0 0,0 0 1 0 0,-1 1-1 0 0,1-2 1 0 0,0 1-1 0 0,0 0 1 0 0,0 0-1 0 0,0 0 0 0 0,1 0 1 0 0,-1-1-1 0 0,0 1 1 0 0,1 0-1 0 0,-1-1 1 0 0,1 1-1 0 0,0-1 1 0 0,-1 0-1 0 0,1 1 1 0 0,0-1-1 0 0,2 1 1 0 0,-3-2-6 0 0,1 0 0 0 0,-1 0 0 0 0,1 0 0 0 0,-1 0 0 0 0,0 0 0 0 0,1 0 0 0 0,-1 0 0 0 0,1 0 0 0 0,-1-1 0 0 0,0 1 0 0 0,1 0 0 0 0,-1-1 0 0 0,0 1 0 0 0,1-1 0 0 0,-1 0 0 0 0,0 1 0 0 0,0-1 0 0 0,0 0 0 0 0,0 0 0 0 0,2-1 0 0 0,6-8-71 0 0,-1 1 0 0 0,0-1-1 0 0,0 0 1 0 0,11-21 0 0 0,-9 14 32 0 0,-4 8 60 0 0,0 0 0 0 0,1 0 0 0 0,0 1-1 0 0,0 0 1 0 0,0 0 0 0 0,11-8 0 0 0,-16 14 78 0 0,1 1 0 0 0,-1-1 1 0 0,1 1-1 0 0,-1 0 0 0 0,1 0 0 0 0,0 0 1 0 0,-1 0-1 0 0,1 0 0 0 0,0 0 1 0 0,0 1-1 0 0,0-1 0 0 0,0 1 0 0 0,-1 0 1 0 0,1 0-1 0 0,0 0 0 0 0,0 0 1 0 0,0 1-1 0 0,0-1 0 0 0,-1 1 0 0 0,1-1 1 0 0,0 1-1 0 0,0 0 0 0 0,-1 0 1 0 0,1 0-1 0 0,-1 1 0 0 0,1-1 0 0 0,-1 1 1 0 0,3 1-1 0 0,13 11 213 0 0,-1 0-1 0 0,-1 0 1 0 0,23 28 0 0 0,-13-14-3014 0 0,-11-13-3651 0 0</inkml:trace>
</inkml:ink>
</file>

<file path=ppt/ink/ink2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06.427"/>
    </inkml:context>
    <inkml:brush xml:id="br0">
      <inkml:brushProperty name="width" value="0.1" units="cm"/>
      <inkml:brushProperty name="height" value="0.1" units="cm"/>
      <inkml:brushProperty name="color" value="#004F8B"/>
    </inkml:brush>
  </inkml:definitions>
  <inkml:trace contextRef="#ctx0" brushRef="#br0">0 5 8754 0 0,'10'-4'5904'0'0,"-8"10"-4948"0"0,48 277 4571 0 0,-12-53-5231 0 0,-32-203-640 0 0,11 59-510 0 0,-12-29-4383 0 0</inkml:trace>
</inkml:ink>
</file>

<file path=ppt/ink/ink2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06.682"/>
    </inkml:context>
    <inkml:brush xml:id="br0">
      <inkml:brushProperty name="width" value="0.1" units="cm"/>
      <inkml:brushProperty name="height" value="0.1" units="cm"/>
      <inkml:brushProperty name="color" value="#004F8B"/>
    </inkml:brush>
  </inkml:definitions>
  <inkml:trace contextRef="#ctx0" brushRef="#br0">1 97 1376 0 0,'3'-5'272'0'0,"0"1"0"0"0,0 0 0 0 0,0 0 0 0 0,1 0 0 0 0,0 1 0 0 0,0-1 0 0 0,0 1 0 0 0,0 0 0 0 0,0 0 0 0 0,1 0 0 0 0,-1 0 0 0 0,7-2 0 0 0,2-2 104 0 0,-3 1 308 0 0,1 0 0 0 0,1 1 0 0 0,-1 0 1 0 0,1 0-1 0 0,0 2 0 0 0,0-1 0 0 0,21-2 1 0 0,-29 6-468 0 0,-1-1 0 0 0,1 1 0 0 0,-1-1 0 0 0,1 1 0 0 0,-1 0 0 0 0,1 0 1 0 0,0 1-1 0 0,-1-1 0 0 0,1 1 0 0 0,-1 0 0 0 0,1 0 0 0 0,-1 0 1 0 0,0 0-1 0 0,1 0 0 0 0,-1 1 0 0 0,0 0 0 0 0,0 0 0 0 0,0-1 0 0 0,0 2 1 0 0,0-1-1 0 0,-1 0 0 0 0,1 1 0 0 0,-1-1 0 0 0,1 1 0 0 0,-1-1 1 0 0,0 1-1 0 0,0 0 0 0 0,0 0 0 0 0,0 0 0 0 0,0 1 0 0 0,1 4 0 0 0,-2-3-122 0 0,0 1-1 0 0,-1-1 0 0 0,1 1 0 0 0,-1-1 0 0 0,0 1 0 0 0,-1-1 0 0 0,0 1 1 0 0,1-1-1 0 0,-2 1 0 0 0,1-1 0 0 0,-1 1 0 0 0,1-1 0 0 0,-1 0 0 0 0,-1 0 1 0 0,1 0-1 0 0,-1 0 0 0 0,0 0 0 0 0,-5 6 0 0 0,-3 3 50 0 0,0 0 1 0 0,0 0-1 0 0,-1-1 0 0 0,-22 17 0 0 0,18-17-197 0 0,-2-1 0 0 0,1 0 0 0 0,-2-1-1 0 0,-27 12 1 0 0,-9-5-6247 0 0</inkml:trace>
</inkml:ink>
</file>

<file path=ppt/ink/ink2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06.998"/>
    </inkml:context>
    <inkml:brush xml:id="br0">
      <inkml:brushProperty name="width" value="0.1" units="cm"/>
      <inkml:brushProperty name="height" value="0.1" units="cm"/>
      <inkml:brushProperty name="color" value="#004F8B"/>
    </inkml:brush>
  </inkml:definitions>
  <inkml:trace contextRef="#ctx0" brushRef="#br0">15 1 5529 0 0,'-14'0'11967'0'0,"20"29"-8352"0"0,-5-22-3947 0 0,10 57 907 0 0,-3 0-1 0 0,0 112 1 0 0,-4-34-2402 0 0,-3-139 1848 0 0,-1 11-2383 0 0,-13-11-2434 0 0</inkml:trace>
</inkml:ink>
</file>

<file path=ppt/ink/ink2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07.235"/>
    </inkml:context>
    <inkml:brush xml:id="br0">
      <inkml:brushProperty name="width" value="0.1" units="cm"/>
      <inkml:brushProperty name="height" value="0.1" units="cm"/>
      <inkml:brushProperty name="color" value="#004F8B"/>
    </inkml:brush>
  </inkml:definitions>
  <inkml:trace contextRef="#ctx0" brushRef="#br0">0 73 4609 0 0,'4'-5'237'0'0,"0"0"1"0"0,0 1 0 0 0,0-1-1 0 0,1 1 1 0 0,-1 0-1 0 0,1 1 1 0 0,0-1-1 0 0,0 1 1 0 0,1 0-1 0 0,5-2 1 0 0,0-1 597 0 0,1 1 1 0 0,-1 1-1 0 0,24-6 1 0 0,-30 9-479 0 0,1 1 1 0 0,-1-1 0 0 0,1 1 0 0 0,-1 0-1 0 0,1 0 1 0 0,0 1 0 0 0,-1-1 0 0 0,1 1-1 0 0,-1 0 1 0 0,1 1 0 0 0,-1-1 0 0 0,0 1-1 0 0,0 0 1 0 0,0 1 0 0 0,0-1 0 0 0,6 5-1 0 0,-8-5-268 0 0,0 0-1 0 0,-1 0 0 0 0,1 1 0 0 0,-1-1 0 0 0,0 1 1 0 0,1-1-1 0 0,-1 1 0 0 0,-1 0 0 0 0,1 0 0 0 0,0 0 1 0 0,-1 0-1 0 0,1 0 0 0 0,-1 0 0 0 0,0 0 0 0 0,0 1 0 0 0,0-1 1 0 0,-1 0-1 0 0,1 1 0 0 0,-1-1 0 0 0,1 0 0 0 0,-1 1 1 0 0,0-1-1 0 0,-1 0 0 0 0,1 1 0 0 0,0-1 0 0 0,-1 1 1 0 0,-2 4-1 0 0,-1 5-9 0 0,-1 0 0 0 0,-1 0 0 0 0,-1 0 0 0 0,0-1 0 0 0,0 0 0 0 0,-1-1 0 0 0,0 0 0 0 0,-20 20 0 0 0,10-13 74 0 0,-1-1-1 0 0,-1 0 1 0 0,-43 26-1 0 0,40-34-540 0 0,15-8-160 0 0</inkml:trace>
</inkml:ink>
</file>

<file path=ppt/ink/ink2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08.249"/>
    </inkml:context>
    <inkml:brush xml:id="br0">
      <inkml:brushProperty name="width" value="0.1" units="cm"/>
      <inkml:brushProperty name="height" value="0.1" units="cm"/>
      <inkml:brushProperty name="color" value="#004F8B"/>
    </inkml:brush>
  </inkml:definitions>
  <inkml:trace contextRef="#ctx0" brushRef="#br0">125 59 8090 0 0,'6'-30'1006'0'0,"-6"29"-787"0"0,1-1-1 0 0,-1 1 1 0 0,0-1 0 0 0,0 1-1 0 0,0-1 1 0 0,0 1-1 0 0,0-1 1 0 0,0 0 0 0 0,-1 1-1 0 0,1-1 1 0 0,0 1-1 0 0,-1-1 1 0 0,1 1-1 0 0,-1-1 1 0 0,1 1 0 0 0,-1 0-1 0 0,-1-2 1 0 0,2 3-161 0 0,-1 0 0 0 0,0-1 1 0 0,1 1-1 0 0,-1 0 0 0 0,0 0 1 0 0,0 0-1 0 0,1 0 0 0 0,-1 0 1 0 0,0 0-1 0 0,1 1 0 0 0,-1-1 1 0 0,0 0-1 0 0,0 0 0 0 0,1 0 1 0 0,-1 1-1 0 0,1-1 0 0 0,-1 0 1 0 0,0 1-1 0 0,1-1 0 0 0,-1 0 0 0 0,0 1 1 0 0,1-1-1 0 0,-1 1 0 0 0,1-1 1 0 0,-1 1-1 0 0,1-1 0 0 0,0 1 1 0 0,-1 0-1 0 0,0 0 0 0 0,-15 20 705 0 0,15-20-637 0 0,-9 16 218 0 0,0 0 1 0 0,1 1-1 0 0,1 0 1 0 0,1 0-1 0 0,-9 35 1 0 0,6-9-174 0 0,-6 64 1 0 0,14-86-228 0 0,1 0 1 0 0,1 1 0 0 0,1-1 0 0 0,0 0-1 0 0,8 34 1 0 0,-7-47-33 0 0,1 1 0 0 0,0 0-1 0 0,0-1 1 0 0,1 1 0 0 0,0-1-1 0 0,1 0 1 0 0,0 0 0 0 0,0-1-1 0 0,1 0 1 0 0,0 0 0 0 0,1 0-1 0 0,-1 0 1 0 0,2-1 0 0 0,10 9-1 0 0,-17-15 89 0 0,0-1-1 0 0,0 1 1 0 0,0 0-1 0 0,0 0 1 0 0,0 0-1 0 0,0 0 1 0 0,1-1-1 0 0,-1 1 1 0 0,0-1 0 0 0,1 1-1 0 0,-1-1 1 0 0,0 1-1 0 0,1-1 1 0 0,-1 0-1 0 0,0 0 1 0 0,1 1-1 0 0,-1-1 1 0 0,1 0-1 0 0,-1 0 1 0 0,1-1-1 0 0,-1 1 1 0 0,3-1 0 0 0,-3 1 13 0 0,0-1 1 0 0,0 0-1 0 0,0 0 1 0 0,0 0-1 0 0,0 0 1 0 0,0 0-1 0 0,0 0 1 0 0,-1 0-1 0 0,1 0 1 0 0,0-1-1 0 0,0 1 1 0 0,-1 0-1 0 0,1 0 1 0 0,-1-1-1 0 0,1 1 1 0 0,-1 0-1 0 0,0-1 1 0 0,1-1-1 0 0,0-6 4 0 0,0 1 0 0 0,-1-1 0 0 0,0 0 0 0 0,0 1 0 0 0,-3-17 0 0 0,-9-27-64 0 0,5 27 548 0 0,-6-43-1 0 0,13 61-412 0 0,-1 1 0 0 0,1-1 0 0 0,0 0-1 0 0,0 1 1 0 0,1-1 0 0 0,0 1 0 0 0,0 0 0 0 0,1-1 0 0 0,-1 1 0 0 0,1 0 0 0 0,5-10 0 0 0,-5 13-61 0 0,0 0 1 0 0,-1 1 0 0 0,1-1 0 0 0,1 1-1 0 0,-1-1 1 0 0,0 1 0 0 0,1 0 0 0 0,-1 0 0 0 0,1 0-1 0 0,-1 0 1 0 0,1 0 0 0 0,0 1 0 0 0,0-1-1 0 0,0 1 1 0 0,0 0 0 0 0,0 0 0 0 0,0 0-1 0 0,0 0 1 0 0,0 0 0 0 0,0 1 0 0 0,1-1-1 0 0,-1 1 1 0 0,0 0 0 0 0,0 0 0 0 0,1 0-1 0 0,4 2 1 0 0,-3-2-14 0 0,-1 1 0 0 0,0 0 0 0 0,0 0-1 0 0,0 0 1 0 0,0 1 0 0 0,0-1 0 0 0,0 1 0 0 0,-1 0-1 0 0,1 0 1 0 0,0 1 0 0 0,-1-1 0 0 0,0 1 0 0 0,0 0-1 0 0,1-1 1 0 0,-1 2 0 0 0,-1-1 0 0 0,1 0 0 0 0,0 0-1 0 0,3 7 1 0 0,2 12-28 0 0,0 1 0 0 0,-2-1-1 0 0,0 1 1 0 0,-2 0 0 0 0,3 39 0 0 0,6 28-404 0 0,-13-90 351 0 0,0 0 0 0 0,0 1-1 0 0,0-1 1 0 0,0 0-1 0 0,0 0 1 0 0,1 0-1 0 0,-1 1 1 0 0,0-1 0 0 0,0 0-1 0 0,0 0 1 0 0,0 0-1 0 0,0 0 1 0 0,1 1-1 0 0,-1-1 1 0 0,0 0 0 0 0,0 0-1 0 0,0 0 1 0 0,1 0-1 0 0,-1 0 1 0 0,0 0-1 0 0,0 0 1 0 0,0 1 0 0 0,1-1-1 0 0,-1 0 1 0 0,0 0-1 0 0,0 0 1 0 0,0 0-1 0 0,1 0 1 0 0,-1 0 0 0 0,0 0-1 0 0,0 0 1 0 0,1 0-1 0 0,-1 0 1 0 0,0 0-1 0 0,0-1 1 0 0,0 1 0 0 0,1 0-1 0 0,-1 0 1 0 0,0 0-1 0 0,0 0 1 0 0,0 0-1 0 0,1 0 1 0 0,-1 0 0 0 0,0 0-1 0 0,0-1 1 0 0,0 1-1 0 0,0 0 1 0 0,1 0-1 0 0,-1 0 1 0 0,0 0 0 0 0,0-1-1 0 0,0 1 1 0 0,0 0-1 0 0,0 0 1 0 0,0 0-1 0 0,1-1 1 0 0</inkml:trace>
</inkml:ink>
</file>

<file path=ppt/ink/ink2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08.392"/>
    </inkml:context>
    <inkml:brush xml:id="br0">
      <inkml:brushProperty name="width" value="0.1" units="cm"/>
      <inkml:brushProperty name="height" value="0.1" units="cm"/>
      <inkml:brushProperty name="color" value="#004F8B"/>
    </inkml:brush>
  </inkml:definitions>
  <inkml:trace contextRef="#ctx0" brushRef="#br0">2 0 5529 0 0,'2'3'488'0'0,"-2"0"-392"0"0,2-1-96 0 0,-1 4 1249 0 0,-1-4-553 0 0,-1 1 0 0 0,1 3-352 0 0,-3 0-72 0 0,2 3-16 0 0,-1-1 0 0 0,2 0-184 0 0,0-4-72 0 0</inkml:trace>
</inkml:ink>
</file>

<file path=ppt/ink/ink2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21.852"/>
    </inkml:context>
    <inkml:brush xml:id="br0">
      <inkml:brushProperty name="width" value="0.1" units="cm"/>
      <inkml:brushProperty name="height" value="0.1" units="cm"/>
      <inkml:brushProperty name="color" value="#E71224"/>
    </inkml:brush>
  </inkml:definitions>
  <inkml:trace contextRef="#ctx0" brushRef="#br0">129 2782 3225 0 0,'-2'-4'354'0'0,"1"1"0"0"0,0 0 0 0 0,-1-1 0 0 0,1 1 0 0 0,0-1 0 0 0,1 0 0 0 0,-1-3 0 0 0,-16-160 3628 0 0,-22-128 334 0 0,21 210-3509 0 0,4 26 243 0 0,2 0 0 0 0,3-1 1 0 0,-2-67-1 0 0,11 126-899 0 0,6 27 379 0 0,78 337-1574 0 0,0 1 112 0 0,-78-330 763 0 0,1 0-883 0 0,10 34 0 0 0,-18-73 955 0 0,0 0 0 0 0,1 0 1 0 0,0 0-1 0 0,0 0 0 0 0,0-1 0 0 0,2-8 0 0 0,1-12 305 0 0,-38-797 3798 0 0,29 738-3685 0 0,4 45-228 0 0,-5-99 447 0 0,8 116-333 0 0,0 0 1 0 0,1 0 0 0 0,10-43-1 0 0,-12 65-190 0 0,0 0 0 0 0,1 0 0 0 0,-1-1 0 0 0,0 1 0 0 0,1 0 0 0 0,-1 0 0 0 0,1-1 0 0 0,-1 1 0 0 0,1 0-1 0 0,-1 0 1 0 0,1 0 0 0 0,0 0 0 0 0,0 0 0 0 0,0 0 0 0 0,-1 0 0 0 0,1 0 0 0 0,1-1 0 0 0,-1 2-4 0 0,-1 0 1 0 0,1 0-1 0 0,-1 0 1 0 0,1 1-1 0 0,-1-1 0 0 0,1 0 1 0 0,-1 0-1 0 0,1 1 1 0 0,-1-1-1 0 0,1 0 1 0 0,-1 0-1 0 0,0 1 1 0 0,1-1-1 0 0,-1 1 0 0 0,0-1 1 0 0,1 0-1 0 0,-1 1 1 0 0,0-1-1 0 0,1 1 1 0 0,-1-1-1 0 0,0 1 0 0 0,0-1 1 0 0,1 0-1 0 0,-1 1 1 0 0,0-1-1 0 0,0 1 1 0 0,0 0-1 0 0,13 47 121 0 0,43 415-1449 0 0,17 89-2298 0 0,-68-529 3335 0 0,-4-14 33 0 0,1 1 0 0 0,0-1 0 0 0,1 1 0 0 0,0-1 1 0 0,0 0-1 0 0,6 11 0 0 0,-4-42-1329 0 0,1-111 1842 0 0,-16-191 0 0 0,-17-8-32 0 0,-8-202 1098 0 0,38 368-348 0 0,0 136-459 0 0,1 0 0 0 0,1 1-1 0 0,17-44 1775 0 0,-22 72-2261 0 0,2 22 593 0 0,-1 46-959 0 0,0-33 446 0 0,72 643-2711 0 0,-62-600 1622 0 0,-6-29-466 0 0,3-1 1 0 0,19 66-1 0 0,-23-104 1036 0 0,-1-9 125 0 0,0-20 18 0 0,-2-33 284 0 0,-2 52-27 0 0,-11-370 954 0 0,1-368 2670 0 0,13 654-2938 0 0,-2 39-201 0 0,1 1 0 0 0,2 0 0 0 0,19-88 0 0 0,-22 132-456 0 0,0-1-1 0 0,1 1 1 0 0,-1-1 0 0 0,0 1 0 0 0,1-1 0 0 0,0 1 0 0 0,-1-1 0 0 0,1 1-1 0 0,0 0 1 0 0,-1-1 0 0 0,1 1 0 0 0,0 0 0 0 0,0 0 0 0 0,0 0-1 0 0,2-2 1 0 0,-3 3-10 0 0,1 0 0 0 0,-1 0 0 0 0,1 0-1 0 0,-1 1 1 0 0,1-1 0 0 0,-1 0 0 0 0,0 0 0 0 0,1 0-1 0 0,-1 1 1 0 0,1-1 0 0 0,-1 0 0 0 0,0 0-1 0 0,1 1 1 0 0,-1-1 0 0 0,0 0 0 0 0,1 1 0 0 0,-1-1-1 0 0,0 0 1 0 0,1 1 0 0 0,-1-1 0 0 0,0 1-1 0 0,0-1 1 0 0,1 0 0 0 0,-1 1 0 0 0,0-1 0 0 0,0 1-1 0 0,0-1 1 0 0,0 1 0 0 0,0-1 0 0 0,1 1-1 0 0,10 50 366 0 0,9 253-279 0 0,6 38-1403 0 0,-24-325 1043 0 0,-2-10 128 0 0,1-1-1 0 0,0 1 1 0 0,0-1-1 0 0,0 0 1 0 0,1 1-1 0 0,0-1 1 0 0,0 0 0 0 0,0 0-1 0 0,1 0 1 0 0,0 0-1 0 0,4 5 1 0 0,-6-10 115 0 0,-1-1 0 0 0,0 0 0 0 0,1 0 0 0 0,-1 0 0 0 0,0 0 0 0 0,1 0 0 0 0,-1 0 0 0 0,0 0 0 0 0,1 0 0 0 0,-1 0 0 0 0,0 0-1 0 0,1 0 1 0 0,-1 0 0 0 0,1 0 0 0 0,-1 0 0 0 0,0 0 0 0 0,1 0 0 0 0,-1 0 0 0 0,0 0 0 0 0,1 0 0 0 0,-1-1 0 0 0,0 1 0 0 0,1 0 0 0 0,-1 0 0 0 0,0 0 0 0 0,1-1 0 0 0,-1 1 0 0 0,0 0 0 0 0,0 0 0 0 0,1-1 0 0 0,-1 1 0 0 0,0 0 0 0 0,0-1 0 0 0,0 1 0 0 0,1 0 0 0 0,-1-1 0 0 0,0 1 0 0 0,0 0 0 0 0,0-1 0 0 0,0 1 0 0 0,0 0 0 0 0,0-1 0 0 0,0 0 0 0 0,7-16-162 0 0,-2-10 51 0 0,-2 0 1 0 0,0 0-1 0 0,-4-52 0 0 0,1 20 235 0 0,1-81 321 0 0,8-216 191 0 0,-2 263-234 0 0,34-166 0 0 0,-39 248-316 0 0,15-50 192 0 0,-16 56-188 0 0,1 1 1 0 0,0-1-1 0 0,0 0 1 0 0,1 1-1 0 0,-1 0 1 0 0,1-1-1 0 0,0 1 1 0 0,0 0-1 0 0,7-6 1 0 0,-9 10-61 0 0,-1-1 0 0 0,1 1 1 0 0,0 0-1 0 0,0-1 0 0 0,-1 1 1 0 0,1 0-1 0 0,0 0 0 0 0,0 0 1 0 0,-1-1-1 0 0,1 1 0 0 0,0 0 1 0 0,0 0-1 0 0,0 0 1 0 0,-1 0-1 0 0,1 0 0 0 0,0 0 1 0 0,0 1-1 0 0,0-1 0 0 0,-1 0 1 0 0,1 0-1 0 0,0 1 0 0 0,0-1 1 0 0,-1 0-1 0 0,1 1 0 0 0,0-1 1 0 0,-1 0-1 0 0,1 1 1 0 0,0-1-1 0 0,-1 1 0 0 0,1-1 1 0 0,-1 1-1 0 0,1 0 0 0 0,-1-1 1 0 0,1 1-1 0 0,-1-1 0 0 0,1 1 1 0 0,-1 0-1 0 0,0-1 0 0 0,1 1 1 0 0,-1 0-1 0 0,0 0 0 0 0,1 0 1 0 0,15 36 186 0 0,-5 1-168 0 0,-2 0-1 0 0,-1 0 0 0 0,4 63 0 0 0,-7 123-122 0 0,-4-95 9 0 0,5 37-118 0 0,-3 332-3340 0 0,-5-478 3397 0 0,1-11 40 0 0,0-1 0 0 0,1 1 0 0 0,-1-1 1 0 0,2 1-1 0 0,-1 0 0 0 0,3 11 0 0 0,12-63-1789 0 0,32-315 2275 0 0,-40 289-136 0 0,0-34 177 0 0,-5 54 46 0 0,2-1 0 0 0,3 0 1 0 0,22-87-1 0 0,-29 135-429 0 0,0 1 1 0 0,1 0-1 0 0,-1-1 0 0 0,1 1 1 0 0,-1 0-1 0 0,1-1 0 0 0,-1 1 1 0 0,1 0-1 0 0,0 0 1 0 0,-1-1-1 0 0,1 1 0 0 0,0 0 1 0 0,0 0-1 0 0,0 0 1 0 0,0 0-1 0 0,0 0 0 0 0,2-1 1 0 0,-3 2-18 0 0,1 0 1 0 0,-1 0-1 0 0,1 1 1 0 0,0-1-1 0 0,-1 0 0 0 0,1 0 1 0 0,-1 1-1 0 0,1-1 1 0 0,-1 0-1 0 0,0 0 0 0 0,1 1 1 0 0,-1-1-1 0 0,1 1 1 0 0,-1-1-1 0 0,1 0 1 0 0,-1 1-1 0 0,0-1 0 0 0,1 1 1 0 0,-1-1-1 0 0,0 1 1 0 0,0-1-1 0 0,1 1 1 0 0,-1-1-1 0 0,0 1 0 0 0,0-1 1 0 0,0 1-1 0 0,1 0 1 0 0,1 8 114 0 0,1 0 1 0 0,-1 0-1 0 0,1 16 1 0 0,2 92 25 0 0,-15 166 0 0 0,1 68-540 0 0,21-148 239 0 0,-11-196-1002 0 0,6-29-784 0 0,1-28 1364 0 0,5-92 529 0 0,-10 82 528 0 0,3 0-1 0 0,3 0 0 0 0,26-94 0 0 0,-26 134 427 0 0,-9 20-914 0 0,0 0 0 0 0,1 0 0 0 0,-1 0 0 0 0,0 0 0 0 0,0 0 0 0 0,0 0 0 0 0,1 0 0 0 0,-1 0 0 0 0,0 0 0 0 0,0 0 1 0 0,0 0-1 0 0,0 0 0 0 0,1 0 0 0 0,-1 0 0 0 0,0 0 0 0 0,0 0 0 0 0,0 0 0 0 0,0 1 0 0 0,1-1 0 0 0,-1 0 0 0 0,0 0 1 0 0,0 0-1 0 0,0 0 0 0 0,0 0 0 0 0,0 0 0 0 0,1 1 0 0 0,-1-1 0 0 0,0 0 0 0 0,0 0 0 0 0,0 0 0 0 0,0 0 0 0 0,0 0 1 0 0,0 1-1 0 0,0-1 0 0 0,0 0 0 0 0,0 0 0 0 0,0 0 0 0 0,0 1 0 0 0,0-1 0 0 0,1 0 0 0 0,-1 0 0 0 0,0 0 0 0 0,0 0 1 0 0,-1 1-1 0 0,1-1 0 0 0,0 0 0 0 0,0 0 0 0 0,0 1 0 0 0,3 43 880 0 0,-2-29-1015 0 0,4 252 270 0 0,7 92-711 0 0,-11-353 508 0 0,-1 1 0 0 0,1-1 0 0 0,0 1 0 0 0,0-1 0 0 0,1 0 0 0 0,0 1 0 0 0,0-1 0 0 0,0 0 0 0 0,1 0 0 0 0,0 0 0 0 0,0-1 0 0 0,1 1 0 0 0,5 7-1 0 0,-8-12 18 0 0,0-1 0 0 0,0 0-1 0 0,-1 1 1 0 0,1-1 0 0 0,0 0-1 0 0,0 0 1 0 0,0 1-1 0 0,0-1 1 0 0,-1 0 0 0 0,1 0-1 0 0,0 0 1 0 0,0 0 0 0 0,0 0-1 0 0,0 0 1 0 0,0-1-1 0 0,0 1 1 0 0,-1 0 0 0 0,1 0-1 0 0,0 0 1 0 0,0-1 0 0 0,0 1-1 0 0,-1-1 1 0 0,1 1-1 0 0,0 0 1 0 0,0-1 0 0 0,-1 1-1 0 0,1-1 1 0 0,0 0 0 0 0,-1 1-1 0 0,1-1 1 0 0,-1 1-1 0 0,1-1 1 0 0,-1 0 0 0 0,1 0-1 0 0,-1 1 1 0 0,1-1 0 0 0,-1 0-1 0 0,1 0 1 0 0,-1 0 0 0 0,18-33-885 0 0,-7 1 463 0 0,-1 0 1 0 0,10-62-1 0 0,-17 70 563 0 0,2 0 0 0 0,0 1 0 0 0,2 0 0 0 0,0 0 0 0 0,2 0 0 0 0,1 1 0 0 0,13-24 0 0 0,-22 46-58 0 0,0-1 0 0 0,-1 1 0 0 0,1 0 0 0 0,0-1 0 0 0,0 1 0 0 0,0 0 0 0 0,0 0 0 0 0,0 0 0 0 0,0 0 0 0 0,0 0 0 0 0,0 0 0 0 0,1 0 0 0 0,-1 0 0 0 0,0 0 0 0 0,0 0-1 0 0,1 1 1 0 0,-1-1 0 0 0,1 0 0 0 0,-1 1 0 0 0,2-1 0 0 0,-2 1 3 0 0,0 1 0 0 0,0-1-1 0 0,0 0 1 0 0,0 1 0 0 0,-1-1-1 0 0,1 1 1 0 0,0-1 0 0 0,0 1-1 0 0,0-1 1 0 0,-1 1 0 0 0,1-1-1 0 0,0 1 1 0 0,-1 0 0 0 0,1-1 0 0 0,0 1-1 0 0,-1 0 1 0 0,1 0 0 0 0,-1 0-1 0 0,1-1 1 0 0,-1 1 0 0 0,0 0-1 0 0,1 2 1 0 0,3 6 197 0 0,-2 1 0 0 0,1-1 1 0 0,-1 1-1 0 0,1 15 0 0 0,4 132 461 0 0,-7-99-785 0 0,3 1-1 0 0,20 106 0 0 0,-22-159 4 0 0,1-1 1 0 0,0 0-1 0 0,0 1 1 0 0,0-1-1 0 0,0 0 0 0 0,5 8 1 0 0,-6-13 32 0 0,-1 1 1 0 0,0-1-1 0 0,1 0 0 0 0,-1 1 1 0 0,0-1-1 0 0,0 1 0 0 0,1-1 1 0 0,-1 0-1 0 0,1 0 1 0 0,-1 1-1 0 0,0-1 0 0 0,1 0 1 0 0,-1 0-1 0 0,1 1 0 0 0,-1-1 1 0 0,1 0-1 0 0,-1 0 1 0 0,0 0-1 0 0,1 0 0 0 0,-1 0 1 0 0,1 0-1 0 0,-1 1 0 0 0,1-1 1 0 0,-1 0-1 0 0,1 0 1 0 0,-1 0-1 0 0,1-1 0 0 0,-1 1 1 0 0,1 0-1 0 0,0 0 0 0 0,0-1-77 0 0,0 0 0 0 0,1 0 0 0 0,-1-1 0 0 0,0 1 0 0 0,0 0 0 0 0,0-1-1 0 0,0 1 1 0 0,0 0 0 0 0,0-1 0 0 0,-1 0 0 0 0,1 1 0 0 0,0-1-1 0 0,0-3 1 0 0,9-26-956 0 0,8-48-1 0 0,-14 57 1105 0 0,1 0 1 0 0,0 1-1 0 0,2-1 0 0 0,0 1 1 0 0,15-29-1 0 0,-22 50 21 0 0,0-1-1 0 0,1 1 0 0 0,-1-1 1 0 0,0 0-1 0 0,1 1 0 0 0,-1-1 1 0 0,0 1-1 0 0,1-1 0 0 0,-1 1 1 0 0,0-1-1 0 0,1 1 0 0 0,-1-1 1 0 0,1 1-1 0 0,-1-1 0 0 0,1 1 1 0 0,-1 0-1 0 0,1-1 0 0 0,-1 1 1 0 0,1 0-1 0 0,-1-1 0 0 0,1 1 1 0 0,0 0-1 0 0,-1 0 0 0 0,1 0 1 0 0,-1-1-1 0 0,1 1 0 0 0,0 0 1 0 0,-1 0-1 0 0,1 0 0 0 0,0 0 1 0 0,-1 0-1 0 0,2 0 0 0 0,-1 1 28 0 0,0 0 0 0 0,0 0 0 0 0,0 0 0 0 0,0 0 0 0 0,0 0 0 0 0,0 0-1 0 0,0 0 1 0 0,0 0 0 0 0,0 1 0 0 0,-1-1 0 0 0,1 0 0 0 0,0 0 0 0 0,0 3 0 0 0,16 55 960 0 0,-16-52-930 0 0,19 92 201 0 0,-5 1 1 0 0,-4 0-1 0 0,-2 130 0 0 0,5-648-2215 0 0,-12 375 2131 0 0,0 12 667 0 0,10-54 0 0 0,-12 85-869 0 0,0 0-1 0 0,0 0 1 0 0,0 1-1 0 0,0-1 1 0 0,0 0-1 0 0,0 0 1 0 0,0 0-1 0 0,0 0 1 0 0,0 0-1 0 0,0 0 1 0 0,0 0-1 0 0,0 0 1 0 0,0 0-1 0 0,0 0 1 0 0,0 0-1 0 0,0 0 1 0 0,1 1-1 0 0,-1-1 1 0 0,0 0-1 0 0,0 0 1 0 0,0 0-1 0 0,0 0 1 0 0,0 0 0 0 0,0 0-1 0 0,0 0 1 0 0,0 0-1 0 0,0 0 1 0 0,0 0-1 0 0,1 0 1 0 0,-1 0-1 0 0,0 0 1 0 0,0 0-1 0 0,0 0 1 0 0,0 0-1 0 0,0 0 1 0 0,0 0-1 0 0,0 0 1 0 0,0 0-1 0 0,0 0 1 0 0,1 0-1 0 0,-1 0 1 0 0,0 0-1 0 0,0 0 1 0 0,0-1-1 0 0,0 1 1 0 0,0 0-1 0 0,0 0 1 0 0,0 0-1 0 0,0 0 1 0 0,0 0 0 0 0,0 0-1 0 0,5 17 351 0 0,3 25-257 0 0,4 55 34 0 0,0 156 0 0 0,4 46-582 0 0,-16-297 414 0 0,1 6-60 0 0,0 0 0 0 0,0 1-1 0 0,1-1 1 0 0,0 0-1 0 0,0 1 1 0 0,1-1 0 0 0,0 0-1 0 0,8 14 1 0 0,-11-23 12 0 0,1 1-1 0 0,-1 0 1 0 0,1-1-1 0 0,-1 1 1 0 0,1-1-1 0 0,-1 1 1 0 0,1-1 0 0 0,-1 1-1 0 0,1-1 1 0 0,-1 1-1 0 0,0-1 1 0 0,0 0 0 0 0,1 1-1 0 0,-1-1 1 0 0,0 1-1 0 0,0-1 1 0 0,1 0 0 0 0,-1 1-1 0 0,0-1 1 0 0,0 0-1 0 0,0 1 1 0 0,0-1 0 0 0,0 0-1 0 0,0 1 1 0 0,0-2-1 0 0,4-24-694 0 0,7-153-183 0 0,2-10 1403 0 0,-8 149-222 0 0,1 0 0 0 0,20-64 0 0 0,-24 99-106 0 0,0 0 0 0 0,0 0 0 0 0,0-1 1 0 0,1 1-1 0 0,5-8 0 0 0,-8 13-93 0 0,1-1 0 0 0,-1 1 0 0 0,1-1 0 0 0,-1 1 1 0 0,1-1-1 0 0,-1 1 0 0 0,1-1 0 0 0,0 1 0 0 0,-1-1 1 0 0,1 1-1 0 0,0 0 0 0 0,-1-1 0 0 0,1 1 0 0 0,0 0 1 0 0,-1-1-1 0 0,1 1 0 0 0,0 0 0 0 0,-1 0 0 0 0,1 0 1 0 0,1 0-1 0 0,-1 0 4 0 0,0 0 0 0 0,0 1 0 0 0,0-1 1 0 0,0 1-1 0 0,0-1 0 0 0,0 1 0 0 0,0 0 1 0 0,0-1-1 0 0,0 1 0 0 0,0 0 0 0 0,-1 0 1 0 0,1-1-1 0 0,0 1 0 0 0,-1 0 0 0 0,1 0 0 0 0,0 0 1 0 0,-1 0-1 0 0,1 0 0 0 0,0 1 0 0 0,11 27 94 0 0,0 1-1 0 0,-2 1 0 0 0,-1-1 1 0 0,-1 1-1 0 0,5 53 0 0 0,-2-22-99 0 0,-1-19-235 0 0,2-1-1 0 0,34 76 1 0 0,-24-65-1244 0 0,-10-92-1112 0 0,2-49 1503 0 0,-11 60 1275 0 0,2-1 0 0 0,0 1-1 0 0,1 1 1 0 0,2-1 0 0 0,22-51-1 0 0,-30 79-199 0 0,0 0-1 0 0,0 0 0 0 0,0-1 0 0 0,0 1 1 0 0,1 0-1 0 0,-1-1 0 0 0,0 1 0 0 0,0 0 0 0 0,0 0 1 0 0,0-1-1 0 0,0 1 0 0 0,1 0 0 0 0,-1 0 1 0 0,0 0-1 0 0,0-1 0 0 0,1 1 0 0 0,-1 0 1 0 0,0 0-1 0 0,0 0 0 0 0,1-1 0 0 0,-1 1 1 0 0,0 0-1 0 0,0 0 0 0 0,1 0 0 0 0,-1 0 1 0 0,0 0-1 0 0,1 0 0 0 0,-1 0 0 0 0,0 0 1 0 0,0 0-1 0 0,1 0 0 0 0,-1 0 0 0 0,0 0 1 0 0,1 0-1 0 0,-1 0 0 0 0,0 0 0 0 0,1 0 1 0 0,-1 0-1 0 0,0 0 0 0 0,0 0 0 0 0,1 0 1 0 0,-1 0-1 0 0,1 1 0 0 0,9 14 466 0 0,5 30-205 0 0,-14-41-200 0 0,31 118-116 0 0,-17-58-89 0 0,38 98-1 0 0,-52-160 97 0 0,0 1 0 0 0,0-1 0 0 0,0 1-1 0 0,1-1 1 0 0,-1 0 0 0 0,1 1-1 0 0,0-1 1 0 0,2 3 0 0 0,-3-5 3 0 0,-1 1 1 0 0,1-1-1 0 0,-1 1 0 0 0,1-1 0 0 0,0 0 1 0 0,-1 0-1 0 0,1 1 0 0 0,-1-1 1 0 0,1 0-1 0 0,0 0 0 0 0,-1 1 1 0 0,1-1-1 0 0,-1 0 0 0 0,1 0 0 0 0,0 0 1 0 0,-1 0-1 0 0,1 0 0 0 0,0 0 1 0 0,-1 0-1 0 0,1 0 0 0 0,0 0 1 0 0,-1 0-1 0 0,2-1 0 0 0,1-1-47 0 0,-1 0 1 0 0,1 0-1 0 0,-1 0 0 0 0,0 0 0 0 0,1 0 0 0 0,-1-1 1 0 0,0 1-1 0 0,0-1 0 0 0,0 0 0 0 0,-1 1 1 0 0,1-1-1 0 0,1-6 0 0 0,22-43-763 0 0,-12 23 673 0 0,1 0 0 0 0,2 1 1 0 0,25-35-1 0 0,-40 61 241 0 0,0 0 0 0 0,1 1-1 0 0,-1-1 1 0 0,0 0-1 0 0,0 1 1 0 0,1-1 0 0 0,-1 1-1 0 0,1 0 1 0 0,0-1-1 0 0,-1 1 1 0 0,1 0 0 0 0,0 0-1 0 0,0 0 1 0 0,-1 0-1 0 0,1 0 1 0 0,0 1 0 0 0,0-1-1 0 0,0 0 1 0 0,0 1-1 0 0,0 0 1 0 0,0-1 0 0 0,0 1-1 0 0,3 0 1 0 0,-3 1-2 0 0,0 0 0 0 0,0 0 0 0 0,0 0-1 0 0,0 1 1 0 0,0-1 0 0 0,-1 1 0 0 0,1-1 0 0 0,0 1 0 0 0,-1-1 0 0 0,0 1 0 0 0,1 0 0 0 0,-1 0-1 0 0,0 0 1 0 0,0 0 0 0 0,0 0 0 0 0,0 0 0 0 0,0 0 0 0 0,0 0 0 0 0,-1 0 0 0 0,1 0 0 0 0,0 3-1 0 0,14 61 523 0 0,11 117 0 0 0,-14-89-638 0 0,16 55-2041 0 0,-19-247 725 0 0,-12-285 1517 0 0,-3 118 40 0 0,-8-130 1845 0 0,0 112-1308 0 0,13 263-712 0 0,0 13 9 0 0,1 1 0 0 0,0-1-1 0 0,0 0 1 0 0,0 1 0 0 0,1-1 0 0 0,0 1 0 0 0,3-12-1 0 0,7 52 439 0 0,13 183-454 0 0,-19-152-10 0 0,2-1-1 0 0,24 102 0 0 0,-13-115-37 0 0,-17-48 1 0 0,0 1-1 0 0,1-1 1 0 0,0 0-1 0 0,0 0 1 0 0,0 0 0 0 0,0 0-1 0 0,0 0 1 0 0,0 0-1 0 0,1 0 1 0 0,0-1 0 0 0,-1 1-1 0 0,5 2 1 0 0,-7-5 14 0 0,1 0 1 0 0,-1 0-1 0 0,0-1 1 0 0,1 1-1 0 0,-1 0 1 0 0,0 0-1 0 0,1 0 1 0 0,-1-1 0 0 0,0 1-1 0 0,1 0 1 0 0,-1-1-1 0 0,0 1 1 0 0,1 0-1 0 0,-1-1 1 0 0,0 1-1 0 0,0 0 1 0 0,1-1-1 0 0,-1 1 1 0 0,0 0-1 0 0,0-1 1 0 0,0 1-1 0 0,0-1 1 0 0,1 1-1 0 0,-1 0 1 0 0,0-1 0 0 0,0 1-1 0 0,0-1 1 0 0,0 1-1 0 0,0 0 1 0 0,0-1-1 0 0,0 1 1 0 0,0-1-1 0 0,0 0 1 0 0,1-17-121 0 0,-1 18 122 0 0,0-52 71 0 0,-12-83 0 0 0,2 49 78 0 0,-19-204 157 0 0,-10-139-71 0 0,33 0 415 0 0,30 606-432 0 0,-17-143-373 0 0,1 0 0 0 0,1-1 0 0 0,2 0 0 0 0,1-1 1 0 0,17 32-1 0 0,-29-64 159 0 0,0 0 0 0 0,0 0 0 0 0,0 0 0 0 0,1 1 1 0 0,-1-1-1 0 0,0 0 0 0 0,0 0 0 0 0,0 0 0 0 0,0 0 0 0 0,0 1 1 0 0,0-1-1 0 0,0 0 0 0 0,0 0 0 0 0,1 0 0 0 0,-1 0 1 0 0,0 0-1 0 0,0 1 0 0 0,0-1 0 0 0,0 0 0 0 0,0 0 0 0 0,1 0 1 0 0,-1 0-1 0 0,0 0 0 0 0,0 0 0 0 0,0 0 0 0 0,0 0 0 0 0,1 0 1 0 0,-1 0-1 0 0,0 0 0 0 0,0 0 0 0 0,0 0 0 0 0,1 0 0 0 0,-1 0 1 0 0,0 0-1 0 0,0 0 0 0 0,0 0 0 0 0,0 0 0 0 0,1 0 0 0 0,-1 0 1 0 0,0 0-1 0 0,0 0 0 0 0,0 0 0 0 0,0 0 0 0 0,1 0 0 0 0,-1 0 1 0 0,0 0-1 0 0,0-1 0 0 0,0 1 0 0 0,0 0 0 0 0,0 0 0 0 0,1 0 1 0 0,-1 0-1 0 0,0 0 0 0 0,0-1 0 0 0,7-14-210 0 0,2-19-178 0 0,22-345 203 0 0,-20 208 400 0 0,-11 157-167 0 0,0 10-15 0 0,0 0 0 0 0,0 0 0 0 0,1 0 0 0 0,-1 0 0 0 0,1 0-1 0 0,0 0 1 0 0,0 0 0 0 0,0 0 0 0 0,3-6 0 0 0,-4 10-23 0 0,1 0 1 0 0,-1 0 0 0 0,0 0-1 0 0,0 0 1 0 0,0 0-1 0 0,1 0 1 0 0,-1 0 0 0 0,0-1-1 0 0,0 1 1 0 0,0 0-1 0 0,1 0 1 0 0,-1 0 0 0 0,0 0-1 0 0,0 0 1 0 0,1 0-1 0 0,-1 0 1 0 0,0 0 0 0 0,0 0-1 0 0,0 0 1 0 0,1 1-1 0 0,-1-1 1 0 0,0 0 0 0 0,0 0-1 0 0,0 0 1 0 0,1 0 0 0 0,-1 0-1 0 0,0 0 1 0 0,0 0-1 0 0,0 0 1 0 0,1 1 0 0 0,-1-1-1 0 0,0 0 1 0 0,0 0-1 0 0,0 0 1 0 0,0 0 0 0 0,0 1-1 0 0,1-1 1 0 0,-1 0-1 0 0,0 0 1 0 0,0 0 0 0 0,0 1-1 0 0,0-1 1 0 0,0 0-1 0 0,0 0 1 0 0,0 0 0 0 0,0 1-1 0 0,0-1 1 0 0,0 0-1 0 0,0 0 1 0 0,0 1 0 0 0,0-1-1 0 0,0 0 1 0 0,0 1-1 0 0,6 16 22 0 0,-5-15-2 0 0,10 41 25 0 0,6 59-1 0 0,-10-56-46 0 0,17 62-1 0 0,-20-95-69 0 0,0 0-1 0 0,1 0 0 0 0,1-1 1 0 0,0 0-1 0 0,0 0 1 0 0,1-1-1 0 0,1 0 1 0 0,0 0-1 0 0,12 13 0 0 0,-19-23 12 0 0,0 0 1 0 0,0 1-1 0 0,0-1 0 0 0,0 0 0 0 0,0 0 0 0 0,1 0 0 0 0,-1 0 0 0 0,0 0 1 0 0,1 0-1 0 0,-1 0 0 0 0,1 0 0 0 0,-1-1 0 0 0,1 1 0 0 0,-1 0 0 0 0,1-1 0 0 0,-1 1 1 0 0,1-1-1 0 0,-1 0 0 0 0,1 1 0 0 0,0-1 0 0 0,-1 0 0 0 0,1 0 0 0 0,0 0 0 0 0,-1 0 1 0 0,1 0-1 0 0,0-1 0 0 0,-1 1 0 0 0,1 0 0 0 0,-1-1 0 0 0,1 1 0 0 0,-1-1 0 0 0,3-1 1 0 0,-1 0-23 0 0,0-1 1 0 0,-1 0 0 0 0,1 0 0 0 0,-1 0 0 0 0,1 0-1 0 0,-1 0 1 0 0,0-1 0 0 0,0 1 0 0 0,0-1 0 0 0,-1 1 0 0 0,1-1-1 0 0,1-6 1 0 0,12-46 267 0 0,-3-2 1 0 0,-2 1-1 0 0,2-60 0 0 0,0 2 81 0 0,-11 105-227 0 0,1-4 70 0 0,0 1 1 0 0,0 0-1 0 0,1 0 0 0 0,7-19 1 0 0,-10 32-113 0 0,0 0 0 0 0,0 0 1 0 0,0 0-1 0 0,0 0 1 0 0,0 0-1 0 0,0 0 0 0 0,0 0 1 0 0,0 0-1 0 0,0 0 0 0 0,0 0 1 0 0,1 0-1 0 0,-1 0 0 0 0,0 1 1 0 0,0-1-1 0 0,0 0 0 0 0,0 0 1 0 0,0 0-1 0 0,0 0 0 0 0,0 0 1 0 0,0 0-1 0 0,0 0 0 0 0,0 0 1 0 0,0 0-1 0 0,0 0 0 0 0,0 0 1 0 0,0 0-1 0 0,0 0 0 0 0,0 0 1 0 0,0 0-1 0 0,1 0 0 0 0,-1 0 1 0 0,0 0-1 0 0,0 0 0 0 0,0 0 1 0 0,0 0-1 0 0,0 0 1 0 0,0 0-1 0 0,0 0 0 0 0,0 0 1 0 0,0 0-1 0 0,0 0 0 0 0,0 0 1 0 0,0 0-1 0 0,0 0 0 0 0,1 0 1 0 0,-1 0-1 0 0,0 0 0 0 0,0 0 1 0 0,0 0-1 0 0,0 0 0 0 0,0 0 1 0 0,0 0-1 0 0,0 0 0 0 0,0-1 1 0 0,0 1-1 0 0,0 0 0 0 0,0 0 1 0 0,0 0-1 0 0,0 0 0 0 0,0 0 1 0 0,0 0-1 0 0,2 11 126 0 0,0 15 2 0 0,-25 334 148 0 0,1-37-1369 0 0,22-308 988 0 0,-1-3-34 0 0,1 0 0 0 0,0 0 1 0 0,1 0-1 0 0,0 0 1 0 0,5 20-1 0 0,-6-32 119 0 0,0 1 1 0 0,0-1 0 0 0,0 0-1 0 0,0 0 1 0 0,0 0-1 0 0,0 0 1 0 0,0 1 0 0 0,0-1-1 0 0,0 0 1 0 0,0 0-1 0 0,1 0 1 0 0,-1 0 0 0 0,0 0-1 0 0,0 1 1 0 0,0-1-1 0 0,0 0 1 0 0,0 0 0 0 0,0 0-1 0 0,0 0 1 0 0,0 0-1 0 0,0 0 1 0 0,1 1 0 0 0,-1-1-1 0 0,0 0 1 0 0,0 0-1 0 0,0 0 1 0 0,0 0-1 0 0,0 0 1 0 0,1 0 0 0 0,-1 0-1 0 0,0 0 1 0 0,0 0-1 0 0,0 0 1 0 0,0 0 0 0 0,0 0-1 0 0,1 0 1 0 0,-1 0-1 0 0,0 0 1 0 0,0 0 0 0 0,0 0-1 0 0,0 0 1 0 0,1 0-1 0 0,-1 0 1 0 0,0 0 0 0 0,0 0-1 0 0,0 0 1 0 0,0 0-1 0 0,1 0 1 0 0,5-9-422 0 0,3-13-46 0 0,46-421 442 0 0,-38 262 727 0 0,-14 150-499 0 0,-3 18-15 0 0,1-1 0 0 0,1 1 0 0 0,0 0 0 0 0,0 0 0 0 0,2 0 0 0 0,8-23 0 0 0,-9 36 217 0 0,0 9-182 0 0,-1 11 77 0 0,12 181 105 0 0,-10-96-120 0 0,6-1 0 0 0,22 104 1 0 0,-22-156-351 0 0,-8-36 18 0 0,1 1 0 0 0,1-1 0 0 0,0 0 1 0 0,1 0-1 0 0,8 18 0 0 0,-13-33 40 0 0,1 0 1 0 0,-1 0-1 0 0,0 0 0 0 0,1 0 0 0 0,-1-1 0 0 0,1 1 0 0 0,-1 0 0 0 0,1 0 0 0 0,-1 0 1 0 0,1-1-1 0 0,0 1 0 0 0,-1 0 0 0 0,1-1 0 0 0,0 1 0 0 0,-1-1 0 0 0,1 1 1 0 0,0-1-1 0 0,0 1 0 0 0,0-1 0 0 0,0 1 0 0 0,-1-1 0 0 0,1 0 0 0 0,0 1 0 0 0,0-1 1 0 0,0 0-1 0 0,0 0 0 0 0,0 0 0 0 0,0 0 0 0 0,1 0 0 0 0,0 0-18 0 0,-1-1 0 0 0,1 0-1 0 0,-1 0 1 0 0,0 0 0 0 0,1 0-1 0 0,-1 0 1 0 0,0 0 0 0 0,1 0-1 0 0,-1 0 1 0 0,0 0 0 0 0,0-1-1 0 0,0 1 1 0 0,0-1 0 0 0,1-2-1 0 0,3-5-75 0 0,-1 0 0 0 0,0-1 0 0 0,0 1 0 0 0,3-15 0 0 0,-1-15 116 0 0,1-75 1 0 0,-6 81 221 0 0,1-1 1 0 0,1 1-1 0 0,9-38 0 0 0,-11 68-161 0 0,0-1 0 0 0,1 0 0 0 0,-1 1-1 0 0,1-1 1 0 0,-1 1 0 0 0,1-1-1 0 0,0 1 1 0 0,0 0 0 0 0,3-4-1 0 0,-4 7-43 0 0,-1-1 0 0 0,0 1 0 0 0,1 0 0 0 0,-1 0 0 0 0,0-1 0 0 0,1 1 0 0 0,-1 0 0 0 0,0 0 0 0 0,1-1 0 0 0,-1 1 0 0 0,0 0 0 0 0,1 0 0 0 0,-1 0 0 0 0,1 0 0 0 0,-1 0 0 0 0,1 0 0 0 0,-1 0 0 0 0,0 0 0 0 0,1-1 0 0 0,-1 1 0 0 0,1 1 0 0 0,-1-1 0 0 0,0 0 0 0 0,1 0 0 0 0,-1 0 0 0 0,1 0-1 0 0,-1 0 1 0 0,0 0 0 0 0,1 0 0 0 0,0 1 0 0 0,0 0 19 0 0,0 0 0 0 0,0 0 0 0 0,0 1 0 0 0,0-1-1 0 0,0 0 1 0 0,0 1 0 0 0,0-1 0 0 0,0 1 0 0 0,-1-1-1 0 0,1 1 1 0 0,0-1 0 0 0,0 4 0 0 0,9 37 61 0 0,-1 0 1 0 0,-2 1 0 0 0,1 68-1 0 0,10 58 62 0 0,-17-159-166 0 0,-1-7 1 0 0,0 1 0 0 0,1-1-1 0 0,-1 0 1 0 0,1 1 0 0 0,-1-1 0 0 0,1 0 0 0 0,0 0 0 0 0,0 1 0 0 0,1-1 0 0 0,-1 0 0 0 0,4 4 0 0 0,-4-9-35 0 0,1 0 0 0 0,-1 0 1 0 0,0 0-1 0 0,1 0 0 0 0,-1-1 1 0 0,0 1-1 0 0,0-1 1 0 0,-1 1-1 0 0,2-4 0 0 0,44-187-265 0 0,-10 36 324 0 0,-33 147-16 0 0,-2 2 0 0 0,1 0 1 0 0,0 0-1 0 0,1 1 1 0 0,0-1-1 0 0,0 1 1 0 0,1-1-1 0 0,0 1 1 0 0,5-8-1 0 0,-9 15 3 0 0,0 0 0 0 0,1-1 0 0 0,-1 1-1 0 0,0 0 1 0 0,0 0 0 0 0,0 0 0 0 0,0-1 0 0 0,1 1-1 0 0,-1 0 1 0 0,0 0 0 0 0,0 0 0 0 0,1 0-1 0 0,-1 0 1 0 0,0-1 0 0 0,0 1 0 0 0,1 0-1 0 0,-1 0 1 0 0,0 0 0 0 0,1 0 0 0 0,-1 0 0 0 0,0 0-1 0 0,0 0 1 0 0,1 0 0 0 0,-1 0 0 0 0,0 0-1 0 0,1 0 1 0 0,-1 0 0 0 0,0 0 0 0 0,0 0 0 0 0,1 0-1 0 0,-1 0 1 0 0,0 0 0 0 0,0 1 0 0 0,1-1-1 0 0,-1 0 1 0 0,0 0 0 0 0,0 0 0 0 0,1 0-1 0 0,-1 0 1 0 0,0 1 0 0 0,1-1 0 0 0,7 16 167 0 0,1 20 85 0 0,3 42-177 0 0,3 106 0 0 0,-14 83-140 0 0,-2-139 16 0 0,2-122-342 0 0,2-7 64 0 0,5-18-174 0 0,9-27-213 0 0,67-281 230 0 0,-80 310 567 0 0,-4 10 6 0 0,1 0-1 0 0,1 1 1 0 0,-1-1 0 0 0,1 1-1 0 0,0-1 1 0 0,1 1-1 0 0,-1 0 1 0 0,1 0-1 0 0,0 0 1 0 0,1 0-1 0 0,6-8 1 0 0,-10 14-80 0 0,0 0 1 0 0,1-1-1 0 0,-1 1 0 0 0,1 0 1 0 0,-1 0-1 0 0,0 0 0 0 0,1 0 1 0 0,-1-1-1 0 0,1 1 1 0 0,-1 0-1 0 0,1 0 0 0 0,-1 0 1 0 0,1 0-1 0 0,-1 0 0 0 0,0 0 1 0 0,1 0-1 0 0,-1 0 0 0 0,1 0 1 0 0,-1 0-1 0 0,1 0 0 0 0,-1 1 1 0 0,0-1-1 0 0,1 0 1 0 0,-1 0-1 0 0,1 0 0 0 0,-1 0 1 0 0,0 1-1 0 0,1-1 0 0 0,-1 0 1 0 0,0 0-1 0 0,1 1 0 0 0,-1-1 1 0 0,0 0-1 0 0,1 1 1 0 0,-1-1-1 0 0,0 0 0 0 0,0 1 1 0 0,1-1-1 0 0,-1 1 0 0 0,0-1 1 0 0,0 0-1 0 0,0 1 0 0 0,1-1 1 0 0,-1 1-1 0 0,0-1 1 0 0,0 1-1 0 0,0-1 0 0 0,0 0 1 0 0,0 1-1 0 0,0 0 0 0 0,6 26 217 0 0,-6-24-194 0 0,6 75 118 0 0,-3 0 0 0 0,-13 130-1 0 0,1-46-10 0 0,4-30-257 0 0,-2 67 176 0 0,7-198-66 0 0,0-1 0 0 0,-1 1 1 0 0,1-1-1 0 0,0 1 0 0 0,0-1 0 0 0,0 1 1 0 0,0-1-1 0 0,0 1 0 0 0,0-1 0 0 0,0 1 0 0 0,0-1 1 0 0,0 1-1 0 0,0-1 0 0 0,0 1 0 0 0,0-1 1 0 0,0 1-1 0 0,0-1 0 0 0,0 1 0 0 0,0-1 1 0 0,1 1-1 0 0,-1-1 0 0 0,0 0 0 0 0,0 1 0 0 0,1-1 1 0 0,-1 1-1 0 0,0-1 0 0 0,1 1 0 0 0,-1-1 1 0 0,0 0-1 0 0,1 1 0 0 0,-1-1 0 0 0,1 1 1 0 0,8-17-361 0 0,5-28-150 0 0,29-190 757 0 0,-17 81 212 0 0,-24 142-402 0 0,6-31 117 0 0,-7 40-147 0 0,0 0 0 0 0,-1 0-1 0 0,1-1 1 0 0,0 1 0 0 0,0 0 0 0 0,0 0 0 0 0,0 0 0 0 0,1 0 0 0 0,-1 0 0 0 0,0 0 0 0 0,1 1 0 0 0,-1-1 0 0 0,4-3 0 0 0,-4 5-15 0 0,0 0 0 0 0,0 0 0 0 0,0 0 1 0 0,0 0-1 0 0,-1 0 0 0 0,1 0 0 0 0,0 0 0 0 0,0 0 0 0 0,0 0 1 0 0,0 1-1 0 0,-1-1 0 0 0,1 0 0 0 0,0 0 0 0 0,0 1 0 0 0,-1-1 1 0 0,1 1-1 0 0,0-1 0 0 0,-1 1 0 0 0,1-1 0 0 0,0 1 0 0 0,-1-1 1 0 0,1 1-1 0 0,-1-1 0 0 0,1 1 0 0 0,0 0 0 0 0,-1-1 0 0 0,0 1 1 0 0,1 0-1 0 0,-1-1 0 0 0,1 1 0 0 0,-1 0 0 0 0,0 0 0 0 0,0 0 1 0 0,1-1-1 0 0,-1 2 0 0 0,12 31 50 0 0,41 231 156 0 0,-18-69-287 0 0,-11-82-83 0 0,24 97-506 0 0,-48-209 642 0 0,0 0 0 0 0,0 0 0 0 0,0 0 0 0 0,1 0 0 0 0,-1 0 0 0 0,0 0 0 0 0,1 1 0 0 0,-1-1 0 0 0,1 0 0 0 0,-1 0 0 0 0,1-1 0 0 0,0 1 0 0 0,-1 0 0 0 0,1 0 0 0 0,0 0 0 0 0,0 0 0 0 0,-1 0 0 0 0,2 0 0 0 0,-1-1-3 0 0,-1 0 1 0 0,1 0-1 0 0,-1-1 1 0 0,1 1-1 0 0,-1 0 0 0 0,1-1 1 0 0,-1 1-1 0 0,1 0 1 0 0,-1-1-1 0 0,0 1 1 0 0,1 0-1 0 0,-1-1 0 0 0,0 1 1 0 0,1-1-1 0 0,-1 1 1 0 0,0-1-1 0 0,1 1 0 0 0,-1-1 1 0 0,0 1-1 0 0,0-1 1 0 0,0 1-1 0 0,0-1 0 0 0,1 1 1 0 0,-1-2-1 0 0,9-42-583 0 0,-2-85 372 0 0,-7 103 326 0 0,0-1 0 0 0,2 0 0 0 0,1 0 0 0 0,1 1-1 0 0,1-1 1 0 0,10-30 0 0 0,-14 55-90 0 0,-1 0 0 0 0,1 1 0 0 0,-1-1 1 0 0,1 0-1 0 0,0 1 0 0 0,0-1 0 0 0,-1 1 0 0 0,1-1 0 0 0,0 1 1 0 0,0 0-1 0 0,1-1 0 0 0,-1 1 0 0 0,0 0 0 0 0,0 0 0 0 0,1 0 1 0 0,-1-1-1 0 0,1 2 0 0 0,-1-1 0 0 0,1 0 0 0 0,1-1 0 0 0,-2 2 6 0 0,1 0 0 0 0,-1 1 0 0 0,0-1-1 0 0,0 0 1 0 0,1 1 0 0 0,-1-1 0 0 0,0 1-1 0 0,0-1 1 0 0,0 1 0 0 0,1 0 0 0 0,-1-1-1 0 0,0 1 1 0 0,0 0 0 0 0,0 0 0 0 0,0 0-1 0 0,0 0 1 0 0,-1 0 0 0 0,1 0 0 0 0,0 0-1 0 0,0 0 1 0 0,-1 0 0 0 0,1 0 0 0 0,0 0-1 0 0,-1 1 1 0 0,1-1 0 0 0,0 2 0 0 0,10 24 46 0 0,-1 2 0 0 0,-1-1-1 0 0,-2 1 1 0 0,7 42 0 0 0,1 8-55 0 0,1-7 5 0 0,-10-35-34 0 0,3 0 0 0 0,1 0 0 0 0,1-1 0 0 0,30 64 0 0 0,-39-97 22 0 0,0 0 0 0 0,-1 0 0 0 0,1 0-1 0 0,0 0 1 0 0,0 0 0 0 0,1-1 0 0 0,-1 1-1 0 0,0-1 1 0 0,1 0 0 0 0,0 0 0 0 0,-1 0-1 0 0,1 0 1 0 0,0 0 0 0 0,0 0 0 0 0,0-1-1 0 0,5 2 1 0 0,-5-2-29 0 0,-1-1 0 0 0,0 0 0 0 0,1 0 0 0 0,-1 0 0 0 0,0 0 0 0 0,1 0-1 0 0,-1-1 1 0 0,0 1 0 0 0,1-1 0 0 0,-1 1 0 0 0,0-1 0 0 0,0 0 0 0 0,1 0 0 0 0,-1 0-1 0 0,0 0 1 0 0,0 0 0 0 0,0-1 0 0 0,0 1 0 0 0,0-1 0 0 0,-1 1 0 0 0,1-1 0 0 0,0 0-1 0 0,-1 1 1 0 0,3-4 0 0 0,12-16-203 0 0,0-1-1 0 0,-1 0 1 0 0,17-36 0 0 0,29-78 835 0 0,-23 46-99 0 0,-29 69-336 0 0,-8 15-66 0 0,1 1-1 0 0,1-1 1 0 0,-1 1-1 0 0,1 0 0 0 0,0 0 1 0 0,0 0-1 0 0,5-6 1 0 0,-8 11-85 0 0,1-1 0 0 0,-1 1 0 0 0,0 0 0 0 0,0 0 0 0 0,0 0 0 0 0,0 0 0 0 0,0 0 0 0 0,0 0 0 0 0,0 0 0 0 0,1 0 0 0 0,-1 0 0 0 0,0 0 0 0 0,0-1 0 0 0,0 1 0 0 0,0 0 0 0 0,0 0 0 0 0,0 0 0 0 0,1 0 0 0 0,-1 0 0 0 0,0 0 0 0 0,0 0 1 0 0,0 0-1 0 0,0 0 0 0 0,0 0 0 0 0,1 0 0 0 0,-1 0 0 0 0,0 0 0 0 0,0 1 0 0 0,0-1 0 0 0,0 0 0 0 0,0 0 0 0 0,1 0 0 0 0,-1 0 0 0 0,0 0 0 0 0,0 0 0 0 0,0 0 0 0 0,0 0 0 0 0,0 0 0 0 0,0 0 0 0 0,0 0 0 0 0,1 1 0 0 0,-1-1 0 0 0,0 0 0 0 0,0 0 0 0 0,0 0 0 0 0,4 11 177 0 0,1 14-118 0 0,-5-21-46 0 0,15 143 162 0 0,1 10-296 0 0,-13-135 107 0 0,-3-15-86 0 0,1 0-1 0 0,0-1 1 0 0,0 1-1 0 0,1 0 1 0 0,-1-1-1 0 0,2 1 1 0 0,4 9-1 0 0,-7-16 83 0 0,0 1 0 0 0,0-1-1 0 0,0 0 1 0 0,0 0-1 0 0,0 0 1 0 0,0 0-1 0 0,1 0 1 0 0,-1 1-1 0 0,0-1 1 0 0,0 0 0 0 0,0 0-1 0 0,0 0 1 0 0,0 0-1 0 0,1 0 1 0 0,-1 0-1 0 0,0 0 1 0 0,0 1 0 0 0,0-1-1 0 0,1 0 1 0 0,-1 0-1 0 0,0 0 1 0 0,0 0-1 0 0,0 0 1 0 0,1 0 0 0 0,-1 0-1 0 0,0 0 1 0 0,0 0-1 0 0,0 0 1 0 0,1 0-1 0 0,-1 0 1 0 0,0 0 0 0 0,0 0-1 0 0,0-1 1 0 0,1 1-1 0 0,-1 0 1 0 0,0 0-1 0 0,0 0 1 0 0,0 0-1 0 0,0 0 1 0 0,1 0 0 0 0,-1 0-1 0 0,0 0 1 0 0,0-1-1 0 0,0 1 1 0 0,9-12-188 0 0,2-15 8 0 0,-4-16 149 0 0,-7 36 109 0 0,1 1 0 0 0,0-1 0 0 0,0 0 0 0 0,0 1 0 0 0,1-1 0 0 0,0 1 0 0 0,5-10 0 0 0,-6 15-41 0 0,1 0 0 0 0,-1 0 0 0 0,1 0 0 0 0,0 0 0 0 0,-1 0 0 0 0,1 0 0 0 0,0 0-1 0 0,0 1 1 0 0,0-1 0 0 0,0 1 0 0 0,0-1 0 0 0,-1 1 0 0 0,1 0 0 0 0,0-1 0 0 0,0 1 0 0 0,0 0 0 0 0,0 0 0 0 0,0 1 0 0 0,2-1 0 0 0,40 6-99 0 0,-38-5 101 0 0,1 0 0 0 0,0 1 0 0 0,0-1 0 0 0,-1 2 0 0 0,1-1 0 0 0,-1 1 0 0 0,0-1 0 0 0,0 2 0 0 0,0-1 0 0 0,0 1 0 0 0,0 0 0 0 0,-1 0 0 0 0,0 0 0 0 0,1 1 0 0 0,-2 0 0 0 0,1 0 0 0 0,0 0 0 0 0,-1 1 0 0 0,3 5 0 0 0,-6-10-29 0 0,3 7 20 0 0,0 0-1 0 0,1-1 1 0 0,0 1 0 0 0,11 11 0 0 0,-16-18-28 0 0,1 0 0 0 0,0-1 1 0 0,0 1-1 0 0,0 0 0 0 0,-1 0 0 0 0,1-1 1 0 0,0 1-1 0 0,0 0 0 0 0,0-1 0 0 0,0 1 1 0 0,0-1-1 0 0,0 1 0 0 0,0-1 1 0 0,0 1-1 0 0,0-1 0 0 0,1 0 0 0 0,-1 0 1 0 0,0 0-1 0 0,0 1 0 0 0,0-1 0 0 0,0 0 1 0 0,0 0-1 0 0,0-1 0 0 0,1 1 0 0 0,-1 0 1 0 0,0 0-1 0 0,0 0 0 0 0,0-1 0 0 0,0 1 1 0 0,0-1-1 0 0,0 1 0 0 0,0-1 0 0 0,0 1 1 0 0,0-1-1 0 0,0 1 0 0 0,0-1 0 0 0,0 0 1 0 0,0 0-1 0 0,-1 1 0 0 0,1-1 0 0 0,0 0 1 0 0,0 0-1 0 0,-1 0 0 0 0,1 0 0 0 0,0 0 1 0 0,-1 0-1 0 0,1 0 0 0 0,0-2 1 0 0,2-4-32 0 0,0 0 1 0 0,0 0 0 0 0,0 0 0 0 0,-1 0-1 0 0,0-1 1 0 0,0 1 0 0 0,-1-1 0 0 0,1-7-1 0 0,-1-67-201 0 0,-1 51 135 0 0,-3-307 108 0 0,-50-358 0 0 0,41 610 22 0 0,-29-267-82 0 0,36 276 188 0 0,4 0 0 0 0,13-123-1 0 0,-8 185 4 0 0,-1 29-112 0 0,0 30-34 0 0,-12 194-44 0 0,1 18-385 0 0,9-216 260 0 0,2 0 0 0 0,2-1-1 0 0,1 1 1 0 0,17 51-1 0 0,-17-71-419 0 0,2-1-1 0 0,0 0 0 0 0,2-1 0 0 0,0 0 0 0 0,0 0 0 0 0,2-1 0 0 0,0-1 1 0 0,26 27-1 0 0,-42-52 300 0 0,1 0 1 0 0,0 0 0 0 0,0 0-1 0 0,1-1 1 0 0,0 1-1 0 0,0-13 1 0 0,-1 0 337 0 0,-16-102 1911 0 0,-4-157 1 0 0,22 200-1274 0 0,4 1 0 0 0,3-1 0 0 0,17-81 0 0 0,-20 145-473 0 0,-2 8-106 0 0,0 0 1 0 0,1 0 0 0 0,0 0 0 0 0,1 1-1 0 0,-1-1 1 0 0,2 1 0 0 0,-1-1 0 0 0,1 1-1 0 0,0 0 1 0 0,9-12 0 0 0,-12 20-75 0 0,-1 0 1 0 0,1 1-1 0 0,-1-1 1 0 0,0 0-1 0 0,1 0 1 0 0,-1 0-1 0 0,1 1 0 0 0,-1-1 1 0 0,0 0-1 0 0,1 0 1 0 0,-1 1-1 0 0,0-1 1 0 0,1 0-1 0 0,-1 1 1 0 0,0-1-1 0 0,1 0 1 0 0,-1 1-1 0 0,0-1 0 0 0,0 1 1 0 0,1-1-1 0 0,-1 0 1 0 0,0 1-1 0 0,0-1 1 0 0,0 1-1 0 0,0-1 1 0 0,1 1-1 0 0,-1-1 0 0 0,0 1 1 0 0,0-1-1 0 0,0 1 1 0 0,0-1-1 0 0,0 0 1 0 0,0 1-1 0 0,0-1 1 0 0,-1 1-1 0 0,1 0 0 0 0,4 21 83 0 0,-1 79-17 0 0,-2-52 13 0 0,2 1 1 0 0,15 81-1 0 0,-15-116-290 0 0,2 0 0 0 0,0 0 0 0 0,0 0 0 0 0,1 0 0 0 0,1-1 0 0 0,0 0 0 0 0,1-1-1 0 0,1 1 1 0 0,0-2 0 0 0,1 1 0 0 0,0-1 0 0 0,20 17 0 0 0,-30-28 105 0 0,1 0 0 0 0,0 0 0 0 0,0 0 0 0 0,0-1 1 0 0,0 1-1 0 0,0 0 0 0 0,0 0 0 0 0,0-1 0 0 0,0 1 0 0 0,0-1 0 0 0,0 1 0 0 0,0-1 0 0 0,0 0 0 0 0,1 1 0 0 0,-1-1 1 0 0,0 0-1 0 0,0 0 0 0 0,0 0 0 0 0,1 0 0 0 0,-1 0 0 0 0,0 0 0 0 0,2 0 0 0 0,-2 0 33 0 0,0-1-1 0 0,0 0 1 0 0,0 1 0 0 0,0-1-1 0 0,-1 0 1 0 0,1 0-1 0 0,0 0 1 0 0,0 1-1 0 0,0-1 1 0 0,-1 0 0 0 0,1 0-1 0 0,0 0 1 0 0,-1 0-1 0 0,1 0 1 0 0,-1-1 0 0 0,1 1-1 0 0,-1 0 1 0 0,1-1-1 0 0,2-9 9 0 0,-1 0 0 0 0,-1 0 0 0 0,1-21 0 0 0,-1 20 173 0 0,5-114 270 0 0,9-94 913 0 0,-11 188-1156 0 0,2-1-1 0 0,1 1 0 0 0,2 0 0 0 0,19-48 0 0 0,-27 78-144 0 0,0-1-1 0 0,0 1 1 0 0,0-1 0 0 0,1 1-1 0 0,-1 0 1 0 0,1 0-1 0 0,-1 0 1 0 0,1 0-1 0 0,0 0 1 0 0,0 0 0 0 0,0 0-1 0 0,0 0 1 0 0,2-1-1 0 0,-3 3-6 0 0,-1 0-1 0 0,0-1 0 0 0,1 1 1 0 0,-1 0-1 0 0,1 0 0 0 0,-1 0 1 0 0,0 0-1 0 0,1 0 0 0 0,-1 0 1 0 0,1 0-1 0 0,-1 0 1 0 0,1 0-1 0 0,-1 0 0 0 0,0 0 1 0 0,1 0-1 0 0,-1 1 0 0 0,1-1 1 0 0,-1 0-1 0 0,0 0 0 0 0,1 0 1 0 0,-1 0-1 0 0,0 1 0 0 0,1-1 1 0 0,-1 0-1 0 0,0 0 0 0 0,1 1 1 0 0,-1-1-1 0 0,0 0 0 0 0,1 1 1 0 0,7 22 94 0 0,-3 39 350 0 0,-2-1-1 0 0,-8 103 1 0 0,0-31-298 0 0,4-120-171 0 0,7 171 14 0 0,-4-164-259 0 0,1 0 0 0 0,0-1 0 0 0,2 0 1 0 0,0 0-1 0 0,2 0 0 0 0,0 0 0 0 0,11 20 0 0 0,-18-38 198 0 0,0 0 0 0 0,1-1 0 0 0,-1 1 0 0 0,0-1 0 0 0,0 1 0 0 0,1-1 0 0 0,-1 1 0 0 0,0 0 0 0 0,1-1 0 0 0,-1 1 0 0 0,1-1 0 0 0,-1 0 0 0 0,0 1 0 0 0,1-1 0 0 0,-1 1 0 0 0,1-1 0 0 0,-1 0 0 0 0,1 1 0 0 0,0-1 0 0 0,-1 0 0 0 0,1 1 0 0 0,-1-1-1 0 0,1 0 1 0 0,-1 0 0 0 0,1 0 0 0 0,0 0 0 0 0,-1 1 0 0 0,1-1 0 0 0,0 0 0 0 0,-1 0 0 0 0,2 0 0 0 0,-1-1 24 0 0,0 0-1 0 0,0 0 0 0 0,0 1 1 0 0,0-1-1 0 0,-1 0 0 0 0,1 0 1 0 0,0 0-1 0 0,0 0 1 0 0,0 0-1 0 0,-1 0 0 0 0,1 0 1 0 0,-1-1-1 0 0,1 1 1 0 0,0-2-1 0 0,15-56 552 0 0,-13 47-513 0 0,34-137 1239 0 0,50-170 1051 0 0,-82 305-2191 0 0,12-32 209 0 0,-16 43-280 0 0,0 0 0 0 0,0 1 1 0 0,1-1-1 0 0,-1 1 0 0 0,1 0 0 0 0,0-1 0 0 0,-1 1 1 0 0,1 0-1 0 0,0 0 0 0 0,0 0 0 0 0,1 0 0 0 0,-1 1 0 0 0,3-3 1 0 0,-5 4-18 0 0,1 0 1 0 0,-1 0 0 0 0,1 0-1 0 0,-1-1 1 0 0,0 1 0 0 0,1 0 0 0 0,-1 0-1 0 0,0 0 1 0 0,1 0 0 0 0,-1 0-1 0 0,1 0 1 0 0,-1 0 0 0 0,0 0 0 0 0,1 0-1 0 0,-1 0 1 0 0,1 0 0 0 0,-1 0-1 0 0,0 1 1 0 0,1-1 0 0 0,-1 0 0 0 0,0 0-1 0 0,1 0 1 0 0,-1 0 0 0 0,0 1-1 0 0,1-1 1 0 0,-1 0 0 0 0,0 0 0 0 0,1 1-1 0 0,-1-1 1 0 0,0 0 0 0 0,1 1-1 0 0,6 15 176 0 0,-3 24 89 0 0,-4-36-234 0 0,1 193 493 0 0,-3-135-482 0 0,2-1-1 0 0,15 115 0 0 0,3-67-398 0 0,-18-109 348 0 0,0 0 1 0 0,0 0-1 0 0,0 0 0 0 0,0 0 1 0 0,0 0-1 0 0,0 1 0 0 0,0-1 0 0 0,0 0 1 0 0,0 0-1 0 0,0 0 0 0 0,0 0 1 0 0,0 0-1 0 0,0 0 0 0 0,0 0 0 0 0,0 0 1 0 0,0 0-1 0 0,0 0 0 0 0,0 1 0 0 0,0-1 1 0 0,0 0-1 0 0,0 0 0 0 0,0 0 1 0 0,0 0-1 0 0,1 0 0 0 0,-1 0 0 0 0,0 0 1 0 0,0 0-1 0 0,0 0 0 0 0,0 0 1 0 0,0 0-1 0 0,0 0 0 0 0,0 0 0 0 0,0 0 1 0 0,0 0-1 0 0,0 0 0 0 0,0 0 1 0 0,1 0-1 0 0,-1 1 0 0 0,0-1 0 0 0,0 0 1 0 0,0 0-1 0 0,0 0 0 0 0,0 0 0 0 0,0 0 1 0 0,0 0-1 0 0,0-1 0 0 0,0 1 1 0 0,1 0-1 0 0,-1 0 0 0 0,0 0 0 0 0,0 0 1 0 0,0 0-1 0 0,0 0 0 0 0,0 0 1 0 0,0 0-1 0 0,0 0 0 0 0,0 0 0 0 0,0 0 1 0 0,0 0-1 0 0,0 0 0 0 0,1 0 0 0 0,4-8-17 0 0,3-12 85 0 0,30-128-324 0 0,-30 106 261 0 0,2 0 1 0 0,2 1 0 0 0,2 1 0 0 0,34-70 0 0 0,-45 104-4 0 0,1 0 1 0 0,0 1 0 0 0,0 0 0 0 0,0-1-1 0 0,1 2 1 0 0,8-9 0 0 0,-12 12 0 0 0,0 1 0 0 0,0-1 0 0 0,-1 1 0 0 0,1-1 1 0 0,0 1-1 0 0,0-1 0 0 0,0 1 0 0 0,0 0 0 0 0,0-1 0 0 0,0 1 1 0 0,0 0-1 0 0,0 0 0 0 0,0 0 0 0 0,0-1 0 0 0,0 1 0 0 0,0 0 0 0 0,0 0 1 0 0,0 1-1 0 0,0-1 0 0 0,1 0 0 0 0,-1 1 1 0 0,1 0 0 0 0,-1 0 0 0 0,0 0 0 0 0,0 0 0 0 0,0 0 0 0 0,0 0 0 0 0,0 0 0 0 0,0 0 1 0 0,0 0-1 0 0,-1 0 0 0 0,1 1 0 0 0,0-1 0 0 0,-1 0 0 0 0,1 0 0 0 0,0 1 0 0 0,-1-1 0 0 0,0 1 0 0 0,1 2 0 0 0,4 24 88 0 0,-2 1-1 0 0,0-1 1 0 0,-2 1-1 0 0,-2 0 1 0 0,-6 47-1 0 0,3-25-61 0 0,8 263 107 0 0,-1-256-255 0 0,-3-53 164 0 0,2 14-236 0 0,0-19 20 0 0,1-12 62 0 0,44-149-244 0 0,-9 37 480 0 0,-30 90-85 0 0,-2 9-34 0 0,0-1 0 0 0,2 2 0 0 0,0-1 0 0 0,2 1-1 0 0,1 0 1 0 0,16-26 0 0 0,-26 48 6 0 0,0 0 1 0 0,1 1-1 0 0,-1-1 1 0 0,0 0-1 0 0,1 1 1 0 0,-1-1-1 0 0,1 1 0 0 0,0 0 1 0 0,-1 0-1 0 0,1 0 1 0 0,0-1-1 0 0,0 2 0 0 0,-1-1 1 0 0,1 0-1 0 0,3-1 1 0 0,-4 2-9 0 0,0 0 0 0 0,0 0 0 0 0,0 1 0 0 0,0-1 0 0 0,-1 0 0 0 0,1 0 0 0 0,0 1 1 0 0,0-1-1 0 0,0 1 0 0 0,0-1 0 0 0,-1 0 0 0 0,1 1 0 0 0,0-1 0 0 0,0 1 0 0 0,-1 0 0 0 0,1-1 1 0 0,0 1-1 0 0,-1 0 0 0 0,1-1 0 0 0,-1 1 0 0 0,1 0 0 0 0,-1 0 0 0 0,1-1 0 0 0,-1 1 0 0 0,1 0 1 0 0,-1 0-1 0 0,0 0 0 0 0,0 0 0 0 0,1 0 0 0 0,-1-1 0 0 0,0 1 0 0 0,0 0 0 0 0,0 0 1 0 0,0 0-1 0 0,0 0 0 0 0,0 2 0 0 0,6 65 196 0 0,-3 97 0 0 0,-1-19-120 0 0,-12 126-6 0 0,8-240-31 0 0,2-28-46 0 0,0 24 102 0 0,4-23-42 0 0,7-15-55 0 0,3-12-116 0 0,-2-1 0 0 0,-1 0 0 0 0,0 0 0 0 0,13-45-1 0 0,-15 41 134 0 0,12-42-113 0 0,-16 48 93 0 0,1-1 0 0 0,1 2 0 0 0,1-1 0 0 0,1 1 1 0 0,0 0-1 0 0,21-31 0 0 0,-29 50 9 0 0,-1 0 0 0 0,1 0 0 0 0,0-1 0 0 0,0 1 0 0 0,0 0 0 0 0,0 0 0 0 0,0 0 0 0 0,0 0 0 0 0,0 0 0 0 0,1 0 0 0 0,-1 0 0 0 0,0 1 0 0 0,0-1-1 0 0,1 0 1 0 0,-1 1 0 0 0,0-1 0 0 0,1 1 0 0 0,-1-1 0 0 0,1 1 0 0 0,-1 0 0 0 0,0-1 0 0 0,3 1 0 0 0,-2 1 2 0 0,-1-1 0 0 0,0 1 1 0 0,0-1-1 0 0,1 1 0 0 0,-1 0 0 0 0,0 0 0 0 0,0 0 0 0 0,0 0 0 0 0,0-1 0 0 0,0 1 1 0 0,0 1-1 0 0,-1-1 0 0 0,1 0 0 0 0,0 0 0 0 0,0 0 0 0 0,-1 0 0 0 0,1 0 0 0 0,-1 1 0 0 0,1 0 1 0 0,3 10 15 0 0,0 0 1 0 0,-1 0-1 0 0,2 23 1 0 0,11 212-24 0 0,-3-20-323 0 0,-11-176 236 0 0,-2-36 26 0 0,1 0 0 0 0,0 0 1 0 0,6 25-1 0 0,-7-40 56 0 0,0 0 0 0 0,0 0 1 0 0,0 0-1 0 0,0 0 0 0 0,0 1 1 0 0,0-1-1 0 0,0 0 0 0 0,0 0 1 0 0,0 0-1 0 0,0 0 0 0 0,0 0 1 0 0,0 0-1 0 0,0 1 0 0 0,0-1 1 0 0,0 0-1 0 0,1 0 0 0 0,-1 0 1 0 0,0 0-1 0 0,0 0 0 0 0,0 0 1 0 0,0 1-1 0 0,0-1 0 0 0,0 0 1 0 0,0 0-1 0 0,0 0 0 0 0,0 0 1 0 0,1 0-1 0 0,-1 0 0 0 0,0 0 1 0 0,0 0-1 0 0,0 0 0 0 0,0 0 1 0 0,0 0-1 0 0,1 0 0 0 0,-1 0 1 0 0,0 0-1 0 0,0 0 0 0 0,0 0 1 0 0,0 0-1 0 0,0 0 0 0 0,0 0 1 0 0,1 0-1 0 0,-1 0 0 0 0,0 0 1 0 0,0 0-1 0 0,0 0 0 0 0,0 0 1 0 0,0 0-1 0 0,1 0 0 0 0,-1 0 1 0 0,0 0-1 0 0,0 0 0 0 0,0 0 1 0 0,0 0-1 0 0,0 0 0 0 0,8-11-95 0 0,2-13-40 0 0,2-17 14 0 0,9-66 1 0 0,-15 66 246 0 0,20-65 1 0 0,-26 104-110 0 0,1 1 0 0 0,-1-1 0 0 0,1 0 1 0 0,0 0-1 0 0,-1 1 0 0 0,1-1 0 0 0,0 0 0 0 0,0 1 1 0 0,0-1-1 0 0,0 1 0 0 0,1-1 0 0 0,-1 1 0 0 0,0 0 1 0 0,1-1-1 0 0,-1 1 0 0 0,1 0 0 0 0,-1 0 0 0 0,1 0 1 0 0,-1 0-1 0 0,1 0 0 0 0,2 0 0 0 0,-3 1-3 0 0,0 0-1 0 0,0 0 1 0 0,0 0-1 0 0,0 1 1 0 0,1-1-1 0 0,-1 0 1 0 0,0 1 0 0 0,0-1-1 0 0,0 1 1 0 0,0-1-1 0 0,0 1 1 0 0,0-1-1 0 0,0 1 1 0 0,-1 0-1 0 0,1 0 1 0 0,0-1 0 0 0,0 1-1 0 0,0 0 1 0 0,-1 0-1 0 0,1 0 1 0 0,0 0-1 0 0,-1 0 1 0 0,1 0-1 0 0,-1 0 1 0 0,1 0 0 0 0,-1 0-1 0 0,0 0 1 0 0,1 0-1 0 0,-1 0 1 0 0,0 0-1 0 0,0 1 1 0 0,0-1-1 0 0,0 0 1 0 0,0 2 0 0 0,5 38 81 0 0,-1 0 1 0 0,-2 1-1 0 0,-5 41 1 0 0,2 30 37 0 0,6-35-258 0 0,2-1 0 0 0,23 96 0 0 0,-18-140 51 0 0,-12-32 71 0 0,0-1-1 0 0,0 1 1 0 0,1-1-1 0 0,-1 0 1 0 0,0 1-1 0 0,1-1 1 0 0,-1 0 0 0 0,0 0-1 0 0,0 1 1 0 0,1-1-1 0 0,-1 0 1 0 0,0 0-1 0 0,1 1 1 0 0,-1-1-1 0 0,1 0 1 0 0,-1 0-1 0 0,0 0 1 0 0,1 0-1 0 0,-1 0 1 0 0,1 1-1 0 0,-1-1 1 0 0,0 0 0 0 0,1 0-1 0 0,-1 0 1 0 0,1 0-1 0 0,0 0 1 0 0,0-1-4 0 0,0 0 0 0 0,0 1 0 0 0,0-1 0 0 0,0 0 1 0 0,0 1-1 0 0,-1-1 0 0 0,1 0 0 0 0,0 0 0 0 0,0 0 0 0 0,-1 1 1 0 0,1-1-1 0 0,0 0 0 0 0,-1 0 0 0 0,1 0 0 0 0,0-2 1 0 0,3-7-98 0 0,0 0 1 0 0,-1-1 0 0 0,0 0-1 0 0,0 1 1 0 0,-1-1 0 0 0,1-20-1 0 0,-3 21-41 0 0,1 0-1 0 0,0 1 0 0 0,1-1 0 0 0,0 0 1 0 0,1 0-1 0 0,0 1 0 0 0,1-1 0 0 0,4-9 0 0 0,-7 18 142 0 0,-1 0 0 0 0,0 1 0 0 0,0-1 0 0 0,1 0-1 0 0,-1 1 1 0 0,1-1 0 0 0,-1 1 0 0 0,0-1 0 0 0,1 0-1 0 0,-1 1 1 0 0,1-1 0 0 0,0 1 0 0 0,-1-1 0 0 0,1 1-1 0 0,-1-1 1 0 0,1 1 0 0 0,0 0 0 0 0,-1-1 0 0 0,1 1-1 0 0,0 0 1 0 0,-1-1 0 0 0,1 1 0 0 0,0 0 0 0 0,0 0-1 0 0,-1 0 1 0 0,1 0 0 0 0,1 0 0 0 0,-1 0 21 0 0,0 1 0 0 0,0-1 0 0 0,0 1-1 0 0,0 0 1 0 0,0-1 0 0 0,-1 1 0 0 0,1 0 0 0 0,0 0 0 0 0,-1-1 0 0 0,1 1 0 0 0,0 0 0 0 0,-1 0 0 0 0,1 0 0 0 0,-1 0 0 0 0,1 0-1 0 0,0 2 1 0 0,1 4 98 0 0,0 1 0 0 0,0-1 0 0 0,0 1 0 0 0,0 8 0 0 0,2 73 123 0 0,8 86 666 0 0,-9-145-764 0 0,2-1-1 0 0,2 0 0 0 0,17 51 1 0 0,-23-75-191 0 0,1-1 0 0 0,0 1 0 0 0,0-1 0 0 0,1 1 0 0 0,-1-1 0 0 0,1 0 0 0 0,0 0 0 0 0,6 7 0 0 0,-8-10 37 0 0,0 0 0 0 0,0-1 0 0 0,0 1 0 0 0,0-1 0 0 0,0 1-1 0 0,-1-1 1 0 0,1 1 0 0 0,0-1 0 0 0,0 0 0 0 0,0 0 0 0 0,0 1 0 0 0,0-1-1 0 0,0 0 1 0 0,1 0 0 0 0,-1 0 0 0 0,0 0 0 0 0,0 0 0 0 0,1 0 0 0 0,0-1 8 0 0,0 0 0 0 0,0 1 0 0 0,0-1 0 0 0,0 0 0 0 0,0 0 1 0 0,0-1-1 0 0,0 1 0 0 0,0 0 0 0 0,-1 0 0 0 0,1-1 0 0 0,2-2 0 0 0,0 0 15 0 0,6-6-50 0 0,0 0 1 0 0,1 0-1 0 0,0 1 1 0 0,21-13-1 0 0,-28 20 32 0 0,-1 0-1 0 0,0 1 1 0 0,1-1-1 0 0,0 1 1 0 0,-1 0-1 0 0,1 0 1 0 0,0 0 0 0 0,-1 1-1 0 0,1-1 1 0 0,0 1-1 0 0,0 0 1 0 0,0 0-1 0 0,-1 0 1 0 0,1 1 0 0 0,0-1-1 0 0,0 1 1 0 0,-1 0-1 0 0,1 0 1 0 0,0 0-1 0 0,-1 1 1 0 0,1-1-1 0 0,5 4 1 0 0,22 13 186 0 0,1 1 747 0 0,68 30 0 0 0,-93-46-830 0 0,-2-1 24 0 0,1 0 0 0 0,0 0 0 0 0,-1 1 0 0 0,1 0-1 0 0,9 7 1 0 0,-14-9-132 0 0,0 0-1 0 0,0-1 0 0 0,0 1 1 0 0,0 1-1 0 0,0-1 1 0 0,-1 0-1 0 0,1 0 0 0 0,0 0 1 0 0,-1 0-1 0 0,1 0 1 0 0,-1 1-1 0 0,1-1 0 0 0,-1 0 1 0 0,1 1-1 0 0,-1-1 1 0 0,0 0-1 0 0,0 1 0 0 0,0-1 1 0 0,0 0-1 0 0,0 1 1 0 0,0-1-1 0 0,0 0 0 0 0,0 1 1 0 0,0-1-1 0 0,-1 0 1 0 0,1 1-1 0 0,0-1 0 0 0,-1 0 1 0 0,1 0-1 0 0,-1 1 1 0 0,0-1-1 0 0,1 0 0 0 0,-2 2 1 0 0,-8 12-367 0 0</inkml:trace>
</inkml:ink>
</file>

<file path=ppt/ink/ink2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23.855"/>
    </inkml:context>
    <inkml:brush xml:id="br0">
      <inkml:brushProperty name="width" value="0.1" units="cm"/>
      <inkml:brushProperty name="height" value="0.1" units="cm"/>
      <inkml:brushProperty name="color" value="#E71224"/>
    </inkml:brush>
  </inkml:definitions>
  <inkml:trace contextRef="#ctx0" brushRef="#br0">1 141 5529 0 0,'13'-43'2495'0'0,"-11"35"-2091"0"0,0 0 0 0 0,0 0-1 0 0,0 0 1 0 0,1 1 0 0 0,0-1 0 0 0,1 1 0 0 0,0-1-1 0 0,0 1 1 0 0,0 0 0 0 0,1 1 0 0 0,7-9-1 0 0,-11 15-318 0 0,-1 0-1 0 0,1 0 0 0 0,-1-1 0 0 0,1 1 1 0 0,0 0-1 0 0,-1 0 0 0 0,1 0 0 0 0,0 0 1 0 0,-1 0-1 0 0,1 0 0 0 0,0 0 0 0 0,-1 0 1 0 0,1 1-1 0 0,-1-1 0 0 0,1 0 0 0 0,0 0 0 0 0,-1 0 1 0 0,1 1-1 0 0,-1-1 0 0 0,1 0 0 0 0,-1 1 1 0 0,1-1-1 0 0,-1 0 0 0 0,1 1 0 0 0,-1-1 1 0 0,1 1-1 0 0,-1-1 0 0 0,1 1 0 0 0,-1-1 1 0 0,0 1-1 0 0,1-1 0 0 0,-1 1 0 0 0,0-1 0 0 0,1 1 1 0 0,-1 0-1 0 0,0-1 0 0 0,0 1 0 0 0,1-1 1 0 0,-1 1-1 0 0,0 0 0 0 0,0 0 0 0 0,10 28 1211 0 0,-2 10-525 0 0,-2-1 0 0 0,3 76-1 0 0,-12 79-706 0 0,1-183-30 0 0,2-8-27 0 0,-1 0-1 0 0,1 0 1 0 0,-1 0-1 0 0,1 0 0 0 0,0 0 1 0 0,0 0-1 0 0,0 1 1 0 0,0-1-1 0 0,0 0 0 0 0,1 0 1 0 0,0 3-1 0 0,13-42-239 0 0,2-2-160 0 0,2 2 0 0 0,2 0 0 0 0,33-47 0 0 0,-1 0 500 0 0,-52 84-104 0 0,33-51 806 0 0,-30 47-626 0 0,0 0 1 0 0,1 0-1 0 0,-1 1 0 0 0,1-1 0 0 0,0 1 1 0 0,0 0-1 0 0,0 0 0 0 0,0 0 0 0 0,9-4 1 0 0,-12 7-158 0 0,1 0 1 0 0,-1 0 0 0 0,1 0-1 0 0,-1 0 1 0 0,1 0-1 0 0,-1 0 1 0 0,1 0 0 0 0,-1 0-1 0 0,1 0 1 0 0,-1 0 0 0 0,1 1-1 0 0,-1-1 1 0 0,1 1 0 0 0,-1-1-1 0 0,0 1 1 0 0,1 0 0 0 0,-1 0-1 0 0,0-1 1 0 0,1 1 0 0 0,-1 0-1 0 0,0 0 1 0 0,0 0 0 0 0,0 0-1 0 0,0 0 1 0 0,0 0 0 0 0,0 1-1 0 0,0-1 1 0 0,0 0 0 0 0,0 0-1 0 0,-1 1 1 0 0,1-1 0 0 0,-1 1-1 0 0,1-1 1 0 0,0 3 0 0 0,4 7 157 0 0,-1 0 0 0 0,-1 0 0 0 0,3 12 0 0 0,-6-21-181 0 0,24 166-1489 0 0,-13-78-903 0 0,-7-67-4487 0 0</inkml:trace>
</inkml:ink>
</file>

<file path=ppt/ink/ink2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24.155"/>
    </inkml:context>
    <inkml:brush xml:id="br0">
      <inkml:brushProperty name="width" value="0.1" units="cm"/>
      <inkml:brushProperty name="height" value="0.1" units="cm"/>
      <inkml:brushProperty name="color" value="#E71224"/>
    </inkml:brush>
  </inkml:definitions>
  <inkml:trace contextRef="#ctx0" brushRef="#br0">32 137 4145 0 0,'-19'-16'6060'0'0,"18"16"-5923"0"0,-7 21 5058 0 0,5-4-5318 0 0,2-9 345 0 0,1 0-1 0 0,0 1 1 0 0,1-1 0 0 0,0 0 0 0 0,1 0-1 0 0,-1 0 1 0 0,1 0 0 0 0,1 0 0 0 0,0 0-1 0 0,0 0 1 0 0,0-1 0 0 0,8 13 0 0 0,-8-15-158 0 0,0-1 0 0 0,0 0 0 0 0,0 0 0 0 0,1 0 0 0 0,-1 0 1 0 0,1-1-1 0 0,0 1 0 0 0,0-1 0 0 0,0 0 0 0 0,0 0 0 0 0,1 0 1 0 0,-1-1-1 0 0,1 0 0 0 0,0 0 0 0 0,0 0 0 0 0,0 0 0 0 0,0-1 1 0 0,0 1-1 0 0,0-1 0 0 0,0 0 0 0 0,6-1 0 0 0,-8 1-95 0 0,-1-2-1 0 0,0 1 0 0 0,0 0 1 0 0,0 0-1 0 0,0-1 0 0 0,0 1 1 0 0,0-1-1 0 0,0 1 0 0 0,0-1 0 0 0,0 0 1 0 0,0 0-1 0 0,0 0 0 0 0,0 0 1 0 0,0 0-1 0 0,0-1 0 0 0,-1 1 1 0 0,1 0-1 0 0,-1-1 0 0 0,1 1 1 0 0,1-3-1 0 0,-1 0-19 0 0,0 1-1 0 0,0-1 1 0 0,0 0 0 0 0,0 0-1 0 0,-1 0 1 0 0,1 0 0 0 0,-1 0-1 0 0,0 0 1 0 0,0-8 0 0 0,0-1 26 0 0,-1 1 0 0 0,0-1 0 0 0,-1 0 0 0 0,0 0 0 0 0,-6-23 0 0 0,2 19-217 0 0,-1-1 0 0 0,-1 1 1 0 0,-17-29-1 0 0,-14-14-3928 0 0,29 50 2794 0 0</inkml:trace>
</inkml:ink>
</file>

<file path=ppt/ink/ink2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24.314"/>
    </inkml:context>
    <inkml:brush xml:id="br0">
      <inkml:brushProperty name="width" value="0.1" units="cm"/>
      <inkml:brushProperty name="height" value="0.1" units="cm"/>
      <inkml:brushProperty name="color" value="#E71224"/>
    </inkml:brush>
  </inkml:definitions>
  <inkml:trace contextRef="#ctx0" brushRef="#br0">0 0 12899 0 0,'5'29'1016'0'0,"-2"0"0"0"0,-1 1 1 0 0,-3 46-1 0 0,0 14-1347 0 0,3-67-944 0 0,0 1-1 0 0,10 41 1 0 0,-10-51 1239 0 0</inkml:trace>
</inkml:ink>
</file>

<file path=ppt/ink/ink2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24.488"/>
    </inkml:context>
    <inkml:brush xml:id="br0">
      <inkml:brushProperty name="width" value="0.1" units="cm"/>
      <inkml:brushProperty name="height" value="0.1" units="cm"/>
      <inkml:brushProperty name="color" value="#E71224"/>
    </inkml:brush>
  </inkml:definitions>
  <inkml:trace contextRef="#ctx0" brushRef="#br0">6 21 13363 0 0,'-3'-9'592'0'0,"2"4"120"0"0,-1 1-568 0 0,2 3-144 0 0,0-1 0 0 0,2 2 0 0 0,-1 2 192 0 0,0-1 0 0 0,2 0 8 0 0,0 5 0 0 0,1 1-808 0 0,5 21-976 0 0,-5-10 768 0 0,2 4 632 0 0,-5-2 184 0 0</inkml:trace>
</inkml:ink>
</file>

<file path=ppt/ink/ink2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24.837"/>
    </inkml:context>
    <inkml:brush xml:id="br0">
      <inkml:brushProperty name="width" value="0.1" units="cm"/>
      <inkml:brushProperty name="height" value="0.1" units="cm"/>
      <inkml:brushProperty name="color" value="#E71224"/>
    </inkml:brush>
  </inkml:definitions>
  <inkml:trace contextRef="#ctx0" brushRef="#br0">210 1 3209 0 0,'-5'0'376'0'0,"-1"1"1"0"0,1 1 0 0 0,0-1-1 0 0,-1 1 1 0 0,1 0-1 0 0,0 0 1 0 0,0 0 0 0 0,0 1-1 0 0,0 0 1 0 0,1 0-1 0 0,-1 0 1 0 0,-7 7 0 0 0,-49 51 4655 0 0,59-59-4986 0 0,0 0 80 0 0,-44 54 2059 0 0,42-51-2141 0 0,1-1 1 0 0,1 1-1 0 0,-1-1 1 0 0,1 1 0 0 0,-1 0-1 0 0,1 0 1 0 0,1 0-1 0 0,-1 0 1 0 0,1 0 0 0 0,0 1-1 0 0,-1 5 1 0 0,2-9-96 0 0,1 0 1 0 0,-1 0-1 0 0,0 0 1 0 0,1-1-1 0 0,-1 1 0 0 0,1 0 1 0 0,0 0-1 0 0,-1-1 1 0 0,1 1-1 0 0,0 0 1 0 0,0-1-1 0 0,0 1 1 0 0,0-1-1 0 0,0 0 0 0 0,1 1 1 0 0,-1-1-1 0 0,0 0 1 0 0,1 1-1 0 0,-1-1 1 0 0,1 0-1 0 0,-1 0 1 0 0,1 0-1 0 0,-1 0 0 0 0,1-1 1 0 0,0 1-1 0 0,-1 0 1 0 0,3 0-1 0 0,7 2-140 0 0,1 0-1 0 0,-1 0 1 0 0,16 0 0 0 0,-5 1 351 0 0,-10-2-235 0 0,0 1-1 0 0,1 0 1 0 0,-1 1-1 0 0,0 1 1 0 0,19 10-1 0 0,-29-14 51 0 0,1 0-1 0 0,-1 1 1 0 0,0-1-1 0 0,0 1 1 0 0,0-1-1 0 0,0 1 1 0 0,0 0-1 0 0,0 0 1 0 0,0 0-1 0 0,0 0 1 0 0,-1 0-1 0 0,1 0 1 0 0,-1 1-1 0 0,1-1 1 0 0,-1 0-1 0 0,0 1 1 0 0,0-1-1 0 0,0 1 1 0 0,0-1-1 0 0,-1 1 1 0 0,1 0-1 0 0,-1-1 1 0 0,1 1-1 0 0,-1 0 1 0 0,0-1-1 0 0,0 1 1 0 0,0 0-1 0 0,-1-1 1 0 0,1 1-1 0 0,0 0 1 0 0,-1-1-1 0 0,0 1 1 0 0,-1 2-1 0 0,-2 5 252 0 0,0-1 1 0 0,-1 0-1 0 0,-1 0 0 0 0,1 0 0 0 0,-1-1 1 0 0,-1 0-1 0 0,0 0 0 0 0,-14 13 1 0 0,-5 1-544 0 0,-38 24 1 0 0,58-42 19 0 0,-10 7-343 0 0</inkml:trace>
</inkml:ink>
</file>

<file path=ppt/ink/ink2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25.217"/>
    </inkml:context>
    <inkml:brush xml:id="br0">
      <inkml:brushProperty name="width" value="0.1" units="cm"/>
      <inkml:brushProperty name="height" value="0.1" units="cm"/>
      <inkml:brushProperty name="color" value="#E71224"/>
    </inkml:brush>
  </inkml:definitions>
  <inkml:trace contextRef="#ctx0" brushRef="#br0">1 103 10594 0 0,'0'-2'74'0'0,"0"1"-1"0"0,1-1 0 0 0,-1 1 0 0 0,1-1 1 0 0,-1 1-1 0 0,1-1 0 0 0,0 1 0 0 0,-1-1 1 0 0,1 1-1 0 0,0 0 0 0 0,0 0 1 0 0,0-1-1 0 0,1 0 0 0 0,1 6 134 0 0,-3 12 537 0 0,-5 15 1537 0 0,3-17-1682 0 0,0-1 0 0 0,0 1 0 0 0,1-1 0 0 0,2 28 0 0 0,-1-38-601 0 0,0-1 1 0 0,1 1 0 0 0,-1-1 0 0 0,1 1 0 0 0,-1-1-1 0 0,1 0 1 0 0,0 1 0 0 0,0-1 0 0 0,0 0-1 0 0,1 0 1 0 0,-1 1 0 0 0,0-1 0 0 0,1 0 0 0 0,-1 0-1 0 0,1 0 1 0 0,0-1 0 0 0,0 1 0 0 0,0 0 0 0 0,0-1-1 0 0,0 1 1 0 0,0-1 0 0 0,0 0 0 0 0,0 1-1 0 0,1-1 1 0 0,-1 0 0 0 0,0-1 0 0 0,1 1 0 0 0,-1 0-1 0 0,0 0 1 0 0,1-1 0 0 0,-1 0 0 0 0,6 1-1 0 0,-4-1-79 0 0,-1-1 0 0 0,1 1 0 0 0,0-1 0 0 0,-1 0 0 0 0,1 0 0 0 0,-1 0 0 0 0,1 0 0 0 0,-1 0 0 0 0,0-1 0 0 0,1 1 0 0 0,-1-1 0 0 0,0 0 0 0 0,0 0 0 0 0,0-1 0 0 0,4-3 0 0 0,41-46-262 0 0,-35 37 310 0 0,34-50 229 0 0,-37 49 102 0 0,0 1 0 0 0,1 0 0 0 0,1 0 0 0 0,26-23 0 0 0,-35 35-108 0 0,1 0-1 0 0,0 0 1 0 0,-1 1 0 0 0,1 0-1 0 0,0-1 1 0 0,0 1 0 0 0,0 1 0 0 0,0-1-1 0 0,0 1 1 0 0,1-1 0 0 0,-1 1 0 0 0,0 1-1 0 0,10-2 1 0 0,-12 3-100 0 0,1-1-1 0 0,0 0 0 0 0,0 1 1 0 0,-1 0-1 0 0,1 0 1 0 0,0 0-1 0 0,-1 0 0 0 0,1 0 1 0 0,-1 0-1 0 0,1 1 1 0 0,-1-1-1 0 0,0 1 1 0 0,1 0-1 0 0,-1-1 0 0 0,0 1 1 0 0,0 0-1 0 0,0 0 1 0 0,-1 1-1 0 0,1-1 0 0 0,0 0 1 0 0,-1 1-1 0 0,0-1 1 0 0,2 3-1 0 0,5 12-52 0 0,-1 0-1 0 0,-1 0 0 0 0,-1 1 1 0 0,0 0-1 0 0,-1-1 1 0 0,-1 2-1 0 0,0-1 0 0 0,-2 0 1 0 0,0 0-1 0 0,-1 1 1 0 0,-1-1-1 0 0,-1 0 1 0 0,0 1-1 0 0,-9 31 0 0 0,0-12-88 0 0,-1 0-1 0 0,-3 0 1 0 0,0-1-1 0 0,-3-1 0 0 0,-37 58 1 0 0,-45 46-1837 0 0,76-112-5624 0 0</inkml:trace>
</inkml:ink>
</file>

<file path=ppt/ink/ink2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25.741"/>
    </inkml:context>
    <inkml:brush xml:id="br0">
      <inkml:brushProperty name="width" value="0.1" units="cm"/>
      <inkml:brushProperty name="height" value="0.1" units="cm"/>
      <inkml:brushProperty name="color" value="#E71224"/>
    </inkml:brush>
  </inkml:definitions>
  <inkml:trace contextRef="#ctx0" brushRef="#br0">0 0 3225 0 0,'8'25'11636'0'0,"-5"-21"-10579"0"0,2 6-694 0 0,10 34 579 0 0,-2 0 0 0 0,-2 0 0 0 0,8 68 1 0 0,-10-53-1608 0 0,21 74 1 0 0,-22-108-503 0 0,1 0-3327 0 0,-2-6-1132 0 0</inkml:trace>
</inkml:ink>
</file>

<file path=ppt/ink/ink2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26.010"/>
    </inkml:context>
    <inkml:brush xml:id="br0">
      <inkml:brushProperty name="width" value="0.1" units="cm"/>
      <inkml:brushProperty name="height" value="0.1" units="cm"/>
      <inkml:brushProperty name="color" value="#E71224"/>
    </inkml:brush>
  </inkml:definitions>
  <inkml:trace contextRef="#ctx0" brushRef="#br0">73 34 6913 0 0,'7'-4'625'0'0,"-1"-1"0"0"0,1 2-1 0 0,0-1 1 0 0,0 1-1 0 0,1 0 1 0 0,-1 0-1 0 0,1 1 1 0 0,-1 0-1 0 0,1 1 1 0 0,0-1 0 0 0,-1 1-1 0 0,1 1 1 0 0,0 0-1 0 0,0 0 1 0 0,15 2-1 0 0,-22-2-539 0 0,1 1 0 0 0,0 0 0 0 0,-1-1-1 0 0,1 1 1 0 0,-1 0 0 0 0,1 0 0 0 0,-1 0 0 0 0,0 0-1 0 0,1 0 1 0 0,-1 0 0 0 0,0 0 0 0 0,1 0 0 0 0,-1 1-1 0 0,0-1 1 0 0,0 0 0 0 0,0 1 0 0 0,0-1 0 0 0,0 1-1 0 0,-1-1 1 0 0,1 1 0 0 0,0-1 0 0 0,0 3 0 0 0,0 0-25 0 0,-1 0 0 0 0,1 1 0 0 0,-1-1 0 0 0,0 0 0 0 0,0 1 0 0 0,0-1 0 0 0,0 0 0 0 0,-2 8 0 0 0,-2 3-53 0 0,-1-1 0 0 0,0 1 0 0 0,-13 26 0 0 0,10-26-8 0 0,-1-1-1 0 0,-1 0 0 0 0,0 0 0 0 0,-1-1 0 0 0,0 0 0 0 0,-1-1 1 0 0,-1-1-1 0 0,-21 17 0 0 0,-31 14-6023 0 0,46-30 259 0 0</inkml:trace>
</inkml:ink>
</file>

<file path=ppt/ink/ink2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26.627"/>
    </inkml:context>
    <inkml:brush xml:id="br0">
      <inkml:brushProperty name="width" value="0.1" units="cm"/>
      <inkml:brushProperty name="height" value="0.1" units="cm"/>
      <inkml:brushProperty name="color" value="#E71224"/>
    </inkml:brush>
  </inkml:definitions>
  <inkml:trace contextRef="#ctx0" brushRef="#br0">0 1 14283 0 0,'1'0'30'0'0,"-1"0"-1"0"0,0 0 1 0 0,1 0-1 0 0,-1 0 1 0 0,1 0-1 0 0,-1 0 1 0 0,1 0-1 0 0,-1 0 1 0 0,0 0-1 0 0,1 0 0 0 0,-1 0 1 0 0,1 0-1 0 0,-1 0 1 0 0,0 0-1 0 0,1 1 1 0 0,-1-1-1 0 0,1 0 1 0 0,-1 0-1 0 0,0 0 1 0 0,1 1-1 0 0,-1-1 1 0 0,0 0-1 0 0,1 0 1 0 0,-1 1-1 0 0,0-1 1 0 0,1 0-1 0 0,-1 1 1 0 0,0-1-1 0 0,0 0 1 0 0,1 1-1 0 0,-1 0 1 0 0,11 20 1037 0 0,1 21 1068 0 0,-2 5-436 0 0,5 65 0 0 0,-11 49-2359 0 0,-4-152 273 0 0,-2 23-477 0 0,2-30 591 0 0,0-1 0 0 0,0 1 0 0 0,0-1 0 0 0,-1 0 0 0 0,1 1 0 0 0,0-1 0 0 0,-1 1 0 0 0,0-1 0 0 0,1 0 0 0 0,-1 0 0 0 0,0 1 0 0 0,1-1 0 0 0,-1 0 0 0 0,0 0 0 0 0,0 0 0 0 0,0 0 0 0 0,-2 2 0 0 0</inkml:trace>
</inkml:ink>
</file>

<file path=ppt/ink/ink2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26.873"/>
    </inkml:context>
    <inkml:brush xml:id="br0">
      <inkml:brushProperty name="width" value="0.1" units="cm"/>
      <inkml:brushProperty name="height" value="0.1" units="cm"/>
      <inkml:brushProperty name="color" value="#E71224"/>
    </inkml:brush>
  </inkml:definitions>
  <inkml:trace contextRef="#ctx0" brushRef="#br0">1 30 7226 0 0,'15'-6'669'0'0,"1"0"1"0"0,0 2 0 0 0,1 0 0 0 0,32-4 0 0 0,-44 7-386 0 0,0 1 1 0 0,0-1-1 0 0,1 1 1 0 0,-1 1 0 0 0,0-1-1 0 0,1 1 1 0 0,-1 0-1 0 0,0 0 1 0 0,0 1-1 0 0,0-1 1 0 0,0 1 0 0 0,0 0-1 0 0,0 0 1 0 0,-1 1-1 0 0,1 0 1 0 0,-1-1-1 0 0,1 2 1 0 0,-1-1 0 0 0,7 7-1 0 0,-9-7-199 0 0,1 1-1 0 0,-1 1 1 0 0,0-1 0 0 0,0 0-1 0 0,0 0 1 0 0,-1 1 0 0 0,0-1-1 0 0,1 1 1 0 0,-2 0-1 0 0,1-1 1 0 0,0 1 0 0 0,-1 0-1 0 0,0-1 1 0 0,0 1 0 0 0,0 0-1 0 0,-1-1 1 0 0,1 1-1 0 0,-1 0 1 0 0,0-1 0 0 0,-1 1-1 0 0,1-1 1 0 0,-5 8 0 0 0,-1 6-259 0 0,-2 0 0 0 0,0-1-1 0 0,-1-1 1 0 0,-13 18 0 0 0,5-11-803 0 0,0 0 0 0 0,-1-2 0 0 0,-2 0 0 0 0,-31 25 0 0 0,37-36-310 0 0</inkml:trace>
</inkml:ink>
</file>

<file path=ppt/ink/ink2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27.546"/>
    </inkml:context>
    <inkml:brush xml:id="br0">
      <inkml:brushProperty name="width" value="0.1" units="cm"/>
      <inkml:brushProperty name="height" value="0.1" units="cm"/>
      <inkml:brushProperty name="color" value="#E71224"/>
    </inkml:brush>
  </inkml:definitions>
  <inkml:trace contextRef="#ctx0" brushRef="#br0">78 0 3225 0 0,'-5'7'4855'0'0,"-13"33"-2960"0"0,5-2-1143 0 0,2 0 0 0 0,2 0 0 0 0,1 1 0 0 0,-3 51 0 0 0,10-76-620 0 0,0-1-1 0 0,1 1 1 0 0,1 0-1 0 0,0-1 1 0 0,0 0-1 0 0,2 1 1 0 0,0-1-1 0 0,0 0 1 0 0,1 0-1 0 0,1 0 0 0 0,0-1 1 0 0,1 1-1 0 0,0-1 1 0 0,1 0-1 0 0,0-1 1 0 0,10 12-1 0 0,-15-20-105 0 0,1-1 0 0 0,-1 0-1 0 0,1 1 1 0 0,-1-1 0 0 0,1 0-1 0 0,0 0 1 0 0,0-1 0 0 0,0 1 0 0 0,0-1-1 0 0,0 1 1 0 0,0-1 0 0 0,0 0-1 0 0,1 0 1 0 0,-1-1 0 0 0,0 1 0 0 0,0 0-1 0 0,1-1 1 0 0,-1 0 0 0 0,1 0-1 0 0,-1 0 1 0 0,4-1 0 0 0,-4 1-10 0 0,-1-1 0 0 0,1 0 0 0 0,-1 0 0 0 0,1 0 1 0 0,-1 0-1 0 0,0 0 0 0 0,1 0 0 0 0,-1-1 0 0 0,0 1 0 0 0,0-1 0 0 0,0 1 0 0 0,0-1 1 0 0,0 0-1 0 0,-1 0 0 0 0,1 0 0 0 0,-1 0 0 0 0,1 0 0 0 0,-1 0 0 0 0,1-1 0 0 0,-1 1 1 0 0,0 0-1 0 0,0-1 0 0 0,0 1 0 0 0,0-1 0 0 0,-1 1 0 0 0,1-1 0 0 0,-1 1 1 0 0,1-4-1 0 0,-1 0-47 0 0,1 1 0 0 0,-1-1 0 0 0,0 1 0 0 0,-1-1 0 0 0,1 1 0 0 0,-1-1 0 0 0,0 1 0 0 0,-1-1 0 0 0,1 1 0 0 0,-1 0 0 0 0,0-1 0 0 0,-4-6 0 0 0,-2-1-169 0 0,-1 0-1 0 0,-20-24 0 0 0,4 6 108 0 0,25 31 110 0 0,-1-1 0 0 0,1 0 0 0 0,-1 1 0 0 0,1-1 0 0 0,-1 0 0 0 0,1 1 0 0 0,0-1-1 0 0,-1 0 1 0 0,1 0 0 0 0,0 1 0 0 0,0-1 0 0 0,0 0 0 0 0,0 0 0 0 0,-1 0 0 0 0,1 1 0 0 0,0-1 0 0 0,0 0 0 0 0,0 0 0 0 0,1 0 0 0 0,-1 1 0 0 0,0-1 0 0 0,0 0-1 0 0,0 0 1 0 0,1 1 0 0 0,-1-1 0 0 0,0 0 0 0 0,1 0 0 0 0,-1 1 0 0 0,1-2 0 0 0,1 0 24 0 0,0 0 0 0 0,0 0-1 0 0,0 0 1 0 0,0 0 0 0 0,0 1 0 0 0,0-1-1 0 0,1 1 1 0 0,4-3 0 0 0,4-1 127 0 0,0 1-1 0 0,1 0 1 0 0,12-2 0 0 0,-18 4-71 0 0,1 1 1 0 0,0 0 0 0 0,0 1-1 0 0,0-1 1 0 0,0 1 0 0 0,0 1-1 0 0,0-1 1 0 0,-1 1 0 0 0,1 1-1 0 0,0-1 1 0 0,0 1 0 0 0,-1 0-1 0 0,12 5 1 0 0,-10-2-14 0 0,1 0-1 0 0,-1 0 1 0 0,0 1-1 0 0,0 0 1 0 0,-1 1-1 0 0,0 0 1 0 0,0 0 0 0 0,11 14-1 0 0,-7-5 141 0 0,-1 1 0 0 0,0 0 1 0 0,-1 0-1 0 0,-1 1 0 0 0,-1 0 0 0 0,-1 0 0 0 0,0 1 0 0 0,-1 0 1 0 0,3 24-1 0 0,1 76-598 0 0,-7-109-469 0 0</inkml:trace>
</inkml:ink>
</file>

<file path=ppt/ink/ink2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31.397"/>
    </inkml:context>
    <inkml:brush xml:id="br0">
      <inkml:brushProperty name="width" value="0.1" units="cm"/>
      <inkml:brushProperty name="height" value="0.1" units="cm"/>
      <inkml:brushProperty name="color" value="#F6630D"/>
    </inkml:brush>
  </inkml:definitions>
  <inkml:trace contextRef="#ctx0" brushRef="#br0">22 38 8754 0 0,'-9'-20'1805'0'0,"-3"2"4206"0"0,14 33-4815 0 0,75 460 3491 0 0,-71-413-4978 0 0,40 283-5071 0 0,-46-342 4864 0 0,0-2 90 0 0,1 1 0 0 0,-1-1 0 0 0,0 0 0 0 0,1 1 1 0 0,-1-1-1 0 0,1 0 0 0 0,-1 1 0 0 0,1-1 0 0 0,-1 0 0 0 0,1 0 0 0 0,0 1 1 0 0,1 1-1 0 0</inkml:trace>
</inkml:ink>
</file>

<file path=ppt/ink/ink2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31.587"/>
    </inkml:context>
    <inkml:brush xml:id="br0">
      <inkml:brushProperty name="width" value="0.1" units="cm"/>
      <inkml:brushProperty name="height" value="0.1" units="cm"/>
      <inkml:brushProperty name="color" value="#F6630D"/>
    </inkml:brush>
  </inkml:definitions>
  <inkml:trace contextRef="#ctx0" brushRef="#br0">1 233 3225 0 0,'0'-15'688'0'0,"0"0"0"0"0,1 0 0 0 0,1 0 1 0 0,0 0-1 0 0,6-19 0 0 0,-6 28-305 0 0,1-1 1 0 0,0 1-1 0 0,0 0 0 0 0,0 0 0 0 0,1 0 1 0 0,-1 1-1 0 0,1-1 0 0 0,1 1 0 0 0,-1 0 1 0 0,1 0-1 0 0,0 0 0 0 0,0 1 0 0 0,1 0 1 0 0,5-4-1 0 0,1 0 401 0 0,0 1 0 0 0,21-10 0 0 0,-1 9-961 0 0,-1 10-3800 0 0,-18 2-875 0 0</inkml:trace>
</inkml:ink>
</file>

<file path=ppt/ink/ink2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31.781"/>
    </inkml:context>
    <inkml:brush xml:id="br0">
      <inkml:brushProperty name="width" value="0.1" units="cm"/>
      <inkml:brushProperty name="height" value="0.1" units="cm"/>
      <inkml:brushProperty name="color" value="#F6630D"/>
    </inkml:brush>
  </inkml:definitions>
  <inkml:trace contextRef="#ctx0" brushRef="#br0">0 157 5985 0 0,'7'-2'550'0'0,"0"-1"0"0"0,0 0 0 0 0,-1 0 0 0 0,10-6 0 0 0,12-6 94 0 0,70-26-186 0 0,107-31 1 0 0,-178 64-537 0 0</inkml:trace>
</inkml:ink>
</file>

<file path=ppt/ink/ink2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31.967"/>
    </inkml:context>
    <inkml:brush xml:id="br0">
      <inkml:brushProperty name="width" value="0.1" units="cm"/>
      <inkml:brushProperty name="height" value="0.1" units="cm"/>
      <inkml:brushProperty name="color" value="#F6630D"/>
    </inkml:brush>
  </inkml:definitions>
  <inkml:trace contextRef="#ctx0" brushRef="#br0">22 0 10138 0 0,'-1'1'79'0'0,"0"-1"-1"0"0,0 1 0 0 0,-1-1 1 0 0,1 1-1 0 0,0-1 1 0 0,0 1-1 0 0,0 0 0 0 0,0 0 1 0 0,0 0-1 0 0,0 0 1 0 0,0 0-1 0 0,0 0 0 0 0,0 0 1 0 0,0 0-1 0 0,0 0 1 0 0,1 0-1 0 0,-1 0 0 0 0,0 0 1 0 0,1 1-1 0 0,-1-1 1 0 0,1 0-1 0 0,-1 0 0 0 0,1 1 1 0 0,0-1-1 0 0,0 0 1 0 0,-1 1-1 0 0,1-1 0 0 0,0 1 1 0 0,0-1-1 0 0,0 0 1 0 0,1 3-1 0 0,1 45 2824 0 0,9-1-717 0 0,21 60 1 0 0,4 16-1252 0 0,-3-4-2389 0 0,-26-94 252 0 0</inkml:trace>
</inkml:ink>
</file>

<file path=ppt/ink/ink2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32.158"/>
    </inkml:context>
    <inkml:brush xml:id="br0">
      <inkml:brushProperty name="width" value="0.1" units="cm"/>
      <inkml:brushProperty name="height" value="0.1" units="cm"/>
      <inkml:brushProperty name="color" value="#F6630D"/>
    </inkml:brush>
  </inkml:definitions>
  <inkml:trace contextRef="#ctx0" brushRef="#br0">0 227 9218 0 0,'11'-18'304'0'0,"1"1"0"0"0,1 0-1 0 0,0 1 1 0 0,1 0 0 0 0,1 1 0 0 0,0 1 0 0 0,1 0-1 0 0,1 1 1 0 0,30-19 0 0 0,-34 24-173 0 0,0 0 0 0 0,1 0-1 0 0,0 1 1 0 0,0 1 0 0 0,28-8 0 0 0,-39 13-242 0 0,0 0 0 0 0,1 1 1 0 0,-1-1-1 0 0,0 1 1 0 0,1 0-1 0 0,-1 0 0 0 0,0 0 1 0 0,1 0-1 0 0,-1 1 0 0 0,0-1 1 0 0,1 1-1 0 0,-1 0 1 0 0,0 0-1 0 0,3 2 0 0 0,-3-2-138 0 0,-1 1 0 0 0,0-1 0 0 0,0 1 0 0 0,0 0 0 0 0,0 0 0 0 0,0 0 0 0 0,0 0 0 0 0,-1 1 0 0 0,1-1 0 0 0,-1 0 0 0 0,1 1 0 0 0,-1-1-1 0 0,0 1 1 0 0,0-1 0 0 0,0 1 0 0 0,0-1 0 0 0,-1 1 0 0 0,1 0 0 0 0,0 5 0 0 0,-2 14-1355 0 0,-6 1 969 0 0</inkml:trace>
</inkml:ink>
</file>

<file path=ppt/ink/ink2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32.316"/>
    </inkml:context>
    <inkml:brush xml:id="br0">
      <inkml:brushProperty name="width" value="0.1" units="cm"/>
      <inkml:brushProperty name="height" value="0.1" units="cm"/>
      <inkml:brushProperty name="color" value="#F6630D"/>
    </inkml:brush>
  </inkml:definitions>
  <inkml:trace contextRef="#ctx0" brushRef="#br0">1 151 4609 0 0,'38'-24'616'0'0,"0"3"0"0"0,2 1 0 0 0,0 1 1 0 0,2 3-1 0 0,73-20 0 0 0,-84 29-632 0 0,1-1-64 0 0</inkml:trace>
</inkml:ink>
</file>

<file path=ppt/ink/ink2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32.553"/>
    </inkml:context>
    <inkml:brush xml:id="br0">
      <inkml:brushProperty name="width" value="0.1" units="cm"/>
      <inkml:brushProperty name="height" value="0.1" units="cm"/>
      <inkml:brushProperty name="color" value="#F6630D"/>
    </inkml:brush>
  </inkml:definitions>
  <inkml:trace contextRef="#ctx0" brushRef="#br0">38 63 920 0 0,'-5'3'955'0'0,"1"-1"0"0"0,-1 1-1 0 0,0 0 1 0 0,1 0 0 0 0,-1 0-1 0 0,-4 10 2908 0 0,17-13-2461 0 0,12-4-115 0 0,-19 4-1081 0 0,150-40 5604 0 0,-45 11-4938 0 0,-95 26-955 0 0,50-14-3555 0 0</inkml:trace>
</inkml:ink>
</file>

<file path=ppt/ink/ink2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32.743"/>
    </inkml:context>
    <inkml:brush xml:id="br0">
      <inkml:brushProperty name="width" value="0.1" units="cm"/>
      <inkml:brushProperty name="height" value="0.1" units="cm"/>
      <inkml:brushProperty name="color" value="#F6630D"/>
    </inkml:brush>
  </inkml:definitions>
  <inkml:trace contextRef="#ctx0" brushRef="#br0">24 1 5065 0 0,'-3'2'157'0'0,"1"0"1"0"0,0 0-1 0 0,0 0 0 0 0,1 1 0 0 0,-1-1 1 0 0,0 1-1 0 0,1-1 0 0 0,0 1 0 0 0,-1 0 1 0 0,1-1-1 0 0,0 1 0 0 0,0 0 1 0 0,0 0-1 0 0,1 0 0 0 0,-1 0 0 0 0,1 0 1 0 0,0 0-1 0 0,0 0 0 0 0,0 3 0 0 0,0 12 1561 0 0,5 37-1 0 0,-2-34-798 0 0,16 143 4209 0 0,24 79-1642 0 0,-10-130-3797 0 0,-25-88-464 0 0</inkml:trace>
</inkml:ink>
</file>

<file path=ppt/ink/ink2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33.187"/>
    </inkml:context>
    <inkml:brush xml:id="br0">
      <inkml:brushProperty name="width" value="0.1" units="cm"/>
      <inkml:brushProperty name="height" value="0.1" units="cm"/>
      <inkml:brushProperty name="color" value="#F6630D"/>
    </inkml:brush>
  </inkml:definitions>
  <inkml:trace contextRef="#ctx0" brushRef="#br0">1 47 11058 0 0,'183'-12'5640'0'0,"-59"2"-3110"0"0,416-1-152 0 0,-445 8-3782 0 0,-34-4-2799 0 0,-45 4-1746 0 0</inkml:trace>
</inkml:ink>
</file>

<file path=ppt/ink/ink2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33.440"/>
    </inkml:context>
    <inkml:brush xml:id="br0">
      <inkml:brushProperty name="width" value="0.1" units="cm"/>
      <inkml:brushProperty name="height" value="0.1" units="cm"/>
      <inkml:brushProperty name="color" value="#F6630D"/>
    </inkml:brush>
  </inkml:definitions>
  <inkml:trace contextRef="#ctx0" brushRef="#br0">30 1 6913 0 0,'-29'3'11502'0'0,"48"4"-10914"0"0,0 0 0 0 0,0 1 0 0 0,-1 1 0 0 0,0 1 0 0 0,-1 1 0 0 0,18 13 0 0 0,-30-19-566 0 0,0-1 0 0 0,0 0 0 0 0,0 1 0 0 0,-1 0 1 0 0,1 0-1 0 0,-1 1 0 0 0,0-1 0 0 0,-1 1 0 0 0,1-1 0 0 0,-1 1 0 0 0,0 1 0 0 0,-1-1 0 0 0,1 0 0 0 0,-1 0 0 0 0,-1 1 0 0 0,1-1 0 0 0,-1 1 1 0 0,0 0-1 0 0,-1-1 0 0 0,1 1 0 0 0,-1 0 0 0 0,-1 0 0 0 0,0 6 0 0 0,-2 0-125 0 0,-1 1-1 0 0,0-1 1 0 0,-1-1 0 0 0,0 1-1 0 0,-1-1 1 0 0,0 0-1 0 0,-1 0 1 0 0,-12 15 0 0 0,-26 29-2578 0 0,-2-5-4132 0 0,25-28 2250 0 0</inkml:trace>
</inkml:ink>
</file>

<file path=ppt/ink/ink2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34.012"/>
    </inkml:context>
    <inkml:brush xml:id="br0">
      <inkml:brushProperty name="width" value="0.1" units="cm"/>
      <inkml:brushProperty name="height" value="0.1" units="cm"/>
      <inkml:brushProperty name="color" value="#F6630D"/>
    </inkml:brush>
  </inkml:definitions>
  <inkml:trace contextRef="#ctx0" brushRef="#br0">21 0 10594 0 0,'-1'1'65'0'0,"0"0"0"0"0,-1-1 0 0 0,1 1-1 0 0,0 0 1 0 0,0 0 0 0 0,0 0 0 0 0,0 0-1 0 0,0 0 1 0 0,0 0 0 0 0,0 0 0 0 0,0 0-1 0 0,0 0 1 0 0,0 1 0 0 0,1-1 0 0 0,-1 0-1 0 0,0 1 1 0 0,1-1 0 0 0,-1 0 0 0 0,1 1-1 0 0,0-1 1 0 0,-1 0 0 0 0,1 1 0 0 0,0-1-1 0 0,0 3 1 0 0,-2 42 697 0 0,3-35-353 0 0,2 38 1053 0 0,2-1 0 0 0,18 78-1 0 0,-4-25-817 0 0,38 395 850 0 0,-6-40-341 0 0,-31-298-1032 0 0,-6 0-1 0 0,-10 215 0 0 0,-8-217-2 0 0,6-1 0 0 0,22 159 0 0 0,-9-211-217 0 0,17 137 14 0 0,-27-78-4569 0 0,-5-132-1593 0 0</inkml:trace>
</inkml:ink>
</file>

<file path=ppt/ink/ink2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34.600"/>
    </inkml:context>
    <inkml:brush xml:id="br0">
      <inkml:brushProperty name="width" value="0.1" units="cm"/>
      <inkml:brushProperty name="height" value="0.1" units="cm"/>
      <inkml:brushProperty name="color" value="#F6630D"/>
    </inkml:brush>
  </inkml:definitions>
  <inkml:trace contextRef="#ctx0" brushRef="#br0">34 184 6913 0 0,'-25'2'1208'0'0,"17"2"34"0"0,15 2-169 0 0,5-3-785 0 0,1-1 0 0 0,0 0-1 0 0,-1 0 1 0 0,1-2 0 0 0,0 1 0 0 0,-1-2 0 0 0,24-3 0 0 0,-3 2 152 0 0,53-3 319 0 0,237-6 814 0 0,326-2-1409 0 0,-1-27 1217 0 0,283 11 2343 0 0,-531 23-2987 0 0,402-61 1106 0 0,-786 65-1929 0 0,66-10-1106 0 0,100-1 0 0 0</inkml:trace>
</inkml:ink>
</file>

<file path=ppt/ink/ink2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38.595"/>
    </inkml:context>
    <inkml:brush xml:id="br0">
      <inkml:brushProperty name="width" value="0.1" units="cm"/>
      <inkml:brushProperty name="height" value="0.1" units="cm"/>
      <inkml:brushProperty name="color" value="#F6630D"/>
    </inkml:brush>
  </inkml:definitions>
  <inkml:trace contextRef="#ctx0" brushRef="#br0">4 2950 920 0 0,'0'0'67'0'0,"-1"-2"86"0"0,1-1 1 0 0,-1 1-1 0 0,1 0 1 0 0,-1 0-1 0 0,1-1 1 0 0,0 1-1 0 0,0 0 1 0 0,0 0-1 0 0,0-1 0 0 0,0 1 1 0 0,1 0-1 0 0,0-3 1 0 0,0-4 274 0 0,10-122 5293 0 0,1-57-4614 0 0,-1-28 850 0 0,3-57 732 0 0,-1 15-1153 0 0,-32-206 853 0 0,10 296-1463 0 0,5-332 282 0 0,0 237-920 0 0,0 55 8 0 0,3 175-274 0 0,2 1-1 0 0,2-1 1 0 0,1 0 0 0 0,2 1-1 0 0,11-38 1 0 0,-16 64 77 0 0,-1 6-99 0 0,0 0 0 0 0,1 0-1 0 0,-1 0 1 0 0,0 0 0 0 0,0 0 0 0 0,0 0-1 0 0,0 0 1 0 0,0 0 0 0 0,0 0-1 0 0,0 0 1 0 0,0 0 0 0 0,0 0 0 0 0,0 0-1 0 0,0 0 1 0 0,0 0 0 0 0,0 0-1 0 0,1 0 1 0 0,-1 0 0 0 0,0 0 0 0 0,0 0-1 0 0,0 0 1 0 0,0 0 0 0 0,0 0-1 0 0,0 0 1 0 0,0 0 0 0 0,0 0 0 0 0,0 0-1 0 0,0 0 1 0 0,0 0 0 0 0,0 0-1 0 0,0 0 1 0 0,0 0 0 0 0,0 0 0 0 0,0-1-1 0 0,0 1 1 0 0,0 0 0 0 0,0 0-1 0 0,1 0 1 0 0,-1 0 0 0 0,0 0 0 0 0,5 10-34 0 0,6 8-8 0 0,-2 0-1 0 0,0 0 1 0 0,-1 1-1 0 0,-1 0 1 0 0,7 26-1 0 0,1 3 90 0 0,21 48 6 0 0,13 42 12 0 0,-42-114-79 0 0,-2 0 0 0 0,-1 0 0 0 0,-1 0 0 0 0,-1 28-1 0 0,-6 101-93 0 0,0-78 87 0 0,-1 37 3 0 0,-2 103-28 0 0,-4 144 126 0 0,25-150 353 0 0,-2-78-197 0 0,-1-43-223 0 0,-7-59-14 0 0,0 0 0 0 0,-2 49 1 0 0,0-34-13 0 0,1 0 0 0 0,2 0 0 0 0,2 0 1 0 0,14 46-1 0 0,-21-89 13 0 0,5 26-67 0 0,2 1 0 0 0,1-1 1 0 0,2 0-1 0 0,0 0 0 0 0,2-1 1 0 0,1-1-1 0 0,0 0 0 0 0,29 37 1 0 0,-37-55 13 0 0,1-1 1 0 0,-1 0 0 0 0,1 0-1 0 0,1 0 1 0 0,-1-1 0 0 0,1 0 0 0 0,0 0-1 0 0,0-1 1 0 0,1 0 0 0 0,-1 0-1 0 0,1 0 1 0 0,0-1 0 0 0,0-1 0 0 0,0 1-1 0 0,0-1 1 0 0,0 0 0 0 0,1-1-1 0 0,9 1 1 0 0,-9-4-91 0 0,-1 0-1 0 0,1 0 1 0 0,-1-1-1 0 0,0 0 1 0 0,0 0-1 0 0,0-1 1 0 0,0 0-1 0 0,-1-1 1 0 0,1 1-1 0 0,6-7 1 0 0,19-10-83 0 0,-13 10 154 0 0,28-23 1 0 0,-7 5 150 0 0,-40 28-67 0 0,0 0 1 0 0,1 0-1 0 0,-1 0 1 0 0,1 0 0 0 0,0 0-1 0 0,-1 1 1 0 0,1-1-1 0 0,-1 1 1 0 0,1-1 0 0 0,0 1-1 0 0,0 0 1 0 0,-1 0-1 0 0,1 0 1 0 0,0 0-1 0 0,-1 0 1 0 0,1 0 0 0 0,0 0-1 0 0,0 0 1 0 0,-1 1-1 0 0,1-1 1 0 0,0 0 0 0 0,-1 1-1 0 0,1 0 1 0 0,-1-1-1 0 0,1 1 1 0 0,-1 0-1 0 0,1 0 1 0 0,-1 0 0 0 0,1 0-1 0 0,-1 0 1 0 0,0 0-1 0 0,0 0 1 0 0,1 1 0 0 0,-1-1-1 0 0,0 0 1 0 0,0 1-1 0 0,1 1 1 0 0,5 8 130 0 0,0 0 0 0 0,-1 0 0 0 0,-1 1 0 0 0,6 14 0 0 0,1 2-11 0 0,-9-22-139 0 0,0 0 1 0 0,0 0-1 0 0,1 0 0 0 0,0-1 0 0 0,0 0 0 0 0,0 1 1 0 0,1-2-1 0 0,-1 1 0 0 0,1 0 0 0 0,0-1 0 0 0,1 0 1 0 0,-1 0-1 0 0,1-1 0 0 0,0 1 0 0 0,0-1 0 0 0,0 0 1 0 0,0-1-1 0 0,0 0 0 0 0,0 0 0 0 0,1 0 0 0 0,-1 0 1 0 0,1-1-1 0 0,0 0 0 0 0,-1-1 0 0 0,1 0 0 0 0,0 0 0 0 0,-1 0 1 0 0,9-2-1 0 0,-1 0 6 0 0,0 1 0 0 0,0 0 0 0 0,0 1 0 0 0,0 1 0 0 0,0 0-1 0 0,0 0 1 0 0,0 2 0 0 0,-1-1 0 0 0,17 7 0 0 0,24 6 300 0 0,73 12 0 0 0,8 0 109 0 0,-119-23-375 0 0,0-1 1 0 0,1-1-1 0 0,-1-1 1 0 0,1 0 0 0 0,31-4-1 0 0,85-18 267 0 0,-32 3-190 0 0,37-9-110 0 0,-88 15 0 0 0,71-6 0 0 0,-77 17-131 0 0,1 3 0 0 0,-1 1 0 0 0,0 2 0 0 0,68 18 0 0 0,-69-13 2 0 0,0-2 0 0 0,1-1 0 0 0,0-3 0 0 0,74-1 1 0 0,90-14 289 0 0,-41 4-3662 0 0,-146 6-2575 0 0</inkml:trace>
</inkml:ink>
</file>

<file path=ppt/ink/ink2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3.904"/>
    </inkml:context>
    <inkml:brush xml:id="br0">
      <inkml:brushProperty name="width" value="0.1" units="cm"/>
      <inkml:brushProperty name="height" value="0.1" units="cm"/>
      <inkml:brushProperty name="color" value="#F6630D"/>
    </inkml:brush>
  </inkml:definitions>
  <inkml:trace contextRef="#ctx0" brushRef="#br0">16 96 2761 0 0,'-2'-7'671'0'0,"0"0"1"0"0,0 0-1 0 0,0 0 1 0 0,1 0 0 0 0,0 0-1 0 0,0-8 1 0 0,-4-23 4035 0 0,6 54 220 0 0,1 23-3987 0 0,5-1-433 0 0,30 144 810 0 0,-27-145-1846 0 0,2-1 0 0 0,30 66 0 0 0,-10-27-2727 0 0,-28-60 1930 0 0</inkml:trace>
</inkml:ink>
</file>

<file path=ppt/ink/ink2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4.092"/>
    </inkml:context>
    <inkml:brush xml:id="br0">
      <inkml:brushProperty name="width" value="0.1" units="cm"/>
      <inkml:brushProperty name="height" value="0.1" units="cm"/>
      <inkml:brushProperty name="color" value="#F6630D"/>
    </inkml:brush>
  </inkml:definitions>
  <inkml:trace contextRef="#ctx0" brushRef="#br0">67 416 4609 0 0,'-12'-26'1050'0'0,"1"-1"0"0"0,1 0 0 0 0,2-1 0 0 0,1 0-1 0 0,0 0 1 0 0,3-1 0 0 0,-3-43 0 0 0,7 67-916 0 0,0 0-1 0 0,1 0 1 0 0,0 1-1 0 0,-1-1 1 0 0,2 0-1 0 0,-1 1 0 0 0,0-1 1 0 0,1 1-1 0 0,0-1 1 0 0,0 1-1 0 0,0 0 1 0 0,1 0-1 0 0,0 0 1 0 0,-1 0-1 0 0,1 0 1 0 0,1 0-1 0 0,-1 1 1 0 0,0-1-1 0 0,1 1 1 0 0,0 0-1 0 0,-1 0 1 0 0,7-2-1 0 0,6-5 393 0 0,1 1 0 0 0,0 1 0 0 0,0 1 0 0 0,25-7 0 0 0,-38 13-1013 0 0,0 0 1 0 0,1-1-1 0 0,-1 1 1 0 0,1 1-1 0 0,-1-1 1 0 0,1 1-1 0 0,0 0 1 0 0,-1 0-1 0 0,1 0 1 0 0,-1 0-1 0 0,1 1 1 0 0,-1 0-1 0 0,1 0 1 0 0,7 2-1 0 0</inkml:trace>
</inkml:ink>
</file>

<file path=ppt/ink/ink2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4.297"/>
    </inkml:context>
    <inkml:brush xml:id="br0">
      <inkml:brushProperty name="width" value="0.1" units="cm"/>
      <inkml:brushProperty name="height" value="0.1" units="cm"/>
      <inkml:brushProperty name="color" value="#F6630D"/>
    </inkml:brush>
  </inkml:definitions>
  <inkml:trace contextRef="#ctx0" brushRef="#br0">1 169 8290 0 0,'25'-13'2123'0'0,"150"-63"3102"0"0,6 11-8684 0 0,-161 58 3459 0 0,-3 0 0 0 0</inkml:trace>
</inkml:ink>
</file>

<file path=ppt/ink/ink2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4.520"/>
    </inkml:context>
    <inkml:brush xml:id="br0">
      <inkml:brushProperty name="width" value="0.1" units="cm"/>
      <inkml:brushProperty name="height" value="0.1" units="cm"/>
      <inkml:brushProperty name="color" value="#F6630D"/>
    </inkml:brush>
  </inkml:definitions>
  <inkml:trace contextRef="#ctx0" brushRef="#br0">1 1 4145 0 0,'4'9'6864'0'0,"5"12"-4101"0"0,58 160 3639 0 0,5 11-6692 0 0,-41-116-6012 0 0,-31-69 6259 0 0,-3-3 43 0 0</inkml:trace>
</inkml:ink>
</file>

<file path=ppt/ink/ink2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4.678"/>
    </inkml:context>
    <inkml:brush xml:id="br0">
      <inkml:brushProperty name="width" value="0.1" units="cm"/>
      <inkml:brushProperty name="height" value="0.1" units="cm"/>
      <inkml:brushProperty name="color" value="#F6630D"/>
    </inkml:brush>
  </inkml:definitions>
  <inkml:trace contextRef="#ctx0" brushRef="#br0">5 202 4609 0 0,'-1'-7'669'0'0,"-1"0"-1"0"0,1-1 1 0 0,1 1 0 0 0,-1 0 0 0 0,1 0-1 0 0,0 0 1 0 0,1-1 0 0 0,0 1 0 0 0,3-14-1 0 0,-2 12-443 0 0,-1 2 46 0 0,0 1 1 0 0,1 1-1 0 0,0-1 0 0 0,0 0 1 0 0,0 0-1 0 0,1 1 0 0 0,0-1 1 0 0,0 1-1 0 0,0 0 0 0 0,5-6 1 0 0,-3 6-982 0 0,-1 1 0 0 0,1-1 1 0 0,-1 1-1 0 0,1 0 0 0 0,10-6 1 0 0,-2 4-3698 0 0</inkml:trace>
</inkml:ink>
</file>

<file path=ppt/ink/ink2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4.853"/>
    </inkml:context>
    <inkml:brush xml:id="br0">
      <inkml:brushProperty name="width" value="0.1" units="cm"/>
      <inkml:brushProperty name="height" value="0.1" units="cm"/>
      <inkml:brushProperty name="color" value="#F6630D"/>
    </inkml:brush>
  </inkml:definitions>
  <inkml:trace contextRef="#ctx0" brushRef="#br0">0 155 9218 0 0,'1'0'36'0'0,"-1"1"0"0"0,0-1 0 0 0,1 0 1 0 0,-1 1-1 0 0,1-1 0 0 0,-1 0 0 0 0,0 1 0 0 0,1-1 0 0 0,-1 0 1 0 0,1 0-1 0 0,-1 1 0 0 0,1-1 0 0 0,-1 0 0 0 0,1 0 0 0 0,-1 0 1 0 0,1 0-1 0 0,-1 0 0 0 0,1 0 0 0 0,-1 0 0 0 0,1 0 0 0 0,-1 0 1 0 0,1 0-1 0 0,-1 0 0 0 0,1 0 0 0 0,-1 0 0 0 0,1 0 0 0 0,-1 0 1 0 0,1 0-1 0 0,-1-1 0 0 0,1 1 0 0 0,-1 0 0 0 0,1 0 0 0 0,-1-1 0 0 0,0 1 1 0 0,1 0-1 0 0,0-1 0 0 0,26-10 442 0 0,-24 9-326 0 0,147-71 388 0 0,-34 16-4466 0 0,-92 44 3888 0 0</inkml:trace>
</inkml:ink>
</file>

<file path=ppt/ink/ink2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5.106"/>
    </inkml:context>
    <inkml:brush xml:id="br0">
      <inkml:brushProperty name="width" value="0.1" units="cm"/>
      <inkml:brushProperty name="height" value="0.1" units="cm"/>
      <inkml:brushProperty name="color" value="#F6630D"/>
    </inkml:brush>
  </inkml:definitions>
  <inkml:trace contextRef="#ctx0" brushRef="#br0">1 142 7370 0 0,'6'-4'320'0'0,"1"-1"80"0"0,0-1-320 0 0,0 2-80 0 0,-2 0 0 0 0,1 1 0 0 0,2 1 0 0 0,4-7-96 0 0,9-2 16 0 0,6-4 8 0 0,5-1-352 0 0,-2 1-73 0 0,-3 3-15 0 0,-2-1 0 0 0,-2 5 416 0 0,-3 1 96 0 0,2 2 0 0 0,-3 2 0 0 0</inkml:trace>
</inkml:ink>
</file>

<file path=ppt/ink/ink2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5.487"/>
    </inkml:context>
    <inkml:brush xml:id="br0">
      <inkml:brushProperty name="width" value="0.1" units="cm"/>
      <inkml:brushProperty name="height" value="0.1" units="cm"/>
      <inkml:brushProperty name="color" value="#F6630D"/>
    </inkml:brush>
  </inkml:definitions>
  <inkml:trace contextRef="#ctx0" brushRef="#br0">0 0 12987 0 0,'2'1'192'0'0,"0"0"1"0"0,0-1-1 0 0,0 1 1 0 0,0 0-1 0 0,-1 0 1 0 0,1 0 0 0 0,0 0-1 0 0,-1 0 1 0 0,1 1-1 0 0,-1-1 1 0 0,1 0-1 0 0,-1 1 1 0 0,0-1-1 0 0,1 1 1 0 0,-1 0-1 0 0,0-1 1 0 0,0 1 0 0 0,0 0-1 0 0,0 0 1 0 0,1 3-1 0 0,15 41 2449 0 0,-5-9-2176 0 0,39 111 1507 0 0,-43-131-2432 0 0,0-1 0 0 0,1 0 0 0 0,1 0-1 0 0,0-1 1 0 0,1 0 0 0 0,20 20 0 0 0,-19-24-1231 0 0</inkml:trace>
</inkml:ink>
</file>

<file path=ppt/ink/ink2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5.979"/>
    </inkml:context>
    <inkml:brush xml:id="br0">
      <inkml:brushProperty name="width" value="0.1" units="cm"/>
      <inkml:brushProperty name="height" value="0.1" units="cm"/>
      <inkml:brushProperty name="color" value="#F6630D"/>
    </inkml:brush>
  </inkml:definitions>
  <inkml:trace contextRef="#ctx0" brushRef="#br0">1 27 6913 0 0,'0'0'118'0'0,"1"1"-1"0"0,-1 0 1 0 0,0 0-1 0 0,1-1 1 0 0,-1 1-1 0 0,1-1 0 0 0,-1 1 1 0 0,1 0-1 0 0,-1-1 1 0 0,1 1-1 0 0,-1-1 1 0 0,1 1-1 0 0,-1-1 0 0 0,1 1 1 0 0,0-1-1 0 0,-1 0 1 0 0,1 1-1 0 0,0-1 1 0 0,-1 0-1 0 0,1 1 0 0 0,0-1 1 0 0,0 0-1 0 0,-1 0 1 0 0,1 0-1 0 0,0 0 1 0 0,0 0-1 0 0,1 0 0 0 0,27 8 1405 0 0,19-2 670 0 0,0-2 0 0 0,88-5 1 0 0,96-26-1017 0 0,-123 4-5038 0 0,-87 19-1918 0 0</inkml:trace>
</inkml:ink>
</file>

<file path=ppt/ink/ink2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6.249"/>
    </inkml:context>
    <inkml:brush xml:id="br0">
      <inkml:brushProperty name="width" value="0.1" units="cm"/>
      <inkml:brushProperty name="height" value="0.1" units="cm"/>
      <inkml:brushProperty name="color" value="#F6630D"/>
    </inkml:brush>
  </inkml:definitions>
  <inkml:trace contextRef="#ctx0" brushRef="#br0">58 39 5529 0 0,'-1'0'14'0'0,"-32"-2"773"0"0,32 2-662 0 0,0 0 0 0 0,0 0 0 0 0,0-1 0 0 0,0 1 0 0 0,0 0-1 0 0,0 0 1 0 0,0-1 0 0 0,0 1 0 0 0,0 0 0 0 0,0-1 0 0 0,0 1-1 0 0,0-1 1 0 0,0 1 0 0 0,1-1 0 0 0,-1 1 0 0 0,0-1 0 0 0,0 0-1 0 0,1 1 1 0 0,-1-1 0 0 0,0 0 0 0 0,1 0 0 0 0,-1 0 0 0 0,1 1-1 0 0,-1-1 1 0 0,1 0 0 0 0,-1 0 0 0 0,1 0 0 0 0,-1 0 0 0 0,1-1-1 0 0,0 1-14 0 0,0 0-1 0 0,1 0 1 0 0,-1 0-1 0 0,1 0 1 0 0,-1 0-1 0 0,1 0 0 0 0,-1 1 1 0 0,1-1-1 0 0,0 0 1 0 0,-1 0-1 0 0,1 0 1 0 0,0 1-1 0 0,0-1 0 0 0,0 1 1 0 0,-1-1-1 0 0,1 0 1 0 0,0 1-1 0 0,0-1 1 0 0,0 1-1 0 0,0 0 0 0 0,0-1 1 0 0,0 1-1 0 0,0 0 1 0 0,0 0-1 0 0,0-1 0 0 0,0 1 1 0 0,2 0-1 0 0,28-2 1240 0 0,-17 4-685 0 0,1 1 1 0 0,-1 1-1 0 0,0 0 0 0 0,0 1 0 0 0,0 0 0 0 0,16 10 0 0 0,-6-2 120 0 0,0 1 1 0 0,30 24-1 0 0,-51-35-752 0 0,0-1 0 0 0,0 0 0 0 0,-1 1 0 0 0,1 0 0 0 0,-1 0 0 0 0,1 0 0 0 0,-1 0 0 0 0,0 0 0 0 0,0 0 0 0 0,-1 0 0 0 0,1 1 0 0 0,1 3 0 0 0,-2-4-234 0 0,-1-1 1 0 0,0 1-1 0 0,1-1 1 0 0,-1 0-1 0 0,0 1 1 0 0,0-1 0 0 0,0 1-1 0 0,0-1 1 0 0,-1 0-1 0 0,1 1 1 0 0,-1-1 0 0 0,1 1-1 0 0,-1-1 1 0 0,0 0-1 0 0,0 0 1 0 0,0 1-1 0 0,0-1 1 0 0,-1 0 0 0 0,-1 3-1 0 0</inkml:trace>
</inkml:ink>
</file>

<file path=ppt/ink/ink2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0.024"/>
    </inkml:context>
    <inkml:brush xml:id="br0">
      <inkml:brushProperty name="width" value="0.1" units="cm"/>
      <inkml:brushProperty name="height" value="0.1" units="cm"/>
      <inkml:brushProperty name="color" value="#F6630D"/>
    </inkml:brush>
  </inkml:definitions>
  <inkml:trace contextRef="#ctx0" brushRef="#br0">14 92 5985 0 0,'-2'-11'401'0'0,"-2"-8"1954"0"0,1 0 0 0 0,-2-24 0 0 0,13 155 3964 0 0,12-1-4010 0 0,40 110-4213 0 0,-46-173 1169 0 0,-8-25-6294 0 0</inkml:trace>
</inkml:ink>
</file>

<file path=ppt/ink/ink2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0.387"/>
    </inkml:context>
    <inkml:brush xml:id="br0">
      <inkml:brushProperty name="width" value="0.1" units="cm"/>
      <inkml:brushProperty name="height" value="0.1" units="cm"/>
      <inkml:brushProperty name="color" value="#F6630D"/>
    </inkml:brush>
  </inkml:definitions>
  <inkml:trace contextRef="#ctx0" brushRef="#br0">0 1 7370 0 0,'2'11'7306'0'0,"6"17"-5627"0"0,-8-25-1521 0 0,19 79 2246 0 0,-15-55-2519 0 0,2 0 0 0 0,2 0 0 0 0,18 45 0 0 0,-19-57-1202 0 0</inkml:trace>
</inkml:ink>
</file>

<file path=ppt/ink/ink2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0.609"/>
    </inkml:context>
    <inkml:brush xml:id="br0">
      <inkml:brushProperty name="width" value="0.1" units="cm"/>
      <inkml:brushProperty name="height" value="0.1" units="cm"/>
      <inkml:brushProperty name="color" value="#F6630D"/>
    </inkml:brush>
  </inkml:definitions>
  <inkml:trace contextRef="#ctx0" brushRef="#br0">0 35 2761 0 0,'0'0'-59'0'0,"9"-34"9668"0"0,-9 34-9458 0 0,13 11 2381 0 0,-4 2-2004 0 0,-1 0 1 0 0,-1 1-1 0 0,0 0 0 0 0,0 0 1 0 0,-2 1-1 0 0,0-1 0 0 0,0 1 1 0 0,2 19-1 0 0,-1-9-1534 0 0,16 42 0 0 0,-14-50-247 0 0</inkml:trace>
</inkml:ink>
</file>

<file path=ppt/ink/ink2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0.843"/>
    </inkml:context>
    <inkml:brush xml:id="br0">
      <inkml:brushProperty name="width" value="0.1" units="cm"/>
      <inkml:brushProperty name="height" value="0.1" units="cm"/>
      <inkml:brushProperty name="color" value="#F6630D"/>
    </inkml:brush>
  </inkml:definitions>
  <inkml:trace contextRef="#ctx0" brushRef="#br0">0 156 7370 0 0,'1'-2'135'0'0,"0"0"1"0"0,0 0-1 0 0,1 1 1 0 0,-1-1-1 0 0,0 0 1 0 0,1 1-1 0 0,-1-1 1 0 0,1 1-1 0 0,-1-1 1 0 0,1 1-1 0 0,-1-1 1 0 0,1 1-1 0 0,0 0 1 0 0,3-1-1 0 0,-3 0 65 0 0,22-16-384 0 0,1 2 0 0 0,0 0 0 0 0,1 2 0 0 0,0 0 0 0 0,1 2 0 0 0,1 1 0 0 0,50-12 0 0 0,-52 17 184 0 0</inkml:trace>
</inkml:ink>
</file>

<file path=ppt/ink/ink2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1.117"/>
    </inkml:context>
    <inkml:brush xml:id="br0">
      <inkml:brushProperty name="width" value="0.1" units="cm"/>
      <inkml:brushProperty name="height" value="0.1" units="cm"/>
      <inkml:brushProperty name="color" value="#F6630D"/>
    </inkml:brush>
  </inkml:definitions>
  <inkml:trace contextRef="#ctx0" brushRef="#br0">0 18 3681 0 0,'37'-16'3781'0'0,"-33"16"-3632"0"0,0-1 1 0 0,-1 1-1 0 0,1-1 1 0 0,-1 1-1 0 0,1 0 1 0 0,0 1-1 0 0,-1-1 1 0 0,1 1-1 0 0,0-1 1 0 0,-1 1 0 0 0,1 0-1 0 0,-1 0 1 0 0,0 1-1 0 0,1-1 1 0 0,-1 1-1 0 0,0 0 1 0 0,0 0-1 0 0,4 3 1 0 0,-3-2-216 0 0,0 1 0 0 0,-1 0 0 0 0,1 0 0 0 0,-1 0 0 0 0,0 1 0 0 0,0-1 0 0 0,-1 1-1 0 0,0-1 1 0 0,1 1 0 0 0,-2 0 0 0 0,4 9 0 0 0,-3-4-44 0 0,0 1 0 0 0,0 0 0 0 0,-1-1 0 0 0,0 1 0 0 0,-1 0 0 0 0,0 0 0 0 0,-1 0 0 0 0,0 0 0 0 0,-1 0 0 0 0,0-1 0 0 0,-7 21 0 0 0,0-12 113 0 0,-11 30-97 0 0,19-46 89 0 0,0-1 1 0 0,0 1-1 0 0,0-1 1 0 0,1 1-1 0 0,-1-1 0 0 0,1 1 1 0 0,0 0-1 0 0,0-1 1 0 0,0 1-1 0 0,0-1 1 0 0,0 1-1 0 0,1 0 0 0 0,-1-1 1 0 0,1 1-1 0 0,1 4 1 0 0,-1-6-26 0 0,0 0 1 0 0,1 0 0 0 0,-1 0-1 0 0,0 0 1 0 0,0 0-1 0 0,1 0 1 0 0,-1 0 0 0 0,0-1-1 0 0,1 1 1 0 0,-1 0-1 0 0,1-1 1 0 0,-1 1 0 0 0,1-1-1 0 0,-1 1 1 0 0,1-1-1 0 0,0 0 1 0 0,-1 0 0 0 0,1 0-1 0 0,-1 0 1 0 0,1 0 0 0 0,0 0-1 0 0,-1 0 1 0 0,1 0-1 0 0,-1-1 1 0 0,1 1 0 0 0,1-1-1 0 0,8-1-2569 0 0</inkml:trace>
</inkml:ink>
</file>

<file path=ppt/ink/ink2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1.338"/>
    </inkml:context>
    <inkml:brush xml:id="br0">
      <inkml:brushProperty name="width" value="0.1" units="cm"/>
      <inkml:brushProperty name="height" value="0.1" units="cm"/>
      <inkml:brushProperty name="color" value="#F6630D"/>
    </inkml:brush>
  </inkml:definitions>
  <inkml:trace contextRef="#ctx0" brushRef="#br0">1 86 4145 0 0,'43'-6'5521'0'0,"27"-15"-1543"0"0,-30 7-2589 0 0,-32 12-1213 0 0,124-33 2208 0 0,-115 32-3203 0 0,1 1-1 0 0,36 0 0 0 0,-37 4-4704 0 0</inkml:trace>
</inkml:ink>
</file>

<file path=ppt/ink/ink2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6.917"/>
    </inkml:context>
    <inkml:brush xml:id="br0">
      <inkml:brushProperty name="width" value="0.1" units="cm"/>
      <inkml:brushProperty name="height" value="0.1" units="cm"/>
      <inkml:brushProperty name="color" value="#F6630D"/>
    </inkml:brush>
  </inkml:definitions>
  <inkml:trace contextRef="#ctx0" brushRef="#br0">1 0 10138 0 0,'14'29'3978'0'0,"-4"-3"-2990"0"0,-1 1 0 0 0,-2 0 0 0 0,7 40 0 0 0,4 87-467 0 0,-11-86-478 0 0,64 531-1981 0 0,-41-107 2549 0 0,-10-113 442 0 0,-9-261-838 0 0,32 138-1 0 0,-13-119-3510 0 0,-26-118-2377 0 0</inkml:trace>
</inkml:ink>
</file>

<file path=ppt/ink/ink2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47.456"/>
    </inkml:context>
    <inkml:brush xml:id="br0">
      <inkml:brushProperty name="width" value="0.1" units="cm"/>
      <inkml:brushProperty name="height" value="0.1" units="cm"/>
      <inkml:brushProperty name="color" value="#F6630D"/>
    </inkml:brush>
  </inkml:definitions>
  <inkml:trace contextRef="#ctx0" brushRef="#br0">20 115 6449 0 0,'-1'1'79'0'0,"0"-1"0"0"0,0 0 0 0 0,-1 1 0 0 0,1-1 0 0 0,0 1 0 0 0,0-1 0 0 0,0 1 0 0 0,0 0 0 0 0,0-1 0 0 0,0 1 0 0 0,0 0 0 0 0,0 0 0 0 0,0 0 0 0 0,0 0 0 0 0,0 0 0 0 0,0 0 0 0 0,0 1 0 0 0,1-1-15 0 0,0-1 1 0 0,1 1-1 0 0,-1-1 0 0 0,1 0 0 0 0,-1 1 0 0 0,1-1 0 0 0,-1 1 0 0 0,1-1 0 0 0,-1 0 0 0 0,1 1 0 0 0,-1-1 0 0 0,1 0 0 0 0,-1 0 0 0 0,1 1 0 0 0,-1-1 0 0 0,1 0 0 0 0,0 0 0 0 0,-1 0 0 0 0,1 0 0 0 0,0 0 0 0 0,-1 0 0 0 0,1 0 0 0 0,0 0 1 0 0,50 1 1447 0 0,-50-1-1535 0 0,584 8 1904 0 0,79-16-902 0 0,-536 1-870 0 0,630-26-37 0 0,62 27 223 0 0,-308 7-150 0 0,-228-8-2295 0 0,422-63-1 0 0,-670 63 1843 0 0,-5 1 276 0 0</inkml:trace>
</inkml:ink>
</file>

<file path=ppt/ink/ink2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52.934"/>
    </inkml:context>
    <inkml:brush xml:id="br0">
      <inkml:brushProperty name="width" value="0.1" units="cm"/>
      <inkml:brushProperty name="height" value="0.1" units="cm"/>
      <inkml:brushProperty name="color" value="#F6630D"/>
    </inkml:brush>
  </inkml:definitions>
  <inkml:trace contextRef="#ctx0" brushRef="#br0">43 2562 9218 0 0,'15'-45'1960'0'0,"-5"10"-1749"0"0,-2 1-1 0 0,-2-1 1 0 0,-1 0-1 0 0,-2 0 0 0 0,-1-40 1 0 0,-22-176 3003 0 0,-26-407-201 0 0,44 536-2659 0 0,-11-268 860 0 0,3 137-1066 0 0,12 210-119 0 0,1 0 0 0 0,3 1 0 0 0,20-79 0 0 0,-21 101-6 0 0,13-38 158 0 0,-16 53-169 0 0,0 0 1 0 0,0 0-1 0 0,0 1 1 0 0,1 0-1 0 0,0-1 1 0 0,0 1-1 0 0,0 0 1 0 0,0 0-1 0 0,4-3 0 0 0,-6 6-17 0 0,0 1 0 0 0,0-1 0 0 0,-1 0 0 0 0,1 1 0 0 0,0-1-1 0 0,0 1 1 0 0,0-1 0 0 0,0 1 0 0 0,0-1 0 0 0,0 1 0 0 0,0 0-1 0 0,0-1 1 0 0,0 1 0 0 0,0 0 0 0 0,0 0 0 0 0,0 0 0 0 0,0 0-1 0 0,0 0 1 0 0,0 0 0 0 0,0 0 0 0 0,0 0 0 0 0,0 0 0 0 0,0 1-1 0 0,2 0 1 0 0,-1 0-21 0 0,0 0 0 0 0,0 0 0 0 0,0 0 0 0 0,0 1 0 0 0,0-1-1 0 0,-1 1 1 0 0,1 0 0 0 0,0-1 0 0 0,-1 1 0 0 0,3 3 0 0 0,1 4-65 0 0,-1-1 1 0 0,0 0-1 0 0,0 1 0 0 0,3 11 1 0 0,1 12 67 0 0,-2 0 0 0 0,-2 0-1 0 0,-1 0 1 0 0,-1 1 0 0 0,-4 48 0 0 0,0-36 2 0 0,3 0-1 0 0,6 45 1 0 0,-3-40 75 0 0,-1 1-1 0 0,-2-1 0 0 0,-11 89 0 0 0,9-131-44 0 0,-3 53 567 0 0,4-39-608 0 0,-1 0-1 0 0,-2 0 1 0 0,-9 42-1 0 0,9-50 120 0 0,0 0 1 0 0,2 0-1 0 0,0 1 0 0 0,0-1 0 0 0,2 15 0 0 0,-1 25 99 0 0,0-35-161 0 0,1 0 1 0 0,0 0 0 0 0,1 0 0 0 0,6 20 0 0 0,0 6 17 0 0,31 184 99 0 0,-21-84-92 0 0,1 1-110 0 0,-2-49 11 0 0,25 108-102 0 0,-40-194 113 0 0,1-1 1 0 0,1 0 0 0 0,0 0-1 0 0,0 0 1 0 0,1 0 0 0 0,10 16-1 0 0,-12-23 25 0 0,-1 0 0 0 0,1 0 0 0 0,0 0-1 0 0,0 0 1 0 0,1 0 0 0 0,-1-1-1 0 0,0 1 1 0 0,1-1 0 0 0,-1 0 0 0 0,1 0-1 0 0,0 0 1 0 0,0-1 0 0 0,0 1-1 0 0,0-1 1 0 0,0 0 0 0 0,0 0 0 0 0,0 0-1 0 0,0-1 1 0 0,0 1 0 0 0,6-1-1 0 0,95-8-298 0 0,-79 4 199 0 0,-1 1 0 0 0,1 2 1 0 0,0 1-1 0 0,32 3 0 0 0,-18 2 216 0 0,-30-5-38 0 0,1 1-1 0 0,-1 1 1 0 0,1-1-1 0 0,-1 2 1 0 0,0-1-1 0 0,19 9 1 0 0,-16-5-14 0 0,1 0 0 0 0,-1 0 0 0 0,1-2 0 0 0,0 1 0 0 0,0-2 0 0 0,1 0 0 0 0,-1-1 0 0 0,0 0 0 0 0,28-1-1 0 0,14-1-774 0 0,76-11 0 0 0,-103 8 482 0 0,-1-1 0 0 0,0-2-1 0 0,-1-1 1 0 0,1-1 0 0 0,32-14 0 0 0,-39 13 45 0 0,1 2 0 0 0,0 0 0 0 0,46-7 0 0 0,-45 10 368 0 0,0 0 0 0 0,0-2 1 0 0,37-15-1 0 0,-33 7-1235 0 0,-1-1 0 0 0,38-29 0 0 0,-58 40 971 0 0,-1-1-1 0 0,1 0 0 0 0,-1 0 0 0 0,-1-1 1 0 0,1 1-1 0 0,-1-1 0 0 0,0 0 0 0 0,0 0 1 0 0,0 0-1 0 0,-1 0 0 0 0,0-1 0 0 0,-1 0 0 0 0,1 1 1 0 0,-1-1-1 0 0,0 0 0 0 0,-1 0 0 0 0,0 0 1 0 0,1-10-1 0 0,-2-9-225 0 0,-1 1-1 0 0,0-1 1 0 0,-11-45 0 0 0,2 1 1830 0 0,3-15-1348 0 0,4 43-129 0 0,-1-1 1 0 0,-2 1-1 0 0,-17-59 1 0 0,18 82-64 0 0,1-1 1 0 0,0 1 0 0 0,1-1-1 0 0,0-30 1 0 0,8-81 57 0 0,0 21 413 0 0,-10-21-809 0 0,1 71 603 0 0,6-96-1 0 0,1 140-767 0 0,0 0 1 0 0,1 1-1 0 0,1-1 0 0 0,7-15 0 0 0,2-6-866 0 0,-14 36 1454 0 0,1 1 0 0 0,-1 0 1 0 0,1 0-1 0 0,-1-1 0 0 0,1 1 0 0 0,-1 0 0 0 0,0 0 1 0 0,1-1-1 0 0,-1 1 0 0 0,1 0 0 0 0,-1 0 0 0 0,1 0 1 0 0,-1 0-1 0 0,1 0 0 0 0,-1 0 0 0 0,1 0 0 0 0,0 0 1 0 0,-1 0-1 0 0,1 0 0 0 0,-1 0 0 0 0,1 0 0 0 0,-1 0 1 0 0,1 0-1 0 0,-1 0 0 0 0,1 1 0 0 0,-1-1 0 0 0,0 0 0 0 0,1 0 1 0 0,-1 1-1 0 0,1-1 0 0 0,-1 0 0 0 0,1 1 0 0 0,0-1-39 0 0,1 1 0 0 0,-1 0-1 0 0,0-1 1 0 0,0 1-1 0 0,0 0 1 0 0,0 0 0 0 0,0-1-1 0 0,0 1 1 0 0,0 0-1 0 0,0 0 1 0 0,0 0 0 0 0,-1 0-1 0 0,1 0 1 0 0,0 1-1 0 0,-1-1 1 0 0,2 1 0 0 0,0 7 570 0 0,-1-6-457 0 0,0-1-1 0 0,0 0 1 0 0,0 1-1 0 0,0-1 1 0 0,-1 1-1 0 0,1-1 1 0 0,-1 1-1 0 0,0-1 1 0 0,0 1-1 0 0,0-1 1 0 0,0 1-1 0 0,0-1 1 0 0,0 1-1 0 0,-1-1 1 0 0,1 1-1 0 0,-1-1 1 0 0,0 1-1 0 0,1-1 1 0 0,-1 1-1 0 0,-2 2 1 0 0,-5-46-989 0 0,-2-69 222 0 0,8-57 3819 0 0,0 28-2554 0 0,1 126-652 0 0,0-1 213 0 0,1 0 0 0 0,0 0 0 0 0,4-21-1 0 0,-4 33-258 0 0,0 0-1 0 0,1-1 0 0 0,-1 1 0 0 0,1 0 0 0 0,-1-1 0 0 0,1 1 0 0 0,0 0 1 0 0,0 0-1 0 0,0 0 0 0 0,0 0 0 0 0,1 0 0 0 0,-1 0 0 0 0,1 0 0 0 0,-1 0 1 0 0,1 0-1 0 0,-1 0 0 0 0,1 1 0 0 0,0-1 0 0 0,0 1 0 0 0,0-1 0 0 0,0 1 1 0 0,0 0-1 0 0,0 0 0 0 0,0 0 0 0 0,0 0 0 0 0,0 0 0 0 0,4 0 0 0 0,-5 0 35 0 0,0 1 0 0 0,-1 0 0 0 0,1 0 0 0 0,0 0 0 0 0,0 0-1 0 0,-1 0 1 0 0,1 0 0 0 0,0 0 0 0 0,0 0 0 0 0,0 0 0 0 0,-1 0-1 0 0,1 0 1 0 0,0 0 0 0 0,0 1 0 0 0,-1-1 0 0 0,1 0 0 0 0,0 1-1 0 0,0-1 1 0 0,-1 0 0 0 0,1 1 0 0 0,0-1 0 0 0,-1 1 0 0 0,1-1-1 0 0,-1 1 1 0 0,1-1 0 0 0,-1 1 0 0 0,1-1 0 0 0,-1 1 0 0 0,1 0-1 0 0,0 0 1 0 0,0 1 6 0 0,-1 1 0 0 0,1-1 0 0 0,-1 0-1 0 0,1 0 1 0 0,-1 0 0 0 0,0 1-1 0 0,0-1 1 0 0,0 0 0 0 0,0 0 0 0 0,-1 5-1 0 0,-2 6-245 0 0,0-1 1 0 0,-8 23-1 0 0,10-33 90 0 0,-2 6-56 0 0,3-6 229 0 0,0 0 0 0 0,0-1 0 0 0,-1 1 0 0 0,1 0 0 0 0,-1 0 0 0 0,0 0 0 0 0,1-1 0 0 0,-1 1 0 0 0,0 0 0 0 0,0-1 0 0 0,0 1 0 0 0,0-1 0 0 0,0 1 0 0 0,0-1 0 0 0,-1 1 0 0 0,1-1 0 0 0,0 0 0 0 0,-1 0 0 0 0,-1 2 0 0 0,2-3 39 0 0,0-1 1 0 0,1 1 0 0 0,-1 0 0 0 0,0-1 0 0 0,1 1 0 0 0,-1-1 0 0 0,1 1 0 0 0,-1-1 0 0 0,0 1-1 0 0,1-1 1 0 0,0 0 0 0 0,-1 1 0 0 0,1-1 0 0 0,-1 1 0 0 0,1-1 0 0 0,0 0 0 0 0,-1 0 0 0 0,1 1-1 0 0,0-1 1 0 0,0 0 0 0 0,-1 1 0 0 0,1-1 0 0 0,0 0 0 0 0,0 0 0 0 0,0 0 0 0 0,0 1-1 0 0,0-1 1 0 0,0-1 0 0 0,0-27 56 0 0,0 25-37 0 0,1-28 764 0 0,6-33 0 0 0,-3 41-654 0 0,-2 0 0 0 0,0 0-1 0 0,-3-31 1 0 0,-7-95 2343 0 0,2 204-3794 0 0,4-44 1283 0 0,1 0 0 0 0,0-1 0 0 0,0 1 0 0 0,1 0 0 0 0,0-1 0 0 0,1 1 0 0 0,3 15 0 0 0,0-5-186 0 0,-1 0 0 0 0,0 0 0 0 0,-2 0 0 0 0,0 0 0 0 0,-4 37 0 0 0,-24 100-617 0 0,0-3 792 0 0,24-124 36 0 0,0-10 16 0 0,1 0 0 0 0,1 0-1 0 0,1 0 1 0 0,3 31-1 0 0,0-19 117 0 0,-2 1 0 0 0,-2-1 0 0 0,-1 1 0 0 0,-1 0 0 0 0,-10 43 0 0 0,0 6 194 0 0,9-57-277 0 0,1 1 1 0 0,2-1-1 0 0,1 1 1 0 0,0 0-1 0 0,2-1 1 0 0,1 1-1 0 0,1-1 1 0 0,2 0 0 0 0,15 48-1 0 0,-1-18-130 0 0,-11-27 193 0 0,1 0 0 0 0,23 41 0 0 0,-25-51-3 0 0,0-1 0 0 0,-1 1 0 0 0,-1 1 0 0 0,-1-1 0 0 0,0 1 0 0 0,2 29 0 0 0,4 11 48 0 0,-6-31-118 0 0,-1 0 0 0 0,-1 1 0 0 0,-1 28 0 0 0,-2-51-66 0 0,1-1 1 0 0,-1 0-1 0 0,1 0 0 0 0,1 0 0 0 0,-1 0 0 0 0,1 0 1 0 0,0 0-1 0 0,0 0 0 0 0,0 0 0 0 0,1-1 0 0 0,0 1 1 0 0,-1-1-1 0 0,2 0 0 0 0,-1 1 0 0 0,0-2 1 0 0,1 1-1 0 0,4 4 0 0 0,-8-10-98 0 0,-1 1 0 0 0,1 0 0 0 0,0 0 0 0 0,0 0 0 0 0,-1 0 0 0 0,1-1 1 0 0,0 1-1 0 0,0 0 0 0 0,0 0 0 0 0,1 0 0 0 0,-1-1 0 0 0,0 1 0 0 0,0 0 0 0 0,1 0 0 0 0,-1 0 0 0 0,0 0 0 0 0,1-2 0 0 0,12-30 468 0 0,-6 16-793 0 0,25-64-1444 0 0,-25 66 1944 0 0,0 0 0 0 0,-1 0 0 0 0,-1-1 0 0 0,0 0 0 0 0,-1 0 0 0 0,-1 0 0 0 0,3-31 0 0 0,25 77 777 0 0,-27-22-681 0 0,0-1 0 0 0,0 1-1 0 0,-1 0 1 0 0,0 0-1 0 0,0 0 1 0 0,-1 1-1 0 0,0-1 1 0 0,-1 1-1 0 0,0-1 1 0 0,0 1-1 0 0,-1 13 1 0 0,4 17 138 0 0,-4-37-279 0 0,4 29-33 0 0,9 33-1 0 0,-10-54-169 0 0,0-1-1 0 0,0 0 0 0 0,1 0 1 0 0,0 0-1 0 0,1 0 0 0 0,0-1 1 0 0,11 14-1 0 0,-15-21 177 0 0,0 0 0 0 0,0 1 1 0 0,0-1-1 0 0,0 0 0 0 0,1 0 0 0 0,-1 0 0 0 0,0-1 0 0 0,1 1 1 0 0,-1 0-1 0 0,0 0 0 0 0,1-1 0 0 0,-1 1 0 0 0,1-1 1 0 0,-1 1-1 0 0,1-1 0 0 0,-1 0 0 0 0,1 1 0 0 0,0-1 0 0 0,-1 0 1 0 0,1 0-1 0 0,-1 0 0 0 0,1 0 0 0 0,-1-1 0 0 0,1 1 1 0 0,0 0-1 0 0,-1-1 0 0 0,1 1 0 0 0,-1-1 0 0 0,1 1 0 0 0,-1-1 1 0 0,0 0-1 0 0,1 1 0 0 0,-1-1 0 0 0,0 0 0 0 0,1 0 1 0 0,-1 0-1 0 0,1-1 0 0 0,8-7-180 0 0,-1 1-1 0 0,0-1 1 0 0,14-19-1 0 0,-10 12 64 0 0,-3 4 69 0 0,-4 5 25 0 0,0 1-1 0 0,0-1 1 0 0,0 1 0 0 0,11-8 0 0 0,-16 13 77 0 0,0 0 0 0 0,1 0 0 0 0,-1 0 0 0 0,0 1 0 0 0,1-1 0 0 0,-1 0 0 0 0,1 1 0 0 0,-1-1 0 0 0,1 1 0 0 0,-1-1 0 0 0,1 1 0 0 0,0 0 0 0 0,-1 0 0 0 0,1 0 0 0 0,0 0 0 0 0,-1 0 0 0 0,1 0 0 0 0,-1 0 0 0 0,1 0 0 0 0,0 1 0 0 0,-1-1 0 0 0,1 0 0 0 0,-1 1 0 0 0,1-1 0 0 0,-1 1 0 0 0,1 0 0 0 0,-1 0 0 0 0,0 0 0 0 0,3 1 0 0 0,0 2 54 0 0,1 1-1 0 0,-1-1 0 0 0,0 1 1 0 0,-1-1-1 0 0,1 1 0 0 0,-1 0 1 0 0,5 11-1 0 0,-7-13-145 0 0,0 1 0 0 0,1-1 0 0 0,0 1 0 0 0,-1-1 0 0 0,1 0 0 0 0,1 0 0 0 0,-1 0 0 0 0,0 0 0 0 0,1 0 0 0 0,-1 0 0 0 0,1-1 0 0 0,0 1 0 0 0,0-1 0 0 0,0 0 0 0 0,0 0 0 0 0,1 0 0 0 0,-1 0 0 0 0,0-1 0 0 0,1 1 0 0 0,-1-1 0 0 0,1 0 0 0 0,5 1 0 0 0,15 1-499 0 0,-21-3 540 0 0,1 0-1 0 0,-1 0 0 0 0,1 1 1 0 0,-1-1-1 0 0,0 1 0 0 0,1 0 0 0 0,-1 0 1 0 0,0 0-1 0 0,1 0 0 0 0,-1 0 1 0 0,0 1-1 0 0,0 0 0 0 0,4 2 1 0 0,21 16 788 0 0,-20-15-700 0 0,-1 0 1 0 0,1 1-1 0 0,-1 0 0 0 0,9 8 0 0 0,-4 1 358 0 0,-6-7-384 0 0,1 0 1 0 0,1 0 0 0 0,-1 0-1 0 0,1-1 1 0 0,16 11 0 0 0,-23-17-33 0 0,1 0 0 0 0,0 0 1 0 0,0-1-1 0 0,0 1 0 0 0,-1 0 1 0 0,1-1-1 0 0,0 1 0 0 0,0-1 0 0 0,0 0 1 0 0,0 1-1 0 0,0-1 0 0 0,0 0 0 0 0,0 0 1 0 0,0 0-1 0 0,0-1 0 0 0,0 1 1 0 0,0 0-1 0 0,0-1 0 0 0,0 0 0 0 0,0 1 1 0 0,0-1-1 0 0,0 0 0 0 0,0 0 0 0 0,-1 0 1 0 0,1 0-1 0 0,0 0 0 0 0,-1 0 1 0 0,1 0-1 0 0,-1-1 0 0 0,1 1 0 0 0,-1 0 1 0 0,1-1-1 0 0,-1 0 0 0 0,0 1 0 0 0,0-1 1 0 0,2-3-1 0 0,63-104 2155 0 0,-50 82-1989 0 0,-4 14 93 0 0,-2 15 63 0 0,8 27 209 0 0,-9-12-515 0 0,-5-11-34 0 0,0 0 0 0 0,0 0 0 0 0,1-1 1 0 0,0 1-1 0 0,0-1 0 0 0,0 0 0 0 0,1 0 0 0 0,0-1 0 0 0,0 0 1 0 0,0 0-1 0 0,8 4 0 0 0,-10-6-23 0 0,0-1-1 0 0,1 1 1 0 0,-1-1 0 0 0,1 1 0 0 0,-1-2 0 0 0,1 1-1 0 0,0 0 1 0 0,-1-1 0 0 0,1 0 0 0 0,0 0-1 0 0,-1 0 1 0 0,1 0 0 0 0,0-1 0 0 0,-1 0-1 0 0,1 0 1 0 0,-1 0 0 0 0,1-1 0 0 0,4-2-1 0 0,32-18-415 0 0,-28 15 347 0 0,0-1 1 0 0,0 2-1 0 0,0 0 1 0 0,23-7-1 0 0,-32 12 54 0 0,-1 1-1 0 0,1-1 0 0 0,0 1 0 0 0,-1-1 1 0 0,1 1-1 0 0,-1 0 0 0 0,1 1 0 0 0,-1-1 1 0 0,1 0-1 0 0,0 1 0 0 0,-1 0 0 0 0,0 0 1 0 0,1 0-1 0 0,-1 0 0 0 0,1 1 0 0 0,-1-1 1 0 0,0 1-1 0 0,0 0 0 0 0,0 0 0 0 0,0 0 1 0 0,0 0-1 0 0,-1 0 0 0 0,5 5 0 0 0,22 26-271 0 0,-22-23 297 0 0,0-1 0 0 0,1-1 0 0 0,0 1 0 0 0,0-1 0 0 0,1-1 0 0 0,0 1 0 0 0,0-2 0 0 0,1 1 0 0 0,0-1 0 0 0,0-1 0 0 0,18 8 0 0 0,-7-6-102 0 0,1-1 0 0 0,0-2 0 0 0,0 0 0 0 0,1-1 0 0 0,-1-1 0 0 0,1-1 0 0 0,45-4 0 0 0,-59 2-88 0 0,0 0 0 0 0,0 1-1 0 0,0 0 1 0 0,0 1 0 0 0,0-1 0 0 0,1 2-1 0 0,13 3 1 0 0,-23-5 199 0 0,11 1 16 0 0,0 0 1 0 0,0 0-1 0 0,1-1 1 0 0,-1 0-1 0 0,0-1 1 0 0,13-2-1 0 0,67-19-415 0 0,-53 12-1666 0 0</inkml:trace>
</inkml:ink>
</file>

<file path=ppt/ink/ink2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53.075"/>
    </inkml:context>
    <inkml:brush xml:id="br0">
      <inkml:brushProperty name="width" value="0.1" units="cm"/>
      <inkml:brushProperty name="height" value="0.1" units="cm"/>
      <inkml:brushProperty name="color" value="#F6630D"/>
    </inkml:brush>
  </inkml:definitions>
  <inkml:trace contextRef="#ctx0" brushRef="#br0">1 29 8290 0 0,'4'2'736'0'0,"0"-2"-584"0"0,-2 1-152 0 0,3-1 672 0 0,-1 1 96 0 0,2-1 32 0 0,7 2 1 0 0,3 1-273 0 0,1-5-48 0 0,-2 1-16 0 0,-2-3 0 0 0,1-2-1584 0 0,-3-1-321 0 0,0 1-63 0 0,-3-5-16 0 0</inkml:trace>
</inkml:ink>
</file>

<file path=ppt/ink/ink2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54.398"/>
    </inkml:context>
    <inkml:brush xml:id="br0">
      <inkml:brushProperty name="width" value="0.1" units="cm"/>
      <inkml:brushProperty name="height" value="0.1" units="cm"/>
      <inkml:brushProperty name="color" value="#F6630D"/>
    </inkml:brush>
  </inkml:definitions>
  <inkml:trace contextRef="#ctx0" brushRef="#br0">1 0 12899 0 0,'5'2'5579'0'0,"-5"-2"-5460"0"0,5 13 1844 0 0,1 17-1766 0 0,-6-28 200 0 0,22 168 971 0 0,-3-17-1644 0 0,10-1-3935 0 0,-28-147 4153 0 0,12 33-6309 0 0,-13-37 6265 0 0,0 0 1 0 0,1 0-1 0 0,-1-1 1 0 0,1 1 0 0 0,-1 0-1 0 0,1 0 1 0 0,-1-1-1 0 0,1 1 1 0 0,0 0 0 0 0,-1-1-1 0 0,1 1 1 0 0,0 0-1 0 0,0-1 1 0 0,-1 1 0 0 0,1-1-1 0 0,0 1 1 0 0,0-1-1 0 0,0 0 1 0 0,0 1 0 0 0,0-1-1 0 0,-1 0 1 0 0,1 0-1 0 0,0 0 1 0 0,0 1 0 0 0,0-1-1 0 0,0 0 1 0 0,0 0-1 0 0,0 0 1 0 0,0 0 0 0 0,0 0-1 0 0,0-1 1 0 0,0 1-1 0 0,0 0 1 0 0,-1 0-1 0 0,1-1 1 0 0,2 0 0 0 0,5-4 101 0 0</inkml:trace>
</inkml:ink>
</file>

<file path=ppt/ink/ink2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55.044"/>
    </inkml:context>
    <inkml:brush xml:id="br0">
      <inkml:brushProperty name="width" value="0.1" units="cm"/>
      <inkml:brushProperty name="height" value="0.1" units="cm"/>
      <inkml:brushProperty name="color" value="#F6630D"/>
    </inkml:brush>
  </inkml:definitions>
  <inkml:trace contextRef="#ctx0" brushRef="#br0">1 121 4609 0 0,'16'2'7789'0'0,"2"6"-3579"0"0,39 25-955 0 0,-47-27-2120 0 0,-4-3-1082 0 0,-1 0 0 0 0,1 1 1 0 0,-1-1-1 0 0,0 1 0 0 0,0 0 1 0 0,0 1-1 0 0,-1-1 0 0 0,1 1 0 0 0,-1 0 1 0 0,0 0-1 0 0,-1 0 0 0 0,1 1 0 0 0,-1-1 1 0 0,0 1-1 0 0,0 0 0 0 0,-1-1 1 0 0,0 1-1 0 0,0 1 0 0 0,0-1 0 0 0,1 8 1 0 0,4 2 19 0 0,2-15 142 0 0,-9-1-205 0 0,1-1 0 0 0,-1 0 1 0 0,1 1-1 0 0,-1-1 0 0 0,1 0 0 0 0,-1 0 1 0 0,1 1-1 0 0,-1-1 0 0 0,0 0 0 0 0,1 0 1 0 0,-1 0-1 0 0,0 1 0 0 0,0-1 0 0 0,0 0 1 0 0,0 0-1 0 0,0 0 0 0 0,0 0 0 0 0,0 1 1 0 0,0-1-1 0 0,0 0 0 0 0,0 0 0 0 0,0 0 1 0 0,0 0-1 0 0,0 1 0 0 0,-1-1 0 0 0,1 0 1 0 0,0 0-1 0 0,-1 0 0 0 0,1 1 0 0 0,-1-1 1 0 0,0-1-1 0 0,-3-5-296 0 0,3 7 219 0 0,0-1 0 0 0,0 0-1 0 0,1 0 1 0 0,-1 1-1 0 0,0-1 1 0 0,1 0 0 0 0,-1 0-1 0 0,1 0 1 0 0,-1 0 0 0 0,1 0-1 0 0,-1 0 1 0 0,1 0-1 0 0,-1 0 1 0 0,1 0 0 0 0,0 0-1 0 0,0 0 1 0 0,0 0 0 0 0,0 0-1 0 0,-1 0 1 0 0,1 0 0 0 0,1 0-1 0 0,-1 0 1 0 0,0 0-1 0 0,0 0 1 0 0,0 0 0 0 0,1-2-1 0 0,33-34-16196 0 0,-32 32 16176 0 0,1 0-1 0 0,0 0 1 0 0,-1 0 0 0 0,0 0 0 0 0,0-1-1 0 0,-1 1 1 0 0,1 0 0 0 0,-1-1 0 0 0,0 1-1 0 0,0-1 1 0 0,-1 1 0 0 0,0-1 0 0 0,0 1-1 0 0,0-1 1 0 0,-1 1 0 0 0,0-1 0 0 0,-2-8-1 0 0,1 5-434 0 0,-4-17 2447 0 0,-10-15 5890 0 0,15 40-7452 0 0,1-1-1 0 0,-1 1 1 0 0,0 0 0 0 0,0-1-1 0 0,0 1 1 0 0,0 0 0 0 0,0 0-1 0 0,0 0 1 0 0,0 0 0 0 0,0 0-1 0 0,0 0 1 0 0,-1 0 0 0 0,1 0-1 0 0,0 1 1 0 0,-1-1 0 0 0,1 0-1 0 0,0 1 1 0 0,-1-1 0 0 0,1 1 0 0 0,-1 0-1 0 0,-1-1 1 0 0,1 1-207 0 0,0 0 1 0 0,0 1 0 0 0,1-1-1 0 0,-1 0 1 0 0,0 1-1 0 0,0-1 1 0 0,1 1-1 0 0,-1 0 1 0 0,0 0-1 0 0,1-1 1 0 0,-1 1 0 0 0,0 0-1 0 0,-2 2 1 0 0,3-1-102 0 0,-1 0-1 0 0,0 0 1 0 0,0 0 0 0 0,1 0 0 0 0,0 1 0 0 0,-1-1 0 0 0,1 0-1 0 0,0 1 1 0 0,0-1 0 0 0,0 0 0 0 0,0 1 0 0 0,0-1 0 0 0,1 1-1 0 0,-1 0 1 0 0,1 4 0 0 0,-1 47 115 0 0,1-36-108 0 0,0 20 31 0 0,-1 42 67 0 0,3 0-1 0 0,22 136 1 0 0,-2-146-1087 0 0,-10-41-2427 0 0</inkml:trace>
</inkml:ink>
</file>

<file path=ppt/ink/ink2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55.283"/>
    </inkml:context>
    <inkml:brush xml:id="br0">
      <inkml:brushProperty name="width" value="0.1" units="cm"/>
      <inkml:brushProperty name="height" value="0.1" units="cm"/>
      <inkml:brushProperty name="color" value="#F6630D"/>
    </inkml:brush>
  </inkml:definitions>
  <inkml:trace contextRef="#ctx0" brushRef="#br0">1 1 7370 0 0,'4'1'9170'0'0,"8"15"-8630"0"0,-2 2 0 0 0,0-1 1 0 0,-1 1-1 0 0,-1 0 0 0 0,0 1 1 0 0,-1 0-1 0 0,4 24 1 0 0,23 150-1663 0 0,-15-67-6003 0 0,-15-106 1671 0 0</inkml:trace>
</inkml:ink>
</file>

<file path=ppt/ink/ink2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55.506"/>
    </inkml:context>
    <inkml:brush xml:id="br0">
      <inkml:brushProperty name="width" value="0.1" units="cm"/>
      <inkml:brushProperty name="height" value="0.1" units="cm"/>
      <inkml:brushProperty name="color" value="#F6630D"/>
    </inkml:brush>
  </inkml:definitions>
  <inkml:trace contextRef="#ctx0" brushRef="#br0">3 98 4145 0 0,'-2'-5'3485'0'0,"2"5"-3419"0"0,6-10 1910 0 0,10-8 220 0 0,-7 10-1494 0 0,0 1-1 0 0,0 1 1 0 0,17-10-1 0 0,-15 11-1123 0 0,1 0-1 0 0,-1 1 0 0 0,1 1 0 0 0,-1 0 0 0 0,1 0 1 0 0,0 1-1 0 0,0 0 0 0 0,0 1 0 0 0,24 1 0 0 0,-17 1 411 0 0</inkml:trace>
</inkml:ink>
</file>

<file path=ppt/ink/ink2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55.852"/>
    </inkml:context>
    <inkml:brush xml:id="br0">
      <inkml:brushProperty name="width" value="0.1" units="cm"/>
      <inkml:brushProperty name="height" value="0.1" units="cm"/>
      <inkml:brushProperty name="color" value="#F6630D"/>
    </inkml:brush>
  </inkml:definitions>
  <inkml:trace contextRef="#ctx0" brushRef="#br0">5 27 5529 0 0,'0'0'44'0'0,"0"0"0"0"0,0 0 0 0 0,-1 0-1 0 0,1 0 1 0 0,0-1 0 0 0,0 1 0 0 0,-1 0-1 0 0,1 0 1 0 0,0 0 0 0 0,0 0 0 0 0,-1 0-1 0 0,1-1 1 0 0,0 1 0 0 0,0 0 0 0 0,0 0 0 0 0,0 0-1 0 0,-1-1 1 0 0,1 1 0 0 0,0 0 0 0 0,0 0-1 0 0,0-1 1 0 0,0 1 0 0 0,0 0 0 0 0,0 0 0 0 0,-1 0-1 0 0,1-1 1 0 0,0 1 0 0 0,0 0 0 0 0,0-1-1 0 0,0 1 1 0 0,0 0 0 0 0,0 0 0 0 0,0-1 0 0 0,0 1-1 0 0,0 0 1 0 0,0 0 0 0 0,0-1 0 0 0,1 1-1 0 0,-1 0 1 0 0,10-9 2073 0 0,17 0 913 0 0,-25 9-2878 0 0,0 0 1 0 0,0 0-1 0 0,1 0 1 0 0,-1 1-1 0 0,0-1 1 0 0,0 0 0 0 0,0 1-1 0 0,-1 0 1 0 0,1-1-1 0 0,0 1 1 0 0,0 0-1 0 0,0 0 1 0 0,0 0-1 0 0,-1 0 1 0 0,1 0 0 0 0,0 1-1 0 0,-1-1 1 0 0,1 0-1 0 0,1 3 1 0 0,-1-1-52 0 0,0 0 0 0 0,0 1 0 0 0,0-1 0 0 0,-1 0 0 0 0,1 1-1 0 0,-1-1 1 0 0,0 1 0 0 0,0 0 0 0 0,1 7 0 0 0,-1 6-230 0 0,0 0 1 0 0,-1 0-1 0 0,-5 30 0 0 0,4-33 106 0 0,-7 40-328 0 0,-3 26 559 0 0,11-73 14 0 0,0 1 0 0 0,0-1 0 0 0,0 1-1 0 0,1-1 1 0 0,0 1 0 0 0,1-1 0 0 0,0 1 0 0 0,3 7-1 0 0,-5-14-252 0 0,1 0-1 0 0,-1 1 0 0 0,1-1 0 0 0,0 0 0 0 0,-1 0 0 0 0,1 0 0 0 0,0 0 0 0 0,0 0 0 0 0,0 0 0 0 0,0 0 0 0 0,0 0 0 0 0,0 0 0 0 0,0 0 0 0 0,0-1 0 0 0,0 1 0 0 0,0 0 0 0 0,0-1 0 0 0,0 1 0 0 0,1 0 0 0 0,-1-1 0 0 0,0 0 0 0 0,1 1 1 0 0,-1-1-1 0 0,0 0 0 0 0,1 0 0 0 0,-1 1 0 0 0,0-1 0 0 0,1 0 0 0 0,-1-1 0 0 0,0 1 0 0 0,1 0 0 0 0,-1 0 0 0 0,0 0 0 0 0,0-1 0 0 0,1 1 0 0 0,1-2 0 0 0,4 0-825 0 0,-1-1 0 0 0,0 0 0 0 0,1-1 0 0 0,-2 0 0 0 0,10-7 0 0 0,-5 4-451 0 0</inkml:trace>
</inkml:ink>
</file>

<file path=ppt/ink/ink2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1:56.059"/>
    </inkml:context>
    <inkml:brush xml:id="br0">
      <inkml:brushProperty name="width" value="0.1" units="cm"/>
      <inkml:brushProperty name="height" value="0.1" units="cm"/>
      <inkml:brushProperty name="color" value="#F6630D"/>
    </inkml:brush>
  </inkml:definitions>
  <inkml:trace contextRef="#ctx0" brushRef="#br0">14 108 3681 0 0,'-14'1'10314'0'0,"18"-3"-9820"0"0,69-37 5225 0 0,41-15-3928 0 0,-94 47-3327 0 0,-1 1-5788 0 0</inkml:trace>
</inkml:ink>
</file>

<file path=ppt/ink/ink2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17.49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175 22 2761 0 0,'-69'10'1299'0'0,"39"-5"545"0"0,-46 1-1 0 0,718-16 3913 0 0,-429 6-4333 0 0,175-11-413 0 0,-73 1-374 0 0,760 31 324 0 0,-991-13-970 0 0,-33-3-88 0 0,-1 3 0 0 0,79 16 0 0 0,-153-13-1170 0 0,-26-2 715 0 0,-199 8 140 0 0,-219 14-1245 0 0,4 31 637 0 0,-507 87 2357 0 0,794-111 707 0 0,-27 2-1333 0 0,160-29-434 0 0,42-6-284 0 0,0-1-1 0 0,0 0 1 0 0,0 1 0 0 0,0 0 0 0 0,0-1-1 0 0,0 1 1 0 0,0 0 0 0 0,0 0 0 0 0,0 0 0 0 0,1 0-1 0 0,-1 1 1 0 0,0-1 0 0 0,1 0 0 0 0,-1 1-1 0 0,1-1 1 0 0,-1 1 0 0 0,1 0 0 0 0,-2 2 0 0 0,3-3 1 0 0,-1 0 0 0 0,1 0 1 0 0,0 0-1 0 0,0 0 0 0 0,0 0 1 0 0,-1 0-1 0 0,1 0 0 0 0,0-1 1 0 0,0 1-1 0 0,1 0 0 0 0,-1 0 1 0 0,0 0-1 0 0,0 0 1 0 0,0 0-1 0 0,1 0 0 0 0,-1 0 1 0 0,0 0-1 0 0,1 0 0 0 0,-1-1 1 0 0,0 1-1 0 0,1 0 0 0 0,0 0 1 0 0,-1 0-1 0 0,1 0 1 0 0,1 1 13 0 0,0-1 1 0 0,0 1-1 0 0,0-1 1 0 0,0 1 0 0 0,1-1-1 0 0,-1 0 1 0 0,0 0 0 0 0,0 0-1 0 0,3 1 1 0 0,7 1 66 0 0,-1 0-1 0 0,24 2 1 0 0,-32-5-83 0 0,61 3 239 0 0,116-9 0 0 0,-26 0 18 0 0,596-1 807 0 0,-150-6-1053 0 0,-115-1-585 0 0,-386 12 591 0 0,-21-1 69 0 0,0 4 0 0 0,152 20 1 0 0,-194-9-399 0 0,-35-12 299 0 0,-1 0 0 0 0,0 0 0 0 0,1 1 0 0 0,-1-1 0 0 0,0 0 0 0 0,0 0 0 0 0,1 0 0 0 0,-1 0 0 0 0,0 1-1 0 0,0-1 1 0 0,1 0 0 0 0,-1 0 0 0 0,0 1 0 0 0,0-1 0 0 0,0 0 0 0 0,0 0 0 0 0,1 1 0 0 0,-1-1 0 0 0,0 0 0 0 0,0 1 0 0 0,0-1-1 0 0,0 0 1 0 0,0 1 0 0 0,0-1 0 0 0,0 0 0 0 0,0 0 0 0 0,0 1 0 0 0,0-1 0 0 0,0 0 0 0 0,0 1 0 0 0,0-1 0 0 0,0 1 0 0 0,-1 0-41 0 0,0 0 1 0 0,0 0 0 0 0,0-1-1 0 0,0 1 1 0 0,0 0 0 0 0,0-1-1 0 0,0 1 1 0 0,0 0 0 0 0,0-1-1 0 0,0 1 1 0 0,0-1-1 0 0,-1 0 1 0 0,1 1 0 0 0,-1-1-1 0 0,-54 12-642 0 0,-1-2 0 0 0,-65 3 0 0 0,-10 1 396 0 0,-550 56-317 0 0,521-57 521 0 0,48-3-30 0 0,-463 43 980 0 0,5 33 1937 0 0,551-82-2579 0 0,7-2 204 0 0,0 1 0 0 0,0 0 0 0 0,0 1-1 0 0,-15 6 1 0 0,28-9-417 0 0,-1-1 0 0 0,1 0-1 0 0,0 1 1 0 0,0-1 0 0 0,0 1 0 0 0,0-1-1 0 0,0 1 1 0 0,0-1 0 0 0,0 1 0 0 0,0-1-1 0 0,0 0 1 0 0,0 1 0 0 0,0-1-1 0 0,0 1 1 0 0,1-1 0 0 0,-1 1 0 0 0,0-1-1 0 0,0 0 1 0 0,0 1 0 0 0,0-1-1 0 0,1 1 1 0 0,-1-1 0 0 0,0 0 0 0 0,1 1-1 0 0,-1-1 1 0 0,0 0 0 0 0,1 1-1 0 0,-1-1 1 0 0,0 0 0 0 0,1 0 0 0 0,-1 1-1 0 0,0-1 1 0 0,1 0 0 0 0,-1 0-1 0 0,1 0 1 0 0,-1 1 0 0 0,0-1 0 0 0,1 0-1 0 0,0 0 1 0 0,17 12-580 0 0,-9-9 557 0 0,1 0-1 0 0,0-1 1 0 0,0 0 0 0 0,0 0 0 0 0,0-1 0 0 0,0-1 0 0 0,0 1 0 0 0,18-3 0 0 0,-2 1 7 0 0,736 56 965 0 0,-229-8-206 0 0,26-1-1493 0 0,-448-37 614 0 0,80 10 396 0 0,-155-14-408 0 0,-2 2 0 0 0,1 2 1 0 0,43 17-1 0 0,-71-22-620 0 0,-9-1 330 0 0,-19 1 203 0 0,-29-1-44 0 0,-184-14-861 0 0,-240 22 1 0 0,118 22 1201 0 0,-470 104 1 0 0,217 10 3006 0 0,497-119-1853 0 0,94-23-944 0 0,4-3-142 0 0,1 2 0 0 0,-1 0 0 0 0,1 0 0 0 0,0 1 1 0 0,-22 12-1 0 0,35-17-130 0 0,-1 0 0 0 0,1 0-1 0 0,0 1 1 0 0,0-1 0 0 0,0 0 0 0 0,0 0 0 0 0,0 0 0 0 0,0 0 0 0 0,-1 0 0 0 0,1 0 0 0 0,0 0 0 0 0,0 0 0 0 0,0 0 0 0 0,0 1-1 0 0,0-1 1 0 0,0 0 0 0 0,0 0 0 0 0,0 0 0 0 0,0 0 0 0 0,0 0 0 0 0,0 0 0 0 0,0 0 0 0 0,-1 1 0 0 0,1-1 0 0 0,0 0 0 0 0,0 0 0 0 0,0 0-1 0 0,0 0 1 0 0,0 0 0 0 0,0 1 0 0 0,0-1 0 0 0,0 0 0 0 0,0 0 0 0 0,0 0 0 0 0,1 0 0 0 0,-1 0 0 0 0,0 0 0 0 0,0 1 0 0 0,0-1-1 0 0,0 0 1 0 0,0 0 0 0 0,0 0 0 0 0,0 0 0 0 0,0 0 0 0 0,0 0 0 0 0,0 1 0 0 0,0-1 0 0 0,1 0 0 0 0,8 5-211 0 0,12 0 77 0 0,41-1 185 0 0,-1-2 0 0 0,1-3 1 0 0,62-8-1 0 0,42-2-42 0 0,-141 10-29 0 0,1432-45-68 0 0,-854 23 98 0 0,-558 21-282 0 0,1 1 1 0 0,-1 2-1 0 0,1 3 0 0 0,53 10 1 0 0,-98-14 241 0 0,0 0 0 0 0,0 0 0 0 0,0 0 1 0 0,0 1-1 0 0,0-1 0 0 0,0 0 1 0 0,0 1-1 0 0,0-1 0 0 0,0 0 0 0 0,0 1 1 0 0,0-1-1 0 0,0 1 0 0 0,-1 0 1 0 0,1-1-1 0 0,0 1 0 0 0,0-1 0 0 0,0 1 1 0 0,-1 0-1 0 0,1 0 0 0 0,0 0 0 0 0,-1 0 8 0 0,0 0 0 0 0,0-1 0 0 0,-1 1 0 0 0,1-1 0 0 0,0 1 0 0 0,0-1-1 0 0,-1 1 1 0 0,1-1 0 0 0,0 1 0 0 0,-1-1 0 0 0,1 1 0 0 0,-1-1-1 0 0,1 1 1 0 0,-1-1 0 0 0,1 0 0 0 0,-1 1 0 0 0,1-1 0 0 0,-1 0 0 0 0,1 1-1 0 0,-1-1 1 0 0,1 0 0 0 0,-1 0 0 0 0,0 1 0 0 0,-44 12-480 0 0,-200 31 20 0 0,71-14-122 0 0,-106 13 580 0 0,-3 0 216 0 0,26-3 106 0 0,-8 2-128 0 0,22 1 386 0 0,-326 75 2537 0 0,485-96-2764 0 0,-48 15 97 0 0,131-37-418 0 0,0 1 0 0 0,-1-1-1 0 0,1 0 1 0 0,0 1 0 0 0,0-1 0 0 0,0 1-1 0 0,0 0 1 0 0,0-1 0 0 0,0 1 0 0 0,0 0 0 0 0,0 0-1 0 0,0 0 1 0 0,0-1 0 0 0,0 2 0 0 0,1-1-1 0 0,-1-1 0 0 0,1 1-1 0 0,0-1 1 0 0,0 1 0 0 0,0-1 0 0 0,0 1 0 0 0,0-1 0 0 0,0 1 0 0 0,0-1-1 0 0,0 0 1 0 0,0 1 0 0 0,0-1 0 0 0,0 1 0 0 0,0-1 0 0 0,0 1 0 0 0,0-1 0 0 0,1 1-1 0 0,-1-1 1 0 0,0 0 0 0 0,0 1 0 0 0,0-1 0 0 0,1 1 0 0 0,-1-1 0 0 0,1 1 0 0 0,28 22-161 0 0,-28-23 160 0 0,32 19-80 0 0,0-2-1 0 0,2-2 0 0 0,0-1 1 0 0,0-1-1 0 0,1-2 1 0 0,61 10-1 0 0,230 11-74 0 0,-142-19 379 0 0,454 3 1386 0 0,-177-31-1322 0 0,-231 6-161 0 0,122 1-703 0 0,-302 10-1022 0 0,-241 13-184 0 0,-315 3 358 0 0,-4 27 1107 0 0,403-32 322 0 0,-707 118 2038 0 0,607-94-321 0 0,174-32-1465 0 0,14-2 117 0 0,-1 0-1 0 0,1 1 0 0 0,-1 1 1 0 0,-28 11-1 0 0,46-16-367 0 0,1 0 0 0 0,-1 1 1 0 0,0-1-1 0 0,1 0 0 0 0,-1 1 0 0 0,0-1 0 0 0,1 0 0 0 0,-1 1 0 0 0,1-1 0 0 0,-1 1 0 0 0,1-1 0 0 0,-1 0 0 0 0,1 1 1 0 0,-1-1-1 0 0,1 1 0 0 0,0 0 0 0 0,-1-1 0 0 0,1 1 0 0 0,-1-1 0 0 0,1 1 0 0 0,0 0 0 0 0,0-1 0 0 0,-1 1 0 0 0,1 0 1 0 0,0-1-1 0 0,0 1 0 0 0,0 0 0 0 0,0-1 0 0 0,0 1 0 0 0,0 0 0 0 0,0-1 0 0 0,0 2 0 0 0,1 0-102 0 0,0-1-1 0 0,0 1 1 0 0,-1 0 0 0 0,1-1-1 0 0,1 0 1 0 0,-1 1-1 0 0,0-1 1 0 0,0 1-1 0 0,1-1 1 0 0,-1 0-1 0 0,0 0 1 0 0,3 1 0 0 0,2 2 305 0 0,1 0 1 0 0,-1 0 0 0 0,1-1-1 0 0,0 0 1 0 0,11 3 0 0 0,-14-5-391 0 0,0-1 1 0 0,0 0 0 0 0,0 0 0 0 0,0 0-1 0 0,0-1 1 0 0,6-1 0 0 0</inkml:trace>
</inkml:ink>
</file>

<file path=ppt/ink/ink2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3.249"/>
    </inkml:context>
    <inkml:brush xml:id="br0">
      <inkml:brushProperty name="width" value="0.1" units="cm"/>
      <inkml:brushProperty name="height" value="0.1" units="cm"/>
      <inkml:brushProperty name="color" value="#004F8B"/>
    </inkml:brush>
  </inkml:definitions>
  <inkml:trace contextRef="#ctx0" brushRef="#br0">27 47 5985 0 0,'-8'-17'889'0'0,"8"15"-529"0"0,0 1 0 0 0,0-1 0 0 0,0 1 0 0 0,-1 0 0 0 0,1-1 0 0 0,-1 1 0 0 0,1-1 0 0 0,-1 1 0 0 0,0-1 0 0 0,1 1 1 0 0,-1 0-1 0 0,0 0 0 0 0,0-1 0 0 0,0 1 0 0 0,0 0 0 0 0,0 0 0 0 0,0 0 0 0 0,0 0 0 0 0,0 0 0 0 0,-1 0 0 0 0,-1-1 0 0 0,10 34 3365 0 0,10 24-3021 0 0,-3 1-1 0 0,7 64 1 0 0,5 120-163 0 0,-18-153-388 0 0,46 500-16 0 0,-53-584-173 0 0,9 146-967 0 0,-10-123-1449 0 0,-7 46-1 0 0</inkml:trace>
</inkml:ink>
</file>

<file path=ppt/ink/ink2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3.626"/>
    </inkml:context>
    <inkml:brush xml:id="br0">
      <inkml:brushProperty name="width" value="0.1" units="cm"/>
      <inkml:brushProperty name="height" value="0.1" units="cm"/>
      <inkml:brushProperty name="color" value="#004F8B"/>
    </inkml:brush>
  </inkml:definitions>
  <inkml:trace contextRef="#ctx0" brushRef="#br0">31 213 2761 0 0,'-30'-18'11370'0'0,"41"27"-10825"0"0,0 1-1 0 0,-1 0 1 0 0,-1 0 0 0 0,1 1-1 0 0,-1 0 1 0 0,-1 1 0 0 0,0-1-1 0 0,12 26 1 0 0,-11-20-403 0 0,0 0 0 0 0,2-1 1 0 0,0-1-1 0 0,23 25 0 0 0,-32-37-105 0 0,1-1-1 0 0,-1 1 1 0 0,1-1 0 0 0,0 0-1 0 0,0 0 1 0 0,0 0-1 0 0,1 0 1 0 0,-1 0 0 0 0,0-1-1 0 0,1 1 1 0 0,-1-1-1 0 0,1 0 1 0 0,-1 0-1 0 0,1 0 1 0 0,-1 0 0 0 0,1-1-1 0 0,0 0 1 0 0,-1 1-1 0 0,1-1 1 0 0,0-1 0 0 0,0 1-1 0 0,-1 0 1 0 0,1-1-1 0 0,-1 0 1 0 0,1 0 0 0 0,0 0-1 0 0,-1 0 1 0 0,0-1-1 0 0,1 1 1 0 0,-1-1 0 0 0,0 0-1 0 0,0 0 1 0 0,0 0-1 0 0,0 0 1 0 0,4-4-1 0 0,8-9 191 0 0,-1 1-1 0 0,0-2 1 0 0,-1 0-1 0 0,-1-1 1 0 0,11-18-1 0 0,-20 30-217 0 0,189-292-1361 0 0,-185 287 743 0 0</inkml:trace>
</inkml:ink>
</file>

<file path=ppt/ink/ink2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6.242"/>
    </inkml:context>
    <inkml:brush xml:id="br0">
      <inkml:brushProperty name="width" value="0.1" units="cm"/>
      <inkml:brushProperty name="height" value="0.1" units="cm"/>
      <inkml:brushProperty name="color" value="#004F8B"/>
    </inkml:brush>
  </inkml:definitions>
  <inkml:trace contextRef="#ctx0" brushRef="#br0">196 158 920 0 0,'-1'-17'868'0'0,"0"0"0"0"0,-5-24 0 0 0,5 34-339 0 0,-1 0 0 0 0,0 0-1 0 0,0 0 1 0 0,0 1-1 0 0,-1-1 1 0 0,0 1 0 0 0,0 0-1 0 0,-7-10 1 0 0,9 15-381 0 0,1 0 1 0 0,-1 0 0 0 0,0 0-1 0 0,0 0 1 0 0,0 0 0 0 0,1 0-1 0 0,-1 1 1 0 0,0-1 0 0 0,0 0-1 0 0,0 1 1 0 0,0-1 0 0 0,-1 0-1 0 0,1 1 1 0 0,0-1-1 0 0,0 1 1 0 0,0 0 0 0 0,0-1-1 0 0,0 1 1 0 0,-1 0 0 0 0,1 0-1 0 0,0 0 1 0 0,0 0 0 0 0,0 0-1 0 0,-1 0 1 0 0,1 0 0 0 0,0 0-1 0 0,-2 1 1 0 0,1 0 39 0 0,0 0 1 0 0,-1 0-1 0 0,1 1 0 0 0,0-1 0 0 0,0 1 1 0 0,0-1-1 0 0,0 1 0 0 0,0 0 1 0 0,0 0-1 0 0,0 0 0 0 0,-2 4 1 0 0,-4 6 202 0 0,1 1 0 0 0,1-1 0 0 0,-8 21 1 0 0,-1 6-193 0 0,3 0-1 0 0,1 2 1 0 0,1-1 0 0 0,-6 80 0 0 0,14-102-171 0 0,1 1 0 0 0,2-1 0 0 0,-1 1 0 0 0,2 0 0 0 0,1-1 0 0 0,0 0 0 0 0,1 0 0 0 0,1 0 0 0 0,1 0 0 0 0,0-1 0 0 0,1 0-1 0 0,1 0 1 0 0,14 22 0 0 0,-17-33-39 0 0,1 0-1 0 0,-1 0 1 0 0,1-1-1 0 0,0 0 0 0 0,0 0 1 0 0,0 0-1 0 0,1-1 0 0 0,0 1 1 0 0,0-2-1 0 0,0 1 0 0 0,12 3 1 0 0,-17-5-75 0 0,1-1 1 0 0,0 0 0 0 0,0 0 0 0 0,1 0-1 0 0,-1-1 1 0 0,0 1 0 0 0,0-1-1 0 0,0 0 1 0 0,0 0 0 0 0,0 0 0 0 0,1 0-1 0 0,-1 0 1 0 0,0-1 0 0 0,0 1 0 0 0,0-1-1 0 0,0 0 1 0 0,0 0 0 0 0,0 0-1 0 0,0 0 1 0 0,0-1 0 0 0,-1 1 0 0 0,1-1-1 0 0,0 0 1 0 0,-1 0 0 0 0,1 0 0 0 0,-1 0-1 0 0,1 0 1 0 0,-1 0 0 0 0,0 0-1 0 0,0-1 1 0 0,2-2 0 0 0,-4 3-41 0 0,1 1 0 0 0,-1 0 0 0 0,1-1 0 0 0,-1 1 0 0 0,1-1 0 0 0,-1 1 1 0 0,0-1-1 0 0,0 1 0 0 0,0-1 0 0 0,0 1 0 0 0,0-1 0 0 0,0 1 0 0 0,0-1 0 0 0,0 1 0 0 0,0-1 0 0 0,-1 1 1 0 0,1 0-1 0 0,-1-1 0 0 0,1 1 0 0 0,-1-1 0 0 0,0 1 0 0 0,1 0 0 0 0,-1-1 0 0 0,-1 0 0 0 0,-28-33-1151 0 0,12 15 1180 0 0,15 16 144 0 0,0 0 1 0 0,1 1-1 0 0,-1-1 1 0 0,1 0-1 0 0,0-1 1 0 0,0 1-1 0 0,1 0 1 0 0,-1-1-1 0 0,1 1 1 0 0,0-1-1 0 0,0 1 1 0 0,0-1 0 0 0,1 1-1 0 0,-1-1 1 0 0,1 0-1 0 0,0 1 1 0 0,0-1-1 0 0,1 1 1 0 0,0-1-1 0 0,0 0 1 0 0,0 1-1 0 0,0-1 1 0 0,0 1-1 0 0,1 0 1 0 0,0-1 0 0 0,0 1-1 0 0,0 0 1 0 0,1 0-1 0 0,-1 0 1 0 0,1 1-1 0 0,0-1 1 0 0,0 0-1 0 0,7-5 1 0 0,6-5 253 0 0,1 0 1 0 0,0 1 0 0 0,1 1-1 0 0,0 1 1 0 0,1 1 0 0 0,1 0-1 0 0,-1 1 1 0 0,1 1-1 0 0,1 1 1 0 0,0 1 0 0 0,26-4-1 0 0,-44 9-227 0 0,1 0 0 0 0,-1 1-1 0 0,1 0 1 0 0,-1 0 0 0 0,0 0 0 0 0,1 0-1 0 0,-1 0 1 0 0,0 1 0 0 0,1-1-1 0 0,-1 1 1 0 0,0 0 0 0 0,1 0-1 0 0,-1 0 1 0 0,0 1 0 0 0,0-1 0 0 0,0 1-1 0 0,0-1 1 0 0,0 1 0 0 0,-1 0-1 0 0,1 0 1 0 0,0 0 0 0 0,-1 1 0 0 0,1-1-1 0 0,-1 1 1 0 0,0-1 0 0 0,0 1-1 0 0,0 0 1 0 0,0 0 0 0 0,-1 0 0 0 0,1 0-1 0 0,-1 0 1 0 0,1 0 0 0 0,-1 0-1 0 0,0 0 1 0 0,-1 1 0 0 0,1-1-1 0 0,0 6 1 0 0,2 13 391 0 0,-2-1 0 0 0,-1 0 0 0 0,0 1 0 0 0,-7 38 0 0 0,4-36-347 0 0,2-12-501 0 0,-4 41 1180 0 0,7-17-7236 0 0</inkml:trace>
</inkml:ink>
</file>

<file path=ppt/ink/ink2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6.620"/>
    </inkml:context>
    <inkml:brush xml:id="br0">
      <inkml:brushProperty name="width" value="0.1" units="cm"/>
      <inkml:brushProperty name="height" value="0.1" units="cm"/>
      <inkml:brushProperty name="color" value="#004F8B"/>
    </inkml:brush>
  </inkml:definitions>
  <inkml:trace contextRef="#ctx0" brushRef="#br0">1 331 9674 0 0,'0'1'26'0'0,"0"-1"0"0"0,-1 0-1 0 0,1 0 1 0 0,0 0 0 0 0,0 0 0 0 0,0 1 0 0 0,0-1 0 0 0,0 0-1 0 0,0 0 1 0 0,0 0 0 0 0,0 1 0 0 0,0-1 0 0 0,0 0-1 0 0,0 0 1 0 0,0 0 0 0 0,0 0 0 0 0,0 1 0 0 0,0-1-1 0 0,0 0 1 0 0,1 0 0 0 0,-1 0 0 0 0,0 0 0 0 0,0 1-1 0 0,0-1 1 0 0,0 0 0 0 0,0 0 0 0 0,0 0 0 0 0,0 0-1 0 0,0 0 1 0 0,1 1 0 0 0,-1-1 0 0 0,0 0 0 0 0,0 0-1 0 0,0 0 1 0 0,0 0 0 0 0,1 0 0 0 0,-1 0 0 0 0,0 0-1 0 0,0 0 1 0 0,0 0 0 0 0,0 0 0 0 0,1 0 0 0 0,-1 0-1 0 0,0 0 1 0 0,0 0 0 0 0,14-1 1099 0 0,16-8 330 0 0,-28 9-1416 0 0,13-6 480 0 0,-1-1 0 0 0,1 0 0 0 0,-1-1-1 0 0,0 0 1 0 0,-1-1 0 0 0,0 0 0 0 0,21-21-1 0 0,-22 18-552 0 0,0-1-1 0 0,-1 0 0 0 0,-1-1 0 0 0,0 0 0 0 0,-1 0 0 0 0,0-1 0 0 0,-1 0 0 0 0,-1-1 0 0 0,0 0 0 0 0,-2 0 1 0 0,9-33-1 0 0,-14 48-24 0 0,1 0 0 0 0,-1 0 0 0 0,0 0 0 0 0,1 0 0 0 0,-1-1 0 0 0,0 1 0 0 0,0 0 0 0 0,0 0 0 0 0,0 0 0 0 0,0-1 0 0 0,0 1 0 0 0,0 0 0 0 0,0 0 0 0 0,0 0 0 0 0,-1 0 1 0 0,1-1-1 0 0,0 1 0 0 0,-1 0 0 0 0,1 0 0 0 0,-1 0 0 0 0,1 0 0 0 0,-1 0 0 0 0,0 0 0 0 0,1 0 0 0 0,-1 0 0 0 0,0 0 0 0 0,0 0 0 0 0,0 0 0 0 0,1 0 0 0 0,-1 1 0 0 0,-2-2 0 0 0,1 2 8 0 0,1 0 0 0 0,-1 0 0 0 0,0 0 0 0 0,1 0 0 0 0,-1 0 0 0 0,0 1 0 0 0,1-1 0 0 0,-1 0 0 0 0,0 1 0 0 0,1 0 0 0 0,-1-1 0 0 0,1 1 0 0 0,-1 0 0 0 0,1 0 0 0 0,-1 0 0 0 0,1 0 0 0 0,-1 0 0 0 0,1 0 0 0 0,0 0 0 0 0,0 0 0 0 0,0 0 0 0 0,-2 3 0 0 0,-4 3 138 0 0,0 1 0 0 0,1-1-1 0 0,0 2 1 0 0,1-1-1 0 0,-1 1 1 0 0,1 0 0 0 0,1 0-1 0 0,0 0 1 0 0,0 0 0 0 0,-2 13-1 0 0,4-14 76 0 0,1 0 0 0 0,0 1 0 0 0,1-1 0 0 0,0 0 0 0 0,0 1 0 0 0,1-1 0 0 0,0 1 0 0 0,0-1 1 0 0,1 0-1 0 0,0 0 0 0 0,1 0 0 0 0,5 13 0 0 0,1 0-348 0 0,22 35 1 0 0,-19-37-621 0 0</inkml:trace>
</inkml:ink>
</file>

<file path=ppt/ink/ink2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6.828"/>
    </inkml:context>
    <inkml:brush xml:id="br0">
      <inkml:brushProperty name="width" value="0.1" units="cm"/>
      <inkml:brushProperty name="height" value="0.1" units="cm"/>
      <inkml:brushProperty name="color" value="#004F8B"/>
    </inkml:brush>
  </inkml:definitions>
  <inkml:trace contextRef="#ctx0" brushRef="#br0">24 1 4609 0 0,'-3'0'408'0'0,"0"0"-328"0"0,2 0 176 0 0,0 0 32 0 0,-2 0 0 0 0,0 1 8 0 0,-1 0-536 0 0,1 1-112 0 0,1 2-16 0 0,2 0-8 0 0,1 1 280 0 0,0 2 96 0 0,1 0 0 0 0,-2 0 0 0 0</inkml:trace>
</inkml:ink>
</file>

<file path=ppt/ink/ink2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7.199"/>
    </inkml:context>
    <inkml:brush xml:id="br0">
      <inkml:brushProperty name="width" value="0.1" units="cm"/>
      <inkml:brushProperty name="height" value="0.1" units="cm"/>
      <inkml:brushProperty name="color" value="#004F8B"/>
    </inkml:brush>
  </inkml:definitions>
  <inkml:trace contextRef="#ctx0" brushRef="#br0">131 45 1376 0 0,'0'-2'243'0'0,"0"0"0"0"0,-1 0 0 0 0,1 0-1 0 0,-1 0 1 0 0,0 0 0 0 0,1 0 0 0 0,-1 0-1 0 0,0 0 1 0 0,0 0 0 0 0,0 0 0 0 0,0 1-1 0 0,-1-1 1 0 0,1 0 0 0 0,0 1 0 0 0,-1-1-1 0 0,1 1 1 0 0,-1-1 0 0 0,0 1 0 0 0,1 0-1 0 0,-1 0 1 0 0,0 0 0 0 0,0 0 0 0 0,0 0-1 0 0,0 0 1 0 0,0 0 0 0 0,0 1 0 0 0,0-1 0 0 0,0 1-1 0 0,0-1 1 0 0,0 1 0 0 0,0 0 0 0 0,0 0-1 0 0,-2 0 1 0 0,1-1 50 0 0,1 1-1 0 0,-1 0 1 0 0,1 0-1 0 0,-1 0 1 0 0,1 0-1 0 0,-1 0 0 0 0,1 1 1 0 0,-1-1-1 0 0,1 1 1 0 0,0-1-1 0 0,-1 1 1 0 0,1 0-1 0 0,-1 0 1 0 0,1 0-1 0 0,0 0 1 0 0,0 0-1 0 0,0 1 1 0 0,0-1-1 0 0,0 1 1 0 0,0 0-1 0 0,0-1 1 0 0,0 1-1 0 0,1 0 1 0 0,-1 0-1 0 0,0 0 1 0 0,1 0-1 0 0,-2 3 1 0 0,-6 13-2559 0 0,-1 6-1951 0 0</inkml:trace>
</inkml:ink>
</file>

<file path=ppt/ink/ink2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7.524"/>
    </inkml:context>
    <inkml:brush xml:id="br0">
      <inkml:brushProperty name="width" value="0.1" units="cm"/>
      <inkml:brushProperty name="height" value="0.1" units="cm"/>
      <inkml:brushProperty name="color" value="#004F8B"/>
    </inkml:brush>
  </inkml:definitions>
  <inkml:trace contextRef="#ctx0" brushRef="#br0">6 91 3225 0 0,'-5'-41'1386'0'0,"5"-8"14386"0"0,19 104-14297 0 0,9 77-766 0 0,19 241 1 0 0,-24-151-2474 0 0,-18-187-1676 0 0</inkml:trace>
</inkml:ink>
</file>

<file path=ppt/ink/ink2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7.715"/>
    </inkml:context>
    <inkml:brush xml:id="br0">
      <inkml:brushProperty name="width" value="0.1" units="cm"/>
      <inkml:brushProperty name="height" value="0.1" units="cm"/>
      <inkml:brushProperty name="color" value="#004F8B"/>
    </inkml:brush>
  </inkml:definitions>
  <inkml:trace contextRef="#ctx0" brushRef="#br0">4 210 11058 0 0,'0'-2'134'0'0,"-1"-1"-1"0"0,0 1 1 0 0,1 0-1 0 0,-1-1 1 0 0,1 1-1 0 0,0-1 1 0 0,0 1-1 0 0,0-1 0 0 0,0 1 1 0 0,0 0-1 0 0,0-1 1 0 0,1 1-1 0 0,-1-1 1 0 0,1 1-1 0 0,1-4 1 0 0,1 0 135 0 0,0 0 1 0 0,0 0 0 0 0,0 0 0 0 0,1 1-1 0 0,7-9 1 0 0,1 0 130 0 0,2 1 0 0 0,-1 0 0 0 0,20-13 0 0 0,-21 18-740 0 0,1 1 0 0 0,-1 0 0 0 0,1 1 0 0 0,0 0 0 0 0,1 1 0 0 0,0 1 1 0 0,-1 0-1 0 0,1 1 0 0 0,1 0 0 0 0,-1 2 0 0 0,24-2 0 0 0,-4 2 330 0 0</inkml:trace>
</inkml:ink>
</file>

<file path=ppt/ink/ink2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8.157"/>
    </inkml:context>
    <inkml:brush xml:id="br0">
      <inkml:brushProperty name="width" value="0.1" units="cm"/>
      <inkml:brushProperty name="height" value="0.1" units="cm"/>
      <inkml:brushProperty name="color" value="#004F8B"/>
    </inkml:brush>
  </inkml:definitions>
  <inkml:trace contextRef="#ctx0" brushRef="#br0">0 167 1840 0 0,'1'-1'369'0'0,"-1"-1"0"0"0,1 1 0 0 0,-1 0 0 0 0,1 0 0 0 0,0-1 0 0 0,-1 1 0 0 0,1 0 0 0 0,0 0 0 0 0,0 0 0 0 0,0 0 0 0 0,0 0 0 0 0,0 0 0 0 0,0 0 0 0 0,0 0 0 0 0,0 0-1 0 0,0 0 1 0 0,1 0 0 0 0,-1 1 0 0 0,2-2 0 0 0,0 1 84 0 0,1 0-1 0 0,-1 0 1 0 0,1 0 0 0 0,0 0-1 0 0,0 0 1 0 0,-1 1 0 0 0,6 0-1 0 0,-1 0 65 0 0,0 0 0 0 0,1 1 0 0 0,-1 0 0 0 0,0 0 0 0 0,0 1 0 0 0,9 3 1 0 0,-6 0 9 0 0,0 1 0 0 0,-1-1 1 0 0,1 1-1 0 0,-1 1 0 0 0,-1 0 1 0 0,16 15-1 0 0,-21-18-427 0 0,1 0 1 0 0,-1 1-1 0 0,0 0 0 0 0,0 0 0 0 0,0 0 1 0 0,-1 0-1 0 0,0 1 0 0 0,0-1 1 0 0,0 1-1 0 0,-1 0 0 0 0,0 0 0 0 0,0 0 1 0 0,0 0-1 0 0,0 8 0 0 0,-1-13-82 0 0,-1 0 0 0 0,0 1-1 0 0,0-1 1 0 0,0 0 0 0 0,0 0-1 0 0,0 0 1 0 0,0 0 0 0 0,0 0 0 0 0,0 0-1 0 0,0 0 1 0 0,0 0 0 0 0,-1 0-1 0 0,1 0 1 0 0,0 0 0 0 0,-1 0-1 0 0,1 0 1 0 0,-1 0 0 0 0,1 0 0 0 0,-1 0-1 0 0,1 0 1 0 0,-1 0 0 0 0,0 0-1 0 0,1-1 1 0 0,-1 1 0 0 0,0 0-1 0 0,0 0 1 0 0,1-1 0 0 0,-1 1-1 0 0,0-1 1 0 0,0 1 0 0 0,-1 0 0 0 0,1-1 6 0 0,0 0 1 0 0,0-1 0 0 0,0 1 0 0 0,-1 0 0 0 0,1 0 0 0 0,0-1 0 0 0,0 1 0 0 0,0-1 0 0 0,0 1 0 0 0,0-1 0 0 0,0 0 0 0 0,1 1 0 0 0,-1-1 0 0 0,0 0 0 0 0,0 1 0 0 0,0-1 0 0 0,1 0 0 0 0,-1 0 0 0 0,0 0 0 0 0,1 0 0 0 0,-1 0 0 0 0,0 0 0 0 0,1 0 0 0 0,0 0 0 0 0,-1 0 0 0 0,1 0 0 0 0,-1 0 0 0 0,1 0 0 0 0,0 0 0 0 0,0-1 0 0 0,-3-11-130 0 0,0 1-1 0 0,1-1 1 0 0,1 1 0 0 0,0-1 0 0 0,1 0 0 0 0,0 1 0 0 0,1-1 0 0 0,0 0 0 0 0,1 1 0 0 0,1-1 0 0 0,0 1 0 0 0,0 0 0 0 0,1 0 0 0 0,1 0 0 0 0,0 0 0 0 0,1 1 0 0 0,0-1 0 0 0,0 2 0 0 0,1-1 0 0 0,1 1-1 0 0,17-19 1 0 0,-5 9-1335 0 0</inkml:trace>
</inkml:ink>
</file>

<file path=ppt/ink/ink2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8.301"/>
    </inkml:context>
    <inkml:brush xml:id="br0">
      <inkml:brushProperty name="width" value="0.1" units="cm"/>
      <inkml:brushProperty name="height" value="0.1" units="cm"/>
      <inkml:brushProperty name="color" value="#004F8B"/>
    </inkml:brush>
  </inkml:definitions>
  <inkml:trace contextRef="#ctx0" brushRef="#br0">1 1 920 0 0,'4'85'8139'0'0,"6"0"-3884"0"0,1 14-2254 0 0,-10-84-2439 0 0,1-1 1 0 0,7 25-1 0 0,-4-22-4610 0 0</inkml:trace>
</inkml:ink>
</file>

<file path=ppt/ink/ink2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8.481"/>
    </inkml:context>
    <inkml:brush xml:id="br0">
      <inkml:brushProperty name="width" value="0.1" units="cm"/>
      <inkml:brushProperty name="height" value="0.1" units="cm"/>
      <inkml:brushProperty name="color" value="#004F8B"/>
    </inkml:brush>
  </inkml:definitions>
  <inkml:trace contextRef="#ctx0" brushRef="#br0">3 35 10138 0 0,'-1'-4'896'0'0,"0"-1"-712"0"0,2-1 1609 0 0,-1 1-809 0 0,0 0 8 0 0,1 1-576 0 0,-1 0-120 0 0,3 2-16 0 0,0 4-8 0 0,0 3-1544 0 0,2 2-304 0 0,3 5-64 0 0,2 2-17 0 0,2 1 1345 0 0,0 3 312 0 0</inkml:trace>
</inkml:ink>
</file>

<file path=ppt/ink/ink2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9.045"/>
    </inkml:context>
    <inkml:brush xml:id="br0">
      <inkml:brushProperty name="width" value="0.1" units="cm"/>
      <inkml:brushProperty name="height" value="0.1" units="cm"/>
      <inkml:brushProperty name="color" value="#004F8B"/>
    </inkml:brush>
  </inkml:definitions>
  <inkml:trace contextRef="#ctx0" brushRef="#br0">240 304 6913 0 0,'-4'-3'300'0'0,"-1"1"0"0"0,1 0-1 0 0,0 0 1 0 0,0 1-1 0 0,-1-1 1 0 0,1 1-1 0 0,-1 0 1 0 0,1 0-1 0 0,-1 0 1 0 0,0 1-1 0 0,1-1 1 0 0,-1 1-1 0 0,0 0 1 0 0,1 1-1 0 0,-1-1 1 0 0,-5 2-1 0 0,3 0 81 0 0,0 1 0 0 0,1-1 0 0 0,-1 1 0 0 0,1 0-1 0 0,-1 1 1 0 0,1-1 0 0 0,0 1 0 0 0,0 1 0 0 0,-9 8 0 0 0,6-4-117 0 0,1 0 0 0 0,0 1 0 0 0,0-1 0 0 0,1 2 0 0 0,0-1 0 0 0,1 1 0 0 0,0 0 0 0 0,1 0 0 0 0,0 0 0 0 0,1 1 0 0 0,0 0 0 0 0,-2 13 0 0 0,5-14-210 0 0,0-1 0 0 0,1 1 0 0 0,1-1 0 0 0,-1 1 0 0 0,2 0 0 0 0,2 11 0 0 0,-3-18-87 0 0,0 0 1 0 0,1 1 0 0 0,-1-1 0 0 0,1 0-1 0 0,0 0 1 0 0,0-1 0 0 0,0 1-1 0 0,4 4 1 0 0,-5-7-31 0 0,0 1 0 0 0,0-1 0 0 0,1 0 0 0 0,-1 0 0 0 0,0 0 1 0 0,1 0-1 0 0,-1 0 0 0 0,1 0 0 0 0,-1 0 0 0 0,1 0 0 0 0,0-1 0 0 0,-1 1 0 0 0,1 0 0 0 0,0-1 0 0 0,-1 0 0 0 0,1 1 1 0 0,0-1-1 0 0,0 0 0 0 0,-1 0 0 0 0,3 0 0 0 0,1-1-140 0 0,-1 0 0 0 0,0 0 0 0 0,0-1 1 0 0,0 1-1 0 0,0-1 0 0 0,0 0 0 0 0,0 0 0 0 0,-1-1 1 0 0,1 1-1 0 0,-1-1 0 0 0,1 0 0 0 0,-1 0 1 0 0,0 0-1 0 0,0 0 0 0 0,0 0 0 0 0,-1-1 0 0 0,1 1 1 0 0,-1-1-1 0 0,0 0 0 0 0,2-4 0 0 0,5-8-525 0 0,-2 0-1 0 0,0 0 1 0 0,7-27-1 0 0,-8 22 86 0 0,-2-2-1 0 0,0 1 1 0 0,-1 0-1 0 0,-1-46 0 0 0,-17-87 1595 0 0,5 75 2186 0 0,8 64-2179 0 0,1 10-332 0 0,0 0-1 0 0,0 0 0 0 0,1 0 1 0 0,-1 0-1 0 0,1 0 0 0 0,0 0 0 0 0,1 0 1 0 0,0 0-1 0 0,1-7 0 0 0,5 39 1786 0 0,3 27-1785 0 0,23 110 571 0 0,-26-136-1449 0 0,2-1 0 0 0,0 0 0 0 0,2 0 0 0 0,15 24 0 0 0,-7-17-5038 0 0,1 0-1799 0 0</inkml:trace>
</inkml:ink>
</file>

<file path=ppt/ink/ink2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9.425"/>
    </inkml:context>
    <inkml:brush xml:id="br0">
      <inkml:brushProperty name="width" value="0.1" units="cm"/>
      <inkml:brushProperty name="height" value="0.1" units="cm"/>
      <inkml:brushProperty name="color" value="#004F8B"/>
    </inkml:brush>
  </inkml:definitions>
  <inkml:trace contextRef="#ctx0" brushRef="#br0">184 17 6449 0 0,'-3'-2'296'0'0,"-1"0"0"0"0,1 0 0 0 0,-1 0 0 0 0,0 0-1 0 0,1 1 1 0 0,-1 0 0 0 0,0 0 0 0 0,0 0-1 0 0,0 0 1 0 0,1 1 0 0 0,-1-1 0 0 0,0 1 0 0 0,0 0-1 0 0,0 0 1 0 0,0 0 0 0 0,0 1 0 0 0,0-1 0 0 0,0 1-1 0 0,0 0 1 0 0,0 0 0 0 0,1 1 0 0 0,-1-1-1 0 0,0 1 1 0 0,1-1 0 0 0,-1 1 0 0 0,1 1 0 0 0,0-1-1 0 0,-5 4 1 0 0,1 0-98 0 0,1 1 0 0 0,0-1-1 0 0,0 1 1 0 0,0 1 0 0 0,1-1 0 0 0,0 1-1 0 0,1-1 1 0 0,-1 1 0 0 0,1 1 0 0 0,1-1-1 0 0,0 1 1 0 0,0-1 0 0 0,1 1 0 0 0,0 0-1 0 0,0 0 1 0 0,1 0 0 0 0,0 0 0 0 0,1 0-1 0 0,0 0 1 0 0,0 0 0 0 0,1 0-1 0 0,0 0 1 0 0,1 0 0 0 0,0 0 0 0 0,0 0-1 0 0,1-1 1 0 0,3 10 0 0 0,-2-10-204 0 0,0 1 1 0 0,0 0-1 0 0,1-1 1 0 0,0 0-1 0 0,0 0 1 0 0,0-1 0 0 0,1 1-1 0 0,1-1 1 0 0,-1 0-1 0 0,1-1 1 0 0,13 10-1 0 0,-14-12 4 0 0,0 0 0 0 0,1-1 0 0 0,0 0 0 0 0,-1 0 0 0 0,1 0 0 0 0,0-1 0 0 0,0 0 0 0 0,1 0 0 0 0,-1 0 0 0 0,0-1 0 0 0,1-1 0 0 0,-1 1 0 0 0,1-1 0 0 0,-1 0 0 0 0,15-3 0 0 0,-15 1-53 0 0,0 0-1 0 0,0 0 1 0 0,-1-1 0 0 0,1 1 0 0 0,-1-2 0 0 0,0 1-1 0 0,1-1 1 0 0,-1 0 0 0 0,-1 0 0 0 0,1-1 0 0 0,-1 1-1 0 0,0-1 1 0 0,0-1 0 0 0,0 1 0 0 0,-1-1 0 0 0,1 1-1 0 0,-1-1 1 0 0,-1-1 0 0 0,6-11 0 0 0,-3 6 102 0 0,-1 1 1 0 0,-1-1-1 0 0,0-1 1 0 0,-1 1-1 0 0,0 0 1 0 0,-1-1-1 0 0,0 0 1 0 0,-1 1-1 0 0,0-1 1 0 0,-2-16-1 0 0,0 23-27 0 0,1 1 1 0 0,-1-1-1 0 0,0 1 0 0 0,0 0 0 0 0,-1-1 1 0 0,0 1-1 0 0,0 0 0 0 0,0 0 0 0 0,-1 0 0 0 0,1 0 1 0 0,-1 0-1 0 0,0 0 0 0 0,-1 1 0 0 0,1 0 1 0 0,-6-6-1 0 0,6 8-137 0 0,0 0 0 0 0,0 0 0 0 0,0 0 1 0 0,-1 0-1 0 0,1 1 0 0 0,-1-1 0 0 0,1 1 0 0 0,-1 0 0 0 0,0 0 1 0 0,1 0-1 0 0,-1 1 0 0 0,0-1 0 0 0,0 1 0 0 0,0 0 1 0 0,1 0-1 0 0,-1 0 0 0 0,0 0 0 0 0,0 1 0 0 0,1-1 1 0 0,-1 1-1 0 0,0 0 0 0 0,-6 3 0 0 0,-12 5-1299 0 0,-1 2-238 0 0</inkml:trace>
</inkml:ink>
</file>

<file path=ppt/ink/ink2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9.743"/>
    </inkml:context>
    <inkml:brush xml:id="br0">
      <inkml:brushProperty name="width" value="0.1" units="cm"/>
      <inkml:brushProperty name="height" value="0.1" units="cm"/>
      <inkml:brushProperty name="color" value="#004F8B"/>
    </inkml:brush>
  </inkml:definitions>
  <inkml:trace contextRef="#ctx0" brushRef="#br0">138 19 1840 0 0,'0'0'257'0'0,"0"-1"0"0"0,0 0 1 0 0,-1 0-1 0 0,1 0 0 0 0,0 0 0 0 0,0 1 0 0 0,0-1 0 0 0,-1 0 0 0 0,1 0 0 0 0,0 1 0 0 0,-1-1 0 0 0,1 0 0 0 0,-1 0 0 0 0,1 1 0 0 0,-1-1 0 0 0,1 1 0 0 0,-1-1 0 0 0,1 0 0 0 0,-1 1 0 0 0,0-1 0 0 0,1 1 0 0 0,-1-1 0 0 0,0 1 0 0 0,1 0 0 0 0,-1-1 0 0 0,0 1 1 0 0,0 0-1 0 0,0-1 0 0 0,0 1 0 0 0,-1 0 120 0 0,0 0 1 0 0,1 0 0 0 0,-1 1 0 0 0,0-1 0 0 0,1 0-1 0 0,-1 1 1 0 0,0-1 0 0 0,1 1 0 0 0,-1 0 0 0 0,1 0-1 0 0,-1 0 1 0 0,1-1 0 0 0,-3 3 0 0 0,-1 1 184 0 0,-1 1 1 0 0,1-1 0 0 0,0 1 0 0 0,1 1-1 0 0,-1-1 1 0 0,-6 10 0 0 0,1 6-206 0 0,1-1-1 0 0,1 1 0 0 0,1 1 1 0 0,1 0-1 0 0,1 0 1 0 0,1 0-1 0 0,1 0 1 0 0,-1 36-1 0 0,3-13-230 0 0,3 0 1 0 0,2 0-1 0 0,12 58 0 0 0,-9-71-220 0 0,1 1 0 0 0,16 37 0 0 0,-14-47-1849 0 0,22 39 0 0 0,-19-43-4796 0 0</inkml:trace>
</inkml:ink>
</file>

<file path=ppt/ink/ink2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29.917"/>
    </inkml:context>
    <inkml:brush xml:id="br0">
      <inkml:brushProperty name="width" value="0.1" units="cm"/>
      <inkml:brushProperty name="height" value="0.1" units="cm"/>
      <inkml:brushProperty name="color" value="#004F8B"/>
    </inkml:brush>
  </inkml:definitions>
  <inkml:trace contextRef="#ctx0" brushRef="#br0">8 211 1840 0 0,'-7'-34'248'0'0,"7"31"118"0"0,0 1 0 0 0,1-1 0 0 0,-1 1-1 0 0,1-1 1 0 0,0 1 0 0 0,0-1 0 0 0,-1 1 0 0 0,2-1 0 0 0,-1 1 0 0 0,0 0 0 0 0,0-1 0 0 0,1 1 0 0 0,-1 0 0 0 0,1 0 0 0 0,0 0 0 0 0,3-3-1 0 0,6-5 548 0 0,-1 0-1 0 0,1 1 0 0 0,1 0 0 0 0,0 1 0 0 0,0 0 0 0 0,16-6 1 0 0,83-31-2802 0 0,-80 34 1011 0 0,-6 1 850 0 0</inkml:trace>
</inkml:ink>
</file>

<file path=ppt/ink/ink2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0.186"/>
    </inkml:context>
    <inkml:brush xml:id="br0">
      <inkml:brushProperty name="width" value="0.1" units="cm"/>
      <inkml:brushProperty name="height" value="0.1" units="cm"/>
      <inkml:brushProperty name="color" value="#004F8B"/>
    </inkml:brush>
  </inkml:definitions>
  <inkml:trace contextRef="#ctx0" brushRef="#br0">199 6 6913 0 0,'-3'-1'131'0'0,"0"0"0"0"0,-1 0 0 0 0,1 0 0 0 0,0 0 0 0 0,0 1 0 0 0,0 0 0 0 0,0-1 0 0 0,0 1 0 0 0,-1 0 0 0 0,1 1 0 0 0,0-1 0 0 0,0 1 0 0 0,0-1 0 0 0,0 1 0 0 0,0 0 0 0 0,-4 2 0 0 0,0 0 232 0 0,1 1 0 0 0,-1 0 0 0 0,1 0-1 0 0,0 0 1 0 0,1 1 0 0 0,-7 6 0 0 0,2 0 33 0 0,1 1 0 0 0,0-1 0 0 0,1 1 0 0 0,0 1 0 0 0,1 0 0 0 0,0 0 0 0 0,1 0 0 0 0,0 1 0 0 0,1 0 0 0 0,1 0 0 0 0,0 0 0 0 0,1 0 0 0 0,1 1 0 0 0,-2 27 0 0 0,3-11 63 0 0,2 0 0 0 0,1 0 1 0 0,1 0-1 0 0,1-1 0 0 0,2 1 1 0 0,10 31-1 0 0,49 110 727 0 0,-34-95-2996 0 0,-3 0-4990 0 0,-22-56 1007 0 0</inkml:trace>
</inkml:ink>
</file>

<file path=ppt/ink/ink2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0.361"/>
    </inkml:context>
    <inkml:brush xml:id="br0">
      <inkml:brushProperty name="width" value="0.1" units="cm"/>
      <inkml:brushProperty name="height" value="0.1" units="cm"/>
      <inkml:brushProperty name="color" value="#004F8B"/>
    </inkml:brush>
  </inkml:definitions>
  <inkml:trace contextRef="#ctx0" brushRef="#br0">1 204 12443 0 0,'12'-11'552'0'0,"1"1"0"0"0,0 0 0 0 0,0 1 0 0 0,1 0 0 0 0,1 1 0 0 0,-1 0 0 0 0,29-9 0 0 0,0-2 73 0 0,-8 2 67 0 0,-2 0-1011 0 0,0 2 0 0 0,2 1-1 0 0,0 1 1 0 0,47-10 0 0 0,-59 20 295 0 0</inkml:trace>
</inkml:ink>
</file>

<file path=ppt/ink/ink2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3.860"/>
    </inkml:context>
    <inkml:brush xml:id="br0">
      <inkml:brushProperty name="width" value="0.1" units="cm"/>
      <inkml:brushProperty name="height" value="0.1" units="cm"/>
      <inkml:brushProperty name="color" value="#004F8B"/>
    </inkml:brush>
  </inkml:definitions>
  <inkml:trace contextRef="#ctx0" brushRef="#br0">19 87 456 0 0,'2'-15'253'0'0,"5"-5"4558"0"0,2-4-2620 0 0,-9 24-2171 0 0,0 0 0 0 0,0 0 1 0 0,0-1-1 0 0,0 1 0 0 0,0 0 0 0 0,0 0 1 0 0,0 0-1 0 0,0 0 0 0 0,0-1 0 0 0,0 1 1 0 0,0 0-1 0 0,0 0 0 0 0,0 0 0 0 0,0-1 1 0 0,0 1-1 0 0,0 0 0 0 0,0 0 0 0 0,0 0 1 0 0,0 0-1 0 0,0-1 0 0 0,0 1 0 0 0,0 0 1 0 0,-1 0-1 0 0,1 0 0 0 0,0 0 0 0 0,0 0 1 0 0,0-1-1 0 0,0 1 0 0 0,0 0 0 0 0,0 0 1 0 0,0 0-1 0 0,-1 0 0 0 0,1 0 0 0 0,0 0 1 0 0,0 0-1 0 0,0 0 0 0 0,0-1 0 0 0,-1 1 1 0 0,1 0-1 0 0,0 0 0 0 0,0 0 0 0 0,0 0 1 0 0,0 0-1 0 0,-1 0 0 0 0,-10 2 639 0 0,-11-9 7312 0 0,38-4-7747 0 0,-1 6-1236 0 0</inkml:trace>
</inkml:ink>
</file>

<file path=ppt/ink/ink2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4.003"/>
    </inkml:context>
    <inkml:brush xml:id="br0">
      <inkml:brushProperty name="width" value="0.1" units="cm"/>
      <inkml:brushProperty name="height" value="0.1" units="cm"/>
      <inkml:brushProperty name="color" value="#004F8B"/>
    </inkml:brush>
  </inkml:definitions>
  <inkml:trace contextRef="#ctx0" brushRef="#br0">1 8 920 0 0,'2'-3'2409'0'0,"0"2"-1825"0"0,-1 0-8 0 0,2-2 576 0 0</inkml:trace>
</inkml:ink>
</file>

<file path=ppt/ink/ink2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4.731"/>
    </inkml:context>
    <inkml:brush xml:id="br0">
      <inkml:brushProperty name="width" value="0.1" units="cm"/>
      <inkml:brushProperty name="height" value="0.1" units="cm"/>
      <inkml:brushProperty name="color" value="#004F8B"/>
    </inkml:brush>
  </inkml:definitions>
  <inkml:trace contextRef="#ctx0" brushRef="#br0">193 145 6913 0 0,'0'-12'930'0'0,"0"0"0"0"0,-1 0-1 0 0,-1 1 1 0 0,0-1-1 0 0,0 1 1 0 0,-8-20-1 0 0,9 29-816 0 0,0-1 0 0 0,0 1-1 0 0,0-1 1 0 0,0 1 0 0 0,0 0-1 0 0,-1-1 1 0 0,1 1-1 0 0,-1 0 1 0 0,1 0 0 0 0,-1 0-1 0 0,0 0 1 0 0,0 1 0 0 0,0-1-1 0 0,0 0 1 0 0,0 1 0 0 0,0-1-1 0 0,0 1 1 0 0,-1 0-1 0 0,1 0 1 0 0,-1 0 0 0 0,1 0-1 0 0,-1 0 1 0 0,1 0 0 0 0,-1 1-1 0 0,1-1 1 0 0,-1 1-1 0 0,1-1 1 0 0,-1 1 0 0 0,0 0-1 0 0,1 0 1 0 0,-1 1 0 0 0,0-1-1 0 0,1 0 1 0 0,-1 1 0 0 0,1 0-1 0 0,-3 0 1 0 0,1 1-7 0 0,0 0 0 0 0,0 0 1 0 0,1 1-1 0 0,-1-1 0 0 0,1 1 0 0 0,0-1 1 0 0,0 1-1 0 0,0 0 0 0 0,0 0 0 0 0,0 1 1 0 0,0-1-1 0 0,1 1 0 0 0,0-1 0 0 0,0 1 1 0 0,0 0-1 0 0,0 0 0 0 0,0-1 0 0 0,-1 7 1 0 0,-3 8 199 0 0,1 1 0 0 0,-5 30 1 0 0,1 12-46 0 0,2 2 0 0 0,2 77 0 0 0,6-107-305 0 0,1 0-1 0 0,2 0 1 0 0,1-1-1 0 0,2 0 1 0 0,1 0-1 0 0,13 33 1 0 0,10-3-2030 0 0,-14-34-4767 0 0</inkml:trace>
</inkml:ink>
</file>

<file path=ppt/ink/ink2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4.953"/>
    </inkml:context>
    <inkml:brush xml:id="br0">
      <inkml:brushProperty name="width" value="0.1" units="cm"/>
      <inkml:brushProperty name="height" value="0.1" units="cm"/>
      <inkml:brushProperty name="color" value="#004F8B"/>
    </inkml:brush>
  </inkml:definitions>
  <inkml:trace contextRef="#ctx0" brushRef="#br0">1 193 11522 0 0,'0'-1'77'0'0,"0"0"0"0"0,0-1-1 0 0,0 1 1 0 0,0-1-1 0 0,0 1 1 0 0,1-1 0 0 0,-1 1-1 0 0,1 0 1 0 0,-1-1 0 0 0,1 1-1 0 0,-1 0 1 0 0,1 0-1 0 0,0-1 1 0 0,-1 1 0 0 0,1 0-1 0 0,0 0 1 0 0,0 0-1 0 0,0 0 1 0 0,0 0 0 0 0,0 0-1 0 0,1-1 1 0 0,31-24 974 0 0,-19 17-505 0 0,13-14-22 0 0,2-1 337 0 0,32-21 0 0 0,-53 40-1033 0 0,1 0 0 0 0,-1 0 0 0 0,1 1 0 0 0,-1 0 0 0 0,1 1-1 0 0,0 0 1 0 0,1 0 0 0 0,-1 1 0 0 0,13-2 0 0 0,-16 4-341 0 0,-1 1 0 0 0,0-1 0 0 0,1 1 0 0 0,-1 0-1 0 0,0 0 1 0 0,0 0 0 0 0,0 1 0 0 0,0 0 0 0 0,0 0 0 0 0,0 0 0 0 0,0 1 0 0 0,-1 0 0 0 0,1-1-1 0 0,-1 2 1 0 0,0-1 0 0 0,0 0 0 0 0,0 1 0 0 0,0 0 0 0 0,5 6 0 0 0,4 10-354 0 0</inkml:trace>
</inkml:ink>
</file>

<file path=ppt/ink/ink2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5.256"/>
    </inkml:context>
    <inkml:brush xml:id="br0">
      <inkml:brushProperty name="width" value="0.1" units="cm"/>
      <inkml:brushProperty name="height" value="0.1" units="cm"/>
      <inkml:brushProperty name="color" value="#004F8B"/>
    </inkml:brush>
  </inkml:definitions>
  <inkml:trace contextRef="#ctx0" brushRef="#br0">1 84 11058 0 0,'7'3'583'0'0,"0"0"0"0"0,0 0 0 0 0,0 1 0 0 0,-1 0 0 0 0,1 0 0 0 0,-1 1 0 0 0,0 0 0 0 0,7 7 0 0 0,5 3-494 0 0,0 2 0 0 0,20 25 0 0 0,-32-35-56 0 0,17 27 33 0 0,-21-32-63 0 0,-1 0 0 0 0,0 0 0 0 0,0 0 1 0 0,0 0-1 0 0,0 1 0 0 0,-1-1 0 0 0,1 0 0 0 0,0 1 1 0 0,-1-1-1 0 0,0 0 0 0 0,1 1 0 0 0,-1-1 0 0 0,0 5 1 0 0,0-7 12 0 0,0 0 0 0 0,0 0 1 0 0,0 0-1 0 0,0 0 1 0 0,0 0-1 0 0,0 0 1 0 0,0 0-1 0 0,0 0 1 0 0,0 0-1 0 0,0 1 1 0 0,0-1-1 0 0,0 0 0 0 0,0 0 1 0 0,-1 0-1 0 0,1 0 1 0 0,0 0-1 0 0,0 0 1 0 0,0 0-1 0 0,0 0 1 0 0,0 0-1 0 0,0 1 0 0 0,0-1 1 0 0,0 0-1 0 0,0 0 1 0 0,0 0-1 0 0,0 0 1 0 0,0 0-1 0 0,0 0 1 0 0,0 0-1 0 0,0 0 1 0 0,-1 0-1 0 0,1 0 0 0 0,0 0 1 0 0,0 0-1 0 0,0 0 1 0 0,0 0-1 0 0,0 0 1 0 0,0 0-1 0 0,0 0 1 0 0,0 0-1 0 0,-1 0 1 0 0,1 0-1 0 0,0 0 0 0 0,0 0 1 0 0,0 0-1 0 0,0 0 1 0 0,0 0-1 0 0,0 0 1 0 0,0 0-1 0 0,0 0 1 0 0,0 0-1 0 0,-1 0 0 0 0,1 0 1 0 0,0 0-1 0 0,0 0 1 0 0,0 0-1 0 0,0 0 1 0 0,0 0-1 0 0,0 0 1 0 0,0 0-1 0 0,0 0 1 0 0,-7-9 646 0 0,-1-10 223 0 0,5 8-680 0 0,1 0 0 0 0,0 1 0 0 0,1-1-1 0 0,0 0 1 0 0,1 0 0 0 0,1 0 0 0 0,-1 0-1 0 0,4-16 1 0 0,0 6-869 0 0,2 1 0 0 0,0 0 0 0 0,12-29 0 0 0,-5 22-6043 0 0</inkml:trace>
</inkml:ink>
</file>

<file path=ppt/ink/ink2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5.555"/>
    </inkml:context>
    <inkml:brush xml:id="br0">
      <inkml:brushProperty name="width" value="0.1" units="cm"/>
      <inkml:brushProperty name="height" value="0.1" units="cm"/>
      <inkml:brushProperty name="color" value="#004F8B"/>
    </inkml:brush>
  </inkml:definitions>
  <inkml:trace contextRef="#ctx0" brushRef="#br0">1 307 9674 0 0,'17'-34'2779'0'0,"39"-84"-1514"0"0,-51 107-1283 0 0,-1-1 0 0 0,-1 1 0 0 0,0-1-1 0 0,0 0 1 0 0,-1 0 0 0 0,-1 0 0 0 0,0 0 0 0 0,-1-19 0 0 0,0 29 16 0 0,0 0 0 0 0,-1 0 0 0 0,1 1 0 0 0,0-1 0 0 0,-1 0 0 0 0,1 1 0 0 0,-1-1 0 0 0,0 0 0 0 0,0 1 0 0 0,1-1 0 0 0,-1 1 0 0 0,-2-3 0 0 0,2 3 29 0 0,1 1-1 0 0,-1-1 0 0 0,1 1 0 0 0,-1 0 0 0 0,1-1 1 0 0,-1 1-1 0 0,1-1 0 0 0,-1 1 0 0 0,0 0 1 0 0,1 0-1 0 0,-1-1 0 0 0,0 1 0 0 0,1 0 0 0 0,-1 0 1 0 0,0 0-1 0 0,1 0 0 0 0,-1 0 0 0 0,0 0 0 0 0,1 0 1 0 0,-1 0-1 0 0,0 0 0 0 0,0 0 0 0 0,-1 1 38 0 0,1-1-1 0 0,-1 1 1 0 0,1 0-1 0 0,-1 0 1 0 0,1 0-1 0 0,0 0 1 0 0,-1 0-1 0 0,1 0 1 0 0,0 0-1 0 0,0 1 1 0 0,0-1-1 0 0,0 0 1 0 0,0 0-1 0 0,0 1 1 0 0,0-1-1 0 0,0 1 0 0 0,1-1 1 0 0,-1 1-1 0 0,0-1 1 0 0,1 1-1 0 0,-1 0 1 0 0,1-1-1 0 0,0 1 1 0 0,-1 2-1 0 0,0 13 108 0 0,0 0-1 0 0,1 0 0 0 0,1 0 1 0 0,0 0-1 0 0,1 0 0 0 0,1 0 1 0 0,1-1-1 0 0,7 22 0 0 0,-6-25-861 0 0,0 0 1 0 0,1 0-1 0 0,0-1 0 0 0,13 17 0 0 0,-14-22-285 0 0,0 0 1 0 0,1-1-1 0 0,-1 1 1 0 0,2-1-1 0 0,-1-1 0 0 0,1 1 1 0 0,12 7-1 0 0,-2-6 253 0 0,0-3 550 0 0</inkml:trace>
</inkml:ink>
</file>

<file path=ppt/ink/ink2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6.187"/>
    </inkml:context>
    <inkml:brush xml:id="br0">
      <inkml:brushProperty name="width" value="0.1" units="cm"/>
      <inkml:brushProperty name="height" value="0.1" units="cm"/>
      <inkml:brushProperty name="color" value="#004F8B"/>
    </inkml:brush>
  </inkml:definitions>
  <inkml:trace contextRef="#ctx0" brushRef="#br0">137 48 3681 0 0,'-13'-18'2628'0'0,"-7"-10"3642"0"0,9 27-3661 0 0,0 15-1352 0 0,-5 18-668 0 0,3 0 1 0 0,0 1-1 0 0,2 1 1 0 0,2 0-1 0 0,-11 68 1 0 0,23-81-1551 0 0,-3-21 914 0 0,0 1-1 0 0,0-1 0 0 0,1 0 0 0 0,-1 0 0 0 0,0 1 1 0 0,0-1-1 0 0,1 0 0 0 0,-1 0 0 0 0,0 0 1 0 0,0 0-1 0 0,1 1 0 0 0,-1-1 0 0 0,0 0 1 0 0,1 0-1 0 0,-1 0 0 0 0,0 0 0 0 0,0 0 0 0 0,1 0 1 0 0,-1 0-1 0 0,0 0 0 0 0,1 0 0 0 0,-1 0 1 0 0,0 0-1 0 0,1 0 0 0 0,-1 0 0 0 0,0 0 1 0 0,1 0-1 0 0,-1 0 0 0 0,0 0 0 0 0,0 0 0 0 0,1 0 1 0 0,-1 0-1 0 0,0-1 0 0 0,1 1 0 0 0,1-2-87 0 0,1 1-1 0 0,-1-1 1 0 0,0 0 0 0 0,0 0-1 0 0,0-1 1 0 0,0 1-1 0 0,0 0 1 0 0,0-1-1 0 0,0 1 1 0 0,1-4-1 0 0,4-10 101 0 0,0 0-1 0 0,-1-1 0 0 0,4-20 1 0 0,-6 20 300 0 0,1 1 1 0 0,1-1 0 0 0,9-18 0 0 0,-14 34-170 0 0,-1-1 0 0 0,1 0 0 0 0,0 1 0 0 0,0-1 0 0 0,0 0 0 0 0,-1 1 0 0 0,2-1 0 0 0,-1 1 1 0 0,0 0-1 0 0,0-1 0 0 0,0 1 0 0 0,1 0 0 0 0,-1 0 0 0 0,1 0 0 0 0,-1-1 0 0 0,1 2 0 0 0,-1-1 1 0 0,1 0-1 0 0,-1 0 0 0 0,1 0 0 0 0,0 1 0 0 0,0-1 0 0 0,-1 1 0 0 0,1-1 0 0 0,0 1 0 0 0,0 0 1 0 0,0 0-1 0 0,-1 0 0 0 0,1 0 0 0 0,0 0 0 0 0,0 0 0 0 0,0 0 0 0 0,-1 1 0 0 0,1-1 0 0 0,0 0 1 0 0,0 1-1 0 0,-1 0 0 0 0,3 0 0 0 0,0 2 23 0 0,0-1-1 0 0,-1 1 1 0 0,1 0 0 0 0,-1 0 0 0 0,1 0-1 0 0,-1 0 1 0 0,0 1 0 0 0,-1-1-1 0 0,1 1 1 0 0,0 0 0 0 0,-1 0 0 0 0,0 0-1 0 0,0 0 1 0 0,2 6 0 0 0,7 28 74 0 0,-2 0 0 0 0,6 59 0 0 0,-8-43-39 0 0,-3-40-14 0 0,-3-28-8 0 0,0-8-137 0 0,0 17 6 0 0,1 0 0 0 0,-1 1 0 0 0,1-1-1 0 0,0 1 1 0 0,0-1 0 0 0,1 1 0 0 0,-1 0 0 0 0,5-5 0 0 0,-5 6-10 0 0,0 1-1 0 0,0-1 1 0 0,0 0 0 0 0,0-1 0 0 0,0 1 0 0 0,-1 0 0 0 0,1 0 0 0 0,-1-1-1 0 0,0 1 1 0 0,0-1 0 0 0,0 1 0 0 0,-1-1 0 0 0,1 0 0 0 0,-1 1-1 0 0,0-7 1 0 0,-1-19-93 0 0,0 0 1 0 0,5-28-1 0 0,0 7-4036 0 0,-2 33 834 0 0</inkml:trace>
</inkml:ink>
</file>

<file path=ppt/ink/ink2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6.663"/>
    </inkml:context>
    <inkml:brush xml:id="br0">
      <inkml:brushProperty name="width" value="0.1" units="cm"/>
      <inkml:brushProperty name="height" value="0.1" units="cm"/>
      <inkml:brushProperty name="color" value="#004F8B"/>
    </inkml:brush>
  </inkml:definitions>
  <inkml:trace contextRef="#ctx0" brushRef="#br0">35 34 9218 0 0,'-16'-8'1402'0'0,"7"13"1803"0"0,8-2-2727 0 0,0 0 1 0 0,0 1 0 0 0,0-1-1 0 0,0 1 1 0 0,1-1 0 0 0,-1 0-1 0 0,1 5 1 0 0,-1-3-848 0 0,0 14 628 0 0,0 0 0 0 0,1 0 0 0 0,3 22 1 0 0,-2-34-193 0 0,0 0 1 0 0,0-1 0 0 0,0 1 0 0 0,1-1 0 0 0,0 0 0 0 0,1 1 0 0 0,0-1 0 0 0,-1 0 0 0 0,2 0-1 0 0,-1-1 1 0 0,1 1 0 0 0,7 8 0 0 0,-10-13-84 0 0,0 1 1 0 0,0-1-1 0 0,1 0 1 0 0,-1 0-1 0 0,0 0 0 0 0,1 0 1 0 0,-1 0-1 0 0,1 0 0 0 0,-1 0 1 0 0,1 0-1 0 0,0-1 0 0 0,-1 1 1 0 0,1-1-1 0 0,-1 1 1 0 0,1-1-1 0 0,0 0 0 0 0,0 1 1 0 0,-1-1-1 0 0,1 0 0 0 0,0 0 1 0 0,0 0-1 0 0,1-1 0 0 0,0 1-41 0 0,-1-1-1 0 0,0 0 0 0 0,1 0 0 0 0,-1-1 0 0 0,0 1 0 0 0,0 0 0 0 0,1-1 0 0 0,-1 0 1 0 0,0 1-1 0 0,-1-1 0 0 0,1 0 0 0 0,0 0 0 0 0,2-3 0 0 0,4-7-214 0 0,-1 0 0 0 0,0-1 0 0 0,-1 0 0 0 0,6-16 0 0 0,-10 24 251 0 0,14-50-173 0 0,-15 46 187 0 0,1 0 0 0 0,0 0 0 0 0,0 1 0 0 0,1-1 0 0 0,0 0 0 0 0,1 1 0 0 0,0 0 0 0 0,0 0 0 0 0,1 0 0 0 0,6-7 0 0 0,-11 14 31 0 0,0 1 1 0 0,0 0-1 0 0,1-1 0 0 0,-1 1 0 0 0,1-1 0 0 0,-1 1 1 0 0,0 0-1 0 0,1 0 0 0 0,-1-1 0 0 0,1 1 1 0 0,-1 0-1 0 0,0 0 0 0 0,1-1 0 0 0,-1 1 0 0 0,1 0 1 0 0,-1 0-1 0 0,1 0 0 0 0,-1 0 0 0 0,1 0 0 0 0,-1 0 1 0 0,1 0-1 0 0,-1 0 0 0 0,1 0 0 0 0,-1 0 0 0 0,1 0 1 0 0,-1 0-1 0 0,1 0 0 0 0,-1 0 0 0 0,1 0 1 0 0,0 1-1 0 0,9 13 690 0 0,0 29 211 0 0,-9-36-869 0 0,3 12-382 0 0,0 4-1143 0 0,0-8-2724 0 0,1-3-1341 0 0</inkml:trace>
</inkml:ink>
</file>

<file path=ppt/ink/ink2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7.362"/>
    </inkml:context>
    <inkml:brush xml:id="br0">
      <inkml:brushProperty name="width" value="0.1" units="cm"/>
      <inkml:brushProperty name="height" value="0.1" units="cm"/>
      <inkml:brushProperty name="color" value="#004F8B"/>
    </inkml:brush>
  </inkml:definitions>
  <inkml:trace contextRef="#ctx0" brushRef="#br0">1 188 4145 0 0,'7'7'10876'0'0,"-6"-7"-10784"0"0,1-1 0 0 0,-1 1 0 0 0,1-1 0 0 0,0 0 0 0 0,-1 0 0 0 0,1 0 0 0 0,-1 0 0 0 0,0 0 0 0 0,1 0 0 0 0,-1 0 1 0 0,0 0-1 0 0,2-3 0 0 0,-1 2 94 0 0,4-3 45 0 0,-1 0 0 0 0,1-1 0 0 0,-1 0 1 0 0,-1 0-1 0 0,1 0 0 0 0,-1-1 1 0 0,0 0-1 0 0,-1 1 0 0 0,1-1 1 0 0,3-15-1 0 0,-5 18-222 0 0,-1-1-1 0 0,1 1 1 0 0,-1-1 0 0 0,0 1 0 0 0,-1-1 0 0 0,1 1-1 0 0,-1-1 1 0 0,0 0 0 0 0,0 1 0 0 0,-1-1-1 0 0,1 0 1 0 0,-1 1 0 0 0,0-1 0 0 0,0 1 0 0 0,0-1-1 0 0,-1 1 1 0 0,0 0 0 0 0,-3-6 0 0 0,5 9-22 0 0,0 1 0 0 0,0 0 0 0 0,0 0 0 0 0,0 0 0 0 0,0-1 0 0 0,0 1 0 0 0,0 0 0 0 0,0 0 0 0 0,-1 0 0 0 0,1 0 0 0 0,0-1 0 0 0,0 1 1 0 0,0 0-1 0 0,0 0 0 0 0,-1 0 0 0 0,1 0 0 0 0,0 0 0 0 0,0-1 0 0 0,0 1 0 0 0,-1 0 0 0 0,1 0 0 0 0,0 0 0 0 0,0 0 0 0 0,0 0 0 0 0,-1 0 0 0 0,1 0 0 0 0,0 0 0 0 0,0 0 1 0 0,-1 0-1 0 0,1 0 0 0 0,0 0 0 0 0,0 0 0 0 0,0 0 0 0 0,-1 0 0 0 0,1 0 0 0 0,0 0 0 0 0,0 0 0 0 0,-1 0 0 0 0,1 0 0 0 0,0 1 0 0 0,0-1 0 0 0,-6 11-316 0 0,1 19-22 0 0,4-28 320 0 0,-1 21-362 0 0,0 0 0 0 0,4 41 1 0 0,-1-52 216 0 0,0 0 0 0 0,1-1 0 0 0,1 1 0 0 0,0 0 0 0 0,0-1 0 0 0,1 1 0 0 0,7 11 0 0 0,-11-22 145 0 0,0 0 0 0 0,1 0 0 0 0,-1-1 0 0 0,1 1 0 0 0,-1 0 0 0 0,0-1 0 0 0,1 1 0 0 0,-1 0 0 0 0,1-1 0 0 0,0 1 0 0 0,-1 0 0 0 0,1-1 0 0 0,0 1 0 0 0,-1-1 0 0 0,1 1 0 0 0,0-1 0 0 0,-1 0 0 0 0,1 1 0 0 0,0-1 0 0 0,0 0 0 0 0,-1 1 0 0 0,1-1 0 0 0,0 0 0 0 0,0 0 0 0 0,0 0 0 0 0,0 0 0 0 0,-1 0 0 0 0,1 0 0 0 0,1 0 0 0 0,0 0-26 0 0,0-1-1 0 0,0 0 0 0 0,0 0 0 0 0,-1 0 1 0 0,1 0-1 0 0,0 0 0 0 0,-1 0 0 0 0,1 0 1 0 0,0-1-1 0 0,-1 1 0 0 0,0 0 0 0 0,2-3 1 0 0,5-6-35 0 0,-1 0 1 0 0,13-22-1 0 0,-19 29 185 0 0,4-5-13 0 0,1-5 72 0 0,1 1-1 0 0,0 0 0 0 0,2 0 0 0 0,-1 1 0 0 0,12-13 1 0 0,-18 23-64 0 0,0-1 1 0 0,-1 0 0 0 0,1 1-1 0 0,0-1 1 0 0,0 1 0 0 0,0 0-1 0 0,0 0 1 0 0,0-1 0 0 0,0 1 0 0 0,0 1-1 0 0,1-1 1 0 0,-1 0 0 0 0,0 0-1 0 0,0 1 1 0 0,1-1 0 0 0,-1 1-1 0 0,1 0 1 0 0,-1 0 0 0 0,0 0-1 0 0,1 0 1 0 0,-1 0 0 0 0,0 0-1 0 0,1 1 1 0 0,-1-1 0 0 0,0 1 0 0 0,1 0-1 0 0,-1-1 1 0 0,0 1 0 0 0,0 0-1 0 0,0 0 1 0 0,0 1 0 0 0,0-1-1 0 0,0 0 1 0 0,0 1 0 0 0,0-1-1 0 0,0 1 1 0 0,-1 0 0 0 0,4 2-1 0 0,2 4 153 0 0,-5-5-141 0 0,0 0-1 0 0,1 0 0 0 0,-1-1 1 0 0,0 1-1 0 0,1-1 1 0 0,0 0-1 0 0,0 0 1 0 0,0 0-1 0 0,0 0 0 0 0,0 0 1 0 0,4 1-1 0 0,-4-5-133 0 0,-1 0 0 0 0,1 0-1 0 0,-1 0 1 0 0,0-1 0 0 0,0 1 0 0 0,0-1 0 0 0,0 1-1 0 0,0-1 1 0 0,-1 0 0 0 0,1 0 0 0 0,1-3-1 0 0,3-5-98 0 0,2 1 48 0 0,0 1-1 0 0,0 0 1 0 0,1 0-1 0 0,13-11 1 0 0,-19 17 139 0 0,1 0-1 0 0,-1 1 0 0 0,1-1 1 0 0,0 1-1 0 0,-1 0 1 0 0,1 0-1 0 0,0 0 1 0 0,1 1-1 0 0,-1-1 0 0 0,0 1 1 0 0,0 0-1 0 0,1 0 1 0 0,-1 0-1 0 0,0 1 1 0 0,9-1-1 0 0,-12 2-7 0 0,1 0-1 0 0,0-1 0 0 0,0 1 1 0 0,0 0-1 0 0,-1 0 1 0 0,1 0-1 0 0,0 0 1 0 0,-1 0-1 0 0,1 1 0 0 0,-1-1 1 0 0,1 0-1 0 0,-1 1 1 0 0,0-1-1 0 0,0 1 1 0 0,1 0-1 0 0,-1-1 1 0 0,0 1-1 0 0,0 0 0 0 0,-1-1 1 0 0,1 1-1 0 0,0 0 1 0 0,0 0-1 0 0,-1 0 1 0 0,0 0-1 0 0,1 2 0 0 0,2 9-390 0 0,-1 0 0 0 0,1 23 0 0 0,-2-19-1328 0 0</inkml:trace>
</inkml:ink>
</file>

<file path=ppt/ink/ink2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7.841"/>
    </inkml:context>
    <inkml:brush xml:id="br0">
      <inkml:brushProperty name="width" value="0.1" units="cm"/>
      <inkml:brushProperty name="height" value="0.1" units="cm"/>
      <inkml:brushProperty name="color" value="#004F8B"/>
    </inkml:brush>
  </inkml:definitions>
  <inkml:trace contextRef="#ctx0" brushRef="#br0">179 27 3681 0 0,'-29'-16'156'0'0,"24"14"463"0"0,1 1 0 0 0,-1-1-1 0 0,0 1 1 0 0,0-1-1 0 0,1 1 1 0 0,-1 1-1 0 0,-6-1 1 0 0,8 1-302 0 0,0 0 0 0 0,0 0 1 0 0,0 1-1 0 0,0-1 1 0 0,0 1-1 0 0,0 0 1 0 0,1 0-1 0 0,-1 0 0 0 0,0 0 1 0 0,1 0-1 0 0,-1 1 1 0 0,0-1-1 0 0,1 1 0 0 0,0 0 1 0 0,-1 0-1 0 0,1-1 1 0 0,0 2-1 0 0,0-1 0 0 0,0 0 1 0 0,0 0-1 0 0,1 1 1 0 0,-1-1-1 0 0,0 1 0 0 0,-1 3 1 0 0,-4 9 422 0 0,0 0 0 0 0,1 0 0 0 0,0 0 0 0 0,1 1 0 0 0,-3 20 1 0 0,6-29-685 0 0,1 1 1 0 0,0-1 0 0 0,1 1 0 0 0,0 0 0 0 0,0-1-1 0 0,0 1 1 0 0,1-1 0 0 0,0 1 0 0 0,1-1 0 0 0,-1 1-1 0 0,1-1 1 0 0,1 0 0 0 0,4 10 0 0 0,-6-15-63 0 0,0 0 0 0 0,0 0-1 0 0,0-1 1 0 0,0 1 0 0 0,1 0 0 0 0,-1-1 0 0 0,0 1 0 0 0,1-1 0 0 0,-1 0 0 0 0,1 1 0 0 0,0-1 0 0 0,-1 0 0 0 0,1 0-1 0 0,0 0 1 0 0,0 0 0 0 0,0 0 0 0 0,0 0 0 0 0,0-1 0 0 0,0 1 0 0 0,0-1 0 0 0,0 1 0 0 0,2-1 0 0 0,-1 0-36 0 0,1 0 1 0 0,0-1-1 0 0,0 1 1 0 0,-1-1-1 0 0,1 0 0 0 0,-1 0 1 0 0,1 0-1 0 0,-1-1 1 0 0,1 1-1 0 0,-1-1 1 0 0,5-2-1 0 0,3-4-275 0 0,1-1 0 0 0,-1 0 0 0 0,0-1 0 0 0,-1 0 0 0 0,11-14 0 0 0,7-17-815 0 0,7-10 677 0 0,-32 47 624 0 0,0 1-1 0 0,0 0 1 0 0,0 0-1 0 0,0 0 1 0 0,1 0 0 0 0,-1 1-1 0 0,1 0 1 0 0,0-1-1 0 0,0 1 1 0 0,-1 0 0 0 0,7-1-1 0 0,-9 2-106 0 0,0 1 0 0 0,0 0 1 0 0,0 0-1 0 0,0 0 0 0 0,0 1 0 0 0,0-1 0 0 0,0 0 0 0 0,0 0 0 0 0,0 0 1 0 0,-1 1-1 0 0,1-1 0 0 0,0 0 0 0 0,0 1 0 0 0,0-1 0 0 0,0 1 0 0 0,0-1 0 0 0,-1 1 1 0 0,1-1-1 0 0,0 1 0 0 0,-1 0 0 0 0,1-1 0 0 0,0 1 0 0 0,-1 0 0 0 0,1 0 0 0 0,-1-1 1 0 0,1 1-1 0 0,-1 0 0 0 0,1 0 0 0 0,-1 0 0 0 0,1 0 0 0 0,-1 0 0 0 0,0-1 0 0 0,0 1 1 0 0,1 2-1 0 0,9 40 400 0 0,-8-30-361 0 0,13 38-1036 0 0,-11-42 116 0 0</inkml:trace>
</inkml:ink>
</file>

<file path=ppt/ink/ink2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7.997"/>
    </inkml:context>
    <inkml:brush xml:id="br0">
      <inkml:brushProperty name="width" value="0.1" units="cm"/>
      <inkml:brushProperty name="height" value="0.1" units="cm"/>
      <inkml:brushProperty name="color" value="#004F8B"/>
    </inkml:brush>
  </inkml:definitions>
  <inkml:trace contextRef="#ctx0" brushRef="#br0">2 1 11058 0 0,'-2'0'985'0'0,"2"1"-793"0"0,0 1-192 0 0,0-1 384 0 0,0 0 40 0 0,0 2 8 0 0,0 2 0 0 0,2 4-800 0 0,-1 0-160 0 0,2 1-32 0 0,2 2-8 0 0,3 3 472 0 0,3-1 96 0 0,2-2 0 0 0</inkml:trace>
</inkml:ink>
</file>

<file path=ppt/ink/ink2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8.459"/>
    </inkml:context>
    <inkml:brush xml:id="br0">
      <inkml:brushProperty name="width" value="0.1" units="cm"/>
      <inkml:brushProperty name="height" value="0.1" units="cm"/>
      <inkml:brushProperty name="color" value="#004F8B"/>
    </inkml:brush>
  </inkml:definitions>
  <inkml:trace contextRef="#ctx0" brushRef="#br0">12 256 11058 0 0,'-1'0'130'0'0,"0"1"-1"0"0,0-1 0 0 0,1 1 1 0 0,-1 0-1 0 0,0-1 0 0 0,1 1 1 0 0,-1 0-1 0 0,0 0 0 0 0,1-1 1 0 0,-1 1-1 0 0,1 0 0 0 0,-1 0 1 0 0,1 0-1 0 0,-1 0 0 0 0,1 0 1 0 0,0 0-1 0 0,-1 0 0 0 0,1 0 1 0 0,0 0-1 0 0,0 0 0 0 0,0 0 1 0 0,0 0-1 0 0,0 1 0 0 0,1-1-5 0 0,-1-1 0 0 0,1 0 0 0 0,0 0 0 0 0,0 1 0 0 0,0-1 0 0 0,0 0 0 0 0,0 0 0 0 0,0 0-1 0 0,0 0 1 0 0,0 0 0 0 0,0-1 0 0 0,0 1 0 0 0,0 0 0 0 0,0 0 0 0 0,0-1 0 0 0,-1 1 0 0 0,1 0 0 0 0,0-1-1 0 0,0 1 1 0 0,0-1 0 0 0,0 1 0 0 0,-1-1 0 0 0,1 1 0 0 0,0-1 0 0 0,1 0 0 0 0,11-8-29 0 0,-1 1 1 0 0,1-1-1 0 0,-1-1 1 0 0,-1 0 0 0 0,1-1-1 0 0,-2 0 1 0 0,0-1-1 0 0,10-13 1 0 0,-16 19-217 0 0,-1 0 1 0 0,0 1-1 0 0,0-1 0 0 0,0-1 1 0 0,-1 1-1 0 0,0 0 1 0 0,0-1-1 0 0,0 1 1 0 0,-1-1-1 0 0,0 0 1 0 0,0 1-1 0 0,-1-1 0 0 0,0 0 1 0 0,0 1-1 0 0,-1-1 1 0 0,1 0-1 0 0,-1 1 1 0 0,-1-1-1 0 0,1 1 0 0 0,-1-1 1 0 0,-3-6-1 0 0,5 12 120 0 0,0 0 1 0 0,-1 0-1 0 0,1 1 0 0 0,0-1 0 0 0,-1 0 0 0 0,1 0 0 0 0,0 0 1 0 0,-1 0-1 0 0,1 0 0 0 0,-1 0 0 0 0,0 1 0 0 0,1-1 0 0 0,-1 0 1 0 0,0 0-1 0 0,1 1 0 0 0,-1-1 0 0 0,0 0 0 0 0,0 1 0 0 0,1-1 0 0 0,-1 1 1 0 0,0-1-1 0 0,0 1 0 0 0,0-1 0 0 0,0 1 0 0 0,0 0 0 0 0,-1-1 1 0 0,1 1 5 0 0,0 1 0 0 0,-1-1 0 0 0,1 1 0 0 0,0 0 0 0 0,0-1 0 0 0,0 1 1 0 0,0 0-1 0 0,0-1 0 0 0,1 1 0 0 0,-1 0 0 0 0,0 0 0 0 0,0 0 1 0 0,0 0-1 0 0,1 0 0 0 0,-1 0 0 0 0,0 0 0 0 0,0 2 0 0 0,-4 8 69 0 0,0 0 1 0 0,1 1-1 0 0,-3 11 0 0 0,1-2-58 0 0,-3 9 409 0 0,-7 49 1 0 0,15-72-474 0 0,0 0 1 0 0,1 0 0 0 0,0 0 0 0 0,0 0 0 0 0,0 0 0 0 0,1 1-1 0 0,0-1 1 0 0,0 0 0 0 0,1 0 0 0 0,0 0 0 0 0,0-1 0 0 0,6 13-1 0 0,1-7-3892 0 0</inkml:trace>
</inkml:ink>
</file>

<file path=ppt/ink/ink2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8.748"/>
    </inkml:context>
    <inkml:brush xml:id="br0">
      <inkml:brushProperty name="width" value="0.1" units="cm"/>
      <inkml:brushProperty name="height" value="0.1" units="cm"/>
      <inkml:brushProperty name="color" value="#004F8B"/>
    </inkml:brush>
  </inkml:definitions>
  <inkml:trace contextRef="#ctx0" brushRef="#br0">147 23 5985 0 0,'1'0'57'0'0,"-1"-1"1"0"0,1 1-1 0 0,-1-1 0 0 0,1 0 0 0 0,-1 1 0 0 0,0-1 1 0 0,1 1-1 0 0,-1-1 0 0 0,0 0 0 0 0,1 1 0 0 0,-1-1 1 0 0,0 0-1 0 0,0 0 0 0 0,1 1 0 0 0,-1-1 0 0 0,0 0 0 0 0,0 0 1 0 0,0 1-1 0 0,0-1 0 0 0,0 0 0 0 0,0 0 0 0 0,0 1 1 0 0,-1-2-1 0 0,1 1 85 0 0,-1 1 1 0 0,1 0 0 0 0,-1-1-1 0 0,1 1 1 0 0,-1-1-1 0 0,1 1 1 0 0,-1-1 0 0 0,1 1-1 0 0,-1 0 1 0 0,1 0-1 0 0,-1-1 1 0 0,0 1 0 0 0,1 0-1 0 0,-1 0 1 0 0,0 0-1 0 0,1-1 1 0 0,-1 1 0 0 0,0 0-1 0 0,1 0 1 0 0,-2 0-1 0 0,-1 0 160 0 0,-1 0-1 0 0,1 1 1 0 0,0-1-1 0 0,-1 1 1 0 0,1-1-1 0 0,0 1 1 0 0,0 0-1 0 0,-1 0 0 0 0,-3 3 1 0 0,2-1-157 0 0,0 0-1 0 0,0 1 1 0 0,0 0 0 0 0,0 0-1 0 0,1 0 1 0 0,-1 1 0 0 0,1-1 0 0 0,1 1-1 0 0,-1 0 1 0 0,0 0 0 0 0,1 0-1 0 0,0 1 1 0 0,-3 7 0 0 0,5-9 1 0 0,0 0 0 0 0,0 0 0 0 0,0 0 1 0 0,1 0-1 0 0,0 0 0 0 0,-1 0 0 0 0,1 0 0 0 0,1 0 1 0 0,-1 0-1 0 0,1 0 0 0 0,-1 0 0 0 0,1-1 0 0 0,0 1 1 0 0,0 0-1 0 0,1 0 0 0 0,-1 0 0 0 0,1-1 1 0 0,0 1-1 0 0,0-1 0 0 0,0 0 0 0 0,5 6 0 0 0,21 24 204 0 0,-19-25-367 0 0,-1 1 0 0 0,0 0 0 0 0,-1 0-1 0 0,0 1 1 0 0,0 0 0 0 0,5 12 0 0 0,-11-19 27 0 0,0-1 0 0 0,0 1 0 0 0,-1 0 1 0 0,1 0-1 0 0,-1 0 0 0 0,1 0 0 0 0,-1 0 0 0 0,0 0 1 0 0,0 0-1 0 0,0-1 0 0 0,0 1 0 0 0,-1 0 0 0 0,1 0 1 0 0,-1 0-1 0 0,0 0 0 0 0,0 0 0 0 0,0-1 0 0 0,0 1 0 0 0,0 0 1 0 0,-1-1-1 0 0,1 1 0 0 0,-1-1 0 0 0,0 1 0 0 0,1-1 1 0 0,-1 0-1 0 0,0 0 0 0 0,0 0 0 0 0,-1 0 0 0 0,1 0 1 0 0,-3 2-1 0 0,-1 0-73 0 0,0 0 0 0 0,-1 0 0 0 0,1-1 1 0 0,-1 1-1 0 0,0-1 0 0 0,0-1 0 0 0,0 0 0 0 0,-1 0 1 0 0,1 0-1 0 0,0 0 0 0 0,-1-1 0 0 0,-9 0 1 0 0,-1-1-6530 0 0</inkml:trace>
</inkml:ink>
</file>

<file path=ppt/ink/ink2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9.488"/>
    </inkml:context>
    <inkml:brush xml:id="br0">
      <inkml:brushProperty name="width" value="0.1" units="cm"/>
      <inkml:brushProperty name="height" value="0.1" units="cm"/>
      <inkml:brushProperty name="color" value="#004F8B"/>
    </inkml:brush>
  </inkml:definitions>
  <inkml:trace contextRef="#ctx0" brushRef="#br0">108 141 2304 0 0,'-4'-2'260'0'0,"0"-1"-1"0"0,0 1 0 0 0,0 0 1 0 0,1-1-1 0 0,-1 0 0 0 0,1 0 1 0 0,0 0-1 0 0,0 0 0 0 0,0 0 0 0 0,-4-7 1 0 0,4 7 160 0 0,1-1 0 0 0,0 0 0 0 0,0 0 0 0 0,0 0 0 0 0,0 0 0 0 0,-1-5 0 0 0,2-11 4723 0 0,-12 45 1823 0 0,7-17-6883 0 0,1 0 0 0 0,0 1 1 0 0,1 0-1 0 0,0-1 0 0 0,1 1 0 0 0,-5 17 0 0 0,7-16-74 0 0,1-1 0 0 0,1 1-1 0 0,-1-1 1 0 0,1 1 0 0 0,1-1-1 0 0,0 1 1 0 0,0-1 0 0 0,1 0-1 0 0,0 0 1 0 0,0 0 0 0 0,1 0-1 0 0,0 0 1 0 0,1-1 0 0 0,0 0-1 0 0,6 8 1 0 0,-8-12-28 0 0,0 0 1 0 0,0 0 0 0 0,1 0-1 0 0,-1-1 1 0 0,1 1-1 0 0,0-1 1 0 0,0 0 0 0 0,0 0-1 0 0,0 0 1 0 0,0-1-1 0 0,1 1 1 0 0,-1-1 0 0 0,1 0-1 0 0,0-1 1 0 0,-1 1-1 0 0,1-1 1 0 0,0 0 0 0 0,0 0-1 0 0,0 0 1 0 0,0-1-1 0 0,0 1 1 0 0,0-1 0 0 0,0-1-1 0 0,0 1 1 0 0,0-1-1 0 0,0 1 1 0 0,0-2 0 0 0,0 1-1 0 0,-1 0 1 0 0,6-3-1 0 0,-5 2 12 0 0,0-1 0 0 0,-1 1-1 0 0,1-1 1 0 0,-1 0 0 0 0,1 0 0 0 0,-1 0-1 0 0,0-1 1 0 0,0 1 0 0 0,-1-1-1 0 0,1 0 1 0 0,-1 0 0 0 0,0 0 0 0 0,0-1-1 0 0,5-8 1 0 0,-5 6 48 0 0,0-1-1 0 0,-1 1 1 0 0,0-1-1 0 0,0 0 1 0 0,-1 0-1 0 0,0 0 1 0 0,0 1 0 0 0,0-1-1 0 0,-2-10 1 0 0,0 3 12 0 0,-1-1 1 0 0,-1 1 0 0 0,0 0-1 0 0,-1 0 1 0 0,-1 1-1 0 0,0-1 1 0 0,-1 1-1 0 0,0 0 1 0 0,-16-25 0 0 0,4 19-734 0 0,2 11-4750 0 0</inkml:trace>
</inkml:ink>
</file>

<file path=ppt/ink/ink2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39.821"/>
    </inkml:context>
    <inkml:brush xml:id="br0">
      <inkml:brushProperty name="width" value="0.1" units="cm"/>
      <inkml:brushProperty name="height" value="0.1" units="cm"/>
      <inkml:brushProperty name="color" value="#004F8B"/>
    </inkml:brush>
  </inkml:definitions>
  <inkml:trace contextRef="#ctx0" brushRef="#br0">5 16 6913 0 0,'0'1'87'0'0,"0"-1"-1"0"0,-3 2 1036 0 0,3-2-1036 0 0,0 0 1 0 0,0 0-1 0 0,-1 0 0 0 0,1 1 1 0 0,0-1-1 0 0,0 0 0 0 0,0 0 0 0 0,0 1 1 0 0,0-1-1 0 0,0 0 0 0 0,0 0 1 0 0,0 1-1 0 0,0-1 0 0 0,0 0 1 0 0,0 0-1 0 0,0 1 0 0 0,0-1 0 0 0,0 0 1 0 0,0 0-1 0 0,0 0 0 0 0,0 1 1 0 0,0-1-1 0 0,0 1 0 0 0,5 17 1942 0 0,10 17 484 0 0,6 3 310 0 0,28 38 1 0 0,-30-47-1674 0 0,-10-22-705 0 0,-7-18-161 0 0,-7-25-73 0 0,5 30-213 0 0,-2-4-41 0 0,0-6-113 0 0,0-1 0 0 0,1 0 0 0 0,0-1 0 0 0,2 1 0 0 0,0 0 0 0 0,5-27 1 0 0,1 25-1093 0 0</inkml:trace>
</inkml:ink>
</file>

<file path=ppt/ink/ink2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40.171"/>
    </inkml:context>
    <inkml:brush xml:id="br0">
      <inkml:brushProperty name="width" value="0.1" units="cm"/>
      <inkml:brushProperty name="height" value="0.1" units="cm"/>
      <inkml:brushProperty name="color" value="#004F8B"/>
    </inkml:brush>
  </inkml:definitions>
  <inkml:trace contextRef="#ctx0" brushRef="#br0">1 336 3681 0 0,'6'-2'237'0'0,"-1"0"1"0"0,1 0 0 0 0,-1-1 0 0 0,0 0-1 0 0,0 0 1 0 0,0 0 0 0 0,0 0-1 0 0,0-1 1 0 0,-1 0 0 0 0,1 0-1 0 0,5-7 1 0 0,40-53 3271 0 0,-41 50-2688 0 0,-1 0-1 0 0,0 0 1 0 0,0-1-1 0 0,7-23 1 0 0,-13 30-665 0 0,1 0 1 0 0,-1 0-1 0 0,-1-1 0 0 0,1 1 1 0 0,-1 0-1 0 0,-1-1 0 0 0,0 1 1 0 0,0-1-1 0 0,0 1 0 0 0,-3-13 1 0 0,2 19-194 0 0,1 1 0 0 0,0 0 0 0 0,0-1 0 0 0,-1 1 1 0 0,1 0-1 0 0,-1-1 0 0 0,0 1 0 0 0,1 0 0 0 0,-1 0 0 0 0,0-1 1 0 0,0 1-1 0 0,1 0 0 0 0,-1 0 0 0 0,0 0 0 0 0,0 0 0 0 0,0 0 1 0 0,0 0-1 0 0,-1 0 0 0 0,1 0 0 0 0,0 1 0 0 0,0-1 0 0 0,0 0 1 0 0,-1 1-1 0 0,1-1 0 0 0,0 1 0 0 0,-1-1 0 0 0,1 1 1 0 0,0 0-1 0 0,-1-1 0 0 0,1 1 0 0 0,-1 0 0 0 0,1 0 0 0 0,0 0 1 0 0,-1 0-1 0 0,1 0 0 0 0,-1 0 0 0 0,1 1 0 0 0,0-1 0 0 0,-1 0 1 0 0,1 1-1 0 0,-1-1 0 0 0,1 1 0 0 0,0-1 0 0 0,0 1 0 0 0,-1 0 1 0 0,-1 1-1 0 0,-2 1-98 0 0,0 0 0 0 0,0 0 0 0 0,0 0 0 0 0,0 1 0 0 0,1 0 0 0 0,-1 0 0 0 0,1 0 0 0 0,0 0 0 0 0,0 1 0 0 0,-3 5 0 0 0,3-2 306 0 0,0 0 0 0 0,1 1 0 0 0,-1-1 0 0 0,2 1 1 0 0,0 0-1 0 0,0-1 0 0 0,0 1 0 0 0,1 0 0 0 0,0 0 0 0 0,1 1 0 0 0,0-1 0 0 0,1 0 0 0 0,0 0 0 0 0,0 0 0 0 0,1 0 0 0 0,0-1 0 0 0,0 1 0 0 0,8 16 0 0 0,-8-19-229 0 0,1-1 0 0 0,-1 1-1 0 0,2-1 1 0 0,-1 0 0 0 0,0 0 0 0 0,1 0 0 0 0,0-1 0 0 0,0 1-1 0 0,1-1 1 0 0,-1 0 0 0 0,1 0 0 0 0,0-1 0 0 0,0 1-1 0 0,0-1 1 0 0,0 0 0 0 0,1 0 0 0 0,-1-1 0 0 0,1 0 0 0 0,0 0-1 0 0,-1 0 1 0 0,1-1 0 0 0,0 1 0 0 0,0-1 0 0 0,0-1 0 0 0,0 1-1 0 0,0-1 1 0 0,0 0 0 0 0,0-1 0 0 0,7 0 0 0 0,6-3-5134 0 0</inkml:trace>
</inkml:ink>
</file>

<file path=ppt/ink/ink2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40.897"/>
    </inkml:context>
    <inkml:brush xml:id="br0">
      <inkml:brushProperty name="width" value="0.1" units="cm"/>
      <inkml:brushProperty name="height" value="0.1" units="cm"/>
      <inkml:brushProperty name="color" value="#004F8B"/>
    </inkml:brush>
  </inkml:definitions>
  <inkml:trace contextRef="#ctx0" brushRef="#br0">1 138 11979 0 0,'0'-7'905'0'0,"0"0"0"0"0,0-1 1 0 0,1 1-1 0 0,0 0 0 0 0,0 0 1 0 0,4-11-1 0 0,-4 17-811 0 0,-1-1 1 0 0,1 1-1 0 0,0 0 1 0 0,0-1-1 0 0,-1 1 1 0 0,1 0-1 0 0,0-1 0 0 0,0 1 1 0 0,0 0-1 0 0,0 0 1 0 0,1 0-1 0 0,-1 0 1 0 0,0 0-1 0 0,0 0 0 0 0,1 0 1 0 0,-1 1-1 0 0,0-1 1 0 0,1 0-1 0 0,-1 1 1 0 0,1-1-1 0 0,-1 1 0 0 0,1-1 1 0 0,-1 1-1 0 0,1 0 1 0 0,-1 0-1 0 0,1-1 0 0 0,-1 1 1 0 0,1 0-1 0 0,-1 0 1 0 0,1 1-1 0 0,-1-1 1 0 0,1 0-1 0 0,-1 0 0 0 0,1 1 1 0 0,2 0-1 0 0,6 3-1 0 0,0 0 0 0 0,-1 1 0 0 0,1 0 0 0 0,-1 0 0 0 0,0 1-1 0 0,-1 0 1 0 0,1 0 0 0 0,-1 1 0 0 0,0 0 0 0 0,8 10 0 0 0,0 1-100 0 0,-1 1 1 0 0,-1 1 0 0 0,16 28 0 0 0,-19-28-147 0 0,13 32 1 0 0,-22-46 124 0 0,0-1-1 0 0,0 1 1 0 0,0-1-1 0 0,-1 1 1 0 0,0-1-1 0 0,0 1 1 0 0,-1 0-1 0 0,1-1 1 0 0,-1 1-1 0 0,-1 0 1 0 0,1-1-1 0 0,-2 7 1 0 0,2-12 42 0 0,0 1 0 0 0,0-1 0 0 0,0 1 0 0 0,0-1 0 0 0,0 0-1 0 0,0 1 1 0 0,0-1 0 0 0,-1 0 0 0 0,1 1 0 0 0,0-1 0 0 0,0 0 0 0 0,0 1 0 0 0,-1-1 0 0 0,1 0 0 0 0,0 0 0 0 0,0 1 0 0 0,-1-1 0 0 0,1 0 0 0 0,0 0 0 0 0,0 1 0 0 0,-1-1 0 0 0,1 0 0 0 0,0 0 0 0 0,-1 0 0 0 0,1 1 0 0 0,0-1 0 0 0,-1 0 0 0 0,1 0 0 0 0,-1 0 0 0 0,1 0 0 0 0,0 0-1 0 0,-1 0 1 0 0,1 0 0 0 0,-1 0 0 0 0,-12-8 286 0 0,-7-19 56 0 0,14 13-318 0 0,0 0-1 0 0,1 0 1 0 0,0-1 0 0 0,2 1 0 0 0,0-1-1 0 0,0 0 1 0 0,1 0 0 0 0,1-28-1 0 0,1 24-267 0 0,1 0-1 0 0,1 1 1 0 0,1-1 0 0 0,0 1-1 0 0,2 0 1 0 0,12-33-1 0 0,0 15-832 0 0</inkml:trace>
</inkml:ink>
</file>

<file path=ppt/ink/ink2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41.531"/>
    </inkml:context>
    <inkml:brush xml:id="br0">
      <inkml:brushProperty name="width" value="0.1" units="cm"/>
      <inkml:brushProperty name="height" value="0.1" units="cm"/>
      <inkml:brushProperty name="color" value="#004F8B"/>
    </inkml:brush>
  </inkml:definitions>
  <inkml:trace contextRef="#ctx0" brushRef="#br0">1 94 11058 0 0,'25'-7'3626'0'0,"64"-24"1093"0"0,4-1-2463 0 0,-65 24-2774 0 0,38-7-1 0 0,-28 15-3033 0 0,-33 1 2085 0 0</inkml:trace>
</inkml:ink>
</file>

<file path=ppt/ink/ink2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41.973"/>
    </inkml:context>
    <inkml:brush xml:id="br0">
      <inkml:brushProperty name="width" value="0.1" units="cm"/>
      <inkml:brushProperty name="height" value="0.1" units="cm"/>
      <inkml:brushProperty name="color" value="#004F8B"/>
    </inkml:brush>
  </inkml:definitions>
  <inkml:trace contextRef="#ctx0" brushRef="#br0">84 0 10138 0 0,'-2'0'197'0'0,"0"0"-1"0"0,0 0 1 0 0,0 0-1 0 0,-1 0 1 0 0,1 1-1 0 0,0-1 0 0 0,0 1 1 0 0,0-1-1 0 0,0 1 1 0 0,-1 0-1 0 0,1-1 1 0 0,0 1-1 0 0,0 0 1 0 0,1 1-1 0 0,-1-1 1 0 0,0 0-1 0 0,0 0 1 0 0,0 1-1 0 0,1-1 1 0 0,-1 1-1 0 0,1-1 1 0 0,-1 1-1 0 0,1 0 1 0 0,0 0-1 0 0,0 0 0 0 0,-1 0 1 0 0,1-1-1 0 0,0 1 1 0 0,1 1-1 0 0,-1-1 1 0 0,0 0-1 0 0,1 0 1 0 0,-1 3-1 0 0,-9 30 1921 0 0,-5 42-1 0 0,14-68-2023 0 0,0 1 0 0 0,0-1 0 0 0,1 0 1 0 0,0 1-1 0 0,0-1 0 0 0,1 1 0 0 0,1-1 0 0 0,0 0 0 0 0,0 0 0 0 0,4 10 0 0 0,-4-15-85 0 0,0 1-1 0 0,0-1 0 0 0,0 0 1 0 0,1-1-1 0 0,0 1 0 0 0,-1 0 1 0 0,1-1-1 0 0,1 0 0 0 0,-1 1 1 0 0,0-1-1 0 0,1-1 0 0 0,0 1 1 0 0,-1 0-1 0 0,1-1 0 0 0,0 0 1 0 0,1 0-1 0 0,6 3 0 0 0,3-1 41 0 0,0-1 0 0 0,1-1 0 0 0,-1 0 0 0 0,19 0 0 0 0,-19-2-3 0 0,0 1 0 0 0,1 1 0 0 0,-1 0 0 0 0,16 5 0 0 0,-26-5-39 0 0,0-1 0 0 0,0 1-1 0 0,0 0 1 0 0,0 0-1 0 0,0 1 1 0 0,0-1-1 0 0,-1 1 1 0 0,1-1 0 0 0,-1 1-1 0 0,0 0 1 0 0,0 0-1 0 0,0 1 1 0 0,0-1 0 0 0,-1 1-1 0 0,1-1 1 0 0,-1 1-1 0 0,4 7 1 0 0,-5-7-7 0 0,1 0 1 0 0,-1 0-1 0 0,0 0 1 0 0,0 0-1 0 0,0 0 1 0 0,-1 0-1 0 0,1 1 1 0 0,-1-1-1 0 0,0 0 1 0 0,0 0-1 0 0,-1 0 1 0 0,1 0-1 0 0,-1 0 1 0 0,0 0-1 0 0,-2 7 1 0 0,1-5-3 0 0,-1 1 1 0 0,0-1-1 0 0,-1 0 0 0 0,0 0 1 0 0,0 0-1 0 0,0 0 0 0 0,0-1 1 0 0,-10 9-1 0 0,7-7-5 0 0,-1 0 1 0 0,0 0 0 0 0,-1-1-1 0 0,1-1 1 0 0,-1 0 0 0 0,0 0-1 0 0,-1 0 1 0 0,1-1-1 0 0,-1-1 1 0 0,1 0 0 0 0,-1 0-1 0 0,-19 3 1 0 0,-1-10-600 0 0,13-5-3043 0 0</inkml:trace>
</inkml:ink>
</file>

<file path=ppt/ink/ink2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42.348"/>
    </inkml:context>
    <inkml:brush xml:id="br0">
      <inkml:brushProperty name="width" value="0.1" units="cm"/>
      <inkml:brushProperty name="height" value="0.1" units="cm"/>
      <inkml:brushProperty name="color" value="#004F8B"/>
    </inkml:brush>
  </inkml:definitions>
  <inkml:trace contextRef="#ctx0" brushRef="#br0">28 27 2304 0 0,'-26'-27'20258'0'0,"25"133"-19133"0"0,5 200 287 0 0,1-248-1566 0 0,1 1 1 0 0,4-1 0 0 0,19 68-1 0 0,-26-120-1736 0 0</inkml:trace>
</inkml:ink>
</file>

<file path=ppt/ink/ink2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42.631"/>
    </inkml:context>
    <inkml:brush xml:id="br0">
      <inkml:brushProperty name="width" value="0.1" units="cm"/>
      <inkml:brushProperty name="height" value="0.1" units="cm"/>
      <inkml:brushProperty name="color" value="#004F8B"/>
    </inkml:brush>
  </inkml:definitions>
  <inkml:trace contextRef="#ctx0" brushRef="#br0">1 53 9674 0 0,'1'-2'141'0'0,"-1"0"0"0"0,1 0-1 0 0,0 1 1 0 0,0-1 0 0 0,0 0-1 0 0,0 1 1 0 0,0-1 0 0 0,0 1 0 0 0,0-1-1 0 0,1 1 1 0 0,-1-1 0 0 0,1 1 0 0 0,-1 0-1 0 0,1 0 1 0 0,-1 0 0 0 0,1-1 0 0 0,0 2-1 0 0,2-3 1 0 0,34-14 2309 0 0,-36 16-2285 0 0,0 0-1 0 0,0 0 1 0 0,0 0 0 0 0,0 0-1 0 0,0 1 1 0 0,0-1 0 0 0,0 1-1 0 0,1 0 1 0 0,-1-1 0 0 0,0 1-1 0 0,0 0 1 0 0,0 0 0 0 0,1 0-1 0 0,-1 1 1 0 0,0-1 0 0 0,0 0 0 0 0,0 1-1 0 0,4 1 1 0 0,-4-1-47 0 0,-1 1-1 0 0,1 0 1 0 0,-1-1-1 0 0,1 1 1 0 0,-1 0 0 0 0,0 0-1 0 0,1 0 1 0 0,-1 0-1 0 0,0 0 1 0 0,0 0 0 0 0,0 0-1 0 0,-1 0 1 0 0,1 0 0 0 0,0 0-1 0 0,-1 1 1 0 0,0-1-1 0 0,1 0 1 0 0,-1 3 0 0 0,5 46 888 0 0,-3 64 0 0 0,-3-78-1041 0 0,2-1 1 0 0,1 1 0 0 0,2-1-1 0 0,12 51 1 0 0,-10-74-1177 0 0</inkml:trace>
</inkml:ink>
</file>

<file path=ppt/ink/ink2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42.844"/>
    </inkml:context>
    <inkml:brush xml:id="br0">
      <inkml:brushProperty name="width" value="0.1" units="cm"/>
      <inkml:brushProperty name="height" value="0.1" units="cm"/>
      <inkml:brushProperty name="color" value="#004F8B"/>
    </inkml:brush>
  </inkml:definitions>
  <inkml:trace contextRef="#ctx0" brushRef="#br0">6 131 9674 0 0,'-1'0'38'0'0,"1"-1"0"0"0,-1 1-1 0 0,1-1 1 0 0,-1 1 0 0 0,1-1 0 0 0,-1 1 0 0 0,1-1-1 0 0,0 0 1 0 0,-1 1 0 0 0,1-1 0 0 0,0 0 0 0 0,0 1-1 0 0,0-1 1 0 0,-1 0 0 0 0,1 1 0 0 0,0-1 0 0 0,0 0-1 0 0,0 0 1 0 0,0 1 0 0 0,0-1 0 0 0,0 0 0 0 0,0 1-1 0 0,0-1 1 0 0,0 0 0 0 0,1 0 0 0 0,-1 0 0 0 0,15-18 1307 0 0,33-11 878 0 0,-39 25-2028 0 0,7-4 383 0 0,0 1 1 0 0,1 1-1 0 0,0 1 1 0 0,0 0-1 0 0,0 1 1 0 0,22-3-1 0 0,-1 3-407 0 0,72 0 0 0 0,-87 5-1024 0 0</inkml:trace>
</inkml:ink>
</file>

<file path=ppt/ink/ink2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43.224"/>
    </inkml:context>
    <inkml:brush xml:id="br0">
      <inkml:brushProperty name="width" value="0.1" units="cm"/>
      <inkml:brushProperty name="height" value="0.1" units="cm"/>
      <inkml:brushProperty name="color" value="#004F8B"/>
    </inkml:brush>
  </inkml:definitions>
  <inkml:trace contextRef="#ctx0" brushRef="#br0">1 87 6913 0 0,'3'-3'495'0'0,"1"-1"0"0"0,0 1-1 0 0,0 0 1 0 0,1 0-1 0 0,-1 0 1 0 0,0 1-1 0 0,1 0 1 0 0,0 0-1 0 0,0 0 1 0 0,7-2-1 0 0,5-3 409 0 0,6-4 649 0 0,0 1 0 0 0,37-10 0 0 0,-54 18-1330 0 0,1 0 0 0 0,-1 1 0 0 0,1 0 0 0 0,0 0 0 0 0,0 0 0 0 0,0 1 0 0 0,-1 0 0 0 0,1 1 0 0 0,0 0 0 0 0,0 0 0 0 0,-1 0 0 0 0,1 0 0 0 0,0 1 0 0 0,10 5 0 0 0,-15-6-162 0 0,0 1 1 0 0,0-1-1 0 0,0 0 0 0 0,0 1 1 0 0,0-1-1 0 0,0 1 0 0 0,0 0 1 0 0,-1 0-1 0 0,1 0 1 0 0,-1 0-1 0 0,1 0 0 0 0,-1 0 1 0 0,0 0-1 0 0,0 0 0 0 0,0 0 1 0 0,0 1-1 0 0,1 3 0 0 0,-1-1-6 0 0,0 1 0 0 0,0-1 0 0 0,-1 0-1 0 0,0 1 1 0 0,0-1 0 0 0,0 1-1 0 0,-2 8 1 0 0,-3 6-7 0 0,0-1-1 0 0,-1 0 1 0 0,-10 23 0 0 0,15-41-42 0 0,-45 95 127 0 0,28-61-70 0 0,2 0 1 0 0,-16 47-1 0 0,30-77-53 0 0,1 0-1 0 0,0 0 1 0 0,1 1-1 0 0,-1-1 1 0 0,1 0-1 0 0,0 1 1 0 0,0-1 0 0 0,0 0-1 0 0,1 1 1 0 0,0-1-1 0 0,0 0 1 0 0,0 0-1 0 0,1 0 1 0 0,0 0 0 0 0,0 0-1 0 0,0 0 1 0 0,6 9-1 0 0,-7-12-134 0 0,1 0-1 0 0,0 1 0 0 0,0-1 1 0 0,0 0-1 0 0,1 0 0 0 0,-1 0 1 0 0,0 0-1 0 0,1-1 1 0 0,-1 1-1 0 0,1-1 0 0 0,0 1 1 0 0,-1-1-1 0 0,1 0 0 0 0,0 0 1 0 0,0 0-1 0 0,0 0 0 0 0,0-1 1 0 0,0 1-1 0 0,0-1 0 0 0,0 0 1 0 0,0 1-1 0 0,0-2 1 0 0,0 1-1 0 0,0 0 0 0 0,0 0 1 0 0,0-1-1 0 0,0 0 0 0 0,0 0 1 0 0,-1 1-1 0 0,1-2 0 0 0,0 1 1 0 0,4-2-1 0 0,14-9-4056 0 0</inkml:trace>
</inkml:ink>
</file>

<file path=ppt/ink/ink2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43.445"/>
    </inkml:context>
    <inkml:brush xml:id="br0">
      <inkml:brushProperty name="width" value="0.1" units="cm"/>
      <inkml:brushProperty name="height" value="0.1" units="cm"/>
      <inkml:brushProperty name="color" value="#004F8B"/>
    </inkml:brush>
  </inkml:definitions>
  <inkml:trace contextRef="#ctx0" brushRef="#br0">1 70 10138 0 0,'59'-19'3830'0'0,"77"-13"0"0"0,-88 24-2392 0 0,-1 2 0 0 0,58 1-1 0 0,68 11-2238 0 0,-141-5-6842 0 0</inkml:trace>
</inkml:ink>
</file>

<file path=ppt/ink/ink2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48.465"/>
    </inkml:context>
    <inkml:brush xml:id="br0">
      <inkml:brushProperty name="width" value="0.1" units="cm"/>
      <inkml:brushProperty name="height" value="0.1" units="cm"/>
      <inkml:brushProperty name="color" value="#004F8B"/>
    </inkml:brush>
  </inkml:definitions>
  <inkml:trace contextRef="#ctx0" brushRef="#br0">35 1 456 0 0,'-3'3'168'0'0,"0"0"1"0"0,0 0-1 0 0,0 1 0 0 0,0-1 1 0 0,1 1-1 0 0,-1 0 0 0 0,1 0 1 0 0,0 0-1 0 0,0 0 0 0 0,0 0 1 0 0,1 0-1 0 0,0 0 0 0 0,-1 0 1 0 0,1 1-1 0 0,1-1 0 0 0,-1 1 1 0 0,1-1-1 0 0,-1 0 0 0 0,1 1 1 0 0,1-1-1 0 0,-1 1 0 0 0,1 4 1 0 0,1 2 18 0 0,-1 0 0 0 0,1 0 1 0 0,1 0-1 0 0,0-1 0 0 0,0 1 0 0 0,1-1 1 0 0,1 0-1 0 0,-1 0 0 0 0,2 0 1 0 0,8 12-1 0 0,-7-9-122 0 0,0 0 0 0 0,0 1 0 0 0,-2-1 0 0 0,0 1-1 0 0,0 0 1 0 0,-1 0 0 0 0,3 27 0 0 0,4 104 541 0 0,-10-135-596 0 0,-2 110 1372 0 0,5 55-293 0 0,-1-100-1308 0 0,-6 92-1 0 0,0 10-133 0 0,4-152 356 0 0,-2 198 1114 0 0,-1-198-1405 0 0,1 0 0 0 0,1 0 0 0 0,1 0 0 0 0,6 32 0 0 0,-4-46 168 0 0,0 0 0 0 0,0 0 0 0 0,0 0 0 0 0,2-1 0 0 0,-1 1 0 0 0,1-1 0 0 0,1 0 0 0 0,0 0 0 0 0,0-1 0 0 0,1 0 0 0 0,14 15 0 0 0,-10-13 140 0 0,7 5 238 0 0,-1 2 0 0 0,0 0 0 0 0,-1 1 0 0 0,-1 1-1 0 0,-1 0 1 0 0,19 37 0 0 0,77 210 1971 0 0,-100-243-2023 0 0,-2 2-1 0 0,0-1 1 0 0,-1 1 0 0 0,-2 1-1 0 0,0-1 1 0 0,-2 1 0 0 0,-1-1-1 0 0,-1 1 1 0 0,-1 0 0 0 0,-2 0 0 0 0,-8 48-1 0 0,9-67-1210 0 0,0 0-1 0 0,1 1 1 0 0,0 0 0 0 0,0-1-1 0 0,1 1 1 0 0,4 16-1 0 0,-2-10-751 0 0,-2-6 693 0 0</inkml:trace>
</inkml:ink>
</file>

<file path=ppt/ink/ink2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49.382"/>
    </inkml:context>
    <inkml:brush xml:id="br0">
      <inkml:brushProperty name="width" value="0.1" units="cm"/>
      <inkml:brushProperty name="height" value="0.1" units="cm"/>
      <inkml:brushProperty name="color" value="#004F8B"/>
    </inkml:brush>
  </inkml:definitions>
  <inkml:trace contextRef="#ctx0" brushRef="#br0">0 210 5233 0 0,'8'-5'120'0'0,"0"1"1"0"0,1 0-1 0 0,-1 0 0 0 0,1 1 0 0 0,-1 0 0 0 0,1 0 1 0 0,0 1-1 0 0,0 1 0 0 0,0-1 0 0 0,13 1 1 0 0,9 1 933 0 0,54 6 1 0 0,-20 0-570 0 0,-1-5-64 0 0,0-2 1 0 0,0-3-1 0 0,67-14 0 0 0,184-52 345 0 0,77-12 417 0 0,-330 74-1299 0 0,0 3 0 0 0,1 2 0 0 0,-1 3 1 0 0,1 3-1 0 0,-1 3 0 0 0,0 2 0 0 0,63 17 0 0 0,0 11-198 0 0,-66-17 401 0 0,0-3 0 0 0,1-2 0 0 0,65 6 0 0 0,-20-17 612 0 0,106-9 0 0 0,87 1-897 0 0,-279 6 111 0 0,1 1-1 0 0,0 1 1 0 0,-1 1 0 0 0,21 7 0 0 0,-31-8-215 0 0,0 0 0 0 0,-1 1 0 0 0,1 0 1 0 0,-1 1-1 0 0,0 0 0 0 0,0 0 0 0 0,-1 1 1 0 0,1 0-1 0 0,-1 0 0 0 0,10 12 0 0 0,-13-14-983 0 0</inkml:trace>
</inkml:ink>
</file>

<file path=ppt/ink/ink2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49.906"/>
    </inkml:context>
    <inkml:brush xml:id="br0">
      <inkml:brushProperty name="width" value="0.1" units="cm"/>
      <inkml:brushProperty name="height" value="0.1" units="cm"/>
      <inkml:brushProperty name="color" value="#004F8B"/>
    </inkml:brush>
  </inkml:definitions>
  <inkml:trace contextRef="#ctx0" brushRef="#br0">71 0 1376 0 0,'-3'2'430'0'0,"0"0"1"0"0,0 0-1 0 0,0 0 0 0 0,1 1 0 0 0,-1-1 0 0 0,1 1 1 0 0,-1-1-1 0 0,1 1 0 0 0,0 0 0 0 0,0 0 0 0 0,0 0 1 0 0,1 0-1 0 0,-1 0 0 0 0,1 0 0 0 0,0 1 0 0 0,0-1 1 0 0,0 0-1 0 0,-1 7 0 0 0,-1 8 349 0 0,1 0-1 0 0,0 27 1 0 0,0-3-438 0 0,-13 379 2547 0 0,12-181-2128 0 0,-1 296-2400 0 0,16 50 569 0 0,14-235 1662 0 0,-22-305-734 0 0,1-1-1 0 0,3 0 1 0 0,1-1-1 0 0,2 0 1 0 0,20 49 0 0 0,-23-71 567 0 0,-1 1 1 0 0,5 28-1 0 0,-3-10 1634 0 0,-9-41-2077 0 0,0 0-1 0 0,0 0 1 0 0,0 0 0 0 0,0 0-1 0 0,0-1 1 0 0,0 1 0 0 0,0 0-1 0 0,0 0 1 0 0,0 0 0 0 0,1 0-1 0 0,-1 0 1 0 0,0 0 0 0 0,0 0-1 0 0,0 0 1 0 0,0 0 0 0 0,0 0-1 0 0,0 0 1 0 0,0 0-1 0 0,0-1 1 0 0,1 1 0 0 0,-1 0-1 0 0,0 0 1 0 0,0 0 0 0 0,0 0-1 0 0,0 0 1 0 0,0 0 0 0 0,0 0-1 0 0,0 0 1 0 0,1 0 0 0 0,-1 0-1 0 0,0 0 1 0 0,0 0 0 0 0,0 0-1 0 0,0 0 1 0 0,0 0 0 0 0,0 0-1 0 0,0 1 1 0 0,1-1-1 0 0,-1 0 1 0 0,0 0 0 0 0,0 0-1 0 0,0 0 1 0 0,0 0 0 0 0,0 0-1 0 0,0 0 1 0 0,0 0 0 0 0,0 0-1 0 0,1 0 1 0 0,-1 0 0 0 0,0 0-1 0 0,0 1 1 0 0,0-1 0 0 0,10-15-5444 0 0</inkml:trace>
</inkml:ink>
</file>

<file path=ppt/ink/ink2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51.413"/>
    </inkml:context>
    <inkml:brush xml:id="br0">
      <inkml:brushProperty name="width" value="0.1" units="cm"/>
      <inkml:brushProperty name="height" value="0.1" units="cm"/>
      <inkml:brushProperty name="color" value="#004F8B"/>
    </inkml:brush>
  </inkml:definitions>
  <inkml:trace contextRef="#ctx0" brushRef="#br0">65 147 3929 0 0,'-29'-8'1075'0'0,"-7"0"3715"0"0,43 6-4485 0 0,0 0 0 0 0,-1 0 0 0 0,1-1 0 0 0,-1 0 0 0 0,8-4 0 0 0,-1 1 138 0 0,139-49 3031 0 0,-32 14-7239 0 0,-97 32-657 0 0</inkml:trace>
</inkml:ink>
</file>

<file path=ppt/ink/ink2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2:51.777"/>
    </inkml:context>
    <inkml:brush xml:id="br0">
      <inkml:brushProperty name="width" value="0.1" units="cm"/>
      <inkml:brushProperty name="height" value="0.1" units="cm"/>
      <inkml:brushProperty name="color" value="#004F8B"/>
    </inkml:brush>
  </inkml:definitions>
  <inkml:trace contextRef="#ctx0" brushRef="#br0">90 0 2304 0 0,'-7'2'528'0'0,"0"1"0"0"0,1 0 0 0 0,-1 0 1 0 0,1 1-1 0 0,0 0 0 0 0,-8 5 0 0 0,11-6-292 0 0,-1-1 0 0 0,1 1 1 0 0,0-1-1 0 0,0 1 1 0 0,0 0-1 0 0,1 0 0 0 0,-1 1 1 0 0,1-1-1 0 0,-1 0 1 0 0,1 1-1 0 0,0-1 1 0 0,-2 7-1 0 0,4-9-153 0 0,0 0 0 0 0,0 0 0 0 0,0 0 0 0 0,0 0 1 0 0,1 0-1 0 0,-1 0 0 0 0,0 0 0 0 0,0 0 0 0 0,1 0 0 0 0,-1 0 0 0 0,0 0 0 0 0,1 0 0 0 0,-1 0 1 0 0,1 0-1 0 0,0 0 0 0 0,-1 0 0 0 0,1 0 0 0 0,0-1 0 0 0,-1 1 0 0 0,1 0 0 0 0,0 0 1 0 0,0-1-1 0 0,0 1 0 0 0,0 0 0 0 0,-1-1 0 0 0,1 1 0 0 0,0-1 0 0 0,0 1 0 0 0,2-1 0 0 0,37 15 1123 0 0,-23-10-592 0 0,-6 0-440 0 0,0 0 1 0 0,0 0 0 0 0,-1 1-1 0 0,0 1 1 0 0,17 13 0 0 0,-24-18-150 0 0,-1 1 0 0 0,1 0 1 0 0,-1 0-1 0 0,0 0 0 0 0,0 0 1 0 0,0 0-1 0 0,0 1 0 0 0,0-1 1 0 0,-1 0-1 0 0,1 1 1 0 0,-1-1-1 0 0,0 1 0 0 0,0 0 1 0 0,0-1-1 0 0,-1 1 0 0 0,1 0 1 0 0,-1 0-1 0 0,0-1 0 0 0,0 1 1 0 0,0 0-1 0 0,0 0 1 0 0,-2 4-1 0 0,0 0 100 0 0,0-1 0 0 0,-1 0 0 0 0,0 0 0 0 0,0 0 0 0 0,-1 0 0 0 0,0 0 0 0 0,-5 6 0 0 0,4-6-752 0 0,1 0-1 0 0,0 0 0 0 0,0 0 0 0 0,1 0 1 0 0,-5 14-1 0 0</inkml:trace>
</inkml:ink>
</file>

<file path=ppt/ink/ink2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04.634"/>
    </inkml:context>
    <inkml:brush xml:id="br0">
      <inkml:brushProperty name="width" value="0.1" units="cm"/>
      <inkml:brushProperty name="height" value="0.1" units="cm"/>
      <inkml:brushProperty name="color" value="#004F8B"/>
    </inkml:brush>
  </inkml:definitions>
  <inkml:trace contextRef="#ctx0" brushRef="#br0">16 1 8754 0 0,'-1'0'104'0'0,"1"0"0"0"0,0 0 0 0 0,-1 0 0 0 0,1-1 1 0 0,-1 1-1 0 0,1 0 0 0 0,-1 0 0 0 0,1 0 0 0 0,-1 0 0 0 0,1 0 0 0 0,-1 0 1 0 0,1 0-1 0 0,0 0 0 0 0,-1 0 0 0 0,1 0 0 0 0,-1 1 0 0 0,1-1 0 0 0,-1 0 1 0 0,1 0-1 0 0,-1 0 0 0 0,1 0 0 0 0,0 1 0 0 0,-1-1 0 0 0,1 0 1 0 0,0 1-1 0 0,-1-1 0 0 0,1 0 0 0 0,0 0 0 0 0,-1 1 0 0 0,1-1 0 0 0,0 1 1 0 0,-1-1-1 0 0,1 0 0 0 0,0 1 0 0 0,0-1 0 0 0,-1 1 0 0 0,1-1 0 0 0,0 0 1 0 0,0 1-1 0 0,0-1 0 0 0,0 1 0 0 0,0-1 0 0 0,0 1 0 0 0,0-1 0 0 0,0 1 1 0 0,0-1-1 0 0,0 0 0 0 0,0 1 0 0 0,0-1 0 0 0,0 1 0 0 0,0-1 0 0 0,0 1 1 0 0,0 0-1 0 0,3 25 1944 0 0,16 40 175 0 0,14 40-361 0 0,36 217 0 0 0,-67-308-2295 0 0,11 75 371 0 0,2-32-7684 0 0</inkml:trace>
</inkml:ink>
</file>

<file path=ppt/ink/ink2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04.934"/>
    </inkml:context>
    <inkml:brush xml:id="br0">
      <inkml:brushProperty name="width" value="0.1" units="cm"/>
      <inkml:brushProperty name="height" value="0.1" units="cm"/>
      <inkml:brushProperty name="color" value="#004F8B"/>
    </inkml:brush>
  </inkml:definitions>
  <inkml:trace contextRef="#ctx0" brushRef="#br0">0 44 2761 0 0,'0'-8'-106'0'0,"15"-28"12245"0"0,-7 62-10693 0 0,-7-24-1065 0 0,47 219 3757 0 0,-34-145-4428 0 0,29 95 0 0 0,-38-158-310 0 0,0 0 0 0 0,1 0 0 0 0,1-1-1 0 0,0 0 1 0 0,0 0 0 0 0,1-1 0 0 0,1 0 0 0 0,12 13 0 0 0,-17-20-623 0 0</inkml:trace>
</inkml:ink>
</file>

<file path=ppt/ink/ink2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05.161"/>
    </inkml:context>
    <inkml:brush xml:id="br0">
      <inkml:brushProperty name="width" value="0.1" units="cm"/>
      <inkml:brushProperty name="height" value="0.1" units="cm"/>
      <inkml:brushProperty name="color" value="#004F8B"/>
    </inkml:brush>
  </inkml:definitions>
  <inkml:trace contextRef="#ctx0" brushRef="#br0">0 152 8290 0 0,'0'-2'93'0'0,"0"0"0"0"0,1 1-1 0 0,-1-1 1 0 0,0 0 0 0 0,1 0 0 0 0,0 1 0 0 0,-1-1 0 0 0,1 0 0 0 0,0 1 0 0 0,-1-1 0 0 0,1 0-1 0 0,0 1 1 0 0,0-1 0 0 0,1 1 0 0 0,-1 0 0 0 0,0-1 0 0 0,0 1 0 0 0,1 0 0 0 0,-1 0 0 0 0,1-1-1 0 0,-1 1 1 0 0,1 0 0 0 0,-1 1 0 0 0,1-1 0 0 0,-1 0 0 0 0,3 0 0 0 0,52-25 1806 0 0,-48 23-1617 0 0,60-21-125 0 0,94-23-9545 0 0,-132 39 9713 0 0,-8 2-325 0 0</inkml:trace>
</inkml:ink>
</file>

<file path=ppt/ink/ink2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05.538"/>
    </inkml:context>
    <inkml:brush xml:id="br0">
      <inkml:brushProperty name="width" value="0.1" units="cm"/>
      <inkml:brushProperty name="height" value="0.1" units="cm"/>
      <inkml:brushProperty name="color" value="#004F8B"/>
    </inkml:brush>
  </inkml:definitions>
  <inkml:trace contextRef="#ctx0" brushRef="#br0">50 22 1840 0 0,'-13'3'992'0'0,"11"-2"-583"0"0,0 0 0 0 0,-1 0 0 0 0,1-1 1 0 0,0 1-1 0 0,0-1 0 0 0,0 0 0 0 0,-1 1 0 0 0,1-1 1 0 0,0 0-1 0 0,-1 0 0 0 0,1 0 0 0 0,0-1 0 0 0,0 1 1 0 0,-4-1-1 0 0,6 0-290 0 0,1 0-1 0 0,-1 1 1 0 0,0-1 0 0 0,0 1-1 0 0,0-1 1 0 0,1 1-1 0 0,-1-1 1 0 0,0 0 0 0 0,1 1-1 0 0,-1-1 1 0 0,0 1 0 0 0,1 0-1 0 0,-1-1 1 0 0,1 1 0 0 0,-1-1-1 0 0,1 1 1 0 0,-1 0 0 0 0,1-1-1 0 0,-1 1 1 0 0,1 0 0 0 0,-1-1-1 0 0,1 1 1 0 0,-1 0 0 0 0,1 0-1 0 0,0 0 1 0 0,-1-1-1 0 0,2 1 1 0 0,18-7 928 0 0,-12 5-676 0 0,0 0 0 0 0,0 0 0 0 0,1 1 0 0 0,-1 0 1 0 0,0 0-1 0 0,0 1 0 0 0,1 0 0 0 0,-1 1 0 0 0,0 0 0 0 0,13 3 1 0 0,-19-3-345 0 0,1 0 1 0 0,0 0-1 0 0,-1 0 1 0 0,0 0-1 0 0,1 0 1 0 0,-1 1-1 0 0,1 0 1 0 0,-1-1-1 0 0,0 1 1 0 0,0 0-1 0 0,0 0 1 0 0,0 0 0 0 0,0 0-1 0 0,-1 0 1 0 0,1 0-1 0 0,-1 1 1 0 0,1-1-1 0 0,-1 1 1 0 0,0-1-1 0 0,0 1 1 0 0,0-1-1 0 0,0 1 1 0 0,0 0-1 0 0,-1-1 1 0 0,1 1-1 0 0,-1 0 1 0 0,0 0 0 0 0,1-1-1 0 0,-1 1 1 0 0,-1 0-1 0 0,1 0 1 0 0,0-1-1 0 0,-1 1 1 0 0,-1 5-1 0 0,-1 8-41 0 0,-2 0 0 0 0,0 0-1 0 0,-1 0 1 0 0,-16 28-1 0 0,-10 29 474 0 0,32-72-453 0 0,-1 0 1 0 0,1-1-1 0 0,0 1 0 0 0,0 0 1 0 0,-1 0-1 0 0,1-1 0 0 0,0 1 0 0 0,0 0 1 0 0,0 0-1 0 0,0-1 0 0 0,0 1 1 0 0,0 0-1 0 0,0 0 0 0 0,0 0 1 0 0,0-1-1 0 0,1 1 0 0 0,-1 0 0 0 0,0 0 1 0 0,0-1-1 0 0,1 1 0 0 0,-1 0 1 0 0,0-1-1 0 0,1 1 0 0 0,-1 0 1 0 0,1-1-1 0 0,-1 1 0 0 0,1-1 0 0 0,0 2 1 0 0,0-1-28 0 0,1-1 1 0 0,-1 1-1 0 0,1 0 1 0 0,0-1 0 0 0,-1 1-1 0 0,1-1 1 0 0,0 1-1 0 0,-1-1 1 0 0,1 0-1 0 0,0 1 1 0 0,0-1-1 0 0,2 0 1 0 0,9-1-589 0 0,0-1 0 0 0,23-5 0 0 0,-25 5-220 0 0,0 0-286 0 0,-1-1-192 0 0</inkml:trace>
</inkml:ink>
</file>

<file path=ppt/ink/ink2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05.728"/>
    </inkml:context>
    <inkml:brush xml:id="br0">
      <inkml:brushProperty name="width" value="0.1" units="cm"/>
      <inkml:brushProperty name="height" value="0.1" units="cm"/>
      <inkml:brushProperty name="color" value="#004F8B"/>
    </inkml:brush>
  </inkml:definitions>
  <inkml:trace contextRef="#ctx0" brushRef="#br0">1 16 3225 0 0,'1'0'2566'0'0,"13"1"1042"0"0,-3 0-3310 0 0,-1-1 1 0 0,1-1-1 0 0,15-2 1 0 0,23-6-1627 0 0,-29 5 777 0 0</inkml:trace>
</inkml:ink>
</file>

<file path=ppt/ink/ink2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06.125"/>
    </inkml:context>
    <inkml:brush xml:id="br0">
      <inkml:brushProperty name="width" value="0.1" units="cm"/>
      <inkml:brushProperty name="height" value="0.1" units="cm"/>
      <inkml:brushProperty name="color" value="#004F8B"/>
    </inkml:brush>
  </inkml:definitions>
  <inkml:trace contextRef="#ctx0" brushRef="#br0">88 84 3681 0 0,'-5'1'284'0'0,"0"-1"-1"0"0,0 1 1 0 0,0 0 0 0 0,0 1 0 0 0,0-1 0 0 0,0 1 0 0 0,-5 2 0 0 0,6-1 473 0 0,-1-2 0 0 0,1 1 0 0 0,-1 0 0 0 0,0-1 0 0 0,0 0 0 0 0,1 0 0 0 0,-7 0 0 0 0,49-24 3967 0 0,-12 11-3540 0 0,1 1 1 0 0,0 1 0 0 0,55-12-1 0 0,2 8-1766 0 0,2 3-3737 0 0,-64 7 1033 0 0</inkml:trace>
</inkml:ink>
</file>

<file path=ppt/ink/ink2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06.394"/>
    </inkml:context>
    <inkml:brush xml:id="br0">
      <inkml:brushProperty name="width" value="0.1" units="cm"/>
      <inkml:brushProperty name="height" value="0.1" units="cm"/>
      <inkml:brushProperty name="color" value="#004F8B"/>
    </inkml:brush>
  </inkml:definitions>
  <inkml:trace contextRef="#ctx0" brushRef="#br0">26 31 2761 0 0,'-25'-30'10669'0'0,"29"48"-3856"0"0,9 16-6272 0 0,-1 1-1 0 0,-2 0 1 0 0,-1 1-1 0 0,5 49 1 0 0,-11-62-605 0 0,4 14-205 0 0</inkml:trace>
</inkml:ink>
</file>

<file path=ppt/ink/ink2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19.077"/>
    </inkml:context>
    <inkml:brush xml:id="br0">
      <inkml:brushProperty name="width" value="0.1" units="cm"/>
      <inkml:brushProperty name="height" value="0.1" units="cm"/>
      <inkml:brushProperty name="color" value="#008C3A"/>
    </inkml:brush>
  </inkml:definitions>
  <inkml:trace contextRef="#ctx0" brushRef="#br0">238 168 1376 0 0,'1'-11'371'0'0,"1"0"0"0"0,1 0 0 0 0,-1 0 0 0 0,2 0 1 0 0,0 0-1 0 0,8-16 0 0 0,1-5 721 0 0,-10 24-502 0 0,-1 6-235 0 0,-1 0 0 0 0,0 0 0 0 0,0 0 0 0 0,0-1 0 0 0,0 1 0 0 0,-1 0 0 0 0,1 0 0 0 0,-1-1 0 0 0,1 1 0 0 0,-1-1 0 0 0,0 1 0 0 0,0-1 0 0 0,0-2 0 0 0,-1 6-116 0 0,-1 0 0 0 0,1 0 0 0 0,-1-1 0 0 0,1 1 0 0 0,-1 0 0 0 0,1 0 0 0 0,-1 0 0 0 0,1 0 0 0 0,0 1 0 0 0,0-1 0 0 0,0 0 0 0 0,-1 0 0 0 0,1 1 0 0 0,-1 1 0 0 0,1-1 129 0 0,-69 81 1475 0 0,-94 147 0 0 0,161-224-1869 0 0,-3 1 57 0 0,2 1-1 0 0,-1 0 1 0 0,1 0-1 0 0,0 0 1 0 0,-3 12-1 0 0,7-18-49 0 0,-1-1 0 0 0,1 1-1 0 0,0-1 1 0 0,-1 1 0 0 0,1 0-1 0 0,0-1 1 0 0,0 1 0 0 0,0 0-1 0 0,0-1 1 0 0,1 1 0 0 0,-1-1-1 0 0,0 1 1 0 0,1 0-1 0 0,-1-1 1 0 0,1 1 0 0 0,-1-1-1 0 0,1 1 1 0 0,0-1 0 0 0,0 1-1 0 0,-1-1 1 0 0,1 0 0 0 0,0 1-1 0 0,0-1 1 0 0,1 0 0 0 0,-1 0-1 0 0,0 0 1 0 0,0 0 0 0 0,0 0-1 0 0,1 0 1 0 0,-1 0 0 0 0,1 0-1 0 0,-1 0 1 0 0,1 0-1 0 0,-1-1 1 0 0,1 1 0 0 0,2 0-1 0 0,19 5-619 0 0,0 0-1 0 0,43 4 0 0 0,-49-8 559 0 0,0 0 0 0 0,1 1 0 0 0,-1 1 0 0 0,0 0-1 0 0,-1 1 1 0 0,31 14 0 0 0,-45-18 113 0 0,-1 0 0 0 0,0-1-1 0 0,0 1 1 0 0,0 0 0 0 0,1 0 0 0 0,-1 0-1 0 0,0 0 1 0 0,0 0 0 0 0,0 0 0 0 0,0 0-1 0 0,-1 0 1 0 0,1 0 0 0 0,0 1 0 0 0,0-1-1 0 0,-1 0 1 0 0,1 0 0 0 0,0 1 0 0 0,-1-1-1 0 0,0 1 1 0 0,1-1 0 0 0,-1 0 0 0 0,0 1-1 0 0,0-1 1 0 0,1 3 0 0 0,-2-1 91 0 0,1 0-1 0 0,-1 0 1 0 0,0 0 0 0 0,0 0 0 0 0,0 0 0 0 0,0 0 0 0 0,0 0-1 0 0,-1 0 1 0 0,1 0 0 0 0,-4 4 0 0 0,-5 5 288 0 0,0 0-1 0 0,-1 0 1 0 0,-17 14 0 0 0,28-26-414 0 0,-9 7-38 0 0,-55 46-148 0 0,17-26-3323 0 0</inkml:trace>
</inkml:ink>
</file>

<file path=ppt/ink/ink2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19.381"/>
    </inkml:context>
    <inkml:brush xml:id="br0">
      <inkml:brushProperty name="width" value="0.1" units="cm"/>
      <inkml:brushProperty name="height" value="0.1" units="cm"/>
      <inkml:brushProperty name="color" value="#008C3A"/>
    </inkml:brush>
  </inkml:definitions>
  <inkml:trace contextRef="#ctx0" brushRef="#br0">104 4 2761 0 0,'-2'-1'578'0'0,"0"1"0"0"0,0-1 0 0 0,0 1 0 0 0,0-1-1 0 0,0 1 1 0 0,0 0 0 0 0,0 0 0 0 0,0 0 0 0 0,-1 0 0 0 0,1 0 0 0 0,0 1 0 0 0,0-1 0 0 0,0 0 0 0 0,0 1 0 0 0,0 0 0 0 0,0-1 0 0 0,0 1 0 0 0,0 0 0 0 0,0 0 0 0 0,1 0 0 0 0,-1 0 0 0 0,0 0 0 0 0,0 1 0 0 0,1-1 0 0 0,-1 0 0 0 0,-1 3 0 0 0,-10 23 912 0 0,3 9-940 0 0,2 0 0 0 0,1 1-1 0 0,2 0 1 0 0,-1 74 0 0 0,5-100-757 0 0,1 0 0 0 0,1 0 0 0 0,0 1 0 0 0,1-1 0 0 0,4 17 0 0 0,-1-18-800 0 0</inkml:trace>
</inkml:ink>
</file>

<file path=ppt/ink/ink2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19.568"/>
    </inkml:context>
    <inkml:brush xml:id="br0">
      <inkml:brushProperty name="width" value="0.1" units="cm"/>
      <inkml:brushProperty name="height" value="0.1" units="cm"/>
      <inkml:brushProperty name="color" value="#008C3A"/>
    </inkml:brush>
  </inkml:definitions>
  <inkml:trace contextRef="#ctx0" brushRef="#br0">0 1 8290 0 0,'0'1'816'0'0,"1"0"-728"0"0,1 1-88 0 0,-1-1 0 0 0,0 0 0 0 0,1 4 0 0 0,2 0 0 0 0,4 6-96 0 0,0 4 96 0 0,3 4-80 0 0,0 0 80 0 0</inkml:trace>
</inkml:ink>
</file>

<file path=ppt/ink/ink2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1.331"/>
    </inkml:context>
    <inkml:brush xml:id="br0">
      <inkml:brushProperty name="width" value="0.1" units="cm"/>
      <inkml:brushProperty name="height" value="0.1" units="cm"/>
      <inkml:brushProperty name="color" value="#008C3A"/>
    </inkml:brush>
  </inkml:definitions>
  <inkml:trace contextRef="#ctx0" brushRef="#br0">278 20 11522 0 0,'-4'-2'300'0'0,"0"0"1"0"0,-1 0-1 0 0,1 0 0 0 0,-1 1 0 0 0,1-1 0 0 0,-1 1 0 0 0,0 1 0 0 0,1-1 0 0 0,-1 0 0 0 0,0 1 0 0 0,0 0 0 0 0,1 0 0 0 0,-1 1 0 0 0,0-1 0 0 0,-7 3 0 0 0,3-2-146 0 0,1 2 1 0 0,-1-1 0 0 0,1 1-1 0 0,0 1 1 0 0,0-1 0 0 0,0 1-1 0 0,-11 8 1 0 0,8-2-125 0 0,0 0 1 0 0,1 0 0 0 0,0 1-1 0 0,1 0 1 0 0,0 0 0 0 0,1 1-1 0 0,0 0 1 0 0,1 1 0 0 0,0 0-1 0 0,1 0 1 0 0,0 0 0 0 0,1 1 0 0 0,1 0-1 0 0,-3 14 1 0 0,7-27-71 0 0,0-1 1 0 0,-1 1 0 0 0,1 0-1 0 0,0-1 1 0 0,0 1-1 0 0,0 0 1 0 0,0-1-1 0 0,0 1 1 0 0,-1 0-1 0 0,1 0 1 0 0,1-1 0 0 0,-1 1-1 0 0,0 0 1 0 0,0-1-1 0 0,0 1 1 0 0,0 0-1 0 0,0-1 1 0 0,1 1-1 0 0,-1 0 1 0 0,0-1-1 0 0,0 1 1 0 0,1-1 0 0 0,-1 1-1 0 0,0 0 1 0 0,1-1-1 0 0,-1 1 1 0 0,1-1-1 0 0,-1 1 1 0 0,1-1-1 0 0,-1 1 1 0 0,2 0 0 0 0,-1-1-46 0 0,0 0 1 0 0,1 0-1 0 0,-1-1 1 0 0,0 1-1 0 0,0 0 1 0 0,1 0 0 0 0,-1-1-1 0 0,0 1 1 0 0,1 0-1 0 0,-1-1 1 0 0,0 1-1 0 0,0-1 1 0 0,0 0 0 0 0,2-1-1 0 0,5-3-265 0 0,-1 0 0 0 0,0-1 0 0 0,11-11 0 0 0,7-13 507 0 0,-2-1 1 0 0,0-1-1 0 0,-2-1 0 0 0,22-48 1 0 0,-43 80-71 0 0,0 1 1 0 0,0-1-1 0 0,0 1 1 0 0,0-1-1 0 0,0 1 1 0 0,1 0-1 0 0,-1-1 1 0 0,0 1 0 0 0,0-1-1 0 0,0 1 1 0 0,1-1-1 0 0,-1 1 1 0 0,0 0-1 0 0,1-1 1 0 0,-1 1-1 0 0,0 0 1 0 0,1-1-1 0 0,-1 1 1 0 0,0 0-1 0 0,1 0 1 0 0,-1-1-1 0 0,1 1 1 0 0,-1 0-1 0 0,1 0 1 0 0,-1 0-1 0 0,0-1 1 0 0,1 1-1 0 0,-1 0 1 0 0,1 0-1 0 0,-1 0 1 0 0,1 0 0 0 0,-1 0-1 0 0,1 0 1 0 0,10 14 1227 0 0,3 32-780 0 0,-12-40-356 0 0,2 9-97 0 0,13 48-548 0 0,16 113-1 0 0,-31-154 453 0 0,-1 0 0 0 0,0 0 0 0 0,-2 0 0 0 0,-1 0-1 0 0,-1-1 1 0 0,0 1 0 0 0,-2-1 0 0 0,0 0 0 0 0,-10 25 0 0 0,9-31 313 0 0,-1-1 0 0 0,-10 18 0 0 0,14-28-346 0 0,1 0 1 0 0,-1 0-1 0 0,0 0 1 0 0,0-1-1 0 0,-1 1 0 0 0,1-1 1 0 0,-1 0-1 0 0,0 0 1 0 0,0 0-1 0 0,0 0 1 0 0,-7 4-1 0 0,10-7-94 0 0,0 0 0 0 0,0 1 0 0 0,1-1-1 0 0,-1 0 1 0 0,0 0 0 0 0,0 0-1 0 0,1 1 1 0 0,-1-1 0 0 0,0 0 0 0 0,0 0-1 0 0,1 0 1 0 0,-1 0 0 0 0,0 0-1 0 0,0 0 1 0 0,0-1 0 0 0,1 1 0 0 0,-2 0-1 0 0</inkml:trace>
</inkml:ink>
</file>

<file path=ppt/ink/ink2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1.748"/>
    </inkml:context>
    <inkml:brush xml:id="br0">
      <inkml:brushProperty name="width" value="0.1" units="cm"/>
      <inkml:brushProperty name="height" value="0.1" units="cm"/>
      <inkml:brushProperty name="color" value="#008C3A"/>
    </inkml:brush>
  </inkml:definitions>
  <inkml:trace contextRef="#ctx0" brushRef="#br0">5 56 8754 0 0,'-4'5'5726'0'0,"4"-5"-5626"0"0,1 20 2284 0 0,10 32-2020 0 0,-9-39 118 0 0,26 87 508 0 0,-29-90-731 0 0,-5-13-175 0 0,-5-15-26 0 0,10 10-98 0 0,0 1 0 0 0,1-1 0 0 0,0 0 0 0 0,0 1 0 0 0,1-1 0 0 0,0 0 0 0 0,0 1 0 0 0,0-1 0 0 0,1 1 0 0 0,0 0 0 0 0,1-1 0 0 0,4-9 0 0 0,0 3-64 0 0,1-1 1 0 0,0 2 0 0 0,1-1-1 0 0,20-23 1 0 0,-27 34 141 0 0,1 1 1 0 0,-1-1-1 0 0,1 0 1 0 0,0 1-1 0 0,-1-1 0 0 0,1 1 1 0 0,1 0-1 0 0,-1 0 1 0 0,0 0-1 0 0,0 1 0 0 0,1-1 1 0 0,-1 1-1 0 0,1 0 1 0 0,-1-1-1 0 0,1 2 0 0 0,-1-1 1 0 0,9-1-1 0 0,-10 3 30 0 0,1-1-1 0 0,0 1 1 0 0,0 0-1 0 0,0 0 1 0 0,0 0 0 0 0,0 0-1 0 0,-1 0 1 0 0,1 1-1 0 0,0-1 1 0 0,-1 1 0 0 0,1 0-1 0 0,-1-1 1 0 0,0 1-1 0 0,0 0 1 0 0,1 1 0 0 0,-1-1-1 0 0,-1 0 1 0 0,1 0-1 0 0,0 1 1 0 0,0-1 0 0 0,-1 1-1 0 0,3 5 1 0 0,2 6 49 0 0,-1 0 1 0 0,0 0-1 0 0,-1 1 0 0 0,0-1 1 0 0,-1 1-1 0 0,-1 0 1 0 0,1 18-1 0 0,0 27-4894 0 0,-2-50 3025 0 0,0 7-4626 0 0</inkml:trace>
</inkml:ink>
</file>

<file path=ppt/ink/ink2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2.204"/>
    </inkml:context>
    <inkml:brush xml:id="br0">
      <inkml:brushProperty name="width" value="0.1" units="cm"/>
      <inkml:brushProperty name="height" value="0.1" units="cm"/>
      <inkml:brushProperty name="color" value="#008C3A"/>
    </inkml:brush>
  </inkml:definitions>
  <inkml:trace contextRef="#ctx0" brushRef="#br0">203 94 8290 0 0,'-1'-2'47'0'0,"-3"-8"763"0"0,-1-1 0 0 0,0 1 0 0 0,0 0 0 0 0,-1 1 0 0 0,-11-14-1 0 0,16 21-676 0 0,0 1 0 0 0,-1-1-1 0 0,1 1 1 0 0,-1 0 0 0 0,0-1 0 0 0,1 1-1 0 0,-1 0 1 0 0,0 0 0 0 0,0 0-1 0 0,0 0 1 0 0,1 0 0 0 0,-1 0 0 0 0,0 1-1 0 0,0-1 1 0 0,0 1 0 0 0,0-1-1 0 0,-1 1 1 0 0,1 0 0 0 0,0 0 0 0 0,0 0-1 0 0,0 0 1 0 0,0 0 0 0 0,0 0-1 0 0,0 1 1 0 0,0-1 0 0 0,0 1-1 0 0,0-1 1 0 0,0 1 0 0 0,0 0 0 0 0,0 0-1 0 0,0 0 1 0 0,0 0 0 0 0,1 0-1 0 0,-1 0 1 0 0,0 0 0 0 0,-2 3 0 0 0,-5 3-3 0 0,1 1 0 0 0,0 0 0 0 0,1 1 1 0 0,0-1-1 0 0,0 1 0 0 0,-10 17 0 0 0,14-19-155 0 0,-1-1-1 0 0,1 1 1 0 0,0 0-1 0 0,0 0 1 0 0,1 0-1 0 0,0 0 1 0 0,0 0-1 0 0,1 0 1 0 0,0 0-1 0 0,0 1 1 0 0,1 9-1 0 0,-1-16-13 0 0,1-1 0 0 0,1 1 0 0 0,-1-1 0 0 0,0 1 0 0 0,0-1 0 0 0,0 1 0 0 0,0-1 0 0 0,0 1 0 0 0,0-1 0 0 0,0 1 0 0 0,1-1 0 0 0,-1 1 0 0 0,0-1 0 0 0,0 1 0 0 0,1-1 0 0 0,-1 1 0 0 0,0-1 0 0 0,1 0 0 0 0,-1 1 0 0 0,0-1 0 0 0,1 0 0 0 0,-1 1 0 0 0,1-1 0 0 0,-1 0 0 0 0,1 1 0 0 0,-1-1 0 0 0,0 0 0 0 0,1 0 0 0 0,-1 0 0 0 0,1 1 0 0 0,-1-1 0 0 0,1 0 0 0 0,19-5-1294 0 0,15-18-193 0 0,-28 15 1640 0 0,1 1 1 0 0,-1-2-1 0 0,0 1 0 0 0,-1-1 1 0 0,0 0-1 0 0,0-1 1 0 0,-1 1-1 0 0,0-1 0 0 0,-1 0 1 0 0,3-12-1 0 0,-6 21-15 0 0,-1 4 370 0 0,0 0-1 0 0,0 0 0 0 0,0 0 1 0 0,0 0-1 0 0,0 0 0 0 0,1 0 1 0 0,0 0-1 0 0,1 4 0 0 0,0 3-286 0 0,2 0 0 0 0,-1 0 0 0 0,1-1 0 0 0,5 10 1 0 0,-7-16-200 0 0,-1-1 1 0 0,0 0 0 0 0,1 0 0 0 0,-1 1 0 0 0,1-1-1 0 0,0 0 1 0 0,0-1 0 0 0,0 1 0 0 0,0 0 0 0 0,0 0-1 0 0,0-1 1 0 0,0 1 0 0 0,0-1 0 0 0,1 0 0 0 0,-1 0 0 0 0,0 0-1 0 0,1 0 1 0 0,-1 0 0 0 0,1 0 0 0 0,-1-1 0 0 0,1 1-1 0 0,0-1 1 0 0,-1 1 0 0 0,1-1 0 0 0,0 0 0 0 0,-1 0 0 0 0,1 0-1 0 0,0-1 1 0 0,-1 1 0 0 0,1-1 0 0 0,-1 1 0 0 0,5-3-1 0 0,-1 1-391 0 0,-1-1 0 0 0,0 1-1 0 0,0-1 1 0 0,0-1-1 0 0,8-6 1 0 0,21-25-5405 0 0,-17 14 515 0 0</inkml:trace>
</inkml:ink>
</file>

<file path=ppt/ink/ink2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2.398"/>
    </inkml:context>
    <inkml:brush xml:id="br0">
      <inkml:brushProperty name="width" value="0.1" units="cm"/>
      <inkml:brushProperty name="height" value="0.1" units="cm"/>
      <inkml:brushProperty name="color" value="#008C3A"/>
    </inkml:brush>
  </inkml:definitions>
  <inkml:trace contextRef="#ctx0" brushRef="#br0">56 124 1376 0 0,'-1'-17'28'0'0,"-3"-41"493"0"0,4 55-171 0 0,-1 0 0 0 0,1 0 0 0 0,-1 0 0 0 0,0 0 0 0 0,0 0 0 0 0,0 0 0 0 0,-1 0 0 0 0,1 0 1 0 0,-1 1-1 0 0,1-1 0 0 0,-1 0 0 0 0,0 1 0 0 0,0-1 0 0 0,-4-3 0 0 0,6 6-258 0 0,0 0 0 0 0,-1-1 0 0 0,1 1 0 0 0,0 0 0 0 0,0 0 0 0 0,-1 0 0 0 0,1-1 0 0 0,0 1 0 0 0,-1 0 0 0 0,1 0 0 0 0,0 0 0 0 0,-1 0 0 0 0,1 0 0 0 0,-1 0 1 0 0,1 0-1 0 0,0 0 0 0 0,-1 0 0 0 0,1 0 0 0 0,0 0 0 0 0,-1 0 0 0 0,1 0 0 0 0,0 0 0 0 0,-1 0 0 0 0,1 0 0 0 0,-1 0 0 0 0,1 0 0 0 0,0 1 0 0 0,-1-1 0 0 0,1 0 0 0 0,0 0 0 0 0,0 0 0 0 0,-1 1 0 0 0,1-1 0 0 0,0 0 0 0 0,-1 0 0 0 0,1 1 0 0 0,-8 16 1851 0 0,1 18 223 0 0,7-8-1162 0 0,2-1 1 0 0,1 1-1 0 0,0 0 1 0 0,2-1 0 0 0,16 48-1 0 0,4 21-284 0 0,4 122-372 0 0,-22-153-1746 0 0,-2-24-5898 0 0</inkml:trace>
</inkml:ink>
</file>

<file path=ppt/ink/ink2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4.122"/>
    </inkml:context>
    <inkml:brush xml:id="br0">
      <inkml:brushProperty name="width" value="0.1" units="cm"/>
      <inkml:brushProperty name="height" value="0.1" units="cm"/>
      <inkml:brushProperty name="color" value="#008C3A"/>
    </inkml:brush>
  </inkml:definitions>
  <inkml:trace contextRef="#ctx0" brushRef="#br0">91 174 3225 0 0,'-4'-7'723'0'0,"-1"-1"0"0"0,1-1 0 0 0,0 1 0 0 0,1-1 0 0 0,-1 1 0 0 0,2-1 0 0 0,-1 0 0 0 0,0-10 0 0 0,1 9 493 0 0,0 0 0 0 0,-1 0 0 0 0,0 0 0 0 0,-1 0 0 0 0,-7-14 0 0 0,11 23-1090 0 0,-1 0 0 0 0,1 0 0 0 0,0 0 0 0 0,-1 1 0 0 0,1-1 0 0 0,-1 0 0 0 0,0 0 0 0 0,1 1 0 0 0,-1-1 0 0 0,1 0 1 0 0,-1 1-1 0 0,0-1 0 0 0,0 1 0 0 0,1-1 0 0 0,-1 1 0 0 0,0-1 0 0 0,0 1 0 0 0,0-1 0 0 0,1 1 0 0 0,-1 0 0 0 0,-1-1 0 0 0,1 1-55 0 0,1 1-1 0 0,-1-1 1 0 0,0 0-1 0 0,1 0 1 0 0,-1 1-1 0 0,1-1 1 0 0,-1 0-1 0 0,1 1 1 0 0,-1-1-1 0 0,1 0 1 0 0,-1 1-1 0 0,1-1 1 0 0,-1 1-1 0 0,1-1 1 0 0,0 1-1 0 0,-1-1 1 0 0,1 1-1 0 0,0-1 1 0 0,-1 1-1 0 0,1 0 1 0 0,0-1-1 0 0,-1 2 1 0 0,0 2 50 0 0,-1 1 1 0 0,1 0 0 0 0,0 0 0 0 0,0 0 0 0 0,0 0 0 0 0,0 6-1 0 0,3 24 48 0 0,2 1 0 0 0,8 37 1 0 0,-6-38-19 0 0,-1 1 0 0 0,1 39 1 0 0,-12 41-88 0 0,4 48 360 0 0,1-150-455 0 0,1-12 42 0 0,0 0 0 0 0,-1-1 0 0 0,1 1-1 0 0,0-1 1 0 0,0 1 0 0 0,0-1-1 0 0,1 1 1 0 0,-1-1 0 0 0,0 1-1 0 0,0 0 1 0 0,2 2 0 0 0,-2-4-5 0 0,1 1-1 0 0,0-1 1 0 0,0 1 0 0 0,0-1-1 0 0,-1 1 1 0 0,1-1 0 0 0,0 0 0 0 0,0 1-1 0 0,0-1 1 0 0,0 0 0 0 0,0 0-1 0 0,-1 0 1 0 0,1 0 0 0 0,0 0 0 0 0,0 0-1 0 0,0 0 1 0 0,0 0 0 0 0,0 0-1 0 0,0 0 1 0 0,0 0 0 0 0,0 0 0 0 0,-1-1-1 0 0,1 1 1 0 0,0 0 0 0 0,0-1-1 0 0,1 0 1 0 0,66-23 55 0 0,-45 15-121 0 0,1 1 0 0 0,-1 0 0 0 0,1 2-1 0 0,1 1 1 0 0,35-3 0 0 0,58 7-3341 0 0,-96 0 1801 0 0</inkml:trace>
</inkml:ink>
</file>

<file path=ppt/ink/ink2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4.536"/>
    </inkml:context>
    <inkml:brush xml:id="br0">
      <inkml:brushProperty name="width" value="0.1" units="cm"/>
      <inkml:brushProperty name="height" value="0.1" units="cm"/>
      <inkml:brushProperty name="color" value="#008C3A"/>
    </inkml:brush>
  </inkml:definitions>
  <inkml:trace contextRef="#ctx0" brushRef="#br0">50 17 1376 0 0,'-45'-17'14651'0'0,"44"19"-14386"0"0,-2 21 1599 0 0,8 35 490 0 0,23 93 1 0 0,-17-102-2150 0 0,-2 0 0 0 0,4 93 0 0 0,-15-102-532 0 0,1 18-271 0 0,7-22-6347 0 0</inkml:trace>
</inkml:ink>
</file>

<file path=ppt/ink/ink2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4.853"/>
    </inkml:context>
    <inkml:brush xml:id="br0">
      <inkml:brushProperty name="width" value="0.1" units="cm"/>
      <inkml:brushProperty name="height" value="0.1" units="cm"/>
      <inkml:brushProperty name="color" value="#008C3A"/>
    </inkml:brush>
  </inkml:definitions>
  <inkml:trace contextRef="#ctx0" brushRef="#br0">1 80 4145 0 0,'0'-1'110'0'0,"0"-1"0"0"0,0 1 0 0 0,-1-1 0 0 0,1 1 0 0 0,1-1 0 0 0,-1 0 1 0 0,0 1-1 0 0,0 0 0 0 0,1-1 0 0 0,-1 1 0 0 0,0-1 0 0 0,1 1 0 0 0,0-1 0 0 0,-1 1 0 0 0,1 0 0 0 0,0-1 0 0 0,-1 1 1 0 0,1 0-1 0 0,0 0 0 0 0,0 0 0 0 0,0-1 0 0 0,0 1 0 0 0,1 0 0 0 0,-1 0 0 0 0,0 1 0 0 0,0-1 0 0 0,2-1 1 0 0,35-24 2479 0 0,-34 24-2399 0 0,1 0-1 0 0,-1-1 0 0 0,1 1 1 0 0,0 1-1 0 0,-1-1 1 0 0,1 1-1 0 0,0 0 0 0 0,0 0 1 0 0,0 0-1 0 0,0 1 1 0 0,0-1-1 0 0,0 1 1 0 0,0 1-1 0 0,0-1 0 0 0,0 1 1 0 0,0-1-1 0 0,0 1 1 0 0,0 1-1 0 0,-1-1 1 0 0,1 1-1 0 0,0 0 0 0 0,-1 0 1 0 0,1 0-1 0 0,-1 1 1 0 0,0-1-1 0 0,8 7 1 0 0,-8-5-83 0 0,0 0 1 0 0,1 1-1 0 0,-1 0 1 0 0,-1-1 0 0 0,1 2-1 0 0,-1-1 1 0 0,0 0-1 0 0,0 1 1 0 0,0-1 0 0 0,-1 1-1 0 0,0 0 1 0 0,0 0 0 0 0,-1 0-1 0 0,1 0 1 0 0,-1 0-1 0 0,0 0 1 0 0,-1 0 0 0 0,0 0-1 0 0,0 0 1 0 0,0 0-1 0 0,-2 9 1 0 0,0-4-1 0 0,0 0-1 0 0,-1 0 1 0 0,-1 0-1 0 0,0 0 1 0 0,0-1 0 0 0,-1 0-1 0 0,0 0 1 0 0,-1 0-1 0 0,0 0 1 0 0,0-1-1 0 0,-1 0 1 0 0,0 0 0 0 0,-1-1-1 0 0,0 0 1 0 0,-10 8-1 0 0,8-9-730 0 0,-1 1-1 0 0,0-1 1 0 0,0-1-1 0 0,-19 8 1 0 0,15-8-543 0 0</inkml:trace>
</inkml:ink>
</file>

<file path=ppt/ink/ink2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5.726"/>
    </inkml:context>
    <inkml:brush xml:id="br0">
      <inkml:brushProperty name="width" value="0.1" units="cm"/>
      <inkml:brushProperty name="height" value="0.1" units="cm"/>
      <inkml:brushProperty name="color" value="#008C3A"/>
    </inkml:brush>
  </inkml:definitions>
  <inkml:trace contextRef="#ctx0" brushRef="#br0">51 40 10594 0 0,'-2'-3'639'0'0,"-17"-34"7413"0"0,18 40-7860 0 0,0 0 0 0 0,0 0 0 0 0,0 0 0 0 0,0-1 0 0 0,-1 1 0 0 0,1 0 0 0 0,-1-1 0 0 0,0 1 0 0 0,1-1 0 0 0,-1 0 0 0 0,0 0 0 0 0,-1 0 0 0 0,1 0 0 0 0,0 0 0 0 0,-4 2 0 0 0,14 20 632 0 0,4 18-780 0 0,-2 1-1 0 0,6 57 1 0 0,-4-20-47 0 0,13 95 342 0 0,3 14-3136 0 0,-23-164-4755 0 0</inkml:trace>
</inkml:ink>
</file>

<file path=ppt/ink/ink2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5.980"/>
    </inkml:context>
    <inkml:brush xml:id="br0">
      <inkml:brushProperty name="width" value="0.1" units="cm"/>
      <inkml:brushProperty name="height" value="0.1" units="cm"/>
      <inkml:brushProperty name="color" value="#008C3A"/>
    </inkml:brush>
  </inkml:definitions>
  <inkml:trace contextRef="#ctx0" brushRef="#br0">51 145 2288 0 0,'-21'-7'-193'0'0,"-3"-8"6738"0"0,23 15-6278 0 0,1-1-1 0 0,-1 0 1 0 0,1 1 0 0 0,-1-1-1 0 0,1 0 1 0 0,0 0-1 0 0,-1 1 1 0 0,1-1-1 0 0,0 0 1 0 0,0 0-1 0 0,-1 1 1 0 0,1-1-1 0 0,0 0 1 0 0,0 0-1 0 0,0 0 1 0 0,0 1 0 0 0,0-1-1 0 0,0 0 1 0 0,0 0-1 0 0,1-1 1 0 0,-1 0-157 0 0,1 0 0 0 0,0 0 0 0 0,0 0 0 0 0,0 0 0 0 0,1-1 0 0 0,-1 1 0 0 0,0 1 0 0 0,1-1 0 0 0,0 0 1 0 0,2-2-1 0 0,6-5 168 0 0,0 1 1 0 0,0 0 0 0 0,1 0-1 0 0,1 1 1 0 0,-1 1-1 0 0,1 0 1 0 0,0 0 0 0 0,0 1-1 0 0,1 1 1 0 0,-1 0 0 0 0,1 1-1 0 0,0 0 1 0 0,0 1 0 0 0,25-1-1 0 0,-22 7-1636 0 0,-6 0-2792 0 0</inkml:trace>
</inkml:ink>
</file>

<file path=ppt/ink/ink2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6.171"/>
    </inkml:context>
    <inkml:brush xml:id="br0">
      <inkml:brushProperty name="width" value="0.1" units="cm"/>
      <inkml:brushProperty name="height" value="0.1" units="cm"/>
      <inkml:brushProperty name="color" value="#008C3A"/>
    </inkml:brush>
  </inkml:definitions>
  <inkml:trace contextRef="#ctx0" brushRef="#br0">1 121 10138 0 0,'42'-13'3215'0'0,"0"-2"0"0"0,54-28 0 0 0,-72 32-2170 0 0,25-19-4327 0 0,-36 22 2043 0 0</inkml:trace>
</inkml:ink>
</file>

<file path=ppt/ink/ink2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6.727"/>
    </inkml:context>
    <inkml:brush xml:id="br0">
      <inkml:brushProperty name="width" value="0.1" units="cm"/>
      <inkml:brushProperty name="height" value="0.1" units="cm"/>
      <inkml:brushProperty name="color" value="#008C3A"/>
    </inkml:brush>
  </inkml:definitions>
  <inkml:trace contextRef="#ctx0" brushRef="#br0">1 132 17508 0 0,'44'-25'1005'0'0,"1"11"-1814"0"0,1 3 0 0 0,1 1 0 0 0,84-7 0 0 0,-61 9 303 0 0,750-39 409 0 0,2 87 934 0 0,-821-40-837 0 0,617 72-676 0 0,-497-49 113 0 0,159 25-2069 0 0,-224-40 1682 0 0</inkml:trace>
</inkml:ink>
</file>

<file path=ppt/ink/ink2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7.442"/>
    </inkml:context>
    <inkml:brush xml:id="br0">
      <inkml:brushProperty name="width" value="0.1" units="cm"/>
      <inkml:brushProperty name="height" value="0.1" units="cm"/>
      <inkml:brushProperty name="color" value="#008C3A"/>
    </inkml:brush>
  </inkml:definitions>
  <inkml:trace contextRef="#ctx0" brushRef="#br0">2796 0 2304 0 0,'-11'13'311'0'0,"9"-10"649"0"0,0 0 0 0 0,0 0 1 0 0,1 0-1 0 0,-1 0 1 0 0,1 0-1 0 0,0 1 0 0 0,0-1 1 0 0,0 0-1 0 0,0 1 0 0 0,0 3 1 0 0,-1 14 757 0 0,-2 397 4613 0 0,14-217-6131 0 0,8-1 0 0 0,80 363 1 0 0,29 88 56 0 0,-72-352 538 0 0,-26-152-834 0 0,-29-145 74 0 0,1-1-1 0 0,0 1 1 0 0,-1 0-1 0 0,0 0 1 0 0,1-1-1 0 0,-1 1 0 0 0,0 0 1 0 0,0-1-1 0 0,0 1 1 0 0,0 0-1 0 0,0 0 1 0 0,-1-1-1 0 0,1 1 1 0 0,0 0-1 0 0,-1-1 1 0 0,1 1-1 0 0,-1 0 0 0 0,0-1 1 0 0,1 1-1 0 0,-1-1 1 0 0,0 1-1 0 0,-1 1 1 0 0,-1-2-15 0 0,0 1 0 0 0,1-1-1 0 0,-1 0 1 0 0,0-1 0 0 0,0 1 0 0 0,0 0 0 0 0,1-1 0 0 0,-1 0 0 0 0,0 1-1 0 0,0-1 1 0 0,0 0 0 0 0,-3-1 0 0 0,-489 34-993 0 0,276-13 858 0 0,-3-4 152 0 0,-152 13 547 0 0,-67 10-1470 0 0,363-33 903 0 0,-1-4 192 0 0,0-3-1 0 0,-78-12 1 0 0,-19-1 274 0 0,-68-5-395 0 0,97 5-301 0 0,105 13-159 0 0,-71 6 0 0 0,4 1-360 0 0,100-6 555 0 0,1-1 0 0 0,0 0 1 0 0,0 0-1 0 0,0 0 0 0 0,-14-6 0 0 0,4 1-759 0 0</inkml:trace>
</inkml:ink>
</file>

<file path=ppt/ink/ink2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7.935"/>
    </inkml:context>
    <inkml:brush xml:id="br0">
      <inkml:brushProperty name="width" value="0.1" units="cm"/>
      <inkml:brushProperty name="height" value="0.1" units="cm"/>
      <inkml:brushProperty name="color" value="#008C3A"/>
    </inkml:brush>
  </inkml:definitions>
  <inkml:trace contextRef="#ctx0" brushRef="#br0">56 71 9674 0 0,'-3'-30'2566'0'0,"3"25"-1912"0"0,-1 0 0 0 0,1 1 0 0 0,-1-1 0 0 0,0 0 0 0 0,-3-9-1 0 0,4 14-627 0 0,0 0-1 0 0,0 0 0 0 0,0 0 0 0 0,0 0 0 0 0,0-1 0 0 0,0 1 0 0 0,0 0 1 0 0,0 0-1 0 0,0 0 0 0 0,0 0 0 0 0,0 0 0 0 0,0 0 0 0 0,0 0 0 0 0,0-1 1 0 0,0 1-1 0 0,-1 0 0 0 0,1 0 0 0 0,0 0 0 0 0,0 0 0 0 0,0 0 0 0 0,0 0 0 0 0,0 0 1 0 0,0 0-1 0 0,0 0 0 0 0,-1 0 0 0 0,1 0 0 0 0,0 0 0 0 0,0 0 0 0 0,0 0 1 0 0,0-1-1 0 0,0 1 0 0 0,0 0 0 0 0,0 0 0 0 0,-1 0 0 0 0,1 0 0 0 0,0 0 0 0 0,0 0 1 0 0,0 1-1 0 0,0-1 0 0 0,0 0 0 0 0,0 0 0 0 0,-1 0 0 0 0,1 0 0 0 0,0 0 1 0 0,0 0-1 0 0,0 0 0 0 0,0 0 0 0 0,0 0 0 0 0,0 0 0 0 0,0 0 0 0 0,-1 0 1 0 0,1 0-1 0 0,0 1 0 0 0,-6 8 565 0 0,-2 12-40 0 0,-1 17-171 0 0,2 0-1 0 0,2 0 0 0 0,1 1 1 0 0,2 65-1 0 0,25 155-49 0 0,39 106-318 0 0,-4-35-12 0 0,-44-220 8 0 0,0 113 0 0 0,-29 398 1506 0 0,14-600-1445 0 0,0-1-1 0 0,-1 1 0 0 0,-1-1 0 0 0,-1 1 0 0 0,-1-1 0 0 0,-1 0 1 0 0,0-1-1 0 0,-2 1 0 0 0,0-1 0 0 0,-13 21 0 0 0,15-34-1798 0 0</inkml:trace>
</inkml:ink>
</file>

<file path=ppt/ink/ink2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8.753"/>
    </inkml:context>
    <inkml:brush xml:id="br0">
      <inkml:brushProperty name="width" value="0.1" units="cm"/>
      <inkml:brushProperty name="height" value="0.1" units="cm"/>
      <inkml:brushProperty name="color" value="#008C3A"/>
    </inkml:brush>
  </inkml:definitions>
  <inkml:trace contextRef="#ctx0" brushRef="#br0">38 175 5529 0 0,'-38'-21'15117'0'0,"54"22"-15078"0"0,0-1 1 0 0,0-1 0 0 0,-1 0-1 0 0,1-1 1 0 0,20-5 0 0 0,48-5-198 0 0,61 9-676 0 0,-61 3-1490 0 0,139-19-1 0 0,200-71-1380 0 0,-374 76 2857 0 0,-28 8-2993 0 0</inkml:trace>
</inkml:ink>
</file>

<file path=ppt/ink/ink2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9.150"/>
    </inkml:context>
    <inkml:brush xml:id="br0">
      <inkml:brushProperty name="width" value="0.1" units="cm"/>
      <inkml:brushProperty name="height" value="0.1" units="cm"/>
      <inkml:brushProperty name="color" value="#008C3A"/>
    </inkml:brush>
  </inkml:definitions>
  <inkml:trace contextRef="#ctx0" brushRef="#br0">131 15 4145 0 0,'-12'-2'1514'0'0,"-70"-9"5593"0"0,46 9 491 0 0,62 17-5469 0 0,13 8-2036 0 0,-1 1 1 0 0,0 2-1 0 0,-2 2 0 0 0,-2 1 1 0 0,58 61-1 0 0,-88-85-93 0 0,0 0 1 0 0,0 1-1 0 0,0-1 0 0 0,-1 1 0 0 0,0 0 1 0 0,0 0-1 0 0,0 0 0 0 0,-1 0 1 0 0,1 0-1 0 0,-2 1 0 0 0,1-1 1 0 0,-1 1-1 0 0,0-1 0 0 0,0 1 1 0 0,-1-1-1 0 0,1 1 0 0 0,-2 7 1 0 0,-1-6 31 0 0,1-1 1 0 0,-1 0-1 0 0,-1 1 1 0 0,0-1-1 0 0,0 0 1 0 0,0 0-1 0 0,-1-1 1 0 0,0 1-1 0 0,0-1 1 0 0,0 0-1 0 0,-1 0 1 0 0,0 0-1 0 0,0-1 1 0 0,-11 9-1 0 0,-75 56 161 0 0,12-10-4353 0 0</inkml:trace>
</inkml:ink>
</file>

<file path=ppt/ink/ink2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29.960"/>
    </inkml:context>
    <inkml:brush xml:id="br0">
      <inkml:brushProperty name="width" value="0.1" units="cm"/>
      <inkml:brushProperty name="height" value="0.1" units="cm"/>
      <inkml:brushProperty name="color" value="#008C3A"/>
    </inkml:brush>
  </inkml:definitions>
  <inkml:trace contextRef="#ctx0" brushRef="#br0">223 87 3225 0 0,'-3'-32'2609'0'0,"4"28"-2139"0"0,-1 1-1 0 0,-1-1 0 0 0,1 0 0 0 0,0 1 0 0 0,-1-1 1 0 0,0 0-1 0 0,0 1 0 0 0,-2-8 0 0 0,2 10-332 0 0,-1 0-1 0 0,1 0 0 0 0,0 0 1 0 0,0-1-1 0 0,0 1 0 0 0,-1 0 1 0 0,1 1-1 0 0,0-1 1 0 0,-1 0-1 0 0,1 0 0 0 0,-1 1 1 0 0,1-1-1 0 0,-1 0 0 0 0,1 1 1 0 0,-1 0-1 0 0,1-1 0 0 0,-1 1 1 0 0,0 0-1 0 0,1 0 0 0 0,-1 0 1 0 0,0 0-1 0 0,1 0 1 0 0,-1 0-1 0 0,1 0 0 0 0,-1 0 1 0 0,-2 1-1 0 0,-2 0 173 0 0,-1 1 1 0 0,0-1-1 0 0,1 1 0 0 0,-1 1 1 0 0,1-1-1 0 0,-1 1 0 0 0,1 0 1 0 0,0 0-1 0 0,0 1 0 0 0,1-1 1 0 0,-1 1-1 0 0,1 1 0 0 0,-8 6 1 0 0,6-2-74 0 0,-1-1 0 0 0,2 1 1 0 0,-1 0-1 0 0,1 1 0 0 0,1-1 1 0 0,0 1-1 0 0,-8 20 0 0 0,8-15-93 0 0,1 1 0 0 0,0-1-1 0 0,1 1 1 0 0,0-1-1 0 0,2 1 1 0 0,0 0-1 0 0,0 0 1 0 0,1-1 0 0 0,2 1-1 0 0,-1 0 1 0 0,2 0-1 0 0,4 15 1 0 0,-5-24-91 0 0,1 1 0 0 0,0-1 1 0 0,1 1-1 0 0,-1-1 0 0 0,2 0 0 0 0,-1-1 1 0 0,1 1-1 0 0,0-1 0 0 0,0 0 0 0 0,0 0 0 0 0,1 0 1 0 0,0-1-1 0 0,0 0 0 0 0,1 0 0 0 0,0-1 1 0 0,-1 0-1 0 0,1 0 0 0 0,1 0 0 0 0,-1-1 0 0 0,0 0 1 0 0,1 0-1 0 0,8 1 0 0 0,-3-1-154 0 0,0-1 1 0 0,0 0-1 0 0,-1-1 0 0 0,1-1 0 0 0,0 0 0 0 0,0-1 1 0 0,0 0-1 0 0,0-1 0 0 0,0 0 0 0 0,-1-1 0 0 0,1-1 1 0 0,-1 0-1 0 0,13-6 0 0 0,-3 0-868 0 0</inkml:trace>
</inkml:ink>
</file>

<file path=ppt/ink/ink2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0.260"/>
    </inkml:context>
    <inkml:brush xml:id="br0">
      <inkml:brushProperty name="width" value="0.1" units="cm"/>
      <inkml:brushProperty name="height" value="0.1" units="cm"/>
      <inkml:brushProperty name="color" value="#008C3A"/>
    </inkml:brush>
  </inkml:definitions>
  <inkml:trace contextRef="#ctx0" brushRef="#br0">63 14 12443 0 0,'-7'-3'233'0'0,"4"1"331"0"0,0 1 0 0 0,-1-1 0 0 0,1 1 0 0 0,-1 0 1 0 0,1 0-1 0 0,-1 0 0 0 0,-6 0 0 0 0,9 1-440 0 0,0 0 1 0 0,0 0-1 0 0,0 0 0 0 0,0 1 0 0 0,0-1 1 0 0,0 0-1 0 0,1 1 0 0 0,-1-1 0 0 0,0 1 1 0 0,0-1-1 0 0,0 1 0 0 0,0 0 0 0 0,0-1 1 0 0,1 1-1 0 0,-1 0 0 0 0,0 0 0 0 0,1-1 1 0 0,-1 1-1 0 0,1 0 0 0 0,-1 0 0 0 0,0 0 1 0 0,1 0-1 0 0,0 0 0 0 0,-1 0 0 0 0,1-1 1 0 0,0 1-1 0 0,-1 0 0 0 0,1 0 0 0 0,0 0 1 0 0,0 0-1 0 0,0 1 0 0 0,0-1 0 0 0,0 0 1 0 0,0 1-1 0 0,-1 31 137 0 0,1-1-1 0 0,2 1 1 0 0,2-1 0 0 0,8 38 0 0 0,-3-14-173 0 0,-4-17-668 0 0,3 0 1 0 0,1-1-1 0 0,17 48 0 0 0,-14-60-6852 0 0</inkml:trace>
</inkml:ink>
</file>

<file path=ppt/ink/ink2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0.672"/>
    </inkml:context>
    <inkml:brush xml:id="br0">
      <inkml:brushProperty name="width" value="0.1" units="cm"/>
      <inkml:brushProperty name="height" value="0.1" units="cm"/>
      <inkml:brushProperty name="color" value="#008C3A"/>
    </inkml:brush>
  </inkml:definitions>
  <inkml:trace contextRef="#ctx0" brushRef="#br0">0 326 12443 0 0,'2'0'164'0'0,"-1"1"1"0"0,0-1 0 0 0,1 1-1 0 0,-1-1 1 0 0,0 1 0 0 0,1-1-1 0 0,-1 0 1 0 0,1 0 0 0 0,-1 0-1 0 0,1 0 1 0 0,-1 0 0 0 0,0 0 0 0 0,1 0-1 0 0,-1 0 1 0 0,1-1 0 0 0,-1 1-1 0 0,0 0 1 0 0,1-1 0 0 0,1-1-1 0 0,28-10 1510 0 0,-22 6-1576 0 0,1-1 0 0 0,-1 1 0 0 0,-1-2 0 0 0,1 1 0 0 0,-1-1 0 0 0,0 0 0 0 0,-1-1 0 0 0,0 0 0 0 0,0 0 0 0 0,-1 0 0 0 0,0-1 0 0 0,-1 0 0 0 0,0 0 0 0 0,0-1 0 0 0,-1 1 0 0 0,-1-1 0 0 0,0 0 0 0 0,0 0 0 0 0,-1 0 0 0 0,0 0 0 0 0,-1-1 0 0 0,-1 1 0 0 0,1 0 0 0 0,-3-12 0 0 0,1 17-77 0 0,0 1 0 0 0,0 0 1 0 0,-1 0-1 0 0,0 0 0 0 0,0 0 0 0 0,0 0 0 0 0,-1 0 0 0 0,-3-5 0 0 0,5 9-16 0 0,1 0 1 0 0,-1 0-1 0 0,1 1 0 0 0,-1-1 0 0 0,0 0 0 0 0,1 0 0 0 0,-1 1 1 0 0,0-1-1 0 0,1 0 0 0 0,-1 1 0 0 0,0-1 0 0 0,0 1 1 0 0,0-1-1 0 0,1 1 0 0 0,-1 0 0 0 0,0-1 0 0 0,0 1 0 0 0,0 0 1 0 0,0-1-1 0 0,0 1 0 0 0,0 0 0 0 0,0 0 0 0 0,0 0 0 0 0,0 0 1 0 0,0 0-1 0 0,1 0 0 0 0,-1 0 0 0 0,0 0 0 0 0,0 0 0 0 0,0 0 1 0 0,0 1-1 0 0,0-1 0 0 0,0 0 0 0 0,0 1 0 0 0,0-1 0 0 0,0 0 1 0 0,1 1-1 0 0,-1-1 0 0 0,0 1 0 0 0,0-1 0 0 0,1 1 0 0 0,-1 0 1 0 0,0-1-1 0 0,1 1 0 0 0,-1 0 0 0 0,0 0 0 0 0,1-1 1 0 0,-1 1-1 0 0,1 0 0 0 0,-1 0 0 0 0,1 0 0 0 0,-1 1 0 0 0,-4 7 74 0 0,1-1-1 0 0,0 1 0 0 0,0 1 1 0 0,1-1-1 0 0,1 0 0 0 0,-1 1 0 0 0,1 0 1 0 0,1-1-1 0 0,0 1 0 0 0,0 0 1 0 0,1 0-1 0 0,0 0 0 0 0,1-1 1 0 0,0 1-1 0 0,0 0 0 0 0,4 12 0 0 0,-2-10-17 0 0,1 1 0 0 0,0 0 0 0 0,1-1 0 0 0,0 1 0 0 0,1-2 0 0 0,0 1 0 0 0,1 0 0 0 0,0-1 0 0 0,1 0 0 0 0,0-1 0 0 0,16 16 0 0 0,-19-22-355 0 0,0 0 0 0 0,0 0 0 0 0,1 0 0 0 0,0-1 0 0 0,0 0 0 0 0,0 0-1 0 0,0 0 1 0 0,13 3 0 0 0,5-2-6859 0 0</inkml:trace>
</inkml:ink>
</file>

<file path=ppt/ink/ink2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1.466"/>
    </inkml:context>
    <inkml:brush xml:id="br0">
      <inkml:brushProperty name="width" value="0.1" units="cm"/>
      <inkml:brushProperty name="height" value="0.1" units="cm"/>
      <inkml:brushProperty name="color" value="#008C3A"/>
    </inkml:brush>
  </inkml:definitions>
  <inkml:trace contextRef="#ctx0" brushRef="#br0">196 98 5529 0 0,'0'-6'635'0'0,"-1"-1"0"0"0,1 1 1 0 0,-2 0-1 0 0,1 0 0 0 0,-1 0 0 0 0,0 0 0 0 0,0 0 0 0 0,0 0 0 0 0,-1 0 0 0 0,-6-9 1 0 0,9 13-484 0 0,-1 1 1 0 0,0 0-1 0 0,0-1 1 0 0,-1 1-1 0 0,1-1 1 0 0,0 1 0 0 0,0 0-1 0 0,-1 0 1 0 0,1 0-1 0 0,0 0 1 0 0,-1 0-1 0 0,1 0 1 0 0,-1 0 0 0 0,0 0-1 0 0,1 1 1 0 0,-1-1-1 0 0,0 0 1 0 0,1 1-1 0 0,-1 0 1 0 0,0-1 0 0 0,1 1-1 0 0,-1 0 1 0 0,0 0-1 0 0,0 0 1 0 0,1 0-1 0 0,-1 0 1 0 0,0 0 0 0 0,0 0-1 0 0,1 1 1 0 0,-1-1-1 0 0,0 1 1 0 0,1-1-1 0 0,-1 1 1 0 0,0 0 0 0 0,1 0-1 0 0,-1-1 1 0 0,1 1-1 0 0,-1 0 1 0 0,1 0-1 0 0,0 1 1 0 0,-1-1 0 0 0,-1 2-1 0 0,-9 10 84 0 0,1 0 0 0 0,0 1 0 0 0,0 0 0 0 0,2 0 0 0 0,0 1 0 0 0,0 1 0 0 0,2 0 0 0 0,0 0 1 0 0,-9 29-1 0 0,16-43-245 0 0,-1 0 1 0 0,0 0 0 0 0,1 0-1 0 0,0 0 1 0 0,-1 0 0 0 0,1 0 0 0 0,0 0-1 0 0,0 1 1 0 0,0-1 0 0 0,0 0-1 0 0,1 0 1 0 0,0 3 0 0 0,-1-4-19 0 0,0 0 0 0 0,1 0 0 0 0,-1 0 0 0 0,1 0 0 0 0,-1 0 0 0 0,1-1 0 0 0,-1 1 0 0 0,1 0 0 0 0,0-1 0 0 0,-1 1 0 0 0,1 0 0 0 0,0-1 0 0 0,0 1 0 0 0,-1-1 0 0 0,1 1 0 0 0,0-1 0 0 0,0 1 0 0 0,0-1 1 0 0,0 0-1 0 0,1 1 0 0 0,1 0-65 0 0,0-1 0 0 0,1 0 0 0 0,-1 0 0 0 0,0 0 0 0 0,0 0 0 0 0,0-1 0 0 0,0 1 0 0 0,0-1 0 0 0,1 0 1 0 0,-1 0-1 0 0,0 0 0 0 0,0 0 0 0 0,-1-1 0 0 0,1 1 0 0 0,4-3 0 0 0,4-4 39 0 0,-1-1-1 0 0,1 0 1 0 0,-1 0-1 0 0,-1-1 1 0 0,1 0 0 0 0,-2-1-1 0 0,0 0 1 0 0,0-1-1 0 0,8-16 1 0 0,18-24 434 0 0,-34 52-356 0 0,0 0 0 0 0,0 0 0 0 0,0 0 0 0 0,0-1 0 0 0,0 1 0 0 0,0 0 0 0 0,0 0 0 0 0,1 0 0 0 0,-1 0 0 0 0,0-1 0 0 0,0 1 0 0 0,0 0 0 0 0,0 0 0 0 0,1 0 0 0 0,-1 0 0 0 0,0 0 0 0 0,0-1 0 0 0,0 1 0 0 0,1 0 0 0 0,-1 0 0 0 0,0 0 0 0 0,0 0 0 0 0,0 0 0 0 0,1 0 0 0 0,-1 0 0 0 0,0 0 0 0 0,0 0 0 0 0,0 0 0 0 0,1 0 0 0 0,-1 0 1 0 0,0 0-1 0 0,0 0 0 0 0,1 0 0 0 0,-1 0 0 0 0,0 0 0 0 0,0 0 0 0 0,0 0 0 0 0,1 0 0 0 0,-1 1 0 0 0,0-1 0 0 0,0 0 0 0 0,0 0 0 0 0,1 0 0 0 0,-1 0 0 0 0,0 1 0 0 0,7 13 550 0 0,4 28-136 0 0,-10-32-205 0 0,1-2-191 0 0,1 0 1 0 0,-1-1-1 0 0,1 1 0 0 0,1 0 1 0 0,-1-1-1 0 0,1 0 0 0 0,1 1 0 0 0,-1-2 1 0 0,1 1-1 0 0,6 6 0 0 0,-8-10-266 0 0,0 0 0 0 0,0 0 0 0 0,1 0 0 0 0,-1-1 0 0 0,0 0 0 0 0,1 1 0 0 0,0-1 0 0 0,-1 0 0 0 0,1-1 0 0 0,0 1 0 0 0,0-1 0 0 0,0 0 0 0 0,0 0 0 0 0,0 0 0 0 0,0 0 0 0 0,1-1 0 0 0,-1 0 0 0 0,0 1 0 0 0,0-2 0 0 0,0 1 0 0 0,8-2 0 0 0</inkml:trace>
</inkml:ink>
</file>

<file path=ppt/ink/ink2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1.847"/>
    </inkml:context>
    <inkml:brush xml:id="br0">
      <inkml:brushProperty name="width" value="0.1" units="cm"/>
      <inkml:brushProperty name="height" value="0.1" units="cm"/>
      <inkml:brushProperty name="color" value="#008C3A"/>
    </inkml:brush>
  </inkml:definitions>
  <inkml:trace contextRef="#ctx0" brushRef="#br0">32 21 10594 0 0,'-32'-7'7714'0'0,"42"27"-6681"0"0,16 40 1 0 0,-17-35-883 0 0,19 35-1 0 0,-28-59-160 0 0,0-1 0 0 0,1 1 0 0 0,-1-1 0 0 0,0 0 0 0 0,1 1 0 0 0,-1-1 0 0 0,0 0 0 0 0,1 1 0 0 0,-1-1 0 0 0,1 0 0 0 0,-1 1 0 0 0,1-1 0 0 0,-1 0 0 0 0,1 0 0 0 0,-1 1-1 0 0,1-1 1 0 0,-1 0 0 0 0,1 0 0 0 0,-1 0 0 0 0,1 0 0 0 0,-1 0 0 0 0,1 0 0 0 0,0 0 0 0 0,-1 0 0 0 0,1 0 0 0 0,-1 0 0 0 0,1 0 0 0 0,-1 0 0 0 0,1 0 0 0 0,-1 0 0 0 0,1-1 0 0 0,-1 1 0 0 0,1 0-1 0 0,-1 0 1 0 0,1-1 0 0 0,-1 1 0 0 0,1 0 0 0 0,-1-1 0 0 0,1 1 0 0 0,-1 0 0 0 0,0-1 0 0 0,1 1 0 0 0,-1 0 0 0 0,0-1 0 0 0,1 1 0 0 0,-1-1 0 0 0,1 0 0 0 0,19-26-193 0 0,-17 22 146 0 0,29-46-764 0 0,-24 36 982 0 0,1 0 0 0 0,0 1 0 0 0,23-26-1 0 0,-31 39-123 0 0,-1 0 1 0 0,1 1-1 0 0,0-1 0 0 0,0 0 0 0 0,0 0 0 0 0,0 1 0 0 0,-1-1 0 0 0,1 0 1 0 0,0 1-1 0 0,0-1 0 0 0,0 1 0 0 0,0-1 0 0 0,0 1 0 0 0,0 0 0 0 0,0-1 1 0 0,1 1-1 0 0,-1 0 0 0 0,0 0 0 0 0,0 0 0 0 0,0 0 0 0 0,0 0 1 0 0,0 0-1 0 0,0 0 0 0 0,0 0 0 0 0,0 0 0 0 0,0 0 0 0 0,1 1 0 0 0,-1-1 1 0 0,0 0-1 0 0,0 1 0 0 0,0-1 0 0 0,0 1 0 0 0,0-1 0 0 0,0 1 0 0 0,-1 0 1 0 0,1-1-1 0 0,0 1 0 0 0,0 0 0 0 0,0-1 0 0 0,-1 1 0 0 0,1 0 0 0 0,0 0 1 0 0,0 0-1 0 0,-1 0 0 0 0,1 0 0 0 0,-1 0 0 0 0,1 0 0 0 0,0 2 1 0 0,2 4 69 0 0,1 0 0 0 0,-1 0 0 0 0,-1 1 0 0 0,1-1 0 0 0,1 12 0 0 0,2 18 32 0 0,-4-18-573 0 0,2 0 1 0 0,0-1-1 0 0,0 1 0 0 0,15 33 1 0 0,-9-34-6866 0 0</inkml:trace>
</inkml:ink>
</file>

<file path=ppt/ink/ink2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2.371"/>
    </inkml:context>
    <inkml:brush xml:id="br0">
      <inkml:brushProperty name="width" value="0.1" units="cm"/>
      <inkml:brushProperty name="height" value="0.1" units="cm"/>
      <inkml:brushProperty name="color" value="#008C3A"/>
    </inkml:brush>
  </inkml:definitions>
  <inkml:trace contextRef="#ctx0" brushRef="#br0">175 73 6913 0 0,'2'-22'512'0'0,"-5"-9"5453"0"0,3 30-5698 0 0,0 0 0 0 0,-1 0 0 0 0,1 0 0 0 0,-1 0 0 0 0,1 0 0 0 0,-1 0 0 0 0,1 0 0 0 0,-1 0 0 0 0,0 0-1 0 0,1 0 1 0 0,-1 0 0 0 0,0 0 0 0 0,0 1 0 0 0,1-1 0 0 0,-1 0 0 0 0,0 1 0 0 0,0-1 0 0 0,0 0 0 0 0,0 1-1 0 0,0-1 1 0 0,-2 0 0 0 0,1 1-235 0 0,0-1-1 0 0,0 1 1 0 0,0 0-1 0 0,0 0 0 0 0,0 0 1 0 0,0 0-1 0 0,0 0 1 0 0,0 1-1 0 0,0-1 1 0 0,-3 1-1 0 0,-2 2 127 0 0,1 0 0 0 0,-1 0 0 0 0,1 1 0 0 0,-1 0 0 0 0,1 0 0 0 0,0 1 0 0 0,1-1 0 0 0,-1 1 0 0 0,1 0 0 0 0,0 1 0 0 0,-6 6 0 0 0,3-2-108 0 0,1 1-1 0 0,-1-1 1 0 0,2 1 0 0 0,0 1-1 0 0,-8 19 1 0 0,13-30-43 0 0,0 1 0 0 0,0 0 0 0 0,0 0 0 0 0,1 0 0 0 0,-1-1 0 0 0,1 1 0 0 0,0 0 0 0 0,-1 0 0 0 0,1 0 0 0 0,0 0 0 0 0,0 0 0 0 0,0 0 0 0 0,0 0 0 0 0,1 0 0 0 0,-1-1 0 0 0,0 1 0 0 0,1 0 0 0 0,0 0 0 0 0,-1 0 0 0 0,1 0 0 0 0,0-1 0 0 0,0 1 0 0 0,0 0 0 0 0,0-1 0 0 0,0 1 0 0 0,0-1 0 0 0,0 1 0 0 0,0-1 0 0 0,1 1 0 0 0,-1-1 0 0 0,1 0 0 0 0,-1 0 0 0 0,1 0 0 0 0,-1 0 0 0 0,1 0 0 0 0,0 0 0 0 0,0 0 0 0 0,-1 0 0 0 0,1-1 0 0 0,2 2 0 0 0,9 1 53 0 0,0-1 0 0 0,1 1 0 0 0,-1-2 0 0 0,26 0 0 0 0,-4 0-99 0 0,-29 0-47 0 0,0 0 0 0 0,0-1 0 0 0,0 2 1 0 0,-1-1-1 0 0,1 1 0 0 0,-1 0 0 0 0,1 0 0 0 0,-1 1 0 0 0,1-1 0 0 0,-1 1 0 0 0,0 0 1 0 0,0 1-1 0 0,6 5 0 0 0,-9-7 26 0 0,1 1-1 0 0,-1 0 1 0 0,0 0 0 0 0,0 0 0 0 0,0 0 0 0 0,-1 0-1 0 0,1 0 1 0 0,-1 1 0 0 0,0-1 0 0 0,0 1 0 0 0,0-1-1 0 0,0 1 1 0 0,0-1 0 0 0,-1 1 0 0 0,0-1 0 0 0,1 1-1 0 0,-1-1 1 0 0,-1 1 0 0 0,1 0 0 0 0,0-1 0 0 0,-1 1-1 0 0,0-1 1 0 0,-1 5 0 0 0,-2 5-46 0 0,-1 1-1 0 0,0-1 1 0 0,-1 0 0 0 0,-1-1 0 0 0,0 0 0 0 0,0 0-1 0 0,-1 0 1 0 0,-1-1 0 0 0,0 0 0 0 0,-17 16 0 0 0,15-18-729 0 0</inkml:trace>
</inkml:ink>
</file>

<file path=ppt/ink/ink2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2.578"/>
    </inkml:context>
    <inkml:brush xml:id="br0">
      <inkml:brushProperty name="width" value="0.1" units="cm"/>
      <inkml:brushProperty name="height" value="0.1" units="cm"/>
      <inkml:brushProperty name="color" value="#008C3A"/>
    </inkml:brush>
  </inkml:definitions>
  <inkml:trace contextRef="#ctx0" brushRef="#br0">1 0 12011 0 0,'0'0'61'0'0,"1"0"1"0"0,0 1 0 0 0,0-1 0 0 0,0 0 0 0 0,-1 1-1 0 0,1-1 1 0 0,0 0 0 0 0,0 1 0 0 0,-1-1 0 0 0,1 1-1 0 0,0-1 1 0 0,-1 1 0 0 0,1-1 0 0 0,0 1 0 0 0,-1 0 0 0 0,1-1-1 0 0,-1 1 1 0 0,1 0 0 0 0,-1-1 0 0 0,1 1 0 0 0,-1 0-1 0 0,0 0 1 0 0,1-1 0 0 0,-1 1 0 0 0,0 0 0 0 0,0 0-1 0 0,0 0 1 0 0,1 0 0 0 0,-1-1 0 0 0,0 2 0 0 0,8 28 2544 0 0,-6-10-1625 0 0,-1 0 1 0 0,0 0 0 0 0,-2 0-1 0 0,0 0 1 0 0,-4 21 0 0 0,-3 47-4741 0 0</inkml:trace>
</inkml:ink>
</file>

<file path=ppt/ink/ink2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2.753"/>
    </inkml:context>
    <inkml:brush xml:id="br0">
      <inkml:brushProperty name="width" value="0.1" units="cm"/>
      <inkml:brushProperty name="height" value="0.1" units="cm"/>
      <inkml:brushProperty name="color" value="#008C3A"/>
    </inkml:brush>
  </inkml:definitions>
  <inkml:trace contextRef="#ctx0" brushRef="#br0">5 29 16011 0 0,'0'-9'549'0'0,"-5"-11"934"0"0,5 36-742 0 0,1 7-1380 0 0,0-1-1 0 0,2 0 1 0 0,0 0-1 0 0,2 0 1 0 0,13 40-1 0 0,-5-33 640 0 0</inkml:trace>
</inkml:ink>
</file>

<file path=ppt/ink/ink2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3.468"/>
    </inkml:context>
    <inkml:brush xml:id="br0">
      <inkml:brushProperty name="width" value="0.1" units="cm"/>
      <inkml:brushProperty name="height" value="0.1" units="cm"/>
      <inkml:brushProperty name="color" value="#008C3A"/>
    </inkml:brush>
  </inkml:definitions>
  <inkml:trace contextRef="#ctx0" brushRef="#br0">354 97 12123 0 0,'-1'-3'123'0'0,"-1"1"0"0"0,0-1 0 0 0,1 1 1 0 0,-1-1-1 0 0,-1 1 0 0 0,1 0 0 0 0,0-1 0 0 0,0 1 1 0 0,-1 1-1 0 0,1-1 0 0 0,-1 0 0 0 0,0 0 1 0 0,1 1-1 0 0,-1 0 0 0 0,0-1 0 0 0,0 1 1 0 0,0 0-1 0 0,0 0 0 0 0,0 1 0 0 0,-4-1 1 0 0,-11-3 911 0 0,0 1 1 0 0,-20 0-1 0 0,31 2-619 0 0,-6 1-76 0 0,1 0 0 0 0,0 1-1 0 0,-1 0 1 0 0,1 1 0 0 0,0 0 0 0 0,0 1-1 0 0,-22 7 1 0 0,27-7-276 0 0,0 0 1 0 0,0 0-1 0 0,0 1 1 0 0,0 0-1 0 0,1 0 0 0 0,-1 1 1 0 0,1-1-1 0 0,0 1 1 0 0,1 1-1 0 0,-1-1 0 0 0,1 1 1 0 0,0 0-1 0 0,-7 11 1 0 0,11-16-58 0 0,1-1 0 0 0,-1 1 0 0 0,1 0 0 0 0,0-1 0 0 0,-1 1 0 0 0,1 0 0 0 0,0 0 0 0 0,-1-1 1 0 0,1 1-1 0 0,0 0 0 0 0,0 0 0 0 0,-1-1 0 0 0,1 1 0 0 0,0 0 0 0 0,0 0 0 0 0,0 0 0 0 0,0-1 0 0 0,0 1 1 0 0,0 0-1 0 0,0 0 0 0 0,1-1 0 0 0,-1 1 0 0 0,0 0 0 0 0,0 0 0 0 0,1 0 0 0 0,-1-1 0 0 0,0 1 0 0 0,1 0 1 0 0,0 0-40 0 0,0 0 0 0 0,0-1 0 0 0,0 1 0 0 0,1-1 1 0 0,-1 1-1 0 0,0-1 0 0 0,0 1 0 0 0,0-1 0 0 0,0 0 1 0 0,1 0-1 0 0,-1 1 0 0 0,0-1 0 0 0,0 0 0 0 0,1 0 1 0 0,1-1-1 0 0,6 0-80 0 0,-1 0 1 0 0,1-1 0 0 0,14-5 0 0 0,29-16-64 0 0,-41 17 124 0 0,-1 0 0 0 0,1 1-1 0 0,0 1 1 0 0,0 0 0 0 0,0 0-1 0 0,1 1 1 0 0,-1 1 0 0 0,24-3-1 0 0,-33 5 60 0 0,1 1 0 0 0,-1-1 0 0 0,1 0-1 0 0,0 1 1 0 0,-1 0 0 0 0,0-1-1 0 0,1 1 1 0 0,-1 0 0 0 0,1 0 0 0 0,-1 1-1 0 0,0-1 1 0 0,0 0 0 0 0,0 1 0 0 0,1 0-1 0 0,-1-1 1 0 0,-1 1 0 0 0,1 0 0 0 0,0 0-1 0 0,1 2 1 0 0,0 1 30 0 0,0 0 0 0 0,0-1 0 0 0,-1 1 0 0 0,0 0 0 0 0,0 1 0 0 0,0-1 0 0 0,-1 0 0 0 0,2 10 0 0 0,-1 0 48 0 0,-1 0 0 0 0,-1 0 1 0 0,0 0-1 0 0,-1 0 0 0 0,-6 28 0 0 0,5-33-98 0 0,-1 1 0 0 0,-1-1-1 0 0,0 0 1 0 0,-1-1 0 0 0,-9 18 0 0 0,12-24 3 0 0,0 0 0 0 0,0 0 0 0 0,0 0 0 0 0,0 0 0 0 0,-1 0 0 0 0,1-1 0 0 0,-1 1 0 0 0,0-1 0 0 0,0 0 0 0 0,0 1 0 0 0,0-1 0 0 0,0 0 0 0 0,0-1 0 0 0,0 1 0 0 0,-1-1 0 0 0,1 1 0 0 0,-1-1 0 0 0,1 0 0 0 0,-1 0 0 0 0,-5 0 1 0 0,9-1-13 0 0,-1 0 0 0 0,0 0 1 0 0,0 0-1 0 0,0 0 1 0 0,0 0-1 0 0,0 0 0 0 0,1 0 1 0 0,-1 0-1 0 0,0 0 0 0 0,0-1 1 0 0,0 1-1 0 0,1 0 1 0 0,-1-1-1 0 0,0 1 0 0 0,0-1 1 0 0,1 1-1 0 0,-1-1 1 0 0,0 1-1 0 0,1-1 0 0 0,-1 1 1 0 0,0-1-1 0 0,1 0 1 0 0,-1 1-1 0 0,1-1 0 0 0,-1 0 1 0 0,1 1-1 0 0,-1-1 1 0 0,1 0-1 0 0,-1-1 0 0 0,1 0-73 0 0,-1 0 0 0 0,1-1-1 0 0,0 1 1 0 0,0-1 0 0 0,0 1-1 0 0,0-1 1 0 0,0 1-1 0 0,0 0 1 0 0,1-1 0 0 0,0-2-1 0 0,3-8-678 0 0,0 1 0 0 0,11-22 0 0 0,-15 34 756 0 0,62-111-1055 0 0,11-23 3673 0 0,-67 119-2044 0 0,-5 11-365 0 0,1 0 0 0 0,-1-1 1 0 0,1 1-1 0 0,0 0 0 0 0,0 0 0 0 0,0 1 0 0 0,0-1 1 0 0,1 0-1 0 0,-1 1 0 0 0,1-1 0 0 0,0 1 0 0 0,6-5 1 0 0,-8 8-179 0 0,-1 0-1 0 0,1 0 1 0 0,0 0 0 0 0,0 0 0 0 0,-1 0 0 0 0,1 1 0 0 0,0-1 0 0 0,-1 0 0 0 0,1 1-1 0 0,0-1 1 0 0,-1 0 0 0 0,1 1 0 0 0,0-1 0 0 0,-1 1 0 0 0,1-1 0 0 0,-1 1 0 0 0,1-1 0 0 0,-1 1-1 0 0,1-1 1 0 0,-1 1 0 0 0,1 0 0 0 0,-1-1 0 0 0,0 1 0 0 0,1 0 0 0 0,-1-1 0 0 0,0 1-1 0 0,0 0 1 0 0,1-1 0 0 0,-1 1 0 0 0,0 0 0 0 0,0 0 0 0 0,0-1 0 0 0,0 1 0 0 0,0 1 0 0 0,6 34 423 0 0,-5-31-408 0 0,4 35-49 0 0,5 31-65 0 0,-9-64 75 0 0,1 0 0 0 0,0-1 0 0 0,0 1 0 0 0,0-1 0 0 0,1 0 1 0 0,0 0-1 0 0,6 10 0 0 0,-9-16-10 0 0,1 0-1 0 0,-1 1 1 0 0,0-1 0 0 0,0 0 0 0 0,0 1 0 0 0,0-1-1 0 0,1 0 1 0 0,-1 0 0 0 0,0 1 0 0 0,0-1 0 0 0,1 0-1 0 0,-1 0 1 0 0,0 1 0 0 0,1-1 0 0 0,-1 0 0 0 0,0 0-1 0 0,0 0 1 0 0,1 0 0 0 0,-1 0 0 0 0,0 1 0 0 0,1-1-1 0 0,-1 0 1 0 0,0 0 0 0 0,1 0 0 0 0,-1 0 0 0 0,0 0-1 0 0,1 0 1 0 0,-1 0 0 0 0,1 0 0 0 0,-1 0-1 0 0,0 0 1 0 0,1 0 0 0 0,-1 0 0 0 0,1-1 0 0 0,6-11-311 0 0,2-25 227 0 0,-8 32 94 0 0,2-9 61 0 0,0-1 1 0 0,2 1 0 0 0,-1 0-1 0 0,2 0 1 0 0,0 0 0 0 0,0 1-1 0 0,17-24 1 0 0,-21 33-34 0 0,0 1 1 0 0,1 0-1 0 0,-1 0 1 0 0,1 0-1 0 0,0 0 0 0 0,0 0 1 0 0,0 1-1 0 0,0-1 0 0 0,0 1 1 0 0,1 0-1 0 0,-1 0 0 0 0,1 0 1 0 0,-1 0-1 0 0,1 1 1 0 0,0 0-1 0 0,0-1 0 0 0,0 1 1 0 0,-1 0-1 0 0,1 1 0 0 0,0-1 1 0 0,0 1-1 0 0,0 0 0 0 0,0 0 1 0 0,0 0-1 0 0,0 0 1 0 0,0 1-1 0 0,0 0 0 0 0,0-1 1 0 0,0 2-1 0 0,0-1 0 0 0,-1 0 1 0 0,1 1-1 0 0,0-1 0 0 0,5 5 1 0 0,7 4 184 0 0,-1 0 0 0 0,24 22 0 0 0,-24-19-532 0 0,31 22 1 0 0,-39-31-975 0 0,0 0 0 0 0,1-1 0 0 0,-1 1 0 0 0,12 2 0 0 0</inkml:trace>
</inkml:ink>
</file>

<file path=ppt/ink/ink2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3.991"/>
    </inkml:context>
    <inkml:brush xml:id="br0">
      <inkml:brushProperty name="width" value="0.1" units="cm"/>
      <inkml:brushProperty name="height" value="0.1" units="cm"/>
      <inkml:brushProperty name="color" value="#008C3A"/>
    </inkml:brush>
  </inkml:definitions>
  <inkml:trace contextRef="#ctx0" brushRef="#br0">161 3 10594 0 0,'-4'0'236'0'0,"-1"0"0"0"0,1 0 1 0 0,0 0-1 0 0,-1 1 0 0 0,1 0 0 0 0,0 0 0 0 0,-1 0 0 0 0,1 0 0 0 0,0 0 0 0 0,0 1 1 0 0,0 0-1 0 0,0 0 0 0 0,0 0 0 0 0,0 0 0 0 0,1 1 0 0 0,-1-1 0 0 0,1 1 0 0 0,-1 0 0 0 0,1 0 1 0 0,0 0-1 0 0,-2 4 0 0 0,-4 3 118 0 0,1 0 0 0 0,1 0 0 0 0,0 1 0 0 0,0 0 0 0 0,1 0 0 0 0,-6 15 0 0 0,8-17-261 0 0,1 1 1 0 0,0 0 0 0 0,1 0 0 0 0,-2 15-1 0 0,4-23-106 0 0,0 0-1 0 0,0 0 0 0 0,0 0 1 0 0,0 0-1 0 0,0 0 0 0 0,0 0 1 0 0,1 0-1 0 0,-1 0 0 0 0,1 0 1 0 0,0 0-1 0 0,-1 0 0 0 0,1 0 1 0 0,1 2-1 0 0,-1-3-39 0 0,0 0 0 0 0,0-1 0 0 0,0 1 0 0 0,-1 0-1 0 0,1-1 1 0 0,0 1 0 0 0,0 0 0 0 0,0-1 0 0 0,0 1 0 0 0,0-1 0 0 0,0 1-1 0 0,1-1 1 0 0,-1 0 0 0 0,0 0 0 0 0,0 1 0 0 0,0-1 0 0 0,0 0-1 0 0,0 0 1 0 0,0 0 0 0 0,1 0 0 0 0,-1 0 0 0 0,0 0 0 0 0,0-1 0 0 0,0 1-1 0 0,2-1 1 0 0,2 0-132 0 0,0-1-1 0 0,-1 0 1 0 0,1 0 0 0 0,-1 0-1 0 0,1-1 1 0 0,-1 1-1 0 0,1-1 1 0 0,-1 0-1 0 0,0 0 1 0 0,-1-1 0 0 0,1 1-1 0 0,5-8 1 0 0,37-54-1192 0 0,-39 53 1089 0 0,10-17-531 0 0,-13 21 901 0 0,1 0 0 0 0,-1 0-1 0 0,1 0 1 0 0,1 1-1 0 0,-1-1 1 0 0,1 1 0 0 0,1 0-1 0 0,12-11 1 0 0,-17 17 41 0 0,-1 1 1 0 0,0-1-1 0 0,1 0 1 0 0,-1 0-1 0 0,1 1 1 0 0,-1-1-1 0 0,1 1 1 0 0,-1-1-1 0 0,1 1 1 0 0,-1 0-1 0 0,1-1 1 0 0,0 1-1 0 0,-1 0 1 0 0,1 0-1 0 0,-1 0 1 0 0,1 0-1 0 0,-1 1 1 0 0,1-1-1 0 0,0 0 1 0 0,-1 1-1 0 0,1-1 1 0 0,-1 1-1 0 0,3 0 1 0 0,-2 1 35 0 0,1 0 0 0 0,-1 0 0 0 0,1 0 1 0 0,-1 0-1 0 0,0 0 0 0 0,0 1 0 0 0,0-1 0 0 0,0 1 0 0 0,0-1 0 0 0,0 1 1 0 0,1 3-1 0 0,2 5 234 0 0,0 1 0 0 0,-1 0 0 0 0,0 0 1 0 0,4 23-1 0 0,-7-28-224 0 0,0 0-171 0 0,0 0-1 0 0,0 0 1 0 0,1-1 0 0 0,0 1 0 0 0,5 11 0 0 0,-6-16-102 0 0,0-1 0 0 0,-1 0 0 0 0,1 0 0 0 0,0 0 0 0 0,0 0 0 0 0,-1 0 0 0 0,1-1 0 0 0,0 1 0 0 0,0 0 0 0 0,0 0 0 0 0,0-1 0 0 0,0 1 0 0 0,0 0 0 0 0,0-1 0 0 0,0 1 0 0 0,1-1 0 0 0,-1 1 0 0 0,0-1 1 0 0,0 0-1 0 0,0 1 0 0 0,1-1 0 0 0,-1 0 0 0 0,0 0 0 0 0,0 0 0 0 0,1 0 0 0 0,-1 0 0 0 0,0 0 0 0 0,0 0 0 0 0,0 0 0 0 0,1-1 0 0 0,-1 1 0 0 0,0 0 0 0 0,0-1 0 0 0,0 1 0 0 0,0-1 0 0 0,1 1 0 0 0,-1-1 1 0 0,0 0-1 0 0,0 1 0 0 0,1-3 0 0 0,10-5-1582 0 0,-1-2-210 0 0</inkml:trace>
</inkml:ink>
</file>

<file path=ppt/ink/ink2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4.173"/>
    </inkml:context>
    <inkml:brush xml:id="br0">
      <inkml:brushProperty name="width" value="0.1" units="cm"/>
      <inkml:brushProperty name="height" value="0.1" units="cm"/>
      <inkml:brushProperty name="color" value="#008C3A"/>
    </inkml:brush>
  </inkml:definitions>
  <inkml:trace contextRef="#ctx0" brushRef="#br0">0 295 7514 0 0,'4'-132'1354'0'0,"-1"38"3583"0"0,-4 26 4252 0 0,84 585-7844 0 0,-73-474-3048 0 0,2-5-6402 0 0</inkml:trace>
</inkml:ink>
</file>

<file path=ppt/ink/ink2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5.195"/>
    </inkml:context>
    <inkml:brush xml:id="br0">
      <inkml:brushProperty name="width" value="0.1" units="cm"/>
      <inkml:brushProperty name="height" value="0.1" units="cm"/>
      <inkml:brushProperty name="color" value="#008C3A"/>
    </inkml:brush>
  </inkml:definitions>
  <inkml:trace contextRef="#ctx0" brushRef="#br0">109 0 6913 0 0,'-2'0'239'0'0,"1"0"-1"0"0,-1 0 0 0 0,0 0 0 0 0,1 0 0 0 0,-1 1 1 0 0,1-1-1 0 0,0 0 0 0 0,-1 0 0 0 0,1 1 0 0 0,-1-1 1 0 0,1 1-1 0 0,-1 0 0 0 0,1-1 0 0 0,0 1 0 0 0,0 0 1 0 0,-1 0-1 0 0,1 0 0 0 0,0 0 0 0 0,0 0 0 0 0,-2 2 0 0 0,1 0 403 0 0,0 1-1 0 0,0 0 0 0 0,0 0 0 0 0,1 0 0 0 0,0 0 0 0 0,-1 6 1 0 0,1-7-821 0 0,-11 56 2415 0 0,-6 103 1 0 0,7-43-1563 0 0,-5 20-1571 0 0,11-79-4547 0 0,3-16-1011 0 0</inkml:trace>
</inkml:ink>
</file>

<file path=ppt/ink/ink2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5.496"/>
    </inkml:context>
    <inkml:brush xml:id="br0">
      <inkml:brushProperty name="width" value="0.1" units="cm"/>
      <inkml:brushProperty name="height" value="0.1" units="cm"/>
      <inkml:brushProperty name="color" value="#008C3A"/>
    </inkml:brush>
  </inkml:definitions>
  <inkml:trace contextRef="#ctx0" brushRef="#br0">0 197 7370 0 0,'0'-1'122'0'0,"0"0"0"0"0,0 0 0 0 0,0 0 0 0 0,1 0 0 0 0,-1 0 0 0 0,0 0 0 0 0,0 0 0 0 0,0 1 0 0 0,1-1 0 0 0,-1 0 0 0 0,0 0 0 0 0,1 0 0 0 0,-1 0 0 0 0,1 0 0 0 0,-1 1 0 0 0,1-1 0 0 0,0 0 1 0 0,-1 0-1 0 0,1 1 0 0 0,0-1 0 0 0,-1 1 0 0 0,1-1 0 0 0,0 0 0 0 0,0 1 0 0 0,-1-1 0 0 0,1 1 0 0 0,0 0 0 0 0,0-1 0 0 0,0 1 0 0 0,0 0 0 0 0,0-1 0 0 0,0 1 0 0 0,-1 0 0 0 0,1 0 0 0 0,0 0 0 0 0,0 0 1 0 0,0 0-1 0 0,0 0 0 0 0,0 0 0 0 0,0 0 0 0 0,0 0 0 0 0,1 1 0 0 0,2-1 78 0 0,-1 1 0 0 0,0 0 0 0 0,1 0 0 0 0,-1 0 0 0 0,0 0 1 0 0,0 0-1 0 0,0 1 0 0 0,0-1 0 0 0,0 1 0 0 0,0 0 0 0 0,3 2 0 0 0,53 57 978 0 0,-34-34-909 0 0,50 42-1 0 0,-65-61-270 0 0,0-1 0 0 0,1 0 0 0 0,0-1 0 0 0,0 0 0 0 0,0-1-1 0 0,1 0 1 0 0,0-1 0 0 0,0 0 0 0 0,14 2 0 0 0,-25-5 52 0 0,0-1 0 0 0,0 0 0 0 0,1 1 1 0 0,-1-1-1 0 0,0 0 0 0 0,0 0 0 0 0,1 0 0 0 0,-1 0 0 0 0,0 0 1 0 0,0-1-1 0 0,1 1 0 0 0,-1 0 0 0 0,0 0 0 0 0,0-1 0 0 0,1 1 0 0 0,-1-1 1 0 0,0 1-1 0 0,0-1 0 0 0,0 1 0 0 0,0-1 0 0 0,0 0 0 0 0,0 0 1 0 0,0 1-1 0 0,0-1 0 0 0,0 0 0 0 0,1-1 0 0 0,-1-1 104 0 0,0 1-1 0 0,0 0 1 0 0,0-1-1 0 0,-1 1 1 0 0,1 0 0 0 0,0-1-1 0 0,-1 1 1 0 0,0-1-1 0 0,1 1 1 0 0,-1-1-1 0 0,0 1 1 0 0,-1-5 0 0 0,-1-8 441 0 0,-1 0 0 0 0,0 0 0 0 0,-8-20 0 0 0,10 31-669 0 0,-21-59 143 0 0,-15-53 356 0 0,33 101-2112 0 0,2 0 0 0 0,0 0 1 0 0,0-19-1 0 0,3 14-5244 0 0</inkml:trace>
</inkml:ink>
</file>

<file path=ppt/ink/ink2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5.845"/>
    </inkml:context>
    <inkml:brush xml:id="br0">
      <inkml:brushProperty name="width" value="0.1" units="cm"/>
      <inkml:brushProperty name="height" value="0.1" units="cm"/>
      <inkml:brushProperty name="color" value="#008C3A"/>
    </inkml:brush>
  </inkml:definitions>
  <inkml:trace contextRef="#ctx0" brushRef="#br0">120 98 7370 0 0,'-4'0'573'0'0,"1"1"0"0"0,-1-1 0 0 0,1 1 0 0 0,0-1 0 0 0,0 1 0 0 0,-1 0 0 0 0,1 0 0 0 0,0 1 0 0 0,0-1 0 0 0,0 0 0 0 0,-5 5 0 0 0,3-3-62 0 0,0 1 1 0 0,1 0 0 0 0,0 0-1 0 0,-1 0 1 0 0,2 1 0 0 0,-6 6 0 0 0,3-2-120 0 0,1 1 0 0 0,0 0 0 0 0,0 0 0 0 0,1 0 0 0 0,0 1 0 0 0,-4 18 0 0 0,7-23-366 0 0,0 0-1 0 0,0 0 1 0 0,1 1-1 0 0,-1-1 0 0 0,2 0 1 0 0,-1 1-1 0 0,1-1 1 0 0,0 0-1 0 0,0 0 0 0 0,3 8 1 0 0,-4-12-33 0 0,1-1 0 0 0,0 1 0 0 0,-1-1 0 0 0,1 0 0 0 0,0 1 0 0 0,0-1 0 0 0,0 0 0 0 0,0 0 0 0 0,0 1 0 0 0,0-1 0 0 0,0 0 0 0 0,0 0 0 0 0,0 0 0 0 0,1 0 0 0 0,-1-1 1 0 0,0 1-1 0 0,1 0 0 0 0,2 1 0 0 0,-2-2-35 0 0,0 0 0 0 0,0 0 1 0 0,1 0-1 0 0,-1 0 1 0 0,0 0-1 0 0,0 0 0 0 0,0 0 1 0 0,1-1-1 0 0,-1 1 1 0 0,0-1-1 0 0,0 0 0 0 0,0 1 1 0 0,0-1-1 0 0,0 0 0 0 0,0 0 1 0 0,4-3-1 0 0,0 0-106 0 0,0-1 0 0 0,0 0-1 0 0,-1-1 1 0 0,1 1 0 0 0,-1-1 0 0 0,0 0-1 0 0,-1 0 1 0 0,0 0 0 0 0,0-1-1 0 0,0 0 1 0 0,-1 0 0 0 0,1 0-1 0 0,-2 0 1 0 0,1 0 0 0 0,-1 0 0 0 0,0-1-1 0 0,-1 1 1 0 0,0-1 0 0 0,0 1-1 0 0,0-1 1 0 0,-1 0 0 0 0,-1-9 0 0 0,1 8 156 0 0,-1 1 0 0 0,1 0 1 0 0,-2 0-1 0 0,1 0 1 0 0,-1 0-1 0 0,0 0 0 0 0,-1 0 1 0 0,0 0-1 0 0,0 1 1 0 0,-1-1-1 0 0,0 1 0 0 0,0 0 1 0 0,0 0-1 0 0,-1 1 1 0 0,0-1-1 0 0,-1 1 1 0 0,1 0-1 0 0,-1 0 0 0 0,0 1 1 0 0,-13-9-1 0 0,-1 8-4729 0 0</inkml:trace>
</inkml:ink>
</file>

<file path=ppt/ink/ink2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6.067"/>
    </inkml:context>
    <inkml:brush xml:id="br0">
      <inkml:brushProperty name="width" value="0.1" units="cm"/>
      <inkml:brushProperty name="height" value="0.1" units="cm"/>
      <inkml:brushProperty name="color" value="#008C3A"/>
    </inkml:brush>
  </inkml:definitions>
  <inkml:trace contextRef="#ctx0" brushRef="#br0">11 1 11522 0 0,'-7'6'3345'0'0,"7"-6"-3122"0"0,0 1 0 0 0,0-1 0 0 0,0 1 0 0 0,-1-1 0 0 0,1 1 0 0 0,0 0 0 0 0,0-1 0 0 0,0 1 0 0 0,0-1 0 0 0,0 1 0 0 0,0-1 0 0 0,0 2 0 0 0,-1 21 1439 0 0,1-17-975 0 0,0 2-290 0 0,-2 26 1018 0 0,4 49-1 0 0,-1-75-1709 0 0,0 0 1 0 0,0 0 0 0 0,1 0 0 0 0,-1-1-1 0 0,2 1 1 0 0,-1 0 0 0 0,1-1-1 0 0,0 1 1 0 0,1-1 0 0 0,0 0-1 0 0,0 0 1 0 0,5 7 0 0 0</inkml:trace>
</inkml:ink>
</file>

<file path=ppt/ink/ink2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6.242"/>
    </inkml:context>
    <inkml:brush xml:id="br0">
      <inkml:brushProperty name="width" value="0.1" units="cm"/>
      <inkml:brushProperty name="height" value="0.1" units="cm"/>
      <inkml:brushProperty name="color" value="#008C3A"/>
    </inkml:brush>
  </inkml:definitions>
  <inkml:trace contextRef="#ctx0" brushRef="#br0">9 5 920 0 0,'-8'-5'11267'0'0,"10"12"-10275"0"0,2 6-384 0 0,5 4-88 0 0,-1 1-8 0 0,3 4-1760 0 0,2 3-352 0 0,5 0-73 0 0,0 3-15 0 0,-2-1 1320 0 0</inkml:trace>
</inkml:ink>
</file>

<file path=ppt/ink/ink2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6.587"/>
    </inkml:context>
    <inkml:brush xml:id="br0">
      <inkml:brushProperty name="width" value="0.1" units="cm"/>
      <inkml:brushProperty name="height" value="0.1" units="cm"/>
      <inkml:brushProperty name="color" value="#008C3A"/>
    </inkml:brush>
  </inkml:definitions>
  <inkml:trace contextRef="#ctx0" brushRef="#br0">161 0 5065 0 0,'-5'1'643'0'0,"0"1"0"0"0,1 0 0 0 0,-1 0 0 0 0,1 0 0 0 0,-1 1 0 0 0,1-1 0 0 0,0 1 0 0 0,0 0 0 0 0,0 0 0 0 0,0 0 0 0 0,-6 8 0 0 0,2-4 27 0 0,-3 4 65 0 0,0 0 1 0 0,0 1 0 0 0,1 0-1 0 0,-11 19 1 0 0,17-25-674 0 0,0 1 0 0 0,0-1 0 0 0,1 1-1 0 0,0 0 1 0 0,0 0 0 0 0,1 0 0 0 0,0 0 0 0 0,0 0 0 0 0,1 0 0 0 0,0 1 0 0 0,-1 9 0 0 0,2-16-61 0 0,0 1 0 0 0,1-1 1 0 0,-1 0-1 0 0,0 1 0 0 0,0-1 1 0 0,1 0-1 0 0,-1 1 0 0 0,1-1 1 0 0,-1 0-1 0 0,1 0 0 0 0,0 0 1 0 0,-1 0-1 0 0,1 1 0 0 0,0-1 1 0 0,0 0-1 0 0,-1 0 0 0 0,1 0 1 0 0,0-1-1 0 0,0 1 0 0 0,0 0 1 0 0,0 0-1 0 0,2 0 0 0 0,0 1-40 0 0,0-1 0 0 0,0 0 0 0 0,0 0-1 0 0,0 0 1 0 0,0 0 0 0 0,1-1 0 0 0,-1 1-1 0 0,0-1 1 0 0,4 0 0 0 0,8-1-132 0 0,0 0 1 0 0,0-1-1 0 0,16-4 1 0 0,-24 4 212 0 0,-3 1-51 0 0,-1 0 0 0 0,1 1 0 0 0,-1-1 0 0 0,0 1 0 0 0,1 0 0 0 0,-1 0-1 0 0,1 0 1 0 0,-1 0 0 0 0,1 0 0 0 0,-1 1 0 0 0,1 0 0 0 0,-1 0 0 0 0,5 1 0 0 0,-6-1-64 0 0,-1 1 1 0 0,1-1-1 0 0,-1 0 0 0 0,1 1 1 0 0,-1-1-1 0 0,1 1 1 0 0,-1 0-1 0 0,0-1 1 0 0,0 1-1 0 0,0 0 1 0 0,0 0-1 0 0,0 0 1 0 0,0-1-1 0 0,-1 1 1 0 0,1 0-1 0 0,0 0 1 0 0,-1 0-1 0 0,0 0 1 0 0,1 0-1 0 0,-1 1 0 0 0,0-1 1 0 0,0 0-1 0 0,-1 4 1 0 0,0 4-76 0 0,0 1-1 0 0,-1 0 1 0 0,0-1 0 0 0,0 1 0 0 0,-2-1 0 0 0,1 0-1 0 0,-1 0 1 0 0,-10 17 0 0 0,-12 14-3360 0 0,14-27-843 0 0</inkml:trace>
</inkml:ink>
</file>

<file path=ppt/ink/ink2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36.968"/>
    </inkml:context>
    <inkml:brush xml:id="br0">
      <inkml:brushProperty name="width" value="0.1" units="cm"/>
      <inkml:brushProperty name="height" value="0.1" units="cm"/>
      <inkml:brushProperty name="color" value="#008C3A"/>
    </inkml:brush>
  </inkml:definitions>
  <inkml:trace contextRef="#ctx0" brushRef="#br0">51 74 4609 0 0,'-2'8'9633'0'0,"-1"14"-6762"0"0,1-4-1285 0 0,-4 87 1572 0 0,6-95-3173 0 0,0 0 0 0 0,1 1-1 0 0,1-1 1 0 0,0 0-1 0 0,0 0 1 0 0,1 0-1 0 0,7 19 1 0 0,-10-29 13 0 0,0 1 0 0 0,1-1 0 0 0,-1 1-1 0 0,0-1 1 0 0,0 0 0 0 0,1 1 0 0 0,-1-1 0 0 0,0 1 0 0 0,1-1 0 0 0,-1 0-1 0 0,0 1 1 0 0,1-1 0 0 0,-1 0 0 0 0,0 1 0 0 0,1-1 0 0 0,-1 0 0 0 0,1 1-1 0 0,-1-1 1 0 0,1 0 0 0 0,-1 0 0 0 0,0 0 0 0 0,1 1 0 0 0,-1-1 0 0 0,1 0-1 0 0,-1 0 1 0 0,1 0 0 0 0,-1 0 0 0 0,1 0 0 0 0,-1 0 0 0 0,1 0 0 0 0,-1 0-1 0 0,2 0 1 0 0,14-13-108 0 0,11-29-70 0 0,-24 37 172 0 0,43-78-77 0 0,-24 41 25 0 0,1 2 1 0 0,43-57 0 0 0,-66 96 90 0 0,1 0 0 0 0,-1 1 1 0 0,0-1-1 0 0,1 0 0 0 0,-1 1 0 0 0,1-1 1 0 0,0 0-1 0 0,-1 1 0 0 0,1-1 1 0 0,-1 0-1 0 0,1 1 0 0 0,0-1 0 0 0,0 1 1 0 0,-1 0-1 0 0,1-1 0 0 0,0 1 0 0 0,0-1 1 0 0,-1 1-1 0 0,1 0 0 0 0,0 0 0 0 0,0-1 1 0 0,0 1-1 0 0,0 0 0 0 0,-1 0 1 0 0,1 0-1 0 0,0 0 0 0 0,0 0 0 0 0,0 0 1 0 0,1 0-1 0 0,-1 1 4 0 0,0 0 0 0 0,0 0 0 0 0,0 0 0 0 0,0 1 0 0 0,0-1 1 0 0,0 0-1 0 0,-1 0 0 0 0,1 0 0 0 0,0 1 0 0 0,-1-1 0 0 0,1 0 0 0 0,-1 1 1 0 0,1-1-1 0 0,-1 0 0 0 0,1 3 0 0 0,1 10 108 0 0,-1 0-1 0 0,0 20 1 0 0,-2 21 36 0 0,-4 0-1 0 0,-1-1 1 0 0,-16 61 0 0 0,-59 155 449 0 0,-42 16-801 0 0,73-180-1586 0 0,26-51-6287 0 0</inkml:trace>
</inkml:ink>
</file>

<file path=ppt/ink/ink2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47.495"/>
    </inkml:context>
    <inkml:brush xml:id="br0">
      <inkml:brushProperty name="width" value="0.1" units="cm"/>
      <inkml:brushProperty name="height" value="0.1" units="cm"/>
      <inkml:brushProperty name="color" value="#E71224"/>
    </inkml:brush>
  </inkml:definitions>
  <inkml:trace contextRef="#ctx0" brushRef="#br0">129 2782 3225 0 0,'-2'-4'354'0'0,"1"1"0"0"0,0 0 0 0 0,-1-1 0 0 0,1 1 0 0 0,0-1 0 0 0,1 0 0 0 0,-1-3 0 0 0,-16-160 3628 0 0,-22-128 334 0 0,21 210-3509 0 0,4 26 243 0 0,2 0 0 0 0,3-1 1 0 0,-2-67-1 0 0,11 126-899 0 0,6 27 379 0 0,78 337-1574 0 0,0 1 112 0 0,-78-330 763 0 0,1 0-883 0 0,10 34 0 0 0,-18-73 955 0 0,0 0 0 0 0,1 0 1 0 0,0 0-1 0 0,0 0 0 0 0,0-1 0 0 0,2-8 0 0 0,1-12 305 0 0,-38-797 3798 0 0,29 738-3685 0 0,4 45-228 0 0,-5-99 447 0 0,8 116-333 0 0,0 0 1 0 0,1 0 0 0 0,10-43-1 0 0,-12 65-190 0 0,0 0 0 0 0,1 0 0 0 0,-1-1 0 0 0,0 1 0 0 0,1 0 0 0 0,-1 0 0 0 0,1-1 0 0 0,-1 1 0 0 0,1 0-1 0 0,-1 0 1 0 0,1 0 0 0 0,0 0 0 0 0,0 0 0 0 0,0 0 0 0 0,-1 0 0 0 0,1 0 0 0 0,1-1 0 0 0,-1 2-4 0 0,-1 0 1 0 0,1 0-1 0 0,-1 0 1 0 0,1 1-1 0 0,-1-1 0 0 0,1 0 1 0 0,-1 0-1 0 0,1 1 1 0 0,-1-1-1 0 0,1 0 1 0 0,-1 0-1 0 0,0 1 1 0 0,1-1-1 0 0,-1 1 0 0 0,0-1 1 0 0,1 0-1 0 0,-1 1 1 0 0,0-1-1 0 0,1 1 1 0 0,-1-1-1 0 0,0 1 0 0 0,0-1 1 0 0,1 0-1 0 0,-1 1 1 0 0,0-1-1 0 0,0 1 1 0 0,0 0-1 0 0,13 47 121 0 0,43 415-1449 0 0,17 89-2298 0 0,-68-529 3335 0 0,-4-14 33 0 0,1 1 0 0 0,0-1 0 0 0,1 1 0 0 0,0-1 1 0 0,0 0-1 0 0,6 11 0 0 0,-4-42-1329 0 0,1-111 1842 0 0,-16-191 0 0 0,-17-8-32 0 0,-8-202 1098 0 0,38 368-348 0 0,0 136-459 0 0,1 0 0 0 0,1 1-1 0 0,17-44 1775 0 0,-22 72-2261 0 0,2 22 593 0 0,-1 46-959 0 0,0-33 446 0 0,72 643-2711 0 0,-62-600 1622 0 0,-6-29-466 0 0,3-1 1 0 0,19 66-1 0 0,-23-104 1036 0 0,-1-9 125 0 0,0-20 18 0 0,-2-33 284 0 0,-2 52-27 0 0,-11-370 954 0 0,1-368 2670 0 0,13 654-2938 0 0,-2 39-201 0 0,1 1 0 0 0,2 0 0 0 0,19-88 0 0 0,-22 132-456 0 0,0-1-1 0 0,1 1 1 0 0,-1-1 0 0 0,0 1 0 0 0,1-1 0 0 0,0 1 0 0 0,-1-1 0 0 0,1 1-1 0 0,0 0 1 0 0,-1-1 0 0 0,1 1 0 0 0,0 0 0 0 0,0 0 0 0 0,0 0-1 0 0,2-2 1 0 0,-3 3-10 0 0,1 0 0 0 0,-1 0 0 0 0,1 0-1 0 0,-1 1 1 0 0,1-1 0 0 0,-1 0 0 0 0,0 0 0 0 0,1 0-1 0 0,-1 1 1 0 0,1-1 0 0 0,-1 0 0 0 0,0 0-1 0 0,1 1 1 0 0,-1-1 0 0 0,0 0 0 0 0,1 1 0 0 0,-1-1-1 0 0,0 0 1 0 0,1 1 0 0 0,-1-1 0 0 0,0 1-1 0 0,0-1 1 0 0,1 0 0 0 0,-1 1 0 0 0,0-1 0 0 0,0 1-1 0 0,0-1 1 0 0,0 1 0 0 0,0-1 0 0 0,1 1-1 0 0,10 50 366 0 0,9 253-279 0 0,6 38-1403 0 0,-24-325 1043 0 0,-2-10 128 0 0,1-1-1 0 0,0 1 1 0 0,0-1-1 0 0,0 0 1 0 0,1 1-1 0 0,0-1 1 0 0,0 0 0 0 0,0 0-1 0 0,1 0 1 0 0,0 0-1 0 0,4 5 1 0 0,-6-10 115 0 0,-1-1 0 0 0,0 0 0 0 0,1 0 0 0 0,-1 0 0 0 0,0 0 0 0 0,1 0 0 0 0,-1 0 0 0 0,0 0 0 0 0,1 0 0 0 0,-1 0 0 0 0,0 0-1 0 0,1 0 1 0 0,-1 0 0 0 0,1 0 0 0 0,-1 0 0 0 0,0 0 0 0 0,1 0 0 0 0,-1 0 0 0 0,0 0 0 0 0,1 0 0 0 0,-1-1 0 0 0,0 1 0 0 0,1 0 0 0 0,-1 0 0 0 0,0 0 0 0 0,1-1 0 0 0,-1 1 0 0 0,0 0 0 0 0,0 0 0 0 0,1-1 0 0 0,-1 1 0 0 0,0 0 0 0 0,0-1 0 0 0,0 1 0 0 0,1 0 0 0 0,-1-1 0 0 0,0 1 0 0 0,0 0 0 0 0,0-1 0 0 0,0 1 0 0 0,0 0 0 0 0,0-1 0 0 0,0 0 0 0 0,7-16-162 0 0,-2-10 51 0 0,-2 0 1 0 0,0 0-1 0 0,-4-52 0 0 0,1 20 235 0 0,1-81 321 0 0,8-216 191 0 0,-2 263-234 0 0,34-166 0 0 0,-39 248-316 0 0,15-50 192 0 0,-16 56-188 0 0,1 1 1 0 0,0-1-1 0 0,0 0 1 0 0,1 1-1 0 0,-1 0 1 0 0,1-1-1 0 0,0 1 1 0 0,0 0-1 0 0,7-6 1 0 0,-9 10-61 0 0,-1-1 0 0 0,1 1 1 0 0,0 0-1 0 0,0-1 0 0 0,-1 1 1 0 0,1 0-1 0 0,0 0 0 0 0,0 0 1 0 0,-1-1-1 0 0,1 1 0 0 0,0 0 1 0 0,0 0-1 0 0,0 0 1 0 0,-1 0-1 0 0,1 0 0 0 0,0 0 1 0 0,0 1-1 0 0,0-1 0 0 0,-1 0 1 0 0,1 0-1 0 0,0 1 0 0 0,0-1 1 0 0,-1 0-1 0 0,1 1 0 0 0,0-1 1 0 0,-1 0-1 0 0,1 1 1 0 0,0-1-1 0 0,-1 1 0 0 0,1-1 1 0 0,-1 1-1 0 0,1 0 0 0 0,-1-1 1 0 0,1 1-1 0 0,-1-1 0 0 0,1 1 1 0 0,-1 0-1 0 0,0-1 0 0 0,1 1 1 0 0,-1 0-1 0 0,0 0 0 0 0,1 0 1 0 0,15 36 186 0 0,-5 1-168 0 0,-2 0-1 0 0,-1 0 0 0 0,4 63 0 0 0,-7 123-122 0 0,-4-95 9 0 0,5 37-118 0 0,-3 332-3340 0 0,-5-478 3397 0 0,1-11 40 0 0,0-1 0 0 0,1 1 0 0 0,-1-1 1 0 0,2 1-1 0 0,-1 0 0 0 0,3 11 0 0 0,12-63-1789 0 0,32-315 2275 0 0,-40 289-136 0 0,0-34 177 0 0,-5 54 46 0 0,2-1 0 0 0,3 0 1 0 0,22-87-1 0 0,-29 135-429 0 0,0 1 1 0 0,1 0-1 0 0,-1-1 0 0 0,1 1 1 0 0,-1 0-1 0 0,1-1 0 0 0,-1 1 1 0 0,1 0-1 0 0,0 0 1 0 0,-1-1-1 0 0,1 1 0 0 0,0 0 1 0 0,0 0-1 0 0,0 0 1 0 0,0 0-1 0 0,0 0 0 0 0,2-1 1 0 0,-3 2-18 0 0,1 0 1 0 0,-1 0-1 0 0,1 1 1 0 0,0-1-1 0 0,-1 0 0 0 0,1 0 1 0 0,-1 1-1 0 0,1-1 1 0 0,-1 0-1 0 0,0 0 0 0 0,1 1 1 0 0,-1-1-1 0 0,1 1 1 0 0,-1-1-1 0 0,1 0 1 0 0,-1 1-1 0 0,0-1 0 0 0,1 1 1 0 0,-1-1-1 0 0,0 1 1 0 0,0-1-1 0 0,1 1 1 0 0,-1-1-1 0 0,0 1 0 0 0,0-1 1 0 0,0 1-1 0 0,1 0 1 0 0,1 8 114 0 0,1 0 1 0 0,-1 0-1 0 0,1 16 1 0 0,2 92 25 0 0,-15 166 0 0 0,1 68-540 0 0,21-148 239 0 0,-11-196-1002 0 0,6-29-784 0 0,1-28 1364 0 0,5-92 529 0 0,-10 82 528 0 0,3 0-1 0 0,3 0 0 0 0,26-94 0 0 0,-26 134 427 0 0,-9 20-914 0 0,0 0 0 0 0,1 0 0 0 0,-1 0 0 0 0,0 0 0 0 0,0 0 0 0 0,0 0 0 0 0,1 0 0 0 0,-1 0 0 0 0,0 0 0 0 0,0 0 1 0 0,0 0-1 0 0,0 0 0 0 0,1 0 0 0 0,-1 0 0 0 0,0 0 0 0 0,0 0 0 0 0,0 0 0 0 0,0 1 0 0 0,1-1 0 0 0,-1 0 0 0 0,0 0 1 0 0,0 0-1 0 0,0 0 0 0 0,0 0 0 0 0,0 0 0 0 0,1 1 0 0 0,-1-1 0 0 0,0 0 0 0 0,0 0 0 0 0,0 0 0 0 0,0 0 0 0 0,0 0 1 0 0,0 1-1 0 0,0-1 0 0 0,0 0 0 0 0,0 0 0 0 0,0 0 0 0 0,0 1 0 0 0,0-1 0 0 0,1 0 0 0 0,-1 0 0 0 0,0 0 0 0 0,0 0 1 0 0,-1 1-1 0 0,1-1 0 0 0,0 0 0 0 0,0 0 0 0 0,0 1 0 0 0,3 43 880 0 0,-2-29-1015 0 0,4 252 270 0 0,7 92-711 0 0,-11-353 508 0 0,-1 1 0 0 0,1-1 0 0 0,0 1 0 0 0,0-1 0 0 0,1 0 0 0 0,0 1 0 0 0,0-1 0 0 0,0 0 0 0 0,1 0 0 0 0,0 0 0 0 0,0-1 0 0 0,1 1 0 0 0,5 7-1 0 0,-8-12 18 0 0,0-1 0 0 0,0 0-1 0 0,-1 1 1 0 0,1-1 0 0 0,0 0-1 0 0,0 0 1 0 0,0 1-1 0 0,0-1 1 0 0,-1 0 0 0 0,1 0-1 0 0,0 0 1 0 0,0 0 0 0 0,0 0-1 0 0,0 0 1 0 0,0-1-1 0 0,0 1 1 0 0,-1 0 0 0 0,1 0-1 0 0,0 0 1 0 0,0-1 0 0 0,0 1-1 0 0,-1-1 1 0 0,1 1-1 0 0,0 0 1 0 0,0-1 0 0 0,-1 1-1 0 0,1-1 1 0 0,0 0 0 0 0,-1 1-1 0 0,1-1 1 0 0,-1 1-1 0 0,1-1 1 0 0,-1 0 0 0 0,1 0-1 0 0,-1 1 1 0 0,1-1 0 0 0,-1 0-1 0 0,1 0 1 0 0,-1 0 0 0 0,18-33-885 0 0,-7 1 463 0 0,-1 0 1 0 0,10-62-1 0 0,-17 70 563 0 0,2 0 0 0 0,0 1 0 0 0,2 0 0 0 0,0 0 0 0 0,2 0 0 0 0,1 1 0 0 0,13-24 0 0 0,-22 46-58 0 0,0-1 0 0 0,-1 1 0 0 0,1 0 0 0 0,0-1 0 0 0,0 1 0 0 0,0 0 0 0 0,0 0 0 0 0,0 0 0 0 0,0 0 0 0 0,0 0 0 0 0,0 0 0 0 0,1 0 0 0 0,-1 0 0 0 0,0 0 0 0 0,0 0-1 0 0,1 1 1 0 0,-1-1 0 0 0,1 0 0 0 0,-1 1 0 0 0,2-1 0 0 0,-2 1 3 0 0,0 1 0 0 0,0-1-1 0 0,0 0 1 0 0,0 1 0 0 0,-1-1-1 0 0,1 1 1 0 0,0-1 0 0 0,0 1-1 0 0,0-1 1 0 0,-1 1 0 0 0,1-1-1 0 0,0 1 1 0 0,-1 0 0 0 0,1-1 0 0 0,0 1-1 0 0,-1 0 1 0 0,1 0 0 0 0,-1 0-1 0 0,1-1 1 0 0,-1 1 0 0 0,0 0-1 0 0,1 2 1 0 0,3 6 197 0 0,-2 1 0 0 0,1-1 1 0 0,-1 1-1 0 0,1 15 0 0 0,4 132 461 0 0,-7-99-785 0 0,3 1-1 0 0,20 106 0 0 0,-22-159 4 0 0,1-1 1 0 0,0 0-1 0 0,0 1 1 0 0,0-1-1 0 0,0 0 0 0 0,5 8 1 0 0,-6-13 32 0 0,-1 1 1 0 0,0-1-1 0 0,1 0 0 0 0,-1 1 1 0 0,0-1-1 0 0,0 1 0 0 0,1-1 1 0 0,-1 0-1 0 0,1 0 1 0 0,-1 1-1 0 0,0-1 0 0 0,1 0 1 0 0,-1 0-1 0 0,1 1 0 0 0,-1-1 1 0 0,1 0-1 0 0,-1 0 1 0 0,0 0-1 0 0,1 0 0 0 0,-1 0 1 0 0,1 0-1 0 0,-1 1 0 0 0,1-1 1 0 0,-1 0-1 0 0,1 0 1 0 0,-1 0-1 0 0,1-1 0 0 0,-1 1 1 0 0,1 0-1 0 0,0 0 0 0 0,0-1-77 0 0,0 0 0 0 0,1 0 0 0 0,-1-1 0 0 0,0 1 0 0 0,0 0 0 0 0,0-1-1 0 0,0 1 1 0 0,0 0 0 0 0,0-1 0 0 0,-1 0 0 0 0,1 1 0 0 0,0-1-1 0 0,0-3 1 0 0,9-26-956 0 0,8-48-1 0 0,-14 57 1105 0 0,1 0 1 0 0,0 1-1 0 0,2-1 0 0 0,0 1 1 0 0,15-29-1 0 0,-22 50 21 0 0,0-1-1 0 0,1 1 0 0 0,-1-1 1 0 0,0 0-1 0 0,1 1 0 0 0,-1-1 1 0 0,0 1-1 0 0,1-1 0 0 0,-1 1 1 0 0,0-1-1 0 0,1 1 0 0 0,-1-1 1 0 0,1 1-1 0 0,-1-1 0 0 0,1 1 1 0 0,-1 0-1 0 0,1-1 0 0 0,-1 1 1 0 0,1 0-1 0 0,-1-1 0 0 0,1 1 1 0 0,0 0-1 0 0,-1 0 0 0 0,1 0 1 0 0,-1-1-1 0 0,1 1 0 0 0,0 0 1 0 0,-1 0-1 0 0,1 0 0 0 0,0 0 1 0 0,-1 0-1 0 0,2 0 0 0 0,-1 1 28 0 0,0 0 0 0 0,0 0 0 0 0,0 0 0 0 0,0 0 0 0 0,0 0 0 0 0,0 0-1 0 0,0 0 1 0 0,0 0 0 0 0,0 1 0 0 0,-1-1 0 0 0,1 0 0 0 0,0 0 0 0 0,0 3 0 0 0,16 55 960 0 0,-16-52-930 0 0,19 92 201 0 0,-5 1 1 0 0,-4 0-1 0 0,-2 130 0 0 0,5-648-2215 0 0,-12 375 2131 0 0,0 12 667 0 0,10-54 0 0 0,-12 85-869 0 0,0 0-1 0 0,0 0 1 0 0,0 1-1 0 0,0-1 1 0 0,0 0-1 0 0,0 0 1 0 0,0 0-1 0 0,0 0 1 0 0,0 0-1 0 0,0 0 1 0 0,0 0-1 0 0,0 0 1 0 0,0 0-1 0 0,0 0 1 0 0,0 0-1 0 0,0 0 1 0 0,1 1-1 0 0,-1-1 1 0 0,0 0-1 0 0,0 0 1 0 0,0 0-1 0 0,0 0 1 0 0,0 0 0 0 0,0 0-1 0 0,0 0 1 0 0,0 0-1 0 0,0 0 1 0 0,0 0-1 0 0,1 0 1 0 0,-1 0-1 0 0,0 0 1 0 0,0 0-1 0 0,0 0 1 0 0,0 0-1 0 0,0 0 1 0 0,0 0-1 0 0,0 0 1 0 0,0 0-1 0 0,0 0 1 0 0,1 0-1 0 0,-1 0 1 0 0,0 0-1 0 0,0 0 1 0 0,0-1-1 0 0,0 1 1 0 0,0 0-1 0 0,0 0 1 0 0,0 0-1 0 0,0 0 1 0 0,0 0 0 0 0,0 0-1 0 0,5 17 351 0 0,3 25-257 0 0,4 55 34 0 0,0 156 0 0 0,4 46-582 0 0,-16-297 414 0 0,1 6-60 0 0,0 0 0 0 0,0 1-1 0 0,1-1 1 0 0,0 0-1 0 0,0 1 1 0 0,1-1 0 0 0,0 0-1 0 0,8 14 1 0 0,-11-23 12 0 0,1 1-1 0 0,-1 0 1 0 0,1-1-1 0 0,-1 1 1 0 0,1-1-1 0 0,-1 1 1 0 0,1-1 0 0 0,-1 1-1 0 0,1-1 1 0 0,-1 1-1 0 0,0-1 1 0 0,0 0 0 0 0,1 1-1 0 0,-1-1 1 0 0,0 1-1 0 0,0-1 1 0 0,1 0 0 0 0,-1 1-1 0 0,0-1 1 0 0,0 0-1 0 0,0 1 1 0 0,0-1 0 0 0,0 0-1 0 0,0 1 1 0 0,0-2-1 0 0,4-24-694 0 0,7-153-183 0 0,2-10 1403 0 0,-8 149-222 0 0,1 0 0 0 0,20-64 0 0 0,-24 99-106 0 0,0 0 0 0 0,0 0 0 0 0,0-1 1 0 0,1 1-1 0 0,5-8 0 0 0,-8 13-93 0 0,1-1 0 0 0,-1 1 0 0 0,1-1 0 0 0,-1 1 1 0 0,1-1-1 0 0,-1 1 0 0 0,1-1 0 0 0,0 1 0 0 0,-1-1 1 0 0,1 1-1 0 0,0 0 0 0 0,-1-1 0 0 0,1 1 0 0 0,0 0 1 0 0,-1-1-1 0 0,1 1 0 0 0,0 0 0 0 0,-1 0 0 0 0,1 0 1 0 0,1 0-1 0 0,-1 0 4 0 0,0 0 0 0 0,0 1 0 0 0,0-1 1 0 0,0 1-1 0 0,0-1 0 0 0,0 1 0 0 0,0 0 1 0 0,0-1-1 0 0,0 1 0 0 0,0 0 0 0 0,-1 0 1 0 0,1-1-1 0 0,0 1 0 0 0,-1 0 0 0 0,1 0 0 0 0,0 0 1 0 0,-1 0-1 0 0,1 0 0 0 0,0 1 0 0 0,11 27 94 0 0,0 1-1 0 0,-2 1 0 0 0,-1-1 1 0 0,-1 1-1 0 0,5 53 0 0 0,-2-22-99 0 0,-1-19-235 0 0,2-1-1 0 0,34 76 1 0 0,-24-65-1244 0 0,-10-92-1112 0 0,2-49 1503 0 0,-11 60 1275 0 0,2-1 0 0 0,0 1-1 0 0,1 1 1 0 0,2-1 0 0 0,22-51-1 0 0,-30 79-199 0 0,0 0-1 0 0,0 0 0 0 0,0-1 0 0 0,0 1 1 0 0,1 0-1 0 0,-1-1 0 0 0,0 1 0 0 0,0 0 0 0 0,0 0 1 0 0,0-1-1 0 0,0 1 0 0 0,1 0 0 0 0,-1 0 1 0 0,0 0-1 0 0,0-1 0 0 0,1 1 0 0 0,-1 0 1 0 0,0 0-1 0 0,0 0 0 0 0,1-1 0 0 0,-1 1 1 0 0,0 0-1 0 0,0 0 0 0 0,1 0 0 0 0,-1 0 1 0 0,0 0-1 0 0,1 0 0 0 0,-1 0 0 0 0,0 0 1 0 0,0 0-1 0 0,1 0 0 0 0,-1 0 0 0 0,0 0 1 0 0,1 0-1 0 0,-1 0 0 0 0,0 0 0 0 0,1 0 1 0 0,-1 0-1 0 0,0 0 0 0 0,0 0 0 0 0,1 0 1 0 0,-1 0-1 0 0,1 1 0 0 0,9 14 466 0 0,5 30-205 0 0,-14-41-200 0 0,31 118-116 0 0,-17-58-89 0 0,38 98-1 0 0,-52-160 97 0 0,0 1 0 0 0,0-1 0 0 0,0 1-1 0 0,1-1 1 0 0,-1 0 0 0 0,1 1-1 0 0,0-1 1 0 0,2 3 0 0 0,-3-5 3 0 0,-1 1 1 0 0,1-1-1 0 0,-1 1 0 0 0,1-1 0 0 0,0 0 1 0 0,-1 0-1 0 0,1 1 0 0 0,-1-1 1 0 0,1 0-1 0 0,0 0 0 0 0,-1 1 1 0 0,1-1-1 0 0,-1 0 0 0 0,1 0 0 0 0,0 0 1 0 0,-1 0-1 0 0,1 0 0 0 0,0 0 1 0 0,-1 0-1 0 0,1 0 0 0 0,0 0 1 0 0,-1 0-1 0 0,2-1 0 0 0,1-1-47 0 0,-1 0 1 0 0,1 0-1 0 0,-1 0 0 0 0,0 0 0 0 0,1 0 0 0 0,-1-1 1 0 0,0 1-1 0 0,0-1 0 0 0,0 0 0 0 0,-1 1 1 0 0,1-1-1 0 0,1-6 0 0 0,22-43-763 0 0,-12 23 673 0 0,1 0 0 0 0,2 1 1 0 0,25-35-1 0 0,-40 61 241 0 0,0 0 0 0 0,1 1-1 0 0,-1-1 1 0 0,0 0-1 0 0,0 1 1 0 0,1-1 0 0 0,-1 1-1 0 0,1 0 1 0 0,0-1-1 0 0,-1 1 1 0 0,1 0 0 0 0,0 0-1 0 0,0 0 1 0 0,-1 0-1 0 0,1 0 1 0 0,0 1 0 0 0,0-1-1 0 0,0 0 1 0 0,0 1-1 0 0,0 0 1 0 0,0-1 0 0 0,0 1-1 0 0,3 0 1 0 0,-3 1-2 0 0,0 0 0 0 0,0 0 0 0 0,0 0-1 0 0,0 1 1 0 0,0-1 0 0 0,-1 1 0 0 0,1-1 0 0 0,0 1 0 0 0,-1-1 0 0 0,0 1 0 0 0,1 0 0 0 0,-1 0-1 0 0,0 0 1 0 0,0 0 0 0 0,0 0 0 0 0,0 0 0 0 0,0 0 0 0 0,0 0 0 0 0,-1 0 0 0 0,1 0 0 0 0,0 3-1 0 0,14 61 523 0 0,11 117 0 0 0,-14-89-638 0 0,16 55-2041 0 0,-19-247 725 0 0,-12-285 1517 0 0,-3 118 40 0 0,-8-130 1845 0 0,0 112-1308 0 0,13 263-712 0 0,0 13 9 0 0,1 1 0 0 0,0-1-1 0 0,0 0 1 0 0,0 1 0 0 0,1-1 0 0 0,0 1 0 0 0,3-12-1 0 0,7 52 439 0 0,13 183-454 0 0,-19-152-10 0 0,2-1-1 0 0,24 102 0 0 0,-13-115-37 0 0,-17-48 1 0 0,0 1-1 0 0,1-1 1 0 0,0 0-1 0 0,0 0 1 0 0,0 0 0 0 0,0 0-1 0 0,0 0 1 0 0,0 0-1 0 0,1 0 1 0 0,0-1 0 0 0,-1 1-1 0 0,5 2 1 0 0,-7-5 14 0 0,1 0 1 0 0,-1 0-1 0 0,0-1 1 0 0,1 1-1 0 0,-1 0 1 0 0,0 0-1 0 0,1 0 1 0 0,-1-1 0 0 0,0 1-1 0 0,1 0 1 0 0,-1-1-1 0 0,0 1 1 0 0,1 0-1 0 0,-1-1 1 0 0,0 1-1 0 0,0 0 1 0 0,1-1-1 0 0,-1 1 1 0 0,0 0-1 0 0,0-1 1 0 0,0 1-1 0 0,0-1 1 0 0,1 1-1 0 0,-1 0 1 0 0,0-1 0 0 0,0 1-1 0 0,0-1 1 0 0,0 1-1 0 0,0 0 1 0 0,0-1-1 0 0,0 1 1 0 0,0-1-1 0 0,0 0 1 0 0,1-17-121 0 0,-1 18 122 0 0,0-52 71 0 0,-12-83 0 0 0,2 49 78 0 0,-19-204 157 0 0,-10-139-71 0 0,33 0 415 0 0,30 606-432 0 0,-17-143-373 0 0,1 0 0 0 0,1-1 0 0 0,2 0 0 0 0,1-1 1 0 0,17 32-1 0 0,-29-64 159 0 0,0 0 0 0 0,0 0 0 0 0,0 0 0 0 0,1 1 1 0 0,-1-1-1 0 0,0 0 0 0 0,0 0 0 0 0,0 0 0 0 0,0 0 0 0 0,0 1 1 0 0,0-1-1 0 0,0 0 0 0 0,0 0 0 0 0,1 0 0 0 0,-1 0 1 0 0,0 0-1 0 0,0 1 0 0 0,0-1 0 0 0,0 0 0 0 0,0 0 0 0 0,1 0 1 0 0,-1 0-1 0 0,0 0 0 0 0,0 0 0 0 0,0 0 0 0 0,0 0 0 0 0,1 0 1 0 0,-1 0-1 0 0,0 0 0 0 0,0 0 0 0 0,0 0 0 0 0,1 0 0 0 0,-1 0 1 0 0,0 0-1 0 0,0 0 0 0 0,0 0 0 0 0,0 0 0 0 0,1 0 0 0 0,-1 0 1 0 0,0 0-1 0 0,0 0 0 0 0,0 0 0 0 0,0 0 0 0 0,1 0 0 0 0,-1 0 1 0 0,0 0-1 0 0,0-1 0 0 0,0 1 0 0 0,0 0 0 0 0,0 0 0 0 0,1 0 1 0 0,-1 0-1 0 0,0 0 0 0 0,0-1 0 0 0,7-14-210 0 0,2-19-178 0 0,22-345 203 0 0,-20 208 400 0 0,-11 157-167 0 0,0 10-15 0 0,0 0 0 0 0,0 0 0 0 0,1 0 0 0 0,-1 0 0 0 0,1 0-1 0 0,0 0 1 0 0,0 0 0 0 0,0 0 0 0 0,3-6 0 0 0,-4 10-23 0 0,1 0 1 0 0,-1 0 0 0 0,0 0-1 0 0,0 0 1 0 0,0 0-1 0 0,1 0 1 0 0,-1 0 0 0 0,0-1-1 0 0,0 1 1 0 0,0 0-1 0 0,1 0 1 0 0,-1 0 0 0 0,0 0-1 0 0,0 0 1 0 0,1 0-1 0 0,-1 0 1 0 0,0 0 0 0 0,0 0-1 0 0,0 0 1 0 0,1 1-1 0 0,-1-1 1 0 0,0 0 0 0 0,0 0-1 0 0,0 0 1 0 0,1 0 0 0 0,-1 0-1 0 0,0 0 1 0 0,0 0-1 0 0,0 0 1 0 0,1 1 0 0 0,-1-1-1 0 0,0 0 1 0 0,0 0-1 0 0,0 0 1 0 0,0 0 0 0 0,0 1-1 0 0,1-1 1 0 0,-1 0-1 0 0,0 0 1 0 0,0 0 0 0 0,0 1-1 0 0,0-1 1 0 0,0 0-1 0 0,0 0 1 0 0,0 0 0 0 0,0 1-1 0 0,0-1 1 0 0,0 0-1 0 0,0 0 1 0 0,0 1 0 0 0,0-1-1 0 0,0 0 1 0 0,0 1-1 0 0,6 16 22 0 0,-5-15-2 0 0,10 41 25 0 0,6 59-1 0 0,-10-56-46 0 0,17 62-1 0 0,-20-95-69 0 0,0 0-1 0 0,1 0 0 0 0,1-1 1 0 0,0 0-1 0 0,0 0 1 0 0,1-1-1 0 0,1 0 1 0 0,0 0-1 0 0,12 13 0 0 0,-19-23 12 0 0,0 0 1 0 0,0 1-1 0 0,0-1 0 0 0,0 0 0 0 0,0 0 0 0 0,1 0 0 0 0,-1 0 0 0 0,0 0 1 0 0,1 0-1 0 0,-1 0 0 0 0,1 0 0 0 0,-1-1 0 0 0,1 1 0 0 0,-1 0 0 0 0,1-1 0 0 0,-1 1 1 0 0,1-1-1 0 0,-1 0 0 0 0,1 1 0 0 0,0-1 0 0 0,-1 0 0 0 0,1 0 0 0 0,0 0 0 0 0,-1 0 1 0 0,1 0-1 0 0,0-1 0 0 0,-1 1 0 0 0,1 0 0 0 0,-1-1 0 0 0,1 1 0 0 0,-1-1 0 0 0,3-1 1 0 0,-1 0-23 0 0,0-1 1 0 0,-1 0 0 0 0,1 0 0 0 0,-1 0 0 0 0,1 0-1 0 0,-1 0 1 0 0,0-1 0 0 0,0 1 0 0 0,0-1 0 0 0,-1 1 0 0 0,1-1-1 0 0,1-6 1 0 0,12-46 267 0 0,-3-2 1 0 0,-2 1-1 0 0,2-60 0 0 0,0 2 81 0 0,-11 105-227 0 0,1-4 70 0 0,0 1 1 0 0,0 0-1 0 0,1 0 0 0 0,7-19 1 0 0,-10 32-113 0 0,0 0 0 0 0,0 0 1 0 0,0 0-1 0 0,0 0 1 0 0,0 0-1 0 0,0 0 0 0 0,0 0 1 0 0,0 0-1 0 0,0 0 0 0 0,0 0 1 0 0,1 0-1 0 0,-1 0 0 0 0,0 1 1 0 0,0-1-1 0 0,0 0 0 0 0,0 0 1 0 0,0 0-1 0 0,0 0 0 0 0,0 0 1 0 0,0 0-1 0 0,0 0 0 0 0,0 0 1 0 0,0 0-1 0 0,0 0 0 0 0,0 0 1 0 0,0 0-1 0 0,0 0 0 0 0,0 0 1 0 0,0 0-1 0 0,1 0 0 0 0,-1 0 1 0 0,0 0-1 0 0,0 0 0 0 0,0 0 1 0 0,0 0-1 0 0,0 0 1 0 0,0 0-1 0 0,0 0 0 0 0,0 0 1 0 0,0 0-1 0 0,0 0 0 0 0,0 0 1 0 0,0 0-1 0 0,0 0 0 0 0,1 0 1 0 0,-1 0-1 0 0,0 0 0 0 0,0 0 1 0 0,0 0-1 0 0,0 0 0 0 0,0 0 1 0 0,0 0-1 0 0,0 0 0 0 0,0-1 1 0 0,0 1-1 0 0,0 0 0 0 0,0 0 1 0 0,0 0-1 0 0,0 0 0 0 0,0 0 1 0 0,0 0-1 0 0,2 11 126 0 0,0 15 2 0 0,-25 334 148 0 0,1-37-1369 0 0,22-308 988 0 0,-1-3-34 0 0,1 0 0 0 0,0 0 1 0 0,1 0-1 0 0,0 0 1 0 0,5 20-1 0 0,-6-32 119 0 0,0 1 1 0 0,0-1 0 0 0,0 0-1 0 0,0 0 1 0 0,0 0-1 0 0,0 0 1 0 0,0 1 0 0 0,0-1-1 0 0,0 0 1 0 0,0 0-1 0 0,1 0 1 0 0,-1 0 0 0 0,0 0-1 0 0,0 1 1 0 0,0-1-1 0 0,0 0 1 0 0,0 0 0 0 0,0 0-1 0 0,0 0 1 0 0,0 0-1 0 0,0 0 1 0 0,1 1 0 0 0,-1-1-1 0 0,0 0 1 0 0,0 0-1 0 0,0 0 1 0 0,0 0-1 0 0,0 0 1 0 0,1 0 0 0 0,-1 0-1 0 0,0 0 1 0 0,0 0-1 0 0,0 0 1 0 0,0 0 0 0 0,0 0-1 0 0,1 0 1 0 0,-1 0-1 0 0,0 0 1 0 0,0 0 0 0 0,0 0-1 0 0,0 0 1 0 0,1 0-1 0 0,-1 0 1 0 0,0 0 0 0 0,0 0-1 0 0,0 0 1 0 0,0 0-1 0 0,1 0 1 0 0,5-9-422 0 0,3-13-46 0 0,46-421 442 0 0,-38 262 727 0 0,-14 150-499 0 0,-3 18-15 0 0,1-1 0 0 0,1 1 0 0 0,0 0 0 0 0,0 0 0 0 0,2 0 0 0 0,8-23 0 0 0,-9 36 217 0 0,0 9-182 0 0,-1 11 77 0 0,12 181 105 0 0,-10-96-120 0 0,6-1 0 0 0,22 104 1 0 0,-22-156-351 0 0,-8-36 18 0 0,1 1 0 0 0,1-1 0 0 0,0 0 1 0 0,1 0-1 0 0,8 18 0 0 0,-13-33 40 0 0,1 0 1 0 0,-1 0-1 0 0,0 0 0 0 0,1 0 0 0 0,-1-1 0 0 0,1 1 0 0 0,-1 0 0 0 0,1 0 0 0 0,-1 0 1 0 0,1-1-1 0 0,0 1 0 0 0,-1 0 0 0 0,1-1 0 0 0,0 1 0 0 0,-1-1 0 0 0,1 1 1 0 0,0-1-1 0 0,0 1 0 0 0,0-1 0 0 0,0 1 0 0 0,-1-1 0 0 0,1 0 0 0 0,0 1 0 0 0,0-1 1 0 0,0 0-1 0 0,0 0 0 0 0,0 0 0 0 0,0 0 0 0 0,1 0 0 0 0,0 0-18 0 0,-1-1 0 0 0,1 0-1 0 0,-1 0 1 0 0,0 0 0 0 0,1 0-1 0 0,-1 0 1 0 0,0 0 0 0 0,1 0-1 0 0,-1 0 1 0 0,0 0 0 0 0,0-1-1 0 0,0 1 1 0 0,0-1 0 0 0,1-2-1 0 0,3-5-75 0 0,-1 0 0 0 0,0-1 0 0 0,0 1 0 0 0,3-15 0 0 0,-1-15 116 0 0,1-75 1 0 0,-6 81 221 0 0,1-1 1 0 0,1 1-1 0 0,9-38 0 0 0,-11 68-161 0 0,0-1 0 0 0,1 0 0 0 0,-1 1-1 0 0,1-1 1 0 0,-1 1 0 0 0,1-1-1 0 0,0 1 1 0 0,0 0 0 0 0,3-4-1 0 0,-4 7-43 0 0,-1-1 0 0 0,0 1 0 0 0,1 0 0 0 0,-1 0 0 0 0,0-1 0 0 0,1 1 0 0 0,-1 0 0 0 0,0 0 0 0 0,1-1 0 0 0,-1 1 0 0 0,0 0 0 0 0,1 0 0 0 0,-1 0 0 0 0,1 0 0 0 0,-1 0 0 0 0,1 0 0 0 0,-1 0 0 0 0,0 0 0 0 0,1-1 0 0 0,-1 1 0 0 0,1 1 0 0 0,-1-1 0 0 0,0 0 0 0 0,1 0 0 0 0,-1 0 0 0 0,1 0-1 0 0,-1 0 1 0 0,0 0 0 0 0,1 0 0 0 0,0 1 0 0 0,0 0 19 0 0,0 0 0 0 0,0 0 0 0 0,0 1 0 0 0,0-1-1 0 0,0 0 1 0 0,0 1 0 0 0,0-1 0 0 0,0 1 0 0 0,-1-1-1 0 0,1 1 1 0 0,0-1 0 0 0,0 4 0 0 0,9 37 61 0 0,-1 0 1 0 0,-2 1 0 0 0,1 68-1 0 0,10 58 62 0 0,-17-159-166 0 0,-1-7 1 0 0,0 1 0 0 0,1-1-1 0 0,-1 0 1 0 0,1 1 0 0 0,-1-1 0 0 0,1 0 0 0 0,0 0 0 0 0,0 1 0 0 0,1-1 0 0 0,-1 0 0 0 0,4 4 0 0 0,-4-9-35 0 0,1 0 0 0 0,-1 0 1 0 0,0 0-1 0 0,1 0 0 0 0,-1-1 1 0 0,0 1-1 0 0,0-1 1 0 0,-1 1-1 0 0,2-4 0 0 0,44-187-265 0 0,-10 36 324 0 0,-33 147-16 0 0,-2 2 0 0 0,1 0 1 0 0,0 0-1 0 0,1 1 1 0 0,0-1-1 0 0,0 1 1 0 0,1-1-1 0 0,0 1 1 0 0,5-8-1 0 0,-9 15 3 0 0,0 0 0 0 0,1-1 0 0 0,-1 1-1 0 0,0 0 1 0 0,0 0 0 0 0,0 0 0 0 0,0-1 0 0 0,1 1-1 0 0,-1 0 1 0 0,0 0 0 0 0,0 0 0 0 0,1 0-1 0 0,-1 0 1 0 0,0-1 0 0 0,0 1 0 0 0,1 0-1 0 0,-1 0 1 0 0,0 0 0 0 0,1 0 0 0 0,-1 0 0 0 0,0 0-1 0 0,0 0 1 0 0,1 0 0 0 0,-1 0 0 0 0,0 0-1 0 0,1 0 1 0 0,-1 0 0 0 0,0 0 0 0 0,0 0 0 0 0,1 0-1 0 0,-1 0 1 0 0,0 0 0 0 0,0 1 0 0 0,1-1-1 0 0,-1 0 1 0 0,0 0 0 0 0,0 0 0 0 0,1 0-1 0 0,-1 0 1 0 0,0 1 0 0 0,1-1 0 0 0,7 16 167 0 0,1 20 85 0 0,3 42-177 0 0,3 106 0 0 0,-14 83-140 0 0,-2-139 16 0 0,2-122-342 0 0,2-7 64 0 0,5-18-174 0 0,9-27-213 0 0,67-281 230 0 0,-80 310 567 0 0,-4 10 6 0 0,1 0-1 0 0,1 1 1 0 0,-1-1 0 0 0,1 1-1 0 0,0-1 1 0 0,1 1-1 0 0,-1 0 1 0 0,1 0-1 0 0,0 0 1 0 0,1 0-1 0 0,6-8 1 0 0,-10 14-80 0 0,0 0 1 0 0,1-1-1 0 0,-1 1 0 0 0,1 0 1 0 0,-1 0-1 0 0,0 0 0 0 0,1 0 1 0 0,-1-1-1 0 0,1 1 1 0 0,-1 0-1 0 0,1 0 0 0 0,-1 0 1 0 0,1 0-1 0 0,-1 0 0 0 0,0 0 1 0 0,1 0-1 0 0,-1 0 0 0 0,1 0 1 0 0,-1 0-1 0 0,1 0 0 0 0,-1 1 1 0 0,0-1-1 0 0,1 0 1 0 0,-1 0-1 0 0,1 0 0 0 0,-1 0 1 0 0,0 1-1 0 0,1-1 0 0 0,-1 0 1 0 0,0 0-1 0 0,1 1 0 0 0,-1-1 1 0 0,0 0-1 0 0,1 1 1 0 0,-1-1-1 0 0,0 0 0 0 0,0 1 1 0 0,1-1-1 0 0,-1 1 0 0 0,0-1 1 0 0,0 0-1 0 0,0 1 0 0 0,1-1 1 0 0,-1 1-1 0 0,0-1 1 0 0,0 1-1 0 0,0-1 0 0 0,0 0 1 0 0,0 1-1 0 0,0 0 0 0 0,6 26 217 0 0,-6-24-194 0 0,6 75 118 0 0,-3 0 0 0 0,-13 130-1 0 0,1-46-10 0 0,4-30-257 0 0,-2 67 176 0 0,7-198-66 0 0,0-1 0 0 0,-1 1 1 0 0,1-1-1 0 0,0 1 0 0 0,0-1 0 0 0,0 1 1 0 0,0-1-1 0 0,0 1 0 0 0,0-1 0 0 0,0 1 0 0 0,0-1 1 0 0,0 1-1 0 0,0-1 0 0 0,0 1 0 0 0,0-1 1 0 0,0 1-1 0 0,0-1 0 0 0,0 1 0 0 0,0-1 1 0 0,1 1-1 0 0,-1-1 0 0 0,0 0 0 0 0,0 1 0 0 0,1-1 1 0 0,-1 1-1 0 0,0-1 0 0 0,1 1 0 0 0,-1-1 1 0 0,0 0-1 0 0,1 1 0 0 0,-1-1 0 0 0,1 1 1 0 0,8-17-361 0 0,5-28-150 0 0,29-190 757 0 0,-17 81 212 0 0,-24 142-402 0 0,6-31 117 0 0,-7 40-147 0 0,0 0 0 0 0,-1 0-1 0 0,1-1 1 0 0,0 1 0 0 0,0 0 0 0 0,0 0 0 0 0,0 0 0 0 0,1 0 0 0 0,-1 0 0 0 0,0 0 0 0 0,1 1 0 0 0,-1-1 0 0 0,4-3 0 0 0,-4 5-15 0 0,0 0 0 0 0,0 0 0 0 0,0 0 1 0 0,0 0-1 0 0,-1 0 0 0 0,1 0 0 0 0,0 0 0 0 0,0 0 0 0 0,0 0 1 0 0,0 1-1 0 0,-1-1 0 0 0,1 0 0 0 0,0 0 0 0 0,0 1 0 0 0,-1-1 1 0 0,1 1-1 0 0,0-1 0 0 0,-1 1 0 0 0,1-1 0 0 0,0 1 0 0 0,-1-1 1 0 0,1 1-1 0 0,-1-1 0 0 0,1 1 0 0 0,0 0 0 0 0,-1-1 0 0 0,0 1 1 0 0,1 0-1 0 0,-1-1 0 0 0,1 1 0 0 0,-1 0 0 0 0,0 0 0 0 0,0 0 1 0 0,1-1-1 0 0,-1 2 0 0 0,12 31 50 0 0,41 231 156 0 0,-18-69-287 0 0,-11-82-83 0 0,24 97-506 0 0,-48-209 642 0 0,0 0 0 0 0,0 0 0 0 0,0 0 0 0 0,1 0 0 0 0,-1 0 0 0 0,0 0 0 0 0,1 1 0 0 0,-1-1 0 0 0,1 0 0 0 0,-1 0 0 0 0,1-1 0 0 0,0 1 0 0 0,-1 0 0 0 0,1 0 0 0 0,0 0 0 0 0,0 0 0 0 0,-1 0 0 0 0,2 0 0 0 0,-1-1-3 0 0,-1 0 1 0 0,1 0-1 0 0,-1-1 1 0 0,1 1-1 0 0,-1 0 0 0 0,1-1 1 0 0,-1 1-1 0 0,1 0 1 0 0,-1-1-1 0 0,0 1 1 0 0,1 0-1 0 0,-1-1 0 0 0,0 1 1 0 0,1-1-1 0 0,-1 1 1 0 0,0-1-1 0 0,1 1 0 0 0,-1-1 1 0 0,0 1-1 0 0,0-1 1 0 0,0 1-1 0 0,0-1 0 0 0,1 1 1 0 0,-1-2-1 0 0,9-42-583 0 0,-2-85 372 0 0,-7 103 326 0 0,0-1 0 0 0,2 0 0 0 0,1 0 0 0 0,1 1-1 0 0,1-1 1 0 0,10-30 0 0 0,-14 55-90 0 0,-1 0 0 0 0,1 1 0 0 0,-1-1 1 0 0,1 0-1 0 0,0 1 0 0 0,0-1 0 0 0,-1 1 0 0 0,1-1 0 0 0,0 1 1 0 0,0 0-1 0 0,1-1 0 0 0,-1 1 0 0 0,0 0 0 0 0,0 0 0 0 0,1 0 1 0 0,-1-1-1 0 0,1 2 0 0 0,-1-1 0 0 0,1 0 0 0 0,1-1 0 0 0,-2 2 6 0 0,1 0 0 0 0,-1 1 0 0 0,0-1-1 0 0,0 0 1 0 0,1 1 0 0 0,-1-1 0 0 0,0 1-1 0 0,0-1 1 0 0,0 1 0 0 0,1 0 0 0 0,-1-1-1 0 0,0 1 1 0 0,0 0 0 0 0,0 0 0 0 0,0 0-1 0 0,0 0 1 0 0,-1 0 0 0 0,1 0 0 0 0,0 0-1 0 0,0 0 1 0 0,-1 0 0 0 0,1 0 0 0 0,0 0-1 0 0,-1 1 1 0 0,1-1 0 0 0,0 2 0 0 0,10 24 46 0 0,-1 2 0 0 0,-1-1-1 0 0,-2 1 1 0 0,7 42 0 0 0,1 8-55 0 0,1-7 5 0 0,-10-35-34 0 0,3 0 0 0 0,1 0 0 0 0,1-1 0 0 0,30 64 0 0 0,-39-97 22 0 0,0 0 0 0 0,-1 0 0 0 0,1 0-1 0 0,0 0 1 0 0,0 0 0 0 0,1-1 0 0 0,-1 1-1 0 0,0-1 1 0 0,1 0 0 0 0,0 0 0 0 0,-1 0-1 0 0,1 0 1 0 0,0 0 0 0 0,0 0 0 0 0,0-1-1 0 0,5 2 1 0 0,-5-2-29 0 0,-1-1 0 0 0,0 0 0 0 0,1 0 0 0 0,-1 0 0 0 0,0 0 0 0 0,1 0-1 0 0,-1-1 1 0 0,0 1 0 0 0,1-1 0 0 0,-1 1 0 0 0,0-1 0 0 0,0 0 0 0 0,1 0 0 0 0,-1 0-1 0 0,0 0 1 0 0,0 0 0 0 0,0-1 0 0 0,0 1 0 0 0,0-1 0 0 0,-1 1 0 0 0,1-1 0 0 0,0 0-1 0 0,-1 1 1 0 0,3-4 0 0 0,12-16-203 0 0,0-1-1 0 0,-1 0 1 0 0,17-36 0 0 0,29-78 835 0 0,-23 46-99 0 0,-29 69-336 0 0,-8 15-66 0 0,1 1-1 0 0,1-1 1 0 0,-1 1-1 0 0,1 0 0 0 0,0 0 1 0 0,0 0-1 0 0,5-6 1 0 0,-8 11-85 0 0,1-1 0 0 0,-1 1 0 0 0,0 0 0 0 0,0 0 0 0 0,0 0 0 0 0,0 0 0 0 0,0 0 0 0 0,0 0 0 0 0,0 0 0 0 0,1 0 0 0 0,-1 0 0 0 0,0 0 0 0 0,0-1 0 0 0,0 1 0 0 0,0 0 0 0 0,0 0 0 0 0,0 0 0 0 0,1 0 0 0 0,-1 0 0 0 0,0 0 0 0 0,0 0 1 0 0,0 0-1 0 0,0 0 0 0 0,0 0 0 0 0,1 0 0 0 0,-1 0 0 0 0,0 0 0 0 0,0 1 0 0 0,0-1 0 0 0,0 0 0 0 0,0 0 0 0 0,1 0 0 0 0,-1 0 0 0 0,0 0 0 0 0,0 0 0 0 0,0 0 0 0 0,0 0 0 0 0,0 0 0 0 0,0 0 0 0 0,0 0 0 0 0,1 1 0 0 0,-1-1 0 0 0,0 0 0 0 0,0 0 0 0 0,0 0 0 0 0,4 11 177 0 0,1 14-118 0 0,-5-21-46 0 0,15 143 162 0 0,1 10-296 0 0,-13-135 107 0 0,-3-15-86 0 0,1 0-1 0 0,0-1 1 0 0,0 1-1 0 0,1 0 1 0 0,-1-1-1 0 0,2 1 1 0 0,4 9-1 0 0,-7-16 83 0 0,0 1 0 0 0,0-1-1 0 0,0 0 1 0 0,0 0-1 0 0,0 0 1 0 0,0 0-1 0 0,1 0 1 0 0,-1 1-1 0 0,0-1 1 0 0,0 0 0 0 0,0 0-1 0 0,0 0 1 0 0,0 0-1 0 0,1 0 1 0 0,-1 0-1 0 0,0 0 1 0 0,0 1 0 0 0,0-1-1 0 0,1 0 1 0 0,-1 0-1 0 0,0 0 1 0 0,0 0-1 0 0,0 0 1 0 0,1 0 0 0 0,-1 0-1 0 0,0 0 1 0 0,0 0-1 0 0,0 0 1 0 0,1 0-1 0 0,-1 0 1 0 0,0 0 0 0 0,0 0-1 0 0,0-1 1 0 0,1 1-1 0 0,-1 0 1 0 0,0 0-1 0 0,0 0 1 0 0,0 0-1 0 0,0 0 1 0 0,1 0 0 0 0,-1 0-1 0 0,0 0 1 0 0,0-1-1 0 0,0 1 1 0 0,9-12-188 0 0,2-15 8 0 0,-4-16 149 0 0,-7 36 109 0 0,1 1 0 0 0,0-1 0 0 0,0 0 0 0 0,0 1 0 0 0,1-1 0 0 0,0 1 0 0 0,5-10 0 0 0,-6 15-41 0 0,1 0 0 0 0,-1 0 0 0 0,1 0 0 0 0,0 0 0 0 0,-1 0 0 0 0,1 0 0 0 0,0 0-1 0 0,0 1 1 0 0,0-1 0 0 0,0 1 0 0 0,0-1 0 0 0,-1 1 0 0 0,1 0 0 0 0,0-1 0 0 0,0 1 0 0 0,0 0 0 0 0,0 0 0 0 0,0 1 0 0 0,2-1 0 0 0,40 6-99 0 0,-38-5 101 0 0,1 0 0 0 0,0 1 0 0 0,0-1 0 0 0,-1 2 0 0 0,1-1 0 0 0,-1 1 0 0 0,0-1 0 0 0,0 2 0 0 0,0-1 0 0 0,0 1 0 0 0,0 0 0 0 0,-1 0 0 0 0,0 0 0 0 0,1 1 0 0 0,-2 0 0 0 0,1 0 0 0 0,0 0 0 0 0,-1 1 0 0 0,3 5 0 0 0,-6-10-29 0 0,3 7 20 0 0,0 0-1 0 0,1-1 1 0 0,0 1 0 0 0,11 11 0 0 0,-16-18-28 0 0,1 0 0 0 0,0-1 1 0 0,0 1-1 0 0,0 0 0 0 0,-1 0 0 0 0,1-1 1 0 0,0 1-1 0 0,0 0 0 0 0,0-1 0 0 0,0 1 1 0 0,0-1-1 0 0,0 1 0 0 0,0-1 1 0 0,0 1-1 0 0,0-1 0 0 0,1 0 0 0 0,-1 0 1 0 0,0 0-1 0 0,0 1 0 0 0,0-1 0 0 0,0 0 1 0 0,0 0-1 0 0,0-1 0 0 0,1 1 0 0 0,-1 0 1 0 0,0 0-1 0 0,0 0 0 0 0,0-1 0 0 0,0 1 1 0 0,0-1-1 0 0,0 1 0 0 0,0-1 0 0 0,0 1 1 0 0,0-1-1 0 0,0 1 0 0 0,0-1 0 0 0,0 0 1 0 0,0 0-1 0 0,-1 1 0 0 0,1-1 0 0 0,0 0 1 0 0,0 0-1 0 0,-1 0 0 0 0,1 0 0 0 0,0 0 1 0 0,-1 0-1 0 0,1 0 0 0 0,0-2 1 0 0,2-4-32 0 0,0 0 1 0 0,0 0 0 0 0,0 0 0 0 0,-1 0-1 0 0,0-1 1 0 0,0 1 0 0 0,-1-1 0 0 0,1-7-1 0 0,-1-67-201 0 0,-1 51 135 0 0,-3-307 108 0 0,-50-358 0 0 0,41 610 22 0 0,-29-267-82 0 0,36 276 188 0 0,4 0 0 0 0,13-123-1 0 0,-8 185 4 0 0,-1 29-112 0 0,0 30-34 0 0,-12 194-44 0 0,1 18-385 0 0,9-216 260 0 0,2 0 0 0 0,2-1-1 0 0,1 1 1 0 0,17 51-1 0 0,-17-71-419 0 0,2-1-1 0 0,0 0 0 0 0,2-1 0 0 0,0 0 0 0 0,0 0 0 0 0,2-1 0 0 0,0-1 1 0 0,26 27-1 0 0,-42-52 300 0 0,1 0 1 0 0,0 0 0 0 0,0 0-1 0 0,1-1 1 0 0,0 1-1 0 0,0-13 1 0 0,-1 0 337 0 0,-16-102 1911 0 0,-4-157 1 0 0,22 200-1274 0 0,4 1 0 0 0,3-1 0 0 0,17-81 0 0 0,-20 145-473 0 0,-2 8-106 0 0,0 0 1 0 0,1 0 0 0 0,0 0 0 0 0,1 1-1 0 0,-1-1 1 0 0,2 1 0 0 0,-1-1 0 0 0,1 1-1 0 0,0 0 1 0 0,9-12 0 0 0,-12 20-75 0 0,-1 0 1 0 0,1 1-1 0 0,-1-1 1 0 0,0 0-1 0 0,1 0 1 0 0,-1 0-1 0 0,1 1 0 0 0,-1-1 1 0 0,0 0-1 0 0,1 0 1 0 0,-1 1-1 0 0,0-1 1 0 0,1 0-1 0 0,-1 1 1 0 0,0-1-1 0 0,1 0 1 0 0,-1 1-1 0 0,0-1 0 0 0,0 1 1 0 0,1-1-1 0 0,-1 0 1 0 0,0 1-1 0 0,0-1 1 0 0,0 1-1 0 0,0-1 1 0 0,1 1-1 0 0,-1-1 0 0 0,0 1 1 0 0,0-1-1 0 0,0 1 1 0 0,0-1-1 0 0,0 0 1 0 0,0 1-1 0 0,0-1 1 0 0,-1 1-1 0 0,1 0 0 0 0,4 21 83 0 0,-1 79-17 0 0,-2-52 13 0 0,2 1 1 0 0,15 81-1 0 0,-15-116-290 0 0,2 0 0 0 0,0 0 0 0 0,0 0 0 0 0,1 0 0 0 0,1-1 0 0 0,0 0 0 0 0,1-1-1 0 0,1 1 1 0 0,0-2 0 0 0,1 1 0 0 0,0-1 0 0 0,20 17 0 0 0,-30-28 105 0 0,1 0 0 0 0,0 0 0 0 0,0 0 0 0 0,0-1 1 0 0,0 1-1 0 0,0 0 0 0 0,0 0 0 0 0,0-1 0 0 0,0 1 0 0 0,0-1 0 0 0,0 1 0 0 0,0-1 0 0 0,0 0 0 0 0,1 1 0 0 0,-1-1 1 0 0,0 0-1 0 0,0 0 0 0 0,0 0 0 0 0,1 0 0 0 0,-1 0 0 0 0,0 0 0 0 0,2 0 0 0 0,-2 0 33 0 0,0-1-1 0 0,0 0 1 0 0,0 1 0 0 0,0-1-1 0 0,-1 0 1 0 0,1 0-1 0 0,0 0 1 0 0,0 1-1 0 0,0-1 1 0 0,-1 0 0 0 0,1 0-1 0 0,0 0 1 0 0,-1 0-1 0 0,1 0 1 0 0,-1-1 0 0 0,1 1-1 0 0,-1 0 1 0 0,1-1-1 0 0,2-9 9 0 0,-1 0 0 0 0,-1 0 0 0 0,1-21 0 0 0,-1 20 173 0 0,5-114 270 0 0,9-94 913 0 0,-11 188-1156 0 0,2-1-1 0 0,1 1 0 0 0,2 0 0 0 0,19-48 0 0 0,-27 78-144 0 0,0-1-1 0 0,0 1 1 0 0,0-1 0 0 0,1 1-1 0 0,-1 0 1 0 0,1 0-1 0 0,-1 0 1 0 0,1 0-1 0 0,0 0 1 0 0,0 0 0 0 0,0 0-1 0 0,0 0 1 0 0,2-1-1 0 0,-3 3-6 0 0,-1 0-1 0 0,0-1 0 0 0,1 1 1 0 0,-1 0-1 0 0,1 0 0 0 0,-1 0 1 0 0,0 0-1 0 0,1 0 0 0 0,-1 0 1 0 0,1 0-1 0 0,-1 0 1 0 0,1 0-1 0 0,-1 0 0 0 0,0 0 1 0 0,1 0-1 0 0,-1 1 0 0 0,1-1 1 0 0,-1 0-1 0 0,0 0 0 0 0,1 0 1 0 0,-1 0-1 0 0,0 1 0 0 0,1-1 1 0 0,-1 0-1 0 0,0 0 0 0 0,1 1 1 0 0,-1-1-1 0 0,0 0 0 0 0,1 1 1 0 0,7 22 94 0 0,-3 39 350 0 0,-2-1-1 0 0,-8 103 1 0 0,0-31-298 0 0,4-120-171 0 0,7 171 14 0 0,-4-164-259 0 0,1 0 0 0 0,0-1 0 0 0,2 0 1 0 0,0 0-1 0 0,2 0 0 0 0,0 0 0 0 0,11 20 0 0 0,-18-38 198 0 0,0 0 0 0 0,1-1 0 0 0,-1 1 0 0 0,0-1 0 0 0,0 1 0 0 0,1-1 0 0 0,-1 1 0 0 0,0 0 0 0 0,1-1 0 0 0,-1 1 0 0 0,1-1 0 0 0,-1 0 0 0 0,0 1 0 0 0,1-1 0 0 0,-1 1 0 0 0,1-1 0 0 0,-1 0 0 0 0,1 1 0 0 0,0-1 0 0 0,-1 0 0 0 0,1 1 0 0 0,-1-1-1 0 0,1 0 1 0 0,-1 0 0 0 0,1 0 0 0 0,0 0 0 0 0,-1 1 0 0 0,1-1 0 0 0,0 0 0 0 0,-1 0 0 0 0,2 0 0 0 0,-1-1 24 0 0,0 0-1 0 0,0 0 0 0 0,0 1 1 0 0,0-1-1 0 0,-1 0 0 0 0,1 0 1 0 0,0 0-1 0 0,0 0 1 0 0,0 0-1 0 0,-1 0 0 0 0,1 0 1 0 0,-1-1-1 0 0,1 1 1 0 0,0-2-1 0 0,15-56 552 0 0,-13 47-513 0 0,34-137 1239 0 0,50-170 1051 0 0,-82 305-2191 0 0,12-32 209 0 0,-16 43-280 0 0,0 0 0 0 0,0 1 1 0 0,1-1-1 0 0,-1 1 0 0 0,1 0 0 0 0,0-1 0 0 0,-1 1 1 0 0,1 0-1 0 0,0 0 0 0 0,0 0 0 0 0,1 0 0 0 0,-1 1 0 0 0,3-3 1 0 0,-5 4-18 0 0,1 0 1 0 0,-1 0 0 0 0,1 0-1 0 0,-1-1 1 0 0,0 1 0 0 0,1 0 0 0 0,-1 0-1 0 0,0 0 1 0 0,1 0 0 0 0,-1 0-1 0 0,1 0 1 0 0,-1 0 0 0 0,0 0 0 0 0,1 0-1 0 0,-1 0 1 0 0,1 0 0 0 0,-1 0-1 0 0,0 1 1 0 0,1-1 0 0 0,-1 0 0 0 0,0 0-1 0 0,1 0 1 0 0,-1 0 0 0 0,0 1-1 0 0,1-1 1 0 0,-1 0 0 0 0,0 0 0 0 0,1 1-1 0 0,-1-1 1 0 0,0 0 0 0 0,1 1-1 0 0,6 15 176 0 0,-3 24 89 0 0,-4-36-234 0 0,1 193 493 0 0,-3-135-482 0 0,2-1-1 0 0,15 115 0 0 0,3-67-398 0 0,-18-109 348 0 0,0 0 1 0 0,0 0-1 0 0,0 0 0 0 0,0 0 1 0 0,0 0-1 0 0,0 1 0 0 0,0-1 0 0 0,0 0 1 0 0,0 0-1 0 0,0 0 0 0 0,0 0 1 0 0,0 0-1 0 0,0 0 0 0 0,0 0 0 0 0,0 0 1 0 0,0 0-1 0 0,0 0 0 0 0,0 1 0 0 0,0-1 1 0 0,0 0-1 0 0,0 0 0 0 0,0 0 1 0 0,0 0-1 0 0,1 0 0 0 0,-1 0 0 0 0,0 0 1 0 0,0 0-1 0 0,0 0 0 0 0,0 0 1 0 0,0 0-1 0 0,0 0 0 0 0,0 0 0 0 0,0 0 1 0 0,0 0-1 0 0,0 0 0 0 0,0 0 1 0 0,1 0-1 0 0,-1 1 0 0 0,0-1 0 0 0,0 0 1 0 0,0 0-1 0 0,0 0 0 0 0,0 0 0 0 0,0 0 1 0 0,0 0-1 0 0,0-1 0 0 0,0 1 1 0 0,1 0-1 0 0,-1 0 0 0 0,0 0 0 0 0,0 0 1 0 0,0 0-1 0 0,0 0 0 0 0,0 0 1 0 0,0 0-1 0 0,0 0 0 0 0,0 0 0 0 0,0 0 1 0 0,0 0-1 0 0,0 0 0 0 0,1 0 0 0 0,4-8-17 0 0,3-12 85 0 0,30-128-324 0 0,-30 106 261 0 0,2 0 1 0 0,2 1 0 0 0,2 1 0 0 0,34-70 0 0 0,-45 104-4 0 0,1 0 1 0 0,0 1 0 0 0,0 0 0 0 0,0-1-1 0 0,1 2 1 0 0,8-9 0 0 0,-12 12 0 0 0,0 1 0 0 0,0-1 0 0 0,-1 1 0 0 0,1-1 1 0 0,0 1-1 0 0,0-1 0 0 0,0 1 0 0 0,0 0 0 0 0,0-1 0 0 0,0 1 1 0 0,0 0-1 0 0,0 0 0 0 0,0 0 0 0 0,0-1 0 0 0,0 1 0 0 0,0 0 0 0 0,0 0 1 0 0,0 1-1 0 0,0-1 0 0 0,1 0 0 0 0,-1 1 1 0 0,1 0 0 0 0,-1 0 0 0 0,0 0 0 0 0,0 0 0 0 0,0 0 0 0 0,0 0 0 0 0,0 0 0 0 0,0 0 1 0 0,0 0-1 0 0,-1 0 0 0 0,1 1 0 0 0,0-1 0 0 0,-1 0 0 0 0,1 0 0 0 0,0 1 0 0 0,-1-1 0 0 0,0 1 0 0 0,1 2 0 0 0,4 24 88 0 0,-2 1-1 0 0,0-1 1 0 0,-2 1-1 0 0,-2 0 1 0 0,-6 47-1 0 0,3-25-61 0 0,8 263 107 0 0,-1-256-255 0 0,-3-53 164 0 0,2 14-236 0 0,0-19 20 0 0,1-12 62 0 0,44-149-244 0 0,-9 37 480 0 0,-30 90-85 0 0,-2 9-34 0 0,0-1 0 0 0,2 2 0 0 0,0-1 0 0 0,2 1-1 0 0,1 0 1 0 0,16-26 0 0 0,-26 48 6 0 0,0 0 1 0 0,1 1-1 0 0,-1-1 1 0 0,0 0-1 0 0,1 1 1 0 0,-1-1-1 0 0,1 1 0 0 0,0 0 1 0 0,-1 0-1 0 0,1 0 1 0 0,0-1-1 0 0,0 2 0 0 0,-1-1 1 0 0,1 0-1 0 0,3-1 1 0 0,-4 2-9 0 0,0 0 0 0 0,0 0 0 0 0,0 1 0 0 0,0-1 0 0 0,-1 0 0 0 0,1 0 0 0 0,0 1 1 0 0,0-1-1 0 0,0 1 0 0 0,0-1 0 0 0,-1 0 0 0 0,1 1 0 0 0,0-1 0 0 0,0 1 0 0 0,-1 0 0 0 0,1-1 1 0 0,0 1-1 0 0,-1 0 0 0 0,1-1 0 0 0,-1 1 0 0 0,1 0 0 0 0,-1 0 0 0 0,1-1 0 0 0,-1 1 0 0 0,1 0 1 0 0,-1 0-1 0 0,0 0 0 0 0,0 0 0 0 0,1 0 0 0 0,-1-1 0 0 0,0 1 0 0 0,0 0 0 0 0,0 0 1 0 0,0 0-1 0 0,0 0 0 0 0,0 2 0 0 0,6 65 196 0 0,-3 97 0 0 0,-1-19-120 0 0,-12 126-6 0 0,8-240-31 0 0,2-28-46 0 0,0 24 102 0 0,4-23-42 0 0,7-15-55 0 0,3-12-116 0 0,-2-1 0 0 0,-1 0 0 0 0,0 0 0 0 0,13-45-1 0 0,-15 41 134 0 0,12-42-113 0 0,-16 48 93 0 0,1-1 0 0 0,1 2 0 0 0,1-1 0 0 0,1 1 1 0 0,0 0-1 0 0,21-31 0 0 0,-29 50 9 0 0,-1 0 0 0 0,1 0 0 0 0,0-1 0 0 0,0 1 0 0 0,0 0 0 0 0,0 0 0 0 0,0 0 0 0 0,0 0 0 0 0,0 0 0 0 0,1 0 0 0 0,-1 0 0 0 0,0 1 0 0 0,0-1-1 0 0,1 0 1 0 0,-1 1 0 0 0,0-1 0 0 0,1 1 0 0 0,-1-1 0 0 0,1 1 0 0 0,-1 0 0 0 0,0-1 0 0 0,3 1 0 0 0,-2 1 2 0 0,-1-1 0 0 0,0 1 1 0 0,0-1-1 0 0,1 1 0 0 0,-1 0 0 0 0,0 0 0 0 0,0 0 0 0 0,0 0 0 0 0,0-1 0 0 0,0 1 1 0 0,0 1-1 0 0,-1-1 0 0 0,1 0 0 0 0,0 0 0 0 0,0 0 0 0 0,-1 0 0 0 0,1 0 0 0 0,-1 1 0 0 0,1 0 1 0 0,3 10 15 0 0,0 0 1 0 0,-1 0-1 0 0,2 23 1 0 0,11 212-24 0 0,-3-20-323 0 0,-11-176 236 0 0,-2-36 26 0 0,1 0 0 0 0,0 0 1 0 0,6 25-1 0 0,-7-40 56 0 0,0 0 0 0 0,0 0 1 0 0,0 0-1 0 0,0 0 0 0 0,0 1 1 0 0,0-1-1 0 0,0 0 0 0 0,0 0 1 0 0,0 0-1 0 0,0 0 0 0 0,0 0 1 0 0,0 0-1 0 0,0 1 0 0 0,0-1 1 0 0,0 0-1 0 0,1 0 0 0 0,-1 0 1 0 0,0 0-1 0 0,0 0 0 0 0,0 0 1 0 0,0 1-1 0 0,0-1 0 0 0,0 0 1 0 0,0 0-1 0 0,0 0 0 0 0,0 0 1 0 0,1 0-1 0 0,-1 0 0 0 0,0 0 1 0 0,0 0-1 0 0,0 0 0 0 0,0 0 1 0 0,0 0-1 0 0,1 0 0 0 0,-1 0 1 0 0,0 0-1 0 0,0 0 0 0 0,0 0 1 0 0,0 0-1 0 0,0 0 0 0 0,0 0 1 0 0,1 0-1 0 0,-1 0 0 0 0,0 0 1 0 0,0 0-1 0 0,0 0 0 0 0,0 0 1 0 0,0 0-1 0 0,1 0 0 0 0,-1 0 1 0 0,0 0-1 0 0,0 0 0 0 0,0 0 1 0 0,0 0-1 0 0,0 0 0 0 0,8-11-95 0 0,2-13-40 0 0,2-17 14 0 0,9-66 1 0 0,-15 66 246 0 0,20-65 1 0 0,-26 104-110 0 0,1 1 0 0 0,-1-1 0 0 0,1 0 1 0 0,0 0-1 0 0,-1 1 0 0 0,1-1 0 0 0,0 0 0 0 0,0 1 1 0 0,0-1-1 0 0,0 1 0 0 0,1-1 0 0 0,-1 1 0 0 0,0 0 1 0 0,1-1-1 0 0,-1 1 0 0 0,1 0 0 0 0,-1 0 0 0 0,1 0 1 0 0,-1 0-1 0 0,1 0 0 0 0,2 0 0 0 0,-3 1-3 0 0,0 0-1 0 0,0 0 1 0 0,0 0-1 0 0,0 1 1 0 0,1-1-1 0 0,-1 0 1 0 0,0 1 0 0 0,0-1-1 0 0,0 1 1 0 0,0-1-1 0 0,0 1 1 0 0,0-1-1 0 0,0 1 1 0 0,-1 0-1 0 0,1 0 1 0 0,0-1 0 0 0,0 1-1 0 0,0 0 1 0 0,-1 0-1 0 0,1 0 1 0 0,0 0-1 0 0,-1 0 1 0 0,1 0-1 0 0,-1 0 1 0 0,1 0 0 0 0,-1 0-1 0 0,0 0 1 0 0,1 0-1 0 0,-1 0 1 0 0,0 0-1 0 0,0 1 1 0 0,0-1-1 0 0,0 0 1 0 0,0 2 0 0 0,5 38 81 0 0,-1 0 1 0 0,-2 1-1 0 0,-5 41 1 0 0,2 30 37 0 0,6-35-258 0 0,2-1 0 0 0,23 96 0 0 0,-18-140 51 0 0,-12-32 71 0 0,0-1-1 0 0,0 1 1 0 0,1-1-1 0 0,-1 0 1 0 0,0 1-1 0 0,1-1 1 0 0,-1 0 0 0 0,0 0-1 0 0,0 1 1 0 0,1-1-1 0 0,-1 0 1 0 0,0 0-1 0 0,1 1 1 0 0,-1-1-1 0 0,1 0 1 0 0,-1 0-1 0 0,0 0 1 0 0,1 0-1 0 0,-1 0 1 0 0,1 1-1 0 0,-1-1 1 0 0,0 0 0 0 0,1 0-1 0 0,-1 0 1 0 0,1 0-1 0 0,0 0 1 0 0,0-1-4 0 0,0 0 0 0 0,0 1 0 0 0,0-1 0 0 0,0 0 1 0 0,0 1-1 0 0,-1-1 0 0 0,1 0 0 0 0,0 0 0 0 0,0 0 0 0 0,-1 1 1 0 0,1-1-1 0 0,0 0 0 0 0,-1 0 0 0 0,1 0 0 0 0,0-2 1 0 0,3-7-98 0 0,0 0 1 0 0,-1-1 0 0 0,0 0-1 0 0,0 1 1 0 0,-1-1 0 0 0,1-20-1 0 0,-3 21-41 0 0,1 0-1 0 0,0 1 0 0 0,1-1 0 0 0,0 0 1 0 0,1 0-1 0 0,0 1 0 0 0,1-1 0 0 0,4-9 0 0 0,-7 18 142 0 0,-1 0 0 0 0,0 1 0 0 0,0-1 0 0 0,1 0-1 0 0,-1 1 1 0 0,1-1 0 0 0,-1 1 0 0 0,0-1 0 0 0,1 0-1 0 0,-1 1 1 0 0,1-1 0 0 0,0 1 0 0 0,-1-1 0 0 0,1 1-1 0 0,-1-1 1 0 0,1 1 0 0 0,0 0 0 0 0,-1-1 0 0 0,1 1-1 0 0,0 0 1 0 0,-1-1 0 0 0,1 1 0 0 0,0 0 0 0 0,0 0-1 0 0,-1 0 1 0 0,1 0 0 0 0,1 0 0 0 0,-1 0 21 0 0,0 1 0 0 0,0-1 0 0 0,0 1-1 0 0,0 0 1 0 0,0-1 0 0 0,-1 1 0 0 0,1 0 0 0 0,0 0 0 0 0,-1-1 0 0 0,1 1 0 0 0,0 0 0 0 0,-1 0 0 0 0,1 0 0 0 0,-1 0 0 0 0,1 0-1 0 0,0 2 1 0 0,1 4 98 0 0,0 1 0 0 0,0-1 0 0 0,0 1 0 0 0,0 8 0 0 0,2 73 123 0 0,8 86 666 0 0,-9-145-764 0 0,2-1-1 0 0,2 0 0 0 0,17 51 1 0 0,-23-75-191 0 0,1-1 0 0 0,0 1 0 0 0,0-1 0 0 0,1 1 0 0 0,-1-1 0 0 0,1 0 0 0 0,0 0 0 0 0,6 7 0 0 0,-8-10 37 0 0,0 0 0 0 0,0-1 0 0 0,0 1 0 0 0,0-1 0 0 0,0 1-1 0 0,-1-1 1 0 0,1 1 0 0 0,0-1 0 0 0,0 0 0 0 0,0 0 0 0 0,0 1 0 0 0,0-1-1 0 0,0 0 1 0 0,1 0 0 0 0,-1 0 0 0 0,0 0 0 0 0,0 0 0 0 0,1 0 0 0 0,0-1 8 0 0,0 0 0 0 0,0 1 0 0 0,0-1 0 0 0,0 0 0 0 0,0 0 1 0 0,0-1-1 0 0,0 1 0 0 0,0 0 0 0 0,-1 0 0 0 0,1-1 0 0 0,2-2 0 0 0,0 0 15 0 0,6-6-50 0 0,0 0 1 0 0,1 0-1 0 0,0 1 1 0 0,21-13-1 0 0,-28 20 32 0 0,-1 0-1 0 0,0 1 1 0 0,1-1-1 0 0,0 1 1 0 0,-1 0-1 0 0,1 0 1 0 0,0 0 0 0 0,-1 1-1 0 0,1-1 1 0 0,0 1-1 0 0,0 0 1 0 0,0 0-1 0 0,-1 0 1 0 0,1 1 0 0 0,0-1-1 0 0,0 1 1 0 0,-1 0-1 0 0,1 0 1 0 0,0 0-1 0 0,-1 1 1 0 0,1-1-1 0 0,5 4 1 0 0,22 13 186 0 0,1 1 747 0 0,68 30 0 0 0,-93-46-830 0 0,-2-1 24 0 0,1 0 0 0 0,0 0 0 0 0,-1 1 0 0 0,1 0-1 0 0,9 7 1 0 0,-14-9-132 0 0,0 0-1 0 0,0-1 0 0 0,0 1 1 0 0,0 1-1 0 0,0-1 1 0 0,-1 0-1 0 0,1 0 0 0 0,0 0 1 0 0,-1 0-1 0 0,1 0 1 0 0,-1 1-1 0 0,1-1 0 0 0,-1 0 1 0 0,1 1-1 0 0,-1-1 1 0 0,0 0-1 0 0,0 1 0 0 0,0-1 1 0 0,0 0-1 0 0,0 1 1 0 0,0-1-1 0 0,0 0 0 0 0,0 1 1 0 0,0-1-1 0 0,-1 0 1 0 0,1 1-1 0 0,0-1 0 0 0,-1 0 1 0 0,1 0-1 0 0,-1 1 1 0 0,0-1-1 0 0,1 0 0 0 0,-2 2 1 0 0,-8 12-367 0 0</inkml:trace>
</inkml:ink>
</file>

<file path=ppt/ink/ink2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3:55.343"/>
    </inkml:context>
    <inkml:brush xml:id="br0">
      <inkml:brushProperty name="width" value="0.1" units="cm"/>
      <inkml:brushProperty name="height" value="0.1" units="cm"/>
      <inkml:brushProperty name="color" value="#004F8B"/>
    </inkml:brush>
  </inkml:definitions>
  <inkml:trace contextRef="#ctx0" brushRef="#br0">5 2087 1376 0 0,'-5'3'4953'0'0,"5"-3"-4856"0"0,7 10 2972 0 0,-6-9-3689 0 0,0 0 741 0 0,0 0 0 0 0,0 0 0 0 0,0-1-1 0 0,0 1 1 0 0,-1-1 0 0 0,1 1 0 0 0,0-1 0 0 0,1 1-1 0 0,-1-1 1 0 0,0 0 0 0 0,0 1 0 0 0,0-1-1 0 0,0 0 1 0 0,0 0 0 0 0,0 0 0 0 0,0 1 0 0 0,0-1-1 0 0,0-1 1 0 0,1 1 0 0 0,-1 0 0 0 0,0 0 0 0 0,0 0-1 0 0,0 0 1 0 0,0-1 0 0 0,0 1 0 0 0,0-1-1 0 0,0 1 1 0 0,0-1 0 0 0,0 1 0 0 0,0-1 0 0 0,1 0-1 0 0,2-1 48 0 0,-1-1 0 0 0,1 1-1 0 0,-1 0 1 0 0,0-1-1 0 0,0 0 1 0 0,4-4 0 0 0,-1-3 12 0 0,0 1 1 0 0,-1-1-1 0 0,0 0 1 0 0,-1 0-1 0 0,0 0 1 0 0,0-1-1 0 0,2-13 1 0 0,10-80 704 0 0,-13 82-671 0 0,34-553 2718 0 0,-26 294-2350 0 0,-3 178-387 0 0,27-141 0 0 0,-21 183-111 0 0,2 2 0 0 0,2-1 0 0 0,43-91 1 0 0,-52 132-36 0 0,0 0 0 0 0,2 1 0 0 0,0 1 0 0 0,0-1 0 0 0,2 2 0 0 0,0 0 0 0 0,1 0 0 0 0,1 1 0 0 0,17-13 1 0 0,-28 26-57 0 0,0-1 1 0 0,0 1-1 0 0,0 0 1 0 0,0 0-1 0 0,1 1 1 0 0,-1-1-1 0 0,0 1 1 0 0,1 0-1 0 0,0 0 1 0 0,-1 0-1 0 0,1 1 1 0 0,-1 0-1 0 0,1 0 1 0 0,6 0-1 0 0,-3 1-20 0 0,0 1 0 0 0,0 0 0 0 0,0 0 0 0 0,0 1 0 0 0,0 0 0 0 0,0 0 0 0 0,10 7 0 0 0,-4-2-14 0 0,-1 1 0 0 0,0 1-1 0 0,0 0 1 0 0,-1 1 0 0 0,0 0-1 0 0,-1 0 1 0 0,17 24-1 0 0,-12-9 27 0 0,-1 0 0 0 0,-1 1 0 0 0,-1 0 0 0 0,13 43 0 0 0,23 119 249 0 0,-35-130-173 0 0,52 152 207 0 0,-26-91-119 0 0,59 171-275 0 0,-93-274 161 0 0,1 0 0 0 0,11 20 0 0 0,-15-33-30 0 0,-1 0 0 0 0,1 0 0 0 0,0 0 0 0 0,0 0 0 0 0,0 0 1 0 0,0-1-1 0 0,1 0 0 0 0,-1 1 0 0 0,1-1 0 0 0,0-1 0 0 0,0 1 0 0 0,0 0 0 0 0,0-1 0 0 0,5 2 1 0 0,-7-3 3 0 0,0-1 1 0 0,0 0-1 0 0,0 0 1 0 0,-1 0-1 0 0,1 0 1 0 0,0 0 0 0 0,0-1-1 0 0,0 1 1 0 0,0 0-1 0 0,-1-1 1 0 0,1 1-1 0 0,0-1 1 0 0,0 0 0 0 0,-1 0-1 0 0,1 0 1 0 0,0 1-1 0 0,-1-2 1 0 0,1 1 0 0 0,-1 0-1 0 0,1 0 1 0 0,-1 0-1 0 0,0-1 1 0 0,1 1-1 0 0,1-3 1 0 0,30-45 366 0 0,-26 38-311 0 0,13-21 157 0 0,32-37 0 0 0,-44 60-176 0 0,1-1 1 0 0,0 1-1 0 0,1 0 1 0 0,0 1-1 0 0,0 0 1 0 0,1 0-1 0 0,16-8 1 0 0,-21 13-42 0 0,0 1 0 0 0,0-1 0 0 0,0 2-1 0 0,0-1 1 0 0,0 0 0 0 0,0 1 0 0 0,0 0 0 0 0,1 1 0 0 0,-1-1 0 0 0,0 1 0 0 0,1 1 0 0 0,-1-1 0 0 0,0 1-1 0 0,0 0 1 0 0,1 0 0 0 0,-1 1 0 0 0,0 0 0 0 0,0 0 0 0 0,10 5 0 0 0,-8-2 6 0 0,0 0 0 0 0,-1 0 1 0 0,0 1-1 0 0,0 0 0 0 0,0 0 1 0 0,-1 0-1 0 0,0 1 0 0 0,0 0 0 0 0,-1 0 1 0 0,0 1-1 0 0,0 0 0 0 0,-1-1 1 0 0,5 11-1 0 0,69 203-565 0 0,-73-207 536 0 0,1 0-1 0 0,0-1 0 0 0,1 0 1 0 0,1 0-1 0 0,0-1 0 0 0,1 0 1 0 0,0 0-1 0 0,1-1 0 0 0,0 0 1 0 0,0-1-1 0 0,15 11 0 0 0,-8-8-31 0 0,0 0 0 0 0,1-1-1 0 0,1-1 1 0 0,0-1 0 0 0,0-1-1 0 0,1 0 1 0 0,22 6 0 0 0,-23-10 48 0 0,-1 0 0 0 0,1-1 0 0 0,0-1 0 0 0,0-1 0 0 0,0-1 0 0 0,1-1 0 0 0,-1 0 0 0 0,20-3 0 0 0,-31 2 19 0 0,1-1 0 0 0,-1 0 0 0 0,0-1 0 0 0,1 1 1 0 0,-1-2-1 0 0,0 1 0 0 0,0-1 0 0 0,-1 0 0 0 0,1-1 0 0 0,-1 1 0 0 0,0-2 0 0 0,0 1 0 0 0,-1-1 0 0 0,0 0 0 0 0,0 0 0 0 0,0-1 1 0 0,0 1-1 0 0,-1-1 0 0 0,8-15 0 0 0,5-16 11 0 0,-1-1 0 0 0,-2 0 0 0 0,-1-1 1 0 0,-3-1-1 0 0,12-75 0 0 0,3-215 248 0 0,-3 25-145 0 0,-22 297-131 0 0,42-251 98 0 0,-32 209-56 0 0,3 0 0 0 0,39-96 0 0 0,-37 109-89 0 0,19-39 249 0 0,-31 70-204 0 0,-1 1 1 0 0,1 0 0 0 0,1 0-1 0 0,-1 0 1 0 0,1 0 0 0 0,0 1-1 0 0,0 0 1 0 0,11-8 0 0 0,-14 12-6 0 0,0-1 1 0 0,1 1 0 0 0,-1 0 0 0 0,1 0 0 0 0,-1 0 0 0 0,1 1 0 0 0,0-1 0 0 0,-1 1-1 0 0,1-1 1 0 0,0 1 0 0 0,-1 0 0 0 0,1 0 0 0 0,0 0 0 0 0,-1 0 0 0 0,1 1-1 0 0,0-1 1 0 0,-1 1 0 0 0,1-1 0 0 0,0 1 0 0 0,-1 0 0 0 0,1 0 0 0 0,-1 0 0 0 0,1 0-1 0 0,-1 1 1 0 0,0-1 0 0 0,0 1 0 0 0,1-1 0 0 0,-1 1 0 0 0,0 0 0 0 0,0 0-1 0 0,-1 0 1 0 0,3 2 0 0 0,4 5-11 0 0,0 0 1 0 0,-1 1-1 0 0,0 0 0 0 0,-1 0 1 0 0,9 20-1 0 0,7 21 5 0 0,-4 0 0 0 0,22 93 0 0 0,1 111-24 0 0,-28-179 36 0 0,4-2 0 0 0,51 143 0 0 0,-56-185 0 0 0,1-1 0 0 0,2-1 0 0 0,1-1 0 0 0,24 34 0 0 0,-38-61 4 0 0,-1 0 1 0 0,1 0-1 0 0,0 0 0 0 0,0 0 1 0 0,0-1-1 0 0,0 1 1 0 0,1-1-1 0 0,-1 0 1 0 0,0 1-1 0 0,1-1 0 0 0,-1 0 1 0 0,1 0-1 0 0,-1 0 1 0 0,1-1-1 0 0,-1 1 0 0 0,1-1 1 0 0,-1 1-1 0 0,1-1 1 0 0,0 0-1 0 0,-1 0 0 0 0,1 0 1 0 0,0 0-1 0 0,-1 0 1 0 0,1-1-1 0 0,-1 1 0 0 0,1-1 1 0 0,0 0-1 0 0,-1 0 1 0 0,1 0-1 0 0,-1 0 0 0 0,3-2 1 0 0,11-4 33 0 0,-1-2 0 0 0,-1 0 0 0 0,24-18 0 0 0,-24 16-44 0 0,51-42-88 0 0,-46 35 64 0 0,1 2 0 0 0,40-26 0 0 0,-53 38 26 0 0,0 0-1 0 0,1 1 1 0 0,0 0-1 0 0,-1 0 1 0 0,1 0-1 0 0,0 1 1 0 0,0 1-1 0 0,0-1 1 0 0,1 1-1 0 0,-1 1 0 0 0,0-1 1 0 0,0 1-1 0 0,9 2 1 0 0,-9-1 13 0 0,-1 0 0 0 0,0 0-1 0 0,1 1 1 0 0,-1 0 0 0 0,0 1 0 0 0,0 0 0 0 0,0 0 0 0 0,0 0 0 0 0,-1 1-1 0 0,1 0 1 0 0,-1 0 0 0 0,0 0 0 0 0,10 11 0 0 0,-7-6-29 0 0,-1 1 0 0 0,-1 1 0 0 0,0 0 0 0 0,0 0 0 0 0,-1 0 0 0 0,-1 0 0 0 0,7 18 0 0 0,18 58 683 0 0,-18-48-869 0 0,3 0-1 0 0,22 45 1 0 0,-27-68 216 0 0,0-1 0 0 0,1-1-1 0 0,0 0 1 0 0,1-1 0 0 0,0 0 0 0 0,1 0 0 0 0,1-2 0 0 0,0 1 0 0 0,30 16 0 0 0,-35-23 1 0 0,1-1 1 0 0,1 0-1 0 0,-1-1 1 0 0,0 0 0 0 0,1 0-1 0 0,0-2 1 0 0,-1 1-1 0 0,1-1 1 0 0,0-1 0 0 0,0 1-1 0 0,0-2 1 0 0,0 0-1 0 0,-1 0 1 0 0,1-1 0 0 0,0 0-1 0 0,16-7 1 0 0,-13 4 22 0 0,0 0-1 0 0,-1-2 1 0 0,0 0 0 0 0,0 0 0 0 0,0-1 0 0 0,-1-1-1 0 0,0 0 1 0 0,-1 0 0 0 0,0-1 0 0 0,-1-1 0 0 0,17-20-1 0 0,-20 20-43 0 0,0 0-1 0 0,-1-1 0 0 0,0 0 0 0 0,-1 0 0 0 0,-1 0 0 0 0,1 0 0 0 0,-2-1 1 0 0,0 0-1 0 0,2-20 0 0 0,-1-13-35 0 0,-2-65 1 0 0,-2 14 23 0 0,12-58 87 0 0,2-56 38 0 0,-11 89 205 0 0,27-183 0 0 0,-28 294-338 0 0,0 1 0 0 0,0-1 0 0 0,1 1 1 0 0,1 0-1 0 0,-1 0 0 0 0,2 1 0 0 0,-1-1 0 0 0,7-9 0 0 0,-8 15 15 0 0,0 0 0 0 0,1 1 0 0 0,-1-1 0 0 0,1 1 0 0 0,0-1-1 0 0,0 1 1 0 0,0 0 0 0 0,0 1 0 0 0,0-1 0 0 0,1 1 0 0 0,-1 0 0 0 0,1 0 0 0 0,0 0 0 0 0,-1 0-1 0 0,1 1 1 0 0,0 0 0 0 0,0 0 0 0 0,10 0 0 0 0,-8 0-3 0 0,0 0-1 0 0,0 0 1 0 0,1 1 0 0 0,-1 0 0 0 0,0 1-1 0 0,0 0 1 0 0,1 0 0 0 0,-1 0 0 0 0,0 1-1 0 0,0 0 1 0 0,0 1 0 0 0,-1-1-1 0 0,1 1 1 0 0,-1 1 0 0 0,1-1 0 0 0,-1 1-1 0 0,0 0 1 0 0,0 0 0 0 0,0 1 0 0 0,-1 0-1 0 0,0 0 1 0 0,0 0 0 0 0,0 1 0 0 0,-1-1-1 0 0,1 1 1 0 0,-1 0 0 0 0,-1 1-1 0 0,1-1 1 0 0,4 13 0 0 0,12 31-39 0 0,27 105 0 0 0,-5 56-169 0 0,17 65 46 0 0,-55-263 181 0 0,2 9 22 0 0,14 35-1 0 0,-18-53-18 0 0,0 0 0 0 0,0 0 0 0 0,0 0-1 0 0,0 0 1 0 0,1 0 0 0 0,-1 0 0 0 0,1-1 0 0 0,0 1 0 0 0,0-1 0 0 0,1 0 0 0 0,-1 0 0 0 0,1 0 0 0 0,-1 0 0 0 0,8 4 0 0 0,-7-7 3 0 0,-1 1 1 0 0,1-1-1 0 0,-1 1 0 0 0,1-1 1 0 0,-1 0-1 0 0,0-1 0 0 0,1 1 1 0 0,-1 0-1 0 0,1-1 0 0 0,-1 0 1 0 0,0 0-1 0 0,1 0 0 0 0,-1 0 0 0 0,0-1 1 0 0,5-2-1 0 0,49-30 110 0 0,-48 29-112 0 0,68-53 26 0 0,-60 43-27 0 0,1 1-1 0 0,0 1 1 0 0,1 0-1 0 0,0 2 1 0 0,1 0-1 0 0,39-15 1 0 0,-56 25-5 0 0,0 0 0 0 0,0 0 0 0 0,0 0-1 0 0,0 0 1 0 0,1 1 0 0 0,-1 0 0 0 0,0 0 0 0 0,0 0 0 0 0,0 0 0 0 0,0 0 0 0 0,1 0-1 0 0,-1 1 1 0 0,0 0 0 0 0,0-1 0 0 0,0 1 0 0 0,0 0 0 0 0,0 1 0 0 0,0-1 0 0 0,0 0 0 0 0,-1 1-1 0 0,1 0 1 0 0,0-1 0 0 0,2 3 0 0 0,1 3-2 0 0,0 1 0 0 0,0-1 0 0 0,-1 1 0 0 0,0 0 0 0 0,-1 0 0 0 0,7 15 0 0 0,46 86 81 0 0,21 48 260 0 0,-70-138-301 0 0,1 0-1 0 0,1-1 1 0 0,0 0 0 0 0,2 0 0 0 0,0-1 0 0 0,1-1-1 0 0,0 0 1 0 0,1 0 0 0 0,1-2 0 0 0,1 0-1 0 0,0 0 1 0 0,1-2 0 0 0,23 14 0 0 0,-32-22-32 0 0,1-1 0 0 0,0 0 0 0 0,-1-1 0 0 0,1 0 0 0 0,0-1 0 0 0,0 1 0 0 0,0-2 0 0 0,0 1 1 0 0,0-1-1 0 0,0-1 0 0 0,0 1 0 0 0,16-5 0 0 0,20 1-2182 0 0</inkml:trace>
</inkml:ink>
</file>

<file path=ppt/ink/ink2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03.223"/>
    </inkml:context>
    <inkml:brush xml:id="br0">
      <inkml:brushProperty name="width" value="0.1" units="cm"/>
      <inkml:brushProperty name="height" value="0.1" units="cm"/>
      <inkml:brushProperty name="color" value="#008C3A"/>
    </inkml:brush>
  </inkml:definitions>
  <inkml:trace contextRef="#ctx0" brushRef="#br0">106 234 10138 0 0,'-11'-1'934'0'0,"-1"0"1"0"0,1 0-1 0 0,-1-1 0 0 0,1 0 0 0 0,-1-1 0 0 0,1-1 1 0 0,-15-6-1 0 0,41 14-896 0 0,0-1 0 0 0,1 0 0 0 0,-1-1 0 0 0,0-1 0 0 0,1 0 0 0 0,21-3 0 0 0,-31 2 9 0 0,70-5 70 0 0,0-4-1 0 0,90-22 1 0 0,69-9 475 0 0,398-21 1065 0 0,-437 30-1073 0 0,-112 15-19 0 0,117-7-1 0 0,-169 20-263 0 0,15 0-1796 0 0</inkml:trace>
</inkml:ink>
</file>

<file path=ppt/ink/ink2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03.792"/>
    </inkml:context>
    <inkml:brush xml:id="br0">
      <inkml:brushProperty name="width" value="0.1" units="cm"/>
      <inkml:brushProperty name="height" value="0.1" units="cm"/>
      <inkml:brushProperty name="color" value="#008C3A"/>
    </inkml:brush>
  </inkml:definitions>
  <inkml:trace contextRef="#ctx0" brushRef="#br0">105 1 1376 0 0,'-31'1'955'0'0,"26"-1"127"0"0,0 1 0 0 0,0 1 0 0 0,-1-1 1 0 0,1 1-1 0 0,0 0 0 0 0,-9 5 0 0 0,12-6-722 0 0,0 0 0 0 0,0 1 0 0 0,0-1 0 0 0,0 1 0 0 0,0-1 0 0 0,0 1 0 0 0,1 0 0 0 0,-1-1 0 0 0,1 1 0 0 0,-1 0-1 0 0,1 0 1 0 0,0 0 0 0 0,0 0 0 0 0,0 1 0 0 0,0-1 0 0 0,-1 3 0 0 0,2-3-486 0 0,-1 1 0 0 0,1-1 1 0 0,0 0-1 0 0,0 1 0 0 0,0-1 0 0 0,0 0 1 0 0,0 1-1 0 0,1-1 0 0 0,-1 0 0 0 0,1 0 0 0 0,-1 1 1 0 0,2 1-1 0 0,2 2 362 0 0,0-1 0 0 0,0 1 0 0 0,0-1 0 0 0,1 0 0 0 0,-1-1 0 0 0,1 1 0 0 0,1-1 0 0 0,-1 0 0 0 0,0 0 0 0 0,1 0 0 0 0,0-1 0 0 0,0 0 0 0 0,6 2 0 0 0,19 13 677 0 0,42 31 531 0 0,89 55 7 0 0,-143-94-1443 0 0,0-1 1 0 0,1-1 0 0 0,0-1 0 0 0,0 0 0 0 0,1-2 0 0 0,0 0 0 0 0,22 1 0 0 0,-5-8 749 0 0,-42 4-725 0 0,1 0-1 0 0,0 0 0 0 0,0 0 1 0 0,0 0-1 0 0,0 1 0 0 0,0 0 0 0 0,-3 4 1 0 0,-2 0-18 0 0,-30 26 30 0 0,-83 81 201 0 0,105-97-179 0 0,1 1 0 0 0,1 0 0 0 0,1 1 0 0 0,0 1 0 0 0,-11 24 0 0 0,-47 128-2063 0 0,61-143-5639 0 0</inkml:trace>
</inkml:ink>
</file>

<file path=ppt/ink/ink2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51.751"/>
    </inkml:context>
    <inkml:brush xml:id="br0">
      <inkml:brushProperty name="width" value="0.1" units="cm"/>
      <inkml:brushProperty name="height" value="0.1" units="cm"/>
      <inkml:brushProperty name="color" value="#F6630D"/>
    </inkml:brush>
  </inkml:definitions>
  <inkml:trace contextRef="#ctx0" brushRef="#br0">8 83 14283 0 0,'0'-15'1528'0'0,"1"9"-1045"0"0,-1 0 1 0 0,0 0-1 0 0,0 0 1 0 0,0 0-1 0 0,-1 0 1 0 0,1 0-1 0 0,-2 0 1 0 0,1 0-1 0 0,-3-7 1 0 0,7 58 1147 0 0,99 507-1175 0 0,-51-252-460 0 0,22 147 24 0 0,-68-397 88 0 0,-2-1 0 0 0,-2 1 0 0 0,-3 0 0 0 0,-1-1 0 0 0,-19 89 0 0 0,11-76-271 0 0,8-35-6395 0 0</inkml:trace>
</inkml:ink>
</file>

<file path=ppt/ink/ink2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52.274"/>
    </inkml:context>
    <inkml:brush xml:id="br0">
      <inkml:brushProperty name="width" value="0.1" units="cm"/>
      <inkml:brushProperty name="height" value="0.1" units="cm"/>
      <inkml:brushProperty name="color" value="#F6630D"/>
    </inkml:brush>
  </inkml:definitions>
  <inkml:trace contextRef="#ctx0" brushRef="#br0">152 26 6913 0 0,'1'-1'162'0'0,"-1"0"0"0"0,0 0 0 0 0,0 0 0 0 0,0 0-1 0 0,0 0 1 0 0,0 0 0 0 0,0 0 0 0 0,-1 0-1 0 0,1 1 1 0 0,0-1 0 0 0,0 0 0 0 0,-1 0-1 0 0,1 0 1 0 0,0 0 0 0 0,-1 0 0 0 0,1 1-1 0 0,-1-1 1 0 0,1 0 0 0 0,-1 0 0 0 0,1 1-1 0 0,-1-1 1 0 0,0 0 0 0 0,1 1 0 0 0,-1-1-1 0 0,0 0 1 0 0,0 1 0 0 0,1-1 0 0 0,-1 1 0 0 0,0-1-1 0 0,0 1 1 0 0,0 0 0 0 0,1-1 0 0 0,-1 1-1 0 0,0 0 1 0 0,0 0 0 0 0,0-1 0 0 0,0 1-1 0 0,0 0 1 0 0,0 0 0 0 0,0 0 0 0 0,0 0-1 0 0,0 0 1 0 0,0 0 0 0 0,1 1 0 0 0,-1-1-1 0 0,0 0 1 0 0,0 0 0 0 0,0 1 0 0 0,0-1-1 0 0,0 0 1 0 0,0 1 0 0 0,1-1 0 0 0,-1 1 0 0 0,0-1-1 0 0,0 1 1 0 0,1-1 0 0 0,-1 1 0 0 0,0 0-1 0 0,1-1 1 0 0,-1 1 0 0 0,0 0 0 0 0,1 0-1 0 0,-1-1 1 0 0,1 1 0 0 0,0 0 0 0 0,-1 0-1 0 0,0 1 1 0 0,-8 20 362 0 0,1 1-1 0 0,1 0 0 0 0,1 0 1 0 0,1 1-1 0 0,-4 35 0 0 0,1-2-137 0 0,-4 4-178 0 0,-33 261-336 0 0,45-318-168 0 0,-1-4 68 0 0,1 1 0 0 0,0 0 0 0 0,0 0-1 0 0,0 0 1 0 0,0 0 0 0 0,0 0 0 0 0,0 0 0 0 0,0 0-1 0 0,0 0 1 0 0,0 0 0 0 0,0 0 0 0 0,1-1 0 0 0,-1 1-1 0 0,0 0 1 0 0,1 0 0 0 0,0 1 0 0 0</inkml:trace>
</inkml:ink>
</file>

<file path=ppt/ink/ink2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52.674"/>
    </inkml:context>
    <inkml:brush xml:id="br0">
      <inkml:brushProperty name="width" value="0.1" units="cm"/>
      <inkml:brushProperty name="height" value="0.1" units="cm"/>
      <inkml:brushProperty name="color" value="#F6630D"/>
    </inkml:brush>
  </inkml:definitions>
  <inkml:trace contextRef="#ctx0" brushRef="#br0">44 34 1840 0 0,'-1'-1'187'0'0,"1"0"0"0"0,0 0 0 0 0,0 0-1 0 0,0 0 1 0 0,-1 0 0 0 0,1 0-1 0 0,-1 0 1 0 0,1 0 0 0 0,-1 0 0 0 0,1 0-1 0 0,-1 1 1 0 0,1-1 0 0 0,-1 0 0 0 0,0 0-1 0 0,0 0 1 0 0,1 1 0 0 0,-1-1-1 0 0,0 0 1 0 0,0 1 0 0 0,0-1 0 0 0,0 0-1 0 0,0 1 1 0 0,0-1 0 0 0,-28 0 11498 0 0,37 25-10451 0 0,2 1-782 0 0,0 0 0 0 0,26 45 1 0 0,-33-65-430 0 0,1 1 1 0 0,-1-1 0 0 0,1 0-1 0 0,0 0 1 0 0,0 0 0 0 0,0-1 0 0 0,1 1-1 0 0,0-1 1 0 0,0 0 0 0 0,0 0 0 0 0,0-1-1 0 0,0 0 1 0 0,1 0 0 0 0,0 0 0 0 0,0 0-1 0 0,-1-1 1 0 0,1 0 0 0 0,10 2 0 0 0,-13-4 5 0 0,0 1 0 0 0,0-1 0 0 0,0-1 0 0 0,1 1 0 0 0,-1 0 0 0 0,0-1 0 0 0,0 0 0 0 0,0 1 0 0 0,0-1 0 0 0,0 0 0 0 0,0-1 0 0 0,0 1 0 0 0,0 0 0 0 0,-1-1 0 0 0,1 0 0 0 0,2-2 0 0 0,0 0 12 0 0,-1 0 0 0 0,0 0 0 0 0,0 0-1 0 0,0-1 1 0 0,-1 0 0 0 0,0 1 0 0 0,0-1 0 0 0,3-7 0 0 0,0-1 25 0 0,-1 0 1 0 0,-1 0-1 0 0,0-1 1 0 0,-1 0-1 0 0,0 1 1 0 0,1-22-1 0 0,-4 29-25 0 0,0 1 0 0 0,1 0-1 0 0,0 0 1 0 0,0-1-1 0 0,0 1 1 0 0,4-8 0 0 0,-5 13-36 0 0,0-1 0 0 0,0 1 0 0 0,1-1 0 0 0,-1 1 0 0 0,0-1 0 0 0,1 1 0 0 0,-1-1 0 0 0,0 1 0 0 0,1 0 0 0 0,-1-1 0 0 0,0 1 0 0 0,1 0 0 0 0,-1-1 0 0 0,1 1 0 0 0,-1 0 0 0 0,1-1 0 0 0,-1 1 0 0 0,1 0 1 0 0,-1 0-1 0 0,1-1 0 0 0,-1 1 0 0 0,1 0 0 0 0,-1 0 0 0 0,1 0 0 0 0,0 0 0 0 0,0 0 0 0 0,0 0 3 0 0,1 1 0 0 0,-1-1 0 0 0,0 1-1 0 0,1 0 1 0 0,-1-1 0 0 0,0 1 0 0 0,0 0 0 0 0,1 0 0 0 0,-1 0 0 0 0,0 0 0 0 0,0 0 0 0 0,0 0 0 0 0,0 0-1 0 0,0 0 1 0 0,1 2 0 0 0,56 82 401 0 0,-45-63-945 0 0,2-1 1 0 0,0 0 0 0 0,29 30 0 0 0,-25-33-7076 0 0</inkml:trace>
</inkml:ink>
</file>

<file path=ppt/ink/ink2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53.051"/>
    </inkml:context>
    <inkml:brush xml:id="br0">
      <inkml:brushProperty name="width" value="0.1" units="cm"/>
      <inkml:brushProperty name="height" value="0.1" units="cm"/>
      <inkml:brushProperty name="color" value="#F6630D"/>
    </inkml:brush>
  </inkml:definitions>
  <inkml:trace contextRef="#ctx0" brushRef="#br0">212 62 9218 0 0,'3'-32'1952'0'0,"1"3"4186"0"0,-17 42-2244 0 0,-3 13-3189 0 0,-6 23-478 0 0,3 1 0 0 0,-26 99 0 0 0,-5 110 256 0 0,42-214-469 0 0,-10 57 2 0 0,4 0 0 0 0,5 1 0 0 0,4 122 0 0 0,15-151-1741 0 0,-8-63 715 0 0,1-1 0 0 0,0 0 1 0 0,1 0-1 0 0,9 19 1 0 0</inkml:trace>
</inkml:ink>
</file>

<file path=ppt/ink/ink2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53.322"/>
    </inkml:context>
    <inkml:brush xml:id="br0">
      <inkml:brushProperty name="width" value="0.1" units="cm"/>
      <inkml:brushProperty name="height" value="0.1" units="cm"/>
      <inkml:brushProperty name="color" value="#F6630D"/>
    </inkml:brush>
  </inkml:definitions>
  <inkml:trace contextRef="#ctx0" brushRef="#br0">71 161 920 0 0,'-17'-45'854'0'0,"-4"4"4046"0"0,11 22 422 0 0,-13-34 0 0 0,23 52-5217 0 0,1 1-1 0 0,-1 0 0 0 0,1 0 0 0 0,-1 0 0 0 0,1-1 1 0 0,-1 1-1 0 0,0 0 0 0 0,1 0 0 0 0,-1 0 1 0 0,1 0-1 0 0,-1 0 0 0 0,1 0 0 0 0,-1 0 0 0 0,1 0 1 0 0,-1 0-1 0 0,1 0 0 0 0,-1 0 0 0 0,0 0 1 0 0,1 0-1 0 0,-1 1 0 0 0,1-1 0 0 0,-1 0 0 0 0,1 0 1 0 0,-1 0-1 0 0,0 1 0 0 0,1-1 0 0 0,-1 0 1 0 0,1 0-1 0 0,-1 1 0 0 0,0-1 0 0 0,1 0 0 0 0,-1 1 1 0 0,0-1-1 0 0,21 12 327 0 0,-7 0-291 0 0,-1 0 1 0 0,0 1-1 0 0,0 1 1 0 0,-2 0 0 0 0,1 1-1 0 0,-2 0 1 0 0,0 0 0 0 0,9 20-1 0 0,55 143 146 0 0,-59-139-197 0 0,13 33-35 0 0,51 94 1 0 0,-56-128-181 0 0,0-1 0 0 0,3-1 0 0 0,57 63 0 0 0,-75-90-172 0 0,7 6-934 0 0,-1 1 0 0 0,12 17 0 0 0,-19-21-196 0 0</inkml:trace>
</inkml:ink>
</file>

<file path=ppt/ink/ink2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53.521"/>
    </inkml:context>
    <inkml:brush xml:id="br0">
      <inkml:brushProperty name="width" value="0.1" units="cm"/>
      <inkml:brushProperty name="height" value="0.1" units="cm"/>
      <inkml:brushProperty name="color" value="#F6630D"/>
    </inkml:brush>
  </inkml:definitions>
  <inkml:trace contextRef="#ctx0" brushRef="#br0">23 88 10594 0 0,'-4'0'-281'0'0,"-14"-5"4849"0"0,27 2-2841 0 0,88-22 1869 0 0,49-19-4895 0 0,-112 34 1150 0 0</inkml:trace>
</inkml:ink>
</file>

<file path=ppt/ink/ink2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57.658"/>
    </inkml:context>
    <inkml:brush xml:id="br0">
      <inkml:brushProperty name="width" value="0.1" units="cm"/>
      <inkml:brushProperty name="height" value="0.1" units="cm"/>
      <inkml:brushProperty name="color" value="#F6630D"/>
    </inkml:brush>
  </inkml:definitions>
  <inkml:trace contextRef="#ctx0" brushRef="#br0">80 115 6913 0 0,'-8'-3'426'0'0,"1"1"520"0"0,-1-1-1 0 0,1 0 1 0 0,0 0-1 0 0,0-1 1 0 0,1 0-1 0 0,-1 0 1 0 0,1 0-1 0 0,-10-10 1 0 0,18 13-725 0 0,0 1 0 0 0,0-1 0 0 0,0 0-1 0 0,0 0 1 0 0,0 1 0 0 0,0-1 0 0 0,0 1 0 0 0,0 0 0 0 0,0-1 0 0 0,0 1 0 0 0,4 1 0 0 0,51-1 149 0 0,-1 4 0 0 0,92 16 0 0 0,3 1 223 0 0,-51-14-372 0 0,0-4-1 0 0,0-4 1 0 0,0-5-1 0 0,127-23 1 0 0,-114 9-82 0 0,141-45-1 0 0</inkml:trace>
</inkml:ink>
</file>

<file path=ppt/ink/ink2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58.040"/>
    </inkml:context>
    <inkml:brush xml:id="br0">
      <inkml:brushProperty name="width" value="0.1" units="cm"/>
      <inkml:brushProperty name="height" value="0.1" units="cm"/>
      <inkml:brushProperty name="color" value="#F6630D"/>
    </inkml:brush>
  </inkml:definitions>
  <inkml:trace contextRef="#ctx0" brushRef="#br0">204 74 920 0 0,'-80'-35'4288'0'0,"-43"-4"9185"0"0,154 43-9282 0 0,20 1-4322 0 0,36 21 314 0 0,-1 3 1 0 0,88 43 0 0 0,-159-66-253 0 0,-1 1 0 0 0,0 0 1 0 0,-1 1-1 0 0,0 0 0 0 0,22 19 1 0 0,-32-25 77 0 0,-1 0 1 0 0,1 0 0 0 0,-1 1 0 0 0,0-1 0 0 0,0 0-1 0 0,0 1 1 0 0,-1 0 0 0 0,1-1 0 0 0,-1 1-1 0 0,1 0 1 0 0,-1 0 0 0 0,0 0 0 0 0,0 0 0 0 0,0 0-1 0 0,0 0 1 0 0,-1 0 0 0 0,1 0 0 0 0,-1 0 0 0 0,0 0-1 0 0,0 1 1 0 0,0-1 0 0 0,0 0 0 0 0,0 0 0 0 0,-1 0-1 0 0,0 0 1 0 0,1 0 0 0 0,-1 0 0 0 0,0 0 0 0 0,0 0-1 0 0,-1 0 1 0 0,1 0 0 0 0,-1 0 0 0 0,1-1-1 0 0,-5 6 1 0 0,-12 12 91 0 0,0 0 0 0 0,-1-1-1 0 0,-2-1 1 0 0,0-1-1 0 0,0-1 1 0 0,-25 13 0 0 0,-53 44 177 0 0,88-64-414 0 0,2-2-1046 0 0,-1 1 1 0 0,2 0-1 0 0,-1 1 0 0 0,1 0 0 0 0,-13 18 0 0 0</inkml:trace>
</inkml:ink>
</file>

<file path=ppt/ink/ink2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54.535"/>
    </inkml:context>
    <inkml:brush xml:id="br0">
      <inkml:brushProperty name="width" value="0.1" units="cm"/>
      <inkml:brushProperty name="height" value="0.1" units="cm"/>
      <inkml:brushProperty name="color" value="#F6630D"/>
    </inkml:brush>
  </inkml:definitions>
  <inkml:trace contextRef="#ctx0" brushRef="#br0">1 8 10138 0 0,'0'-1'80'0'0,"0"1"1"0"0,1-1-1 0 0,-1 1 0 0 0,0-1 0 0 0,1 1 0 0 0,-1 0 1 0 0,1-1-1 0 0,-1 1 0 0 0,1-1 0 0 0,-1 1 0 0 0,1 0 1 0 0,-1-1-1 0 0,1 1 0 0 0,-1 0 0 0 0,1 0 0 0 0,-1-1 1 0 0,1 1-1 0 0,0 0 0 0 0,-1 0 0 0 0,1 0 0 0 0,-1 0 0 0 0,1 0 1 0 0,0 0-1 0 0,-1 0 0 0 0,1 0 0 0 0,0 0 0 0 0,-1 0 1 0 0,1 0-1 0 0,-1 0 0 0 0,1 0 0 0 0,-1 0 0 0 0,1 1 1 0 0,0-1-1 0 0,-1 0 0 0 0,1 0 0 0 0,-1 1 0 0 0,1-1 1 0 0,0 1-1 0 0,25 9 1242 0 0,-3 5-219 0 0,0 1-1 0 0,37 32 0 0 0,-10-6-146 0 0,162 105 1216 0 0,-65-59-4208 0 0,-130-78 397 0 0</inkml:trace>
</inkml:ink>
</file>

<file path=ppt/ink/ink2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54.758"/>
    </inkml:context>
    <inkml:brush xml:id="br0">
      <inkml:brushProperty name="width" value="0.1" units="cm"/>
      <inkml:brushProperty name="height" value="0.1" units="cm"/>
      <inkml:brushProperty name="color" value="#F6630D"/>
    </inkml:brush>
  </inkml:definitions>
  <inkml:trace contextRef="#ctx0" brushRef="#br0">292 1 11522 0 0,'-25'77'6035'0'0,"1"-22"-4516"0"0,-2 0 0 0 0,-55 87 0 0 0,45-85-2594 0 0,-49 110 0 0 0,71-131-6126 0 0</inkml:trace>
</inkml:ink>
</file>

<file path=ppt/ink/ink2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55.897"/>
    </inkml:context>
    <inkml:brush xml:id="br0">
      <inkml:brushProperty name="width" value="0.1" units="cm"/>
      <inkml:brushProperty name="height" value="0.1" units="cm"/>
      <inkml:brushProperty name="color" value="#F6630D"/>
    </inkml:brush>
  </inkml:definitions>
  <inkml:trace contextRef="#ctx0" brushRef="#br0">1 16 12899 0 0,'0'-1'196'0'0,"1"0"1"0"0,-1 0-1 0 0,1 0 1 0 0,-1 1-1 0 0,1-1 0 0 0,-1 0 1 0 0,1 0-1 0 0,0 0 1 0 0,0 0-1 0 0,-1 1 1 0 0,1-1-1 0 0,0 0 1 0 0,0 1-1 0 0,0-1 1 0 0,0 0-1 0 0,0 1 0 0 0,0-1 1 0 0,0 1-1 0 0,0 0 1 0 0,2-1-1 0 0,-3 1-103 0 0,1 0 0 0 0,0 0 0 0 0,0 1 0 0 0,-1-1 0 0 0,1 0 0 0 0,0 1 0 0 0,-1-1 0 0 0,1 0 0 0 0,0 1 0 0 0,-1-1 0 0 0,1 1 0 0 0,-1-1 0 0 0,1 1 0 0 0,0-1 0 0 0,-1 1 0 0 0,1-1 0 0 0,-1 1 0 0 0,0 0 0 0 0,1-1 0 0 0,-1 1 0 0 0,1 1 0 0 0,2 4 220 0 0,0 1-1 0 0,-1 0 0 0 0,1 0 1 0 0,1 11-1 0 0,9 74 332 0 0,-3 1-1 0 0,-4 111 0 0 0,-3-78-597 0 0,19 189-214 0 0,0-182-2490 0 0,-12-86-4529 0 0</inkml:trace>
</inkml:ink>
</file>

<file path=ppt/ink/ink2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56.262"/>
    </inkml:context>
    <inkml:brush xml:id="br0">
      <inkml:brushProperty name="width" value="0.1" units="cm"/>
      <inkml:brushProperty name="height" value="0.1" units="cm"/>
      <inkml:brushProperty name="color" value="#F6630D"/>
    </inkml:brush>
  </inkml:definitions>
  <inkml:trace contextRef="#ctx0" brushRef="#br0">76 1 15203 0 0,'-4'9'3112'0'0,"-14"31"-2320"0"0,6-6-652 0 0,2 1 1 0 0,1 0 0 0 0,1 1-1 0 0,3-1 1 0 0,-3 52 0 0 0,7-27 90 0 0,2-1 0 0 0,14 90 0 0 0,-12-127-294 0 0,1 1-1 0 0,2-1 0 0 0,0 0 0 0 0,1 0 1 0 0,1-1-1 0 0,1 0 0 0 0,21 37 0 0 0,-24-50 31 0 0,0 1 0 0 0,0-2 1 0 0,0 1-1 0 0,1 0 0 0 0,1-1 0 0 0,-1 0 0 0 0,1-1 0 0 0,0 0 0 0 0,0 0 0 0 0,1-1 0 0 0,0 0 0 0 0,0 0 1 0 0,0-1-1 0 0,1 0 0 0 0,-1-1 0 0 0,1 0 0 0 0,0 0 0 0 0,-1-1 0 0 0,21 1 0 0 0,-19-2 0 0 0,0-1 1 0 0,-1 0-1 0 0,1 0 0 0 0,-1-1 1 0 0,1-1-1 0 0,-1 0 0 0 0,1-1 1 0 0,-1 1-1 0 0,0-2 0 0 0,0 0 0 0 0,0 0 1 0 0,-1 0-1 0 0,1-2 0 0 0,13-9 1 0 0,-14 8 104 0 0,0-1 1 0 0,-1 0-1 0 0,0-1 1 0 0,-1 1-1 0 0,1-2 1 0 0,-2 1 0 0 0,1-1-1 0 0,-2 0 1 0 0,1 0-1 0 0,-1-1 1 0 0,-1 1-1 0 0,0-1 1 0 0,4-15 0 0 0,-3 2 71 0 0,-2 0 0 0 0,0 0 0 0 0,-2 0 0 0 0,-1 0 0 0 0,0 0 0 0 0,-2-1 0 0 0,-1 1 0 0 0,0 1 0 0 0,-2-1 0 0 0,-1 0 0 0 0,-1 1 0 0 0,-1 0 0 0 0,-1 1 0 0 0,-1 0 0 0 0,0 0 0 0 0,-2 1 0 0 0,-1 1 0 0 0,-26-33 0 0 0,29 42-75 0 0,0 1-1 0 0,-1 0 1 0 0,-1 0 0 0 0,1 2-1 0 0,-2-1 1 0 0,1 2-1 0 0,-1-1 1 0 0,0 2-1 0 0,-22-9 1 0 0,16 9-834 0 0,0 1 1 0 0,0 0-1 0 0,-34-3 1 0 0,19 6-6647 0 0</inkml:trace>
</inkml:ink>
</file>

<file path=ppt/ink/ink2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56.723"/>
    </inkml:context>
    <inkml:brush xml:id="br0">
      <inkml:brushProperty name="width" value="0.1" units="cm"/>
      <inkml:brushProperty name="height" value="0.1" units="cm"/>
      <inkml:brushProperty name="color" value="#F6630D"/>
    </inkml:brush>
  </inkml:definitions>
  <inkml:trace contextRef="#ctx0" brushRef="#br0">92 29 456 0 0,'-23'-12'92'0'0,"-13"-5"10062"0"0,35 18-9952 0 0,0-1 0 0 0,1 0 0 0 0,-1 1 0 0 0,0-1 0 0 0,1 0 0 0 0,-1 1 0 0 0,1-1 0 0 0,-1 1 0 0 0,0-1 0 0 0,1 1 0 0 0,0 0 0 0 0,-1-1 0 0 0,1 1 0 0 0,-1-1 0 0 0,1 1 0 0 0,0 0 0 0 0,-1-1 0 0 0,1 1 0 0 0,0 0 0 0 0,0-1 0 0 0,-1 1 0 0 0,1 0 0 0 0,0 0 0 0 0,0-1 0 0 0,0 1 0 0 0,0 0 0 0 0,0 0 0 0 0,-4 29 171 0 0,3-24 16 0 0,-7 63 330 0 0,0 80 0 0 0,8-117-694 0 0,2 0 0 0 0,1 0 1 0 0,1-1-1 0 0,16 57 0 0 0,-16-77-27 0 0,1 1-1 0 0,0-1 1 0 0,0 0 0 0 0,2-1-1 0 0,-1 1 1 0 0,1-1 0 0 0,0-1-1 0 0,1 1 1 0 0,12 10 0 0 0,-15-15 4 0 0,1 0 1 0 0,-1 0 0 0 0,1 0-1 0 0,1-1 1 0 0,-1 0 0 0 0,1 0 0 0 0,-1-1-1 0 0,1 0 1 0 0,0 0 0 0 0,0 0-1 0 0,0-1 1 0 0,1 0 0 0 0,-1 0 0 0 0,1-1-1 0 0,-1 0 1 0 0,9 0 0 0 0,-13-1 77 0 0,0 0 0 0 0,1-1 0 0 0,-1 0 0 0 0,0 1 0 0 0,0-1 1 0 0,0 0-1 0 0,0 0 0 0 0,1 0 0 0 0,-2-1 0 0 0,1 1 0 0 0,0-1 0 0 0,0 0 1 0 0,0 0-1 0 0,-1 0 0 0 0,1 0 0 0 0,-1 0 0 0 0,1 0 0 0 0,-1-1 0 0 0,0 1 0 0 0,0-1 1 0 0,0 0-1 0 0,-1 1 0 0 0,1-1 0 0 0,0 0 0 0 0,-1 0 0 0 0,0 0 0 0 0,0 0 1 0 0,0 0-1 0 0,0-1 0 0 0,0 1 0 0 0,-1 0 0 0 0,1 0 0 0 0,-1 0 0 0 0,0-6 1 0 0,0 5-38 0 0,0 0 0 0 0,0 0 0 0 0,0 1 1 0 0,-1-1-1 0 0,1 0 0 0 0,-1 1 0 0 0,0-1 1 0 0,0 1-1 0 0,0-1 0 0 0,-1 1 1 0 0,1-1-1 0 0,-1 1 0 0 0,0 0 0 0 0,0-1 1 0 0,0 1-1 0 0,0 0 0 0 0,-1 1 0 0 0,1-1 1 0 0,-1 0-1 0 0,0 1 0 0 0,0-1 0 0 0,0 1 1 0 0,0 0-1 0 0,0 0 0 0 0,0 0 1 0 0,0 0-1 0 0,-1 1 0 0 0,1-1 0 0 0,-1 1 1 0 0,-4-2-1 0 0,2 3-205 0 0,1-1-1 0 0,0 1 1 0 0,0-1 0 0 0,-1 2-1 0 0,1-1 1 0 0,0 0 0 0 0,0 1-1 0 0,0 0 1 0 0,-1 0 0 0 0,1 1-1 0 0,0 0 1 0 0,1-1 0 0 0,-1 2-1 0 0,0-1 1 0 0,0 0 0 0 0,1 1-1 0 0,-8 6 1 0 0,-9 9-861 0 0</inkml:trace>
</inkml:ink>
</file>

<file path=ppt/ink/ink2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0.510"/>
    </inkml:context>
    <inkml:brush xml:id="br0">
      <inkml:brushProperty name="width" value="0.1" units="cm"/>
      <inkml:brushProperty name="height" value="0.1" units="cm"/>
      <inkml:brushProperty name="color" value="#F6630D"/>
    </inkml:brush>
  </inkml:definitions>
  <inkml:trace contextRef="#ctx0" brushRef="#br0">283 13 7370 0 0,'-2'-2'265'0'0,"0"1"1"0"0,0 0-1 0 0,0-1 1 0 0,0 1 0 0 0,-1 0-1 0 0,1 0 1 0 0,0 1 0 0 0,-1-1-1 0 0,1 0 1 0 0,-1 1-1 0 0,1-1 1 0 0,-1 1 0 0 0,1 0-1 0 0,-1 0 1 0 0,1 0 0 0 0,0 0-1 0 0,-1 0 1 0 0,1 1-1 0 0,-1-1 1 0 0,1 1 0 0 0,-1-1-1 0 0,-3 3 1 0 0,-1-1 98 0 0,-1 1 0 0 0,0 1 0 0 0,1-1 0 0 0,0 1 0 0 0,-11 8 0 0 0,8-4-178 0 0,1 1 0 0 0,0 1 0 0 0,0-1 0 0 0,1 1 0 0 0,0 1 0 0 0,1 0 0 0 0,0 0 0 0 0,1 0 0 0 0,-9 22 0 0 0,0 6 55 0 0,-16 70-1 0 0,19-49-207 0 0,2 0 0 0 0,-4 114 0 0 0,19 122 4 0 0,-4-273-37 0 0,17 243 292 0 0,-10-196 42 0 0,31 122-1 0 0,-27-153-188 0 0,1-1 0 0 0,2 0-1 0 0,1-1 1 0 0,30 50 0 0 0,-29-61-78 0 0,1 0-1 0 0,1-1 1 0 0,1-2 0 0 0,1 0-1 0 0,1-1 1 0 0,40 31 0 0 0,-4-12 499 0 0,2-2 1 0 0,1-2 0 0 0,94 40 0 0 0,89 10-3009 0 0,-204-75-4814 0 0</inkml:trace>
</inkml:ink>
</file>

<file path=ppt/ink/ink2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0.890"/>
    </inkml:context>
    <inkml:brush xml:id="br0">
      <inkml:brushProperty name="width" value="0.1" units="cm"/>
      <inkml:brushProperty name="height" value="0.1" units="cm"/>
      <inkml:brushProperty name="color" value="#F6630D"/>
    </inkml:brush>
  </inkml:definitions>
  <inkml:trace contextRef="#ctx0" brushRef="#br0">11 49 8754 0 0,'-2'-4'667'0'0,"0"0"1"0"0,1 0-1 0 0,0-1 0 0 0,0 1 1 0 0,0 0-1 0 0,0-9 0 0 0,-1 2 887 0 0,23 46 2142 0 0,16 66-3396 0 0,-5 1 1 0 0,23 125 0 0 0,6 219 334 0 0,-58-399-529 0 0,-1 1 0 0 0,-3-1 0 0 0,-12 89 0 0 0,7-105-41 0 0,-1 0 1 0 0,-2-1-1 0 0,-1 0 1 0 0,-1 0-1 0 0,-1-1 0 0 0,-31 50 1 0 0,24-48-818 0 0,-29 35 1 0 0,21-38-6261 0 0</inkml:trace>
</inkml:ink>
</file>

<file path=ppt/ink/ink2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1.748"/>
    </inkml:context>
    <inkml:brush xml:id="br0">
      <inkml:brushProperty name="width" value="0.1" units="cm"/>
      <inkml:brushProperty name="height" value="0.1" units="cm"/>
      <inkml:brushProperty name="color" value="#F6630D"/>
    </inkml:brush>
  </inkml:definitions>
  <inkml:trace contextRef="#ctx0" brushRef="#br0">92 161 6913 0 0,'-15'-21'1204'0'0,"-22"-39"-1"0"0,9 2 3515 0 0,16 36-1848 0 0,15 36 2542 0 0,11 61-4970 0 0,27 109-296 0 0,22 113 10 0 0,-62-288-150 0 0,17 94 5 0 0,4-1-1 0 0,42 119 1 0 0,-46-177-2383 0 0</inkml:trace>
</inkml:ink>
</file>

<file path=ppt/ink/ink2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2.239"/>
    </inkml:context>
    <inkml:brush xml:id="br0">
      <inkml:brushProperty name="width" value="0.1" units="cm"/>
      <inkml:brushProperty name="height" value="0.1" units="cm"/>
      <inkml:brushProperty name="color" value="#F6630D"/>
    </inkml:brush>
  </inkml:definitions>
  <inkml:trace contextRef="#ctx0" brushRef="#br0">61 76 8290 0 0,'-7'-19'1278'0'0,"6"13"-385"0"0,-1 0-1 0 0,-1 0 0 0 0,1 0 1 0 0,-1 0-1 0 0,0 0 1 0 0,-1 0-1 0 0,-5-7 1 0 0,8 12-592 0 0,1 1-241 0 0,0 0 1 0 0,0 0-1 0 0,0 0 0 0 0,0 0 0 0 0,0 0 1 0 0,-1 0-1 0 0,1-1 0 0 0,0 1 0 0 0,0 0 1 0 0,0 0-1 0 0,-1 0 0 0 0,1 0 1 0 0,0 0-1 0 0,0 0 0 0 0,0 0 0 0 0,0 0 1 0 0,-1 0-1 0 0,1 0 0 0 0,0 0 1 0 0,0 0-1 0 0,0 0 0 0 0,-1 0 0 0 0,1 0 1 0 0,0 0-1 0 0,0 0 0 0 0,0 1 1 0 0,0-1-1 0 0,-1 0 0 0 0,1 0 0 0 0,0 0 1 0 0,-1 1 240 0 0,1-1-241 0 0,-5 10 1031 0 0,-1 15-368 0 0,6-23-557 0 0,-4 28 97 0 0,1 1 0 0 0,2 0 0 0 0,2 37 0 0 0,16 94-126 0 0,-4-47-390 0 0,-12-106 86 0 0,12 104-996 0 0,5-40-3816 0 0,-13-58-961 0 0</inkml:trace>
</inkml:ink>
</file>

<file path=ppt/ink/ink2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2.651"/>
    </inkml:context>
    <inkml:brush xml:id="br0">
      <inkml:brushProperty name="width" value="0.1" units="cm"/>
      <inkml:brushProperty name="height" value="0.1" units="cm"/>
      <inkml:brushProperty name="color" value="#F6630D"/>
    </inkml:brush>
  </inkml:definitions>
  <inkml:trace contextRef="#ctx0" brushRef="#br0">12 285 6913 0 0,'-10'-69'1601'0'0,"9"61"-780"0"0,0 1 0 0 0,1-1-1 0 0,1 0 1 0 0,-1 0 0 0 0,1 1-1 0 0,4-14 1 0 0,-5 20-732 0 0,0 1 0 0 0,0 0-1 0 0,0-1 1 0 0,0 1 0 0 0,0-1 0 0 0,0 1-1 0 0,1 0 1 0 0,-1-1 0 0 0,0 1 0 0 0,0 0 0 0 0,1-1-1 0 0,-1 1 1 0 0,0 0 0 0 0,0 0 0 0 0,1-1-1 0 0,-1 1 1 0 0,0 0 0 0 0,1 0 0 0 0,-1-1 0 0 0,0 1-1 0 0,1 0 1 0 0,-1 0 0 0 0,0 0 0 0 0,1 0-1 0 0,-1-1 1 0 0,1 1 0 0 0,-1 0 0 0 0,0 0 0 0 0,1 0-1 0 0,-1 0 1 0 0,1 0 0 0 0,-1 0 0 0 0,0 0-1 0 0,1 0 1 0 0,-1 0 0 0 0,1 0 0 0 0,17 11 1269 0 0,11 21-734 0 0,-28-31-518 0 0,19 26 167 0 0,17 31-1 0 0,-18-28-199 0 0,25 33 0 0 0,-38-56-106 0 0,1 1 0 0 0,0-1 1 0 0,0-1-1 0 0,0 1 0 0 0,1-1 1 0 0,-1 0-1 0 0,1-1 0 0 0,18 9 0 0 0,-22-12 7 0 0,1 0 0 0 0,-1-1 0 0 0,1 0-1 0 0,-1 1 1 0 0,1-1 0 0 0,0-1 0 0 0,-1 1 0 0 0,1-1-1 0 0,0 0 1 0 0,0 0 0 0 0,-1 0 0 0 0,1-1 0 0 0,0 1-1 0 0,-1-1 1 0 0,1 0 0 0 0,5-2 0 0 0,-4 0-36 0 0,0 0 0 0 0,0-1 0 0 0,0 1 0 0 0,0-1 0 0 0,0-1 0 0 0,-1 1 0 0 0,1-1 0 0 0,-1 1 0 0 0,8-12 1 0 0,0-1 27 0 0,-1-2 1 0 0,-1 1 0 0 0,-1-2 0 0 0,0 1-1 0 0,13-42 1 0 0,42-158 2920 0 0,-65 219-2863 0 0,0 0 0 0 0,0-1 0 0 0,0 1 0 0 0,0 0 0 0 0,1-1 0 0 0,-1 1-1 0 0,0-1 1 0 0,0 1 0 0 0,0 0 0 0 0,0-1 0 0 0,0 1 0 0 0,1 0 0 0 0,-1-1 0 0 0,0 1 0 0 0,0 0-1 0 0,0 0 1 0 0,1-1 0 0 0,-1 1 0 0 0,0 0 0 0 0,1 0 0 0 0,-1-1 0 0 0,0 1 0 0 0,0 0 0 0 0,1 0-1 0 0,-1 0 1 0 0,0-1 0 0 0,1 1 0 0 0,-1 0 0 0 0,0 0 0 0 0,1 0 0 0 0,-1 0 0 0 0,1 0 0 0 0,-1 0-1 0 0,1 0 1 0 0,9 10 295 0 0,5 26-226 0 0,-13-31-20 0 0,2 5-45 0 0,38 100 187 0 0,92 172-1 0 0,-56-155-1916 0 0,-67-105-6086 0 0</inkml:trace>
</inkml:ink>
</file>

<file path=ppt/ink/ink2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3.381"/>
    </inkml:context>
    <inkml:brush xml:id="br0">
      <inkml:brushProperty name="width" value="0.1" units="cm"/>
      <inkml:brushProperty name="height" value="0.1" units="cm"/>
      <inkml:brushProperty name="color" value="#F6630D"/>
    </inkml:brush>
  </inkml:definitions>
  <inkml:trace contextRef="#ctx0" brushRef="#br0">14 631 9674 0 0,'-13'8'939'0'0,"22"-7"510"0"0,26-10 609 0 0,-33 9-2063 0 0,-2 0 14 0 0,40-10 1090 0 0,0-1 1 0 0,-1-2-1 0 0,0-2 0 0 0,39-21 0 0 0,-75 35-1088 0 0,-1-1 1 0 0,1 1-1 0 0,-1-1 0 0 0,1 1 0 0 0,-1-1 0 0 0,0 0 1 0 0,0 0-1 0 0,0 0 0 0 0,0 0 0 0 0,0-1 0 0 0,0 1 1 0 0,0 0-1 0 0,-1-1 0 0 0,3-4 0 0 0,-3 5-8 0 0,-1-1-1 0 0,0 1 1 0 0,0 0-1 0 0,0 0 1 0 0,-1 0 0 0 0,1 0-1 0 0,0 0 1 0 0,-1 0-1 0 0,1 0 1 0 0,-1 0-1 0 0,0 0 1 0 0,1 0-1 0 0,-1 1 1 0 0,0-1-1 0 0,0 0 1 0 0,-1 0 0 0 0,1 1-1 0 0,0-1 1 0 0,0 0-1 0 0,-1 1 1 0 0,-1-2-1 0 0,-6-7-1 0 0,-8-9 10 0 0,1-1 0 0 0,-23-36 1 0 0,35 48-10 0 0,0 0 1 0 0,0 0-1 0 0,1 0 1 0 0,0 0-1 0 0,0-1 1 0 0,1 0-1 0 0,0 1 0 0 0,1-1 1 0 0,0 0-1 0 0,0 0 1 0 0,1-14-1 0 0,2 11 17 0 0,0-1 0 0 0,1 1 0 0 0,0 0 0 0 0,1-1 0 0 0,0 1 0 0 0,1 1 0 0 0,0-1 0 0 0,1 1-1 0 0,0 0 1 0 0,1 0 0 0 0,0 0 0 0 0,1 1 0 0 0,0 1 0 0 0,1-1 0 0 0,0 1 0 0 0,0 0 0 0 0,1 1 0 0 0,0 0 0 0 0,0 1 0 0 0,1 0-1 0 0,18-8 1 0 0,-25 12-12 0 0,0 1 1 0 0,1 0-1 0 0,-1 1 0 0 0,1-1 0 0 0,0 1 0 0 0,-1 0 0 0 0,1 0 1 0 0,0 0-1 0 0,-1 1 0 0 0,1 0 0 0 0,0 0 0 0 0,0 0 0 0 0,0 0 0 0 0,-1 1 1 0 0,1 0-1 0 0,9 2 0 0 0,-7 0 13 0 0,-1 0 0 0 0,0 0 0 0 0,0 1 0 0 0,0 0 0 0 0,0 0 0 0 0,0 0 0 0 0,-1 1 0 0 0,0 0 0 0 0,0 0 0 0 0,6 8 0 0 0,3 6 31 0 0,-1 1 0 0 0,0 1 0 0 0,-2 0 0 0 0,-1 1 0 0 0,14 38 0 0 0,18 82-308 0 0,-25-79 22 0 0,37 91-1 0 0,-52-149 325 0 0,1 0 0 0 0,-1 0 0 0 0,1 0-1 0 0,0-1 1 0 0,0 1 0 0 0,0-1-1 0 0,0 0 1 0 0,1 0 0 0 0,0 0 0 0 0,0 0-1 0 0,0-1 1 0 0,0 0 0 0 0,9 6 0 0 0,-9-8-13 0 0,-1 1 1 0 0,1-1 0 0 0,0 0 0 0 0,-1 0 0 0 0,1-1-1 0 0,0 1 1 0 0,0-1 0 0 0,-1 0 0 0 0,1 0 0 0 0,0 0 0 0 0,0 0-1 0 0,0 0 1 0 0,-1-1 0 0 0,1 0 0 0 0,0 0 0 0 0,0 0-1 0 0,-1 0 1 0 0,1-1 0 0 0,-1 1 0 0 0,5-4 0 0 0,15-9 224 0 0,0-1 1 0 0,-1-1 0 0 0,38-37 0 0 0,23-18-176 0 0,-72 63-410 0 0,0 1-1 0 0,0 0 0 0 0,1 1 1 0 0,0 0-1 0 0,0 1 0 0 0,14-4 1 0 0,-6 3-7770 0 0</inkml:trace>
</inkml:ink>
</file>

<file path=ppt/ink/ink2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5.906"/>
    </inkml:context>
    <inkml:brush xml:id="br0">
      <inkml:brushProperty name="width" value="0.1" units="cm"/>
      <inkml:brushProperty name="height" value="0.1" units="cm"/>
      <inkml:brushProperty name="color" value="#F6630D"/>
    </inkml:brush>
  </inkml:definitions>
  <inkml:trace contextRef="#ctx0" brushRef="#br0">166 328 2304 0 0,'-44'-154'2548'0'0,"34"127"-1223"0"0,-1 1 1 0 0,0 0 0 0 0,-26-40-1 0 0,35 64-907 0 0,0-1 0 0 0,1 1-1 0 0,-1 0 1 0 0,0-1 0 0 0,0 1 0 0 0,-1 0 0 0 0,1 0-1 0 0,0 1 1 0 0,-1-1 0 0 0,1 0 0 0 0,-1 1-1 0 0,-5-3 1 0 0,8 4-267 0 0,-1 0 0 0 0,1 0 0 0 0,-1-1 1 0 0,1 1-1 0 0,-1 0 0 0 0,1 0 0 0 0,-1 0 0 0 0,1 0 0 0 0,-1 0 0 0 0,0 0 1 0 0,1 1-1 0 0,-1-1 0 0 0,1 0 0 0 0,-1 0 0 0 0,1 0 0 0 0,-1 0 0 0 0,1 1 0 0 0,-1-1 1 0 0,1 0-1 0 0,0 0 0 0 0,-1 1 0 0 0,1-1 0 0 0,-1 0 0 0 0,1 1 0 0 0,-1-1 1 0 0,1 1-1 0 0,-1 1-45 0 0,0-1 0 0 0,0 1 1 0 0,1-1-1 0 0,-1 1 1 0 0,1-1-1 0 0,-1 1 0 0 0,1 0 1 0 0,0-1-1 0 0,0 1 1 0 0,0 0-1 0 0,0-1 0 0 0,0 1 1 0 0,0 2-1 0 0,8 72 477 0 0,35 150 1 0 0,-28-164-492 0 0,155 672 214 0 0,-159-685-313 0 0,-3 1 0 0 0,4 80 1 0 0,-11-114 38 0 0,-1 0 1 0 0,-1 0 0 0 0,-1 0 0 0 0,0 0-1 0 0,-1-1 1 0 0,0 1 0 0 0,-2-1-1 0 0,1 1 1 0 0,-2-1 0 0 0,0-1 0 0 0,-1 1-1 0 0,-12 18 1 0 0,6-17 554 0 0,5-9-1642 0 0</inkml:trace>
</inkml:ink>
</file>

<file path=ppt/ink/ink2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7.269"/>
    </inkml:context>
    <inkml:brush xml:id="br0">
      <inkml:brushProperty name="width" value="0.1" units="cm"/>
      <inkml:brushProperty name="height" value="0.1" units="cm"/>
      <inkml:brushProperty name="color" value="#F6630D"/>
    </inkml:brush>
  </inkml:definitions>
  <inkml:trace contextRef="#ctx0" brushRef="#br0">49 283 5985 0 0,'-3'-4'103'0'0,"0"0"0"0"0,1-1 0 0 0,-1 1 0 0 0,1-1 0 0 0,0 0 0 0 0,0 0 0 0 0,0 0 0 0 0,-1-10 0 0 0,-8-17 1476 0 0,11 31-1503 0 0,-14-36 2563 0 0,12 18 6 0 0,2 19-2528 0 0,1-1 0 0 0,-1 1 0 0 0,0-1 0 0 0,0 1 0 0 0,0-1 0 0 0,0 1 0 0 0,1 0 1 0 0,-1-1-1 0 0,0 1 0 0 0,0 0 0 0 0,1-1 0 0 0,-1 1 0 0 0,0 0 0 0 0,0-1 0 0 0,1 1 0 0 0,-1 0 0 0 0,0-1 0 0 0,1 1 0 0 0,-1 0 0 0 0,1 0 1 0 0,-1 0-1 0 0,0-1 0 0 0,1 1 0 0 0,-1 0 0 0 0,1 0 0 0 0,-1 0 0 0 0,0 0 0 0 0,1 0 0 0 0,-1 0 0 0 0,1 0 0 0 0,-1 0 0 0 0,1 0 0 0 0,1 0-18 0 0,0 1-1 0 0,0-1 0 0 0,0 1 0 0 0,0 0 1 0 0,0 0-1 0 0,0 0 0 0 0,-1 0 0 0 0,1 0 1 0 0,0 1-1 0 0,-1-1 0 0 0,1 0 0 0 0,-1 1 1 0 0,1-1-1 0 0,-1 1 0 0 0,0 0 0 0 0,0-1 1 0 0,2 3-1 0 0,19 33 284 0 0,-20-34-299 0 0,28 59 363 0 0,34 103-1 0 0,-8-20-750 0 0,-46-127-746 0 0,-15-40-1150 0 0,-1-13 1595 0 0,3 6 678 0 0,2-1 0 0 0,1 1 0 0 0,1-1 0 0 0,2 1 0 0 0,1-1 1 0 0,1 1-1 0 0,1 0 0 0 0,12-30 0 0 0,-15 53 46 0 0,0-1 0 0 0,0 1 0 0 0,0 0 1 0 0,1-1-1 0 0,0 2 0 0 0,1-1 0 0 0,-1 0 0 0 0,1 1 0 0 0,0 0 1 0 0,8-6-1 0 0,-11 9-49 0 0,0 1 1 0 0,1-1-1 0 0,0 1 1 0 0,-1-1 0 0 0,1 1-1 0 0,0 0 1 0 0,-1 0-1 0 0,1 0 1 0 0,0 1-1 0 0,0-1 1 0 0,0 1-1 0 0,0-1 1 0 0,0 1 0 0 0,0 0-1 0 0,-1 0 1 0 0,1 0-1 0 0,0 1 1 0 0,0-1-1 0 0,0 1 1 0 0,0-1-1 0 0,0 1 1 0 0,0 0 0 0 0,-1 0-1 0 0,1 0 1 0 0,0 1-1 0 0,-1-1 1 0 0,4 3-1 0 0,12 9 8 0 0,0 2 0 0 0,-1 0 0 0 0,-1 0-1 0 0,0 2 1 0 0,-1 0 0 0 0,12 19 0 0 0,10 10-492 0 0,-37-46 415 0 0,0 1 1 0 0,0-1-1 0 0,0 0 0 0 0,1 1 0 0 0,-1-1 1 0 0,0 0-1 0 0,0 0 0 0 0,1 1 1 0 0,-1-1-1 0 0,0 0 0 0 0,0 0 0 0 0,1 1 1 0 0,-1-1-1 0 0,0 0 0 0 0,1 0 1 0 0,-1 0-1 0 0,0 0 0 0 0,1 0 0 0 0,-1 1 1 0 0,0-1-1 0 0,1 0 0 0 0,-1 0 1 0 0,1 0-1 0 0,-1 0 0 0 0,0 0 0 0 0,1 0 1 0 0,-1 0-1 0 0,0 0 0 0 0,1 0 1 0 0,-1 0-1 0 0,0 0 0 0 0,1-1 0 0 0,-1 1 1 0 0,0 0-1 0 0,1 0 0 0 0,-1 0 0 0 0,0 0 1 0 0,1-1-1 0 0,9-15-128 0 0,0-28-281 0 0,-9 41 359 0 0,5-30-230 0 0,2 0-1 0 0,15-38 1 0 0,-17 54 284 0 0,1 1 0 0 0,1 1 0 0 0,0-1 0 0 0,1 1 0 0 0,1 1 0 0 0,12-16-1 0 0,-20 29 11 0 0,-1-1 0 0 0,0 1-1 0 0,0-1 1 0 0,1 1 0 0 0,-1 0-1 0 0,0 0 1 0 0,1 0 0 0 0,-1 0-1 0 0,1 0 1 0 0,0 0 0 0 0,-1 0-1 0 0,1 0 1 0 0,0 0 0 0 0,0 1-1 0 0,-1-1 1 0 0,1 1 0 0 0,0 0-1 0 0,0-1 1 0 0,0 1 0 0 0,0 0-1 0 0,2 0 1 0 0,-1 1 40 0 0,-1-1 0 0 0,1 1-1 0 0,-1 0 1 0 0,1 0 0 0 0,-1 0 0 0 0,0 1-1 0 0,0-1 1 0 0,1 0 0 0 0,-1 1-1 0 0,0 0 1 0 0,0-1 0 0 0,0 1 0 0 0,2 4-1 0 0,6 6 228 0 0,-1 2 0 0 0,0-1 0 0 0,-2 1-1 0 0,8 17 1 0 0,-8-17-214 0 0,8 20 163 0 0,-2 1-1 0 0,-1 1 1 0 0,7 38 0 0 0,8 24-7805 0 0,-21-81 1036 0 0</inkml:trace>
</inkml:ink>
</file>

<file path=ppt/ink/ink2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7.825"/>
    </inkml:context>
    <inkml:brush xml:id="br0">
      <inkml:brushProperty name="width" value="0.1" units="cm"/>
      <inkml:brushProperty name="height" value="0.1" units="cm"/>
      <inkml:brushProperty name="color" value="#F6630D"/>
    </inkml:brush>
  </inkml:definitions>
  <inkml:trace contextRef="#ctx0" brushRef="#br0">94 8 5985 0 0,'-6'-7'9537'0'0,"-11"72"-8706"0"0,3 1 0 0 0,3 0 0 0 0,-3 72 0 0 0,0 3-537 0 0,6-86 115 0 0,2 1 0 0 0,3 0 0 0 0,7 106 0 0 0,-4-162-511 0 0,0 1 0 0 0,0-1 0 0 0,0 1 0 0 0,0-1 0 0 0,0 1-1 0 0,0-1 1 0 0,0 1 0 0 0,0-1 0 0 0,1 1 0 0 0,-1 0-1 0 0,0-1 1 0 0,0 1 0 0 0,0-1 0 0 0,1 1 0 0 0,-1-1 0 0 0,0 1-1 0 0,0-1 1 0 0,1 0 0 0 0,-1 1 0 0 0,0-1 0 0 0,1 1-1 0 0,-1-1 1 0 0,1 0 0 0 0,-1 1 0 0 0,0-1 0 0 0,1 0 0 0 0,0 1-1 0 0,9-10-2729 0 0,4-23 1121 0 0,0-30 175 0 0,-10 45-2730 0 0</inkml:trace>
</inkml:ink>
</file>

<file path=ppt/ink/ink2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8.240"/>
    </inkml:context>
    <inkml:brush xml:id="br0">
      <inkml:brushProperty name="width" value="0.1" units="cm"/>
      <inkml:brushProperty name="height" value="0.1" units="cm"/>
      <inkml:brushProperty name="color" value="#F6630D"/>
    </inkml:brush>
  </inkml:definitions>
  <inkml:trace contextRef="#ctx0" brushRef="#br0">19 893 2761 0 0,'0'-10'1223'0'0,"-1"-1"1"0"0,-1 1 0 0 0,-3-13 0 0 0,-4-23 2301 0 0,8-68 1457 0 0,15-59-1630 0 0,-12 161-3159 0 0,13-97 983 0 0,38-133 1 0 0,-50 227-1055 0 0,11-51 116 0 0,-13 62-202 0 0,0 0 1 0 0,-1 0-1 0 0,0 0 0 0 0,0-1 0 0 0,0 1 0 0 0,-1 0 0 0 0,1 0 0 0 0,-1 0 0 0 0,0 0 0 0 0,0 1 0 0 0,0-1 0 0 0,-1 0 0 0 0,-2-5 0 0 0,4 9-24 0 0,0 0-1 0 0,0 1 0 0 0,0-1 1 0 0,0 0-1 0 0,0 0 1 0 0,0 0-1 0 0,0 0 0 0 0,0 1 1 0 0,-1-1-1 0 0,1 0 1 0 0,0 0-1 0 0,0 0 1 0 0,0 0-1 0 0,0 1 0 0 0,0-1 1 0 0,-1 0-1 0 0,1 0 1 0 0,0 0-1 0 0,0 0 0 0 0,0 0 1 0 0,-1 0-1 0 0,1 1 1 0 0,0-1-1 0 0,0 0 0 0 0,0 0 1 0 0,-1 0-1 0 0,1 0 1 0 0,0 0-1 0 0,0 0 0 0 0,0 0 1 0 0,-1 0-1 0 0,1 0 1 0 0,0 0-1 0 0,0 0 1 0 0,0 0-1 0 0,-1 0 0 0 0,1 0 1 0 0,0 0-1 0 0,0 0 1 0 0,0 0-1 0 0,-1-1 0 0 0,1 1 1 0 0,0 0-1 0 0,0 0 1 0 0,0 0-1 0 0,0 0 0 0 0,-1 0 1 0 0,1 0-1 0 0,0-1 1 0 0,0 1-1 0 0,0 0 0 0 0,0 0 1 0 0,-1 0-1 0 0,2 15 44 0 0,1 1-43 0 0,1 1-1 0 0,0-1 1 0 0,1 0 0 0 0,1 0 0 0 0,7 15-1 0 0,39 75-23 0 0,-31-67 18 0 0,50 103-7 0 0,186 339-9 0 0,-168-349-237 0 0,-8-11-5587 0 0,-71-107 4092 0 0</inkml:trace>
</inkml:ink>
</file>

<file path=ppt/ink/ink2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8.461"/>
    </inkml:context>
    <inkml:brush xml:id="br0">
      <inkml:brushProperty name="width" value="0.1" units="cm"/>
      <inkml:brushProperty name="height" value="0.1" units="cm"/>
      <inkml:brushProperty name="color" value="#F6630D"/>
    </inkml:brush>
  </inkml:definitions>
  <inkml:trace contextRef="#ctx0" brushRef="#br0">4 181 9218 0 0,'-3'-5'5379'0'0,"2"5"-5283"0"0,18-18 2607 0 0,37-31-1088 0 0,-42 38-1015 0 0,79-67-2377 0 0,-66 58 923 0 0</inkml:trace>
</inkml:ink>
</file>

<file path=ppt/ink/ink2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8.794"/>
    </inkml:context>
    <inkml:brush xml:id="br0">
      <inkml:brushProperty name="width" value="0.1" units="cm"/>
      <inkml:brushProperty name="height" value="0.1" units="cm"/>
      <inkml:brushProperty name="color" value="#F6630D"/>
    </inkml:brush>
  </inkml:definitions>
  <inkml:trace contextRef="#ctx0" brushRef="#br0">1 7 2304 0 0,'6'-2'1438'0'0,"1"1"0"0"0,0-1-1 0 0,0 1 1 0 0,0 1 0 0 0,0-1-1 0 0,8 2 1 0 0,52 8 1928 0 0,-33 0-1794 0 0,62 24-1 0 0,-35-5-532 0 0,0 2 0 0 0,57 38-1 0 0,-44-16-2538 0 0,-2 2-3410 0 0,-43-29-1783 0 0</inkml:trace>
</inkml:ink>
</file>

<file path=ppt/ink/ink2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9.015"/>
    </inkml:context>
    <inkml:brush xml:id="br0">
      <inkml:brushProperty name="width" value="0.1" units="cm"/>
      <inkml:brushProperty name="height" value="0.1" units="cm"/>
      <inkml:brushProperty name="color" value="#F6630D"/>
    </inkml:brush>
  </inkml:definitions>
  <inkml:trace contextRef="#ctx0" brushRef="#br0">214 32 10594 0 0,'-7'-11'794'0'0,"5"7"-386"0"0,0 0 0 0 0,0 1 1 0 0,0 0-1 0 0,-1-1 0 0 0,0 1 0 0 0,-10 4 4138 0 0,4 24-3022 0 0,8-22-1223 0 0,-61 176 2058 0 0,36-113-2982 0 0,3 1-1 0 0,3 1 0 0 0,-13 82 0 0 0,28-110-6637 0 0</inkml:trace>
</inkml:ink>
</file>

<file path=ppt/ink/ink2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9.459"/>
    </inkml:context>
    <inkml:brush xml:id="br0">
      <inkml:brushProperty name="width" value="0.1" units="cm"/>
      <inkml:brushProperty name="height" value="0.1" units="cm"/>
      <inkml:brushProperty name="color" value="#F6630D"/>
    </inkml:brush>
  </inkml:definitions>
  <inkml:trace contextRef="#ctx0" brushRef="#br0">317 38 6913 0 0,'-22'-9'2'0'0,"8"3"650"0"0,-1 1-1 0 0,1 1 1 0 0,-1 0 0 0 0,0 0-1 0 0,-20-1 1 0 0,31 5-446 0 0,0 0-1 0 0,0 0 1 0 0,0 1 0 0 0,0-1-1 0 0,0 1 1 0 0,0 0 0 0 0,1 0-1 0 0,-1 0 1 0 0,0 0-1 0 0,0 1 1 0 0,1-1 0 0 0,-1 1-1 0 0,1 0 1 0 0,0 0 0 0 0,-1 1-1 0 0,1-1 1 0 0,0 1-1 0 0,0-1 1 0 0,0 1 0 0 0,1 0-1 0 0,-1 0 1 0 0,1 0 0 0 0,-1 1-1 0 0,1-1 1 0 0,-2 6-1 0 0,-8 14 292 0 0,2 0 0 0 0,1 1 0 0 0,1 1 0 0 0,1-1 0 0 0,-3 27 0 0 0,-13 131 315 0 0,20-154-675 0 0,-9 109 227 0 0,7 155 1 0 0,8-232-281 0 0,2-1-1 0 0,3 1 1 0 0,3-1-1 0 0,2-1 1 0 0,23 65 0 0 0,-24-94-82 0 0,2-2 0 0 0,0 0 0 0 0,2 0 0 0 0,1-1 0 0 0,1-1 0 0 0,1-1 0 0 0,1-1 0 0 0,1-1 0 0 0,1 0 0 0 0,0-2 0 0 0,2 0 0 0 0,1-2 0 0 0,0-1 0 0 0,1 0 0 0 0,53 23 0 0 0,-65-34-879 0 0,0-1 0 0 0,29 7 1 0 0,-9-7-5960 0 0</inkml:trace>
</inkml:ink>
</file>

<file path=ppt/ink/ink2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09.835"/>
    </inkml:context>
    <inkml:brush xml:id="br0">
      <inkml:brushProperty name="width" value="0.1" units="cm"/>
      <inkml:brushProperty name="height" value="0.1" units="cm"/>
      <inkml:brushProperty name="color" value="#F6630D"/>
    </inkml:brush>
  </inkml:definitions>
  <inkml:trace contextRef="#ctx0" brushRef="#br0">20 0 10738 0 0,'-16'7'12450'0'0,"15"1"-14047"0"0,-1 11 1799 0 0,2-1 0 0 0,0 1 0 0 0,1 0 0 0 0,1-1 1 0 0,0 1-1 0 0,9 28 0 0 0,-3-6-166 0 0,13 71 61 0 0,61 398 9 0 0,-67-395-497 0 0,-4-67-5962 0 0,-5-22-746 0 0</inkml:trace>
</inkml:ink>
</file>

<file path=ppt/ink/ink2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10.214"/>
    </inkml:context>
    <inkml:brush xml:id="br0">
      <inkml:brushProperty name="width" value="0.1" units="cm"/>
      <inkml:brushProperty name="height" value="0.1" units="cm"/>
      <inkml:brushProperty name="color" value="#F6630D"/>
    </inkml:brush>
  </inkml:definitions>
  <inkml:trace contextRef="#ctx0" brushRef="#br0">15 69 6913 0 0,'-8'-12'3296'0'0,"5"28"-326"0"0,-1 48-1901 0 0,8 81 0 0 0,-1-106-1270 0 0,2-1 1 0 0,2 1 0 0 0,17 56-1 0 0,-19-81 76 0 0,1 1 1 0 0,0-1-1 0 0,1-1 1 0 0,1 1-1 0 0,0-1 0 0 0,1-1 1 0 0,0 0-1 0 0,1 0 0 0 0,0-1 1 0 0,1 0-1 0 0,0 0 0 0 0,21 14 1 0 0,-26-21 158 0 0,0 0 1 0 0,0-1 0 0 0,0 1-1 0 0,0-1 1 0 0,1-1 0 0 0,0 1-1 0 0,-1-1 1 0 0,1 0 0 0 0,0-1 0 0 0,0 1-1 0 0,0-2 1 0 0,0 1 0 0 0,0-1-1 0 0,1 0 1 0 0,-1 0 0 0 0,0 0-1 0 0,0-1 1 0 0,0-1 0 0 0,0 1-1 0 0,0-1 1 0 0,-1 0 0 0 0,1 0-1 0 0,0-1 1 0 0,-1 0 0 0 0,0 0-1 0 0,0-1 1 0 0,0 0 0 0 0,11-9-1 0 0,-4 2 369 0 0,0-1-1 0 0,-1 0 0 0 0,0-1 0 0 0,-1-1 1 0 0,-1 0-1 0 0,0 0 0 0 0,-1-1 1 0 0,-1 0-1 0 0,0-1 0 0 0,-1 1 1 0 0,-1-1-1 0 0,0-1 0 0 0,-1 1 0 0 0,-1-1 1 0 0,0 0-1 0 0,1-23 0 0 0,-4 23-271 0 0,0 1 0 0 0,-1 0 0 0 0,-1-1-1 0 0,-1 1 1 0 0,0 0 0 0 0,-1 0 0 0 0,0 0-1 0 0,-2 0 1 0 0,0 0 0 0 0,-1 1 0 0 0,0 0-1 0 0,-1 0 1 0 0,-1 0 0 0 0,0 1 0 0 0,-1 1-1 0 0,0-1 1 0 0,-17-17 0 0 0,17 22-116 0 0,-1 0 0 0 0,0 1-1 0 0,-1 0 1 0 0,0 1 0 0 0,0 0 0 0 0,-1 1 0 0 0,0 0-1 0 0,0 1 1 0 0,0 0 0 0 0,-20-5 0 0 0,16 6-161 0 0,0 1 0 0 0,1 1 0 0 0,-2 0 1 0 0,1 1-1 0 0,0 0 0 0 0,0 2 0 0 0,0 0 0 0 0,-19 3 0 0 0,13 2-753 0 0</inkml:trace>
</inkml:ink>
</file>

<file path=ppt/ink/ink2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10.857"/>
    </inkml:context>
    <inkml:brush xml:id="br0">
      <inkml:brushProperty name="width" value="0.1" units="cm"/>
      <inkml:brushProperty name="height" value="0.1" units="cm"/>
      <inkml:brushProperty name="color" value="#F6630D"/>
    </inkml:brush>
  </inkml:definitions>
  <inkml:trace contextRef="#ctx0" brushRef="#br0">5 50 5065 0 0,'-5'-3'5564'0'0,"29"-11"-3318"0"0,40-13 652 0 0,-59 25-2763 0 0,-1 1-1 0 0,1 0 1 0 0,0 0 0 0 0,0 1 0 0 0,0-1 0 0 0,0 1 0 0 0,-1 0 0 0 0,1 1 0 0 0,0-1 0 0 0,0 1-1 0 0,0 0 1 0 0,0 0 0 0 0,-1 0 0 0 0,1 1 0 0 0,-1 0 0 0 0,1 0 0 0 0,-1 0 0 0 0,1 0-1 0 0,-1 1 1 0 0,0-1 0 0 0,0 1 0 0 0,0 0 0 0 0,-1 0 0 0 0,1 1 0 0 0,-1-1 0 0 0,1 1-1 0 0,-1 0 1 0 0,0 0 0 0 0,-1 0 0 0 0,1 0 0 0 0,-1 0 0 0 0,4 8 0 0 0,-2-3-159 0 0,0 1 0 0 0,0 0 1 0 0,-1 0-1 0 0,0 1 0 0 0,-1-1 1 0 0,0 1-1 0 0,0-1 0 0 0,-1 1 0 0 0,-1 0 1 0 0,0-1-1 0 0,0 1 0 0 0,-1-1 1 0 0,-1 1-1 0 0,-2 12 0 0 0,-19 28-449 0 0,17-41 327 0 0,1 1 0 0 0,1-1 1 0 0,-6 16-1 0 0,16-26 85 0 0,0 0 0 0 0,0-1 0 0 0,-1 0 0 0 0,1 0 1 0 0,9-3-1 0 0,-14 3 49 0 0,17-3-42 0 0,-1 0 0 0 0,0 1 0 0 0,0 1 1 0 0,1 1-1 0 0,19 1 0 0 0,-32 0 43 0 0,0 0 0 0 0,-1 0 0 0 0,1 1-1 0 0,0-1 1 0 0,0 1 0 0 0,0 1 0 0 0,-1-1 0 0 0,1 1 0 0 0,-1-1-1 0 0,1 1 1 0 0,-1 0 0 0 0,0 1 0 0 0,0-1 0 0 0,1 1-1 0 0,-2 0 1 0 0,1 0 0 0 0,0 0 0 0 0,-1 1 0 0 0,1-1 0 0 0,-1 1-1 0 0,0 0 1 0 0,0 0 0 0 0,2 4 0 0 0,-4-4 71 0 0,0 0 0 0 0,0-1 0 0 0,0 1 0 0 0,-1 0 0 0 0,1 0 0 0 0,-1 0 0 0 0,0 0 0 0 0,0 0 0 0 0,-1 0 0 0 0,1 0 0 0 0,-1-1 0 0 0,0 1 0 0 0,0 0 0 0 0,0 0 0 0 0,0-1 0 0 0,0 1 0 0 0,-1 0 0 0 0,0-1 0 0 0,0 0 0 0 0,0 1 0 0 0,0-1 0 0 0,-1 0 0 0 0,-2 3 0 0 0,-3 4 199 0 0,-1 1-1 0 0,0-2 1 0 0,-1 1-1 0 0,0-2 1 0 0,-16 12-1 0 0,12-12-188 0 0,1-1 1 0 0,-26 10-1 0 0,-3 1-5911 0 0</inkml:trace>
</inkml:ink>
</file>

<file path=ppt/ink/ink2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11.354"/>
    </inkml:context>
    <inkml:brush xml:id="br0">
      <inkml:brushProperty name="width" value="0.1" units="cm"/>
      <inkml:brushProperty name="height" value="0.1" units="cm"/>
      <inkml:brushProperty name="color" value="#F6630D"/>
    </inkml:brush>
  </inkml:definitions>
  <inkml:trace contextRef="#ctx0" brushRef="#br0">175 40 4609 0 0,'-9'-5'768'0'0,"-1"0"1"0"0,0 0-1 0 0,0 1 0 0 0,0 0 1 0 0,0 1-1 0 0,-15-3 0 0 0,5 3 2610 0 0,-1 1 0 0 0,-29-1-1 0 0,77 38-1083 0 0,126 128-2096 0 0,-88-98-104 0 0,-4 2-1 0 0,59 84 1 0 0,-88-105-137 0 0,-3 2-1 0 0,43 95 1 0 0,-62-118 22 0 0,-1 1 0 0 0,-1 0 1 0 0,-1 1-1 0 0,-2 0 0 0 0,-1 0 0 0 0,-1 0 1 0 0,-1 53-1 0 0,-6-27-22 0 0,-3 0 1 0 0,-2-1 0 0 0,-2 0-1 0 0,-3 0 1 0 0,-30 75-1 0 0,-128 237 644 0 0,152-324-467 0 0,-14 19-23 0 0,29-46-262 0 0</inkml:trace>
</inkml:ink>
</file>

<file path=ppt/ink/ink2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12.652"/>
    </inkml:context>
    <inkml:brush xml:id="br0">
      <inkml:brushProperty name="width" value="0.1" units="cm"/>
      <inkml:brushProperty name="height" value="0.1" units="cm"/>
      <inkml:brushProperty name="color" value="#F6630D"/>
    </inkml:brush>
  </inkml:definitions>
  <inkml:trace contextRef="#ctx0" brushRef="#br0">41 86 6913 0 0,'-7'-9'1817'0'0,"1"-1"-1"0"0,1 0 0 0 0,0 0 0 0 0,0 0 0 0 0,1 0 1 0 0,-5-17-1 0 0,25 88 1453 0 0,3 42-2880 0 0,-5-21-197 0 0,85 325 142 0 0,-66-304 16 0 0,87 184 0 0 0,-101-237-2168 0 0,-21-54 1146 0 0</inkml:trace>
</inkml:ink>
</file>

<file path=ppt/ink/ink2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13.049"/>
    </inkml:context>
    <inkml:brush xml:id="br0">
      <inkml:brushProperty name="width" value="0.1" units="cm"/>
      <inkml:brushProperty name="height" value="0.1" units="cm"/>
      <inkml:brushProperty name="color" value="#F6630D"/>
    </inkml:brush>
  </inkml:definitions>
  <inkml:trace contextRef="#ctx0" brushRef="#br0">36 142 4145 0 0,'-9'-42'2295'0'0,"-18"-58"13820"0"0,39 121-15001 0 0,15 35-1138 0 0,62 248 592 0 0,-17-48-495 0 0,-55-206-534 0 0,3-1-1 0 0,1-1 1 0 0,28 46 0 0 0,-39-78-719 0 0</inkml:trace>
</inkml:ink>
</file>

<file path=ppt/ink/ink2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13.288"/>
    </inkml:context>
    <inkml:brush xml:id="br0">
      <inkml:brushProperty name="width" value="0.1" units="cm"/>
      <inkml:brushProperty name="height" value="0.1" units="cm"/>
      <inkml:brushProperty name="color" value="#F6630D"/>
    </inkml:brush>
  </inkml:definitions>
  <inkml:trace contextRef="#ctx0" brushRef="#br0">204 190 656 0 0,'3'-30'-172'0'0,"-1"17"1325"0"0,-1 1 0 0 0,0-1-1 0 0,0 0 1 0 0,-1 1 0 0 0,-1-1-1 0 0,0 1 1 0 0,-1-1-1 0 0,0 1 1 0 0,-4-15 0 0 0,5 26-1065 0 0,1 0 0 0 0,-1 0 1 0 0,0 0-1 0 0,1 0 0 0 0,-1-1 0 0 0,0 1 1 0 0,0 0-1 0 0,0 0 0 0 0,0 0 1 0 0,0 1-1 0 0,0-1 0 0 0,0 0 1 0 0,0 0-1 0 0,0 0 0 0 0,0 1 1 0 0,0-1-1 0 0,0 1 0 0 0,-1-1 1 0 0,1 1-1 0 0,0-1 0 0 0,0 1 1 0 0,-1-1-1 0 0,1 1 0 0 0,0 0 1 0 0,-2 0-1 0 0,-1 0 38 0 0,1 0-1 0 0,-1 1 1 0 0,1 0-1 0 0,-1-1 1 0 0,1 1 0 0 0,-1 0-1 0 0,1 1 1 0 0,-1-1-1 0 0,-3 3 1 0 0,-4 2 197 0 0,0 1 0 0 0,1 0-1 0 0,0 1 1 0 0,-14 14 0 0 0,17-13-70 0 0,0-1 0 0 0,0 2 0 0 0,1-1-1 0 0,0 1 1 0 0,1 0 0 0 0,0 0 0 0 0,0 0 0 0 0,1 1 0 0 0,1-1 0 0 0,0 1 0 0 0,0 0-1 0 0,1 0 1 0 0,-1 22 0 0 0,2-28-203 0 0,1-1 0 0 0,0 1 0 0 0,0-1 0 0 0,1 1 0 0 0,-1-1-1 0 0,1 0 1 0 0,0 1 0 0 0,1-1 0 0 0,-1 0 0 0 0,1 0 0 0 0,-1 1 0 0 0,1-1 0 0 0,0 0 0 0 0,1-1-1 0 0,-1 1 1 0 0,1 0 0 0 0,-1-1 0 0 0,1 1 0 0 0,0-1 0 0 0,1 0 0 0 0,-1 0 0 0 0,0 0 0 0 0,1-1-1 0 0,0 1 1 0 0,-1-1 0 0 0,1 1 0 0 0,0-1 0 0 0,0-1 0 0 0,1 1 0 0 0,-1 0 0 0 0,0-1-1 0 0,0 0 1 0 0,1 0 0 0 0,-1 0 0 0 0,1-1 0 0 0,-1 0 0 0 0,6 0 0 0 0,2 1-115 0 0,0-1 1 0 0,0-1 0 0 0,0 0-1 0 0,0-1 1 0 0,0-1 0 0 0,-1 1-1 0 0,1-2 1 0 0,-1 0-1 0 0,0 0 1 0 0,12-7 0 0 0,-1 1-805 0 0</inkml:trace>
</inkml:ink>
</file>

<file path=ppt/ink/ink2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14.320"/>
    </inkml:context>
    <inkml:brush xml:id="br0">
      <inkml:brushProperty name="width" value="0.1" units="cm"/>
      <inkml:brushProperty name="height" value="0.1" units="cm"/>
      <inkml:brushProperty name="color" value="#F6630D"/>
    </inkml:brush>
  </inkml:definitions>
  <inkml:trace contextRef="#ctx0" brushRef="#br0">13 539 4609 0 0,'0'0'72'0'0,"-1"0"0"0"0,1 0 0 0 0,-1 0 0 0 0,1 0-1 0 0,0 0 1 0 0,-1 0 0 0 0,1 0 0 0 0,-1 0 0 0 0,1 0 0 0 0,-1 0 0 0 0,1 0 0 0 0,0 0-1 0 0,-1 0 1 0 0,1 0 0 0 0,-1 1 0 0 0,1-1 0 0 0,0 0 0 0 0,-1 0 0 0 0,1 0 0 0 0,-1 1 0 0 0,1-1-1 0 0,0 0 1 0 0,-1 1 0 0 0,1-1 0 0 0,0 0 0 0 0,0 1 0 0 0,-1-1 0 0 0,1 0 0 0 0,0 1 0 0 0,0-1-1 0 0,-1 0 1 0 0,1 1 0 0 0,0 0 0 0 0,14 6 2658 0 0,27 2 1054 0 0,93 23 1629 0 0,-90-20-4794 0 0,1-1 0 0 0,61 5-1 0 0,-97-15-515 0 0,0-1-1 0 0,0 0 0 0 0,1 0 0 0 0,-1-1 0 0 0,11-2 0 0 0,-18 3-69 0 0,0-1 0 0 0,0 1 0 0 0,0-1 0 0 0,0 1 1 0 0,-1-1-1 0 0,1 0 0 0 0,0 0 0 0 0,0 0 0 0 0,-1 0 0 0 0,1 0 1 0 0,0 0-1 0 0,-1 0 0 0 0,1 0 0 0 0,-1-1 0 0 0,0 1 0 0 0,1-1 1 0 0,-1 1-1 0 0,0-1 0 0 0,0 1 0 0 0,0-1 0 0 0,0 0 0 0 0,0 0 1 0 0,0 1-1 0 0,-1-1 0 0 0,1 0 0 0 0,0 0 0 0 0,-1 0 0 0 0,0 0 1 0 0,1 0-1 0 0,-1-3 0 0 0,-8-17 20 0 0,11 25-46 0 0,-3-2-7 0 0,1 0 0 0 0,0 0 1 0 0,-1 0-1 0 0,1 0 0 0 0,0 0 0 0 0,-1 0 1 0 0,1 0-1 0 0,-1 1 0 0 0,0-1 1 0 0,1 0-1 0 0,-1 0 0 0 0,0 0 0 0 0,0 0 1 0 0,0 3-1 0 0,1-18 9 0 0,-1 0 0 0 0,-1 0 0 0 0,0 0 0 0 0,-1 0 1 0 0,-1 0-1 0 0,-6-19 0 0 0,-12-29 9 0 0,-17-77-1 0 0,33 115 10 0 0,1-1-1 0 0,1 1 1 0 0,1 0 0 0 0,1-1-1 0 0,2 1 1 0 0,4-38-1 0 0,-4 59-13 0 0,-1 0 0 0 0,1-1 0 0 0,-1 1 0 0 0,1 0 0 0 0,0 0 0 0 0,0 0 0 0 0,0 0 0 0 0,1 0 0 0 0,-1 0 0 0 0,1 0 0 0 0,0 0 0 0 0,0 0-1 0 0,0 1 1 0 0,0-1 0 0 0,0 1 0 0 0,5-5 0 0 0,-5 6-5 0 0,0 0 0 0 0,1 1 1 0 0,-1-1-1 0 0,1 0 0 0 0,-1 1 0 0 0,1-1 0 0 0,0 1 0 0 0,-1 0 0 0 0,1 0 0 0 0,-1 0 1 0 0,1 0-1 0 0,0 0 0 0 0,-1 1 0 0 0,1-1 0 0 0,-1 1 0 0 0,1-1 0 0 0,-1 1 0 0 0,1 0 1 0 0,-1 0-1 0 0,1 0 0 0 0,2 3 0 0 0,7 2-18 0 0,0 0 1 0 0,-1 1-1 0 0,0 1 0 0 0,0 0 0 0 0,-1 0 1 0 0,0 1-1 0 0,0 1 0 0 0,-1-1 1 0 0,0 2-1 0 0,-1-1 0 0 0,0 1 1 0 0,-1 0-1 0 0,0 1 0 0 0,-1-1 0 0 0,10 25 1 0 0,-3 7-155 0 0,-1 0 1 0 0,-2 1 0 0 0,6 63 0 0 0,-5-30 19 0 0,-10-69 138 0 0,0-1 1 0 0,1 1-1 0 0,0-1 1 0 0,1 1-1 0 0,-1-1 1 0 0,2 0-1 0 0,-1 0 1 0 0,1 0 0 0 0,0 0-1 0 0,7 9 1 0 0,-9-14 22 0 0,0 1 0 0 0,1-1 0 0 0,-1 0 0 0 0,1 0 0 0 0,0 0 0 0 0,0 0 0 0 0,0 0 0 0 0,0-1 0 0 0,0 1 0 0 0,0-1 0 0 0,0 0 0 0 0,0 0 0 0 0,1 0 0 0 0,-1 0 0 0 0,0 0 0 0 0,1-1 0 0 0,-1 0 0 0 0,1 1 1 0 0,-1-1-1 0 0,0 0 0 0 0,1-1 0 0 0,-1 1 0 0 0,1-1 0 0 0,-1 1 0 0 0,0-1 0 0 0,5-2 0 0 0,17-8 145 0 0,0-1 0 0 0,-1-1 0 0 0,0-1 0 0 0,-1-1 0 0 0,0-1 0 0 0,21-20 0 0 0,-10 9-55 0 0,152-118-239 0 0,-171 133-117 0 0</inkml:trace>
</inkml:ink>
</file>

<file path=ppt/ink/ink2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1.945"/>
    </inkml:context>
    <inkml:brush xml:id="br0">
      <inkml:brushProperty name="width" value="0.1" units="cm"/>
      <inkml:brushProperty name="height" value="0.1" units="cm"/>
      <inkml:brushProperty name="color" value="#F6630D"/>
    </inkml:brush>
  </inkml:definitions>
  <inkml:trace contextRef="#ctx0" brushRef="#br0">17 52 10138 0 0,'-11'-31'1717'0'0,"6"11"3809"0"0,5 42-247 0 0,1 13-5073 0 0,39 332 681 0 0,-2-4-928 0 0,-31-322-1030 0 0,16 58 0 0 0,-11-62-6680 0 0</inkml:trace>
</inkml:ink>
</file>

<file path=ppt/ink/ink2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2.277"/>
    </inkml:context>
    <inkml:brush xml:id="br0">
      <inkml:brushProperty name="width" value="0.1" units="cm"/>
      <inkml:brushProperty name="height" value="0.1" units="cm"/>
      <inkml:brushProperty name="color" value="#F6630D"/>
    </inkml:brush>
  </inkml:definitions>
  <inkml:trace contextRef="#ctx0" brushRef="#br0">68 118 6449 0 0,'1'-10'223'0'0,"-1"-45"715"0"0,0 52-442 0 0,0-1-1 0 0,0 0 1 0 0,-1 0-1 0 0,0 0 1 0 0,0 0-1 0 0,0 1 1 0 0,0-1-1 0 0,0 0 1 0 0,-1 1-1 0 0,0-1 1 0 0,-2-3-1 0 0,4 7-395 0 0,0-1-1 0 0,0 1 0 0 0,-1 0 1 0 0,1-1-1 0 0,0 1 0 0 0,0 0 1 0 0,-1 0-1 0 0,1-1 0 0 0,0 1 1 0 0,0 0-1 0 0,-1 0 0 0 0,1-1 1 0 0,0 1-1 0 0,-1 0 0 0 0,1 0 1 0 0,0 0-1 0 0,-1 0 0 0 0,1-1 1 0 0,0 1-1 0 0,-1 0 0 0 0,1 0 1 0 0,-1 0-1 0 0,1 0 0 0 0,0 0 1 0 0,-1 0-1 0 0,1 0 0 0 0,0 0 1 0 0,-1 0-1 0 0,1 0 0 0 0,-1 0 1 0 0,1 0-1 0 0,0 1 0 0 0,-1-1 1 0 0,1 0-1 0 0,0 0 0 0 0,-1 0 1 0 0,1 0-1 0 0,-1 1 0 0 0,-10 16 1982 0 0,-1 23-655 0 0,12-39-1403 0 0,-7 28 142 0 0,2 1 0 0 0,2 0 0 0 0,0 0 0 0 0,2 1 0 0 0,4 36 0 0 0,-2-52-203 0 0,0 0-1 0 0,2-1 0 0 0,0 0 0 0 0,1 0 0 0 0,0 1 1 0 0,1-2-1 0 0,0 1 0 0 0,1-1 0 0 0,1 0 0 0 0,0 0 1 0 0,1 0-1 0 0,17 20 0 0 0,-20-27 1 0 0,0-1 0 0 0,1 0 0 0 0,-1 0 0 0 0,1-1 0 0 0,0 0 0 0 0,1 0 0 0 0,-1 0 0 0 0,1-1 0 0 0,0 0 0 0 0,-1 0 1 0 0,1 0-1 0 0,0-1 0 0 0,1 0 0 0 0,-1-1 0 0 0,15 2 0 0 0,-12-3-5 0 0,1 0 1 0 0,-1-1-1 0 0,1 0 1 0 0,-1-1-1 0 0,0 0 1 0 0,0-1-1 0 0,0 0 1 0 0,0 0-1 0 0,0-1 1 0 0,13-8-1 0 0,-9 4 48 0 0,0-1 0 0 0,0 0 0 0 0,-1 0 0 0 0,-1-2-1 0 0,0 1 1 0 0,0-2 0 0 0,-1 0 0 0 0,-1 0 0 0 0,0-1 0 0 0,0 0 0 0 0,-1 0 0 0 0,-1-1 0 0 0,0 0-1 0 0,9-26 1 0 0,-15 33 17 0 0,0 0 0 0 0,-1-1 0 0 0,1 0 0 0 0,-2 1 0 0 0,1-1 0 0 0,-1 1 0 0 0,0-1 0 0 0,0 0 0 0 0,-1 1-1 0 0,0-1 1 0 0,-1 0 0 0 0,0 1 0 0 0,0 0 0 0 0,0-1 0 0 0,-1 1 0 0 0,0 0 0 0 0,0 0 0 0 0,-1 1 0 0 0,0-1-1 0 0,0 1 1 0 0,-1-1 0 0 0,1 1 0 0 0,-8-6 0 0 0,3 3-184 0 0,0 1-1 0 0,-1 0 1 0 0,1 1 0 0 0,-2 0-1 0 0,1 0 1 0 0,-1 1 0 0 0,0 0-1 0 0,0 1 1 0 0,-1 1 0 0 0,0 0-1 0 0,1 0 1 0 0,-1 1 0 0 0,-21-3-1 0 0,9 5-6579 0 0</inkml:trace>
</inkml:ink>
</file>

<file path=ppt/ink/ink2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2.506"/>
    </inkml:context>
    <inkml:brush xml:id="br0">
      <inkml:brushProperty name="width" value="0.1" units="cm"/>
      <inkml:brushProperty name="height" value="0.1" units="cm"/>
      <inkml:brushProperty name="color" value="#F6630D"/>
    </inkml:brush>
  </inkml:definitions>
  <inkml:trace contextRef="#ctx0" brushRef="#br0">1 53 13363 0 0,'13'2'1368'0'0,"0"-1"0"0"0,1 0 1 0 0,16-2-1 0 0,29-11-930 0 0,-37 4-3490 0 0,40-18 1 0 0,-43 16 2475 0 0</inkml:trace>
</inkml:ink>
</file>

<file path=ppt/ink/ink2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3.392"/>
    </inkml:context>
    <inkml:brush xml:id="br0">
      <inkml:brushProperty name="width" value="0.1" units="cm"/>
      <inkml:brushProperty name="height" value="0.1" units="cm"/>
      <inkml:brushProperty name="color" value="#F6630D"/>
    </inkml:brush>
  </inkml:definitions>
  <inkml:trace contextRef="#ctx0" brushRef="#br0">0 11 1376 0 0,'48'-5'17281'0'0,"-47"7"-16898"0"0,3 21 1568 0 0,-4-22-1903 0 0,1-1 0 0 0,-1 1 0 0 0,0-1 0 0 0,0 1 0 0 0,0-1 1 0 0,0 1-1 0 0,0-1 0 0 0,0 1 0 0 0,1-1 0 0 0,-1 1 0 0 0,0-1 0 0 0,0 1 0 0 0,0-1 0 0 0,1 0 0 0 0,-1 1 0 0 0,0-1 0 0 0,1 1 0 0 0,-1-1 0 0 0,0 0 1 0 0,1 1-1 0 0,-1-1 0 0 0,1 0 0 0 0,-1 0 0 0 0,1 1 0 0 0,-1-1 0 0 0,0 0 0 0 0,1 0 0 0 0,-1 0 0 0 0,1 0 0 0 0,-1 1 0 0 0,1-1 0 0 0,-1 0 0 0 0,1 0 0 0 0,-1 0 1 0 0,1 0-1 0 0,-1 0 0 0 0,1 0 0 0 0,-1 0 0 0 0,1 0 0 0 0,-1 0 0 0 0,1 0 0 0 0,-1-1 0 0 0,1 1 0 0 0,-1 0 0 0 0,1-1 0 0 0,-2-1-64 0 0,0 0 35 0 0,0 0-1 0 0,1 0 1 0 0,-1 0 0 0 0,0 0 0 0 0,0-1 0 0 0,1 1 0 0 0,0 0 0 0 0,-1-1 0 0 0,1 1 0 0 0,0 0-1 0 0,0-1 1 0 0,0 1 0 0 0,0 0 0 0 0,1-3 0 0 0,-1 3 38 0 0</inkml:trace>
</inkml:ink>
</file>

<file path=ppt/ink/ink2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4.101"/>
    </inkml:context>
    <inkml:brush xml:id="br0">
      <inkml:brushProperty name="width" value="0.1" units="cm"/>
      <inkml:brushProperty name="height" value="0.1" units="cm"/>
      <inkml:brushProperty name="color" value="#F6630D"/>
    </inkml:brush>
  </inkml:definitions>
  <inkml:trace contextRef="#ctx0" brushRef="#br0">187 53 3681 0 0,'0'-4'647'0'0,"-1"0"-1"0"0,1 0 1 0 0,-1 0 0 0 0,0 1-1 0 0,0-1 1 0 0,-1 0 0 0 0,1 1 0 0 0,-1-1-1 0 0,-2-4 1 0 0,4 8-543 0 0,-1-1 1 0 0,1 0-1 0 0,0 1 0 0 0,-1-1 0 0 0,1 1 1 0 0,-1-1-1 0 0,1 0 0 0 0,-1 1 0 0 0,1-1 1 0 0,-1 1-1 0 0,1-1 0 0 0,-1 1 0 0 0,1 0 1 0 0,-1-1-1 0 0,0 1 0 0 0,1 0 0 0 0,-1-1 1 0 0,0 1-1 0 0,1 0 0 0 0,-1-1 0 0 0,0 1 0 0 0,1 0 1 0 0,-1 0-1 0 0,0 0 0 0 0,1 0 0 0 0,-1 0 1 0 0,0 0-1 0 0,0 0 0 0 0,1 0 0 0 0,-1 0 1 0 0,0 0-1 0 0,0 0 0 0 0,1 1 0 0 0,-1-1 1 0 0,0 0-1 0 0,1 0 0 0 0,-1 1 0 0 0,0-1 1 0 0,1 0-1 0 0,-1 1 0 0 0,1-1 0 0 0,-1 1 1 0 0,0-1-1 0 0,1 0 0 0 0,-1 1 0 0 0,1 0 0 0 0,-1-1 1 0 0,1 1-1 0 0,0-1 0 0 0,-1 1 0 0 0,1 0 1 0 0,0-1-1 0 0,-1 1 0 0 0,1-1 0 0 0,0 1 1 0 0,-1 0-1 0 0,1 0 0 0 0,-23 44 328 0 0,1 0 1 0 0,2 2-1 0 0,3 0 1 0 0,-18 75-1 0 0,28-99-497 0 0,1 1 1 0 0,2 1-1 0 0,0-1 0 0 0,2 1 1 0 0,0 0-1 0 0,3 33 0 0 0,-1-52 26 0 0,1 0-1 0 0,0 1 0 0 0,0-1 1 0 0,1 0-1 0 0,-1 0 1 0 0,1 0-1 0 0,1 0 0 0 0,-1-1 1 0 0,1 1-1 0 0,0 0 1 0 0,0-1-1 0 0,1 0 0 0 0,0 0 1 0 0,-1 0-1 0 0,2 0 1 0 0,-1-1-1 0 0,0 1 0 0 0,1-1 1 0 0,0 0-1 0 0,0 0 1 0 0,0-1-1 0 0,1 0 0 0 0,-1 0 1 0 0,1 0-1 0 0,0 0 1 0 0,-1-1-1 0 0,1 0 0 0 0,0 0 1 0 0,1-1-1 0 0,6 2 1 0 0,-4-2 7 0 0,-1-1 0 0 0,1 1 0 0 0,0-1 0 0 0,-1-1 0 0 0,1 1 1 0 0,0-2-1 0 0,-1 1 0 0 0,1-1 0 0 0,10-4 0 0 0,-16 5 85 0 0,0 0 0 0 0,0 0 0 0 0,0 0 0 0 0,0-1-1 0 0,0 1 1 0 0,0-1 0 0 0,0 0 0 0 0,0 0 0 0 0,-1 0-1 0 0,1 0 1 0 0,-1 0 0 0 0,1 0 0 0 0,-1-1 0 0 0,0 1-1 0 0,0-1 1 0 0,0 0 0 0 0,0 1 0 0 0,-1-1 0 0 0,1 0-1 0 0,-1 0 1 0 0,1 0 0 0 0,-1 0 0 0 0,0-1 0 0 0,-1 1-1 0 0,1 0 1 0 0,0 0 0 0 0,-1-4 0 0 0,1 6 2 0 0,-1-1 1 0 0,-1 1-1 0 0,1 0 0 0 0,0-1 1 0 0,0 1-1 0 0,0 0 1 0 0,-1-1-1 0 0,1 1 1 0 0,-1 0-1 0 0,1 0 0 0 0,-1-1 1 0 0,1 1-1 0 0,-1 0 1 0 0,0 0-1 0 0,1 0 1 0 0,-1 0-1 0 0,0 0 0 0 0,0 0 1 0 0,0 0-1 0 0,0 0 1 0 0,0 0-1 0 0,0 0 0 0 0,-2 0 1 0 0,1-1 14 0 0,-1 1 0 0 0,0 0 0 0 0,0 0 0 0 0,0 0 1 0 0,0 0-1 0 0,0 1 0 0 0,0-1 0 0 0,0 1 0 0 0,-6 0 0 0 0,-4 1-26 0 0,0 0 0 0 0,1 1 0 0 0,-24 6 0 0 0,19-3-890 0 0,0 1 1 0 0,1 1-1 0 0,-20 10 1 0 0,5 2-5286 0 0</inkml:trace>
</inkml:ink>
</file>

<file path=ppt/ink/ink2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5.069"/>
    </inkml:context>
    <inkml:brush xml:id="br0">
      <inkml:brushProperty name="width" value="0.1" units="cm"/>
      <inkml:brushProperty name="height" value="0.1" units="cm"/>
      <inkml:brushProperty name="color" value="#F6630D"/>
    </inkml:brush>
  </inkml:definitions>
  <inkml:trace contextRef="#ctx0" brushRef="#br0">1 35 14283 0 0,'0'-1'55'0'0,"1"1"-1"0"0,-1 0 1 0 0,0 0-1 0 0,1-1 1 0 0,-1 1-1 0 0,1 0 1 0 0,-1 0 0 0 0,1 0-1 0 0,-1-1 1 0 0,1 1-1 0 0,-1 0 1 0 0,1 0-1 0 0,-1 0 1 0 0,1 0 0 0 0,-1 0-1 0 0,1 0 1 0 0,-1 0-1 0 0,1 0 1 0 0,-1 0-1 0 0,1 0 1 0 0,-1 1 0 0 0,0-1-1 0 0,1 0 1 0 0,-1 0-1 0 0,1 0 1 0 0,-1 0-1 0 0,1 1 1 0 0,0-1 0 0 0,16 15 1719 0 0,11 19 129 0 0,-12-5-1718 0 0,0 2 0 0 0,-2 0 0 0 0,-1 1-1 0 0,-1 0 1 0 0,8 38 0 0 0,22 62-273 0 0,-42-132 85 0 0,0 0-1 0 0,1 1 0 0 0,-1-1 1 0 0,0 0-1 0 0,0 0 0 0 0,0 1 1 0 0,0-1-1 0 0,0 0 0 0 0,0 0 0 0 0,0 0 1 0 0,0 1-1 0 0,0-1 0 0 0,1 0 1 0 0,-1 0-1 0 0,0 0 0 0 0,0 0 1 0 0,0 0-1 0 0,0 1 0 0 0,0-1 1 0 0,1 0-1 0 0,-1 0 0 0 0,0 0 0 0 0,0 0 1 0 0,0 0-1 0 0,1 0 0 0 0,-1 0 1 0 0,0 1-1 0 0,0-1 0 0 0,0 0 1 0 0,1 0-1 0 0,-1 0 0 0 0,0 0 1 0 0,0 0-1 0 0,1 0 0 0 0,-1 0 0 0 0,0 0 1 0 0,0 0-1 0 0,0 0 0 0 0,1 0 1 0 0,-1-1-1 0 0,0 1 0 0 0,0 0 1 0 0,0 0-1 0 0,1 0 0 0 0,-1 0 0 0 0,0 0 1 0 0,0 0-1 0 0,0 0 0 0 0,1 0 1 0 0,-1-1-1 0 0,0 1 0 0 0,0 0 1 0 0,0 0-1 0 0,0 0 0 0 0,0 0 1 0 0,1-1-1 0 0,-1 1 0 0 0,12-20-534 0 0,5-25-758 0 0,-9 16 759 0 0,37-118-1021 0 0,-35 122 1701 0 0,0 0 1 0 0,2 0 0 0 0,23-36 0 0 0,-33 58-30 0 0,0 0 0 0 0,0 0 0 0 0,0 0 0 0 0,0 1 0 0 0,1-1 0 0 0,-1 1 0 0 0,1-1 0 0 0,0 1 1 0 0,0 0-1 0 0,-1 0 0 0 0,1 0 0 0 0,0 0 0 0 0,1 1 0 0 0,-1-1 0 0 0,0 1 0 0 0,0 0 0 0 0,1 0 0 0 0,-1 0 0 0 0,1 0 1 0 0,6 0-1 0 0,-7 1-23 0 0,1 1-1 0 0,-1 0 1 0 0,1-1 0 0 0,-1 1 0 0 0,0 0 0 0 0,1 1 0 0 0,-1-1 0 0 0,0 1 0 0 0,0-1 0 0 0,0 1 0 0 0,0 0-1 0 0,0 0 1 0 0,0 0 0 0 0,0 1 0 0 0,-1-1 0 0 0,1 1 0 0 0,-1-1 0 0 0,0 1 0 0 0,1 0 0 0 0,2 6 0 0 0,6 11 42 0 0,-1 0 0 0 0,0 1 0 0 0,-2 0 1 0 0,10 37-1 0 0,-10-30-176 0 0,24 55 1 0 0,-32-83 34 0 0,0 0 1 0 0,0 0-1 0 0,0 0 0 0 0,0 0 1 0 0,0 0-1 0 0,0 0 1 0 0,0 0-1 0 0,1 1 0 0 0,-1-1 1 0 0,0 0-1 0 0,0 0 0 0 0,0 0 1 0 0,0 0-1 0 0,0 0 1 0 0,0 0-1 0 0,0 0 0 0 0,0 0 1 0 0,1 0-1 0 0,-1 0 0 0 0,0 0 1 0 0,0 0-1 0 0,0 0 1 0 0,0 0-1 0 0,0 0 0 0 0,0 0 1 0 0,1 0-1 0 0,-1 0 0 0 0,0 0 1 0 0,0 0-1 0 0,0 0 1 0 0,0 0-1 0 0,0 0 0 0 0,0 0 1 0 0,1 0-1 0 0,-1 0 0 0 0,0 0 1 0 0,0 0-1 0 0,0 0 0 0 0,0 0 1 0 0,0 0-1 0 0,0 0 1 0 0,0 0-1 0 0,1 0 0 0 0,-1 0 1 0 0,0 0-1 0 0,0 0 0 0 0,0-1 1 0 0,0 1-1 0 0,0 0 1 0 0,0 0-1 0 0,0 0 0 0 0,0 0 1 0 0,0 0-1 0 0,0 0 0 0 0,0 0 1 0 0,0-1-1 0 0,0 1 1 0 0,1 0-1 0 0,-1 0 0 0 0,6-14-390 0 0,3-15-329 0 0,3-37 9 0 0,7-32 922 0 0,-16 87-48 0 0,0 0 0 0 0,1 1 0 0 0,1-1 0 0 0,0 1 0 0 0,0-1 0 0 0,10-12-1 0 0,-14 21-116 0 0,0 1-1 0 0,0-1 1 0 0,0 1-1 0 0,0-1 0 0 0,0 1 1 0 0,0 0-1 0 0,1-1 0 0 0,-1 1 1 0 0,0 0-1 0 0,1 0 1 0 0,-1 0-1 0 0,1 0 0 0 0,0 0 1 0 0,-1 0-1 0 0,1 0 0 0 0,0 1 1 0 0,-1-1-1 0 0,1 1 1 0 0,0-1-1 0 0,0 1 0 0 0,3-1 1 0 0,-4 2-4 0 0,1-1-1 0 0,0 1 1 0 0,0-1 0 0 0,-1 1 0 0 0,1 0 0 0 0,-1 0 0 0 0,1 0-1 0 0,-1 0 1 0 0,1 0 0 0 0,-1 0 0 0 0,1 0 0 0 0,-1 0 0 0 0,0 0-1 0 0,0 1 1 0 0,0-1 0 0 0,0 1 0 0 0,0-1 0 0 0,1 2 0 0 0,5 10 77 0 0,-1 0 1 0 0,0 1 0 0 0,-1-1 0 0 0,5 19-1 0 0,-8-24-133 0 0,14 43-642 0 0,2 0 0 0 0,30 61 0 0 0,-36-88-6870 0 0</inkml:trace>
</inkml:ink>
</file>

<file path=ppt/ink/ink2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5.435"/>
    </inkml:context>
    <inkml:brush xml:id="br0">
      <inkml:brushProperty name="width" value="0.1" units="cm"/>
      <inkml:brushProperty name="height" value="0.1" units="cm"/>
      <inkml:brushProperty name="color" value="#F6630D"/>
    </inkml:brush>
  </inkml:definitions>
  <inkml:trace contextRef="#ctx0" brushRef="#br0">1 46 14283 0 0,'2'0'632'0'0,"1"0"136"0"0,4 0-616 0 0,-3-2-152 0 0,-1 2 0 0 0,-1 0 0 0 0,2 0-448 0 0,5-1-128 0 0,3-2-16 0 0,4-1-8 0 0,3 0 88 0 0,1-2 8 0 0,0 1 8 0 0,-2 0-1 0 0,-2-1 497 0 0,-3 2 0 0 0,-1 1 0 0 0,-4 1 97 0 0</inkml:trace>
</inkml:ink>
</file>

<file path=ppt/ink/ink2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5.593"/>
    </inkml:context>
    <inkml:brush xml:id="br0">
      <inkml:brushProperty name="width" value="0.1" units="cm"/>
      <inkml:brushProperty name="height" value="0.1" units="cm"/>
      <inkml:brushProperty name="color" value="#F6630D"/>
    </inkml:brush>
  </inkml:definitions>
  <inkml:trace contextRef="#ctx0" brushRef="#br0">1 97 10138 0 0,'5'0'896'0'0,"1"0"-712"0"0,1-1-184 0 0,-3-1 0 0 0,1 0-96 0 0,3-2-48 0 0,6-3-16 0 0,8-3 0 0 0,8-3-368 0 0,4-5-80 0 0,0-1-8 0 0,-1-2-8 0 0</inkml:trace>
</inkml:ink>
</file>

<file path=ppt/ink/ink2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5.907"/>
    </inkml:context>
    <inkml:brush xml:id="br0">
      <inkml:brushProperty name="width" value="0.1" units="cm"/>
      <inkml:brushProperty name="height" value="0.1" units="cm"/>
      <inkml:brushProperty name="color" value="#F6630D"/>
    </inkml:brush>
  </inkml:definitions>
  <inkml:trace contextRef="#ctx0" brushRef="#br0">8 1 13827 0 0,'0'-1'35'0'0,"0"1"0"0"0,0 0 0 0 0,-1 0-1 0 0,1 0 1 0 0,0 0 0 0 0,0 0 0 0 0,-1 0 0 0 0,1 0 0 0 0,0 0-1 0 0,0 0 1 0 0,-1 0 0 0 0,1 0 0 0 0,0 0 0 0 0,0 0 0 0 0,-1 0 0 0 0,1 1-1 0 0,0-1 1 0 0,0 0 0 0 0,0 0 0 0 0,-1 0 0 0 0,1 0 0 0 0,0 0 0 0 0,0 0-1 0 0,0 1 1 0 0,-1-1 0 0 0,1 0 0 0 0,0 0 0 0 0,0 0 0 0 0,0 0-1 0 0,0 1 1 0 0,-1-1 0 0 0,1 0 0 0 0,0 0 0 0 0,0 0 0 0 0,0 1 0 0 0,0-1-1 0 0,0 0 1 0 0,0 0 0 0 0,0 1 0 0 0,0-1 0 0 0,0 16 506 0 0,12 26-122 0 0,-8-31 195 0 0,45 192 3675 0 0,7 107-3411 0 0,-43-228-1062 0 0,-6-33-568 0 0</inkml:trace>
</inkml:ink>
</file>

<file path=ppt/ink/ink2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6.240"/>
    </inkml:context>
    <inkml:brush xml:id="br0">
      <inkml:brushProperty name="width" value="0.1" units="cm"/>
      <inkml:brushProperty name="height" value="0.1" units="cm"/>
      <inkml:brushProperty name="color" value="#F6630D"/>
    </inkml:brush>
  </inkml:definitions>
  <inkml:trace contextRef="#ctx0" brushRef="#br0">1 44 10594 0 0,'2'-22'1506'0'0,"3"35"694"0"0,3 38-145 0 0,-5-8-1889 0 0,2 0 0 0 0,2 0 0 0 0,2 0-1 0 0,16 45 1 0 0,-20-75-191 0 0,0-1 0 0 0,1 0 0 0 0,0 0 1 0 0,1-1-1 0 0,0 0 0 0 0,1 0 0 0 0,16 17 0 0 0,-18-22 35 0 0,1 0 0 0 0,0-1 0 0 0,0 1-1 0 0,1-1 1 0 0,-1-1 0 0 0,1 0 0 0 0,0 0 0 0 0,1 0 0 0 0,-1-1-1 0 0,0 0 1 0 0,1-1 0 0 0,15 3 0 0 0,-20-4 47 0 0,0 0 0 0 0,0-1 1 0 0,0 0-1 0 0,0 0 0 0 0,1 0 0 0 0,-1 0 1 0 0,0 0-1 0 0,0-1 0 0 0,0 0 0 0 0,0 0 1 0 0,0 0-1 0 0,-1 0 0 0 0,1-1 0 0 0,0 0 1 0 0,0 1-1 0 0,-1-1 0 0 0,1 0 0 0 0,5-5 0 0 0,-6 3 42 0 0,0 1-1 0 0,0 0 1 0 0,-1-1-1 0 0,1 0 1 0 0,-1 1-1 0 0,0-1 1 0 0,0 0-1 0 0,0 0 0 0 0,-1 0 1 0 0,1-1-1 0 0,-1 1 1 0 0,0 0-1 0 0,0 0 1 0 0,0-1-1 0 0,-1 1 0 0 0,0-1 1 0 0,0-4-1 0 0,-1-14 72 0 0,-1 1 0 0 0,-1 0 0 0 0,0 0-1 0 0,-2 0 1 0 0,-1 1 0 0 0,-1-1 0 0 0,-10-21 0 0 0,10 26-45 0 0,-1 0 1 0 0,-1 0-1 0 0,-1 1 1 0 0,0 1-1 0 0,-1-1 1 0 0,-1 2 0 0 0,0-1-1 0 0,-26-21 1 0 0,30 29-387 0 0,-1 1-1 0 0,0 0 1 0 0,0 1 0 0 0,-1 0 0 0 0,0 0 0 0 0,1 1-1 0 0,-2 0 1 0 0,1 0 0 0 0,0 2 0 0 0,-1-1 0 0 0,1 1-1 0 0,-1 1 1 0 0,-13-1 0 0 0,-5 3-6636 0 0</inkml:trace>
</inkml:ink>
</file>

<file path=ppt/ink/ink2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6.480"/>
    </inkml:context>
    <inkml:brush xml:id="br0">
      <inkml:brushProperty name="width" value="0.1" units="cm"/>
      <inkml:brushProperty name="height" value="0.1" units="cm"/>
      <inkml:brushProperty name="color" value="#F6630D"/>
    </inkml:brush>
  </inkml:definitions>
  <inkml:trace contextRef="#ctx0" brushRef="#br0">18 14 15667 0 0,'-18'6'1316'0'0,"22"-6"-135"0"0,33-5 592 0 0,-22 3-1239 0 0,49-6-4303 0 0,-50 4 3679 0 0</inkml:trace>
</inkml:ink>
</file>

<file path=ppt/ink/ink2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6.988"/>
    </inkml:context>
    <inkml:brush xml:id="br0">
      <inkml:brushProperty name="width" value="0.1" units="cm"/>
      <inkml:brushProperty name="height" value="0.1" units="cm"/>
      <inkml:brushProperty name="color" value="#F6630D"/>
    </inkml:brush>
  </inkml:definitions>
  <inkml:trace contextRef="#ctx0" brushRef="#br0">1 14 5985 0 0,'0'-1'141'0'0,"0"0"0"0"0,1 1 0 0 0,-1-1 0 0 0,1 1 0 0 0,-1-1 0 0 0,1 1 0 0 0,-1-1 0 0 0,1 1 0 0 0,-1-1 0 0 0,1 1 0 0 0,-1 0 0 0 0,1-1 0 0 0,0 1 0 0 0,-1 0 0 0 0,1-1 0 0 0,0 1 0 0 0,-1 0 0 0 0,1 0 0 0 0,0 0 0 0 0,-1 0 0 0 0,1 0 0 0 0,0 0 0 0 0,0-1 0 0 0,0 2 0 0 0,22-6 1850 0 0,-19 5-1662 0 0,1-1-1 0 0,-1 1 0 0 0,1 0 1 0 0,-1 0-1 0 0,1 1 1 0 0,-1-1-1 0 0,1 1 0 0 0,-1 0 1 0 0,0 0-1 0 0,0 1 1 0 0,1-1-1 0 0,-1 1 1 0 0,0 0-1 0 0,0 0 0 0 0,0 0 1 0 0,-1 1-1 0 0,1-1 1 0 0,6 7-1 0 0,-7-5-240 0 0,0 0 0 0 0,0 1-1 0 0,0-1 1 0 0,-1 1 0 0 0,1-1 0 0 0,-1 1 0 0 0,0 0-1 0 0,-1 0 1 0 0,1 0 0 0 0,-1 0 0 0 0,0 0 0 0 0,0 1-1 0 0,-1-1 1 0 0,1 0 0 0 0,-1 0 0 0 0,-1 6-1 0 0,-1 5-115 0 0,0 1 0 0 0,-7 25 0 0 0,6-31 6 0 0,0 1 0 0 0,0 1 0 0 0,2-1 1 0 0,-1 0-1 0 0,1 0 0 0 0,2 16 0 0 0,-1-26 20 0 0,0 0 0 0 0,1 0 0 0 0,-1-1 0 0 0,1 1 0 0 0,0 0 0 0 0,-1-1 0 0 0,1 1 0 0 0,0 0 0 0 0,0-1 0 0 0,0 1 0 0 0,0-1 0 0 0,0 1-1 0 0,1-1 1 0 0,-1 0 0 0 0,0 1 0 0 0,1-1 0 0 0,-1 0 0 0 0,1 0 0 0 0,-1 0 0 0 0,1 0 0 0 0,-1 0 0 0 0,1 0 0 0 0,0-1 0 0 0,2 2 0 0 0,5 1-22 0 0,1-1 1 0 0,-1 0 0 0 0,18 1-1 0 0,-19-2 15 0 0,0 0-1 0 0,0 0 1 0 0,0 1-1 0 0,8 2 1 0 0,-13-3 31 0 0,-1 0 0 0 0,1 1 0 0 0,-1-1 0 0 0,1 1 1 0 0,-1-1-1 0 0,1 1 0 0 0,-1 0 0 0 0,0 0 0 0 0,0 0 0 0 0,0 0 0 0 0,0 0 0 0 0,0 0 0 0 0,0 1 0 0 0,-1-1 1 0 0,1 0-1 0 0,-1 1 0 0 0,0 0 0 0 0,0-1 0 0 0,2 4 0 0 0,-2-1 68 0 0,-1 0 0 0 0,1-1 0 0 0,-1 1-1 0 0,1 0 1 0 0,-1 0 0 0 0,0 0 0 0 0,-1 0 0 0 0,0 0 0 0 0,1-1-1 0 0,-4 9 1 0 0,1-2 87 0 0,-2 1-1 0 0,1-1 0 0 0,-2 0 0 0 0,1 0 1 0 0,-2-1-1 0 0,1 1 0 0 0,-1-1 0 0 0,-11 12 1 0 0,6-11-477 0 0,0-1 0 0 0,0 0 0 0 0,-1 0 0 0 0,-21 11 1 0 0,13-9-6996 0 0</inkml:trace>
</inkml:ink>
</file>

<file path=ppt/ink/ink2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0.992"/>
    </inkml:context>
    <inkml:brush xml:id="br0">
      <inkml:brushProperty name="width" value="0.1" units="cm"/>
      <inkml:brushProperty name="height" value="0.1" units="cm"/>
      <inkml:brushProperty name="color" value="#F6630D"/>
    </inkml:brush>
  </inkml:definitions>
  <inkml:trace contextRef="#ctx0" brushRef="#br0">99 48 8290 0 0,'-2'-6'389'0'0,"-16"-31"4669"0"0,18 37-4970 0 0,0 0-1 0 0,-1-1 0 0 0,1 1 0 0 0,0 0 1 0 0,0-1-1 0 0,-1 1 0 0 0,1 0 0 0 0,0 0 1 0 0,0-1-1 0 0,-1 1 0 0 0,1 0 0 0 0,0 0 1 0 0,-1 0-1 0 0,1-1 0 0 0,0 1 0 0 0,-1 0 1 0 0,1 0-1 0 0,0 0 0 0 0,-1 0 0 0 0,1 0 1 0 0,0 0-1 0 0,-1 0 0 0 0,1 0 1 0 0,-1 0-1 0 0,1 0 0 0 0,0 0 0 0 0,-1 0 1 0 0,1 0-1 0 0,0 0 0 0 0,-1 0 0 0 0,0 0 1 0 0,0 1 33 0 0,0 0 0 0 0,0 0 0 0 0,0 0 0 0 0,1 1 1 0 0,-1-1-1 0 0,0 0 0 0 0,0 0 0 0 0,1 0 1 0 0,-1 1-1 0 0,1-1 0 0 0,-1 0 0 0 0,1 1 0 0 0,-1 2 1 0 0,-10 51 765 0 0,2 0 1 0 0,-3 66 0 0 0,6-48-567 0 0,6-66-300 0 0,-19 255 604 0 0,18-211-634 0 0,2 0 1 0 0,3 0 0 0 0,11 58-1 0 0,-5-70-976 0 0,-9-38 747 0 0,-1 1 1 0 0,1 0-1 0 0,-1 0 0 0 0,1-1 0 0 0,0 1 0 0 0,0 0 0 0 0,0-1 1 0 0,-1 1-1 0 0,2-1 0 0 0,-1 1 0 0 0,0-1 0 0 0,0 1 0 0 0,0-1 1 0 0,1 0-1 0 0,-1 1 0 0 0,0-1 0 0 0,1 0 0 0 0,1 1 0 0 0</inkml:trace>
</inkml:ink>
</file>

<file path=ppt/ink/ink2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1.404"/>
    </inkml:context>
    <inkml:brush xml:id="br0">
      <inkml:brushProperty name="width" value="0.1" units="cm"/>
      <inkml:brushProperty name="height" value="0.1" units="cm"/>
      <inkml:brushProperty name="color" value="#F6630D"/>
    </inkml:brush>
  </inkml:definitions>
  <inkml:trace contextRef="#ctx0" brushRef="#br0">1 323 4433 0 0,'12'-120'876'0'0,"10"48"10401"0"0,-13 100-9553 0 0,0-5-875 0 0,5 11-395 0 0,1-1 0 0 0,36 55 1 0 0,-40-71-423 0 0,2 0 1 0 0,-1-1-1 0 0,2 0 0 0 0,1-1 1 0 0,0 0-1 0 0,23 16 0 0 0,-36-29-57 0 0,0 0 0 0 0,0-1 0 0 0,1 1 0 0 0,-1-1 0 0 0,1 1 0 0 0,-1-1 0 0 0,1 0 0 0 0,-1 0 0 0 0,1 0 0 0 0,0-1 0 0 0,0 1 0 0 0,-1 0 0 0 0,1-1 0 0 0,0 0 0 0 0,0 0 0 0 0,0 0 0 0 0,-1 0 0 0 0,1 0 0 0 0,5-1 0 0 0,-5-1-42 0 0,0 1 1 0 0,-1-1-1 0 0,1 0 1 0 0,0 1 0 0 0,-1-1-1 0 0,1-1 1 0 0,-1 1-1 0 0,0 0 1 0 0,1 0-1 0 0,-1-1 1 0 0,0 1 0 0 0,-1-1-1 0 0,1 0 1 0 0,0 0-1 0 0,-1 1 1 0 0,0-1-1 0 0,2-4 1 0 0,13-35-429 0 0,20-85-1 0 0,2-4 822 0 0,-31 112 122 0 0,0 1-1 0 0,1 0 0 0 0,1 1 1 0 0,22-32-1 0 0,-31 49-412 0 0,1-1-1 0 0,-1 0 1 0 0,0 0-1 0 0,1 1 1 0 0,-1-1-1 0 0,1 0 0 0 0,-1 1 1 0 0,1-1-1 0 0,-1 0 1 0 0,1 1-1 0 0,-1-1 1 0 0,1 1-1 0 0,0-1 1 0 0,-1 1-1 0 0,1-1 0 0 0,0 1 1 0 0,-1-1-1 0 0,1 1 1 0 0,0 0-1 0 0,0-1 1 0 0,-1 1-1 0 0,1 0 1 0 0,0 0-1 0 0,0 0 0 0 0,0 0 1 0 0,-1-1-1 0 0,1 1 1 0 0,0 0-1 0 0,0 0 1 0 0,0 0-1 0 0,-1 1 1 0 0,1-1-1 0 0,0 0 0 0 0,0 0 1 0 0,0 0-1 0 0,-1 1 1 0 0,1-1-1 0 0,0 0 1 0 0,0 1-1 0 0,-1-1 1 0 0,1 0-1 0 0,0 1 0 0 0,-1-1 1 0 0,1 1-1 0 0,0-1 1 0 0,-1 1-1 0 0,1-1 1 0 0,-1 1-1 0 0,1 0 1 0 0,-1-1-1 0 0,1 1 0 0 0,-1 0 1 0 0,1 1-1 0 0,4 6 59 0 0,-1 0 1 0 0,-1 1-1 0 0,1-1 0 0 0,2 11 0 0 0,-1-2 17 0 0,206 524-989 0 0,-199-507 415 0 0</inkml:trace>
</inkml:ink>
</file>

<file path=ppt/ink/ink2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1.642"/>
    </inkml:context>
    <inkml:brush xml:id="br0">
      <inkml:brushProperty name="width" value="0.1" units="cm"/>
      <inkml:brushProperty name="height" value="0.1" units="cm"/>
      <inkml:brushProperty name="color" value="#F6630D"/>
    </inkml:brush>
  </inkml:definitions>
  <inkml:trace contextRef="#ctx0" brushRef="#br0">16 9 10594 0 0,'-6'1'366'0'0,"-4"1"853"0"0,18-1 389 0 0,-5-1-1192 0 0,40-4-318 0 0,21-3-7531 0 0,-56 6 6774 0 0</inkml:trace>
</inkml:ink>
</file>

<file path=ppt/ink/ink2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1.802"/>
    </inkml:context>
    <inkml:brush xml:id="br0">
      <inkml:brushProperty name="width" value="0.1" units="cm"/>
      <inkml:brushProperty name="height" value="0.1" units="cm"/>
      <inkml:brushProperty name="color" value="#F6630D"/>
    </inkml:brush>
  </inkml:definitions>
  <inkml:trace contextRef="#ctx0" brushRef="#br0">1 23 6449 0 0,'3'0'577'0'0,"-2"0"-465"0"0,3 0-112 0 0,0-2 0 0 0,-1 2 0 0 0,0 0 0 0 0,1-1 0 0 0,4-1 0 0 0,4 1-129 0 0,5-2-39 0 0,2-1-16 0 0,-1-1 0 0 0,-5 1 184 0 0</inkml:trace>
</inkml:ink>
</file>

<file path=ppt/ink/ink2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0.742"/>
    </inkml:context>
    <inkml:brush xml:id="br0">
      <inkml:brushProperty name="width" value="0.1" units="cm"/>
      <inkml:brushProperty name="height" value="0.1" units="cm"/>
      <inkml:brushProperty name="color" value="#F6630D"/>
    </inkml:brush>
  </inkml:definitions>
  <inkml:trace contextRef="#ctx0" brushRef="#br0">62 20 9218 0 0,'-6'-6'810'0'0,"-10"-8"3424"0"0,15 14-4147 0 0,1 0-1 0 0,-1 1 1 0 0,1-1-1 0 0,-1 0 1 0 0,1 0 0 0 0,-1 0-1 0 0,1 0 1 0 0,-1 1 0 0 0,1-1-1 0 0,-1 0 1 0 0,1 1-1 0 0,-1-1 1 0 0,1 0 0 0 0,-1 1-1 0 0,1-1 1 0 0,0 1-1 0 0,-1-1 1 0 0,1 0 0 0 0,0 1-1 0 0,-1-1 1 0 0,1 1-1 0 0,0-1 1 0 0,-1 1 0 0 0,1-1-1 0 0,0 1 1 0 0,0-1 0 0 0,0 1-1 0 0,0-1 1 0 0,0 1-1 0 0,-1 0 1 0 0,1-1 0 0 0,0 1-1 0 0,0-1 1 0 0,0 1-1 0 0,0-1 1 0 0,1 1 0 0 0,-1-1-1 0 0,0 1 1 0 0,0 0-1 0 0,-4 49 1302 0 0,4 69 0 0 0,1-29-894 0 0,-14 171 369 0 0,0 58-907 0 0,13-306-153 0 0,4 68-569 0 0,-4-76 532 0 0,1 0 0 0 0,0 0 0 0 0,0-1-1 0 0,0 1 1 0 0,0 0 0 0 0,1 0 0 0 0,0 0 0 0 0,0-1 0 0 0,1 1-1 0 0,-1-1 1 0 0,1 0 0 0 0,6 8 0 0 0,2-4-1827 0 0</inkml:trace>
</inkml:ink>
</file>

<file path=ppt/ink/ink2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1.137"/>
    </inkml:context>
    <inkml:brush xml:id="br0">
      <inkml:brushProperty name="width" value="0.1" units="cm"/>
      <inkml:brushProperty name="height" value="0.1" units="cm"/>
      <inkml:brushProperty name="color" value="#F6630D"/>
    </inkml:brush>
  </inkml:definitions>
  <inkml:trace contextRef="#ctx0" brushRef="#br0">80 124 4145 0 0,'-8'-20'994'0'0,"4"9"-241"0"0,0 1 0 0 0,-1-1 0 0 0,0 1-1 0 0,-1 0 1 0 0,0 0 0 0 0,0 1 0 0 0,-1-1 0 0 0,-9-8 0 0 0,16 18-671 0 0,0-1 0 0 0,0 1 1 0 0,0 0-1 0 0,0 0 0 0 0,-1-1 1 0 0,1 1-1 0 0,0 0 0 0 0,0 0 1 0 0,-1-1-1 0 0,1 1 0 0 0,0 0 1 0 0,0 0-1 0 0,-1 0 0 0 0,1-1 1 0 0,0 1-1 0 0,-1 0 0 0 0,1 0 1 0 0,0 0-1 0 0,-1 0 1 0 0,1 0-1 0 0,0 0 0 0 0,-1 0 1 0 0,1 0-1 0 0,0 0 0 0 0,-1 0 1 0 0,1 0-1 0 0,0 0 0 0 0,-1 0 1 0 0,1 0-1 0 0,0 0 0 0 0,-1 0 1 0 0,1 0-1 0 0,0 0 0 0 0,-1 0 1 0 0,1 0-1 0 0,-1 1 0 0 0,-1 12 1540 0 0,8 18-505 0 0,9 8-529 0 0,2 0-1 0 0,34 58 1 0 0,-5-13-240 0 0,-31-53-348 0 0,-1-2 15 0 0,1 0-1 0 0,19 26 1 0 0,-30-48-29 0 0,1-1 0 0 0,0 1 0 0 0,0-1 0 0 0,1-1 0 0 0,0 1 0 0 0,0-1 0 0 0,0 0 0 0 0,0 0 0 0 0,1-1 0 0 0,0 1 0 0 0,0-1 0 0 0,0-1 0 0 0,11 4 0 0 0,-16-6-22 0 0,0-1 0 0 0,0 1 0 0 0,0-1 0 0 0,0 1 0 0 0,0-1 0 0 0,1 0 0 0 0,-1 0 0 0 0,0 0 0 0 0,0-1 0 0 0,0 1 0 0 0,0 0 0 0 0,0-1 0 0 0,0 1 0 0 0,0-1 0 0 0,0 0 0 0 0,0 1 0 0 0,0-1 0 0 0,0 0 0 0 0,3-2 1 0 0,-2 0 22 0 0,0 0-1 0 0,0 0 1 0 0,-1 0 0 0 0,1 0 0 0 0,-1 0 0 0 0,1 0 0 0 0,-1-1 0 0 0,0 1 0 0 0,3-7 0 0 0,1-8 211 0 0,0 0 0 0 0,-1 0 0 0 0,4-29 0 0 0,-7 35-16 0 0,8-68 746 0 0,-9 60-730 0 0,1 1-1 0 0,0-1 0 0 0,2 0 1 0 0,0 1-1 0 0,2 0 0 0 0,12-31 1 0 0,-18 48-177 0 0,1 0 0 0 0,0 1 1 0 0,0-1-1 0 0,0 1 0 0 0,0-1 1 0 0,0 1-1 0 0,0-1 0 0 0,0 1 1 0 0,0 0-1 0 0,0 0 0 0 0,1-1 1 0 0,-1 1-1 0 0,1 0 0 0 0,-1 0 0 0 0,1 0 1 0 0,-1 1-1 0 0,1-1 0 0 0,-1 0 1 0 0,1 0-1 0 0,2 0 0 0 0,-2 1 2 0 0,-1 0 0 0 0,1 0 0 0 0,0 1 0 0 0,-1-1 0 0 0,1 0 0 0 0,0 1 0 0 0,-1-1 0 0 0,1 1 0 0 0,0-1 0 0 0,-1 1 0 0 0,1 0 0 0 0,-1 0 0 0 0,1 0 0 0 0,-1 0 0 0 0,0 0 0 0 0,3 2-1 0 0,5 6 82 0 0,-1 0-1 0 0,0 1 0 0 0,-1 0 1 0 0,10 17-1 0 0,-11-17-57 0 0,37 62 145 0 0,25 37-2257 0 0,-51-84-5701 0 0</inkml:trace>
</inkml:ink>
</file>

<file path=ppt/ink/ink2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1.407"/>
    </inkml:context>
    <inkml:brush xml:id="br0">
      <inkml:brushProperty name="width" value="0.1" units="cm"/>
      <inkml:brushProperty name="height" value="0.1" units="cm"/>
      <inkml:brushProperty name="color" value="#F6630D"/>
    </inkml:brush>
  </inkml:definitions>
  <inkml:trace contextRef="#ctx0" brushRef="#br0">0 9 9218 0 0,'22'2'5951'0'0,"45"-8"-6526"0"0,-57 4-461 0 0,0 1 0 0 0,0 0 1 0 0,0 1-1 0 0,15 1 0 0 0,-9 2-737 0 0</inkml:trace>
</inkml:ink>
</file>

<file path=ppt/ink/ink2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21.556"/>
    </inkml:context>
    <inkml:brush xml:id="br0">
      <inkml:brushProperty name="width" value="0.1" units="cm"/>
      <inkml:brushProperty name="height" value="0.1" units="cm"/>
      <inkml:brushProperty name="color" value="#F6630D"/>
    </inkml:brush>
  </inkml:definitions>
  <inkml:trace contextRef="#ctx0" brushRef="#br0">1 74 4609 0 0,'1'0'408'0'0,"1"0"-328"0"0,0-1-80 0 0,1-1 0 0 0,0 1 104 0 0,-2-2 8 0 0,3 1 0 0 0,2-4 0 0 0,5-3-112 0 0,2-5 88 0 0,5-3-88 0 0,0-2 96 0 0</inkml:trace>
</inkml:ink>
</file>

<file path=ppt/ink/ink2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3.374"/>
    </inkml:context>
    <inkml:brush xml:id="br0">
      <inkml:brushProperty name="width" value="0.1" units="cm"/>
      <inkml:brushProperty name="height" value="0.1" units="cm"/>
      <inkml:brushProperty name="color" value="#F6630D"/>
    </inkml:brush>
  </inkml:definitions>
  <inkml:trace contextRef="#ctx0" brushRef="#br0">262 102 2761 0 0,'2'-12'1038'0'0,"0"6"-296"0"0,0 0 0 0 0,-1-1 0 0 0,0 1 0 0 0,0 0 0 0 0,0-1 0 0 0,-1 1 0 0 0,0-1 0 0 0,0 1 0 0 0,-1 0 0 0 0,0-1 0 0 0,0 1 0 0 0,-2-7 1 0 0,5 19-289 0 0,1 1 0 0 0,-1 0 0 0 0,-1 0 0 0 0,1 0 0 0 0,-1-1 0 0 0,0 2 0 0 0,-1 9 0 0 0,-2 58-281 0 0,0-41 220 0 0,0 47-3 0 0,-25 342 419 0 0,19-360-642 0 0,-3 1 1 0 0,-3-1-1 0 0,-3-1 1 0 0,-38 94-1 0 0,30-96 398 0 0,9-19-9 0 0,-1-2 1 0 0,-35 57-1 0 0,36-83-314 0 0,16-13-241 0 0,0 1 0 0 0,0-1 0 0 0,0 0 0 0 0,0 0 0 0 0,-1 1 0 0 0,1-1 0 0 0,0 0 0 0 0,0 1 0 0 0,-1-1 0 0 0,1 0 0 0 0,0 0 0 0 0,0 0 0 0 0,-1 1 0 0 0,1-1 0 0 0,0 0 0 0 0,-1 0 0 0 0,1 0 0 0 0,0 0 0 0 0,-1 1 0 0 0,1-1 0 0 0,0 0 0 0 0,-1 0 0 0 0,1 0 0 0 0,-1 0 0 0 0,1 0 0 0 0,0 0 0 0 0,-1 0 0 0 0,1 0 0 0 0,0 0 0 0 0,-1 0 0 0 0,1 0-1 0 0,0 0 1 0 0,-1 0 0 0 0,1-1 0 0 0,0 1 0 0 0,-1 0 0 0 0,1 0 0 0 0,0 0 0 0 0,-1 0 0 0 0,1-1 0 0 0,0 1 0 0 0,-1 0 0 0 0,1 0 0 0 0,7-12-2991 0 0</inkml:trace>
</inkml:ink>
</file>

<file path=ppt/ink/ink2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3.993"/>
    </inkml:context>
    <inkml:brush xml:id="br0">
      <inkml:brushProperty name="width" value="0.1" units="cm"/>
      <inkml:brushProperty name="height" value="0.1" units="cm"/>
      <inkml:brushProperty name="color" value="#F6630D"/>
    </inkml:brush>
  </inkml:definitions>
  <inkml:trace contextRef="#ctx0" brushRef="#br0">18 122 1840 0 0,'-17'-14'5049'0'0,"23"26"-923"0"0,21 27-1411 0 0,-5-15-2499 0 0,1 0 0 0 0,0-2 0 0 0,2-1 0 0 0,32 22 0 0 0,-28-20-97 0 0,-18-15-115 0 0,0 0 1 0 0,0 0 0 0 0,1-1 0 0 0,0-1 0 0 0,0 0 0 0 0,0-1 0 0 0,1 0-1 0 0,17 4 1 0 0,-25-8 22 0 0,1 0-1 0 0,-1 0 1 0 0,1-1-1 0 0,0 0 0 0 0,-1 0 1 0 0,1 0-1 0 0,0-1 0 0 0,-1 0 1 0 0,1 0-1 0 0,-1 0 1 0 0,0-1-1 0 0,1 1 0 0 0,-1-2 1 0 0,0 1-1 0 0,0 0 1 0 0,0-1-1 0 0,0 0 0 0 0,0 0 1 0 0,-1 0-1 0 0,1-1 1 0 0,-1 0-1 0 0,6-6 0 0 0,-3 2-20 0 0,1-2 0 0 0,-1 1-1 0 0,-1-1 1 0 0,0 0-1 0 0,0 0 1 0 0,-1-1 0 0 0,-1 1-1 0 0,1-1 1 0 0,-2 0-1 0 0,1 0 1 0 0,2-20 0 0 0,-2-7 608 0 0,-1 1 1 0 0,-2-48 0 0 0,-1 50 810 0 0,15 90 1032 0 0,-5-5-2085 0 0,-2-10-234 0 0,2-1 0 0 0,20 55 0 0 0,-17-66-364 0 0</inkml:trace>
</inkml:ink>
</file>

<file path=ppt/ink/ink2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5.232"/>
    </inkml:context>
    <inkml:brush xml:id="br0">
      <inkml:brushProperty name="width" value="0.1" units="cm"/>
      <inkml:brushProperty name="height" value="0.1" units="cm"/>
      <inkml:brushProperty name="color" value="#F6630D"/>
    </inkml:brush>
  </inkml:definitions>
  <inkml:trace contextRef="#ctx0" brushRef="#br0">6 16 12899 0 0,'-5'-15'3391'0'0,"9"30"430"0"0,63 325-1835 0 0,-4-15-2406 0 0,-51-279-229 0 0</inkml:trace>
</inkml:ink>
</file>

<file path=ppt/ink/ink2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5.573"/>
    </inkml:context>
    <inkml:brush xml:id="br0">
      <inkml:brushProperty name="width" value="0.1" units="cm"/>
      <inkml:brushProperty name="height" value="0.1" units="cm"/>
      <inkml:brushProperty name="color" value="#F6630D"/>
    </inkml:brush>
  </inkml:definitions>
  <inkml:trace contextRef="#ctx0" brushRef="#br0">44 65 13363 0 0,'-2'-17'542'0'0,"0"9"1518"0"0,-4 26-367 0 0,-4 22-1006 0 0,2 1 0 0 0,-6 71 0 0 0,13-96-520 0 0,1 1 0 0 0,0 0 0 0 0,1-1 0 0 0,1 1 0 0 0,1-1 0 0 0,0 0 0 0 0,1 0 0 0 0,1 0 0 0 0,11 27 0 0 0,-12-35-191 0 0,1 0 0 0 0,0-1 0 0 0,0 0 0 0 0,0 0 0 0 0,1 0 0 0 0,0 0 0 0 0,0-1 0 0 0,0 0 0 0 0,1-1 0 0 0,0 1 0 0 0,1-1 0 0 0,-1-1 0 0 0,1 1 0 0 0,11 4 0 0 0,-13-7 6 0 0,-1 0 0 0 0,1 0 0 0 0,0-1 0 0 0,0 0 0 0 0,0 0 0 0 0,0 0 1 0 0,-1-1-1 0 0,1 0 0 0 0,0 0 0 0 0,0-1 0 0 0,0 1 0 0 0,0-1 0 0 0,0 0 0 0 0,0-1 0 0 0,-1 0 0 0 0,1 0 1 0 0,0 0-1 0 0,-1 0 0 0 0,0-1 0 0 0,1 0 0 0 0,8-6 0 0 0,-4 1 88 0 0,-1-1 0 0 0,1 0-1 0 0,-1 0 1 0 0,-1-1 0 0 0,0 0 0 0 0,0 0-1 0 0,-1-1 1 0 0,0 0 0 0 0,-1 0 0 0 0,0 0-1 0 0,-1-1 1 0 0,-1 0 0 0 0,1 0 0 0 0,-2-1-1 0 0,0 1 1 0 0,0-1 0 0 0,-1 1 0 0 0,-1-1-1 0 0,0 0 1 0 0,-1 0 0 0 0,-2-23 0 0 0,1 24-118 0 0,-1 0 0 0 0,0 0 0 0 0,-1 0 1 0 0,0 0-1 0 0,-1 1 0 0 0,-1 0 0 0 0,1-1 1 0 0,-2 2-1 0 0,0-1 0 0 0,0 0 0 0 0,0 1 0 0 0,-2 1 1 0 0,1-1-1 0 0,-1 1 0 0 0,0 0 0 0 0,-1 1 1 0 0,0 0-1 0 0,-1 0 0 0 0,1 1 0 0 0,-1 0 1 0 0,-1 1-1 0 0,1 0 0 0 0,-13-5 0 0 0,-1 3-963 0 0,-2 1-221 0 0</inkml:trace>
</inkml:ink>
</file>

<file path=ppt/ink/ink2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5.899"/>
    </inkml:context>
    <inkml:brush xml:id="br0">
      <inkml:brushProperty name="width" value="0.1" units="cm"/>
      <inkml:brushProperty name="height" value="0.1" units="cm"/>
      <inkml:brushProperty name="color" value="#F6630D"/>
    </inkml:brush>
  </inkml:definitions>
  <inkml:trace contextRef="#ctx0" brushRef="#br0">109 28 11522 0 0,'0'-2'159'0'0,"0"1"-1"0"0,0 0 0 0 0,0-1 0 0 0,0 1 0 0 0,0 0 0 0 0,0-1 0 0 0,-1 1 1 0 0,1 0-1 0 0,-1 0 0 0 0,1 0 0 0 0,0-1 0 0 0,-1 1 0 0 0,0 0 0 0 0,1 0 1 0 0,-1 0-1 0 0,0 0 0 0 0,0 0 0 0 0,1 0 0 0 0,-1 0 0 0 0,0 0 0 0 0,-2-1 0 0 0,2 2 9 0 0,-1 0 0 0 0,1 0 0 0 0,-1 0 0 0 0,1 1-1 0 0,0-1 1 0 0,-1 1 0 0 0,1-1 0 0 0,0 1 0 0 0,-1-1-1 0 0,1 1 1 0 0,0 0 0 0 0,0 0 0 0 0,0 0-1 0 0,0-1 1 0 0,0 1 0 0 0,0 0 0 0 0,0 0 0 0 0,0 1-1 0 0,0-1 1 0 0,-1 2 0 0 0,-7 8-54 0 0,2 0 1 0 0,-1 0-1 0 0,1 1 1 0 0,1 0-1 0 0,0 1 1 0 0,1-1-1 0 0,0 1 1 0 0,1 0-1 0 0,1 0 1 0 0,0 1-1 0 0,0-1 1 0 0,0 16-1 0 0,2-13-15 0 0,0 0-1 0 0,1 0 1 0 0,1 0 0 0 0,0 0-1 0 0,1-1 1 0 0,1 1-1 0 0,1 0 1 0 0,0-1-1 0 0,1 0 1 0 0,7 16-1 0 0,-7-22-104 0 0,0 0-1 0 0,1 0 1 0 0,0-1-1 0 0,1 0 0 0 0,0 0 1 0 0,0-1-1 0 0,1 0 0 0 0,0 0 1 0 0,0 0-1 0 0,18 9 0 0 0,-22-13 5 0 0,1 0-1 0 0,0-1 1 0 0,-1 1-1 0 0,2-1 0 0 0,-1 0 1 0 0,0 0-1 0 0,0-1 0 0 0,0 0 1 0 0,1 0-1 0 0,-1 0 0 0 0,1 0 1 0 0,-1-1-1 0 0,0 0 0 0 0,1 0 1 0 0,-1 0-1 0 0,1-1 0 0 0,-1 0 1 0 0,1 0-1 0 0,-1 0 0 0 0,0-1 1 0 0,0 0-1 0 0,7-3 0 0 0,-9 3 38 0 0,0 0 0 0 0,-1-1-1 0 0,1 1 1 0 0,-1-1-1 0 0,1 1 1 0 0,-1-1-1 0 0,0 0 1 0 0,0 0 0 0 0,0 0-1 0 0,0 0 1 0 0,-1 0-1 0 0,1-1 1 0 0,-1 1-1 0 0,0 0 1 0 0,0-1 0 0 0,0 1-1 0 0,0-1 1 0 0,-1 1-1 0 0,1-1 1 0 0,-1 1-1 0 0,0-1 1 0 0,0 1 0 0 0,0-1-1 0 0,-1 0 1 0 0,1 1-1 0 0,-1-1 1 0 0,0 1-1 0 0,0-1 1 0 0,0 1 0 0 0,-3-6-1 0 0,3 5-29 0 0,0 1-1 0 0,-1-1 1 0 0,0 0 0 0 0,1 1-1 0 0,-1-1 1 0 0,-1 1 0 0 0,1-1-1 0 0,0 1 1 0 0,-1 0 0 0 0,0 0-1 0 0,1 0 1 0 0,-1 1 0 0 0,0-1-1 0 0,-1 1 1 0 0,1-1 0 0 0,0 1-1 0 0,-1 0 1 0 0,1 0-1 0 0,-1 1 1 0 0,0-1 0 0 0,1 1-1 0 0,-1-1 1 0 0,0 1 0 0 0,0 0-1 0 0,0 1 1 0 0,0-1 0 0 0,-6 1-1 0 0,-13 5-1671 0 0,-3 6-5656 0 0</inkml:trace>
</inkml:ink>
</file>

<file path=ppt/ink/ink2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6.643"/>
    </inkml:context>
    <inkml:brush xml:id="br0">
      <inkml:brushProperty name="width" value="0.1" units="cm"/>
      <inkml:brushProperty name="height" value="0.1" units="cm"/>
      <inkml:brushProperty name="color" value="#F6630D"/>
    </inkml:brush>
  </inkml:definitions>
  <inkml:trace contextRef="#ctx0" brushRef="#br0">17 59 9218 0 0,'-2'-5'1034'0'0,"-1"0"0"0"0,0 0 0 0 0,1-1-1 0 0,0 1 1 0 0,0-1 0 0 0,1 0 0 0 0,0 0 0 0 0,2-8 2080 0 0,6 22-2226 0 0,3 11-406 0 0,-1 9-268 0 0,-1 0 0 0 0,-1 1 0 0 0,4 43 0 0 0,0 90-51 0 0,-9-111-110 0 0,3 74-72 0 0,7 124-2749 0 0,-9-218 1018 0 0</inkml:trace>
</inkml:ink>
</file>

<file path=ppt/ink/ink2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6.868"/>
    </inkml:context>
    <inkml:brush xml:id="br0">
      <inkml:brushProperty name="width" value="0.1" units="cm"/>
      <inkml:brushProperty name="height" value="0.1" units="cm"/>
      <inkml:brushProperty name="color" value="#F6630D"/>
    </inkml:brush>
  </inkml:definitions>
  <inkml:trace contextRef="#ctx0" brushRef="#br0">145 28 2761 0 0,'1'-1'263'0'0,"-1"0"1"0"0,1 0-1 0 0,-1 0 1 0 0,0 0 0 0 0,1 0-1 0 0,-1 0 1 0 0,0 0-1 0 0,0 0 1 0 0,1-1 0 0 0,-1 1-1 0 0,0 0 1 0 0,0 0-1 0 0,0 0 1 0 0,0 0-1 0 0,-1 0 1 0 0,1 0 0 0 0,0 0-1 0 0,0 0 1 0 0,-1 0-1 0 0,1 0 1 0 0,0 0 0 0 0,-1 0-1 0 0,1 0 1 0 0,-2-2-1 0 0,1 3-35 0 0,0 0 0 0 0,0 0 0 0 0,0 1 0 0 0,0-1 0 0 0,-1 0 0 0 0,1 0-1 0 0,0 1 1 0 0,0-1 0 0 0,0 1 0 0 0,0-1 0 0 0,0 1 0 0 0,0-1 0 0 0,0 1 0 0 0,0-1-1 0 0,1 1 1 0 0,-1 0 0 0 0,0-1 0 0 0,-1 2 0 0 0,-41 44 1974 0 0,29-30-1790 0 0,-28 36 106 0 0,39-47-326 0 0,0 0 0 0 0,0 0 1 0 0,0 0-1 0 0,0 1 0 0 0,1-1 1 0 0,0 1-1 0 0,0-1 0 0 0,-1 9 1 0 0,2-13-115 0 0,1 0 1 0 0,0 0-1 0 0,0 0 0 0 0,0 0 1 0 0,0 0-1 0 0,0 0 1 0 0,0 0-1 0 0,0 0 1 0 0,1-1-1 0 0,-1 1 0 0 0,0 0 1 0 0,0 0-1 0 0,1 0 1 0 0,-1 0-1 0 0,0 0 1 0 0,1 0-1 0 0,-1-1 0 0 0,1 1 1 0 0,-1 0-1 0 0,1 0 1 0 0,0-1-1 0 0,-1 1 1 0 0,1 0-1 0 0,0-1 1 0 0,1 2-1 0 0,0-1 13 0 0,0 0-1 0 0,0 0 1 0 0,0 0 0 0 0,0-1 0 0 0,0 1 0 0 0,0-1-1 0 0,1 1 1 0 0,-1-1 0 0 0,0 0 0 0 0,3 0-1 0 0,7 0 25 0 0,-1-1 0 0 0,0 0 0 0 0,13-4 0 0 0,-23 5-110 0 0,108-28-2159 0 0,-74 19-5014 0 0</inkml:trace>
</inkml:ink>
</file>

<file path=ppt/ink/ink2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7.182"/>
    </inkml:context>
    <inkml:brush xml:id="br0">
      <inkml:brushProperty name="width" value="0.1" units="cm"/>
      <inkml:brushProperty name="height" value="0.1" units="cm"/>
      <inkml:brushProperty name="color" value="#F6630D"/>
    </inkml:brush>
  </inkml:definitions>
  <inkml:trace contextRef="#ctx0" brushRef="#br0">51 38 4609 0 0,'-8'1'222'0'0,"-35"12"12636"0"0,73-19-12448 0 0,21-12-1787 0 0,-35 12 597 0 0,0 0 0 0 0,1 0 1 0 0,18-2-1 0 0,-18 6 780 0 0</inkml:trace>
</inkml:ink>
</file>

<file path=ppt/ink/ink2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7.309"/>
    </inkml:context>
    <inkml:brush xml:id="br0">
      <inkml:brushProperty name="width" value="0.1" units="cm"/>
      <inkml:brushProperty name="height" value="0.1" units="cm"/>
      <inkml:brushProperty name="color" value="#F6630D"/>
    </inkml:brush>
  </inkml:definitions>
  <inkml:trace contextRef="#ctx0" brushRef="#br0">1 64 4609 0 0,'0'12'3593'0'0,"4"-12"-2473"0"0,3 0-472 0 0,2-3-88 0 0,4 1-16 0 0,0-4-8 0 0,4-1-1192 0 0,-2-1-240 0 0,1-1-40 0 0,0-2-16 0 0,1-3 760 0 0,-4-1 192 0 0</inkml:trace>
</inkml:ink>
</file>

<file path=ppt/ink/ink2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7.547"/>
    </inkml:context>
    <inkml:brush xml:id="br0">
      <inkml:brushProperty name="width" value="0.1" units="cm"/>
      <inkml:brushProperty name="height" value="0.1" units="cm"/>
      <inkml:brushProperty name="color" value="#F6630D"/>
    </inkml:brush>
  </inkml:definitions>
  <inkml:trace contextRef="#ctx0" brushRef="#br0">25 0 8290 0 0,'-2'2'104'0'0,"-1"1"0"0"0,1-1 1 0 0,0 0-1 0 0,1 0 1 0 0,-1 1-1 0 0,0-1 0 0 0,1 1 1 0 0,-1 0-1 0 0,1-1 0 0 0,0 1 1 0 0,0 0-1 0 0,0 0 0 0 0,0 0 1 0 0,0 0-1 0 0,1 0 1 0 0,-1 0-1 0 0,1 0 0 0 0,0 5 1 0 0,2 65 1377 0 0,0-56-1101 0 0,10 88 1733 0 0,5 0 0 0 0,30 101 0 0 0,-12-56-6530 0 0,-24-100-1612 0 0</inkml:trace>
</inkml:ink>
</file>

<file path=ppt/ink/ink2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7.912"/>
    </inkml:context>
    <inkml:brush xml:id="br0">
      <inkml:brushProperty name="width" value="0.1" units="cm"/>
      <inkml:brushProperty name="height" value="0.1" units="cm"/>
      <inkml:brushProperty name="color" value="#F6630D"/>
    </inkml:brush>
  </inkml:definitions>
  <inkml:trace contextRef="#ctx0" brushRef="#br0">126 97 456 0 0,'-27'13'15849'0'0,"24"-1"-17480"0"0,1 3 2198 0 0,0 0 0 0 0,1 0 0 0 0,1 0 0 0 0,0 0 0 0 0,1 0 0 0 0,0 0 0 0 0,6 25 0 0 0,-2-23-427 0 0,0 1 0 0 0,0-1-1 0 0,2-1 1 0 0,0 1 0 0 0,1-1 0 0 0,0 0 0 0 0,1-1 0 0 0,1 0 0 0 0,1-1 0 0 0,17 19-1 0 0,-23-27-121 0 0,1-1-1 0 0,0 0 0 0 0,0 0 1 0 0,0-1-1 0 0,1 0 0 0 0,-1 0 1 0 0,1 0-1 0 0,0-1 0 0 0,0 0 1 0 0,1 0-1 0 0,8 1 0 0 0,-13-3-2 0 0,1 0 1 0 0,0-1-1 0 0,-1 0 0 0 0,1 1 0 0 0,0-2 0 0 0,-1 1 0 0 0,1 0 0 0 0,0-1 0 0 0,-1 1 0 0 0,1-1 0 0 0,0 0 0 0 0,-1 0 0 0 0,1-1 0 0 0,-1 1 0 0 0,0-1 0 0 0,1 0 0 0 0,-1 0 0 0 0,0 0 0 0 0,0 0 0 0 0,0 0 0 0 0,0-1 0 0 0,-1 1 0 0 0,1-1 1 0 0,4-5-1 0 0,-1-1 35 0 0,-1-1 1 0 0,1 1 0 0 0,-2-1-1 0 0,1 0 1 0 0,-1-1-1 0 0,-1 1 1 0 0,0-1 0 0 0,0 1-1 0 0,-1-1 1 0 0,0 0 0 0 0,-1 0-1 0 0,-1 0 1 0 0,1 0 0 0 0,-2 0-1 0 0,1 0 1 0 0,-2 0 0 0 0,1 0-1 0 0,-7-18 1 0 0,4 12-23 0 0,-1 0 0 0 0,-1 1-1 0 0,0 0 1 0 0,-2 0 0 0 0,0 1 0 0 0,0 0 0 0 0,-1 1 0 0 0,-1-1-1 0 0,-1 2 1 0 0,0-1 0 0 0,-17-15 0 0 0,18 21-137 0 0,0 1-1 0 0,-1 0 1 0 0,1 1 0 0 0,-1 1 0 0 0,0-1 0 0 0,0 2 0 0 0,-1-1-1 0 0,0 2 1 0 0,1-1 0 0 0,-1 2 0 0 0,0 0 0 0 0,-1 0 0 0 0,1 1-1 0 0,0 0 1 0 0,0 1 0 0 0,-1 1 0 0 0,1 0 0 0 0,0 0 0 0 0,0 1-1 0 0,0 1 1 0 0,-14 4 0 0 0,-2 3-7195 0 0</inkml:trace>
</inkml:ink>
</file>

<file path=ppt/ink/ink2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0:38.375"/>
    </inkml:context>
    <inkml:brush xml:id="br0">
      <inkml:brushProperty name="width" value="0.1" units="cm"/>
      <inkml:brushProperty name="height" value="0.1" units="cm"/>
      <inkml:brushProperty name="color" value="#F6630D"/>
    </inkml:brush>
  </inkml:definitions>
  <inkml:trace contextRef="#ctx0" brushRef="#br0">20 48 8290 0 0,'-3'-2'652'0'0,"1"-1"1"0"0,0 1 0 0 0,0 0-1 0 0,0-1 1 0 0,0 1-1 0 0,0-1 1 0 0,-2-5 0 0 0,4 7-516 0 0,-1 1 0 0 0,1-1-1 0 0,0 0 1 0 0,1 1 0 0 0,-1-1 0 0 0,0 0 0 0 0,0 1 0 0 0,0-1 0 0 0,0 0 0 0 0,0 1 0 0 0,1-1 0 0 0,-1 0-1 0 0,0 1 1 0 0,1-1 0 0 0,-1 1 0 0 0,0-1 0 0 0,1 0 0 0 0,-1 1 0 0 0,1-1 0 0 0,-1 1 0 0 0,1-1 0 0 0,-1 1-1 0 0,1-1 1 0 0,-1 1 0 0 0,1 0 0 0 0,0-1 0 0 0,-1 1 0 0 0,1 0 0 0 0,0-1 0 0 0,-1 1 0 0 0,1 0 0 0 0,0 0-1 0 0,-1 0 1 0 0,1-1 0 0 0,0 1 0 0 0,-1 0 0 0 0,1 0 0 0 0,0 0 0 0 0,1 0 0 0 0,2-1-11 0 0,1 0-1 0 0,0 0 1 0 0,-1 0 0 0 0,1 1 0 0 0,0-1 0 0 0,-1 1 0 0 0,1 0 0 0 0,0 1-1 0 0,0-1 1 0 0,-1 1 0 0 0,1 0 0 0 0,0 0 0 0 0,-1 0 0 0 0,1 1 0 0 0,-1-1-1 0 0,0 1 1 0 0,8 5 0 0 0,-8-5-97 0 0,-1 1 1 0 0,0 1-1 0 0,0-1 0 0 0,0 0 0 0 0,0 1 1 0 0,0-1-1 0 0,-1 1 0 0 0,0 0 0 0 0,1 0 0 0 0,-2 0 1 0 0,1 0-1 0 0,0 0 0 0 0,-1 0 0 0 0,1 1 1 0 0,-1-1-1 0 0,-1 0 0 0 0,1 1 0 0 0,0-1 0 0 0,-1 6 1 0 0,0 5-31 0 0,-1 1 0 0 0,-1-1 1 0 0,0 0-1 0 0,-1 1 0 0 0,-1-1 1 0 0,0 0-1 0 0,-8 17 0 0 0,5-13 16 0 0,1 1 0 0 0,1-1-1 0 0,-4 26 1 0 0,9-43-5 0 0,-1 0 0 0 0,1-1 0 0 0,0 1 0 0 0,0 0 0 0 0,1 0 0 0 0,-1-1 0 0 0,0 1 1 0 0,0 0-1 0 0,1-1 0 0 0,-1 1 0 0 0,1 0 0 0 0,0-1 0 0 0,-1 1 0 0 0,1-1 0 0 0,0 1 0 0 0,0-1 0 0 0,0 1 0 0 0,0-1 0 0 0,0 0 0 0 0,0 1 0 0 0,1-1 0 0 0,-1 0 1 0 0,0 0-1 0 0,1 0 0 0 0,-1 0 0 0 0,0 0 0 0 0,1 0 0 0 0,-1 0 0 0 0,1 0 0 0 0,0-1 0 0 0,-1 1 0 0 0,3 0 0 0 0,7 2 57 0 0,0-1 0 0 0,0 0-1 0 0,0-1 1 0 0,14 0 0 0 0,17 3 46 0 0,-38-3-110 0 0,-1 0 1 0 0,0 0-1 0 0,0 0 1 0 0,0 0-1 0 0,1 0 0 0 0,-1 1 1 0 0,0-1-1 0 0,-1 1 1 0 0,1 0-1 0 0,0 0 0 0 0,0 0 1 0 0,-1 0-1 0 0,1 0 1 0 0,-1 1-1 0 0,0-1 1 0 0,0 1-1 0 0,0-1 0 0 0,3 5 1 0 0,-3-3-2 0 0,-1 0 0 0 0,0 0 0 0 0,0 0 0 0 0,0 0 0 0 0,0 0 0 0 0,0 1 0 0 0,-1-1 1 0 0,0 0-1 0 0,0 0 0 0 0,0 0 0 0 0,0 1 0 0 0,-2 7 0 0 0,-2 2 17 0 0,-1 1 0 0 0,0-1 0 0 0,-1 0 1 0 0,0-1-1 0 0,-1 1 0 0 0,0-1 0 0 0,-11 13 0 0 0,-17 18-1462 0 0,17-24-6209 0 0</inkml:trace>
</inkml:ink>
</file>

<file path=ppt/ink/ink2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2.474"/>
    </inkml:context>
    <inkml:brush xml:id="br0">
      <inkml:brushProperty name="width" value="0.1" units="cm"/>
      <inkml:brushProperty name="height" value="0.1" units="cm"/>
    </inkml:brush>
  </inkml:definitions>
  <inkml:trace contextRef="#ctx0" brushRef="#br0">105 519 6913 0 0,'-13'-14'784'0'0,"2"-1"0"0"0,0 0-1 0 0,1 0 1 0 0,-16-34 0 0 0,-7-10 2802 0 0,53 126 793 0 0,9 28-4412 0 0,93 230 192 0 0,-101-279-171 0 0,2-1 1 0 0,1-1-1 0 0,3-1 1 0 0,60 74-1 0 0,-83-112 103 0 0,1 0-1 0 0,-1-1 1 0 0,1 1-1 0 0,0-1 1 0 0,10 7-1 0 0,-14-11-45 0 0,0 1 0 0 0,-1-1 0 0 0,1 0-1 0 0,0 1 1 0 0,0-1 0 0 0,-1 0 0 0 0,1 0 0 0 0,0 0-1 0 0,0 0 1 0 0,-1 1 0 0 0,1-1 0 0 0,0 0 0 0 0,0 0 0 0 0,0 0-1 0 0,-1-1 1 0 0,1 1 0 0 0,0 0 0 0 0,0 0 0 0 0,0 0-1 0 0,-1 0 1 0 0,2-1 0 0 0,-1 0 25 0 0,0 0-1 0 0,0 0 1 0 0,0-1-1 0 0,0 1 1 0 0,0 0-1 0 0,0 0 1 0 0,0 0 0 0 0,-1-1-1 0 0,1 1 1 0 0,0 0-1 0 0,-1-1 1 0 0,1 1-1 0 0,-1 0 1 0 0,0-1-1 0 0,1 1 1 0 0,-1-3 0 0 0,6-50 532 0 0,-2 1 1 0 0,-3-61-1 0 0,1-35-45 0 0,53-454-909 0 0,-51 575 146 0 0,1 1 0 0 0,0-1 0 0 0,16-41 0 0 0,-9 51-471 0 0,-12 18 602 0 0,0 0 1 0 0,0 0-1 0 0,1 0 0 0 0,-1-1 0 0 0,0 1 0 0 0,1 0 1 0 0,-1 0-1 0 0,1 0 0 0 0,-1 0 0 0 0,0-1 1 0 0,1 1-1 0 0,-1 0 0 0 0,1 0 0 0 0,-1 0 0 0 0,0 0 1 0 0,1 0-1 0 0,-1 0 0 0 0,0 0 0 0 0,1 0 1 0 0,-1 0-1 0 0,1 0 0 0 0,-1 1 0 0 0,0-1 0 0 0,1 0 1 0 0,-1 0-1 0 0,1 0 0 0 0,-1 0 0 0 0,0 1 0 0 0,1-1 1 0 0,-1 0-1 0 0,0 0 0 0 0,0 0 0 0 0,1 1 1 0 0,-1-1-1 0 0,0 0 0 0 0,1 1 0 0 0,-1-1 0 0 0,0 0 1 0 0,0 1-1 0 0,0-1 0 0 0,1 0 0 0 0,-1 1 1 0 0,0-1-1 0 0,0 0 0 0 0,0 1 0 0 0,0-1 0 0 0,0 1 1 0 0</inkml:trace>
</inkml:ink>
</file>

<file path=ppt/ink/ink2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3.043"/>
    </inkml:context>
    <inkml:brush xml:id="br0">
      <inkml:brushProperty name="width" value="0.1" units="cm"/>
      <inkml:brushProperty name="height" value="0.1" units="cm"/>
    </inkml:brush>
  </inkml:definitions>
  <inkml:trace contextRef="#ctx0" brushRef="#br0">23 98 10138 0 0,'-18'-20'1139'0'0,"18"20"-1046"0"0,-1-1-1 0 0,1 0 1 0 0,-1 1-1 0 0,1-1 1 0 0,0 0-1 0 0,-1 0 0 0 0,1 1 1 0 0,0-1-1 0 0,0 0 1 0 0,-1 0-1 0 0,1 0 1 0 0,0 1-1 0 0,0-1 0 0 0,0 0 1 0 0,0 0-1 0 0,0 0 1 0 0,0 1-1 0 0,0-1 0 0 0,0 0 1 0 0,1 0-1 0 0,-1 0 1 0 0,0 1-1 0 0,0-1 1 0 0,1 0-1 0 0,-1 0 0 0 0,0 1 1 0 0,1-1-1 0 0,-1 0 1 0 0,1 0-1 0 0,-1 1 1 0 0,1-2-1 0 0,0 2-2 0 0,0 0 0 0 0,-1 0 0 0 0,1 0 0 0 0,0 0 0 0 0,-1 0 0 0 0,1 0 0 0 0,0 0 0 0 0,-1 0 0 0 0,1 0 0 0 0,-1 1 0 0 0,1-1 0 0 0,0 0 0 0 0,-1 0 0 0 0,1 1 0 0 0,-1-1 0 0 0,1 0 1 0 0,0 1-1 0 0,-1-1 0 0 0,1 0 0 0 0,-1 1 0 0 0,1-1 0 0 0,-1 1 0 0 0,1-1 0 0 0,-1 1 0 0 0,0-1 0 0 0,1 1 0 0 0,-1-1 0 0 0,1 1 0 0 0,-1-1 0 0 0,1 2 0 0 0,14 20 749 0 0,-15-21-712 0 0,11 18 49 0 0,-1 0 0 0 0,-2 1 0 0 0,9 25 0 0 0,-13-30-81 0 0,1-1 1 0 0,0 0 0 0 0,1 0-1 0 0,1 0 1 0 0,0-1-1 0 0,1 0 1 0 0,1-1 0 0 0,15 19-1 0 0,-17-64 41 0 0,11-41 228 0 0,36-93 0 0 0,-52 163-258 0 0,-1 0 0 0 0,1 0 0 0 0,0 0-1 0 0,0 0 1 0 0,0 0 0 0 0,1 1 0 0 0,-1-1 0 0 0,1 1-1 0 0,0-1 1 0 0,0 1 0 0 0,6-5 0 0 0,-8 7-80 0 0,1 1 0 0 0,-1-1 0 0 0,0 0 0 0 0,1 1 0 0 0,-1-1 0 0 0,1 1 0 0 0,-1 0 0 0 0,1-1 0 0 0,-1 1 1 0 0,1 0-1 0 0,-1 0 0 0 0,1 0 0 0 0,-1 0 0 0 0,1 0 0 0 0,-1 0 0 0 0,1 1 0 0 0,-1-1 0 0 0,1 0 0 0 0,-1 1 0 0 0,0-1 1 0 0,1 1-1 0 0,-1-1 0 0 0,1 1 0 0 0,-1 0 0 0 0,0 0 0 0 0,0 0 0 0 0,1-1 0 0 0,-1 1 0 0 0,0 0 0 0 0,0 1 0 0 0,0-1 0 0 0,0 0 1 0 0,0 0-1 0 0,0 0 0 0 0,1 3 0 0 0,14 19-287 0 0,-1 2-1 0 0,-1-1 1 0 0,-1 2 0 0 0,-1 0-1 0 0,9 31 1 0 0,12 25-3355 0 0,-24-62 1289 0 0,0-2 0 0 0,15 21 0 0 0,-10-22 2161 0 0,-9-15 166 0 0</inkml:trace>
</inkml:ink>
</file>

<file path=ppt/ink/ink2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3.351"/>
    </inkml:context>
    <inkml:brush xml:id="br0">
      <inkml:brushProperty name="width" value="0.1" units="cm"/>
      <inkml:brushProperty name="height" value="0.1" units="cm"/>
    </inkml:brush>
  </inkml:definitions>
  <inkml:trace contextRef="#ctx0" brushRef="#br0">1 104 3225 0 0,'0'-1'236'0'0,"-1"0"-1"0"0,1 0 1 0 0,0 0 0 0 0,0 0 0 0 0,0 0 0 0 0,0 0 0 0 0,0 0-1 0 0,1 0 1 0 0,-1 0 0 0 0,0 0 0 0 0,0 0 0 0 0,1 0 0 0 0,-1 0-1 0 0,0 0 1 0 0,1 0 0 0 0,-1 0 0 0 0,1 0 0 0 0,-1 0 0 0 0,1 1 0 0 0,0-1-1 0 0,0-1 1 0 0,0 2-89 0 0,0 0 1 0 0,0 0-1 0 0,-1 0 0 0 0,1 0 0 0 0,0 0 0 0 0,0 0 0 0 0,-1 0 1 0 0,1 0-1 0 0,0 1 0 0 0,-1-1 0 0 0,1 0 0 0 0,0 0 0 0 0,-1 1 1 0 0,1-1-1 0 0,0 0 0 0 0,-1 1 0 0 0,1-1 0 0 0,-1 1 0 0 0,1-1 1 0 0,-1 1-1 0 0,1-1 0 0 0,0 1 0 0 0,32 41 2639 0 0,-31-39-2706 0 0,6 9 157 0 0,1 0-1 0 0,1 0 0 0 0,-1-1 0 0 0,2-1 0 0 0,0 0 0 0 0,16 12 0 0 0,-23-19-187 0 0,0 0 0 0 0,1 0 0 0 0,-1-1 0 0 0,1 1 0 0 0,-1-1 0 0 0,1 0 0 0 0,0 0 0 0 0,0-1 0 0 0,0 0 0 0 0,0 0 0 0 0,0 0 0 0 0,0 0 0 0 0,0-1 1 0 0,1 0-1 0 0,-1 0 0 0 0,0 0 0 0 0,0 0 0 0 0,0-1 0 0 0,0 0 0 0 0,0 0 0 0 0,0-1 0 0 0,5-1 0 0 0,-7 2 65 0 0,-1 0 1 0 0,1-1-1 0 0,-1 1 1 0 0,0-1-1 0 0,1 1 1 0 0,-1-1-1 0 0,0 0 0 0 0,0 0 1 0 0,0 0-1 0 0,0 0 1 0 0,0 0-1 0 0,0 0 1 0 0,-1 0-1 0 0,1-1 0 0 0,-1 1 1 0 0,0-1-1 0 0,1 1 1 0 0,-1-1-1 0 0,0 1 0 0 0,1-6 1 0 0,-2 3 6 0 0,1 0 1 0 0,-1 0-1 0 0,0-1 0 0 0,0 1 1 0 0,0 0-1 0 0,-1 0 0 0 0,0 0 1 0 0,0-1-1 0 0,0 1 0 0 0,-4-8 1 0 0,2 4-73 0 0,-1 0 1 0 0,0 1 0 0 0,-1-1 0 0 0,0 1-1 0 0,0 0 1 0 0,-1 1 0 0 0,0-1-1 0 0,0 1 1 0 0,0 0 0 0 0,-1 1-1 0 0,0 0 1 0 0,-11-8 0 0 0,12 11-163 0 0,-1 0 1 0 0,0 0-1 0 0,0 0 0 0 0,0 1 1 0 0,0 0-1 0 0,-11-1 1 0 0,15 2-118 0 0,0 1 1 0 0,0 0 0 0 0,-1-1 0 0 0,1 1 0 0 0,0 1 0 0 0,0-1-1 0 0,0 0 1 0 0,-1 1 0 0 0,1 0 0 0 0,0 0 0 0 0,0 0 0 0 0,0 0-1 0 0,0 0 1 0 0,0 0 0 0 0,1 1 0 0 0,-1 0 0 0 0,-3 2 0 0 0</inkml:trace>
</inkml:ink>
</file>

<file path=ppt/ink/ink2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3.599"/>
    </inkml:context>
    <inkml:brush xml:id="br0">
      <inkml:brushProperty name="width" value="0.1" units="cm"/>
      <inkml:brushProperty name="height" value="0.1" units="cm"/>
    </inkml:brush>
  </inkml:definitions>
  <inkml:trace contextRef="#ctx0" brushRef="#br0">0 21 10594 0 0,'1'-1'142'0'0,"-1"0"-1"0"0,0 0 0 0 0,0 0 0 0 0,0 0 1 0 0,1 0-1 0 0,-1 0 0 0 0,1 0 1 0 0,-1 0-1 0 0,0 1 0 0 0,1-1 0 0 0,0 0 1 0 0,-1 0-1 0 0,1 0 0 0 0,-1 0 1 0 0,1 1-1 0 0,0-1 0 0 0,0 0 0 0 0,-1 1 1 0 0,1-1-1 0 0,0 0 0 0 0,0 1 1 0 0,0-1-1 0 0,0 1 0 0 0,1-1 0 0 0,-1 1 33 0 0,0 0-1 0 0,0 1 1 0 0,0-1-1 0 0,0 0 1 0 0,0 1-1 0 0,0-1 1 0 0,0 1-1 0 0,0-1 1 0 0,-1 1-1 0 0,1 0 1 0 0,0-1-1 0 0,0 1 1 0 0,-1 0-1 0 0,1-1 1 0 0,0 1-1 0 0,-1 0 1 0 0,1 0-1 0 0,-1 0 1 0 0,2 1-1 0 0,2 6 361 0 0,0-1 1 0 0,-1 1-1 0 0,1 0 0 0 0,2 14 0 0 0,6 41 207 0 0,1 4-1432 0 0,0-23-5392 0 0</inkml:trace>
</inkml:ink>
</file>

<file path=ppt/ink/ink2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3.773"/>
    </inkml:context>
    <inkml:brush xml:id="br0">
      <inkml:brushProperty name="width" value="0.1" units="cm"/>
      <inkml:brushProperty name="height" value="0.1" units="cm"/>
    </inkml:brush>
  </inkml:definitions>
  <inkml:trace contextRef="#ctx0" brushRef="#br0">8 2 6449 0 0,'-3'-2'288'0'0,"1"2"121"0"0,1 0-409 0 0,1 3 64 0 0,-2 0-64 0 0,2 5 96 0 0,0 2-32 0 0,0 3-913 0 0,2 4-183 0 0,-1 2-40 0 0,4-1-8 0 0,2-1 888 0 0,0-1 192 0 0,0 0 0 0 0</inkml:trace>
</inkml:ink>
</file>

<file path=ppt/ink/ink2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4.153"/>
    </inkml:context>
    <inkml:brush xml:id="br0">
      <inkml:brushProperty name="width" value="0.1" units="cm"/>
      <inkml:brushProperty name="height" value="0.1" units="cm"/>
    </inkml:brush>
  </inkml:definitions>
  <inkml:trace contextRef="#ctx0" brushRef="#br0">149 1 3225 0 0,'-4'0'290'0'0,"0"0"0"0"0,-1-1 1 0 0,1 2-1 0 0,0-1 0 0 0,-1 1 0 0 0,1-1 1 0 0,0 1-1 0 0,0 0 0 0 0,-1 1 0 0 0,1-1 1 0 0,0 1-1 0 0,0 0 0 0 0,1 0 1 0 0,-1 0-1 0 0,0 0 0 0 0,1 0 0 0 0,-5 5 1 0 0,-1 0 639 0 0,0 1 0 0 0,0-1 0 0 0,1 2 1 0 0,1-1-1 0 0,-10 14 0 0 0,15-21-875 0 0,1 1 1 0 0,0-1-1 0 0,0 1 0 0 0,0-1 0 0 0,0 1 1 0 0,0 0-1 0 0,0 0 0 0 0,1-1 1 0 0,-1 1-1 0 0,0 0 0 0 0,1 0 1 0 0,-1 0-1 0 0,1 0 0 0 0,0 0 0 0 0,0 0 1 0 0,0-1-1 0 0,0 1 0 0 0,0 0 1 0 0,0 0-1 0 0,0 0 0 0 0,1 0 0 0 0,-1 0 1 0 0,1 0-1 0 0,-1 0 0 0 0,1-1 1 0 0,0 1-1 0 0,-1 0 0 0 0,1 0 1 0 0,0-1-1 0 0,0 1 0 0 0,2 2 0 0 0,1 0 72 0 0,1-1 0 0 0,-1 0 0 0 0,0 0 0 0 0,1 0 0 0 0,-1-1-1 0 0,1 0 1 0 0,0 1 0 0 0,0-2 0 0 0,0 1 0 0 0,9 2 0 0 0,-9-3-132 0 0,7 1-97 0 0,-1 1-1 0 0,0 1 0 0 0,0 0 0 0 0,20 10 0 0 0,-29-13 84 0 0,0 0 0 0 0,0 1 1 0 0,0-1-1 0 0,-1 0 0 0 0,1 1 0 0 0,0 0 0 0 0,-1-1 1 0 0,1 1-1 0 0,0 0 0 0 0,-1 0 0 0 0,0 0 0 0 0,0 0 1 0 0,1 0-1 0 0,-1 0 0 0 0,0 0 0 0 0,-1 0 0 0 0,1 0 1 0 0,0 1-1 0 0,-1-1 0 0 0,1 0 0 0 0,-1 0 0 0 0,1 1 1 0 0,-1-1-1 0 0,0 0 0 0 0,0 1 0 0 0,0-1 0 0 0,-1 0 1 0 0,1 1-1 0 0,0-1 0 0 0,-2 4 0 0 0,0 1-74 0 0,-1 0 0 0 0,0 0 0 0 0,0-1 0 0 0,-1 1 0 0 0,1-1-1 0 0,-2 0 1 0 0,1 0 0 0 0,0 0 0 0 0,-1 0 0 0 0,0-1 0 0 0,-8 6 0 0 0,2-1-368 0 0,-1-2-1 0 0,0 1 1 0 0,0-2 0 0 0,-24 11 0 0 0,20-10-4144 0 0</inkml:trace>
</inkml:ink>
</file>

<file path=ppt/ink/ink2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4.471"/>
    </inkml:context>
    <inkml:brush xml:id="br0">
      <inkml:brushProperty name="width" value="0.1" units="cm"/>
      <inkml:brushProperty name="height" value="0.1" units="cm"/>
    </inkml:brush>
  </inkml:definitions>
  <inkml:trace contextRef="#ctx0" brushRef="#br0">0 257 3225 0 0,'11'-8'362'0'0,"0"0"1"0"0,-1-1-1 0 0,-1-1 1 0 0,1 1-1 0 0,14-22 1 0 0,-15 18 661 0 0,0-1 0 0 0,0 0 0 0 0,-2 0 0 0 0,0-1 0 0 0,0 0 0 0 0,-2 0 0 0 0,0 0 0 0 0,4-17 0 0 0,-9 31-974 0 0,0 0 0 0 0,1-1 0 0 0,-1 1 0 0 0,0 0 0 0 0,0 0 0 0 0,0 0-1 0 0,1 0 1 0 0,-1 0 0 0 0,0 0 0 0 0,0 0 0 0 0,-1 0 0 0 0,1 0-1 0 0,0 0 1 0 0,0 0 0 0 0,0 0 0 0 0,-1 0 0 0 0,1 0 0 0 0,-1 0 0 0 0,1 0-1 0 0,-1 0 1 0 0,1 0 0 0 0,-1 0 0 0 0,1 0 0 0 0,-1 0 0 0 0,0 1-1 0 0,1-1 1 0 0,-1 0 0 0 0,0 0 0 0 0,0 1 0 0 0,0-1 0 0 0,0 0 0 0 0,1 1-1 0 0,-1-1 1 0 0,0 1 0 0 0,0-1 0 0 0,0 1 0 0 0,0 0 0 0 0,0-1-1 0 0,0 1 1 0 0,0 0 0 0 0,-1 0 0 0 0,1-1 0 0 0,-1 1 0 0 0,0 1-30 0 0,0-1 0 0 0,0 0-1 0 0,0 0 1 0 0,0 1 0 0 0,0 0 0 0 0,0-1 0 0 0,0 1 0 0 0,1 0 0 0 0,-1 0 0 0 0,0 0 0 0 0,0 0 0 0 0,1 0 0 0 0,-1 0 0 0 0,1 0 0 0 0,-1 0-1 0 0,1 1 1 0 0,0-1 0 0 0,-1 1 0 0 0,1-1 0 0 0,0 1 0 0 0,0 0 0 0 0,0-1 0 0 0,0 1 0 0 0,-1 2 0 0 0,0 2 42 0 0,1 0 0 0 0,-1 0 0 0 0,1 1 0 0 0,0-1 0 0 0,1 0 0 0 0,0 1 0 0 0,0-1 0 0 0,0 0 0 0 0,1 1 0 0 0,-1-1 0 0 0,1 0 0 0 0,1 0 0 0 0,-1 0 0 0 0,1 0 0 0 0,1 0 0 0 0,-1 0 0 0 0,1 0 0 0 0,4 7 0 0 0,-2-5 12 0 0,-1-1 1 0 0,1 0 0 0 0,1 0-1 0 0,-1-1 1 0 0,1 1-1 0 0,0-1 1 0 0,1-1-1 0 0,-1 1 1 0 0,1-1-1 0 0,0 0 1 0 0,1-1-1 0 0,15 8 1 0 0,24 4-1785 0 0,-19-10-4681 0 0</inkml:trace>
</inkml:ink>
</file>

<file path=ppt/ink/ink2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4.771"/>
    </inkml:context>
    <inkml:brush xml:id="br0">
      <inkml:brushProperty name="width" value="0.1" units="cm"/>
      <inkml:brushProperty name="height" value="0.1" units="cm"/>
    </inkml:brush>
  </inkml:definitions>
  <inkml:trace contextRef="#ctx0" brushRef="#br0">107 0 24421 0 0,'-15'23'-532'0'0,"2"1"0"0"0,1 0-1 0 0,0 1 1 0 0,-10 34 0 0 0,17-46 1067 0 0,-1 4-671 0 0,1 1-1 0 0,0 0 0 0 0,1 0 0 0 0,-3 33 0 0 0,7-35-1869 0 0,0 0-1 0 0,0 1 1 0 0,5 18 0 0 0,1-1-2890 0 0</inkml:trace>
</inkml:ink>
</file>

<file path=ppt/ink/ink2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5.372"/>
    </inkml:context>
    <inkml:brush xml:id="br0">
      <inkml:brushProperty name="width" value="0.1" units="cm"/>
      <inkml:brushProperty name="height" value="0.1" units="cm"/>
    </inkml:brush>
  </inkml:definitions>
  <inkml:trace contextRef="#ctx0" brushRef="#br0">19 92 4145 0 0,'-13'-45'3008'0'0,"7"-2"6952"0"0,10 75-4842 0 0,10 21-4540 0 0,-7-25-191 0 0,68 216 75 0 0,-57-196-1821 0 0,1 0-1 0 0,2-1 0 0 0,33 50 1 0 0,-45-72-2123 0 0,-8-16 2291 0 0</inkml:trace>
</inkml:ink>
</file>

<file path=ppt/ink/ink2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5.563"/>
    </inkml:context>
    <inkml:brush xml:id="br0">
      <inkml:brushProperty name="width" value="0.1" units="cm"/>
      <inkml:brushProperty name="height" value="0.1" units="cm"/>
    </inkml:brush>
  </inkml:definitions>
  <inkml:trace contextRef="#ctx0" brushRef="#br0">1 213 5065 0 0,'6'-9'562'0'0,"0"0"0"0"0,0 0-1 0 0,1 0 1 0 0,0 1 0 0 0,1 0-1 0 0,0 1 1 0 0,9-8 0 0 0,9-5 1266 0 0,30-18 0 0 0,-36 26-1048 0 0,1 1 0 0 0,0 1 0 0 0,27-9 1 0 0,31-4-1522 0 0,-59 18-315 0 0</inkml:trace>
</inkml:ink>
</file>

<file path=ppt/ink/ink2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5.973"/>
    </inkml:context>
    <inkml:brush xml:id="br0">
      <inkml:brushProperty name="width" value="0.1" units="cm"/>
      <inkml:brushProperty name="height" value="0.1" units="cm"/>
    </inkml:brush>
  </inkml:definitions>
  <inkml:trace contextRef="#ctx0" brushRef="#br0">6 0 3225 0 0,'-6'13'9175'0'0,"8"9"-7087"0"0,2 0 0 0 0,0 0 0 0 0,8 27 0 0 0,-6-30-1764 0 0,1 1-1 0 0,1-1 0 0 0,1-1 0 0 0,0 0 1 0 0,1 0-1 0 0,1 0 0 0 0,13 15 0 0 0,-23-32-303 0 0,-1-1 0 0 0,0 1 0 0 0,0-1 0 0 0,1 1 0 0 0,-1-1 0 0 0,1 0 0 0 0,-1 1 0 0 0,0-1 0 0 0,1 1 0 0 0,-1-1 0 0 0,1 0 0 0 0,-1 1 0 0 0,1-1 0 0 0,-1 0 0 0 0,1 0 0 0 0,-1 1 0 0 0,1-1 0 0 0,-1 0 0 0 0,1 0 0 0 0,-1 0 0 0 0,1 0 0 0 0,0 0 0 0 0,-1 0 0 0 0,1 0 0 0 0,-1 0 0 0 0,1 0 0 0 0,0 0 0 0 0,7-13 58 0 0,-3-38-260 0 0,-4 36 436 0 0,1-2-174 0 0,1 1 0 0 0,1 0 0 0 0,7-20 1 0 0,-10 33-80 0 0,0 0 1 0 0,0 0-1 0 0,0 0 1 0 0,0 1-1 0 0,0-1 1 0 0,1 0-1 0 0,-1 1 1 0 0,1-1-1 0 0,0 1 1 0 0,0-1-1 0 0,0 1 1 0 0,0 0-1 0 0,0 0 1 0 0,0 0-1 0 0,1 0 1 0 0,-1 0-1 0 0,1 1 1 0 0,-1-1-1 0 0,1 0 1 0 0,0 1-1 0 0,-1 0 1 0 0,1 0-1 0 0,0 0 1 0 0,0 0-1 0 0,6-1 1 0 0,-7 3 4 0 0,0-1 0 0 0,0 1 1 0 0,0-1-1 0 0,1 1 0 0 0,-1 0 0 0 0,0 0 1 0 0,0 0-1 0 0,0 0 0 0 0,0 0 0 0 0,-1 0 0 0 0,1 1 1 0 0,0-1-1 0 0,0 1 0 0 0,-1-1 0 0 0,1 1 1 0 0,-1-1-1 0 0,1 1 0 0 0,-1 0 0 0 0,0 0 1 0 0,2 2-1 0 0,23 49-42 0 0,-17-35 0 0 0,0-1-921 0 0,0 0 0 0 0,1-1 0 0 0,22 26 0 0 0,-28-37 731 0 0,-1-1 0 0 0,1 0 0 0 0,0 0 0 0 0,0 0 0 0 0,1-1 1 0 0,-1 1-1 0 0,1-1 0 0 0,0 0 0 0 0,0 0 0 0 0,0 0 1 0 0,0-1-1 0 0,0 0 0 0 0,1 0 0 0 0,-1 0 0 0 0,1-1 0 0 0,10 2 1 0 0,-4-4 165 0 0</inkml:trace>
</inkml:ink>
</file>

<file path=ppt/ink/ink2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6.480"/>
    </inkml:context>
    <inkml:brush xml:id="br0">
      <inkml:brushProperty name="width" value="0.1" units="cm"/>
      <inkml:brushProperty name="height" value="0.1" units="cm"/>
    </inkml:brush>
  </inkml:definitions>
  <inkml:trace contextRef="#ctx0" brushRef="#br0">1 246 2761 0 0,'0'1'206'0'0,"1"0"74"0"0,-1-1-1 0 0,1 0 1 0 0,0 0 0 0 0,0 0-1 0 0,0 0 1 0 0,-1 1-1 0 0,1-1 1 0 0,0 0 0 0 0,0 0-1 0 0,-1 0 1 0 0,1 0-1 0 0,0-1 1 0 0,0 1-1 0 0,0 0 1 0 0,-1 0 0 0 0,1 0-1 0 0,0-1 1 0 0,0 1-1 0 0,4-4 1958 0 0,-4 3-1957 0 0,16-14 3332 0 0,-11 8-2390 0 0,0-1 0 0 0,-1 1 0 0 0,9-17 0 0 0,-9 14-820 0 0,-1 1 1 0 0,0-2 0 0 0,3-14-1 0 0,-5 18-418 0 0,0 0 1 0 0,-1-1-1 0 0,0 1 0 0 0,-1 0 0 0 0,0 0 1 0 0,0-1-1 0 0,0 1 0 0 0,-1 0 0 0 0,0 0 1 0 0,0-1-1 0 0,-1 1 0 0 0,0 0 1 0 0,-5-11-1 0 0,7 17-12 0 0,-1 0 1 0 0,1 0 0 0 0,-1 0-1 0 0,1 1 1 0 0,-1-1 0 0 0,1 0-1 0 0,-1 0 1 0 0,1 1-1 0 0,-1-1 1 0 0,0 0 0 0 0,1 1-1 0 0,-1-1 1 0 0,0 1-1 0 0,1-1 1 0 0,-1 1 0 0 0,0-1-1 0 0,0 1 1 0 0,0 0 0 0 0,0-1-1 0 0,1 1 1 0 0,-1 0-1 0 0,0-1 1 0 0,0 1 0 0 0,0 0-1 0 0,0 0 1 0 0,0 0 0 0 0,0 0-1 0 0,0 0 1 0 0,0 0-1 0 0,1 0 1 0 0,-1 0 0 0 0,0 1-1 0 0,0-1 1 0 0,0 0 0 0 0,0 0-1 0 0,0 1 1 0 0,0-1-1 0 0,1 0 1 0 0,-1 1 0 0 0,0-1-1 0 0,0 1 1 0 0,1-1 0 0 0,-1 1-1 0 0,0 0 1 0 0,1-1-1 0 0,-1 1 1 0 0,-1 1 0 0 0,0 0-45 0 0,0 0 1 0 0,0 0-1 0 0,1 0 1 0 0,-1 0-1 0 0,0 0 1 0 0,0 1 0 0 0,1-1-1 0 0,0 1 1 0 0,-1-1-1 0 0,1 1 1 0 0,0-1-1 0 0,0 1 1 0 0,1 0-1 0 0,-2 5 1 0 0,2-4 52 0 0,0-1-1 0 0,1 1 1 0 0,-1 0-1 0 0,1-1 1 0 0,0 1 0 0 0,0 0-1 0 0,0-1 1 0 0,0 1-1 0 0,1-1 1 0 0,-1 1 0 0 0,1-1-1 0 0,0 0 1 0 0,0 0-1 0 0,0 0 1 0 0,3 4 0 0 0,0-3 56 0 0,0 1 0 0 0,0-1 1 0 0,0 0-1 0 0,0 0 0 0 0,1-1 1 0 0,-1 1-1 0 0,1-1 0 0 0,6 2 1 0 0,10 3-182 0 0,0-2-1 0 0,0 0 1 0 0,41 5 0 0 0,-25-7-1947 0 0,-21-2 1004 0 0</inkml:trace>
</inkml:ink>
</file>

<file path=ppt/ink/ink2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6.828"/>
    </inkml:context>
    <inkml:brush xml:id="br0">
      <inkml:brushProperty name="width" value="0.1" units="cm"/>
      <inkml:brushProperty name="height" value="0.1" units="cm"/>
    </inkml:brush>
  </inkml:definitions>
  <inkml:trace contextRef="#ctx0" brushRef="#br0">10 325 10594 0 0,'-1'-2'194'0'0,"0"1"-1"0"0,0 0 1 0 0,0-1-1 0 0,0 1 1 0 0,0-1-1 0 0,1 1 1 0 0,-1-1-1 0 0,0 1 1 0 0,1-1-1 0 0,-1 1 1 0 0,1-1-1 0 0,0 0 1 0 0,0 1-1 0 0,-1-1 1 0 0,1 0-1 0 0,0 1 1 0 0,0-1-1 0 0,1 0 1 0 0,-1 1-1 0 0,0-1 1 0 0,0 0 0 0 0,1 1-1 0 0,-1-1 1 0 0,1 1-1 0 0,0-1 1 0 0,-1 0-1 0 0,1 1 1 0 0,0 0-1 0 0,0-1 1 0 0,0 1-1 0 0,2-3 1 0 0,-1 1 159 0 0,0 0 0 0 0,1 0 1 0 0,-1 0-1 0 0,1 1 1 0 0,0-1-1 0 0,0 1 0 0 0,0-1 1 0 0,0 1-1 0 0,0 0 0 0 0,0 0 1 0 0,1 0-1 0 0,6-2 1 0 0,-6 4-316 0 0,0 0-1 0 0,-1-1 1 0 0,1 2 0 0 0,0-1 0 0 0,0 0 0 0 0,0 1 0 0 0,-1 0 0 0 0,1 0 0 0 0,0 0 0 0 0,-1 0 0 0 0,1 1 0 0 0,-1-1 0 0 0,1 1 0 0 0,-1 0 0 0 0,0 0 0 0 0,1 0 0 0 0,-1 0 0 0 0,0 1 0 0 0,-1 0 0 0 0,1-1 0 0 0,0 1 0 0 0,-1 0 0 0 0,1 0 0 0 0,-1 0 0 0 0,2 4-1 0 0,-11-19 389 0 0,-11-26-235 0 0,14 21-143 0 0,1 0 1 0 0,1 0 0 0 0,0 0-1 0 0,0-25 1 0 0,2 33-318 0 0,1 0-1 0 0,0 0 1 0 0,0 0 0 0 0,1 1 0 0 0,0-1 0 0 0,0 1-1 0 0,1-1 1 0 0,0 1 0 0 0,0 0 0 0 0,7-12 0 0 0,6 6-2489 0 0,-9 10 1349 0 0</inkml:trace>
</inkml:ink>
</file>

<file path=ppt/ink/ink2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7.591"/>
    </inkml:context>
    <inkml:brush xml:id="br0">
      <inkml:brushProperty name="width" value="0.1" units="cm"/>
      <inkml:brushProperty name="height" value="0.1" units="cm"/>
    </inkml:brush>
  </inkml:definitions>
  <inkml:trace contextRef="#ctx0" brushRef="#br0">0 125 6449 0 0,'2'0'342'0'0,"-1"1"0"0"0,1-1 0 0 0,0 1 0 0 0,-1 0-1 0 0,1 0 1 0 0,-1-1 0 0 0,1 1 0 0 0,-1 0 0 0 0,1 1 0 0 0,-1-1-1 0 0,0 0 1 0 0,0 0 0 0 0,1 0 0 0 0,-1 1 0 0 0,0-1 0 0 0,0 1-1 0 0,0-1 1 0 0,-1 1 0 0 0,1-1 0 0 0,1 4 0 0 0,13 32 1705 0 0,-15-37-2031 0 0,2 5 214 0 0,-1-1-115 0 0,0 0 0 0 0,0-1 0 0 0,0 1 0 0 0,1 0 0 0 0,0 0 0 0 0,-1-1 0 0 0,1 1 0 0 0,1-1 0 0 0,-1 0 0 0 0,0 1 1 0 0,1-1-1 0 0,0 0 0 0 0,4 3 0 0 0,6-44-442 0 0,-12 34 161 0 0,2-8 261 0 0,1 0 0 0 0,1 0 0 0 0,0 0 0 0 0,0 0 1 0 0,11-16-1 0 0,-14 26-12 0 0,-1 0 0 0 0,1 0 0 0 0,0 0 0 0 0,0 0-1 0 0,-1 0 1 0 0,1 0 0 0 0,0 1 0 0 0,1-1 0 0 0,-1 1 0 0 0,0-1 0 0 0,0 1 0 0 0,1 0 0 0 0,-1 0 0 0 0,1 0 0 0 0,-1 0 0 0 0,1 0 0 0 0,-1 1 0 0 0,1-1 0 0 0,-1 1 0 0 0,1 0 0 0 0,-1-1 0 0 0,1 1 0 0 0,0 1 0 0 0,-1-1 0 0 0,1 0 0 0 0,0 0 0 0 0,-1 1 0 0 0,1 0 0 0 0,-1-1 0 0 0,1 1 0 0 0,-1 0 0 0 0,0 0 0 0 0,1 0 0 0 0,2 2 0 0 0,5 4 12 0 0,0 0 1 0 0,0 0-1 0 0,0 1 1 0 0,-1 0 0 0 0,0 0-1 0 0,15 20 1 0 0,6 5-162 0 0,-29-33 58 0 0,-1 1 1 0 0,0-1 0 0 0,1 1-1 0 0,-1-1 1 0 0,0 0 0 0 0,1 1 0 0 0,-1-1-1 0 0,0 0 1 0 0,1 0 0 0 0,-1 1 0 0 0,1-1-1 0 0,-1 0 1 0 0,0 0 0 0 0,1 1 0 0 0,-1-1-1 0 0,1 0 1 0 0,-1 0 0 0 0,1 0 0 0 0,-1 0-1 0 0,1 0 1 0 0,-1 0 0 0 0,1 0 0 0 0,-1 0-1 0 0,1 0 1 0 0,-1 0 0 0 0,1 0-1 0 0,-1 0 1 0 0,1 0 0 0 0,-1 0 0 0 0,0 0-1 0 0,1 0 1 0 0,-1-1 0 0 0,1 1 0 0 0,-1 0-1 0 0,1 0 1 0 0,-1-1 0 0 0,0 1 0 0 0,1 0-1 0 0,-1-1 1 0 0,1 1 0 0 0,-1 0 0 0 0,0-1-1 0 0,1 1 1 0 0,-1 0 0 0 0,0-1-1 0 0,0 1 1 0 0,1-1 0 0 0,-1 1 0 0 0,0 0-1 0 0,0-1 1 0 0,0 1 0 0 0,1-1 0 0 0,-1 1-1 0 0,0-1 1 0 0,0 1 0 0 0,0-1 0 0 0,0 0-1 0 0,7-35-344 0 0,-6 28 343 0 0,2-11 12 0 0,1 0 1 0 0,7-19 0 0 0,-9 32 27 0 0,0 0 0 0 0,0 1-1 0 0,1 0 1 0 0,0-1 0 0 0,0 1-1 0 0,0 0 1 0 0,0 0 0 0 0,1 1 0 0 0,0-1-1 0 0,0 1 1 0 0,6-5 0 0 0,-8 7-17 0 0,0 1 1 0 0,0 0-1 0 0,0-1 0 0 0,0 1 1 0 0,1 0-1 0 0,-1 0 1 0 0,0 1-1 0 0,1-1 0 0 0,-1 0 1 0 0,1 1-1 0 0,-1 0 1 0 0,1-1-1 0 0,-1 1 1 0 0,1 0-1 0 0,-1 0 0 0 0,0 1 1 0 0,1-1-1 0 0,-1 0 1 0 0,1 1-1 0 0,-1-1 0 0 0,1 1 1 0 0,-1 0-1 0 0,0 0 1 0 0,1 0-1 0 0,-1 0 1 0 0,0 0-1 0 0,0 1 0 0 0,0-1 1 0 0,3 3-1 0 0,26 25-1325 0 0,-6 2-3865 0 0,-21-25 3333 0 0,6 7-3691 0 0</inkml:trace>
</inkml:ink>
</file>

<file path=ppt/ink/ink2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7.974"/>
    </inkml:context>
    <inkml:brush xml:id="br0">
      <inkml:brushProperty name="width" value="0.1" units="cm"/>
      <inkml:brushProperty name="height" value="0.1" units="cm"/>
    </inkml:brush>
  </inkml:definitions>
  <inkml:trace contextRef="#ctx0" brushRef="#br0">121 102 2288 0 0,'0'-5'318'0'0,"0"0"0"0"0,0 0-1 0 0,0 0 1 0 0,-1 0-1 0 0,1 0 1 0 0,-1 0-1 0 0,0 0 1 0 0,-1 0 0 0 0,1 0-1 0 0,-1 1 1 0 0,-3-7-1 0 0,4 9-26 0 0,1 0 0 0 0,-1 0-1 0 0,0 0 1 0 0,0 0 0 0 0,0 0-1 0 0,0 1 1 0 0,0-1 0 0 0,0 0-1 0 0,-1 0 1 0 0,1 1-1 0 0,0-1 1 0 0,-1 1 0 0 0,0-1-1 0 0,1 1 1 0 0,-1-1 0 0 0,0 1-1 0 0,0 0 1 0 0,1 0 0 0 0,-1 0-1 0 0,0 0 1 0 0,0 0 0 0 0,0 1-1 0 0,0-1 1 0 0,-1 1 0 0 0,1-1-1 0 0,0 1 1 0 0,-4-1 0 0 0,4 2-114 0 0,-1 1 1 0 0,1-1 0 0 0,0 0-1 0 0,-1 1 1 0 0,1 0 0 0 0,0-1-1 0 0,0 1 1 0 0,0 0 0 0 0,0 0-1 0 0,0 0 1 0 0,0 0 0 0 0,1 1-1 0 0,-1-1 1 0 0,1 0 0 0 0,-1 1-1 0 0,1-1 1 0 0,0 1 0 0 0,0-1-1 0 0,-1 5 1 0 0,-13 51 1015 0 0,14-53-1075 0 0,-2 9 13 0 0,1 0 1 0 0,1 1 0 0 0,0 25 0 0 0,1-37-207 0 0,0 1 0 0 0,1-1 1 0 0,0 0-1 0 0,-1 0 0 0 0,1 0 1 0 0,0 0-1 0 0,0 0 1 0 0,1 0-1 0 0,-1 0 0 0 0,3 3 1 0 0,-3-4-16 0 0,0-1-1 0 0,0 0 1 0 0,0 0 0 0 0,1 1 0 0 0,-1-1 0 0 0,0 0 0 0 0,1 0 0 0 0,-1 0 0 0 0,1-1 0 0 0,-1 1 0 0 0,1 0-1 0 0,0-1 1 0 0,-1 1 0 0 0,1 0 0 0 0,0-1 0 0 0,-1 0 0 0 0,1 1 0 0 0,0-1 0 0 0,-1 0 0 0 0,4 0 0 0 0,-2-1-4 0 0,0 0 0 0 0,0 1 0 0 0,0-2 1 0 0,0 1-1 0 0,0 0 0 0 0,0 0 1 0 0,0-1-1 0 0,0 0 0 0 0,-1 0 0 0 0,1 1 1 0 0,0-1-1 0 0,-1-1 0 0 0,0 1 1 0 0,1 0-1 0 0,-1-1 0 0 0,0 1 1 0 0,2-4-1 0 0,30-47-484 0 0,-20 23 1008 0 0,7-16 842 0 0,-19 43-1091 0 0,-1 0-1 0 0,1 1 1 0 0,0-1-1 0 0,0 1 1 0 0,0 0-1 0 0,0-1 1 0 0,0 1-1 0 0,0 0 1 0 0,1 0-1 0 0,-1 0 1 0 0,1 1-1 0 0,4-3 1 0 0,-6 3-101 0 0,1 1 1 0 0,-1 0-1 0 0,1-1 0 0 0,-1 1 1 0 0,1 0-1 0 0,-1 0 0 0 0,1 0 1 0 0,-1 0-1 0 0,1 0 0 0 0,-1 0 1 0 0,0 1-1 0 0,1-1 0 0 0,-1 0 0 0 0,1 1 1 0 0,-1-1-1 0 0,1 1 0 0 0,-1-1 1 0 0,0 1-1 0 0,0 0 0 0 0,1 0 1 0 0,-1 0-1 0 0,0-1 0 0 0,0 1 1 0 0,2 3-1 0 0,27 33 154 0 0,-11-13-1046 0 0,-18-22 777 0 0,15 11-5881 0 0</inkml:trace>
</inkml:ink>
</file>

<file path=ppt/ink/ink2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8.177"/>
    </inkml:context>
    <inkml:brush xml:id="br0">
      <inkml:brushProperty name="width" value="0.1" units="cm"/>
      <inkml:brushProperty name="height" value="0.1" units="cm"/>
    </inkml:brush>
  </inkml:definitions>
  <inkml:trace contextRef="#ctx0" brushRef="#br0">14 62 5985 0 0,'-6'-22'387'0'0,"-1"-18"12003"0"0,19 62-10693 0 0,3 5-966 0 0,57 159 1133 0 0,-19-45-1185 0 0,3 23-2965 0 0,-47-134-5470 0 0</inkml:trace>
</inkml:ink>
</file>

<file path=ppt/ink/ink2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8.763"/>
    </inkml:context>
    <inkml:brush xml:id="br0">
      <inkml:brushProperty name="width" value="0.1" units="cm"/>
      <inkml:brushProperty name="height" value="0.1" units="cm"/>
    </inkml:brush>
  </inkml:definitions>
  <inkml:trace contextRef="#ctx0" brushRef="#br0">1 54 8754 0 0,'31'-7'4758'0'0,"31"-18"-677"0"0,-34 13-4664 0 0,0 2-4176 0 0</inkml:trace>
</inkml:ink>
</file>

<file path=ppt/ink/ink2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8.940"/>
    </inkml:context>
    <inkml:brush xml:id="br0">
      <inkml:brushProperty name="width" value="0.1" units="cm"/>
      <inkml:brushProperty name="height" value="0.1" units="cm"/>
    </inkml:brush>
  </inkml:definitions>
  <inkml:trace contextRef="#ctx0" brushRef="#br0">1 76 6449 0 0,'3'0'507'0'0,"0"0"-1"0"0,0 0 0 0 0,0-1 0 0 0,0 0 0 0 0,0 1 0 0 0,0-1 1 0 0,-1 0-1 0 0,1 0 0 0 0,0-1 0 0 0,3-1 0 0 0,19-9 702 0 0,8-5-1339 0 0,41-15 0 0 0,-61 28 131 0 0</inkml:trace>
</inkml:ink>
</file>

<file path=ppt/ink/ink2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49.919"/>
    </inkml:context>
    <inkml:brush xml:id="br0">
      <inkml:brushProperty name="width" value="0.1" units="cm"/>
      <inkml:brushProperty name="height" value="0.1" units="cm"/>
    </inkml:brush>
  </inkml:definitions>
  <inkml:trace contextRef="#ctx0" brushRef="#br0">107 869 6913 0 0,'-11'-7'1335'0'0,"-1"-1"-1"0"0,1 2 0 0 0,-1-1 0 0 0,-15-5 0 0 0,-7-3 4166 0 0,102 56-2474 0 0,33 38-3036 0 0,-74-58 307 0 0,229 216 271 0 0,-21 22-705 0 0,-173-189 181 0 0,-30-33 104 0 0,-1 2 1 0 0,47 79-1 0 0,-78-118-145 0 0,15 24 263 0 0,-15-23-255 0 0,1 0 1 0 0,0 0-1 0 0,-1-1 0 0 0,1 1 1 0 0,0 0-1 0 0,-1 0 0 0 0,1 0 0 0 0,0 0 1 0 0,0-1-1 0 0,0 1 0 0 0,0 0 1 0 0,-1-1-1 0 0,1 1 0 0 0,0-1 0 0 0,0 1 1 0 0,0-1-1 0 0,0 0 0 0 0,0 1 1 0 0,1-1-1 0 0,-1 0 0 0 0,2 1 0 0 0,-3-3-10 0 0,1 1 0 0 0,-1-1-1 0 0,0 1 1 0 0,1-1-1 0 0,-1 1 1 0 0,0-1 0 0 0,0 1-1 0 0,0-1 1 0 0,0 1-1 0 0,0-1 1 0 0,-1 0-1 0 0,1 1 1 0 0,0-1 0 0 0,-1 1-1 0 0,1-1 1 0 0,-1 1-1 0 0,0 0 1 0 0,0-3 0 0 0,0 1-2 0 0,-169-675 673 0 0,131 519-783 0 0,-81-205 0 0 0,107 328-168 0 0,2 0 1 0 0,1-1 0 0 0,2 0 0 0 0,1-1 0 0 0,2 0 0 0 0,0-73-1 0 0,5 56-585 0 0,4-52-3217 0 0,-2 85 2882 0 0</inkml:trace>
</inkml:ink>
</file>

<file path=ppt/ink/ink2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50.555"/>
    </inkml:context>
    <inkml:brush xml:id="br0">
      <inkml:brushProperty name="width" value="0.1" units="cm"/>
      <inkml:brushProperty name="height" value="0.1" units="cm"/>
    </inkml:brush>
  </inkml:definitions>
  <inkml:trace contextRef="#ctx0" brushRef="#br0">22 511 5985 0 0,'-22'-6'5277'0'0,"36"3"-3193"0"0,44-5 677 0 0,104 0 1 0 0,4 1-1709 0 0,566-60-977 0 0,-179 10 322 0 0,-242 36-239 0 0,-99 9-22 0 0,-46 0 146 0 0,278-26 529 0 0,-118 0-677 0 0,1263-130 214 0 0,-401 114 354 0 0,-1030 52-612 0 0,114-6 73 0 0,-264 7-82 0 0,-4 1-567 0 0,-10 2-1441 0 0</inkml:trace>
</inkml:ink>
</file>

<file path=ppt/ink/ink2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51.663"/>
    </inkml:context>
    <inkml:brush xml:id="br0">
      <inkml:brushProperty name="width" value="0.1" units="cm"/>
      <inkml:brushProperty name="height" value="0.1" units="cm"/>
    </inkml:brush>
  </inkml:definitions>
  <inkml:trace contextRef="#ctx0" brushRef="#br0">76 24 10770 0 0,'22'-23'5694'0'0,"-28"37"-4572"0"0,-11 17-1067 0 0,2 2 0 0 0,1 0-1 0 0,1 0 1 0 0,-9 39-1 0 0,19-59 76 0 0,0 0-1 0 0,1 0 0 0 0,1 0 0 0 0,0 0 0 0 0,0 0 0 0 0,1 0 0 0 0,1 0 0 0 0,0 0 1 0 0,1 0-1 0 0,1 0 0 0 0,0-1 0 0 0,0 1 0 0 0,1-1 0 0 0,9 19 0 0 0,-9-24-35 0 0,-1-1 1 0 0,1 0-1 0 0,0 0 0 0 0,1-1 0 0 0,0 1 1 0 0,0-1-1 0 0,0 0 0 0 0,0 0 0 0 0,1-1 1 0 0,0 1-1 0 0,-1-1 0 0 0,2 0 0 0 0,9 4 1 0 0,-7-5 16 0 0,1 1 0 0 0,0-2 0 0 0,-1 1 0 0 0,1-1 0 0 0,0-1 1 0 0,1 0-1 0 0,-1 0 0 0 0,16-2 0 0 0,8-3-15 0 0,0-2 1 0 0,0-1-1 0 0,0-1 1 0 0,46-20-1 0 0,-56 22-1100 0 0</inkml:trace>
</inkml:ink>
</file>

<file path=ppt/ink/ink2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51.965"/>
    </inkml:context>
    <inkml:brush xml:id="br0">
      <inkml:brushProperty name="width" value="0.1" units="cm"/>
      <inkml:brushProperty name="height" value="0.1" units="cm"/>
    </inkml:brush>
  </inkml:definitions>
  <inkml:trace contextRef="#ctx0" brushRef="#br0">0 0 13363 0 0,'25'34'7209'0'0,"-5"10"-4365"0"0,14 57-3201 0 0,-16-42 1079 0 0,70 229-355 0 0,-55-164-3701 0 0</inkml:trace>
</inkml:ink>
</file>

<file path=ppt/ink/ink2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52.523"/>
    </inkml:context>
    <inkml:brush xml:id="br0">
      <inkml:brushProperty name="width" value="0.1" units="cm"/>
      <inkml:brushProperty name="height" value="0.1" units="cm"/>
    </inkml:brush>
  </inkml:definitions>
  <inkml:trace contextRef="#ctx0" brushRef="#br0">15 99 1376 0 0,'1'-52'1896'0'0,"-1"6"14287"0"0,-7 71-14309 0 0,-1 101-730 0 0,12 201 1 0 0,-1-290-1025 0 0,2-1-1 0 0,2 1 0 0 0,11 35 1 0 0,9 15-1086 0 0,5 0-4575 0 0</inkml:trace>
</inkml:ink>
</file>

<file path=ppt/ink/ink2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52.790"/>
    </inkml:context>
    <inkml:brush xml:id="br0">
      <inkml:brushProperty name="width" value="0.1" units="cm"/>
      <inkml:brushProperty name="height" value="0.1" units="cm"/>
    </inkml:brush>
  </inkml:definitions>
  <inkml:trace contextRef="#ctx0" brushRef="#br0">184 215 4001 0 0,'3'-8'-56'0'0,"24"-87"1554"0"0,-25 87-913 0 0,0-1-1 0 0,-1 0 1 0 0,0 0 0 0 0,0 0-1 0 0,-1 0 1 0 0,-1 0 0 0 0,1 0-1 0 0,-4-14 1 0 0,4 22-513 0 0,0 0 0 0 0,0 1 0 0 0,-1-1 0 0 0,1 0 0 0 0,0 0 0 0 0,0 0 0 0 0,-1 1 0 0 0,1-1 0 0 0,0 0 0 0 0,-1 0 0 0 0,1 1 0 0 0,-1-1 0 0 0,1 0 0 0 0,-1 1 0 0 0,1-1 0 0 0,-1 1 0 0 0,0-1 0 0 0,1 0 0 0 0,-1 1 0 0 0,0 0 0 0 0,1-1 0 0 0,-1 1 0 0 0,0-1 0 0 0,0 1 0 0 0,1 0 0 0 0,-1-1 0 0 0,0 1 0 0 0,0 0 0 0 0,0 0 0 0 0,1 0 0 0 0,-2-1 0 0 0,-1 2 18 0 0,1-1 0 0 0,0 1 0 0 0,0 0 0 0 0,-1-1 0 0 0,1 1 0 0 0,0 0 0 0 0,0 0 0 0 0,0 0 0 0 0,0 1 0 0 0,0-1 0 0 0,-2 2 0 0 0,-7 7 209 0 0,1-1-1 0 0,-16 20 1 0 0,25-28-234 0 0,-16 19 274 0 0,1-2 285 0 0,0 0 0 0 0,2 1 0 0 0,0 1 0 0 0,1 0 0 0 0,-15 33 0 0 0,27-52-516 0 0,1 1 1 0 0,-1 0-1 0 0,1-1 0 0 0,-1 1 0 0 0,1 0 0 0 0,-1 0 0 0 0,1 0 0 0 0,0-1 0 0 0,0 1 0 0 0,0 0 0 0 0,0 0 0 0 0,0 0 0 0 0,1-1 0 0 0,-1 1 0 0 0,0 0 0 0 0,1 0 0 0 0,-1 0 0 0 0,1-1 0 0 0,0 1 0 0 0,0 0 1 0 0,-1-1-1 0 0,3 3 0 0 0,-1-1-27 0 0,1-1-1 0 0,-1 0 1 0 0,1 0 0 0 0,-1 0 0 0 0,1 0 0 0 0,0 0 0 0 0,0 0 0 0 0,0-1-1 0 0,0 1 1 0 0,0-1 0 0 0,5 1 0 0 0,8 2-10 0 0,0-1 0 0 0,0 0-1 0 0,30 0 1 0 0,-45-3-69 0 0,60-2-3297 0 0,-41 1-3849 0 0</inkml:trace>
</inkml:ink>
</file>

<file path=ppt/ink/ink2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53.629"/>
    </inkml:context>
    <inkml:brush xml:id="br0">
      <inkml:brushProperty name="width" value="0.1" units="cm"/>
      <inkml:brushProperty name="height" value="0.1" units="cm"/>
    </inkml:brush>
  </inkml:definitions>
  <inkml:trace contextRef="#ctx0" brushRef="#br0">1 106 5529 0 0,'44'-2'9051'0'0,"0"-3"-3640"0"0,46-15-2145 0 0,85-40-3409 0 0,-170 58-65 0 0,39-13 480 0 0,-22 14-2130 0 0,-22 1 1568 0 0,1 0 1 0 0,0 0-1 0 0,0 1 0 0 0,0-1 1 0 0,0 0-1 0 0,-1 0 1 0 0,1 1-1 0 0,0-1 1 0 0,0 1-1 0 0,-1-1 1 0 0,1 1-1 0 0,0-1 0 0 0,3 5-1447 0 0,-1 1-14 0 0</inkml:trace>
</inkml:ink>
</file>

<file path=ppt/ink/ink2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53.916"/>
    </inkml:context>
    <inkml:brush xml:id="br0">
      <inkml:brushProperty name="width" value="0.1" units="cm"/>
      <inkml:brushProperty name="height" value="0.1" units="cm"/>
    </inkml:brush>
  </inkml:definitions>
  <inkml:trace contextRef="#ctx0" brushRef="#br0">1 1 6913 0 0,'3'9'11858'0'0,"37"187"-8713"0"0,-13-55-1576 0 0,-13-67-2020 0 0,-8-39-624 0 0,1 0 0 0 0,1 0 0 0 0,2-1 0 0 0,28 63-1 0 0</inkml:trace>
</inkml:ink>
</file>

<file path=ppt/ink/ink2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55.137"/>
    </inkml:context>
    <inkml:brush xml:id="br0">
      <inkml:brushProperty name="width" value="0.1" units="cm"/>
      <inkml:brushProperty name="height" value="0.1" units="cm"/>
    </inkml:brush>
  </inkml:definitions>
  <inkml:trace contextRef="#ctx0" brushRef="#br0">6 124 5065 0 0,'-3'-20'2773'0'0,"1"0"-1"0"0,18-25 7956 0 0,-4 51-10515 0 0,0-4 631 0 0,-10-9 50 0 0,-2 6-887 0 0,0 0-1 0 0,0 1 1 0 0,0-1-1 0 0,0 0 1 0 0,0 0-1 0 0,0 0 0 0 0,1 0 1 0 0,-1 1-1 0 0,0-1 1 0 0,0 0-1 0 0,1 0 0 0 0,-1 0 1 0 0,0 1-1 0 0,1-1 1 0 0,-1 0-1 0 0,1 1 1 0 0,0-2-1 0 0,1-18 800 0 0,-2 15-598 0 0,4 17 58 0 0,63 268-145 0 0,-22-88-474 0 0,-23-120 201 0 0,-15-53-11 0 0,0 1 0 0 0,-2 1 0 0 0,0-1 0 0 0,-1 1 0 0 0,1 27 1 0 0,-5-48 89 0 0,0 1 0 0 0,0 0 1 0 0,0 0-1 0 0,0 0 1 0 0,0 0-1 0 0,0-1 1 0 0,0 1-1 0 0,-1 0 0 0 0,1 0 1 0 0,0 0-1 0 0,0-1 1 0 0,-1 1-1 0 0,1 0 1 0 0,-1 0-1 0 0,1-1 0 0 0,-1 1 1 0 0,1 0-1 0 0,-2 1 1 0 0,-1 0-877 0 0</inkml:trace>
</inkml:ink>
</file>

<file path=ppt/ink/ink2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55.678"/>
    </inkml:context>
    <inkml:brush xml:id="br0">
      <inkml:brushProperty name="width" value="0.1" units="cm"/>
      <inkml:brushProperty name="height" value="0.1" units="cm"/>
    </inkml:brush>
  </inkml:definitions>
  <inkml:trace contextRef="#ctx0" brushRef="#br0">3 110 4145 0 0,'0'-2'304'0'0,"-1"1"0"0"0,1 0 0 0 0,-1 0 0 0 0,1 0 0 0 0,0-1 0 0 0,0 1 1 0 0,-1 0-1 0 0,1 0 0 0 0,0-1 0 0 0,0 1 0 0 0,0 0 0 0 0,0-1 0 0 0,0 1 0 0 0,1 0 0 0 0,-1 0 0 0 0,0-1 1 0 0,0 1-1 0 0,1 0 0 0 0,-1 0 0 0 0,1 0 0 0 0,-1-1 0 0 0,1 1 0 0 0,1-1 0 0 0,0-1 126 0 0,1-1-1 0 0,0 1 0 0 0,-1 1 0 0 0,1-1 1 0 0,0 0-1 0 0,1 1 0 0 0,5-4 1 0 0,5-2 726 0 0,1 1 1 0 0,27-10 0 0 0,-27 12-318 0 0,0 1 0 0 0,31-5 0 0 0,-42 8-772 0 0,1 0 1 0 0,-1 1-1 0 0,1 0 0 0 0,-1 0 0 0 0,1 0 0 0 0,-1 0 1 0 0,0 1-1 0 0,1-1 0 0 0,-1 1 0 0 0,1 0 1 0 0,-1 1-1 0 0,0-1 0 0 0,0 1 0 0 0,0 0 0 0 0,5 2 1 0 0,-7-2-67 0 0,-1 0 0 0 0,1 0 0 0 0,-1 0 0 0 0,1 0-1 0 0,-1 0 1 0 0,0 0 0 0 0,0 1 0 0 0,0-1 0 0 0,0 0 0 0 0,0 0 0 0 0,-1 1 0 0 0,1-1 0 0 0,-1 1 0 0 0,1-1 0 0 0,-1 0 0 0 0,0 1 0 0 0,0-1 0 0 0,0 1 0 0 0,0-1 0 0 0,-1 1 0 0 0,1-1 0 0 0,0 0 0 0 0,-1 1 0 0 0,0-1 0 0 0,0 1 0 0 0,0-1 0 0 0,-1 3 0 0 0,-4 9-55 0 0,0-1-1 0 0,-1 0 1 0 0,-10 14 0 0 0,16-24 18 0 0,-55 75-329 0 0,36-52 622 0 0,1 1-1 0 0,2 0 1 0 0,-23 46 0 0 0,39-71-239 0 0,0 1 0 0 0,0-1 0 0 0,0 0 0 0 0,0 1 0 0 0,1-1 0 0 0,-1 1 0 0 0,1-1 0 0 0,-1 1 0 0 0,1-1 0 0 0,0 1 0 0 0,0-1 0 0 0,0 1 1 0 0,0-1-1 0 0,0 1 0 0 0,1-1 0 0 0,-1 1 0 0 0,1-1 0 0 0,-1 1 0 0 0,1-1 0 0 0,1 3 0 0 0,0-3 3 0 0,0 0-1 0 0,-1 0 1 0 0,1 0-1 0 0,0 0 1 0 0,0-1 0 0 0,0 1-1 0 0,0-1 1 0 0,1 1-1 0 0,-1-1 1 0 0,0 0-1 0 0,0 0 1 0 0,1 0 0 0 0,-1 0-1 0 0,1 0 1 0 0,-1 0-1 0 0,4 0 1 0 0,11 1 159 0 0,0-1-1 0 0,0 0 1 0 0,0-2-1 0 0,30-3 1 0 0,-35 3-1 0 0,15-1-672 0 0,0 1 1 0 0,0 1-1 0 0,0 1 1 0 0,51 9 0 0 0,-68-8-497 0 0</inkml:trace>
</inkml:ink>
</file>

<file path=ppt/ink/ink2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56.326"/>
    </inkml:context>
    <inkml:brush xml:id="br0">
      <inkml:brushProperty name="width" value="0.1" units="cm"/>
      <inkml:brushProperty name="height" value="0.1" units="cm"/>
    </inkml:brush>
  </inkml:definitions>
  <inkml:trace contextRef="#ctx0" brushRef="#br0">0 1 10594 0 0,'11'11'11246'0'0,"22"45"-10564"0"0,-33-56-503 0 0,14 28-30 0 0,-2 0-1 0 0,-1 0 1 0 0,-1 1 0 0 0,11 57-1 0 0,7 124 49 0 0,-10-57-996 0 0,-14-101-803 0 0,-10-17-3551 0 0</inkml:trace>
</inkml:ink>
</file>

<file path=ppt/ink/ink2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3:57.034"/>
    </inkml:context>
    <inkml:brush xml:id="br0">
      <inkml:brushProperty name="width" value="0.1" units="cm"/>
      <inkml:brushProperty name="height" value="0.1" units="cm"/>
    </inkml:brush>
  </inkml:definitions>
  <inkml:trace contextRef="#ctx0" brushRef="#br0">1 62 5065 0 0,'1'-9'9679'0'0,"0"9"-9523"0"0,25-11 2640 0 0,39-6-2403 0 0,-61 16 330 0 0,12-3-551 0 0,7-2 549 0 0,0 1 0 0 0,30-2 0 0 0,-48 6-639 0 0,-1 1 0 0 0,1 0 1 0 0,0 0-1 0 0,-1 0 0 0 0,1 0 0 0 0,0 1 0 0 0,-1 0 1 0 0,1 0-1 0 0,-1 0 0 0 0,1 0 0 0 0,-1 1 0 0 0,0 0 1 0 0,1-1-1 0 0,-1 2 0 0 0,0-1 0 0 0,0 0 0 0 0,-1 1 1 0 0,5 3-1 0 0,-5-2-98 0 0,-1-1 1 0 0,0 1-1 0 0,0 0 0 0 0,0 0 1 0 0,0 0-1 0 0,0 0 0 0 0,-1 0 0 0 0,0 0 1 0 0,0 0-1 0 0,0 0 0 0 0,0 0 1 0 0,-1 1-1 0 0,0-1 0 0 0,1 0 1 0 0,-2 1-1 0 0,1-1 0 0 0,0 0 1 0 0,-1 0-1 0 0,0 1 0 0 0,0-1 1 0 0,0 0-1 0 0,0 0 0 0 0,-4 6 1 0 0,-2 8-60 0 0,-1-2-1 0 0,-1 1 1 0 0,0-1 0 0 0,-13 15 0 0 0,15-20 109 0 0,-10 13 138 0 0,-1 0 1 0 0,-1-1-1 0 0,-27 26 1 0 0,33-41 2 0 0,37-20-42 0 0,-4 3-133 0 0,1 0 0 0 0,0 1 0 0 0,1 1 0 0 0,0 1 0 0 0,38-5 0 0 0,-53 10 0 0 0,0 1 0 0 0,0 0 0 0 0,1 0 0 0 0,-1 0 0 0 0,0 1 0 0 0,0 0 0 0 0,0 1 0 0 0,0 0 0 0 0,13 5 0 0 0,-16-5 0 0 0,0 0 0 0 0,0 0 0 0 0,0 1 0 0 0,0 0 0 0 0,-1 0 0 0 0,1 0 0 0 0,-1 0 0 0 0,0 0 0 0 0,0 1 0 0 0,0-1 0 0 0,0 1 0 0 0,-1 0 0 0 0,1 0 0 0 0,-1 0 0 0 0,0 0 0 0 0,3 9 0 0 0,-4-8 11 0 0,1 0 0 0 0,-1-1 0 0 0,-1 1 1 0 0,1 0-1 0 0,0 0 0 0 0,-1 0 0 0 0,0 0 0 0 0,0 0 1 0 0,-1 0-1 0 0,1 0 0 0 0,-1 0 0 0 0,0 0 0 0 0,-3 5 0 0 0,1-1 39 0 0,-1 0 0 0 0,0 0 0 0 0,0-1 0 0 0,-1 0 0 0 0,-1 0 0 0 0,-8 11 0 0 0,-4 0 90 0 0,0 0-1 0 0,-2-1 1 0 0,-43 31-1 0 0,36-31-44 0 0,-53 29 1 0 0,30-28-2589 0 0</inkml:trace>
</inkml:ink>
</file>

<file path=ppt/ink/ink2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05.461"/>
    </inkml:context>
    <inkml:brush xml:id="br0">
      <inkml:brushProperty name="width" value="0.1" units="cm"/>
      <inkml:brushProperty name="height" value="0.1" units="cm"/>
      <inkml:brushProperty name="color" value="#FFC114"/>
    </inkml:brush>
  </inkml:definitions>
  <inkml:trace contextRef="#ctx0" brushRef="#br0">3658 36 8754 0 0,'1'-36'8397'0'0,"0"53"-7024"0"0,-3 12-977 0 0,0-1 1 0 0,-1 1-1 0 0,-2-1 1 0 0,-9 29-1 0 0,-3-4-387 0 0,-25 58 0 0 0,23-69-20 0 0,-3-1 1 0 0,0-1-1 0 0,-3-1 0 0 0,-48 58 0 0 0,30-48-30 0 0,-3-2 0 0 0,-84 68 0 0 0,-14-11-57 0 0,-230 125-1 0 0,332-204 97 0 0,-313 155 103 0 0,126-67-50 0 0,-355 173 53 0 0,515-253-77 0 0,-98 43 239 0 0,-99 49 170 0 0,-374 255-179 0 0,582-346-984 0 0,-93 41 0 0 0,49-27-4051 0 0,89-42 2569 0 0</inkml:trace>
</inkml:ink>
</file>

<file path=ppt/ink/ink2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05.904"/>
    </inkml:context>
    <inkml:brush xml:id="br0">
      <inkml:brushProperty name="width" value="0.1" units="cm"/>
      <inkml:brushProperty name="height" value="0.1" units="cm"/>
      <inkml:brushProperty name="color" value="#FFC114"/>
    </inkml:brush>
  </inkml:definitions>
  <inkml:trace contextRef="#ctx0" brushRef="#br0">101 12 4609 0 0,'0'-1'66'0'0,"0"1"0"0"0,0-1 0 0 0,-1 1 0 0 0,1-1 0 0 0,0 1 0 0 0,0-1 0 0 0,0 1 0 0 0,-1-1 0 0 0,1 1 0 0 0,0-1 0 0 0,-1 1 0 0 0,1-1 0 0 0,0 1 0 0 0,-1 0 0 0 0,1-1 0 0 0,-1 1 0 0 0,1-1 0 0 0,-1 1 0 0 0,1 0 0 0 0,-1 0 0 0 0,1-1 0 0 0,-1 1 0 0 0,1 0 0 0 0,-1 0 0 0 0,1-1 0 0 0,-1 1 0 0 0,1 0 0 0 0,-1 0 0 0 0,-1 0 0 0 0,-15 8 1788 0 0,12-4-1387 0 0,1 0 1 0 0,0 0-1 0 0,0 0 1 0 0,0 1-1 0 0,-3 5 1 0 0,0 4 137 0 0,0 1 1 0 0,1 0-1 0 0,1 0 1 0 0,0 1-1 0 0,1-1 0 0 0,1 1 1 0 0,1 0-1 0 0,0 0 1 0 0,0 0-1 0 0,3 30 1 0 0,-1-34-324 0 0,1 1 1 0 0,1 0-1 0 0,0 0 1 0 0,1-1-1 0 0,0 1 1 0 0,1-1 0 0 0,0 0-1 0 0,1 0 1 0 0,1 0-1 0 0,-1-1 1 0 0,2 1-1 0 0,0-1 1 0 0,16 19-1 0 0,-16-23-227 0 0,-1-1-1 0 0,2 0 0 0 0,-1-1 1 0 0,1 0-1 0 0,0 0 0 0 0,0 0 1 0 0,0-1-1 0 0,1 0 0 0 0,-1-1 0 0 0,1 0 1 0 0,0 0-1 0 0,0-1 0 0 0,0 0 1 0 0,0 0-1 0 0,0-1 0 0 0,1-1 1 0 0,-1 1-1 0 0,13-2 0 0 0,-8-1-306 0 0,0 0 0 0 0,-1 0 0 0 0,1-2 0 0 0,-1 1 0 0 0,0-2-1 0 0,0 0 1 0 0,0 0 0 0 0,-1-1 0 0 0,0-1 0 0 0,0 0 0 0 0,20-16 0 0 0,-2-4-6959 0 0</inkml:trace>
</inkml:ink>
</file>

<file path=ppt/ink/ink2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06.633"/>
    </inkml:context>
    <inkml:brush xml:id="br0">
      <inkml:brushProperty name="width" value="0.1" units="cm"/>
      <inkml:brushProperty name="height" value="0.1" units="cm"/>
      <inkml:brushProperty name="color" value="#FFC114"/>
    </inkml:brush>
  </inkml:definitions>
  <inkml:trace contextRef="#ctx0" brushRef="#br0">74 1 8754 0 0,'-2'-1'199'0'0,"-1"1"0"0"0,1 0 1 0 0,0 1-1 0 0,0-1 0 0 0,0 0 1 0 0,-1 1-1 0 0,1-1 0 0 0,0 1 1 0 0,0 0-1 0 0,0-1 0 0 0,0 1 0 0 0,0 0 1 0 0,0 0-1 0 0,0 1 0 0 0,-2 1 1 0 0,1-1 57 0 0,1 1 0 0 0,0 0 0 0 0,0 0 1 0 0,0 0-1 0 0,0 0 0 0 0,0 0 0 0 0,1 1 1 0 0,-1-1-1 0 0,-1 6 0 0 0,-1 7 165 0 0,0 0 1 0 0,1 0-1 0 0,0 1 1 0 0,2 0-1 0 0,0-1 0 0 0,0 1 1 0 0,4 21-1 0 0,21 120 1175 0 0,-14-100-1085 0 0,-5-28-775 0 0,26 137 2203 0 0,-18-112-3804 0 0,1 0-3349 0 0,-9-40-1076 0 0</inkml:trace>
</inkml:ink>
</file>

<file path=ppt/ink/ink2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07.022"/>
    </inkml:context>
    <inkml:brush xml:id="br0">
      <inkml:brushProperty name="width" value="0.1" units="cm"/>
      <inkml:brushProperty name="height" value="0.1" units="cm"/>
      <inkml:brushProperty name="color" value="#FFC114"/>
    </inkml:brush>
  </inkml:definitions>
  <inkml:trace contextRef="#ctx0" brushRef="#br0">0 116 5065 0 0,'4'-7'279'0'0,"-1"0"-1"0"0,1-1 1 0 0,0 2-1 0 0,1-1 1 0 0,0 0 0 0 0,0 1-1 0 0,0 0 1 0 0,0 0-1 0 0,1 0 1 0 0,0 1 0 0 0,1 0-1 0 0,-1 0 1 0 0,14-7-1 0 0,-15 9 26 0 0,1 0-1 0 0,-1 0 1 0 0,0 0-1 0 0,1 1 1 0 0,0 0-1 0 0,-1 1 1 0 0,1-1-1 0 0,0 1 1 0 0,0 0-1 0 0,0 0 1 0 0,0 1-1 0 0,0-1 1 0 0,0 1-1 0 0,0 1 1 0 0,0-1-1 0 0,0 1 1 0 0,0 0-1 0 0,-1 1 1 0 0,9 2-1 0 0,-11-3-249 0 0,0 1-1 0 0,0 0 0 0 0,0 0 0 0 0,0 0 1 0 0,-1 0-1 0 0,1 0 0 0 0,-1 1 1 0 0,1-1-1 0 0,-1 1 0 0 0,0-1 1 0 0,0 1-1 0 0,0 0 0 0 0,0 0 1 0 0,-1 0-1 0 0,1 0 0 0 0,-1 0 1 0 0,0 0-1 0 0,1 0 0 0 0,-1 0 1 0 0,-1 1-1 0 0,1-1 0 0 0,-1 0 0 0 0,1 6 1 0 0,-1 7-147 0 0,0 0 0 0 0,-1 0 0 0 0,-7 31 0 0 0,6-33 79 0 0,-1-1 0 0 0,2 1-1 0 0,0 20 1 0 0,1-33 33 0 0,0 0-1 0 0,0 0 1 0 0,1 0 0 0 0,-1 0 0 0 0,0 0-1 0 0,1-1 1 0 0,-1 1 0 0 0,1 0-1 0 0,0 0 1 0 0,-1-1 0 0 0,1 1 0 0 0,-1 0-1 0 0,1-1 1 0 0,0 1 0 0 0,0 0-1 0 0,-1-1 1 0 0,1 1 0 0 0,0-1 0 0 0,0 1-1 0 0,0-1 1 0 0,-1 0 0 0 0,1 1-1 0 0,0-1 1 0 0,0 0 0 0 0,0 0 0 0 0,0 1-1 0 0,0-1 1 0 0,0 0 0 0 0,0 0-1 0 0,0 0 1 0 0,-1 0 0 0 0,1 0 0 0 0,0 0-1 0 0,0 0 1 0 0,0-1 0 0 0,0 1-1 0 0,0 0 1 0 0,1-1 0 0 0,41-10-428 0 0,-39 9 335 0 0,6-1 16 0 0,-1 0 0 0 0,0 1 0 0 0,0 0 1 0 0,1 1-1 0 0,-1 0 0 0 0,1 0 0 0 0,0 1 0 0 0,-1 0 1 0 0,1 1-1 0 0,18 3 0 0 0,-22-2 75 0 0,0 0 0 0 0,0 0 0 0 0,0 0 0 0 0,-1 1 0 0 0,1 0 0 0 0,0 0 0 0 0,-1 1 0 0 0,0-1 0 0 0,0 1 0 0 0,0 0 0 0 0,0 1 0 0 0,-1-1 0 0 0,0 1 0 0 0,0 0 0 0 0,0 0 0 0 0,0 0 0 0 0,4 9 0 0 0,-5-9 106 0 0,-1 0-1 0 0,0 0 1 0 0,0 0-1 0 0,-1 0 0 0 0,1 0 1 0 0,-1 1-1 0 0,0-1 1 0 0,0 0-1 0 0,-1 1 0 0 0,0-1 1 0 0,0 1-1 0 0,0-1 1 0 0,0 1-1 0 0,-2 5 0 0 0,0-2 153 0 0,-1 0-1 0 0,0 0 0 0 0,0 0 0 0 0,-1 0 1 0 0,0 0-1 0 0,-1-1 0 0 0,-7 11 0 0 0,-6 4-316 0 0,-1-1 0 0 0,-1 0 0 0 0,0-2 0 0 0,-29 23 0 0 0,37-34-1864 0 0</inkml:trace>
</inkml:ink>
</file>

<file path=ppt/ink/ink2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07.333"/>
    </inkml:context>
    <inkml:brush xml:id="br0">
      <inkml:brushProperty name="width" value="0.1" units="cm"/>
      <inkml:brushProperty name="height" value="0.1" units="cm"/>
      <inkml:brushProperty name="color" value="#FFC114"/>
    </inkml:brush>
  </inkml:definitions>
  <inkml:trace contextRef="#ctx0" brushRef="#br0">6 60 5529 0 0,'3'15'4599'0'0,"-7"14"-2075"0"0,1-12-1549 0 0,2-9-684 0 0,0 0 0 0 0,1 0 1 0 0,1 1-1 0 0,-1-1 0 0 0,1 0 0 0 0,1 0 1 0 0,-1 0-1 0 0,1 0 0 0 0,1-1 1 0 0,-1 1-1 0 0,1 0 0 0 0,1-1 0 0 0,4 8 1 0 0,-5-11-158 0 0,-1 0 1 0 0,2-1 0 0 0,-1 1 0 0 0,0-1 0 0 0,1 0 0 0 0,-1 0 0 0 0,1 0 0 0 0,0 0-1 0 0,0-1 1 0 0,0 1 0 0 0,0-1 0 0 0,1 0 0 0 0,-1 0 0 0 0,1-1 0 0 0,-1 1 0 0 0,1-1 0 0 0,-1 0-1 0 0,1-1 1 0 0,0 1 0 0 0,0-1 0 0 0,-1 1 0 0 0,1-1 0 0 0,0-1 0 0 0,4 0 0 0 0,-5 1-116 0 0,0 0 1 0 0,0-1-1 0 0,0 0 1 0 0,-1 0-1 0 0,1 0 1 0 0,0 0-1 0 0,-1 0 1 0 0,1-1-1 0 0,-1 1 1 0 0,1-1-1 0 0,-1 0 1 0 0,0 0-1 0 0,0 0 1 0 0,0-1-1 0 0,0 1 1 0 0,0-1-1 0 0,0 1 1 0 0,-1-1-1 0 0,1 0 1 0 0,-1 0-1 0 0,0 0 1 0 0,0-1-1 0 0,0 1 1 0 0,0 0-1 0 0,-1-1 1 0 0,1 1-1 0 0,-1-1 1 0 0,0 0-1 0 0,0 1 1 0 0,0-1-1 0 0,0-4 1 0 0,0 0 14 0 0,-1 0 0 0 0,0 1 0 0 0,0-1 0 0 0,-1 0 0 0 0,0 1 0 0 0,0-1 1 0 0,-1 1-1 0 0,0-1 0 0 0,0 1 0 0 0,0 0 0 0 0,-1 0 0 0 0,-1 0 0 0 0,1 0 1 0 0,-8-11-1 0 0,5 10-342 0 0,-1 0-1 0 0,0 0 1 0 0,-1 1 0 0 0,1-1 0 0 0,-1 1 0 0 0,-1 1 0 0 0,-10-7 0 0 0,15 11 23 0 0,0-1 1 0 0,0 1 0 0 0,0 0 0 0 0,0 0 0 0 0,-1 1 0 0 0,1-1 0 0 0,0 1 0 0 0,-1 0 0 0 0,1 0 0 0 0,-1 1 0 0 0,0-1-1 0 0,1 1 1 0 0,-1 0 0 0 0,0 0 0 0 0,1 0 0 0 0,-1 1 0 0 0,1 0 0 0 0,-9 2 0 0 0</inkml:trace>
</inkml:ink>
</file>

<file path=ppt/ink/ink2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07.618"/>
    </inkml:context>
    <inkml:brush xml:id="br0">
      <inkml:brushProperty name="width" value="0.1" units="cm"/>
      <inkml:brushProperty name="height" value="0.1" units="cm"/>
      <inkml:brushProperty name="color" value="#FFC114"/>
    </inkml:brush>
  </inkml:definitions>
  <inkml:trace contextRef="#ctx0" brushRef="#br0">0 19 14227 0 0,'9'-19'6667'0'0,"-8"32"-5619"0"0,-1-12-1061 0 0,8 173 1717 0 0,3 35-1618 0 0,1-70-6276 0 0,-8-102-1337 0 0</inkml:trace>
</inkml:ink>
</file>

<file path=ppt/ink/ink2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09.344"/>
    </inkml:context>
    <inkml:brush xml:id="br0">
      <inkml:brushProperty name="width" value="0.1" units="cm"/>
      <inkml:brushProperty name="height" value="0.1" units="cm"/>
      <inkml:brushProperty name="color" value="#FFC114"/>
    </inkml:brush>
  </inkml:definitions>
  <inkml:trace contextRef="#ctx0" brushRef="#br0">16 1 12643 0 0,'-11'5'5586'0'0,"11"-4"-5431"0"0,-4 21 1583 0 0,6 31-1459 0 0,-2-49 100 0 0,19 251 832 0 0,-9-111-1724 0 0,2 0-3496 0 0,-11-121-2450 0 0</inkml:trace>
</inkml:ink>
</file>

<file path=ppt/ink/ink2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09.534"/>
    </inkml:context>
    <inkml:brush xml:id="br0">
      <inkml:brushProperty name="width" value="0.1" units="cm"/>
      <inkml:brushProperty name="height" value="0.1" units="cm"/>
      <inkml:brushProperty name="color" value="#FFC114"/>
    </inkml:brush>
  </inkml:definitions>
  <inkml:trace contextRef="#ctx0" brushRef="#br0">14 89 14283 0 0,'-1'0'40'0'0,"0"0"0"0"0,1 0 0 0 0,-1 0 0 0 0,1 0-1 0 0,-1 0 1 0 0,1 0 0 0 0,-1 0 0 0 0,1-1 0 0 0,-1 1 0 0 0,1 0 0 0 0,-1 0 0 0 0,1 0 0 0 0,-1-1-1 0 0,1 1 1 0 0,-1 0 0 0 0,1-1 0 0 0,-1 1 0 0 0,1 0 0 0 0,0-1 0 0 0,-1 1 0 0 0,1-1 0 0 0,0 1-1 0 0,-1 0 1 0 0,1-1 0 0 0,0 1 0 0 0,-1-1 0 0 0,1 1 0 0 0,0-1 0 0 0,0 1 0 0 0,0-1 0 0 0,-1 1-1 0 0,1-1 1 0 0,0 1 0 0 0,0-1 0 0 0,0 1 0 0 0,0-1 0 0 0,0 0 0 0 0,0 1 0 0 0,0-1-1 0 0,0 1 1 0 0,0-1 0 0 0,0 1 0 0 0,0-1 0 0 0,1 0 0 0 0,19-20 241 0 0,-19 21-265 0 0,6-6 161 0 0,1 0-1 0 0,0 1 1 0 0,0 0-1 0 0,0 1 1 0 0,1-1-1 0 0,-1 2 0 0 0,1-1 1 0 0,0 1-1 0 0,0 0 1 0 0,1 1-1 0 0,11-1 0 0 0,-10 2-662 0 0,-1 0-1 0 0,1 1 0 0 0,-1 1 1 0 0,0 0-1 0 0,1 0 1 0 0,12 4-1 0 0,-3 0-5061 0 0</inkml:trace>
</inkml:ink>
</file>

<file path=ppt/ink/ink2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09.899"/>
    </inkml:context>
    <inkml:brush xml:id="br0">
      <inkml:brushProperty name="width" value="0.1" units="cm"/>
      <inkml:brushProperty name="height" value="0.1" units="cm"/>
      <inkml:brushProperty name="color" value="#FFC114"/>
    </inkml:brush>
  </inkml:definitions>
  <inkml:trace contextRef="#ctx0" brushRef="#br0">1 33 10138 0 0,'24'-16'2722'0'0,"-21"14"-2520"0"0,0-1-1 0 0,1 2 1 0 0,-1-1 0 0 0,1 0-1 0 0,0 1 1 0 0,0 0 0 0 0,-1 0-1 0 0,1 0 1 0 0,0 0 0 0 0,0 0-1 0 0,0 1 1 0 0,0 0 0 0 0,0 0-1 0 0,0 0 1 0 0,0 0-1 0 0,0 1 1 0 0,0-1 0 0 0,0 1-1 0 0,-1 0 1 0 0,1 0 0 0 0,0 0-1 0 0,0 1 1 0 0,-1 0 0 0 0,1-1-1 0 0,-1 1 1 0 0,4 3 0 0 0,-3-2-89 0 0,1 1 0 0 0,-1 1-1 0 0,-1-1 1 0 0,1 0 0 0 0,0 1 0 0 0,-1 0 0 0 0,0 0 0 0 0,0 0 0 0 0,-1 0 0 0 0,0 0 0 0 0,1 1 0 0 0,-2-1 0 0 0,1 1 0 0 0,-1-1 0 0 0,1 1 0 0 0,-2 0 0 0 0,2 8 0 0 0,-2 5-53 0 0,-1-1 0 0 0,-1 1 0 0 0,-1-1 1 0 0,-8 34-1 0 0,6-29 40 0 0,-6 48 0 0 0,11-69-54 0 0,-1-1 0 0 0,1 1 0 0 0,0 0 0 0 0,0-1 0 0 0,0 1-1 0 0,0-1 1 0 0,0 1 0 0 0,0-1 0 0 0,1 1 0 0 0,-1-1 0 0 0,1 1 0 0 0,-1-1 0 0 0,1 1-1 0 0,-1-1 1 0 0,1 0 0 0 0,0 1 0 0 0,-1-1 0 0 0,1 0 0 0 0,0 0 0 0 0,0 1 0 0 0,0-1 0 0 0,0 0-1 0 0,0 0 1 0 0,2 1 0 0 0,-1-1-14 0 0,0 0-1 0 0,0-1 1 0 0,0 1-1 0 0,0-1 1 0 0,0 1-1 0 0,0-1 0 0 0,0 0 1 0 0,1 0-1 0 0,-1 0 1 0 0,0 0-1 0 0,0 0 1 0 0,0-1-1 0 0,0 1 1 0 0,0 0-1 0 0,3-2 1 0 0,5-1-748 0 0,-1-1 0 0 0,0 0 1 0 0,1-1-1 0 0,-1 0 0 0 0,-1 0 0 0 0,10-8 1 0 0,-14 9-639 0 0,0 0 0 0 0,0 0 0 0 0,0 0 0 0 0,0 0 0 0 0,5-10 0 0 0,-8 13 1085 0 0,-1 0 0 0 0,1 0 0 0 0,-1 0-1 0 0,1-1 1 0 0,-1 1 0 0 0,1 0 0 0 0,-1 0 0 0 0,0 0-1 0 0,1-1 1 0 0,-1 1 0 0 0,0 0 0 0 0,0-1 0 0 0,0 1 0 0 0,0 0-1 0 0,0 0 1 0 0,-1-3 0 0 0,1 3 282 0 0,-1 0 1 0 0,1 1-1 0 0,-1-1 1 0 0,1 0-1 0 0,-1 0 1 0 0,1 1-1 0 0,-1-1 1 0 0,1 0-1 0 0,-1 1 1 0 0,0-1-1 0 0,1 1 1 0 0,-1-1-1 0 0,0 1 1 0 0,1-1-1 0 0,-1 1 1 0 0,-2-1-1 0 0,-7-4-85 0 0</inkml:trace>
</inkml:ink>
</file>

<file path=ppt/ink/ink2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10.040"/>
    </inkml:context>
    <inkml:brush xml:id="br0">
      <inkml:brushProperty name="width" value="0.1" units="cm"/>
      <inkml:brushProperty name="height" value="0.1" units="cm"/>
      <inkml:brushProperty name="color" value="#FFC114"/>
    </inkml:brush>
  </inkml:definitions>
  <inkml:trace contextRef="#ctx0" brushRef="#br0">42 111 1376 0 0,'-17'4'-1951'0'0,"-8"3"11358"0"0,49-17-4545 0 0,74-36-1921 0 0,30-12-5013 0 0,-103 50-3241 0 0</inkml:trace>
</inkml:ink>
</file>

<file path=ppt/ink/ink2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10.549"/>
    </inkml:context>
    <inkml:brush xml:id="br0">
      <inkml:brushProperty name="width" value="0.1" units="cm"/>
      <inkml:brushProperty name="height" value="0.1" units="cm"/>
      <inkml:brushProperty name="color" value="#FFC114"/>
    </inkml:brush>
  </inkml:definitions>
  <inkml:trace contextRef="#ctx0" brushRef="#br0">1 92 5065 0 0,'4'1'291'0'0,"0"-1"-1"0"0,-1 1 1 0 0,1 0-1 0 0,0 0 1 0 0,0 0-1 0 0,0 0 1 0 0,-1 0-1 0 0,1 1 1 0 0,0 0-1 0 0,-1 0 1 0 0,0 0-1 0 0,1 0 1 0 0,-1 0-1 0 0,0 1 1 0 0,0 0-1 0 0,0-1 1 0 0,-1 1-1 0 0,1 0 1 0 0,-1 0-1 0 0,1 0 1 0 0,-1 1-1 0 0,0-1 1 0 0,0 1-1 0 0,-1-1 1 0 0,3 6-1 0 0,-1-2-120 0 0,0 1-1 0 0,-1 0 1 0 0,0-1-1 0 0,0 1 1 0 0,-1 0-1 0 0,0 0 1 0 0,0 0-1 0 0,-1 0 1 0 0,0-1-1 0 0,0 1 1 0 0,-3 14-1 0 0,0-3 580 0 0,5-21-301 0 0,12-31-209 0 0,-6 13-378 0 0,-3 8 328 0 0,1 1 1 0 0,0 0 0 0 0,1 0-1 0 0,1 0 1 0 0,-1 1 0 0 0,2 0-1 0 0,-1 1 1 0 0,15-12-1 0 0,-20 19-138 0 0,-1-1 0 0 0,1 1 0 0 0,1 0 0 0 0,-1 0 0 0 0,0 1 0 0 0,0-1 0 0 0,1 1 0 0 0,-1-1 0 0 0,1 1 0 0 0,-1 0 0 0 0,1 1 0 0 0,0-1 0 0 0,-1 1 0 0 0,1-1 0 0 0,0 1 0 0 0,-1 0 0 0 0,1 0 0 0 0,0 1 0 0 0,-1-1 0 0 0,1 1 0 0 0,0 0 0 0 0,-1-1 0 0 0,1 2 0 0 0,-1-1-1 0 0,1 0 1 0 0,-1 1 0 0 0,0 0 0 0 0,0-1 0 0 0,0 1 0 0 0,0 1 0 0 0,0-1 0 0 0,0 0 0 0 0,4 5 0 0 0,-3-3-146 0 0,-1-1 0 0 0,0 2 0 0 0,0-1 0 0 0,0 0 0 0 0,0 0 0 0 0,-1 1 0 0 0,3 7 0 0 0,10 16-345 0 0,-15-27 416 0 0,1-1 1 0 0,-1 0-1 0 0,0 1 1 0 0,1-1-1 0 0,-1 0 1 0 0,0 0-1 0 0,1 1 1 0 0,-1-1-1 0 0,0 0 1 0 0,1 0-1 0 0,-1 0 1 0 0,1 0-1 0 0,-1 0 1 0 0,1 1-1 0 0,-1-1 1 0 0,0 0-1 0 0,1 0 1 0 0,-1 0-1 0 0,1 0 0 0 0,-1 0 1 0 0,0 0-1 0 0,1 0 1 0 0,-1 0-1 0 0,1-1 1 0 0,-1 1-1 0 0,1 0 1 0 0,-1 0-1 0 0,0 0 1 0 0,1 0-1 0 0,-1-1 1 0 0,1 1-1 0 0,-1 0 1 0 0,0 0-1 0 0,1 0 1 0 0,-1-1-1 0 0,0 1 1 0 0,1 0-1 0 0,-1-1 1 0 0,0 1-1 0 0,0 0 1 0 0,1-1-1 0 0,-1 1 1 0 0,0 0-1 0 0,0-1 0 0 0,0 1 1 0 0,1-1-1 0 0,-1 1 1 0 0,0-1-1 0 0,15-24-1085 0 0,-13 21 873 0 0,15-31-125 0 0,-8 17 656 0 0,1 0-1 0 0,18-27 0 0 0,-25 41-142 0 0,0 1 0 0 0,0-1 0 0 0,0 1 0 0 0,0 0 0 0 0,0 0 0 0 0,1 0 0 0 0,0 0 0 0 0,-1 0 0 0 0,1 1 0 0 0,0 0 0 0 0,0-1 0 0 0,0 2 0 0 0,1-1 0 0 0,-1 0 0 0 0,0 1 0 0 0,1 0 0 0 0,4-1 0 0 0,-7 2-73 0 0,0 0-1 0 0,1 1 1 0 0,-1-1-1 0 0,0 1 1 0 0,0-1-1 0 0,0 1 1 0 0,0 0-1 0 0,0-1 1 0 0,0 1-1 0 0,0 0 1 0 0,0 1 0 0 0,0-1-1 0 0,-1 0 1 0 0,1 0-1 0 0,0 1 1 0 0,-1-1-1 0 0,1 1 1 0 0,-1 0-1 0 0,1-1 1 0 0,-1 1-1 0 0,0 0 1 0 0,0 0-1 0 0,1 0 1 0 0,-2 0 0 0 0,1 0-1 0 0,0 0 1 0 0,1 3-1 0 0,3 9-64 0 0,-1 0 0 0 0,6 28 0 0 0,-9-34-217 0 0,14 37-3770 0 0,-9-29-2318 0 0</inkml:trace>
</inkml:ink>
</file>

<file path=ppt/ink/ink2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10.976"/>
    </inkml:context>
    <inkml:brush xml:id="br0">
      <inkml:brushProperty name="width" value="0.1" units="cm"/>
      <inkml:brushProperty name="height" value="0.1" units="cm"/>
      <inkml:brushProperty name="color" value="#FFC114"/>
    </inkml:brush>
  </inkml:definitions>
  <inkml:trace contextRef="#ctx0" brushRef="#br0">76 84 2761 0 0,'1'-12'2495'0'0,"-1"-30"1937"0"0,0 40-4191 0 0,0 1 0 0 0,0-1 0 0 0,-1 1 0 0 0,1 0-1 0 0,0-1 1 0 0,0 1 0 0 0,-1 0 0 0 0,1-1-1 0 0,-1 1 1 0 0,1 0 0 0 0,-1-1 0 0 0,0 1 0 0 0,1 0-1 0 0,-1 0 1 0 0,0 0 0 0 0,0 0 0 0 0,0-1 0 0 0,0 1-1 0 0,0 1 1 0 0,0-1 0 0 0,0 0 0 0 0,0 0 0 0 0,-2-1-1 0 0,2 2-82 0 0,0 0-1 0 0,-1 0 1 0 0,1 0-1 0 0,0 1 1 0 0,-1-1-1 0 0,1 0 0 0 0,0 0 1 0 0,-1 1-1 0 0,1-1 1 0 0,0 1-1 0 0,0-1 1 0 0,-1 1-1 0 0,1 0 1 0 0,0-1-1 0 0,0 1 1 0 0,0 0-1 0 0,0 0 0 0 0,0 0 1 0 0,0 0-1 0 0,0 0 1 0 0,0 0-1 0 0,0 0 1 0 0,0 0-1 0 0,1 0 1 0 0,-1 0-1 0 0,0 0 1 0 0,1 1-1 0 0,-1-1 0 0 0,1 0 1 0 0,-1 2-1 0 0,-14 40 956 0 0,10-21-934 0 0,2-1 1 0 0,-1 23 0 0 0,3-38-171 0 0,1-1 0 0 0,0 1 0 0 0,1-1 0 0 0,-1 1 0 0 0,1-1 1 0 0,0 1-1 0 0,0-1 0 0 0,1 0 0 0 0,-1 1 0 0 0,1-1 0 0 0,0 0 0 0 0,1 0 0 0 0,4 8 0 0 0,-6-12-41 0 0,0 1 0 0 0,1-1 0 0 0,-1 1-1 0 0,0-1 1 0 0,0 0 0 0 0,1 1 0 0 0,-1-1-1 0 0,1 0 1 0 0,-1 0 0 0 0,1 0-1 0 0,-1 0 1 0 0,1 0 0 0 0,0-1 0 0 0,-1 1-1 0 0,1 0 1 0 0,0-1 0 0 0,0 1 0 0 0,0-1-1 0 0,-1 0 1 0 0,1 0 0 0 0,0 1 0 0 0,2-1-1 0 0,-2-1-62 0 0,0 0 0 0 0,1 1 0 0 0,-1-1 0 0 0,0 0 0 0 0,0 0 0 0 0,0 0 0 0 0,0-1 0 0 0,0 1 0 0 0,0 0 0 0 0,0-1 0 0 0,0 1 0 0 0,0-1 0 0 0,-1 0 0 0 0,3-3 0 0 0,4-4-175 0 0,-2-1 0 0 0,0-1 0 0 0,0 1 0 0 0,0-1 0 0 0,4-15 0 0 0,-5 11 321 0 0,14-35 1006 0 0,-18 48-939 0 0,0 0 0 0 0,0 0-1 0 0,0 0 1 0 0,0 0 0 0 0,1 0 0 0 0,-1 1-1 0 0,0-1 1 0 0,1 0 0 0 0,-1 1-1 0 0,1-1 1 0 0,0 1 0 0 0,0-1-1 0 0,-1 1 1 0 0,1 0 0 0 0,0 0 0 0 0,0 0-1 0 0,0 0 1 0 0,4-1 0 0 0,-5 2-81 0 0,1 0 0 0 0,0 0 0 0 0,-1 0 0 0 0,1 0 1 0 0,-1 1-1 0 0,1-1 0 0 0,-1 1 0 0 0,0-1 0 0 0,1 1 1 0 0,-1-1-1 0 0,1 1 0 0 0,-1 0 0 0 0,0 0 0 0 0,0 0 0 0 0,1-1 1 0 0,-1 1-1 0 0,0 0 0 0 0,0 1 0 0 0,0-1 0 0 0,0 0 1 0 0,2 3-1 0 0,21 35-350 0 0,-9-16-134 0 0,8 8-3085 0 0</inkml:trace>
</inkml:ink>
</file>

<file path=ppt/ink/ink2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11.613"/>
    </inkml:context>
    <inkml:brush xml:id="br0">
      <inkml:brushProperty name="width" value="0.1" units="cm"/>
      <inkml:brushProperty name="height" value="0.1" units="cm"/>
      <inkml:brushProperty name="color" value="#FFC114"/>
    </inkml:brush>
  </inkml:definitions>
  <inkml:trace contextRef="#ctx0" brushRef="#br0">1 49 11979 0 0,'3'0'318'0'0,"-1"0"1"0"0,1 1 0 0 0,0 0 0 0 0,-1 0 0 0 0,1-1 0 0 0,-1 1 0 0 0,1 1 0 0 0,-1-1 0 0 0,1 0 0 0 0,-1 1 0 0 0,0-1-1 0 0,0 1 1 0 0,0 0 0 0 0,0-1 0 0 0,0 1 0 0 0,0 0 0 0 0,0 0 0 0 0,0 1 0 0 0,-1-1 0 0 0,1 0 0 0 0,-1 0-1 0 0,0 1 1 0 0,0-1 0 0 0,2 5 0 0 0,3 8 116 0 0,-1 0-1 0 0,7 30 0 0 0,-8-30-475 0 0,-3-3 180 0 0,2-4 101 0 0,7-28-181 0 0,-4 5-143 0 0,5-13 112 0 0,19-36 0 0 0,-26 58 109 0 0,-1 0 0 0 0,1 0 0 0 0,0 0 0 0 0,1 0 0 0 0,-1 1 0 0 0,1 0 0 0 0,0 0 0 0 0,0 0 0 0 0,1 0 1 0 0,-1 1-1 0 0,12-7 0 0 0,-14 10-132 0 0,-1 0 0 0 0,1 1 0 0 0,-1-1 0 0 0,1 1 0 0 0,-1-1 0 0 0,1 1 0 0 0,-1 0 0 0 0,1 0 0 0 0,-1 0 0 0 0,1 0 0 0 0,-1 0 0 0 0,1 1 0 0 0,-1-1 1 0 0,1 1-1 0 0,-1 0 0 0 0,1-1 0 0 0,-1 1 0 0 0,1 0 0 0 0,-1 1 0 0 0,0-1 0 0 0,0 0 0 0 0,0 1 0 0 0,0-1 0 0 0,0 1 0 0 0,0-1 0 0 0,0 1 0 0 0,0 0 0 0 0,0 0 1 0 0,-1 0-1 0 0,1 0 0 0 0,-1 0 0 0 0,3 5 0 0 0,4 7-151 0 0,0 0 1 0 0,-1 1-1 0 0,10 29 1 0 0,-14-36-121 0 0,5 14-1571 0 0,1 1-5662 0 0</inkml:trace>
</inkml:ink>
</file>

<file path=ppt/ink/ink2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13.139"/>
    </inkml:context>
    <inkml:brush xml:id="br0">
      <inkml:brushProperty name="width" value="0.1" units="cm"/>
      <inkml:brushProperty name="height" value="0.1" units="cm"/>
      <inkml:brushProperty name="color" value="#FFC114"/>
    </inkml:brush>
  </inkml:definitions>
  <inkml:trace contextRef="#ctx0" brushRef="#br0">1 54 6913 0 0,'11'-1'6183'0'0,"-10"2"-5976"0"0,14 12 2971 0 0,6 19-395 0 0,-3 23-1697 0 0,-16-45-1083 0 0,1-1 1 0 0,0 1-1 0 0,0-1 1 0 0,1 0-1 0 0,7 12 1 0 0,-11-21-27 0 0,0 0 1 0 0,1 0-1 0 0,-1 0 0 0 0,1 0 0 0 0,-1 0 1 0 0,0 0-1 0 0,1 0 0 0 0,-1 0 1 0 0,0-1-1 0 0,1 1 0 0 0,-1 0 0 0 0,0 0 1 0 0,1 0-1 0 0,-1-1 0 0 0,0 1 1 0 0,1 0-1 0 0,-1-1 0 0 0,0 1 0 0 0,0 0 1 0 0,1 0-1 0 0,-1-1 0 0 0,0 1 1 0 0,0 0-1 0 0,0-1 0 0 0,0 1 0 0 0,1-1 1 0 0,-1 1-1 0 0,0 0 0 0 0,0-1 0 0 0,0 1 1 0 0,0 0-1 0 0,0-1 0 0 0,8-18-298 0 0,-7 17 216 0 0,8-18-140 0 0,1-5 354 0 0,2 1-1 0 0,17-29 0 0 0,-25 47 26 0 0,0 0-1 0 0,1 0 1 0 0,-1 1-1 0 0,1-1 1 0 0,0 1-1 0 0,1 0 1 0 0,-1 1-1 0 0,1-1 1 0 0,0 1-1 0 0,0 0 1 0 0,0 1-1 0 0,1-1 1 0 0,8-2 0 0 0,-13 5-103 0 0,1 1 1 0 0,-1 0 0 0 0,0 0-1 0 0,1 0 1 0 0,-1 0 0 0 0,1 0 0 0 0,-1 0-1 0 0,0 1 1 0 0,1-1 0 0 0,-1 1 0 0 0,0 0-1 0 0,0-1 1 0 0,1 1 0 0 0,-1 0 0 0 0,0 1-1 0 0,0-1 1 0 0,0 0 0 0 0,0 0 0 0 0,0 1-1 0 0,0-1 1 0 0,-1 1 0 0 0,1 0 0 0 0,0-1-1 0 0,-1 1 1 0 0,1 0 0 0 0,-1 0 0 0 0,0 0-1 0 0,2 3 1 0 0,5 9 265 0 0,0 0 0 0 0,12 29-1 0 0,-18-38-286 0 0,8 20-283 0 0,-3-6-1301 0 0,1 0 1 0 0,1 0-1 0 0,12 18 0 0 0</inkml:trace>
</inkml:ink>
</file>

<file path=ppt/ink/ink2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14.568"/>
    </inkml:context>
    <inkml:brush xml:id="br0">
      <inkml:brushProperty name="width" value="0.1" units="cm"/>
      <inkml:brushProperty name="height" value="0.1" units="cm"/>
      <inkml:brushProperty name="color" value="#FFC114"/>
    </inkml:brush>
  </inkml:definitions>
  <inkml:trace contextRef="#ctx0" brushRef="#br0">83 1 10594 0 0,'-2'0'158'0'0,"1"1"1"0"0,-1 0-1 0 0,0 0 0 0 0,0-1 0 0 0,0 1 0 0 0,0 0 0 0 0,1 0 0 0 0,-1 1 1 0 0,0-1-1 0 0,1 0 0 0 0,-1 0 0 0 0,1 1 0 0 0,0-1 0 0 0,-1 1 1 0 0,1 0-1 0 0,-1 1 0 0 0,-19 29 914 0 0,15-22-914 0 0,2 1-1 0 0,-1-1 1 0 0,1 1 0 0 0,0 0-1 0 0,1 1 1 0 0,1-1 0 0 0,0 0-1 0 0,0 1 1 0 0,1 0 0 0 0,1-1-1 0 0,0 1 1 0 0,0 0 0 0 0,1-1-1 0 0,0 1 1 0 0,1-1 0 0 0,1 1-1 0 0,0-1 1 0 0,0 0 0 0 0,1 0-1 0 0,1 0 1 0 0,6 11 0 0 0,-3-6 69 0 0,1-1 0 0 0,0-1 0 0 0,1 1 1 0 0,1-1-1 0 0,1-1 0 0 0,-1 0 0 0 0,2-1 0 0 0,0 0 1 0 0,0-1-1 0 0,1 0 0 0 0,1-1 0 0 0,0-1 0 0 0,24 12 0 0 0,-31-18-639 0 0,0 0 0 0 0,1 0 0 0 0,-1-1 0 0 0,1 0 0 0 0,-1-1 0 0 0,1 0-1 0 0,-1 0 1 0 0,1 0 0 0 0,0-1 0 0 0,0-1 0 0 0,-1 0 0 0 0,1 0-1 0 0,0 0 1 0 0,-1-1 0 0 0,1 0 0 0 0,-1-1 0 0 0,14-6 0 0 0,-6-2-1139 0 0</inkml:trace>
</inkml:ink>
</file>

<file path=ppt/ink/ink2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14.951"/>
    </inkml:context>
    <inkml:brush xml:id="br0">
      <inkml:brushProperty name="width" value="0.1" units="cm"/>
      <inkml:brushProperty name="height" value="0.1" units="cm"/>
      <inkml:brushProperty name="color" value="#FFC114"/>
    </inkml:brush>
  </inkml:definitions>
  <inkml:trace contextRef="#ctx0" brushRef="#br0">55 76 7370 0 0,'-2'0'353'0'0,"0"1"1"0"0,0 0-1 0 0,0-1 1 0 0,0 1 0 0 0,0 0-1 0 0,0 0 1 0 0,0 1 0 0 0,0-1-1 0 0,0 0 1 0 0,1 0-1 0 0,-1 1 1 0 0,1-1 0 0 0,-1 1-1 0 0,1 0 1 0 0,-1-1 0 0 0,1 1-1 0 0,0 0 1 0 0,0 0-1 0 0,0 0 1 0 0,0 0 0 0 0,-2 4-1 0 0,0 1 171 0 0,0 1 0 0 0,0-1 0 0 0,1 1 0 0 0,-3 14 0 0 0,4-16-367 0 0,0 0 1 0 0,1 0-1 0 0,0 0 0 0 0,0 0 1 0 0,1 1-1 0 0,0-1 0 0 0,0 0 1 0 0,0 0-1 0 0,1 0 1 0 0,0 0-1 0 0,0-1 0 0 0,0 1 1 0 0,1 0-1 0 0,0-1 0 0 0,0 0 1 0 0,0 1-1 0 0,0-1 0 0 0,8 7 1 0 0,-8-9-105 0 0,0 0 1 0 0,0-1 0 0 0,1 1-1 0 0,-1-1 1 0 0,1 1-1 0 0,0-1 1 0 0,-1 0 0 0 0,1-1-1 0 0,0 1 1 0 0,0-1 0 0 0,0 1-1 0 0,1-1 1 0 0,-1 0 0 0 0,0-1-1 0 0,0 1 1 0 0,1-1 0 0 0,-1 0-1 0 0,0 0 1 0 0,0 0 0 0 0,1-1-1 0 0,-1 1 1 0 0,0-1 0 0 0,0 0-1 0 0,0 0 1 0 0,1 0-1 0 0,-1-1 1 0 0,5-2 0 0 0,-3 1-53 0 0,0-1 0 0 0,0 1 0 0 0,0-1 0 0 0,0 0 0 0 0,-1 0 0 0 0,0 0 0 0 0,0-1 0 0 0,0 0 0 0 0,0 0 0 0 0,-1 0 0 0 0,0 0-1 0 0,0-1 1 0 0,0 0 0 0 0,-1 1 0 0 0,0-1 0 0 0,0-1 0 0 0,0 1 0 0 0,-1 0 0 0 0,0-1 0 0 0,0 1 0 0 0,-1-1 0 0 0,1 0 0 0 0,-2 0 0 0 0,1 1 0 0 0,-1-1 0 0 0,0 0 0 0 0,0 0 0 0 0,-1 0 0 0 0,1 1 0 0 0,-2-1 0 0 0,1 0 0 0 0,-1 1 0 0 0,0-1 0 0 0,0 1 0 0 0,-1-1 0 0 0,0 1 0 0 0,0 0 0 0 0,0 0 0 0 0,-1 1 0 0 0,-8-11 0 0 0,8 11 16 0 0,0 0 0 0 0,0 0-1 0 0,-1 1 1 0 0,0-1 0 0 0,0 1 0 0 0,0 0 0 0 0,0 0 0 0 0,-12-5 0 0 0,15 8-140 0 0,0 0 0 0 0,-1 0 0 0 0,1 1 0 0 0,0-1 0 0 0,0 1 0 0 0,-1-1 0 0 0,1 1 0 0 0,0 0 1 0 0,-1 0-1 0 0,1 0 0 0 0,-1 0 0 0 0,1 0 0 0 0,0 1 0 0 0,-1-1 0 0 0,1 1 0 0 0,0-1 0 0 0,0 1 0 0 0,0 0 0 0 0,-1 0 0 0 0,1 0 0 0 0,0 0 0 0 0,0 0 0 0 0,0 1 0 0 0,0-1 1 0 0,1 1-1 0 0,-1-1 0 0 0,-2 3 0 0 0</inkml:trace>
</inkml:ink>
</file>

<file path=ppt/ink/ink2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15.310"/>
    </inkml:context>
    <inkml:brush xml:id="br0">
      <inkml:brushProperty name="width" value="0.1" units="cm"/>
      <inkml:brushProperty name="height" value="0.1" units="cm"/>
      <inkml:brushProperty name="color" value="#FFC114"/>
    </inkml:brush>
  </inkml:definitions>
  <inkml:trace contextRef="#ctx0" brushRef="#br0">1 23 9674 0 0,'2'-2'250'0'0,"0"1"1"0"0,0 0-1 0 0,0 0 1 0 0,0 0-1 0 0,0 0 0 0 0,1 0 1 0 0,-1 1-1 0 0,0-1 0 0 0,1 1 1 0 0,-1-1-1 0 0,1 1 1 0 0,-1 0-1 0 0,0 0 0 0 0,1 0 1 0 0,-1 0-1 0 0,1 0 0 0 0,-1 1 1 0 0,0-1-1 0 0,3 2 0 0 0,0-1 24 0 0,0 1-1 0 0,0 1 0 0 0,-1-1 1 0 0,1 1-1 0 0,-1 0 0 0 0,0 0 0 0 0,0 0 1 0 0,7 6-1 0 0,-1 2-15 0 0,-1 0 0 0 0,1 1 0 0 0,-2 0-1 0 0,0 1 1 0 0,10 19 0 0 0,-14-23-170 0 0,10 22 70 0 0,-13-30-150 0 0,-1 0-1 0 0,1 0 1 0 0,0 0 0 0 0,-1 0 0 0 0,1 0-1 0 0,0 0 1 0 0,0 0 0 0 0,-1 0-1 0 0,1 0 1 0 0,0 0 0 0 0,0-1-1 0 0,0 1 1 0 0,0 0 0 0 0,0-1 0 0 0,0 1-1 0 0,0 0 1 0 0,1-1 0 0 0,-1 1-1 0 0,2 0 1 0 0,-2-2 9 0 0,0 1-1 0 0,-1 0 1 0 0,1-1 0 0 0,0 1-1 0 0,0-1 1 0 0,-1 1 0 0 0,1-1-1 0 0,0 1 1 0 0,-1-1 0 0 0,1 0-1 0 0,0 1 1 0 0,-1-1 0 0 0,1 0-1 0 0,-1 1 1 0 0,1-1 0 0 0,-1 0-1 0 0,0 0 1 0 0,1 0 0 0 0,-1 1-1 0 0,0-1 1 0 0,1 0 0 0 0,-1 0-1 0 0,0-1 1 0 0,7-23 178 0 0,-7 21-168 0 0,3-9-222 0 0,0-3 127 0 0,1-1 0 0 0,1 1 0 0 0,7-15 0 0 0,-11 27 168 0 0,1 1-1 0 0,-1-1 1 0 0,1 1 0 0 0,0 0 0 0 0,0 0-1 0 0,0 0 1 0 0,0 0 0 0 0,1 0 0 0 0,-1 1-1 0 0,1-1 1 0 0,0 1 0 0 0,0-1 0 0 0,0 1-1 0 0,0 0 1 0 0,0 0 0 0 0,0 0 0 0 0,1 1-1 0 0,-1-1 1 0 0,6-1 0 0 0,-7 3-68 0 0,-1 0-1 0 0,0 0 1 0 0,1 0 0 0 0,-1 1 0 0 0,1-1 0 0 0,-1 0-1 0 0,0 1 1 0 0,1-1 0 0 0,-1 1 0 0 0,0-1 0 0 0,0 1-1 0 0,1 0 1 0 0,-1 0 0 0 0,0-1 0 0 0,0 1 0 0 0,0 0-1 0 0,0 0 1 0 0,0 0 0 0 0,0 0 0 0 0,0 0 0 0 0,0 0-1 0 0,0 0 1 0 0,0 1 0 0 0,-1-1 0 0 0,1 0 0 0 0,-1 0-1 0 0,2 3 1 0 0,16 42-227 0 0,-15-38 215 0 0,20 72-3588 0 0,-16-58-3159 0 0</inkml:trace>
</inkml:ink>
</file>

<file path=ppt/ink/ink2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15.628"/>
    </inkml:context>
    <inkml:brush xml:id="br0">
      <inkml:brushProperty name="width" value="0.1" units="cm"/>
      <inkml:brushProperty name="height" value="0.1" units="cm"/>
      <inkml:brushProperty name="color" value="#FFC114"/>
    </inkml:brush>
  </inkml:definitions>
  <inkml:trace contextRef="#ctx0" brushRef="#br0">29 46 3225 0 0,'9'-23'4087'0'0,"-9"22"-3843"0"0,0 0 0 0 0,1 0 0 0 0,-1 0 0 0 0,0-1 0 0 0,1 1 0 0 0,-1 0 0 0 0,0 0 1 0 0,0 0-1 0 0,0 0 0 0 0,0 0 0 0 0,0 0 0 0 0,0 0 0 0 0,0 0 0 0 0,-1 0 0 0 0,1 0 0 0 0,0 0 0 0 0,-1 0 0 0 0,1 0 0 0 0,-1-2 0 0 0,0 4-128 0 0,0-1-1 0 0,1 0 0 0 0,-1 0 0 0 0,0 1 1 0 0,1-1-1 0 0,-1 1 0 0 0,0-1 1 0 0,1 0-1 0 0,-1 1 0 0 0,0 0 0 0 0,1-1 1 0 0,-1 1-1 0 0,1-1 0 0 0,-1 1 1 0 0,1-1-1 0 0,-1 1 0 0 0,1 0 0 0 0,0-1 1 0 0,-1 1-1 0 0,1 0 0 0 0,0 0 1 0 0,0-1-1 0 0,-1 1 0 0 0,1 1 1 0 0,-8 20 1228 0 0,4-7-713 0 0,0 1 0 0 0,1 0-1 0 0,1 1 1 0 0,1-1 0 0 0,0 29 0 0 0,1-39-597 0 0,1 0 0 0 0,0 0 0 0 0,0-1-1 0 0,0 1 1 0 0,1-1 0 0 0,0 1-1 0 0,0-1 1 0 0,0 0 0 0 0,1 1-1 0 0,0-1 1 0 0,0 0 0 0 0,0-1-1 0 0,1 1 1 0 0,-1-1 0 0 0,1 1-1 0 0,0-1 1 0 0,0 0 0 0 0,1 0-1 0 0,8 5 1 0 0,-1-1-172 0 0,-4-4 78 0 0,-1 1 1 0 0,0 0 0 0 0,0 0-1 0 0,0 1 1 0 0,12 12-1 0 0,-18-16 12 0 0,0-1-1 0 0,0 1 0 0 0,0-1 0 0 0,0 1 0 0 0,0 0 0 0 0,-1 0 0 0 0,1 0 0 0 0,0-1 0 0 0,-1 1 0 0 0,1 0 0 0 0,-1 0 1 0 0,0 0-1 0 0,0 0 0 0 0,1 0 0 0 0,-1 0 0 0 0,0 0 0 0 0,-1 0 0 0 0,1 0 0 0 0,0 0 0 0 0,-1-1 0 0 0,1 1 1 0 0,-1 0-1 0 0,1 0 0 0 0,-1 0 0 0 0,0 0 0 0 0,0-1 0 0 0,0 1 0 0 0,0 0 0 0 0,0-1 0 0 0,0 1 0 0 0,0-1 1 0 0,-3 3-1 0 0,-14 14-1112 0 0,7-11 387 0 0</inkml:trace>
</inkml:ink>
</file>

<file path=ppt/ink/ink2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16.024"/>
    </inkml:context>
    <inkml:brush xml:id="br0">
      <inkml:brushProperty name="width" value="0.1" units="cm"/>
      <inkml:brushProperty name="height" value="0.1" units="cm"/>
      <inkml:brushProperty name="color" value="#FFC114"/>
    </inkml:brush>
  </inkml:definitions>
  <inkml:trace contextRef="#ctx0" brushRef="#br0">20 2 12443 0 0,'-2'-1'11'0'0,"-15"1"6931"0"0,17 4-6078 0 0,9 45 533 0 0,25 77-1 0 0,-16-61-1080 0 0,-4-17-171 0 0,35 79 1 0 0,-13-56-4051 0 0</inkml:trace>
</inkml:ink>
</file>

<file path=ppt/ink/ink2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16.183"/>
    </inkml:context>
    <inkml:brush xml:id="br0">
      <inkml:brushProperty name="width" value="0.1" units="cm"/>
      <inkml:brushProperty name="height" value="0.1" units="cm"/>
      <inkml:brushProperty name="color" value="#FFC114"/>
    </inkml:brush>
  </inkml:definitions>
  <inkml:trace contextRef="#ctx0" brushRef="#br0">37 158 1376 0 0,'-10'-14'-551'0'0,"6"9"1634"0"0,1 0 0 0 0,-1 0 0 0 0,1 0 0 0 0,0-1 0 0 0,0 1 0 0 0,-3-11 0 0 0,6 15-909 0 0,0-1-1 0 0,0 1 1 0 0,0-1-1 0 0,-1 0 1 0 0,2 1 0 0 0,-1-1-1 0 0,0 0 1 0 0,0 1 0 0 0,0-1-1 0 0,1 1 1 0 0,-1-1-1 0 0,1 1 1 0 0,-1-1 0 0 0,1 1-1 0 0,0-1 1 0 0,0 1 0 0 0,0-1-1 0 0,-1 1 1 0 0,1 0-1 0 0,0-1 1 0 0,1 1 0 0 0,-1 0-1 0 0,0 0 1 0 0,0 0 0 0 0,0 0-1 0 0,1 0 1 0 0,-1 0-1 0 0,1 0 1 0 0,-1 0 0 0 0,2 0-1 0 0,12-8-510 0 0,1 1-1 0 0,0 1 0 0 0,0 1 1 0 0,0 0-1 0 0,1 1 1 0 0,22-4-1 0 0,-14 5-509 0 0</inkml:trace>
</inkml:ink>
</file>

<file path=ppt/ink/ink2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4:16.848"/>
    </inkml:context>
    <inkml:brush xml:id="br0">
      <inkml:brushProperty name="width" value="0.1" units="cm"/>
      <inkml:brushProperty name="height" value="0.1" units="cm"/>
      <inkml:brushProperty name="color" value="#FFC114"/>
    </inkml:brush>
  </inkml:definitions>
  <inkml:trace contextRef="#ctx0" brushRef="#br0">184 57 3225 0 0,'-4'-3'582'0'0,"1"-1"0"0"0,-1 1 0 0 0,0 1 0 0 0,0-1 0 0 0,0 0 1 0 0,0 1-1 0 0,0 0 0 0 0,-1 0 0 0 0,1 0 0 0 0,-1 1 0 0 0,1-1 0 0 0,-1 1 1 0 0,1 0-1 0 0,-9 0 0 0 0,10 1-322 0 0,0 0 0 0 0,0 0 0 0 0,0 0 0 0 0,0 0-1 0 0,0 1 1 0 0,0 0 0 0 0,0-1 0 0 0,0 1 0 0 0,0 0 0 0 0,0 0 0 0 0,1 1 0 0 0,-1-1 0 0 0,0 1 0 0 0,1-1-1 0 0,-1 1 1 0 0,1 0 0 0 0,-1 0 0 0 0,1 0 0 0 0,0 0 0 0 0,0 0 0 0 0,0 0 0 0 0,0 1 0 0 0,-2 2 0 0 0,-3 9-78 0 0,0-1 0 0 0,0 1 0 0 0,2 0 0 0 0,0 0 0 0 0,-4 16 0 0 0,7-22-208 0 0,0-1 0 0 0,1 1-1 0 0,0-1 1 0 0,0 1 0 0 0,1-1 0 0 0,0 1-1 0 0,0 0 1 0 0,1-1 0 0 0,0 1 0 0 0,0-1-1 0 0,4 15 1 0 0,-4-21 19 0 0,-1 0 0 0 0,0 0-1 0 0,1 0 1 0 0,-1 0 0 0 0,1 0 0 0 0,-1 0-1 0 0,1 0 1 0 0,0 0 0 0 0,-1 0 0 0 0,1 0 0 0 0,0 0-1 0 0,0 0 1 0 0,-1 0 0 0 0,1-1 0 0 0,0 1-1 0 0,0 0 1 0 0,0 0 0 0 0,0-1 0 0 0,0 1-1 0 0,0-1 1 0 0,0 1 0 0 0,0-1 0 0 0,1 1 0 0 0,-1-1-1 0 0,0 0 1 0 0,0 0 0 0 0,0 1 0 0 0,0-1-1 0 0,0 0 1 0 0,1 0 0 0 0,-1 0 0 0 0,0 0 0 0 0,0 0-1 0 0,0-1 1 0 0,1 1 0 0 0,-1 0 0 0 0,0 0-1 0 0,0-1 1 0 0,0 1 0 0 0,0-1 0 0 0,0 1-1 0 0,0-1 1 0 0,2-1 0 0 0,1 0-21 0 0,0-1 0 0 0,0 0-1 0 0,-1 0 1 0 0,1-1 0 0 0,-1 1 0 0 0,0-1 0 0 0,0 1-1 0 0,0-1 1 0 0,3-5 0 0 0,15-45 422 0 0,1-2 351 0 0,-21 52-702 0 0,1 0-1 0 0,0 1 0 0 0,1-1 0 0 0,-1 1 1 0 0,0 0-1 0 0,1 0 0 0 0,0 0 1 0 0,0 0-1 0 0,-1 0 0 0 0,2 0 1 0 0,3-2-1 0 0,-6 4 1 0 0,1 1 0 0 0,-1 0 0 0 0,0-1 0 0 0,0 1 0 0 0,0 0 1 0 0,0 0-1 0 0,1 0 0 0 0,-1 0 0 0 0,0 0 0 0 0,0 0 0 0 0,0 0 0 0 0,1 0 0 0 0,-1 0 0 0 0,0 1 1 0 0,0-1-1 0 0,0 0 0 0 0,0 1 0 0 0,1-1 0 0 0,-1 1 0 0 0,0-1 0 0 0,0 1 0 0 0,0 0 0 0 0,0-1 0 0 0,0 1 1 0 0,-1 0-1 0 0,1 0 0 0 0,0 0 0 0 0,0-1 0 0 0,0 1 0 0 0,-1 0 0 0 0,1 0 0 0 0,0 0 0 0 0,0 2 0 0 0,24 42-5 0 0,-19-34 43 0 0,-5-9-155 0 0,-1 0 0 0 0,1 0 0 0 0,0 0 0 0 0,0 0 0 0 0,1 0 0 0 0,-1 0 0 0 0,0-1 0 0 0,1 1 0 0 0,-1-1 0 0 0,1 1 0 0 0,-1-1 0 0 0,1 1 0 0 0,0-1 0 0 0,-1 0 0 0 0,1 0 0 0 0,0 0 0 0 0,0 0 0 0 0,0 0 0 0 0,0 0 0 0 0,0 0 0 0 0,0-1 0 0 0,0 1 0 0 0,0-1 0 0 0,0 0 0 0 0,0 1 0 0 0,1-1 0 0 0,1 0 0 0 0,-1-1-88 0 0,-1 0 0 0 0,1 0 0 0 0,-1 0-1 0 0,1 0 1 0 0,-1 0 0 0 0,0-1 0 0 0,0 1 0 0 0,0-1 0 0 0,0 1-1 0 0,0-1 1 0 0,0 0 0 0 0,0 0 0 0 0,0 0 0 0 0,-1 0 0 0 0,1 0-1 0 0,-1 0 1 0 0,1 0 0 0 0,-1-1 0 0 0,0 1 0 0 0,0 0 0 0 0,2-5-1 0 0,5-19-1068 0 0,-6 18 1337 0 0,0-1 0 0 0,1 1 0 0 0,0 0 1 0 0,1 0-1 0 0,-1 0 0 0 0,8-10 0 0 0,-11 17-57 0 0,1 0 0 0 0,0 0 0 0 0,0 0-1 0 0,0 0 1 0 0,1 0 0 0 0,-1 0 0 0 0,0 0-1 0 0,0 0 1 0 0,1 1 0 0 0,-1-1 0 0 0,0 0-1 0 0,1 1 1 0 0,-1-1 0 0 0,0 1 0 0 0,1-1-1 0 0,-1 1 1 0 0,3-1 0 0 0,-2 2-33 0 0,1-1 1 0 0,-1 0-1 0 0,1 1 0 0 0,-1-1 0 0 0,0 1 1 0 0,1 0-1 0 0,-1-1 0 0 0,0 1 0 0 0,0 0 1 0 0,0 1-1 0 0,0-1 0 0 0,0 0 0 0 0,0 0 1 0 0,3 3-1 0 0,17 17-320 0 0,-17-16 112 0 0,-1-1 0 0 0,1 0 0 0 0,0 1 0 0 0,0-1 1 0 0,1-1-1 0 0,8 5 0 0 0,-13-7 96 0 0,1 0 0 0 0,0-1 0 0 0,-1 0 0 0 0,1 1 1 0 0,0-1-1 0 0,-1 0 0 0 0,1 0 0 0 0,0 0 0 0 0,0 0 0 0 0,-1 0 1 0 0,1 0-1 0 0,0-1 0 0 0,-1 1 0 0 0,1 0 0 0 0,0-1 0 0 0,-1 0 1 0 0,1 1-1 0 0,-1-1 0 0 0,1 0 0 0 0,-1 0 0 0 0,1 1 0 0 0,-1-1 0 0 0,1-1 1 0 0,-1 1-1 0 0,0 0 0 0 0,1 0 0 0 0,-1 0 0 0 0,0-1 0 0 0,1-1 1 0 0,21-32-198 0 0,-21 31 591 0 0,0-1 0 0 0,0 0 0 0 0,1 1 0 0 0,0-1 0 0 0,0 1 0 0 0,0 0 0 0 0,0 0 0 0 0,1 0 0 0 0,-1 1 1 0 0,1-1-1 0 0,0 1 0 0 0,0 0 0 0 0,1 0 0 0 0,4-2 0 0 0,-8 4-224 0 0,0 1 0 0 0,1 1 0 0 0,-1-1 0 0 0,0 0 0 0 0,0 0 0 0 0,0 0 0 0 0,1 1 0 0 0,-1-1 0 0 0,0 0 0 0 0,0 1 0 0 0,0-1 0 0 0,0 1 0 0 0,1-1 0 0 0,-1 1 1 0 0,0 0-1 0 0,0 0 0 0 0,0-1 0 0 0,0 1 0 0 0,-1 0 0 0 0,1 0 0 0 0,0 0 0 0 0,1 1 0 0 0,20 28 211 0 0,-16-20-531 0 0,29 41-3843 0 0,-29-41 2818 0 0</inkml:trace>
</inkml:ink>
</file>

<file path=ppt/ink/ink2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08.300"/>
    </inkml:context>
    <inkml:brush xml:id="br0">
      <inkml:brushProperty name="width" value="0.1" units="cm"/>
      <inkml:brushProperty name="height" value="0.1" units="cm"/>
    </inkml:brush>
  </inkml:definitions>
  <inkml:trace contextRef="#ctx0" brushRef="#br0">10 1 12899 0 0,'0'37'161'0'0,"-9"889"-602"0"0,64 591 1350 0 0,9-948-722 0 0,10 103-105 0 0,-38 3 789 0 0,-49-215 1396 0 0,0-88 193 0 0,25-3-1943 0 0,-8-330-1105 0 0</inkml:trace>
</inkml:ink>
</file>

<file path=ppt/ink/ink2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09.173"/>
    </inkml:context>
    <inkml:brush xml:id="br0">
      <inkml:brushProperty name="width" value="0.1" units="cm"/>
      <inkml:brushProperty name="height" value="0.1" units="cm"/>
    </inkml:brush>
  </inkml:definitions>
  <inkml:trace contextRef="#ctx0" brushRef="#br0">3 368 6449 0 0,'0'0'25'0'0,"-1"0"-1"0"0,1 0 1 0 0,0 0 0 0 0,0-1-1 0 0,0 1 1 0 0,0 0-1 0 0,0 0 1 0 0,0 0-1 0 0,-1-1 1 0 0,1 1-1 0 0,0 0 1 0 0,0 0-1 0 0,0 0 1 0 0,0 0-1 0 0,0-1 1 0 0,0 1 0 0 0,0 0-1 0 0,0 0 1 0 0,0 0-1 0 0,0-1 1 0 0,0 1-1 0 0,0 0 1 0 0,0 0-1 0 0,0-1 1 0 0,0 1-1 0 0,0 0 1 0 0,0 0-1 0 0,0 0 1 0 0,0-1 0 0 0,0 1-1 0 0,0 0 1 0 0,1 0-1 0 0,-1 0 1 0 0,0 0-1 0 0,0-1 1 0 0,0 1-1 0 0,0 0 1 0 0,0 0-1 0 0,0 0 1 0 0,1 0-1 0 0,-1-1 1 0 0,0 1 0 0 0,14-6 361 0 0,25-3-410 0 0,-31 7 113 0 0,51-9 202 0 0,-1 3-1 0 0,94-1 1 0 0,121 17-306 0 0,-41-1 288 0 0,1404 5 2372 0 0,-486-39-2459 0 0,-450 1-877 0 0,-675 26 669 0 0,1878-50 963 0 0,-1547 37-1563 0 0,742-36 405 0 0,1276-78-808 0 0,-983 91 1777 0 0,-1017 29 227 0 0,1299 0 313 0 0,-559 26 2797 0 0,-539 4-1342 0 0,-407-14-2441 0 0,-144-8-350 0 0,32 2-90 0 0,0-1 0 0 0,0-4 0 0 0,72-10 0 0 0,-102 5-982 0 0,-25 7 968 0 0,-1-1-1 0 0,1 1 1 0 0,-1 0 0 0 0,1 0-1 0 0,0 0 1 0 0,-1-1 0 0 0,1 1 0 0 0,-1 0-1 0 0,1 0 1 0 0,-1-1 0 0 0,1 1-1 0 0,-1 0 1 0 0,1-1 0 0 0,-1 1-1 0 0,1-1 1 0 0,-1 1 0 0 0,1-1-1 0 0,-1 1 1 0 0,0-1 0 0 0,1 1 0 0 0,-1-1-1 0 0,0 1 1 0 0,0-1 0 0 0,1 1-1 0 0,-1-1 1 0 0,0 0 0 0 0,0 1-1 0 0,0-1 1 0 0,0 1 0 0 0,1-1-1 0 0,-1 0 1 0 0,0 1 0 0 0,0-1 0 0 0,0 0-1 0 0,-1 1 1 0 0,1-1 0 0 0,0 1-1 0 0,0-1 1 0 0,0 0 0 0 0,-1 0-1 0 0,-2-2 11 0 0</inkml:trace>
</inkml:ink>
</file>

<file path=ppt/ink/ink2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09.855"/>
    </inkml:context>
    <inkml:brush xml:id="br0">
      <inkml:brushProperty name="width" value="0.1" units="cm"/>
      <inkml:brushProperty name="height" value="0.1" units="cm"/>
    </inkml:brush>
  </inkml:definitions>
  <inkml:trace contextRef="#ctx0" brushRef="#br0">453 296 5065 0 0,'-8'-16'313'0'0,"1"1"0"0"0,1-1 1 0 0,0-1-1 0 0,1 1 0 0 0,1-1 0 0 0,0 0 0 0 0,1 0 0 0 0,1 0 1 0 0,1 0-1 0 0,2-33 0 0 0,-1 46-232 0 0,0 1 1 0 0,0-1 0 0 0,0 1-1 0 0,-1-1 1 0 0,1 1-1 0 0,-1-1 1 0 0,0 1 0 0 0,0-1-1 0 0,0 1 1 0 0,-2-4 0 0 0,2 4 355 0 0,-1 0 1 0 0,0 0 0 0 0,0 0-1 0 0,0 1 1 0 0,-1-1-1 0 0,1 1 1 0 0,-1-1 0 0 0,1 1-1 0 0,-1 0 1 0 0,0 0 0 0 0,0 0-1 0 0,0 1 1 0 0,0-1 0 0 0,0 0-1 0 0,0 1 1 0 0,-4-1 0 0 0,38 20 3569 0 0,35 20-3920 0 0,-25-17 117 0 0,-2 1 0 0 0,64 47 1 0 0,25 15-780 0 0,-119-80 539 0 0,0 0 0 0 0,-1-1 0 0 0,1 0 0 0 0,0-1 0 0 0,1 0 0 0 0,-1 0 0 0 0,17 1-1 0 0,-13-2 72 0 0,-1 0 0 0 0,1 1-1 0 0,13 5 1 0 0,-72 8 133 0 0,-27 13 115 0 0,2 3-1 0 0,1 3 1 0 0,2 3 0 0 0,-102 74-1 0 0,36-7-2141 0 0,-123 124 0 0 0,232-205-4943 0 0</inkml:trace>
</inkml:ink>
</file>

<file path=ppt/ink/ink2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11.052"/>
    </inkml:context>
    <inkml:brush xml:id="br0">
      <inkml:brushProperty name="width" value="0.1" units="cm"/>
      <inkml:brushProperty name="height" value="0.1" units="cm"/>
    </inkml:brush>
  </inkml:definitions>
  <inkml:trace contextRef="#ctx0" brushRef="#br0">220 377 7370 0 0,'17'-32'1041'0'0,"-15"28"-1061"0"0,1 0-1 0 0,-1 0 1 0 0,0 0 0 0 0,0 0-1 0 0,0 0 1 0 0,-1 0 0 0 0,0-1-1 0 0,1 1 1 0 0,-1 0 0 0 0,-1-1-1 0 0,1-6 1 0 0,-1 8-164 0 0,-2-18 1964 0 0,-3 19-342 0 0,-6 10-1123 0 0,-24 36-119 0 0,-36 53 1 0 0,-13 18 101 0 0,83-113-234 0 0,0 0 1 0 0,0-1 0 0 0,0 1 0 0 0,-1-1-1 0 0,1 0 1 0 0,0 1 0 0 0,-1-1-1 0 0,1 0 1 0 0,-1 0 0 0 0,0 0 0 0 0,1 0-1 0 0,-1 0 1 0 0,0 0 0 0 0,0-1-1 0 0,1 1 1 0 0,-1 0 0 0 0,0-1 0 0 0,0 0-1 0 0,0 1 1 0 0,-2-1 0 0 0,3 0-17 0 0,1 0 0 0 0,-1 0 0 0 0,1-1 1 0 0,-1 1-1 0 0,0 0 0 0 0,1 0 0 0 0,-1-1 1 0 0,1 1-1 0 0,-1 0 0 0 0,1-1 0 0 0,-1 1 0 0 0,1-1 1 0 0,-1 1-1 0 0,1-1 0 0 0,0 1 0 0 0,-1-1 1 0 0,1 1-1 0 0,-1-1 0 0 0,1 1 0 0 0,0-1 1 0 0,0 1-1 0 0,-1-2 0 0 0,-1-23 640 0 0,5 8-512 0 0,1 1 1 0 0,1 0-1 0 0,0 0 0 0 0,1 0 0 0 0,8-17 0 0 0,47-77-248 0 0,-32 61-50 0 0,-3 1 87 0 0,-13 21 14 0 0,2 1 1 0 0,0 1 0 0 0,2 0-1 0 0,0 1 1 0 0,25-26 0 0 0,-40 49 42 0 0,-1 0 0 0 0,1-1 0 0 0,-1 1 0 0 0,1 0 0 0 0,-1 0 0 0 0,1 0 0 0 0,0 0 0 0 0,0 0 0 0 0,0 0 0 0 0,-1 1 0 0 0,1-1 0 0 0,0 1 1 0 0,0-1-1 0 0,0 1 0 0 0,0 0 0 0 0,0 0 0 0 0,0-1 0 0 0,0 1 0 0 0,3 1 0 0 0,-2 0 81 0 0,1-1-1 0 0,-1 2 1 0 0,1-1 0 0 0,-1 0-1 0 0,0 1 1 0 0,0-1 0 0 0,1 1-1 0 0,-1 0 1 0 0,0 0-1 0 0,2 2 1 0 0,7 7 407 0 0,-1 0 0 0 0,-1 0 0 0 0,18 25-1 0 0,-27-34-481 0 0,53 78 1261 0 0,-38-54-1081 0 0,1 0-1 0 0,1-1 0 0 0,1-1 0 0 0,2-1 0 0 0,27 25 0 0 0,-10-19-392 0 0</inkml:trace>
</inkml:ink>
</file>

<file path=ppt/ink/ink2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14.791"/>
    </inkml:context>
    <inkml:brush xml:id="br0">
      <inkml:brushProperty name="width" value="0.1" units="cm"/>
      <inkml:brushProperty name="height" value="0.1" units="cm"/>
    </inkml:brush>
  </inkml:definitions>
  <inkml:trace contextRef="#ctx0" brushRef="#br0">22 4401 4609 0 0,'-1'0'41'0'0,"0"0"0"0"0,0 0 1 0 0,0 0-1 0 0,0 0 0 0 0,1 1 0 0 0,-1-1 1 0 0,0 0-1 0 0,0 0 0 0 0,0 0 0 0 0,1 1 1 0 0,-1-1-1 0 0,0 0 0 0 0,0 1 0 0 0,1-1 1 0 0,-1 1-1 0 0,0-1 0 0 0,1 1 0 0 0,-1-1 1 0 0,0 1-1 0 0,1 0 0 0 0,-1-1 0 0 0,1 1 1 0 0,-1 0-1 0 0,1-1 0 0 0,-1 1 0 0 0,1 0 1 0 0,0 0-1 0 0,-1-1 0 0 0,1 1 0 0 0,0 0 1 0 0,0 0-1 0 0,-1 0 0 0 0,1-1 0 0 0,0 1 1 0 0,0 0-1 0 0,0 0 0 0 0,0 0 0 0 0,0 0 0 0 0,0-1 1 0 0,0 1-1 0 0,0 0 0 0 0,0 0 0 0 0,1 0 1 0 0,-1 0-1 0 0,1 0 0 0 0,-1 2 0 0 0,1 0 1 0 0,0 0-1 0 0,0 0 0 0 0,0 0 1 0 0,0-1-1 0 0,1 1 0 0 0,-1-1 0 0 0,1 1 1 0 0,0-1-1 0 0,-1 1 0 0 0,1-1 1 0 0,4 4-1 0 0,4 0-14 0 0,0 0 0 0 0,0 0 0 0 0,1-1 0 0 0,0 0 0 0 0,0-1 0 0 0,15 3 0 0 0,73 14 204 0 0,-83-18-254 0 0,28 4 451 0 0,0-3 0 0 0,68-1-1 0 0,91-16 1886 0 0,-152 9-2108 0 0,39-6 281 0 0,-1-4-1 0 0,130-37 1 0 0,166-81 150 0 0,-310 101-272 0 0,-2-4 0 0 0,-1-2 1 0 0,-3-4-1 0 0,112-85 0 0 0,-145 94-248 0 0,0-1 0 0 0,-2-1 0 0 0,58-78 0 0 0,71-133 143 0 0,-119 175-103 0 0,233-429 1158 0 0,-19-83-1070 0 0,-247 557-232 0 0,333-871 1507 0 0,-254 637-1399 0 0,134-265 1 0 0,-184 449-86 0 0,3 2-1 0 0,79-102 1 0 0,-113 164-49 0 0,0 1-1 0 0,1 1 0 0 0,0 0 1 0 0,1 0-1 0 0,-1 1 1 0 0,2 0-1 0 0,-1 1 1 0 0,1 0-1 0 0,0 1 1 0 0,0 0-1 0 0,26-8 0 0 0,9 1-60 0 0,0 3-1 0 0,51-6 0 0 0,-19 4 17 0 0,1-2 53 0 0,317-53-11 0 0,4 29 13 0 0,273 7 68 0 0,-139-8 8 0 0,-406 25-70 0 0,157-21 92 0 0,-167 21 99 0 0,1 6-1 0 0,143 9 1 0 0,-104 0-99 0 0,328 18-94 0 0,-435-10 36 0 0,-2 1 0 0 0,0 3 0 0 0,75 29 0 0 0,4 1 23 0 0,-77-28-13 0 0,206 68-63 0 0,-218-67 79 0 0,0 2 0 0 0,-2 2 1 0 0,0 1-1 0 0,44 33 0 0 0,-32-15 45 0 0,-1 3 0 0 0,-2 2 0 0 0,-3 1 0 0 0,-1 3 0 0 0,43 62 0 0 0,-78-99-103 0 0,46 64 8 0 0,-3 2 0 0 0,48 100 0 0 0,-56-87-6 0 0,122 292 52 0 0,-85-200-58 0 0,9 27 0 0 0,-24 42-106 0 0,-10-30 19 0 0,116 281 87 0 0,-131-411 48 0 0,99 165 1 0 0,83 67 47 0 0,31-27 56 0 0,-218-262-61 0 0,1-2 0 0 0,1-1 1 0 0,2-3-1 0 0,1 0 1 0 0,1-3-1 0 0,56 26 1 0 0,-43-30 3 0 0,0-2 0 0 0,2-2 0 0 0,85 14-1 0 0,3 2 270 0 0,6-1-390 0 0,224 20 0 0 0,155-36 221 0 0,-128-10-105 0 0,-251 4-102 0 0,284 6-195 0 0,-370-19-22 0 0</inkml:trace>
</inkml:ink>
</file>

<file path=ppt/ink/ink2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15.630"/>
    </inkml:context>
    <inkml:brush xml:id="br0">
      <inkml:brushProperty name="width" value="0.1" units="cm"/>
      <inkml:brushProperty name="height" value="0.1" units="cm"/>
    </inkml:brush>
  </inkml:definitions>
  <inkml:trace contextRef="#ctx0" brushRef="#br0">3 76 4769 0 0,'-1'-16'424'0'0,"-1"9"-336"0"0,2-1-88 0 0,0 3 0 0 0,0 0 0 0 0,2 2 0 0 0,-1-2 0 0 0,2-6 0 0 0,3-5 0 0 0</inkml:trace>
</inkml:ink>
</file>

<file path=ppt/ink/ink2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16.314"/>
    </inkml:context>
    <inkml:brush xml:id="br0">
      <inkml:brushProperty name="width" value="0.1" units="cm"/>
      <inkml:brushProperty name="height" value="0.1" units="cm"/>
    </inkml:brush>
  </inkml:definitions>
  <inkml:trace contextRef="#ctx0" brushRef="#br0">92 73 5529 0 0,'-15'-14'1423'0'0,"0"0"0"0"0,0 1 0 0 0,-27-18 0 0 0,41 31-1384 0 0,1 0 1 0 0,0-1-1 0 0,0 1 1 0 0,0 0-1 0 0,0 0 1 0 0,0 0-1 0 0,-1 0 0 0 0,1 0 1 0 0,0 0-1 0 0,0 0 1 0 0,0 0-1 0 0,0 0 0 0 0,0 1 1 0 0,0-1-1 0 0,-1 0 1 0 0,1 0-1 0 0,0 0 0 0 0,0 0 1 0 0,0 0-1 0 0,0 0 1 0 0,0 0-1 0 0,0 0 1 0 0,0 0-1 0 0,-1 0 0 0 0,1 0 1 0 0,0 0-1 0 0,0 0 1 0 0,0 1-1 0 0,0-1 0 0 0,0 0 1 0 0,0 0-1 0 0,0 0 1 0 0,0 0-1 0 0,0 0 1 0 0,0 0-1 0 0,0 0 0 0 0,0 1 1 0 0,0-1-1 0 0,0 0 1 0 0,0 0-1 0 0,-1 0 0 0 0,1 0 1 0 0,0 0-1 0 0,0 0 1 0 0,0 1-1 0 0,1-1 0 0 0,-1 0 1 0 0,0 0-1 0 0,0 0 1 0 0,0 0-1 0 0,0 0 1 0 0,0 0-1 0 0,0 1 0 0 0,0-1 1 0 0,1 15 882 0 0,4 14-243 0 0,11 55-27 0 0,3 92 1 0 0,4 21-683 0 0,34 340 426 0 0,-25-178-388 0 0,9-73-89 0 0,15 175 25 0 0,-48-193 22 0 0,6 101 869 0 0,-11 340 857 0 0,-7-604-1126 0 0,-20 793-529 0 0,24-894-37 0 0,2 515 0 0 0,27 56 575 0 0,-14-174-248 0 0,-3-295-2001 0 0,-7-73-5091 0 0</inkml:trace>
</inkml:ink>
</file>

<file path=ppt/ink/ink2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17.621"/>
    </inkml:context>
    <inkml:brush xml:id="br0">
      <inkml:brushProperty name="width" value="0.1" units="cm"/>
      <inkml:brushProperty name="height" value="0.1" units="cm"/>
    </inkml:brush>
  </inkml:definitions>
  <inkml:trace contextRef="#ctx0" brushRef="#br0">122 686 4417 0 0,'-13'-85'0'0'0,"3"-2"0"0"0,4 1 0 0 0,8-137 0 0 0,-1 203-1 0 0,0 1 1 0 0,-1-1-1 0 0,-5-36 1 0 0,5 52 1 0 0,-1-1 0 0 0,0 1 0 0 0,0-1 0 0 0,0 1 1 0 0,-1-1-1 0 0,0 1 0 0 0,1 0 0 0 0,-1-1 0 0 0,-1 1 0 0 0,1 0 0 0 0,-1 0 0 0 0,1 1 1 0 0,-1-1-1 0 0,0 0 0 0 0,-1 1 0 0 0,1 0 0 0 0,0 0 0 0 0,-1 0 0 0 0,0 0 1 0 0,0 0-1 0 0,0 1 0 0 0,-4-3 0 0 0,7 5 124 0 0,0 0 1 0 0,0-1-1 0 0,0 1 1 0 0,0 0-1 0 0,1 0 0 0 0,-1-1 1 0 0,0 1-1 0 0,0 0 0 0 0,0 0 1 0 0,0 0-1 0 0,0 0 1 0 0,1 0-1 0 0,-1 1 0 0 0,0-1 1 0 0,0 0-1 0 0,0 0 1 0 0,0 0-1 0 0,0 1 0 0 0,1-1 1 0 0,-1 0-1 0 0,0 1 1 0 0,0-1-1 0 0,1 1 0 0 0,-1-1 1 0 0,0 1-1 0 0,1-1 0 0 0,-1 1 1 0 0,0 0-1 0 0,1-1 1 0 0,-1 1-1 0 0,1 0 0 0 0,-1-1 1 0 0,1 1-1 0 0,-1 0 1 0 0,1 0-1 0 0,0-1 0 0 0,-1 1 1 0 0,1 0-1 0 0,0 0 1 0 0,-1 0-1 0 0,1-1 0 0 0,0 1 1 0 0,0 0-1 0 0,0 0 1 0 0,0 0-1 0 0,0 1 0 0 0,-1 8 163 0 0,0 0 0 0 0,1 0-1 0 0,2 14 1 0 0,-1-7-28 0 0,-1 71 407 0 0,13 427 1221 0 0,30-204-1611 0 0,1 16 717 0 0,-26-40-169 0 0,13 152 399 0 0,1 36-271 0 0,-11-130-466 0 0,0-114-270 0 0,13 298 422 0 0,20 230-469 0 0,-43-664-164 0 0,10 212 1202 0 0,-20 364-1 0 0,-14-465-1404 0 0,12-184-2081 0 0</inkml:trace>
</inkml:ink>
</file>

<file path=ppt/ink/ink2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0.203"/>
    </inkml:context>
    <inkml:brush xml:id="br0">
      <inkml:brushProperty name="width" value="0.1" units="cm"/>
      <inkml:brushProperty name="height" value="0.1" units="cm"/>
    </inkml:brush>
  </inkml:definitions>
  <inkml:trace contextRef="#ctx0" brushRef="#br0">0 229 5065 0 0,'10'-2'-8'0'0,"0"1"1"0"0,0 1-1 0 0,0 0 1 0 0,0 0-1 0 0,13 3 0 0 0,10-1 171 0 0,20-3 129 0 0,0-2 0 0 0,0-3-1 0 0,0-1 1 0 0,-1-4 0 0 0,53-16-1 0 0,196-40-3031 0 0,-178 43 1980 0 0,135-44 1 0 0,-207 51 759 0 0</inkml:trace>
</inkml:ink>
</file>

<file path=ppt/ink/ink2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0.330"/>
    </inkml:context>
    <inkml:brush xml:id="br0">
      <inkml:brushProperty name="width" value="0.1" units="cm"/>
      <inkml:brushProperty name="height" value="0.1" units="cm"/>
    </inkml:brush>
  </inkml:definitions>
  <inkml:trace contextRef="#ctx0" brushRef="#br0">0 16 3225 0 0,'117'0'1456'0'0,"142"16"0"0"0,-194-10-523 0 0,-18-4-910 0 0,0-1 1 0 0,0-3 0 0 0,0-1 0 0 0,0-3-1 0 0,53-13 1 0 0,-56 8 30 0 0</inkml:trace>
</inkml:ink>
</file>

<file path=ppt/ink/ink2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0.519"/>
    </inkml:context>
    <inkml:brush xml:id="br0">
      <inkml:brushProperty name="width" value="0.1" units="cm"/>
      <inkml:brushProperty name="height" value="0.1" units="cm"/>
    </inkml:brush>
  </inkml:definitions>
  <inkml:trace contextRef="#ctx0" brushRef="#br0">0 70 5985 0 0,'477'-6'-491'0'0,"-211"-2"-1058"0"0,-130 2 1505 0 0,230-37 0 0 0,-324 36 44 0 0</inkml:trace>
</inkml:ink>
</file>

<file path=ppt/ink/ink2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0.647"/>
    </inkml:context>
    <inkml:brush xml:id="br0">
      <inkml:brushProperty name="width" value="0.1" units="cm"/>
      <inkml:brushProperty name="height" value="0.1" units="cm"/>
    </inkml:brush>
  </inkml:definitions>
  <inkml:trace contextRef="#ctx0" brushRef="#br0">1 11 1840 0 0,'113'0'1075'0'0,"168"5"1110"0"0,198-4-218 0 0,-376-10-1952 0 0,-50 2-15 0 0</inkml:trace>
</inkml:ink>
</file>

<file path=ppt/ink/ink2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0.821"/>
    </inkml:context>
    <inkml:brush xml:id="br0">
      <inkml:brushProperty name="width" value="0.1" units="cm"/>
      <inkml:brushProperty name="height" value="0.1" units="cm"/>
    </inkml:brush>
  </inkml:definitions>
  <inkml:trace contextRef="#ctx0" brushRef="#br0">0 1 9674 0 0,'868'11'2281'0'0,"-818"-11"-3204"0"0,-1-1-3051 0 0</inkml:trace>
</inkml:ink>
</file>

<file path=ppt/ink/ink2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1.138"/>
    </inkml:context>
    <inkml:brush xml:id="br0">
      <inkml:brushProperty name="width" value="0.1" units="cm"/>
      <inkml:brushProperty name="height" value="0.1" units="cm"/>
    </inkml:brush>
  </inkml:definitions>
  <inkml:trace contextRef="#ctx0" brushRef="#br0">0 140 1840 0 0,'14'-2'17'0'0,"676"-75"561"0"0,-44 57-492 0 0,-452 22-174 0 0,119-2-293 0 0,138 2-43 0 0,-328 0 547 0 0,-52-1 112 0 0,329-10 3727 0 0,231-30-771 0 0,-436 41-394 0 0,-108 0-2288 0 0,-41-2-655 0 0</inkml:trace>
</inkml:ink>
</file>

<file path=ppt/ink/ink2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1.330"/>
    </inkml:context>
    <inkml:brush xml:id="br0">
      <inkml:brushProperty name="width" value="0.1" units="cm"/>
      <inkml:brushProperty name="height" value="0.1" units="cm"/>
    </inkml:brush>
  </inkml:definitions>
  <inkml:trace contextRef="#ctx0" brushRef="#br0">0 1 15667 0 0,'207'48'2036'0'0,"56"10"465"0"0,-241-56-3125 0 0,-1 0 0 0 0,1-2-1 0 0,0 0 1 0 0,-1-1 0 0 0,26-5-1 0 0,-21 0-638 0 0</inkml:trace>
</inkml:ink>
</file>

<file path=ppt/ink/ink2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2.748"/>
    </inkml:context>
    <inkml:brush xml:id="br0">
      <inkml:brushProperty name="width" value="0.1" units="cm"/>
      <inkml:brushProperty name="height" value="0.1" units="cm"/>
    </inkml:brush>
  </inkml:definitions>
  <inkml:trace contextRef="#ctx0" brushRef="#br0">722 243 5441 0 0,'42'-69'771'0'0,"-28"49"103"0"0,-1-1 0 0 0,-1 0-1 0 0,-1-1 1 0 0,-1 0 0 0 0,9-30-1 0 0,-19 52-753 0 0,1-1-1 0 0,-1 1 0 0 0,0-1 0 0 0,0 1 0 0 0,0-1 0 0 0,1 1 0 0 0,-1-1 1 0 0,0 1-1 0 0,0-1 0 0 0,0 1 0 0 0,0-1 0 0 0,0 1 0 0 0,0-1 0 0 0,0 1 1 0 0,0-1-1 0 0,0 1 0 0 0,0-1 0 0 0,0 1 0 0 0,0-1 0 0 0,-1 1 0 0 0,1-1 1 0 0,0 1-1 0 0,0-1 0 0 0,0 1 0 0 0,-1-1 0 0 0,1 1 0 0 0,0-1 0 0 0,-1 1 0 0 0,1 0 1 0 0,0-1-1 0 0,-1 0 0 0 0,-15 6 1476 0 0,-15 21-805 0 0,-156 205-260 0 0,122-146-344 0 0,-112 169-541 0 0,119-163-249 0 0,-4-3 1 0 0,-96 105-1 0 0,130-167 113 0 0,20-19-438 0 0,-1 1 0 0 0,1 0 0 0 0,1 0 0 0 0,-1 1 0 0 0,-10 17 0 0 0,29-42-1694 0 0,-8 5 2703 0 0</inkml:trace>
</inkml:ink>
</file>

<file path=ppt/ink/ink2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3.066"/>
    </inkml:context>
    <inkml:brush xml:id="br0">
      <inkml:brushProperty name="width" value="0.1" units="cm"/>
      <inkml:brushProperty name="height" value="0.1" units="cm"/>
    </inkml:brush>
  </inkml:definitions>
  <inkml:trace contextRef="#ctx0" brushRef="#br0">145 1 4145 0 0,'-2'0'176'0'0,"0"0"1"0"0,0 0-1 0 0,0 0 0 0 0,0 0 1 0 0,0 0-1 0 0,0 1 0 0 0,0-1 1 0 0,0 1-1 0 0,0-1 1 0 0,0 1-1 0 0,1 0 0 0 0,-1-1 1 0 0,0 1-1 0 0,0 0 0 0 0,1 0 1 0 0,-1 0-1 0 0,1 1 0 0 0,-1-1 1 0 0,1 0-1 0 0,-1 1 0 0 0,1-1 1 0 0,0 1-1 0 0,-1-1 1 0 0,1 1-1 0 0,-1 1 0 0 0,-28 46 2970 0 0,22-33-2562 0 0,-8 14 386 0 0,-13 35 0 0 0,25-55-713 0 0,1-1 0 0 0,1 1 1 0 0,-1 0-1 0 0,1 0 0 0 0,1 0 1 0 0,0 0-1 0 0,1 1 0 0 0,0 11 1 0 0,0-19-171 0 0,0-1 1 0 0,1 1-1 0 0,-1 0 0 0 0,1-1 1 0 0,0 1-1 0 0,-1 0 1 0 0,1-1-1 0 0,0 1 1 0 0,0-1-1 0 0,1 0 1 0 0,-1 1-1 0 0,1-1 1 0 0,-1 0-1 0 0,1 0 1 0 0,-1 0-1 0 0,1 0 1 0 0,0 0-1 0 0,0 0 1 0 0,3 2-1 0 0,-2-2 21 0 0,1-1 0 0 0,-1 1 0 0 0,1-1 0 0 0,0 1 0 0 0,-1-1-1 0 0,1 0 1 0 0,0 0 0 0 0,0-1 0 0 0,0 1 0 0 0,0-1 0 0 0,7 0 0 0 0,4-2 76 0 0,-1 0 1 0 0,1 0-1 0 0,0-2 1 0 0,-1 0 0 0 0,24-10-1 0 0,60-33-366 0 0,-58 23-5497 0 0,-17 10-765 0 0</inkml:trace>
</inkml:ink>
</file>

<file path=ppt/ink/ink2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3.999"/>
    </inkml:context>
    <inkml:brush xml:id="br0">
      <inkml:brushProperty name="width" value="0.1" units="cm"/>
      <inkml:brushProperty name="height" value="0.1" units="cm"/>
    </inkml:brush>
  </inkml:definitions>
  <inkml:trace contextRef="#ctx0" brushRef="#br0">99 13 1376 0 0,'-28'13'1978'0'0,"19"-9"-667"0"0,0-1-1 0 0,1 2 0 0 0,0-1 1 0 0,0 1-1 0 0,0 0 0 0 0,-13 12 1 0 0,51-29 2044 0 0,-15 7-2962 0 0,-4 0-80 0 0,90-32 856 0 0,-93 35-1124 0 0,1 0-1 0 0,0 0 1 0 0,0 0 0 0 0,0 1-1 0 0,0 1 1 0 0,0-1 0 0 0,0 1-1 0 0,1 1 1 0 0,11 2 0 0 0,-19-3-37 0 0,-1 0 0 0 0,1 1 0 0 0,0-1 0 0 0,-1 1 0 0 0,1 0-1 0 0,0-1 1 0 0,-1 1 0 0 0,1 0 0 0 0,-1 0 0 0 0,1 0 0 0 0,-1 0 0 0 0,0 0 0 0 0,1 0 0 0 0,-1 0 0 0 0,0 1 0 0 0,0-1 0 0 0,0 0 0 0 0,0 1-1 0 0,0-1 1 0 0,0 1 0 0 0,0-1 0 0 0,0 1 0 0 0,0 2 0 0 0,0-1 20 0 0,-1 1 1 0 0,1-1-1 0 0,-1 0 0 0 0,0 0 0 0 0,0 1 1 0 0,-1-1-1 0 0,1 0 0 0 0,-1 0 0 0 0,1 0 1 0 0,-1 0-1 0 0,-3 6 0 0 0,-1 4 146 0 0,-1-1 1 0 0,-1 0-1 0 0,0 0 0 0 0,-17 20 0 0 0,-60 77 170 0 0,84-109-344 0 0,-1 0 0 0 0,1 1 1 0 0,0-1-1 0 0,0 0 0 0 0,0 0 0 0 0,-1 1 0 0 0,1-1 0 0 0,0 0 0 0 0,0 0 0 0 0,0 1 0 0 0,0-1 0 0 0,0 0 0 0 0,-1 1 0 0 0,1-1 1 0 0,0 0-1 0 0,0 0 0 0 0,0 1 0 0 0,0-1 0 0 0,0 0 0 0 0,0 1 0 0 0,0-1 0 0 0,0 0 0 0 0,0 1 0 0 0,0-1 0 0 0,0 0 1 0 0,0 1-1 0 0,0-1 0 0 0,1 0 0 0 0,-1 0 0 0 0,0 1 0 0 0,0-1 0 0 0,0 0 0 0 0,0 1 0 0 0,0-1 0 0 0,1 0 0 0 0,-1 0 1 0 0,0 1-1 0 0,0-1 0 0 0,0 0 0 0 0,1 0 0 0 0,-1 0 0 0 0,0 1 0 0 0,18 2 7 0 0,22-6-12 0 0,-39 3 3 0 0,15-2-3 0 0,0 0 0 0 0,-1 1 0 0 0,1 1 0 0 0,0 0 0 0 0,19 4-1 0 0,-32-4 16 0 0,0 1-1 0 0,0-1 0 0 0,0 1 0 0 0,-1-1 0 0 0,1 1 0 0 0,0 0 0 0 0,0 0 1 0 0,-1 0-1 0 0,1 1 0 0 0,-1-1 0 0 0,1 1 0 0 0,-1-1 0 0 0,0 1 1 0 0,1 0-1 0 0,-1 0 0 0 0,0 0 0 0 0,0 0 0 0 0,0 0 0 0 0,0 0 1 0 0,-1 1-1 0 0,1-1 0 0 0,-1 0 0 0 0,1 1 0 0 0,-1 0 0 0 0,0-1 1 0 0,0 1-1 0 0,0 0 0 0 0,0-1 0 0 0,-1 1 0 0 0,1 0 0 0 0,-1 0 1 0 0,1 0-1 0 0,-1 0 0 0 0,0-1 0 0 0,0 1 0 0 0,-1 5 0 0 0,0-2 52 0 0,-1 0 0 0 0,0-1 0 0 0,0 1 0 0 0,0 0 0 0 0,-1 0 0 0 0,0-1 0 0 0,0 0 0 0 0,0 1 0 0 0,-1-1 1 0 0,1 0-1 0 0,-1-1 0 0 0,-1 1 0 0 0,-4 3 0 0 0,-11 11 282 0 0,-35 24 0 0 0,44-35-331 0 0,-17 12-139 0 0,-23 16-196 0 0,26-6-3278 0 0</inkml:trace>
</inkml:ink>
</file>

<file path=ppt/ink/ink2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4.554"/>
    </inkml:context>
    <inkml:brush xml:id="br0">
      <inkml:brushProperty name="width" value="0.1" units="cm"/>
      <inkml:brushProperty name="height" value="0.1" units="cm"/>
    </inkml:brush>
  </inkml:definitions>
  <inkml:trace contextRef="#ctx0" brushRef="#br0">151 340 5065 0 0,'0'0'451'0'0,"-2"0"-229"0"0,-1 0 0 0 0,1 1 0 0 0,0-1 0 0 0,-1 0 0 0 0,1 1 0 0 0,0-1-1 0 0,-1 1 1 0 0,1 0 0 0 0,0 0 0 0 0,0 0 0 0 0,0 0 0 0 0,0 0 0 0 0,-3 2 0 0 0,3-2 144 0 0,-8 6 37 0 0,1 0 0 0 0,0 1 0 0 0,0 0 0 0 0,1 0 0 0 0,0 0 0 0 0,0 1 0 0 0,1 1 0 0 0,0-1 1 0 0,1 1-1 0 0,0 0 0 0 0,0 1 0 0 0,1-1 0 0 0,0 1 0 0 0,-4 17 0 0 0,8-26-371 0 0,1 0 0 0 0,-1-1 0 0 0,1 1 0 0 0,0 0 0 0 0,0-1 0 0 0,-1 1 0 0 0,1 0 0 0 0,0 0 0 0 0,0-1 0 0 0,1 1 0 0 0,-1 0 0 0 0,0-1 0 0 0,1 1 0 0 0,-1 0 0 0 0,0-1 0 0 0,1 1 0 0 0,0 0 0 0 0,0-1 0 0 0,-1 1 0 0 0,1-1 0 0 0,0 1 0 0 0,0-1 0 0 0,0 0 0 0 0,0 1 0 0 0,0-1 0 0 0,1 0 0 0 0,-1 0 0 0 0,0 0 0 0 0,1 1 0 0 0,-1-1 0 0 0,1-1 0 0 0,-1 1 0 0 0,1 0 0 0 0,-1 0 0 0 0,1-1 0 0 0,-1 1 0 0 0,1 0 0 0 0,0-1 0 0 0,-1 0 0 0 0,1 1 0 0 0,0-1 0 0 0,-1 0 0 0 0,1 0 0 0 0,2 0 0 0 0,2 0-84 0 0,1 0 0 0 0,0 0-1 0 0,0-1 1 0 0,-1 0 0 0 0,1 0-1 0 0,-1-1 1 0 0,1 0-1 0 0,-1 0 1 0 0,0 0 0 0 0,8-5-1 0 0,-1 0-156 0 0,-1-1-1 0 0,-1 0 1 0 0,1 0-1 0 0,-2-2 1 0 0,1 1-1 0 0,-1-1 1 0 0,0-1-1 0 0,-1 0 1 0 0,-1 0-1 0 0,0-1 1 0 0,0 0-1 0 0,8-17 1 0 0,-10 14 71 0 0,0-1 0 0 0,-1 1 0 0 0,-1-1 0 0 0,0 0 0 0 0,-1 0 0 0 0,-1-1 0 0 0,-1 1 0 0 0,0 0 0 0 0,-1-1 0 0 0,-3-23 0 0 0,2 21 343 0 0,-11-67 781 0 0,10 79-685 0 0,0 0 1 0 0,0-1-1 0 0,-1 1 0 0 0,0 0 1 0 0,0 0-1 0 0,0 0 0 0 0,-1 1 0 0 0,-9-13 1 0 0,13 18-208 0 0,-1 0 0 0 0,0 0 0 0 0,0 0 0 0 0,0 0 0 0 0,-1 0 0 0 0,1 0 0 0 0,0 0 0 0 0,0 0 0 0 0,0 0 0 0 0,-1 0 0 0 0,1 1 0 0 0,0-1 0 0 0,-1 0 0 0 0,1 1 0 0 0,-1-1 0 0 0,1 1 0 0 0,-1 0 0 0 0,1-1 0 0 0,-1 1 0 0 0,1 0 0 0 0,-1 0 1 0 0,1 0-1 0 0,-1 0 0 0 0,1 0 0 0 0,-1 0 0 0 0,1 1 0 0 0,-1-1 0 0 0,1 0 0 0 0,0 1 0 0 0,-1-1 0 0 0,1 1 0 0 0,-1 0 0 0 0,-1 0 0 0 0,1 1-20 0 0,0-1-1 0 0,1 1 1 0 0,-1-1-1 0 0,1 1 1 0 0,-1 0 0 0 0,1-1-1 0 0,-1 1 1 0 0,1 0 0 0 0,0 0-1 0 0,0 0 1 0 0,0 0-1 0 0,0 0 1 0 0,0 0 0 0 0,0 0-1 0 0,1 0 1 0 0,-1 1 0 0 0,1-1-1 0 0,-1 0 1 0 0,1 0-1 0 0,0 1 1 0 0,0 2 0 0 0,3 15-35 0 0,1 0 0 0 0,1-1 1 0 0,1 0-1 0 0,1 0 1 0 0,1-1-1 0 0,18 34 0 0 0,1 4-21 0 0,-8-12-125 0 0,1 5-443 0 0,3 0 0 0 0,37 58-1 0 0,-47-90-769 0 0,1-2-310 0 0</inkml:trace>
</inkml:ink>
</file>

<file path=ppt/ink/ink2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5.091"/>
    </inkml:context>
    <inkml:brush xml:id="br0">
      <inkml:brushProperty name="width" value="0.1" units="cm"/>
      <inkml:brushProperty name="height" value="0.1" units="cm"/>
    </inkml:brush>
  </inkml:definitions>
  <inkml:trace contextRef="#ctx0" brushRef="#br0">1 18 4833 0 0,'0'-1'70'0'0,"0"0"0"0"0,0 1 0 0 0,0-1 0 0 0,0 1 0 0 0,-1-1 1 0 0,1 1-1 0 0,0-1 0 0 0,0 1 0 0 0,0-1 0 0 0,1 0 0 0 0,-1 1 0 0 0,0-1 0 0 0,0 1 0 0 0,0-1 0 0 0,0 1 0 0 0,0-1 1 0 0,1 1-1 0 0,-1-1 0 0 0,0 1 0 0 0,0-1 0 0 0,1 1 0 0 0,-1-1 0 0 0,0 1 0 0 0,1 0 0 0 0,-1-1 0 0 0,1 1 0 0 0,-1-1 1 0 0,0 1-1 0 0,1 0 0 0 0,-1-1 0 0 0,1 1 0 0 0,-1 0 0 0 0,1 0 0 0 0,-1-1 0 0 0,1 1 0 0 0,-1 0 0 0 0,1 0 0 0 0,0 0 0 0 0,-1 0 1 0 0,1 0-1 0 0,-1 0 0 0 0,1-1 0 0 0,-1 1 0 0 0,1 0 0 0 0,-1 1 0 0 0,2-1 0 0 0,-1 0 233 0 0,1 1 1 0 0,-1-1-1 0 0,0 1 0 0 0,1 0 0 0 0,-1-1 0 0 0,1 1 0 0 0,-1 0 1 0 0,0 0-1 0 0,1 0 0 0 0,-1 0 0 0 0,0 0 0 0 0,0 0 0 0 0,0 0 1 0 0,1 2-1 0 0,4 10 302 0 0,0 0 0 0 0,-1 0-1 0 0,0 1 1 0 0,-1 0 0 0 0,-1 0 0 0 0,0 0 0 0 0,-1 0 0 0 0,1 21 0 0 0,2 8-65 0 0,5 31-29 0 0,-2-11-1626 0 0,27 103 0 0 0,-28-145-262 0 0</inkml:trace>
</inkml:ink>
</file>

<file path=ppt/ink/ink2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5.487"/>
    </inkml:context>
    <inkml:brush xml:id="br0">
      <inkml:brushProperty name="width" value="0.1" units="cm"/>
      <inkml:brushProperty name="height" value="0.1" units="cm"/>
    </inkml:brush>
  </inkml:definitions>
  <inkml:trace contextRef="#ctx0" brushRef="#br0">11 70 4145 0 0,'0'0'128'0'0,"-1"0"-1"0"0,0-1 1 0 0,1 1 0 0 0,-1 0 0 0 0,1-1-1 0 0,-1 1 1 0 0,0-1 0 0 0,1 1 0 0 0,-1-1-1 0 0,1 1 1 0 0,0-1 0 0 0,-1 1-1 0 0,1-1 1 0 0,-1 1 0 0 0,1-1 0 0 0,0 1-1 0 0,-1-1 1 0 0,1 0 0 0 0,0 1 0 0 0,0-1-1 0 0,-1 0 1 0 0,1 1 0 0 0,0-1 0 0 0,0 0-1 0 0,0 1 1 0 0,0-1 0 0 0,0 0-1 0 0,0 0 1 0 0,0 0 0 0 0,1 0 4 0 0,-1-1 0 0 0,1 1 0 0 0,0 0 1 0 0,0 0-1 0 0,0 0 0 0 0,0 0 0 0 0,0 0 0 0 0,0 0 0 0 0,0 0 1 0 0,0 1-1 0 0,0-1 0 0 0,0 0 0 0 0,0 1 0 0 0,2-2 1 0 0,43-14 1109 0 0,-21 10-543 0 0,0 0-1 0 0,50-3 0 0 0,-65 9-493 0 0,0 0 1 0 0,0 0-1 0 0,-1 1 1 0 0,1 0-1 0 0,0 1 1 0 0,0 0-1 0 0,-1 0 0 0 0,1 1 1 0 0,-1 0-1 0 0,17 9 1 0 0,-23-10-171 0 0,0 0 0 0 0,0 0 0 0 0,0 0 0 0 0,0 1 0 0 0,0 0 0 0 0,0-1 1 0 0,-1 1-1 0 0,1 0 0 0 0,-1 0 0 0 0,1 0 0 0 0,-1 0 0 0 0,0 1 0 0 0,-1-1 0 0 0,1 1 1 0 0,-1-1-1 0 0,1 1 0 0 0,-1-1 0 0 0,0 1 0 0 0,0 0 0 0 0,-1 0 0 0 0,1-1 0 0 0,-1 1 1 0 0,1 0-1 0 0,-1 0 0 0 0,-1 0 0 0 0,1-1 0 0 0,0 1 0 0 0,-1 0 0 0 0,0 0 0 0 0,0-1 1 0 0,0 1-1 0 0,0 0 0 0 0,-3 4 0 0 0,-3 9-63 0 0,-2 0 1 0 0,0 0-1 0 0,-1-1 0 0 0,0 0 1 0 0,-16 17-1 0 0,25-31 33 0 0,0-1 0 0 0,0 1-1 0 0,0-1 1 0 0,0 1 0 0 0,0-1 0 0 0,0 1 0 0 0,1 0-1 0 0,-1-1 1 0 0,0 1 0 0 0,1 0 0 0 0,-1 2 0 0 0,1-4 1 0 0,0 1 0 0 0,0-1 0 0 0,0 1 0 0 0,0-1 1 0 0,0 1-1 0 0,0-1 0 0 0,0 1 0 0 0,0-1 0 0 0,1 1 0 0 0,-1-1 0 0 0,0 1 0 0 0,0-1 1 0 0,1 1-1 0 0,-1-1 0 0 0,0 1 0 0 0,0-1 0 0 0,1 1 0 0 0,-1-1 0 0 0,1 0 1 0 0,-1 1-1 0 0,0-1 0 0 0,1 1 0 0 0,-1-1 0 0 0,1 1 0 0 0,3 0 17 0 0,-1 0 1 0 0,1 0-1 0 0,-1 0 0 0 0,1 0 0 0 0,-1 0 0 0 0,1-1 0 0 0,0 0 0 0 0,-1 0 1 0 0,6 0-1 0 0,6 0-24 0 0,-5-1 1 0 0,0 1 1 0 0,0 1-1 0 0,0-1 1 0 0,0 2-1 0 0,0-1 0 0 0,10 4 1 0 0,-18-4 2 0 0,0 0 0 0 0,0 0 0 0 0,0 0-1 0 0,0 0 1 0 0,0 0 0 0 0,0 0 0 0 0,0 1 0 0 0,0-1 0 0 0,-1 1 0 0 0,1-1 0 0 0,0 1-1 0 0,-1 0 1 0 0,0 0 0 0 0,1-1 0 0 0,-1 1 0 0 0,0 0 0 0 0,0 0 0 0 0,0 0 0 0 0,0 1 0 0 0,0-1-1 0 0,-1 0 1 0 0,1 0 0 0 0,-1 0 0 0 0,1 0 0 0 0,-1 1 0 0 0,0-1 0 0 0,0 0 0 0 0,0 1 0 0 0,0-1-1 0 0,0 0 1 0 0,0 0 0 0 0,-2 4 0 0 0,0 6 207 0 0,-1-1 0 0 0,0 0 1 0 0,-1 0-1 0 0,0 0 0 0 0,0 0 0 0 0,-2-1 0 0 0,1 0 0 0 0,-1 0 1 0 0,-12 15-1 0 0,-8 7-374 0 0,-39 37 1 0 0,62-66 19 0 0,-19 17-6537 0 0</inkml:trace>
</inkml:ink>
</file>

<file path=ppt/ink/ink2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19.559"/>
    </inkml:context>
    <inkml:brush xml:id="br0">
      <inkml:brushProperty name="width" value="0.1" units="cm"/>
      <inkml:brushProperty name="height" value="0.1" units="cm"/>
    </inkml:brush>
  </inkml:definitions>
  <inkml:trace contextRef="#ctx0" brushRef="#br0">27 20 3225 0 0,'-23'-20'8654'0'0,"22"21"-8398"0"0,1 0-1 0 0,-1 0 1 0 0,1 0 0 0 0,-1 0 0 0 0,1 0-1 0 0,0 0 1 0 0,0 1 0 0 0,-1-1 0 0 0,1 0-1 0 0,0 0 1 0 0,0 0 0 0 0,0 0 0 0 0,0 0-1 0 0,0 0 1 0 0,0 0 0 0 0,1 1 0 0 0,-1-1-1 0 0,1 2 1 0 0,13 193 2665 0 0,11 91-1596 0 0,-16-225-2125 0 0,2-1 0 0 0,32 97 0 0 0,-36-139-1356 0 0,0-3-3942 0 0</inkml:trace>
</inkml:ink>
</file>

<file path=ppt/ink/ink2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0.163"/>
    </inkml:context>
    <inkml:brush xml:id="br0">
      <inkml:brushProperty name="width" value="0.1" units="cm"/>
      <inkml:brushProperty name="height" value="0.1" units="cm"/>
    </inkml:brush>
  </inkml:definitions>
  <inkml:trace contextRef="#ctx0" brushRef="#br0">2 31 7834 0 0,'-2'-30'12438'0'0,"4"44"-11405"0"0,18 326 616 0 0,-20-323-1878 0 0,2 44 315 0 0,-2-58-355 0 0,0 0 1 0 0,1 1 0 0 0,0-1 0 0 0,-1 0-1 0 0,1 0 1 0 0,0 0 0 0 0,0 1-1 0 0,1-1 1 0 0,-1 0 0 0 0,1 0 0 0 0,0-1-1 0 0,-1 1 1 0 0,1 0 0 0 0,3 3 0 0 0,6-3-2709 0 0,-6-5 1138 0 0</inkml:trace>
</inkml:ink>
</file>

<file path=ppt/ink/ink2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0.463"/>
    </inkml:context>
    <inkml:brush xml:id="br0">
      <inkml:brushProperty name="width" value="0.1" units="cm"/>
      <inkml:brushProperty name="height" value="0.1" units="cm"/>
    </inkml:brush>
  </inkml:definitions>
  <inkml:trace contextRef="#ctx0" brushRef="#br0">197 12 3225 0 0,'14'-12'11786'0'0,"-20"32"-10989"0"0,-1-1 1 0 0,0 0-1 0 0,-1 0 0 0 0,-17 26 1 0 0,-51 72 267 0 0,60-92-766 0 0,-10 6-258 0 0,20-25-42 0 0,1 0 0 0 0,0 1 0 0 0,0 0 0 0 0,0 0 0 0 0,0 0 0 0 0,-3 9 0 0 0,14-16 88 0 0,0-1 0 0 0,0 0-1 0 0,0 0 1 0 0,-1 0 0 0 0,8-3-1 0 0,27-9-558 0 0,59-11-1 0 0,-39 17-2754 0 0,-39 7-2923 0 0</inkml:trace>
</inkml:ink>
</file>

<file path=ppt/ink/ink2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0.717"/>
    </inkml:context>
    <inkml:brush xml:id="br0">
      <inkml:brushProperty name="width" value="0.1" units="cm"/>
      <inkml:brushProperty name="height" value="0.1" units="cm"/>
    </inkml:brush>
  </inkml:definitions>
  <inkml:trace contextRef="#ctx0" brushRef="#br0">0 1 6913 0 0,'11'34'9343'0'0,"-3"15"-6617"0"0,3 57-2817 0 0,-10-97 541 0 0,9 195-2063 0 0,-7-175-4769 0 0</inkml:trace>
</inkml:ink>
</file>

<file path=ppt/ink/ink2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0.970"/>
    </inkml:context>
    <inkml:brush xml:id="br0">
      <inkml:brushProperty name="width" value="0.1" units="cm"/>
      <inkml:brushProperty name="height" value="0.1" units="cm"/>
    </inkml:brush>
  </inkml:definitions>
  <inkml:trace contextRef="#ctx0" brushRef="#br0">1 9 6449 0 0,'0'-1'114'0'0,"0"1"0"0"0,0 0-1 0 0,0-1 1 0 0,0 1 0 0 0,0 0 0 0 0,0-1-1 0 0,0 1 1 0 0,0 0 0 0 0,1-1-1 0 0,-1 1 1 0 0,0 0 0 0 0,0-1-1 0 0,0 1 1 0 0,1 0 0 0 0,-1-1 341 0 0,1 0-342 0 0,-1 1 1 0 0,0 0 0 0 0,1 0-1 0 0,-1 0 1 0 0,0-1 0 0 0,1 1 0 0 0,-1 0-1 0 0,0 0 1 0 0,1 0 0 0 0,-1 0-1 0 0,0 0 1 0 0,1 0 0 0 0,-1 0-1 0 0,0 0 1 0 0,1 0 0 0 0,-1 0-1 0 0,0 0 1 0 0,1 0 0 0 0,-1 0 0 0 0,0 0-1 0 0,1 0 1 0 0,-1 0 0 0 0,0 0-1 0 0,1 0 1 0 0,-1 0 0 0 0,0 0-1 0 0,1 0 1 0 0,-1 1 0 0 0,0-1 0 0 0,1 0-1 0 0,-1 0 1 0 0,0 0 0 0 0,1 1 113 0 0,-1 0-113 0 0,17 9 2340 0 0,-12-3-2360 0 0,0 0 252 0 0,0-1-1 0 0,-1 1 0 0 0,0 1 1 0 0,-1-1-1 0 0,0 1 0 0 0,0-1 1 0 0,0 1-1 0 0,2 16 1 0 0,-2-13-197 0 0,7 35 314 0 0,5 58 0 0 0,-10-60-2563 0 0,19 73-1 0 0,-18-95-3547 0 0</inkml:trace>
</inkml:ink>
</file>

<file path=ppt/ink/ink2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1.211"/>
    </inkml:context>
    <inkml:brush xml:id="br0">
      <inkml:brushProperty name="width" value="0.1" units="cm"/>
      <inkml:brushProperty name="height" value="0.1" units="cm"/>
    </inkml:brush>
  </inkml:definitions>
  <inkml:trace contextRef="#ctx0" brushRef="#br0">18 167 6913 0 0,'-1'0'43'0'0,"-14"3"589"0"0,13-5-312 0 0,8-4-130 0 0,12-9 1243 0 0,0 1 1 0 0,40-22 0 0 0,47-16-604 0 0,-88 44-939 0 0,0 1-18 0 0,1 0 0 0 0,0 2 0 0 0,0 0 0 0 0,1 1 0 0 0,-1 1 0 0 0,1 0 0 0 0,-1 2 0 0 0,1 0 0 0 0,20 2 1 0 0,-12-1 126 0 0</inkml:trace>
</inkml:ink>
</file>

<file path=ppt/ink/ink2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1.554"/>
    </inkml:context>
    <inkml:brush xml:id="br0">
      <inkml:brushProperty name="width" value="0.1" units="cm"/>
      <inkml:brushProperty name="height" value="0.1" units="cm"/>
    </inkml:brush>
  </inkml:definitions>
  <inkml:trace contextRef="#ctx0" brushRef="#br0">8 56 1376 0 0,'-1'0'136'0'0,"1"-1"0"0"0,-1 1-1 0 0,1-1 1 0 0,-1 1 0 0 0,1 0 0 0 0,-1-1-1 0 0,1 1 1 0 0,0-1 0 0 0,-1 1 0 0 0,1-1-1 0 0,0 1 1 0 0,-1-1 0 0 0,1 1 0 0 0,0-1-1 0 0,0 0 1 0 0,0 1 0 0 0,-1-1-1 0 0,1 1 1 0 0,0-1 0 0 0,0 1 0 0 0,0-1-1 0 0,0 0 1 0 0,0 1 0 0 0,0-1 0 0 0,0 0-1 0 0,0 1 1 0 0,0-1 0 0 0,0 1-1 0 0,0-1 1 0 0,1 1 0 0 0,-1-1 0 0 0,0 0-1 0 0,0 1 1 0 0,1-1 0 0 0,-1 1 0 0 0,0-1-1 0 0,1 1 1 0 0,-1-1 0 0 0,0 1 0 0 0,1-1-1 0 0,-1 1 1 0 0,1-1 0 0 0,-1 1-1 0 0,1 0 1 0 0,-1-1 0 0 0,1 1 0 0 0,-1 0-1 0 0,1-1 1 0 0,24-18 2927 0 0,-21 18-2855 0 0,-1-1 0 0 0,1 0-1 0 0,0 1 1 0 0,0-1 0 0 0,0 1-1 0 0,0 0 1 0 0,0 1 0 0 0,0-1 0 0 0,0 1-1 0 0,0-1 1 0 0,0 1 0 0 0,1 1-1 0 0,-1-1 1 0 0,0 0 0 0 0,0 1-1 0 0,0 0 1 0 0,0 0 0 0 0,0 0-1 0 0,0 0 1 0 0,-1 1 0 0 0,1 0 0 0 0,0 0-1 0 0,-1 0 1 0 0,1 0 0 0 0,4 3-1 0 0,-4 0-182 0 0,1 0-1 0 0,0 0 1 0 0,-1 0 0 0 0,0 1-1 0 0,0 0 1 0 0,-1-1 0 0 0,0 1-1 0 0,0 0 1 0 0,0 1-1 0 0,0-1 1 0 0,-1 0 0 0 0,0 1-1 0 0,-1-1 1 0 0,2 14 0 0 0,-1 1-30 0 0,-2 1 0 0 0,0 0 1 0 0,-6 34-1 0 0,3-31 147 0 0,1 0 0 0 0,2 28-1 0 0,0-52-137 0 0,0 0-1 0 0,0 0 0 0 0,0 0 0 0 0,0 0 0 0 0,0 0 0 0 0,0 1 0 0 0,1-1 1 0 0,-1 0-1 0 0,0 0 0 0 0,1-1 0 0 0,-1 1 0 0 0,0 0 0 0 0,1 0 1 0 0,0 0-1 0 0,-1 0 0 0 0,1 0 0 0 0,-1 0 0 0 0,1-1 0 0 0,0 1 0 0 0,0 0 1 0 0,-1 0-1 0 0,1-1 0 0 0,0 1 0 0 0,0-1 0 0 0,0 1 0 0 0,0-1 1 0 0,0 1-1 0 0,0-1 0 0 0,0 1 0 0 0,1-1 0 0 0,13-1-1095 0 0,1-8-3315 0 0</inkml:trace>
</inkml:ink>
</file>

<file path=ppt/ink/ink2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1.743"/>
    </inkml:context>
    <inkml:brush xml:id="br0">
      <inkml:brushProperty name="width" value="0.1" units="cm"/>
      <inkml:brushProperty name="height" value="0.1" units="cm"/>
    </inkml:brush>
  </inkml:definitions>
  <inkml:trace contextRef="#ctx0" brushRef="#br0">53 31 1824 0 0,'-18'9'174'0'0,"-16"19"8109"0"0,72-41-6155 0 0,66-31-1326 0 0,-73 33-5475 0 0</inkml:trace>
</inkml:ink>
</file>

<file path=ppt/ink/ink2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5.380"/>
    </inkml:context>
    <inkml:brush xml:id="br0">
      <inkml:brushProperty name="width" value="0.1" units="cm"/>
      <inkml:brushProperty name="height" value="0.1" units="cm"/>
    </inkml:brush>
  </inkml:definitions>
  <inkml:trace contextRef="#ctx0" brushRef="#br0">0 0 8754 0 0,'13'4'8526'0'0,"-13"-5"-8390"0"0,11 54 1226 0 0,-2 1 1 0 0,-3 0-1 0 0,-1 88 0 0 0,-4-74-2509 0 0,18 122-1 0 0,-8-145-3563 0 0</inkml:trace>
</inkml:ink>
</file>

<file path=ppt/ink/ink2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5.712"/>
    </inkml:context>
    <inkml:brush xml:id="br0">
      <inkml:brushProperty name="width" value="0.1" units="cm"/>
      <inkml:brushProperty name="height" value="0.1" units="cm"/>
    </inkml:brush>
  </inkml:definitions>
  <inkml:trace contextRef="#ctx0" brushRef="#br0">20 185 7834 0 0,'6'-25'1494'0'0,"-10"41"2088"0"0,-10 43-614 0 0,11-39-2698 0 0,0 1 1 0 0,2 0-1 0 0,0 0 0 0 0,3 27 1 0 0,-2-42-260 0 0,1 1 1 0 0,0-1-1 0 0,0 0 1 0 0,0 0-1 0 0,1 0 0 0 0,-1 0 1 0 0,1-1-1 0 0,1 1 1 0 0,-1 0-1 0 0,1-1 1 0 0,0 0-1 0 0,0 1 0 0 0,1-1 1 0 0,0-1-1 0 0,-1 1 1 0 0,2 0-1 0 0,-1-1 1 0 0,0 0-1 0 0,6 4 0 0 0,-6-6 3 0 0,0 0-1 0 0,0-1 0 0 0,1 1 1 0 0,-1-1-1 0 0,0 0 0 0 0,0-1 0 0 0,1 1 1 0 0,-1-1-1 0 0,1 0 0 0 0,-1 0 1 0 0,0 0-1 0 0,1 0 0 0 0,-1-1 0 0 0,0 0 1 0 0,1 0-1 0 0,-1 0 0 0 0,0 0 1 0 0,0-1-1 0 0,0 1 0 0 0,0-1 0 0 0,0 0 1 0 0,0-1-1 0 0,-1 1 0 0 0,1-1 1 0 0,4-3-1 0 0,1-1 50 0 0,0-1 0 0 0,-1 0 0 0 0,0 0 0 0 0,0 0 0 0 0,-1-1 1 0 0,0 0-1 0 0,0-1 0 0 0,8-16 0 0 0,-11 16-22 0 0,0 0 1 0 0,-1 0-1 0 0,0 0 0 0 0,-1-1 0 0 0,0 1 1 0 0,0-1-1 0 0,-1 0 0 0 0,-1 1 1 0 0,0-1-1 0 0,0 0 0 0 0,-1 1 1 0 0,0-1-1 0 0,-1 1 0 0 0,0-1 1 0 0,-1 1-1 0 0,-6-16 0 0 0,3 12-14 0 0,0-1 0 0 0,-1 2 0 0 0,-1-1 0 0 0,0 1 0 0 0,-1 0 0 0 0,-1 1 0 0 0,0 0 0 0 0,0 1 0 0 0,-1 0 0 0 0,-24-19 0 0 0,33 28-197 0 0,0 1 1 0 0,1-1-1 0 0,-1 1 0 0 0,0-1 1 0 0,0 1-1 0 0,-1 0 1 0 0,1 0-1 0 0,0 0 0 0 0,0 0 1 0 0,-1 0-1 0 0,1 0 1 0 0,0 1-1 0 0,-1-1 0 0 0,1 1 1 0 0,0-1-1 0 0,-1 1 1 0 0,1 0-1 0 0,-1 0 0 0 0,1 0 1 0 0,-1 1-1 0 0,1-1 1 0 0,-4 1-1 0 0</inkml:trace>
</inkml:ink>
</file>

<file path=ppt/ink/ink2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5.983"/>
    </inkml:context>
    <inkml:brush xml:id="br0">
      <inkml:brushProperty name="width" value="0.1" units="cm"/>
      <inkml:brushProperty name="height" value="0.1" units="cm"/>
    </inkml:brush>
  </inkml:definitions>
  <inkml:trace contextRef="#ctx0" brushRef="#br0">1 0 3225 0 0,'4'7'10806'0'0,"15"10"-8412"0"0,-15-10-2005 0 0,0 0 0 0 0,0 0 0 0 0,-1 0 1 0 0,0 1-1 0 0,0-1 0 0 0,-1 1 0 0 0,0 0 0 0 0,0-1 0 0 0,0 11 0 0 0,4 74 350 0 0,-6-83-655 0 0,0 90 151 0 0,3 88-1485 0 0,1-143 282 0 0</inkml:trace>
</inkml:ink>
</file>

<file path=ppt/ink/ink2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6.426"/>
    </inkml:context>
    <inkml:brush xml:id="br0">
      <inkml:brushProperty name="width" value="0.1" units="cm"/>
      <inkml:brushProperty name="height" value="0.1" units="cm"/>
    </inkml:brush>
  </inkml:definitions>
  <inkml:trace contextRef="#ctx0" brushRef="#br0">23 0 3225 0 0,'-22'23'8942'0'0,"22"-22"-8396"0"0,0 0-1 0 0,-1 1 0 0 0,1-1 0 0 0,0 0 0 0 0,0 0 1 0 0,0 3-1 0 0,2 9-642 0 0,28 190 5924 0 0,2 17-7893 0 0,-29-191-5027 0 0</inkml:trace>
</inkml:ink>
</file>

<file path=ppt/ink/ink2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6.807"/>
    </inkml:context>
    <inkml:brush xml:id="br0">
      <inkml:brushProperty name="width" value="0.1" units="cm"/>
      <inkml:brushProperty name="height" value="0.1" units="cm"/>
    </inkml:brush>
  </inkml:definitions>
  <inkml:trace contextRef="#ctx0" brushRef="#br0">72 76 4609 0 0,'1'-6'513'0'0,"0"0"0"0"0,1 0 0 0 0,0 0 0 0 0,0 1 0 0 0,5-11 0 0 0,-6 14-130 0 0,0-1 1 0 0,0 2-1 0 0,0-1 1 0 0,0 0-1 0 0,1 0 1 0 0,-1 0-1 0 0,1 0 1 0 0,-1 1-1 0 0,1-1 0 0 0,0 1 1 0 0,-1-1-1 0 0,1 1 1 0 0,0 0-1 0 0,0 0 1 0 0,0 0-1 0 0,0 0 1 0 0,0 0-1 0 0,4-1 1 0 0,-5 2-281 0 0,0 0 0 0 0,0 0 0 0 0,-1 0 0 0 0,1 1 0 0 0,0-1 0 0 0,0 0 0 0 0,-1 1 0 0 0,1-1 0 0 0,0 1 0 0 0,-1-1 0 0 0,1 1 0 0 0,-1-1 0 0 0,1 1 0 0 0,-1-1 0 0 0,1 1 0 0 0,0-1 0 0 0,-1 1 0 0 0,0 0 1 0 0,1-1-1 0 0,-1 1 0 0 0,1 0 0 0 0,-1-1 0 0 0,0 1 0 0 0,0 0 0 0 0,1 0 0 0 0,-1-1 0 0 0,0 1 0 0 0,0 0 0 0 0,0 0 0 0 0,0-1 0 0 0,0 1 0 0 0,0 0 0 0 0,0 0 0 0 0,0 1 0 0 0,0 29 834 0 0,-6 13-703 0 0,-2 0-1 0 0,-2 0 1 0 0,-2-1 0 0 0,-21 52-1 0 0,22-71-255 0 0,0 0 0 0 0,-1-1 0 0 0,-20 30 0 0 0,41-65-167 0 0,0 2-1 0 0,0-1 0 0 0,2 1 0 0 0,-1 1 0 0 0,1 0 0 0 0,0 0 1 0 0,1 1-1 0 0,0 1 0 0 0,24-12 0 0 0,-12 8 271 0 0,1 1 0 0 0,0 1 0 0 0,1 2 0 0 0,36-7 0 0 0,5 9-625 0 0,-39 6-4321 0 0,-6 2-1019 0 0</inkml:trace>
</inkml:ink>
</file>

<file path=ppt/ink/ink2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7.044"/>
    </inkml:context>
    <inkml:brush xml:id="br0">
      <inkml:brushProperty name="width" value="0.1" units="cm"/>
      <inkml:brushProperty name="height" value="0.1" units="cm"/>
    </inkml:brush>
  </inkml:definitions>
  <inkml:trace contextRef="#ctx0" brushRef="#br0">5 26 10594 0 0,'-1'-2'284'0'0,"0"1"0"0"0,1 0 0 0 0,-1-1 0 0 0,1 1 0 0 0,-1-1-1 0 0,1 1 1 0 0,0-1 0 0 0,-1 1 0 0 0,6-11 4822 0 0,3 26-3945 0 0,2 20-230 0 0,-2 1 1 0 0,7 56-1 0 0,-10-52-2445 0 0,20 72-1 0 0,-19-91-5447 0 0</inkml:trace>
</inkml:ink>
</file>

<file path=ppt/ink/ink2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7.265"/>
    </inkml:context>
    <inkml:brush xml:id="br0">
      <inkml:brushProperty name="width" value="0.1" units="cm"/>
      <inkml:brushProperty name="height" value="0.1" units="cm"/>
    </inkml:brush>
  </inkml:definitions>
  <inkml:trace contextRef="#ctx0" brushRef="#br0">0 14 7834 0 0,'1'-1'115'0'0,"0"0"-1"0"0,-1 0 1 0 0,1 1 0 0 0,0-1 0 0 0,0 0 0 0 0,0 0 0 0 0,-1 0 0 0 0,1 0 0 0 0,0 1 0 0 0,0-1 0 0 0,0 0 0 0 0,0 1-1 0 0,1-1 1 0 0,-1 1 0 0 0,0-1 0 0 0,0 1 0 0 0,0-1 0 0 0,0 1 0 0 0,0 0 0 0 0,1 0 0 0 0,-1 0 0 0 0,0-1 0 0 0,0 1-1 0 0,0 0 1 0 0,2 1 0 0 0,-1-1 111 0 0,0 1 0 0 0,-1 0-1 0 0,1 0 1 0 0,-1 0 0 0 0,1 0 0 0 0,-1 0-1 0 0,0 1 1 0 0,1-1 0 0 0,-1 0 0 0 0,0 1-1 0 0,0-1 1 0 0,0 1 0 0 0,0-1 0 0 0,0 1-1 0 0,0-1 1 0 0,0 1 0 0 0,1 3 0 0 0,12 32 1939 0 0,-2 0 1 0 0,16 78 0 0 0,-18-49-3649 0 0,-3-2-3644 0 0,-6-43-1227 0 0</inkml:trace>
</inkml:ink>
</file>

<file path=ppt/ink/ink2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7.456"/>
    </inkml:context>
    <inkml:brush xml:id="br0">
      <inkml:brushProperty name="width" value="0.1" units="cm"/>
      <inkml:brushProperty name="height" value="0.1" units="cm"/>
    </inkml:brush>
  </inkml:definitions>
  <inkml:trace contextRef="#ctx0" brushRef="#br0">14 152 7370 0 0,'0'0'30'0'0,"-1"0"0"0"0,1 0 1 0 0,-1 0-1 0 0,1 0 1 0 0,-1 0-1 0 0,1 0 1 0 0,-1 0-1 0 0,0 0 0 0 0,1-1 1 0 0,-1 1-1 0 0,1 0 1 0 0,0 0-1 0 0,-1 0 0 0 0,1-1 1 0 0,-1 1-1 0 0,1 0 1 0 0,-1 0-1 0 0,1-1 1 0 0,-1 1-1 0 0,1 0 0 0 0,0-1 1 0 0,-1 1-1 0 0,1-1 1 0 0,0 1-1 0 0,-1-1 1 0 0,1 1-1 0 0,0 0 0 0 0,0-1 1 0 0,-1 1-1 0 0,1-1 1 0 0,0 1-1 0 0,0-1 0 0 0,0 1 1 0 0,0-1-1 0 0,0 1 1 0 0,-1-1-1 0 0,1 1 1 0 0,0-1-1 0 0,0 0 0 0 0,1-1 115 0 0,0-1-1 0 0,0 1 0 0 0,0 0 0 0 0,0 0 0 0 0,0 1 1 0 0,1-1-1 0 0,-1 0 0 0 0,1 0 0 0 0,-1 1 1 0 0,2-3-1 0 0,44-33 2062 0 0,-19 21-2284 0 0,1 1 0 0 0,1 1 0 0 0,39-12 0 0 0,-47 18 78 0 0</inkml:trace>
</inkml:ink>
</file>

<file path=ppt/ink/ink2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7.661"/>
    </inkml:context>
    <inkml:brush xml:id="br0">
      <inkml:brushProperty name="width" value="0.1" units="cm"/>
      <inkml:brushProperty name="height" value="0.1" units="cm"/>
    </inkml:brush>
  </inkml:definitions>
  <inkml:trace contextRef="#ctx0" brushRef="#br0">12 0 968 0 0,'2'5'810'0'0,"1"-1"0"0"0,-1 1 1 0 0,-1 0-1 0 0,1 0 0 0 0,0 0 0 0 0,-1 0 0 0 0,0 0 0 0 0,-1 0 0 0 0,1 1 0 0 0,-1-1 0 0 0,0 0 1 0 0,-1 10-1 0 0,1-8-692 0 0,-1 22 931 0 0,-11 56-1 0 0,7-56-933 0 0,-2 54 1 0 0,6-80-44 0 0,2 0 0 0 0,-1 0 1 0 0,0 0-1 0 0,0 0 0 0 0,1-1 1 0 0,-1 1-1 0 0,1 0 0 0 0,0 0 0 0 0,0-1 1 0 0,0 1-1 0 0,0-1 0 0 0,1 1 1 0 0,-1-1-1 0 0,1 1 0 0 0,-1-1 1 0 0,1 0-1 0 0,0 1 0 0 0,0-1 1 0 0,0 0-1 0 0,0 0 0 0 0,0-1 0 0 0,3 3 1 0 0,-2-2-113 0 0,0-1 0 0 0,1 1 0 0 0,-1-1 1 0 0,0 0-1 0 0,1 0 0 0 0,-1 0 0 0 0,1 0 0 0 0,-1 0 1 0 0,5 0-1 0 0,20-3-3694 0 0,-10-1-1190 0 0</inkml:trace>
</inkml:ink>
</file>

<file path=ppt/ink/ink2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27.906"/>
    </inkml:context>
    <inkml:brush xml:id="br0">
      <inkml:brushProperty name="width" value="0.1" units="cm"/>
      <inkml:brushProperty name="height" value="0.1" units="cm"/>
    </inkml:brush>
  </inkml:definitions>
  <inkml:trace contextRef="#ctx0" brushRef="#br0">1 103 9674 0 0,'79'-28'4522'0'0,"-26"7"-4193"0"0,0 3-1 0 0,72-14 1 0 0,-99 28-340 0 0</inkml:trace>
</inkml:ink>
</file>

<file path=ppt/ink/ink2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45.007"/>
    </inkml:context>
    <inkml:brush xml:id="br0">
      <inkml:brushProperty name="width" value="0.1" units="cm"/>
      <inkml:brushProperty name="height" value="0.1" units="cm"/>
    </inkml:brush>
  </inkml:definitions>
  <inkml:trace contextRef="#ctx0" brushRef="#br0">151 23 7370 0 0,'-1'-2'156'0'0,"-1"0"0"0"0,0 0 0 0 0,0 0 0 0 0,0 1 0 0 0,-1-1 0 0 0,1 0 0 0 0,0 1 0 0 0,-1 0 0 0 0,1 0 0 0 0,-1-1 1 0 0,1 1-1 0 0,-1 1 0 0 0,1-1 0 0 0,-1 0 0 0 0,0 1 0 0 0,1-1 0 0 0,-1 1 0 0 0,0 0 0 0 0,0 0 0 0 0,1 0 0 0 0,-1 0 1 0 0,0 0-1 0 0,-3 1 0 0 0,3 0 49 0 0,-1 0 0 0 0,1 0 0 0 0,-1 0 1 0 0,1 1-1 0 0,0-1 0 0 0,-1 1 0 0 0,1-1 1 0 0,0 1-1 0 0,0 0 0 0 0,0 1 0 0 0,0-1 0 0 0,0 0 1 0 0,1 1-1 0 0,-1-1 0 0 0,1 1 0 0 0,0 0 1 0 0,-3 4-1 0 0,-1 4 116 0 0,1 0-1 0 0,1 0 1 0 0,0 0 0 0 0,1 1 0 0 0,0-1-1 0 0,1 1 1 0 0,-2 20 0 0 0,2 88 1126 0 0,3-85-1027 0 0,0 2-192 0 0,8 152 897 0 0,-6-171-1091 0 0,0 1 0 0 0,1-1 0 0 0,1 0 0 0 0,1 0 0 0 0,0 0 0 0 0,1 0 0 0 0,18 30 0 0 0,-21-42-536 0 0,0-1-1 0 0,0 1 0 0 0,0-1 0 0 0,1 0 1 0 0,0 0-1 0 0,0 0 0 0 0,7 5 0 0 0</inkml:trace>
</inkml:ink>
</file>

<file path=ppt/ink/ink2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45.197"/>
    </inkml:context>
    <inkml:brush xml:id="br0">
      <inkml:brushProperty name="width" value="0.1" units="cm"/>
      <inkml:brushProperty name="height" value="0.1" units="cm"/>
    </inkml:brush>
  </inkml:definitions>
  <inkml:trace contextRef="#ctx0" brushRef="#br0">0 103 11522 0 0,'3'-2'223'0'0,"0"0"-1"0"0,0 0 0 0 0,1 0 0 0 0,-1 0 0 0 0,0 1 0 0 0,1 0 0 0 0,-1-1 0 0 0,1 1 0 0 0,-1 1 0 0 0,1-1 1 0 0,4 0-1 0 0,2-1 170 0 0,86-33 1809 0 0,-71 24-2171 0 0,0 1-1 0 0,1 2 1 0 0,49-10 0 0 0,-47 16-122 0 0,-4 4 80 0 0</inkml:trace>
</inkml:ink>
</file>

<file path=ppt/ink/ink2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45.545"/>
    </inkml:context>
    <inkml:brush xml:id="br0">
      <inkml:brushProperty name="width" value="0.1" units="cm"/>
      <inkml:brushProperty name="height" value="0.1" units="cm"/>
    </inkml:brush>
  </inkml:definitions>
  <inkml:trace contextRef="#ctx0" brushRef="#br0">1 167 7370 0 0,'0'0'100'0'0,"0"-1"1"0"0,1 0-1 0 0,-1 1 1 0 0,1-1-1 0 0,-1 0 1 0 0,1 1-1 0 0,-1-1 1 0 0,1 1-1 0 0,0-1 1 0 0,-1 1 0 0 0,1-1-1 0 0,0 1 1 0 0,-1 0-1 0 0,1-1 1 0 0,0 1-1 0 0,-1 0 1 0 0,1-1-1 0 0,0 1 1 0 0,0 0-1 0 0,0 0 1 0 0,-1 0 0 0 0,1 0-1 0 0,1-1 1 0 0,23-2 1723 0 0,-21 2-1378 0 0,6 0 203 0 0,1 1 0 0 0,-1 1 0 0 0,0-1-1 0 0,0 2 1 0 0,0-1 0 0 0,0 1 0 0 0,0 1-1 0 0,0 0 1 0 0,-1 0 0 0 0,1 1 0 0 0,8 5-1 0 0,-14-7-537 0 0,0 0 0 0 0,0 0 0 0 0,0 1 0 0 0,-1 0 0 0 0,1 0 0 0 0,-1 0-1 0 0,0 0 1 0 0,0 0 0 0 0,0 0 0 0 0,0 1 0 0 0,-1 0 0 0 0,3 4 0 0 0,-4-5-105 0 0,0 0 1 0 0,0 0 0 0 0,0 0 0 0 0,0 0 0 0 0,-1 0 0 0 0,1 0 0 0 0,-1 0-1 0 0,0 0 1 0 0,0 0 0 0 0,0 0 0 0 0,0 0 0 0 0,-1 0 0 0 0,1 0-1 0 0,-1 0 1 0 0,0 0 0 0 0,0 0 0 0 0,0 0 0 0 0,0 0 0 0 0,-2 4 0 0 0,2-7 16 0 0,1 1 0 0 0,0 0 1 0 0,0-1-1 0 0,0 1 0 0 0,-1-1 0 0 0,1 1 1 0 0,0 0-1 0 0,-1-1 0 0 0,1 1 1 0 0,-1-1-1 0 0,1 1 0 0 0,0-1 1 0 0,-1 0-1 0 0,1 1 0 0 0,-1-1 1 0 0,1 1-1 0 0,-1-1 0 0 0,0 0 1 0 0,1 1-1 0 0,-1-1 0 0 0,1 0 1 0 0,-1 0-1 0 0,0 1 0 0 0,1-1 1 0 0,-1 0-1 0 0,1 0 0 0 0,-1 0 1 0 0,0 0-1 0 0,1 0 0 0 0,-1 0 0 0 0,0 0 1 0 0,1 0-1 0 0,-1 0 0 0 0,0 0 1 0 0,1 0-1 0 0,-1 0 0 0 0,0 0 1 0 0,1-1-1 0 0,-1 1 0 0 0,1 0 1 0 0,-1 0-1 0 0,0-1 0 0 0,1 1 1 0 0,-1 0-1 0 0,1-1 0 0 0,-1 1 1 0 0,1-1-1 0 0,-1 1 0 0 0,1-1 1 0 0,-1 0-1 0 0,-1 0 19 0 0,1-1 0 0 0,-1 0 0 0 0,1 0-1 0 0,-1 0 1 0 0,1 0 0 0 0,0 0 0 0 0,0 0 0 0 0,0-1 0 0 0,0 1 0 0 0,0 0 0 0 0,0 0-1 0 0,0-4 1 0 0,1-10 6 0 0,0 1 0 0 0,1-1 0 0 0,1 1 0 0 0,0-1 0 0 0,1 1 0 0 0,1 0 0 0 0,0 0 0 0 0,1 1 0 0 0,8-16 0 0 0,-7 15-979 0 0,2 1 1 0 0,0 0-1 0 0,0 0 1 0 0,21-24-1 0 0</inkml:trace>
</inkml:ink>
</file>

<file path=ppt/ink/ink2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45.803"/>
    </inkml:context>
    <inkml:brush xml:id="br0">
      <inkml:brushProperty name="width" value="0.1" units="cm"/>
      <inkml:brushProperty name="height" value="0.1" units="cm"/>
    </inkml:brush>
  </inkml:definitions>
  <inkml:trace contextRef="#ctx0" brushRef="#br0">3 330 8290 0 0,'0'1'52'0'0,"-1"0"0"0"0,1 0 0 0 0,0 0 0 0 0,-1 0 0 0 0,1 1 0 0 0,0-1 0 0 0,0 0 0 0 0,0 0 0 0 0,0 0 0 0 0,0 0 0 0 0,0 0 0 0 0,0 0 0 0 0,0 0 0 0 0,0 0 0 0 0,1 0 0 0 0,-1 0 0 0 0,0 0 0 0 0,1 0 0 0 0,-1 0 0 0 0,1 0 0 0 0,-1 0 0 0 0,1 0 0 0 0,-1 0 0 0 0,1 0 0 0 0,0 0 0 0 0,-1-1 0 0 0,1 1 0 0 0,0 0 0 0 0,0 0 0 0 0,1 0 0 0 0,0-1 43 0 0,0 0-1 0 0,1-1 1 0 0,-1 1 0 0 0,0-1-1 0 0,0 1 1 0 0,0-1 0 0 0,1 0-1 0 0,-1 0 1 0 0,0 0 0 0 0,0 0 0 0 0,0 0-1 0 0,0 0 1 0 0,-1-1 0 0 0,1 1-1 0 0,2-3 1 0 0,20-17 141 0 0,-1-1 0 0 0,-1-2-1 0 0,-1 0 1 0 0,23-35 0 0 0,-2 4-669 0 0,72-84-23 0 0,-127 156 661 0 0,2 1 1 0 0,0 1 0 0 0,-12 29 0 0 0,-5 26-4412 0 0,22-53 619 0 0</inkml:trace>
</inkml:ink>
</file>

<file path=ppt/ink/ink2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46.246"/>
    </inkml:context>
    <inkml:brush xml:id="br0">
      <inkml:brushProperty name="width" value="0.1" units="cm"/>
      <inkml:brushProperty name="height" value="0.1" units="cm"/>
    </inkml:brush>
  </inkml:definitions>
  <inkml:trace contextRef="#ctx0" brushRef="#br0">118 136 456 0 0,'13'-22'897'0'0,"-11"19"-219"0"0,-1 0 1 0 0,1-1-1 0 0,-1 1 1 0 0,0-1-1 0 0,1 1 1 0 0,-2-1-1 0 0,1 1 1 0 0,0-1-1 0 0,-1 0 1 0 0,1 1-1 0 0,-1-1 1 0 0,0 0-1 0 0,0 0 1 0 0,-2-7-1 0 0,2 11-539 0 0,-1-1-1 0 0,1 1 0 0 0,-1-1 0 0 0,1 1 0 0 0,-1-1 1 0 0,1 1-1 0 0,-1-1 0 0 0,1 1 0 0 0,-1-1 0 0 0,1 1 0 0 0,-1-1 1 0 0,0 1-1 0 0,1 0 0 0 0,-1 0 0 0 0,0-1 0 0 0,1 1 0 0 0,-1 0 1 0 0,0 0-1 0 0,0 0 0 0 0,1-1 0 0 0,-1 1 0 0 0,0 0 1 0 0,1 0-1 0 0,-1 0 0 0 0,0 0 0 0 0,0 1 0 0 0,1-1 0 0 0,-1 0 1 0 0,0 0-1 0 0,1 0 0 0 0,-1 0 0 0 0,0 1 0 0 0,1-1 0 0 0,-1 0 1 0 0,0 1-1 0 0,1-1 0 0 0,-1 0 0 0 0,1 1 0 0 0,-1-1 1 0 0,1 1-1 0 0,-1-1 0 0 0,1 1 0 0 0,-1 0 0 0 0,-26 22 1557 0 0,17-8-1649 0 0,-1 0-1 0 0,2 0 1 0 0,0 1 0 0 0,1 0-1 0 0,0 1 1 0 0,2 0-1 0 0,0 0 1 0 0,1 0-1 0 0,0 1 1 0 0,1 0-1 0 0,2 0 1 0 0,-1 0-1 0 0,2 0 1 0 0,1 27-1 0 0,1-41-110 0 0,-1-1 0 0 0,1 0-1 0 0,0 0 1 0 0,0 1-1 0 0,0-1 1 0 0,0 0 0 0 0,0 0-1 0 0,1 0 1 0 0,-1 0 0 0 0,3 3-1 0 0,-3-5 27 0 0,-1-1-1 0 0,0 1 0 0 0,1-1 1 0 0,-1 0-1 0 0,1 1 0 0 0,-1-1 1 0 0,0 1-1 0 0,1-1 0 0 0,-1 0 1 0 0,1 0-1 0 0,-1 1 0 0 0,1-1 1 0 0,-1 0-1 0 0,1 0 0 0 0,-1 0 1 0 0,1 1-1 0 0,0-1 0 0 0,-1 0 1 0 0,1 0-1 0 0,-1 0 0 0 0,1 0 1 0 0,-1 0-1 0 0,1 0 0 0 0,0 0 1 0 0,0-1-18 0 0,0 1 0 0 0,0-1 1 0 0,1 0-1 0 0,-1 1 1 0 0,0-1-1 0 0,-1 0 0 0 0,1 0 1 0 0,0 0-1 0 0,0 1 1 0 0,0-1-1 0 0,0 0 1 0 0,-1 0-1 0 0,1 0 0 0 0,0 0 1 0 0,-1-1-1 0 0,1 0 1 0 0,8-17-193 0 0,-1-1 0 0 0,11-40 1 0 0,-16 46 470 0 0,0 1 1 0 0,1-1-1 0 0,1 1 1 0 0,0 0 0 0 0,1 0-1 0 0,1 0 1 0 0,0 1 0 0 0,15-21-1 0 0,-21 32-150 0 0,0 0 0 0 0,0 0 0 0 0,0 0 0 0 0,0 0 0 0 0,0 0 0 0 0,0 0 0 0 0,0 0 0 0 0,1 1 0 0 0,-1-1 0 0 0,0 0 0 0 0,1 1 0 0 0,-1-1 0 0 0,0 1 0 0 0,1-1 0 0 0,-1 1 0 0 0,1-1 0 0 0,-1 1 0 0 0,0 0 0 0 0,1 0 0 0 0,-1 0 1 0 0,1 0-1 0 0,1 0 0 0 0,-1 1 14 0 0,1 0 0 0 0,-1-1 0 0 0,0 1 0 0 0,0 0 0 0 0,0 1 0 0 0,0-1 0 0 0,0 0 1 0 0,0 0-1 0 0,0 1 0 0 0,0-1 0 0 0,-1 1 0 0 0,4 3 0 0 0,3 5 175 0 0,-1 1-1 0 0,1 0 0 0 0,10 24 0 0 0,-16-30-221 0 0,48 89 364 0 0,50 113-294 0 0,-99-205-103 0 0,0 1 1 0 0,-1-1 0 0 0,1 0-1 0 0,0 1 1 0 0,-1-1-1 0 0,0 0 1 0 0,1 1 0 0 0,-1-1-1 0 0,0 0 1 0 0,0 1-1 0 0,0-1 1 0 0,-1 5-1 0 0,1-7 2 0 0,-1 0 0 0 0,1 1-1 0 0,0-1 1 0 0,0 0-1 0 0,0 0 1 0 0,0 1-1 0 0,0-1 1 0 0,0 0 0 0 0,-1 0-1 0 0,1 0 1 0 0,0 1-1 0 0,0-1 1 0 0,0 0 0 0 0,-1 0-1 0 0,1 0 1 0 0,0 0-1 0 0,0 0 1 0 0,-1 1-1 0 0,1-1 1 0 0,0 0 0 0 0,0 0-1 0 0,-1 0 1 0 0,1 0-1 0 0,0 0 1 0 0,0 0-1 0 0,-1 0 1 0 0,1 0 0 0 0,0 0-1 0 0,0 0 1 0 0,-1 0-1 0 0,1 0 1 0 0,0 0 0 0 0,0 0-1 0 0,-1 0 1 0 0,1 0-1 0 0,0 0 1 0 0,-16-14 350 0 0,10 7-314 0 0,1-1 1 0 0,0 0-1 0 0,1-1 0 0 0,0 1 0 0 0,0-1 1 0 0,0 0-1 0 0,1 0 0 0 0,1 0 1 0 0,0 0-1 0 0,0-1 0 0 0,1 1 0 0 0,0-1 1 0 0,0-17-1 0 0,3-6-260 0 0,0 0 0 0 0,12-52 0 0 0,-8 59-248 0 0,0 0-1 0 0,2 0 1 0 0,1 1 0 0 0,0 1 0 0 0,2-1-1 0 0,28-43 1 0 0,-12 30-487 0 0</inkml:trace>
</inkml:ink>
</file>

<file path=ppt/ink/ink2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9:13.157"/>
    </inkml:context>
    <inkml:brush xml:id="br0">
      <inkml:brushProperty name="width" value="0.1" units="cm"/>
      <inkml:brushProperty name="height" value="0.1" units="cm"/>
    </inkml:brush>
  </inkml:definitions>
  <inkml:trace contextRef="#ctx0" brushRef="#br0">0 1 9674 0 0,'8'3'4639'0'0,"18"3"-2927"0"0,-17-3-861 0 0,14 4-214 0 0,-1 1 1 0 0,0 2 0 0 0,0 0-1 0 0,-1 2 1 0 0,0 0 0 0 0,24 19-1 0 0,106 100-63 0 0,-91-75-194 0 0,31 37-332 0 0,7 7-128 0 0,-84-88-1127 0 0,0 0-1 0 0,2-1 0 0 0,-1 0 1 0 0,1-1-1 0 0,21 9 0 0 0,-6-7-5253 0 0</inkml:trace>
</inkml:ink>
</file>

<file path=ppt/ink/ink2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9:13.441"/>
    </inkml:context>
    <inkml:brush xml:id="br0">
      <inkml:brushProperty name="width" value="0.1" units="cm"/>
      <inkml:brushProperty name="height" value="0.1" units="cm"/>
    </inkml:brush>
  </inkml:definitions>
  <inkml:trace contextRef="#ctx0" brushRef="#br0">603 6 12899 0 0,'0'0'161'0'0,"1"-1"-1"0"0,0 1 1 0 0,0-1 0 0 0,-1 1 0 0 0,1-1-1 0 0,0 1 1 0 0,0-1 0 0 0,0 1 0 0 0,-1 0-1 0 0,1-1 1 0 0,0 1 0 0 0,0 0 0 0 0,0 0-1 0 0,0 0 1 0 0,0 0 0 0 0,0 0 0 0 0,0 0-1 0 0,-1 0 1 0 0,1 0 0 0 0,0 0 0 0 0,0 0-1 0 0,0 0 1 0 0,0 1 0 0 0,0-1 0 0 0,0 0-1 0 0,-1 1 1 0 0,1-1 0 0 0,0 0 0 0 0,0 1-1 0 0,0-1 1 0 0,-1 1 0 0 0,1-1 0 0 0,0 1-1 0 0,-1 0 1 0 0,1-1 0 0 0,0 1 0 0 0,-1 0-1 0 0,1-1 1 0 0,-1 1 0 0 0,2 1 0 0 0,-2 0-19 0 0,0 0 1 0 0,1 0 0 0 0,-1 0-1 0 0,0 0 1 0 0,0 0 0 0 0,0 0-1 0 0,0 0 1 0 0,0 0 0 0 0,0 0 0 0 0,-1 0-1 0 0,1 0 1 0 0,-1 0 0 0 0,1 0-1 0 0,-1 0 1 0 0,0 0 0 0 0,0 0-1 0 0,-2 3 1 0 0,-132 176 675 0 0,79-111-697 0 0,-26 32-146 0 0,24-33-60 0 0,4 2-1 0 0,-80 138 1 0 0,64-58-1330 0 0,35-47-4675 0 0,30-79 281 0 0</inkml:trace>
</inkml:ink>
</file>

<file path=ppt/ink/ink2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9:13.759"/>
    </inkml:context>
    <inkml:brush xml:id="br0">
      <inkml:brushProperty name="width" value="0.1" units="cm"/>
      <inkml:brushProperty name="height" value="0.1" units="cm"/>
    </inkml:brush>
  </inkml:definitions>
  <inkml:trace contextRef="#ctx0" brushRef="#br0">377 38 11979 0 0,'-2'-3'198'0'0,"1"0"0"0"0,-1 1 0 0 0,0-1 0 0 0,0 1 0 0 0,0-1 0 0 0,0 1 1 0 0,-1 0-1 0 0,1 0 0 0 0,-1 0 0 0 0,1 0 0 0 0,-1 1 0 0 0,1-1 0 0 0,-1 1 1 0 0,0-1-1 0 0,0 1 0 0 0,0 0 0 0 0,0 0 0 0 0,0 0 0 0 0,0 1 0 0 0,0-1 1 0 0,0 1-1 0 0,0-1 0 0 0,0 1 0 0 0,0 0 0 0 0,-1 0 0 0 0,1 1 0 0 0,0-1 1 0 0,0 0-1 0 0,0 1 0 0 0,0 0 0 0 0,0 0 0 0 0,-4 2 0 0 0,0 0 31 0 0,-1 1-1 0 0,2 0 0 0 0,-1 0 1 0 0,0 1-1 0 0,1 0 0 0 0,0 0 1 0 0,0 1-1 0 0,0-1 1 0 0,1 1-1 0 0,0 0 0 0 0,0 1 1 0 0,-5 8-1 0 0,-5 10-64 0 0,2 0 1 0 0,-11 28-1 0 0,-8 28-64 0 0,4 1-1 0 0,3 2 1 0 0,4 0-1 0 0,-14 122 1 0 0,31-174-86 0 0,2 0 1 0 0,1 1 0 0 0,2-1 0 0 0,1 0-1 0 0,1 0 1 0 0,2 0 0 0 0,17 59-1 0 0,-14-69 17 0 0,1 1-1 0 0,0-1 1 0 0,2-1-1 0 0,0 0 0 0 0,2-1 1 0 0,0 0-1 0 0,1-1 1 0 0,1 0-1 0 0,1-1 1 0 0,1-1-1 0 0,25 20 1 0 0,-17-17-65 0 0,2-2 1 0 0,0-1 0 0 0,1-1 0 0 0,1-1-1 0 0,0-2 1 0 0,42 13 0 0 0,-14-9-470 0 0,1-3 1 0 0,90 11-1 0 0,-40-14-168 0 0</inkml:trace>
</inkml:ink>
</file>

<file path=ppt/ink/ink2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9:14.043"/>
    </inkml:context>
    <inkml:brush xml:id="br0">
      <inkml:brushProperty name="width" value="0.1" units="cm"/>
      <inkml:brushProperty name="height" value="0.1" units="cm"/>
    </inkml:brush>
  </inkml:definitions>
  <inkml:trace contextRef="#ctx0" brushRef="#br0">0 1 17972 0 0,'4'10'322'0'0,"0"-1"0"0"0,1 1 0 0 0,0-1 1 0 0,1 0-1 0 0,0-1 0 0 0,9 11 0 0 0,11 17 209 0 0,12 23-92 0 0,-3 2 0 0 0,-3 1-1 0 0,-2 2 1 0 0,-3 1 0 0 0,36 134 0 0 0,-53-154-545 0 0,-2 0 1 0 0,-2 0-1 0 0,-2 0 0 0 0,-2 1 1 0 0,-2-1-1 0 0,-2 0 0 0 0,-2 1 1 0 0,-2-1-1 0 0,-2 0 0 0 0,-19 61 1 0 0,1-34-7865 0 0</inkml:trace>
</inkml:ink>
</file>

<file path=ppt/ink/ink2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6.805"/>
    </inkml:context>
    <inkml:brush xml:id="br0">
      <inkml:brushProperty name="width" value="0.1" units="cm"/>
      <inkml:brushProperty name="height" value="0.1" units="cm"/>
    </inkml:brush>
  </inkml:definitions>
  <inkml:trace contextRef="#ctx0" brushRef="#br0">27 4 10594 0 0,'0'-1'78'0'0,"0"1"0"0"0,0 0 1 0 0,0-1-1 0 0,-1 1 0 0 0,1 0 0 0 0,0 0 0 0 0,0 0 0 0 0,-1-1 0 0 0,1 1 0 0 0,0 0 0 0 0,-1 0 0 0 0,1 0 0 0 0,0 0 1 0 0,-1 0-1 0 0,1-1 0 0 0,0 1 0 0 0,-1 0 0 0 0,1 0 0 0 0,0 0 0 0 0,-1 0 0 0 0,1 0 0 0 0,0 0 0 0 0,-1 0 0 0 0,1 0 1 0 0,0 0-1 0 0,-1 0 0 0 0,1 1 0 0 0,0-1 0 0 0,-1 0 0 0 0,1 0 0 0 0,0 0 0 0 0,0 0 0 0 0,-1 0 0 0 0,1 0 0 0 0,0 1 1 0 0,-1-1-1 0 0,1 0 0 0 0,0 0 0 0 0,0 1 0 0 0,-1-1 0 0 0,1 0 0 0 0,0 0 0 0 0,0 1 0 0 0,0-1 0 0 0,-1 0 0 0 0,1 0 1 0 0,0 1-1 0 0,0-1 0 0 0,0 0 0 0 0,0 1 0 0 0,0-1 0 0 0,0 0 0 0 0,-1 1 0 0 0,1-1 0 0 0,0 0 0 0 0,0 1 0 0 0,0-1 1 0 0,0 0-1 0 0,0 1 0 0 0,0-1 0 0 0,1 1 0 0 0,-3 5 156 0 0,-1 6 304 0 0,0 0 0 0 0,1 0 1 0 0,0 1-1 0 0,1-1 0 0 0,1 0 0 0 0,0 1 0 0 0,2 13 1 0 0,17 91 288 0 0,-15-95-690 0 0,7 41-117 0 0,-5-22-131 0 0,2-1-1 0 0,1 0 1 0 0,3-1-1 0 0,29 72 1 0 0,-39-106-105 0 0,1-1-1 0 0,-1 1 1 0 0,1-1 0 0 0,0 0-1 0 0,0 0 1 0 0,0 0 0 0 0,1 0-1 0 0,4 4 1 0 0,5 0-1116 0 0</inkml:trace>
</inkml:ink>
</file>

<file path=ppt/ink/ink2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7.028"/>
    </inkml:context>
    <inkml:brush xml:id="br0">
      <inkml:brushProperty name="width" value="0.1" units="cm"/>
      <inkml:brushProperty name="height" value="0.1" units="cm"/>
    </inkml:brush>
  </inkml:definitions>
  <inkml:trace contextRef="#ctx0" brushRef="#br0">1 88 6913 0 0,'3'-2'7397'0'0,"6"1"-6851"0"0,-1-1 1 0 0,0 0-1 0 0,0-1 1 0 0,10-4-1 0 0,21-14-28 0 0,14-8-1739 0 0,-16 13-4140 0 0,-21 11 608 0 0</inkml:trace>
</inkml:ink>
</file>

<file path=ppt/ink/ink2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7.247"/>
    </inkml:context>
    <inkml:brush xml:id="br0">
      <inkml:brushProperty name="width" value="0.1" units="cm"/>
      <inkml:brushProperty name="height" value="0.1" units="cm"/>
    </inkml:brush>
  </inkml:definitions>
  <inkml:trace contextRef="#ctx0" brushRef="#br0">0 178 6449 0 0,'21'-14'2281'0'0,"121"-90"1642"0"0,-119 90-4148 0 0,0 2 0 0 0,36-16 1 0 0,-40 22-225 0 0</inkml:trace>
</inkml:ink>
</file>

<file path=ppt/ink/ink2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8.911"/>
    </inkml:context>
    <inkml:brush xml:id="br0">
      <inkml:brushProperty name="width" value="0.1" units="cm"/>
      <inkml:brushProperty name="height" value="0.1" units="cm"/>
    </inkml:brush>
  </inkml:definitions>
  <inkml:trace contextRef="#ctx0" brushRef="#br0">14 133 5985 0 0,'-7'-34'1174'0'0,"0"1"4668"0"0,14 45-1745 0 0,3 10-3498 0 0,3 4-466 0 0,6 11 382 0 0,21 59 0 0 0,-33-85-808 0 0,-1-18-195 0 0,-3 2 365 0 0,-3 3-71 0 0,2-3-4 0 0,11-49-74 0 0,-10 32 438 0 0,2 0-1 0 0,1 0 1 0 0,1 0-1 0 0,1 1 1 0 0,0 1-1 0 0,14-24 1 0 0,-21 42-127 0 0,0 1 1 0 0,0-1-1 0 0,0 1 1 0 0,0 0-1 0 0,0-1 1 0 0,0 1-1 0 0,0 0 1 0 0,0-1-1 0 0,0 1 1 0 0,1 0-1 0 0,-1 0 1 0 0,0 0-1 0 0,1 0 1 0 0,-1 0-1 0 0,1 0 1 0 0,0 1-1 0 0,-1-1 1 0 0,1 0-1 0 0,-1 1 1 0 0,1 0-1 0 0,0-1 1 0 0,-1 1-1 0 0,1 0 1 0 0,0-1-1 0 0,0 1 1 0 0,-1 0-1 0 0,1 0 1 0 0,0 1-1 0 0,-1-1 1 0 0,1 0-1 0 0,0 1 1 0 0,-1-1-1 0 0,1 1 1 0 0,0-1-1 0 0,-1 1 1 0 0,1-1-1 0 0,-1 1 1 0 0,1 0-1 0 0,-1 0 1 0 0,1 0-1 0 0,-1 0 1 0 0,0 0-1 0 0,1 0 1 0 0,-1 1-1 0 0,0-1 1 0 0,0 0-1 0 0,1 2 1 0 0,8 9 114 0 0,-1 0 0 0 0,0 0 0 0 0,-1 0 0 0 0,9 19 0 0 0,-12-20-66 0 0,29 47-788 0 0,-18-35-4952 0 0,-5-8-735 0 0</inkml:trace>
</inkml:ink>
</file>

<file path=ppt/ink/ink2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9.498"/>
    </inkml:context>
    <inkml:brush xml:id="br0">
      <inkml:brushProperty name="width" value="0.1" units="cm"/>
      <inkml:brushProperty name="height" value="0.1" units="cm"/>
    </inkml:brush>
  </inkml:definitions>
  <inkml:trace contextRef="#ctx0" brushRef="#br0">9 41 8498 0 0,'-9'-41'4881'0'0,"13"61"-2257"0"0,66 306 3665 0 0,-40-218-8459 0 0,6-3-4033 0 0,-26-80 198 0 0</inkml:trace>
</inkml:ink>
</file>

<file path=ppt/ink/ink2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39.703"/>
    </inkml:context>
    <inkml:brush xml:id="br0">
      <inkml:brushProperty name="width" value="0.1" units="cm"/>
      <inkml:brushProperty name="height" value="0.1" units="cm"/>
    </inkml:brush>
  </inkml:definitions>
  <inkml:trace contextRef="#ctx0" brushRef="#br0">28 233 6481 0 0,'-1'1'34'0'0,"0"-1"0"0"0,-1 0 0 0 0,1 0 0 0 0,0 0 0 0 0,0 0 0 0 0,0 0 0 0 0,-1 0 0 0 0,1 0 0 0 0,0-1 0 0 0,0 1-1 0 0,0 0 1 0 0,0-1 0 0 0,-1 1 0 0 0,1-1 0 0 0,0 1 0 0 0,0-1 0 0 0,0 0 0 0 0,0 1 0 0 0,0-1 0 0 0,0 0 0 0 0,0 0-1 0 0,0 0 1 0 0,0 0 62 0 0,1 0-1 0 0,0 0 0 0 0,0 0 1 0 0,0 0-1 0 0,0 0 0 0 0,0 0 1 0 0,0 0-1 0 0,0 0 0 0 0,0 0 1 0 0,0 0-1 0 0,1 0 0 0 0,-1 0 1 0 0,0 0-1 0 0,0 0 0 0 0,1 0 1 0 0,-1 0-1 0 0,1 1 0 0 0,-1-1 1 0 0,1 0-1 0 0,0-1 0 0 0,6-7 786 0 0,1 0-1 0 0,-1 1 1 0 0,14-11 0 0 0,-17 15-802 0 0,101-83 3724 0 0,-33 33-4688 0 0,-54 41-4768 0 0</inkml:trace>
</inkml:ink>
</file>

<file path=ppt/ink/ink2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40.308"/>
    </inkml:context>
    <inkml:brush xml:id="br0">
      <inkml:brushProperty name="width" value="0.1" units="cm"/>
      <inkml:brushProperty name="height" value="0.1" units="cm"/>
    </inkml:brush>
  </inkml:definitions>
  <inkml:trace contextRef="#ctx0" brushRef="#br0">68 313 456 0 0,'6'-8'476'0'0,"0"-1"0"0"0,-1 1 0 0 0,-1-1 1 0 0,0 0-1 0 0,0-1 0 0 0,0 1 0 0 0,-1 0 0 0 0,-1-1 0 0 0,1 0 0 0 0,-2 0 0 0 0,2-15 0 0 0,-3 13-124 0 0,0 1 0 0 0,0-1 1 0 0,-1 1-1 0 0,0-1 0 0 0,-5-16 0 0 0,5 23-252 0 0,-1 0-1 0 0,1 1 1 0 0,-1-1 0 0 0,1 1 0 0 0,-1-1-1 0 0,0 1 1 0 0,-1 0 0 0 0,1 0 0 0 0,-1 0 0 0 0,0 0-1 0 0,0 0 1 0 0,0 1 0 0 0,0-1 0 0 0,-1 1-1 0 0,-6-5 1 0 0,9 7-89 0 0,0 1 1 0 0,0-1-1 0 0,0 1 1 0 0,0-1-1 0 0,0 1 0 0 0,0 0 1 0 0,0-1-1 0 0,0 1 0 0 0,0 0 1 0 0,0 0-1 0 0,0 0 1 0 0,0 0-1 0 0,0 0 0 0 0,0 0 1 0 0,0 0-1 0 0,0 0 0 0 0,0 0 1 0 0,-1 0-1 0 0,1 1 1 0 0,0-1-1 0 0,0 0 0 0 0,0 1 1 0 0,0-1-1 0 0,1 1 0 0 0,-3 0 1 0 0,1 1-39 0 0,0 0 0 0 0,0 0 0 0 0,0 0 0 0 0,1 0 0 0 0,-1 0 0 0 0,1 1 0 0 0,-1-1 0 0 0,1 0 0 0 0,0 1 0 0 0,-1 2 0 0 0,-1 4-108 0 0,0 0 0 0 0,1-1 0 0 0,0 1-1 0 0,0 0 1 0 0,1 14 0 0 0,0-20 160 0 0,1 1-1 0 0,0-1 1 0 0,1 1-1 0 0,-1-1 1 0 0,0 0 0 0 0,1 1-1 0 0,0-1 1 0 0,0 0-1 0 0,0 0 1 0 0,0 1 0 0 0,1-1-1 0 0,-1 0 1 0 0,1 0-1 0 0,-1 0 1 0 0,1 0 0 0 0,0-1-1 0 0,0 1 1 0 0,1 0-1 0 0,-1-1 1 0 0,0 0-1 0 0,1 1 1 0 0,0-1 0 0 0,-1 0-1 0 0,1 0 1 0 0,0-1-1 0 0,0 1 1 0 0,0 0 0 0 0,0-1-1 0 0,1 0 1 0 0,-1 0-1 0 0,0 0 1 0 0,0 0 0 0 0,1 0-1 0 0,-1-1 1 0 0,0 1-1 0 0,1-1 1 0 0,-1 0 0 0 0,1 0-1 0 0,-1 0 1 0 0,0-1-1 0 0,1 1 1 0 0,-1-1 0 0 0,0 0-1 0 0,1 0 1 0 0,-1 0-1 0 0,0 0 1 0 0,0 0 0 0 0,0-1-1 0 0,0 1 1 0 0,0-1-1 0 0,0 0 1 0 0,0 0 0 0 0,3-3-1 0 0,2-3 114 0 0,-1 0 0 0 0,0-1-1 0 0,-1 1 1 0 0,0-1 0 0 0,0-1 0 0 0,-1 1 0 0 0,0-1-1 0 0,6-16 1 0 0,-5 13 583 0 0,-1 0 0 0 0,2 0-1 0 0,0 1 1 0 0,9-13 0 0 0,-15 24-683 0 0,0 0 1 0 0,1-1-1 0 0,-1 1 1 0 0,0 0-1 0 0,0 0 1 0 0,0 0-1 0 0,1 0 1 0 0,-1 0-1 0 0,1 0 1 0 0,-1 0-1 0 0,1 1 1 0 0,-1-1-1 0 0,1 0 1 0 0,-1 1-1 0 0,1-1 1 0 0,0 1-1 0 0,-1 0 1 0 0,1-1-1 0 0,-1 1 1 0 0,1 0-1 0 0,0 0 1 0 0,0 0-1 0 0,-1 0 1 0 0,1 0-1 0 0,-1 1 1 0 0,1-1-1 0 0,0 0 1 0 0,-1 1-1 0 0,1-1 1 0 0,-1 1-1 0 0,4 1 1 0 0,4 3 302 0 0,-1 0 0 0 0,0 1 0 0 0,0 0 0 0 0,12 11 0 0 0,7 6 88 0 0,-25-22-436 0 0,-1 0-179 0 0,0 0 0 0 0,0-1-1 0 0,0 1 1 0 0,0 0 0 0 0,0 0 0 0 0,1 0-1 0 0,-1-1 1 0 0,0 1 0 0 0,1-1 0 0 0,-1 1-1 0 0,0-1 1 0 0,1 0 0 0 0,1 1 0 0 0,-2-2-3 0 0,0 0 1 0 0,0 1 0 0 0,0-1-1 0 0,0 0 1 0 0,-1 0-1 0 0,1 0 1 0 0,0 0 0 0 0,0-1-1 0 0,-1 1 1 0 0,1 0 0 0 0,-1 0-1 0 0,1 0 1 0 0,-1 0 0 0 0,1-3-1 0 0,2 0-112 0 0,-1 0 0 0 0,1 1 0 0 0,0-1 0 0 0,0 1 0 0 0,0-1 0 0 0,0 1 0 0 0,0 0 0 0 0,1 0 0 0 0,0 0-1 0 0,-1 1 1 0 0,5-3 0 0 0,-5 4 309 0 0,-1-1-1 0 0,1 1 1 0 0,-1-1-1 0 0,1 1 0 0 0,-1 0 1 0 0,1 0-1 0 0,0 0 1 0 0,-1 1-1 0 0,1-1 0 0 0,0 1 1 0 0,0-1-1 0 0,-1 1 1 0 0,1 0-1 0 0,0 0 0 0 0,0 0 1 0 0,0 0-1 0 0,-1 1 1 0 0,1-1-1 0 0,3 2 0 0 0,2 3-868 0 0</inkml:trace>
</inkml:ink>
</file>

<file path=ppt/ink/ink2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41.100"/>
    </inkml:context>
    <inkml:brush xml:id="br0">
      <inkml:brushProperty name="width" value="0.1" units="cm"/>
      <inkml:brushProperty name="height" value="0.1" units="cm"/>
    </inkml:brush>
  </inkml:definitions>
  <inkml:trace contextRef="#ctx0" brushRef="#br0">161 18 5065 0 0,'0'0'-2'0'0,"-1"-1"273"0"0,0-1-1 0 0,0 1 1 0 0,0 0-1 0 0,0 0 1 0 0,0-1-1 0 0,0 1 1 0 0,-1 0-1 0 0,1 0 1 0 0,0 0-1 0 0,-1 0 1 0 0,1 1-1 0 0,-1-1 1 0 0,1 0 0 0 0,-1 1-1 0 0,0-1 1 0 0,1 1-1 0 0,-1-1 1 0 0,1 1-1 0 0,-1 0 1 0 0,0-1-1 0 0,1 1 1 0 0,-1 0-1 0 0,0 0 1 0 0,1 0-1 0 0,-1 0 1 0 0,0 1-1 0 0,1-1 1 0 0,-1 0-1 0 0,-1 1 1 0 0,-5 3 36 0 0,0 0 1 0 0,0 0 0 0 0,1 0-1 0 0,-1 1 1 0 0,1 0 0 0 0,0 0-1 0 0,1 1 1 0 0,-1 0-1 0 0,1 0 1 0 0,1 0 0 0 0,-1 1-1 0 0,1 0 1 0 0,0 0 0 0 0,0 1-1 0 0,1-1 1 0 0,0 1-1 0 0,-5 13 1 0 0,9-21-317 0 0,0 1 1 0 0,0 0-1 0 0,0-1 1 0 0,-1 1-1 0 0,1 0 1 0 0,0-1-1 0 0,0 1 1 0 0,0 0-1 0 0,0-1 1 0 0,0 1-1 0 0,0 0 1 0 0,0-1-1 0 0,0 1 0 0 0,1 0 1 0 0,-1-1-1 0 0,0 1 1 0 0,0 0-1 0 0,0-1 1 0 0,1 1-1 0 0,-1 0 1 0 0,0-1-1 0 0,1 1 1 0 0,-1-1-1 0 0,1 1 1 0 0,-1-1-1 0 0,1 1 1 0 0,-1-1-1 0 0,1 1 0 0 0,21 6-594 0 0,29-10-516 0 0,-49 3 1086 0 0,40-8-346 0 0,-29 4 142 0 0,0 2 0 0 0,0 0 0 0 0,0 0 0 0 0,18 1 0 0 0,-30 1 173 0 0,1 0 0 0 0,-1 0 0 0 0,1 0-1 0 0,-1 0 1 0 0,1 1 0 0 0,-1-1 0 0 0,1 0 0 0 0,-1 1 0 0 0,0-1 0 0 0,1 1 0 0 0,-1 0 0 0 0,0-1 0 0 0,1 1 0 0 0,-1 0 0 0 0,0 0 0 0 0,0 0 0 0 0,1 0 0 0 0,-1 0 0 0 0,0 0 0 0 0,0 0 0 0 0,0 0 0 0 0,0 0 0 0 0,0 0 0 0 0,-1 0 0 0 0,1 1 0 0 0,0-1 0 0 0,0 0 0 0 0,-1 1 0 0 0,1-1 0 0 0,-1 1 0 0 0,0-1 0 0 0,1 1 0 0 0,-1-1 0 0 0,0 1 0 0 0,0-1 0 0 0,0 1 0 0 0,0-1 0 0 0,0 1 0 0 0,0-1 0 0 0,0 1 0 0 0,-1 2 0 0 0,0 1-22 0 0,0 0 0 0 0,0 0 0 0 0,-1 0 0 0 0,0 0 0 0 0,0 0 0 0 0,0 0 0 0 0,-1 0 0 0 0,0-1 0 0 0,0 1 0 0 0,-4 5 0 0 0,4-7-109 0 0,0 0-1 0 0,0 0 1 0 0,0 0-1 0 0,-1 0 0 0 0,1-1 1 0 0,-1 1-1 0 0,1-1 0 0 0,-1 0 1 0 0,-5 2-1 0 0</inkml:trace>
</inkml:ink>
</file>

<file path=ppt/ink/ink2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41.226"/>
    </inkml:context>
    <inkml:brush xml:id="br0">
      <inkml:brushProperty name="width" value="0.1" units="cm"/>
      <inkml:brushProperty name="height" value="0.1" units="cm"/>
    </inkml:brush>
  </inkml:definitions>
  <inkml:trace contextRef="#ctx0" brushRef="#br0">0 101 920 0 0,'14'-21'1606'0'0,"19"-27"1141"0"0,-31 45-2325 0 0,1 0 1 0 0,-1 0 0 0 0,1 0-1 0 0,0 1 1 0 0,0-1-1 0 0,0 1 1 0 0,1-1-1 0 0,-1 1 1 0 0,1 0-1 0 0,-1 0 1 0 0,4-1 0 0 0,-5 3-277 0 0,-1 0 1 0 0,0 0 0 0 0,0 0 0 0 0,0 0-1 0 0,0 0 1 0 0,0 0 0 0 0,0 0 0 0 0,0 0 0 0 0,0 0-1 0 0,0 1 1 0 0,0-1 0 0 0,0 0 0 0 0,0 1-1 0 0,0-1 1 0 0,0 1 0 0 0,0-1 0 0 0,0 1 0 0 0,0 0-1 0 0,0-1 1 0 0,0 1 0 0 0,0 0 0 0 0,0 0 0 0 0,-1-1-1 0 0,1 1 1 0 0,0 0 0 0 0,-1 0 0 0 0,1 0-1 0 0,-1 0 1 0 0,1 0 0 0 0,-1 0 0 0 0,1 2 0 0 0,14 39 1429 0 0,-12-31-1199 0 0,17 51-929 0 0</inkml:trace>
</inkml:ink>
</file>

<file path=ppt/ink/ink2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41.417"/>
    </inkml:context>
    <inkml:brush xml:id="br0">
      <inkml:brushProperty name="width" value="0.1" units="cm"/>
      <inkml:brushProperty name="height" value="0.1" units="cm"/>
    </inkml:brush>
  </inkml:definitions>
  <inkml:trace contextRef="#ctx0" brushRef="#br0">35 42 9218 0 0,'-6'-21'1158'0'0,"6"20"-879"0"0,0 0 1 0 0,0 0 0 0 0,0 0-1 0 0,0 0 1 0 0,0 0 0 0 0,-1 0-1 0 0,1 1 1 0 0,0-1 0 0 0,-1 0-1 0 0,1 0 1 0 0,0 0 0 0 0,-1 0 0 0 0,1 1-1 0 0,-1-1 1 0 0,1 0 0 0 0,-1 1-1 0 0,0-2 281 0 0,0 2-281 0 0,1-1 1 0 0,-1 0 0 0 0,0 1-1 0 0,0-1 1 0 0,1 1 0 0 0,-1 0-1 0 0,-2-1 1 0 0,3 1-230 0 0,-1 0-1 0 0,1 0 1 0 0,-1 0-1 0 0,0 0 1 0 0,1 0-1 0 0,-1 0 1 0 0,1 0-1 0 0,-1 0 1 0 0,1 0-1 0 0,-1 0 1 0 0,1 1-1 0 0,-1-1 1 0 0,1 0-1 0 0,-1 0 1 0 0,1 1-1 0 0,-1-1 1 0 0,1 0-1 0 0,-1 1 1 0 0,1-1-1 0 0,-1 1 1 0 0,1-1-1 0 0,0 1 1 0 0,-1-1-1 0 0,1 0 1 0 0,0 1-1 0 0,-1-1 1 0 0,1 1-1 0 0,0 0 1 0 0,0-1-1 0 0,-1 1 1 0 0,1-1-1 0 0,0 1 1 0 0,0-1-1 0 0,0 1 1 0 0,0-1-1 0 0,0 1 1 0 0,0 0-1 0 0,0-1 1 0 0,0 1-1 0 0,0-1 1 0 0,0 1-1 0 0,0 0 1 0 0,0-1-1 0 0,1 2 1 0 0,-1 5-514 0 0,1 0 1 0 0,0 1-1 0 0,1-1 0 0 0,0 0 0 0 0,0 0 1 0 0,1 0-1 0 0,0 0 0 0 0,0 0 1 0 0,0-1-1 0 0,6 8 0 0 0,-2-1 657 0 0,2 3-205 0 0</inkml:trace>
</inkml:ink>
</file>

<file path=ppt/ink/ink2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41.638"/>
    </inkml:context>
    <inkml:brush xml:id="br0">
      <inkml:brushProperty name="width" value="0.1" units="cm"/>
      <inkml:brushProperty name="height" value="0.1" units="cm"/>
    </inkml:brush>
  </inkml:definitions>
  <inkml:trace contextRef="#ctx0" brushRef="#br0">12 42 10138 0 0,'-3'-7'635'0'0,"-5"-15"-325"0"0,11 9 3205 0 0,4 23 356 0 0,2 16-2616 0 0,6 25-922 0 0,2 0-1 0 0,1-1 1 0 0,4-1 0 0 0,45 78-1 0 0,-55-108-1101 0 0,5 7-4630 0 0,-4-8-1146 0 0</inkml:trace>
</inkml:ink>
</file>

<file path=ppt/ink/ink2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42.308"/>
    </inkml:context>
    <inkml:brush xml:id="br0">
      <inkml:brushProperty name="width" value="0.1" units="cm"/>
      <inkml:brushProperty name="height" value="0.1" units="cm"/>
    </inkml:brush>
  </inkml:definitions>
  <inkml:trace contextRef="#ctx0" brushRef="#br0">34 337 3681 0 0,'-3'-2'262'0'0,"1"1"1"0"0,-1-1-1 0 0,0 0 1 0 0,1 0-1 0 0,-1 0 1 0 0,1 0-1 0 0,0 0 1 0 0,0 0-1 0 0,-1-1 1 0 0,2 1-1 0 0,-1-1 1 0 0,-3-5-1 0 0,5 7-126 0 0,-1 0-1 0 0,1 1 0 0 0,0-1 0 0 0,0 0 0 0 0,0 0 0 0 0,0 0 0 0 0,0 0 0 0 0,0 1 0 0 0,0-1 0 0 0,0 0 0 0 0,1 0 0 0 0,-1 0 0 0 0,0 1 0 0 0,0-1 0 0 0,1 0 0 0 0,-1 0 0 0 0,0 0 0 0 0,1 1 1 0 0,0-2-1 0 0,21-15 63 0 0,66-26-411 0 0,21-10-2616 0 0,-90 42 1964 0 0,-4 1 609 0 0,0 1 0 0 0,1 1-1 0 0,0 0 1 0 0,0 1 0 0 0,1 1 0 0 0,31-8 0 0 0,-47 14 402 0 0,-1 0 0 0 0,1 0 1 0 0,0 0-1 0 0,0 0 0 0 0,-1 0 0 0 0,1 0 1 0 0,0 0-1 0 0,0 0 0 0 0,-1 0 0 0 0,1 1 1 0 0,0-1-1 0 0,-1 0 0 0 0,1 0 0 0 0,0 1 1 0 0,0-1-1 0 0,-1 0 0 0 0,1 1 0 0 0,-1-1 1 0 0,1 1-1 0 0,0-1 0 0 0,-1 1 0 0 0,1-1 1 0 0,-1 1-1 0 0,1-1 0 0 0,-1 1 0 0 0,1-1 1 0 0,-1 1-1 0 0,0 0 0 0 0,1-1 0 0 0,-1 1 1 0 0,0 0-1 0 0,1-1 0 0 0,-1 1 0 0 0,0 0 1 0 0,0 1-1 0 0,1-1-21 0 0,-1 1 0 0 0,1-1 1 0 0,-1 0-1 0 0,1 1 0 0 0,0-1 0 0 0,-1 0 0 0 0,1 0 1 0 0,0 0-1 0 0,0 0 0 0 0,0 1 0 0 0,0-1 1 0 0,0 0-1 0 0,0-1 0 0 0,0 1 0 0 0,0 0 1 0 0,0 0-1 0 0,0 0 0 0 0,2 0 0 0 0,-1 0-34 0 0,1 0 0 0 0,-1 0 0 0 0,0 0 0 0 0,1-1 0 0 0,-1 1-1 0 0,0-1 1 0 0,1 1 0 0 0,-1-1 0 0 0,1 0 0 0 0,-1 0 0 0 0,1 0 0 0 0,-1 0-1 0 0,0-1 1 0 0,1 1 0 0 0,-1-1 0 0 0,0 1 0 0 0,1-1 0 0 0,-1 0 0 0 0,0 0-1 0 0,1 0 1 0 0,-1 0 0 0 0,0 0 0 0 0,0 0 0 0 0,0-1 0 0 0,3-2 0 0 0,-1 0 265 0 0,0 0 0 0 0,0-1 0 0 0,-1 0 0 0 0,1 1 0 0 0,-1-1 0 0 0,-1 0 0 0 0,1-1 0 0 0,0 1 0 0 0,2-9 0 0 0,-5 13-270 0 0,1 0 0 0 0,0 1 0 0 0,-1-1 0 0 0,1 0 1 0 0,0 1-1 0 0,-1-1 0 0 0,1 1 0 0 0,0-1 0 0 0,0 1 0 0 0,0 0 0 0 0,-1-1 1 0 0,1 1-1 0 0,0 0 0 0 0,0-1 0 0 0,0 1 0 0 0,0 0 0 0 0,0 0 0 0 0,0 0 0 0 0,-1 0 1 0 0,1 0-1 0 0,0 0 0 0 0,0 0 0 0 0,0 0 0 0 0,0 0 0 0 0,0 0 0 0 0,0 0 1 0 0,0 1-1 0 0,-1-1 0 0 0,1 0 0 0 0,0 1 0 0 0,0-1 0 0 0,0 1 0 0 0,-1-1 1 0 0,2 1-1 0 0,30 16 108 0 0,-2 5 61 0 0,-24-16-233 0 0,0-1 1 0 0,0 0 0 0 0,0-1-1 0 0,1 0 1 0 0,0 0-1 0 0,0 0 1 0 0,0-1 0 0 0,12 5-1 0 0,-18-8-20 0 0,0-1 0 0 0,0 1 0 0 0,-1 0 0 0 0,1 0 0 0 0,0-1 0 0 0,-1 1 0 0 0,1 0 0 0 0,0-1-1 0 0,-1 1 1 0 0,1-1 0 0 0,0 1 0 0 0,-1-1 0 0 0,1 1 0 0 0,-1-1 0 0 0,1 1 0 0 0,-1-1 0 0 0,1 1 0 0 0,-1-1 0 0 0,0 0 0 0 0,1 1-1 0 0,-1-1 1 0 0,0 0 0 0 0,1 1 0 0 0,-1-1 0 0 0,0 0 0 0 0,0 0 0 0 0,0 1 0 0 0,1-2 0 0 0,6-30 3 0 0,-4 19 84 0 0,-2 12-78 0 0,18-49 418 0 0,-18 48-394 0 0,0-1-1 0 0,0 0 1 0 0,1 1-1 0 0,0-1 1 0 0,-1 1-1 0 0,1 0 1 0 0,0-1-1 0 0,0 1 1 0 0,0 0-1 0 0,0 0 1 0 0,1 0-1 0 0,-1 0 0 0 0,1 1 1 0 0,-1-1-1 0 0,4-1 1 0 0,-5 3-20 0 0,0 0-1 0 0,-1 0 1 0 0,1 0 0 0 0,0 0-1 0 0,-1 0 1 0 0,1 0 0 0 0,0 0-1 0 0,0 0 1 0 0,-1 0 0 0 0,1 1 0 0 0,0-1-1 0 0,-1 0 1 0 0,1 0 0 0 0,0 1-1 0 0,-1-1 1 0 0,1 0 0 0 0,-1 1-1 0 0,1-1 1 0 0,0 1 0 0 0,-1-1 0 0 0,1 1-1 0 0,-1-1 1 0 0,1 1 0 0 0,-1-1-1 0 0,1 1 1 0 0,-1 0 0 0 0,0-1-1 0 0,1 1 1 0 0,-1 0 0 0 0,0-1 0 0 0,1 1-1 0 0,-1 0 1 0 0,0 0 0 0 0,10 30 190 0 0,-8-22-158 0 0,9 33-4 0 0,-2 0-1 0 0,-1 1 1 0 0,-3 0-1 0 0,-1 0 1 0 0,-2 0-1 0 0,-2 0 1 0 0,-8 60-1 0 0,2-59-3517 0 0,-24 83-1 0 0,16-81-3748 0 0</inkml:trace>
</inkml:ink>
</file>

<file path=ppt/ink/ink2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42.800"/>
    </inkml:context>
    <inkml:brush xml:id="br0">
      <inkml:brushProperty name="width" value="0.1" units="cm"/>
      <inkml:brushProperty name="height" value="0.1" units="cm"/>
    </inkml:brush>
  </inkml:definitions>
  <inkml:trace contextRef="#ctx0" brushRef="#br0">13 4 21661 0 0,'-12'-4'1888'0'0,"16"14"-3770"0"0,4 6 1593 0 0,4 23 294 0 0,-1 1 0 0 0,-3 1 0 0 0,-1-1 0 0 0,3 72 0 0 0,-2-19 141 0 0,23 343 322 0 0,-11-128-1211 0 0,-17-272 158 0 0,10 42 0 0 0,-10-61-315 0 0,2-1-1 0 0,0 0 1 0 0,1 0-1 0 0,14 25 1 0 0,-4-15-859 0 0</inkml:trace>
</inkml:ink>
</file>

<file path=ppt/ink/ink2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8:43.739"/>
    </inkml:context>
    <inkml:brush xml:id="br0">
      <inkml:brushProperty name="width" value="0.1" units="cm"/>
      <inkml:brushProperty name="height" value="0.1" units="cm"/>
    </inkml:brush>
  </inkml:definitions>
  <inkml:trace contextRef="#ctx0" brushRef="#br0">371 351 1376 0 0,'4'-11'260'0'0,"-5"26"2362"0"0,-5 12-2031 0 0,-1 1 0 0 0,-2-1 1 0 0,0-1-1 0 0,-2 0 0 0 0,-1 0 0 0 0,-1-1 0 0 0,-1-1 0 0 0,-24 32 0 0 0,35-110 547 0 0,-15-79-1003 0 0,2 22 1661 0 0,16 107-1406 0 0,-1 0 1 0 0,1 0 0 0 0,-1 0 0 0 0,0 0-1 0 0,0 0 1 0 0,0 0 0 0 0,-1 0 0 0 0,-2-5 1062 0 0,-9 39-117 0 0,8-16-1823 0 0,-66 112-3243 0 0,25-49 3271 0 0,36-60 930 0 0,35-64 1150 0 0,-14 25-1325 0 0,-3 6-253 0 0,0-1 1 0 0,-1 1-1 0 0,-1-1 1 0 0,5-22 0 0 0,-11 39-45 0 0,0-1 1 0 0,1 1 0 0 0,-1-1 0 0 0,0 1 0 0 0,0 0 0 0 0,0-1 0 0 0,0 1 0 0 0,0-1 0 0 0,0 1 0 0 0,0-1 0 0 0,0 1 0 0 0,0-1 0 0 0,0 1 0 0 0,0 0-1 0 0,0-1 1 0 0,-1 1 0 0 0,1-1 0 0 0,0 1 0 0 0,0-1 0 0 0,0 1 0 0 0,-1 0 0 0 0,1-1 0 0 0,0 1 0 0 0,0-1 0 0 0,-1 1 0 0 0,1 0 0 0 0,0-1 0 0 0,-1 1-1 0 0,1 0 1 0 0,0 0 0 0 0,-1-1 0 0 0,1 1 0 0 0,-1-1 0 0 0,-17 4-425 0 0,-15 16-596 0 0,24-9 896 0 0,0 1-1 0 0,1 0 0 0 0,0 0 0 0 0,1 1 1 0 0,0-1-1 0 0,1 2 0 0 0,-5 14 1 0 0,-6 9-630 0 0,57-94 2842 0 0,143-278 938 0 0,-177 325-2788 0 0,33-53 887 0 0,-36 59-967 0 0,2-1-1 0 0,-1 1 1 0 0,1-1-1 0 0,0 1 1 0 0,0 0-1 0 0,0 1 1 0 0,0 0-1 0 0,7-5 1 0 0,-10 9-111 0 0,-1-1 0 0 0,0 1 0 0 0,1-1 0 0 0,-1 1 0 0 0,1 0 0 0 0,-1 0 1 0 0,1-1-1 0 0,-1 1 0 0 0,1 0 0 0 0,-1 0 0 0 0,1 0 0 0 0,-1 1 0 0 0,1-1 1 0 0,-1 0-1 0 0,1 0 0 0 0,-1 1 0 0 0,1-1 0 0 0,-1 1 0 0 0,0 0 0 0 0,1-1 1 0 0,-1 1-1 0 0,0 0 0 0 0,1 0 0 0 0,-1-1 0 0 0,0 1 0 0 0,0 0 1 0 0,0 0-1 0 0,0 1 0 0 0,0-1 0 0 0,0 0 0 0 0,0 0 0 0 0,1 3 0 0 0,5 6-8 0 0,0 0-1 0 0,-1 0 1 0 0,6 15-1 0 0,-3-7 30 0 0,20 35 201 0 0,66 85 1 0 0,-76-115-277 0 0,1 0-1 0 0,1-1 1 0 0,1-2-1 0 0,1 0 1 0 0,39 25-1 0 0,-7-9-1798 0 0,-28-19-5933 0 0</inkml:trace>
</inkml:ink>
</file>

<file path=ppt/ink/ink2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9:15.220"/>
    </inkml:context>
    <inkml:brush xml:id="br0">
      <inkml:brushProperty name="width" value="0.1" units="cm"/>
      <inkml:brushProperty name="height" value="0.1" units="cm"/>
    </inkml:brush>
  </inkml:definitions>
  <inkml:trace contextRef="#ctx0" brushRef="#br0">291 89 7370 0 0,'-3'-7'494'0'0,"-1"0"1"0"0,0 0 0 0 0,0 0-1 0 0,-1 1 1 0 0,0-1 0 0 0,0 1-1 0 0,0 0 1 0 0,-1 1 0 0 0,0-1-1 0 0,-7-4 1 0 0,10 8-282 0 0,-1 0 1 0 0,0 0-1 0 0,1 1 0 0 0,-1-1 1 0 0,0 1-1 0 0,0 0 0 0 0,0 0 0 0 0,0 0 1 0 0,0 0-1 0 0,0 1 0 0 0,0 0 1 0 0,0 0-1 0 0,0 0 0 0 0,0 0 1 0 0,0 1-1 0 0,0-1 0 0 0,0 1 1 0 0,0 0-1 0 0,0 0 0 0 0,0 0 0 0 0,-6 4 1 0 0,3-1-11 0 0,-1 1 1 0 0,1 0-1 0 0,0 0 0 0 0,1 0 1 0 0,-1 1-1 0 0,1 0 1 0 0,0 1-1 0 0,0-1 1 0 0,1 1-1 0 0,0 0 1 0 0,0 0-1 0 0,1 1 0 0 0,-1 0 1 0 0,2-1-1 0 0,-1 1 1 0 0,-3 16-1 0 0,-2 6-13 0 0,1 0 1 0 0,1 1-1 0 0,-2 41 0 0 0,5-35-102 0 0,1 0 0 0 0,3 0 0 0 0,1 0 0 0 0,1 0 0 0 0,14 63 0 0 0,-14-87-51 0 0,2 0 0 0 0,0 1 0 0 0,0-2 0 0 0,2 1 1 0 0,-1-1-1 0 0,1 1 0 0 0,1-2 0 0 0,0 1 0 0 0,1-1 0 0 0,0 0 1 0 0,1 0-1 0 0,0-1 0 0 0,1-1 0 0 0,0 1 0 0 0,0-1 0 0 0,1-1 1 0 0,0 0-1 0 0,22 11 0 0 0,-15-10 2 0 0,1-1 0 0 0,1-1 0 0 0,-1-1 0 0 0,1 0 0 0 0,0-2-1 0 0,1 0 1 0 0,-1-2 0 0 0,0 0 0 0 0,29-1 0 0 0,-34-2-287 0 0,0-1-1 0 0,0 0 1 0 0,-1-1 0 0 0,1 0 0 0 0,-1-1-1 0 0,0-1 1 0 0,0 0 0 0 0,0-1-1 0 0,-1 0 1 0 0,0-2 0 0 0,0 1-1 0 0,-1-1 1 0 0,20-17 0 0 0,-6 1-1154 0 0,-1 0-6 0 0</inkml:trace>
</inkml:ink>
</file>

<file path=ppt/ink/ink2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9:15.538"/>
    </inkml:context>
    <inkml:brush xml:id="br0">
      <inkml:brushProperty name="width" value="0.1" units="cm"/>
      <inkml:brushProperty name="height" value="0.1" units="cm"/>
    </inkml:brush>
  </inkml:definitions>
  <inkml:trace contextRef="#ctx0" brushRef="#br0">2 171 10594 0 0,'-1'0'48'0'0,"1"0"0"0"0,0-1 0 0 0,0 1 0 0 0,0 0 0 0 0,0 0 0 0 0,0-1 0 0 0,0 1 0 0 0,-1 0 0 0 0,1 0 0 0 0,0 0 0 0 0,0-1 0 0 0,0 1 0 0 0,0 0 0 0 0,0 0 0 0 0,0-1 0 0 0,0 1 0 0 0,0 0 0 0 0,0 0 0 0 0,0-1 0 0 0,0 1 0 0 0,0 0 0 0 0,0 0 0 0 0,0-1 0 0 0,1 1 0 0 0,-1 0 0 0 0,0 0 0 0 0,0-1 0 0 0,0 1 0 0 0,0 0 0 0 0,0 0 0 0 0,0 0 0 0 0,1-1 0 0 0,-1 1 0 0 0,0 0 0 0 0,0 0 0 0 0,0 0 0 0 0,0 0 0 0 0,1-1 0 0 0,-1 1 0 0 0,0 0 0 0 0,0 0 0 0 0,1 0 0 0 0,-1 0 0 0 0,0 0 0 0 0,17-1 1737 0 0,17 9 832 0 0,-8 5-1133 0 0,-1 0 0 0 0,32 23 0 0 0,-34-20-1108 0 0,1-1 1 0 0,0-1 0 0 0,44 17 0 0 0,-62-28-343 0 0,1-1 1 0 0,0 0-1 0 0,0 0 1 0 0,0-1-1 0 0,0 0 1 0 0,0 0-1 0 0,0-1 1 0 0,0 0-1 0 0,1 0 1 0 0,-1-1-1 0 0,0 0 1 0 0,0 0-1 0 0,0 0 1 0 0,0-1-1 0 0,-1 0 1 0 0,1-1-1 0 0,0 1 1 0 0,12-8-1 0 0,-15 7-14 0 0,1 0 0 0 0,-1 0 0 0 0,1-1 0 0 0,-1 0 0 0 0,0 0 0 0 0,-1 0 0 0 0,1 0 0 0 0,-1-1 1 0 0,1 1-1 0 0,-1-1 0 0 0,-1 0 0 0 0,1 0 0 0 0,-1 0 0 0 0,1 0 0 0 0,-2 0 0 0 0,3-7 0 0 0,0-7 171 0 0,-1-1 0 0 0,-1 1 1 0 0,0-28-1 0 0,1-10-2477 0 0,8 4-3528 0 0</inkml:trace>
</inkml:ink>
</file>

<file path=ppt/ink/ink2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9:15.759"/>
    </inkml:context>
    <inkml:brush xml:id="br0">
      <inkml:brushProperty name="width" value="0.1" units="cm"/>
      <inkml:brushProperty name="height" value="0.1" units="cm"/>
    </inkml:brush>
  </inkml:definitions>
  <inkml:trace contextRef="#ctx0" brushRef="#br0">1 1 12443 0 0,'2'5'373'0'0,"-1"1"0"0"0,2 0-1 0 0,-1-1 1 0 0,1 1 0 0 0,-1-1 0 0 0,2 0 0 0 0,-1 0 0 0 0,0 0 0 0 0,6 6 0 0 0,5 7 451 0 0,28 56 2599 0 0,-19-33-2676 0 0,29 40 0 0 0,-31-62-2108 0 0,-18-17 673 0 0,0 0-1 0 0,0-1 0 0 0,1 1 0 0 0,-1-1 0 0 0,0 0 0 0 0,0 0 0 0 0,1 0 0 0 0,-1-1 0 0 0,7 2 0 0 0,4-3-2052 0 0</inkml:trace>
</inkml:ink>
</file>

<file path=ppt/ink/ink2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9:15.967"/>
    </inkml:context>
    <inkml:brush xml:id="br0">
      <inkml:brushProperty name="width" value="0.1" units="cm"/>
      <inkml:brushProperty name="height" value="0.1" units="cm"/>
    </inkml:brush>
  </inkml:definitions>
  <inkml:trace contextRef="#ctx0" brushRef="#br0">1 7 11522 0 0,'0'-1'59'0'0,"0"1"0"0"0,0-1 0 0 0,0 1 0 0 0,0 0 0 0 0,0-1 0 0 0,1 1 0 0 0,-1 0 0 0 0,0 0-1 0 0,0-1 1 0 0,1 1 0 0 0,-1 0 0 0 0,0-1 0 0 0,0 1 0 0 0,1 0 0 0 0,-1 0 0 0 0,0-1-1 0 0,1 1 1 0 0,-1 0 0 0 0,0 0 0 0 0,1 0 0 0 0,-1 0 0 0 0,0 0 0 0 0,1-1 0 0 0,-1 1-1 0 0,1 0 1 0 0,-1 0 0 0 0,0 0 0 0 0,1 0 0 0 0,-1 0 0 0 0,1 0 0 0 0,-1 0 0 0 0,0 0 0 0 0,1 0-1 0 0,-1 0 1 0 0,0 1 0 0 0,1-1 0 0 0,-1 0 0 0 0,0 0 0 0 0,1 0 0 0 0,0 1 0 0 0,19 5 2355 0 0,-17-5-2112 0 0,13 5 339 0 0,0 2 1 0 0,-1 0-1 0 0,0 1 0 0 0,0 0 1 0 0,-1 1-1 0 0,0 1 1 0 0,21 20-1 0 0,-2 3 184 0 0,46 61-1 0 0,-52-59-560 0 0,-1 1-1 0 0,-2 1 1 0 0,-2 1 0 0 0,-1 1-1 0 0,18 50 1 0 0,-32-71-250 0 0,-2 0 0 0 0,0 0 0 0 0,0 1 0 0 0,-2-1 1 0 0,-1 1-1 0 0,0 0 0 0 0,-1-1 0 0 0,-2 1 0 0 0,0 0 0 0 0,0 0 0 0 0,-2 0 0 0 0,-1-1 1 0 0,0 0-1 0 0,-9 25 0 0 0,-34 57-749 0 0,21-49 344 0 0</inkml:trace>
</inkml:ink>
</file>

<file path=ppt/ink/ink2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9:31.338"/>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1462 725 2761 0 0,'-132'-15'247'0'0,"-221"1"0"0"0,296 13-251 0 0,-87 2 33 0 0,-169 23 0 0 0,216-10 938 0 0,1 4 1 0 0,-157 53 0 0 0,237-65-827 0 0,26-8-182 0 0,27-9-656 0 0,192-66-1969 0 0,120-25 4238 0 0,-61 18 179 0 0,-239 69-1562 0 0,598-186 656 0 0,-191 59-902 0 0,79-26 1587 0 0,-512 160-1266 0 0,-12 4-137 0 0,1 0 1 0 0,1 0-1 0 0,19-2 1 0 0,-63 12-102 0 0,1 2 0 0 0,-52 19-1 0 0,25-7 68 0 0,-703 246 1146 0 0,357-123-1903 0 0,186-70 416 0 0,-122 43-644 0 0,258-83 416 0 0,2 3 0 0 0,-79 48 0 0 0,144-75 440 0 0,6-6 16 0 0,1 1-1 0 0,0 0 0 0 0,0 1 0 0 0,1-1 1 0 0,-1 1-1 0 0,1 1 0 0 0,0-1 1 0 0,0 1-1 0 0,1 0 0 0 0,-1 1 0 0 0,-5 9 1 0 0,10-14 80 0 0,1-1 1 0 0,0 1 0 0 0,-1 0-1 0 0,1-1 1 0 0,0 1-1 0 0,0-1 1 0 0,0 1 0 0 0,0-1-1 0 0,1 1 1 0 0,-1-1 0 0 0,0 1-1 0 0,1-1 1 0 0,-1 1 0 0 0,1-1-1 0 0,-1 1 1 0 0,1-1-1 0 0,0 1 1 0 0,-1-1 0 0 0,1 0-1 0 0,0 1 1 0 0,0-1 0 0 0,0 0-1 0 0,0 0 1 0 0,0 0-1 0 0,0 0 1 0 0,1 0 0 0 0,-1 0-1 0 0,0 0 1 0 0,0 0 0 0 0,1 0-1 0 0,-1 0 1 0 0,2 0 0 0 0,6 4 271 0 0,0-1 0 0 0,0 1 0 0 0,16 3 1 0 0,4 0-385 0 0,0-2 1 0 0,1-1-1 0 0,-1-1 0 0 0,1-1 1 0 0,0-2-1 0 0,-1-1 1 0 0,1-2-1 0 0,40-6 1 0 0,32-11-546 0 0,103-34 0 0 0,-147 37 656 0 0,705-224 3525 0 0,-334 99-2157 0 0,138-48-860 0 0,-527 179-475 0 0,-40 10-91 0 0,0 0 1 0 0,0 0 0 0 0,0 0-1 0 0,0 0 1 0 0,0 0 0 0 0,0 1 0 0 0,0-1-1 0 0,0 0 1 0 0,0 0 0 0 0,0 0 0 0 0,-1 0-1 0 0,1 0 1 0 0,0 0 0 0 0,0 0 0 0 0,0 0-1 0 0,0 0 1 0 0,0 0 0 0 0,0 0 0 0 0,0 0-1 0 0,0 0 1 0 0,0 0 0 0 0,0 1 0 0 0,0-1-1 0 0,0 0 1 0 0,0 0 0 0 0,0 0-1 0 0,0 0 1 0 0,0 0 0 0 0,0 0 0 0 0,0 0-1 0 0,0 0 1 0 0,0 0 0 0 0,0 0 0 0 0,0 0-1 0 0,0 1 1 0 0,0-1 0 0 0,0 0 0 0 0,0 0-1 0 0,0 0 1 0 0,0 0 0 0 0,0 0 0 0 0,0 0-1 0 0,0 0 1 0 0,0 0 0 0 0,0 0 0 0 0,0 0-1 0 0,1 0 1 0 0,-1 0 0 0 0,0 1-1 0 0,0-1 1 0 0,-22 11 93 0 0,-202 97 339 0 0,-306 137-107 0 0,488-228-339 0 0,-307 115-472 0 0,379-143 57 0 0,-1-1-1 0 0,28-17 1 0 0,88-53-1812 0 0,-55 32 714 0 0,440-233-1904 0 0,92-12 4467 0 0,-597 284-452 0 0,2 1-1 0 0,-1 2 1 0 0,1 0 0 0 0,0 2 0 0 0,0 1 0 0 0,35-2 0 0 0,-60 7-531 0 0,-1 0 0 0 0,0 0 1 0 0,0 0-1 0 0,0 0 0 0 0,0 0 1 0 0,0 0-1 0 0,1 0 0 0 0,-1 0 1 0 0,0 0-1 0 0,0 1 0 0 0,0-1 1 0 0,0 0-1 0 0,0 1 0 0 0,0-1 1 0 0,0 1-1 0 0,0-1 0 0 0,0 1 1 0 0,0-1-1 0 0,0 1 0 0 0,0 0 1 0 0,0 0-1 0 0,1 1 0 0 0,-2-2-13 0 0,0 1 0 0 0,0 0 0 0 0,0 0 0 0 0,0 0-1 0 0,0 0 1 0 0,0 0 0 0 0,0 0 0 0 0,0 0 0 0 0,0 0 0 0 0,0 0-1 0 0,-1 0 1 0 0,1 0 0 0 0,0-1 0 0 0,-1 1 0 0 0,1 0 0 0 0,0 0-1 0 0,-1 0 1 0 0,1 0 0 0 0,-1-1 0 0 0,-1 2 0 0 0,-5 7 165 0 0,-1 0 1 0 0,0-1-1 0 0,-12 9 1 0 0,17-15-177 0 0,-369 304 1984 0 0,216-191-1850 0 0,-210 116 0 0 0,125-84-1009 0 0,64-33-1746 0 0,280-200-5426 0 0,-35 26 6944 0 0,-9 10 749 0 0,91-73 1624 0 0,-117 99-599 0 0,1 1 1 0 0,62-30-1 0 0,-94 51-654 0 0,4-1 120 0 0,0 0 0 0 0,0 0 0 0 0,1 1-1 0 0,-1-1 1 0 0,0 1 0 0 0,1 1 0 0 0,0-1 0 0 0,-1 1-1 0 0,1 0 1 0 0,0 1 0 0 0,7-1 0 0 0,-14 1-139 0 0,1 1 0 0 0,-1-1 0 0 0,1 0-1 0 0,-1 0 1 0 0,0 0 0 0 0,1 1 0 0 0,-1-1 0 0 0,1 0 0 0 0,-1 0 0 0 0,1 1 0 0 0,-1-1 0 0 0,0 0 0 0 0,1 1 0 0 0,-1-1 0 0 0,0 0 0 0 0,0 1 0 0 0,1-1-1 0 0,-1 1 1 0 0,0-1 0 0 0,0 1 0 0 0,1-1 0 0 0,-1 0 0 0 0,0 1 0 0 0,0-1 0 0 0,0 1 0 0 0,0-1 0 0 0,0 1 0 0 0,0-1 0 0 0,1 1 0 0 0,-1-1 0 0 0,0 1-1 0 0,-1-1 1 0 0,1 1 0 0 0,0-1 0 0 0,0 1 0 0 0,0-1 0 0 0,0 1 0 0 0,0-1 0 0 0,0 1 0 0 0,-1-1 0 0 0,1 0 0 0 0,0 2 0 0 0,-12 20 621 0 0,11-20-614 0 0,-46 64 936 0 0,-65 71 0 0 0,41-52-779 0 0,-307 326 766 0 0,358-390-783 0 0,1-3 219 0 0,0 0 0 0 0,2 2-1 0 0,0 1 1 0 0,1 0 0 0 0,-14 25 0 0 0,30-46-389 0 0,1 0 0 0 0,-1 0 0 0 0,0 0 0 0 0,0 0 1 0 0,1 0-1 0 0,-1 0 0 0 0,0 0 0 0 0,1 0 0 0 0,-1 0 0 0 0,0 0 1 0 0,1 0-1 0 0,-1 0 0 0 0,0 0 0 0 0,0 0 0 0 0,1 0 0 0 0,-1 0 1 0 0,0 0-1 0 0,1 0 0 0 0,-1 0 0 0 0,0 0 0 0 0,0 0 1 0 0,1 1-1 0 0,-1-1 0 0 0,0 0 0 0 0,0 0 0 0 0,1 0 0 0 0,-1 1 1 0 0,0-1-1 0 0,0 0 0 0 0,1 0 0 0 0,-1 0 0 0 0,0 1 0 0 0,0-1 1 0 0,0 0-1 0 0,0 0 0 0 0,1 1 0 0 0,-1-1 0 0 0,0 0 0 0 0,0 1 1 0 0,0-1-1 0 0,0 0 0 0 0,0 1 0 0 0,0-1 0 0 0,0 0 0 0 0,0 0 1 0 0,0 1-1 0 0,0-1 0 0 0,0 0 0 0 0,0 1 0 0 0,0-1 0 0 0,0 0 1 0 0,0 1-1 0 0,0-1 0 0 0,0 0 0 0 0,0 0 0 0 0,0 1 1 0 0,-1-1-1 0 0,1 0 0 0 0,0 1 0 0 0,0-1 0 0 0,-1 0 0 0 0,27-13-1006 0 0,-7-1-440 0 0,25-26-1 0 0,-34 30 742 0 0,45-41-4349 0 0</inkml:trace>
</inkml:ink>
</file>

<file path=ppt/ink/ink2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9:31.516"/>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468 87 2745 0 0,'28'-22'116'0'0,"-9"6"-50"0"0,43-27 0 0 0,-60 42-6 0 0,0 0 0 0 0,0 0 0 0 0,1 1 0 0 0,-1-1 0 0 0,0 1 1 0 0,0-1-1 0 0,0 1 0 0 0,1 0 0 0 0,-1 0 0 0 0,0 0 0 0 0,0 0 1 0 0,1 0-1 0 0,-1 0 0 0 0,0 1 0 0 0,0-1 0 0 0,0 1 0 0 0,0 0 1 0 0,0-1-1 0 0,1 1 0 0 0,-1 0 0 0 0,-1 0 0 0 0,1 0 0 0 0,3 2 1 0 0,-1 0 153 0 0,-1 0 0 0 0,1 0 1 0 0,-1 0-1 0 0,0 0 1 0 0,0 0-1 0 0,0 0 0 0 0,0 1 1 0 0,0 0-1 0 0,-1-1 0 0 0,3 6 1 0 0,-1 1 160 0 0,-1-1-1 0 0,-1 1 1 0 0,1 0 0 0 0,-2 0 0 0 0,1 0 0 0 0,-1 0 0 0 0,-1 0 0 0 0,0 0-1 0 0,0 0 1 0 0,-4 16 0 0 0,-3 12 571 0 0,-16 51-1 0 0,23-87-925 0 0,-35 108 506 0 0,-5-1-1 0 0,-5-2 1 0 0,-4-3-1 0 0,-5-1 1 0 0,-4-3-1 0 0,-5-3 1 0 0,-90 108-1 0 0,1-23-1391 0 0</inkml:trace>
</inkml:ink>
</file>

<file path=ppt/ink/ink2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9:31.670"/>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153 0 6913 0 0,'4'4'59'0'0,"-1"0"0"0"0,0 1 0 0 0,0-1 0 0 0,0 1-1 0 0,0-1 1 0 0,-1 1 0 0 0,0 0 0 0 0,0 0 0 0 0,0 0-1 0 0,-1 0 1 0 0,1 0 0 0 0,-1 0 0 0 0,1 10 0 0 0,-1 6 140 0 0,-1 0 1 0 0,-3 27 0 0 0,1-19 229 0 0,-49 414 3125 0 0,30-332-2507 0 0,-6-1 0 0 0,-39 106-1 0 0,61-204-992 0 0,3-9-34 0 0,0 1-1 0 0,1-1 1 0 0,-1 1 0 0 0,1 0 0 0 0,0-1 0 0 0,1 1 0 0 0,-1 0 0 0 0,0 7-1 0 0,3-12-172 0 0,-1-1 0 0 0,1 1 0 0 0,0-1-1 0 0,-1 1 1 0 0,1-1 0 0 0,-1 1 0 0 0,1-1-1 0 0,-1 0 1 0 0,0 0 0 0 0,2-3 0 0 0,33-62-4523 0 0,-12 17 635 0 0</inkml:trace>
</inkml:ink>
</file>

<file path=ppt/ink/ink2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9:32.639"/>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1135 839 2385 0 0,'65'-210'108'0'0,"15"-20"2402"0"0,-72 209-2248 0 0,11-28 600 0 0,5-15 546 0 0,3 2 0 0 0,51-90 1 0 0,-118 257 2043 0 0,-118 302-1697 0 0,124-307-1534 0 0,-34 165 0 0 0,68-233-300 0 0,0-32 63 0 0,0 1 1 0 0,0-1-1 0 0,0 0 0 0 0,0 1 0 0 0,0-1 1 0 0,0 0-1 0 0,0 1 0 0 0,0-1 0 0 0,0 0 1 0 0,0 0-1 0 0,1 1 0 0 0,-1-1 0 0 0,0 0 1 0 0,0 0-1 0 0,0 1 0 0 0,1-1 0 0 0,-1 0 1 0 0,0 0-1 0 0,0 0 0 0 0,0 1 0 0 0,1-1 1 0 0,-1 0-1 0 0,0 0 0 0 0,0 0 1 0 0,1 0-1 0 0,-1 0 0 0 0,0 0 0 0 0,1 1 1 0 0,-1-1-1 0 0,0 0 0 0 0,0 0 0 0 0,1 0 1 0 0,13-12-1070 0 0,-7 1 628 0 0,-1 0 0 0 0,0-1 0 0 0,0 0 0 0 0,-1 0 0 0 0,-1 0 0 0 0,0-1 0 0 0,0 0-1 0 0,-2 1 1 0 0,3-25 0 0 0,-1-11 40 0 0,-4-60 0 0 0,-16-118 1833 0 0,7 146 550 0 0,4-1 0 0 0,9-152 0 0 0,-3 230-1883 0 0,-1 0 0 0 0,0 0-1 0 0,1-1 1 0 0,0 1 0 0 0,0 1-1 0 0,0-1 1 0 0,0 0 0 0 0,2-4-1 0 0,-3 7-69 0 0,0-1 0 0 0,0 1 0 0 0,0 0 0 0 0,1 0 0 0 0,-1 0 0 0 0,0 0 0 0 0,0 0 0 0 0,0 0 0 0 0,0-1 0 0 0,0 1 0 0 0,1 0 0 0 0,-1 0 0 0 0,0 0 0 0 0,0 0 0 0 0,0 0 0 0 0,0 0 0 0 0,1 0 0 0 0,-1 0 0 0 0,0 0-1 0 0,0 0 1 0 0,0 0 0 0 0,0 0 0 0 0,1 0 0 0 0,-1 0 0 0 0,0 0 0 0 0,0 0 0 0 0,0 0 0 0 0,1 0 0 0 0,-1 0 0 0 0,0 0 0 0 0,0 0 0 0 0,0 0 0 0 0,0 0 0 0 0,1 0 0 0 0,-1 1 0 0 0,0-1 0 0 0,0 0 0 0 0,0 0 0 0 0,0 0-1 0 0,0 0 1 0 0,0 0 0 0 0,1 0 0 0 0,-1 1 0 0 0,8 16 271 0 0,-1 7-80 0 0,-2 0-1 0 0,-1 0 1 0 0,-1 0-1 0 0,1 29 1 0 0,-7 101 192 0 0,2-136-352 0 0,-71 580-76 0 0,19-235-287 0 0,38-237 347 0 0,-53 209 0 0 0,97-392-2598 0 0,-16 19 1645 0 0,-1-1 0 0 0,13-81 1 0 0,-3-83 241 0 0,-10 71 1360 0 0,-11 120-452 0 0,0 5 46 0 0,-1 0 1 0 0,1 1-1 0 0,1-1 0 0 0,-1 0 0 0 0,1 0 0 0 0,0 0 1 0 0,5-10-1 0 0,-6 16-240 0 0,-1 1 0 0 0,0-1 0 0 0,1 1 1 0 0,-1 0-1 0 0,0-1 0 0 0,1 1 0 0 0,-1 0 0 0 0,0-1 1 0 0,1 1-1 0 0,-1 0 0 0 0,1 0 0 0 0,-1-1 0 0 0,0 1 1 0 0,1 0-1 0 0,-1 0 0 0 0,1 0 0 0 0,-1 0 0 0 0,1 0 1 0 0,-1-1-1 0 0,1 1 0 0 0,-1 0 0 0 0,1 0 0 0 0,-1 0 0 0 0,1 0 1 0 0,-1 0-1 0 0,0 1 0 0 0,1-1 0 0 0,-1 0 0 0 0,1 0 1 0 0,-1 0-1 0 0,1 0 0 0 0,-1 0 0 0 0,1 1 0 0 0,-1-1 1 0 0,0 0-1 0 0,1 0 0 0 0,-1 1 0 0 0,1-1 0 0 0,-1 0 1 0 0,0 0-1 0 0,1 1 0 0 0,-1-1 0 0 0,0 1 0 0 0,1-1 1 0 0,-1 1-1 0 0,15 19 684 0 0,-7-5-498 0 0,-1 1 0 0 0,0 0 0 0 0,-1 0 0 0 0,-1 1 0 0 0,5 30 0 0 0,6 91 431 0 0,-12-94-433 0 0,3 74 267 0 0,-5 1 0 0 0,-23 214 0 0 0,-70 234-44 0 0,44-307-265 0 0,29-158-124 0 0,-30 200-118 0 0,26 2 21 0 0,27-265-1108 0 0,14-94-4148 0 0,-17 47 5310 0 0,62-231 1724 0 0,-49 195-1496 0 0,2 0 0 0 0,1 0 0 0 0,31-49 0 0 0,-41 81-426 0 0,1-3-1290 0 0,-17 25 968 0 0,-16 21 1155 0 0,-22 29-131 0 0,-60 62 0 0 0,91-107-525 0 0,-1-1 0 0 0,0 0 0 0 0,-1 0 0 0 0,0-2 0 0 0,-1 0 0 0 0,-1-1 1 0 0,0-1-1 0 0,-37 14 0 0 0,52-23 33 0 0,0 0-1 0 0,0 1 1 0 0,0-2 0 0 0,0 1 0 0 0,0 0-1 0 0,0-1 1 0 0,0 0 0 0 0,0 0 0 0 0,0 0 0 0 0,-1 0-1 0 0,1-1 1 0 0,0 1 0 0 0,-6-3 0 0 0,8 2-29 0 0,0 0 1 0 0,0-1 0 0 0,0 1 0 0 0,0 0 0 0 0,0-1-1 0 0,0 0 1 0 0,0 1 0 0 0,0-1 0 0 0,1 0 0 0 0,-1 0-1 0 0,1 0 1 0 0,-1 0 0 0 0,1 0 0 0 0,0 0 0 0 0,0-1-1 0 0,0 1 1 0 0,0 0 0 0 0,0-1 0 0 0,0 1 0 0 0,1 0-1 0 0,-1-1 1 0 0,1 1 0 0 0,-1-5 0 0 0,-1-36-706 0 0,2 0 1 0 0,2 0-1 0 0,15-85 1 0 0,-8 72 23 0 0,19-133-1457 0 0,35-364-933 0 0,-61 501 3017 0 0,3-296 3464 0 0,-5 339-3274 0 0,-1-1-1 0 0,0 0 1 0 0,0 1 0 0 0,-1-1-1 0 0,-1 1 1 0 0,-4-13-1 0 0,7 20-111 0 0,-1 1-1 0 0,0-1 1 0 0,0 1 0 0 0,1-1-1 0 0,-1 0 1 0 0,0 1-1 0 0,-1 0 1 0 0,1-1 0 0 0,0 1-1 0 0,0 0 1 0 0,-1 0 0 0 0,1-1-1 0 0,0 1 1 0 0,-1 0-1 0 0,1 0 1 0 0,-1 0 0 0 0,0 1-1 0 0,1-1 1 0 0,-1 0-1 0 0,0 1 1 0 0,1-1 0 0 0,-1 1-1 0 0,0-1 1 0 0,0 1 0 0 0,1 0-1 0 0,-1 0 1 0 0,0 0-1 0 0,0 0 1 0 0,0 0 0 0 0,1 0-1 0 0,-1 0 1 0 0,0 1-1 0 0,0-1 1 0 0,1 0 0 0 0,-1 1-1 0 0,0 0 1 0 0,1-1 0 0 0,-1 1-1 0 0,0 0 1 0 0,1 0-1 0 0,-2 1 1 0 0,-8 4 43 0 0,1 1-1 0 0,0 0 1 0 0,0 1 0 0 0,1-1 0 0 0,0 2-1 0 0,0-1 1 0 0,1 1 0 0 0,-13 20-1 0 0,-4 8 350 0 0,-20 43 0 0 0,36-64-322 0 0,-105 211 815 0 0,-6 9-578 0 0,82-168-303 0 0,-65 87 0 0 0,85-132 71 0 0,-1 0 0 0 0,-1 0 0 0 0,-1-2 0 0 0,0-1 0 0 0,-2-1 0 0 0,-1 0 0 0 0,-32 19 0 0 0,55-37-71 0 0,-1-1 0 0 0,1 1 0 0 0,-1 0 0 0 0,1 0 0 0 0,-1-1 0 0 0,0 1 0 0 0,1-1 0 0 0,-1 0 0 0 0,1 1 0 0 0,-1-1 0 0 0,0 0 0 0 0,-1 0 0 0 0,2 0-46 0 0,1 0 0 0 0,-1-1 1 0 0,0 1-1 0 0,1 0 0 0 0,-1-1 0 0 0,1 1 1 0 0,-1-1-1 0 0,1 1 0 0 0,-1 0 0 0 0,1-1 1 0 0,-1 1-1 0 0,1-1 0 0 0,-1 0 0 0 0,1 1 1 0 0,0-1-1 0 0,-1 1 0 0 0,1-1 1 0 0,0 1-1 0 0,-1-1 0 0 0,1 0 0 0 0,0 1 1 0 0,0-1-1 0 0,0 0 0 0 0,0 1 0 0 0,0-1 1 0 0,-1 0-1 0 0,1 1 0 0 0,0-1 1 0 0,1 0-1 0 0,-1 1 0 0 0,0-1 0 0 0,0 0 1 0 0,0 0-1 0 0,3-24-1197 0 0</inkml:trace>
</inkml:ink>
</file>

<file path=ppt/ink/ink2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9:33.736"/>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1808 757 1840 0 0,'126'-318'6355'0'0,"-260"566"592"0"0,-124 150-5007 0 0,180-288-1617 0 0,-97 134 248 0 0,120-176 333 0 0,-90 89-1 0 0,138-150-816 0 0,-29 24 219 0 0,35-29-286 0 0,-1-1 0 0 0,0 1 0 0 0,0-1 0 0 0,1 0 0 0 0,-1 0 0 0 0,0 0 0 0 0,0 0 0 0 0,0 0 0 0 0,0-1 0 0 0,0 1 0 0 0,0 0 0 0 0,-1-1 0 0 0,1 0 0 0 0,0 1 0 0 0,0-1 0 0 0,0 0 0 0 0,-3 0 0 0 0,5-1-50 0 0,-1 1-1 0 0,1 0 0 0 0,-1 0 1 0 0,1-1-1 0 0,-1 1 0 0 0,1-1 1 0 0,0 1-1 0 0,-1-1 1 0 0,1 1-1 0 0,-1 0 0 0 0,1-1 1 0 0,0 1-1 0 0,0-1 0 0 0,-1 0 1 0 0,1 1-1 0 0,0-1 0 0 0,0 1 1 0 0,-1-1-1 0 0,1 1 0 0 0,0-1 1 0 0,0 1-1 0 0,0-1 0 0 0,0 0 1 0 0,0 1-1 0 0,0-1 0 0 0,0 1 1 0 0,0-1-1 0 0,0 0 0 0 0,0 1 1 0 0,0-1-1 0 0,1 0 0 0 0,5-24-597 0 0,-5 22 536 0 0,26-68-2593 0 0,58-113 1 0 0,-29 70 867 0 0,35-84-937 0 0,256-498-3851 0 0,-213 489 6218 0 0,-114 182 800 0 0,0 0 0 0 0,1 1 0 0 0,2 1-1 0 0,0 1 1 0 0,42-30 0 0 0,-60 48-157 0 0,1 1-1 0 0,-1-1 1 0 0,1 1 0 0 0,0 1 0 0 0,0-1 0 0 0,1 1 0 0 0,-1 0 0 0 0,0 0 0 0 0,1 1 0 0 0,-1-1 0 0 0,1 1 0 0 0,0 1 0 0 0,13 0 0 0 0,-15 1 17 0 0,0 0 1 0 0,0 0-1 0 0,0 0 1 0 0,0 1 0 0 0,0 0-1 0 0,0 0 1 0 0,0 0-1 0 0,0 1 1 0 0,-1-1-1 0 0,0 1 1 0 0,1 0-1 0 0,-1 1 1 0 0,0-1 0 0 0,0 1-1 0 0,0 0 1 0 0,-1 0-1 0 0,6 7 1 0 0,2 6 206 0 0,0 1 0 0 0,-2 1 1 0 0,0 0-1 0 0,-1 0 0 0 0,0 1 1 0 0,-2-1-1 0 0,0 1 1 0 0,-2 1-1 0 0,5 39 0 0 0,-5-8 263 0 0,-3 0 0 0 0,-10 95 0 0 0,0-76-427 0 0,-4 0-1 0 0,-23 73 1 0 0,-56 132 348 0 0,46-143-292 0 0,38-111-366 0 0,4-11-108 0 0,0 1 0 0 0,0 0 0 0 0,1 0 0 0 0,0 0-1 0 0,-1 18 1 0 0,107-218-10769 0 0,9-30 7362 0 0,-2 9 1973 0 0,-12 20 1869 0 0,-78 167 917 0 0,-24 33-289 0 0,-44 78 2172 0 0,-72 100 1 0 0,-73 74-1381 0 0,112-156-1386 0 0,14-18-308 0 0,-4-3 1 0 0,-3-3-1 0 0,-150 127 1 0 0,-124 45-379 0 0,300-226 206 0 0,-2-1 0 0 0,0-3-1 0 0,-2-2 1 0 0,-1-2 0 0 0,-86 22 0 0 0,122-39-289 0 0,1-1 0 0 0,-1-1 1 0 0,0 0-1 0 0,0-1 0 0 0,0-1 0 0 0,0 0 0 0 0,0-1 1 0 0,0-1-1 0 0,1-1 0 0 0,-1 0 0 0 0,1-2 0 0 0,-1 1 0 0 0,1-2 1 0 0,1 0-1 0 0,-1-1 0 0 0,1-1 0 0 0,0 0 0 0 0,1-1 1 0 0,0 0-1 0 0,0-1 0 0 0,1-1 0 0 0,0 0 0 0 0,-13-17 1 0 0,2 0-230 0 0,2-2 0 0 0,1 0 0 0 0,-34-66 0 0 0,-8-12 1086 0 0,62 108-374 0 0,0 0 0 0 0,1-1 1 0 0,-1 1-1 0 0,1 0 1 0 0,-1-1-1 0 0,0 1 0 0 0,1 0 1 0 0,-1 0-1 0 0,0 0 1 0 0,1 0-1 0 0,-1-1 0 0 0,0 1 1 0 0,0 0-1 0 0,1 0 1 0 0,-1 0-1 0 0,0 1 0 0 0,1-1 1 0 0,-1 0-1 0 0,0 0 1 0 0,1 0-1 0 0,-8 6 1059 0 0,7-6-1059 0 0,1 1 0 0 0,0-1 1 0 0,-1 1-1 0 0,1 0 1 0 0,0-1-1 0 0,-1 1 0 0 0,1 0 1 0 0,-23 46 455 0 0,19-37-365 0 0,-42 91 96 0 0,-48 113 174 0 0,92-210-310 0 0,0 1 0 0 0,0-1 0 0 0,1 1 0 0 0,-1 0 1 0 0,1-1-1 0 0,0 1 0 0 0,1 0 0 0 0,-1 0 1 0 0,1 0-1 0 0,0 0 0 0 0,0 0 0 0 0,0 0 1 0 0,1-1-1 0 0,1 9 0 0 0,0-9-50 0 0,0-1 0 0 0,0 0 0 0 0,0 1 0 0 0,0-1 0 0 0,1 0 0 0 0,-1 0 0 0 0,1 0 0 0 0,-1-1-1 0 0,1 1 1 0 0,0-1 0 0 0,0 1 0 0 0,1-1 0 0 0,-1 0 0 0 0,0 0 0 0 0,1 0 0 0 0,-1-1 0 0 0,1 1 0 0 0,-1-1 0 0 0,6 1 0 0 0,7 3-73 0 0,0-2 1 0 0,1 0-1 0 0,-1-1 1 0 0,1 0-1 0 0,-1-1 1 0 0,1-1-1 0 0,20-3 0 0 0,117-21-198 0 0,-131 19 152 0 0,345-84-141 0 0,70-13-670 0 0,-111 61 684 0 0,-257 37 192 0 0,0 4 0 0 0,115 13 0 0 0,-167-11 43 0 0,-1 2 1 0 0,0 0-1 0 0,0 0 0 0 0,0 2 0 0 0,-1 0 0 0 0,28 14 0 0 0,-40-18 33 0 0,0 1 0 0 0,1-1 0 0 0,-2 1-1 0 0,1 0 1 0 0,0 0 0 0 0,0 0 0 0 0,-1 0 0 0 0,0 1-1 0 0,1-1 1 0 0,-1 1 0 0 0,-1 0 0 0 0,1 0-1 0 0,-1 0 1 0 0,1 0 0 0 0,-1 0 0 0 0,0 1 0 0 0,-1-1-1 0 0,1 1 1 0 0,-1-1 0 0 0,0 1 0 0 0,0 0 0 0 0,0 0-1 0 0,0-1 1 0 0,-1 1 0 0 0,0 0 0 0 0,0 0-1 0 0,0-1 1 0 0,-1 1 0 0 0,-1 6 0 0 0,-3 4 351 0 0,0-1 0 0 0,-1 1 1 0 0,0-1-1 0 0,-1 0 0 0 0,-1-1 1 0 0,0 1-1 0 0,-1-1 0 0 0,-1-1 0 0 0,-18 19 1 0 0,-6 4 93 0 0,-70 54 1 0 0,42-44-531 0 0,-2-3 0 0 0,-112 55 0 0 0,-150 42-2301 0 0,293-126 1785 0 0,11-3-315 0 0,0-1 0 0 0,-1-2 0 0 0,0 0-1 0 0,-47 7 1 0 0,115-46-3541 0 0,117-64 1046 0 0,226-122 2774 0 0,-88 83 4584 0 0,-245 114-2644 0 0,2 3 0 0 0,0 2 0 0 0,90-13 0 0 0,-128 27-1058 0 0,-1 1 1 0 0,28 1 0 0 0,-42 0-265 0 0,0 0 0 0 0,0 0 0 0 0,0 0 0 0 0,0 1-1 0 0,-1 0 1 0 0,1 0 0 0 0,0 0 0 0 0,0 0 0 0 0,-1 1 0 0 0,1-1 0 0 0,-1 1-1 0 0,1 0 1 0 0,-1 0 0 0 0,0 0 0 0 0,0 0 0 0 0,0 1 0 0 0,0 0 0 0 0,5 5-1 0 0,-6-4-19 0 0,-1 0 0 0 0,0 0-1 0 0,0 1 1 0 0,0-1 0 0 0,0 0 0 0 0,-1 1-1 0 0,1-1 1 0 0,-1 1 0 0 0,0-1-1 0 0,0 1 1 0 0,-1-1 0 0 0,0 0-1 0 0,-1 6 1 0 0,1-4 51 0 0,0 1 0 0 0,1-1 1 0 0,-1 1-1 0 0,1-1 0 0 0,2 10 0 0 0,-2-12-47 0 0,1 0 0 0 0,0-1-1 0 0,1 1 1 0 0,-1-1-1 0 0,1 0 1 0 0,-1 1-1 0 0,1-1 1 0 0,0 0-1 0 0,0 0 1 0 0,0 0 0 0 0,1 0-1 0 0,-1-1 1 0 0,1 1-1 0 0,0 0 1 0 0,4 2-1 0 0,-1-1 12 0 0,0-1-1 0 0,-1 1 0 0 0,2-2 0 0 0,-1 1 0 0 0,0-1 1 0 0,1 0-1 0 0,12 3 0 0 0,5-3 25 0 0,0 0 0 0 0,0-1 0 0 0,41-4 1 0 0,-19-2-133 0 0,1-2-1 0 0,-1-2 1 0 0,68-22 0 0 0,-12-9-6262 0 0</inkml:trace>
</inkml:ink>
</file>

<file path=ppt/ink/ink2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19:36.942"/>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427 545 3225 0 0,'-6'3'98'0'0,"-1"0"1"0"0,1 1-1 0 0,-1-1 1 0 0,1 1-1 0 0,0 1 0 0 0,0-1 1 0 0,1 1-1 0 0,-9 9 1 0 0,-8 6 86 0 0,-38 33 434 0 0,29-25 584 0 0,-47 33 1 0 0,65-55-288 0 0,12-14-245 0 0,15-17-82 0 0,314-420-3295 0 0,-320 432 2641 0 0,-5 8 38 0 0,0 0 0 0 0,0 1 0 0 0,0-1 0 0 0,1 0 0 0 0,0 1 0 0 0,0 0 0 0 0,0 0 0 0 0,0 0 0 0 0,10-6 0 0 0,-14 10 36 0 0,0 0-1 0 0,1 0 0 0 0,-1 0 1 0 0,0 0-1 0 0,1-1 0 0 0,-1 1 1 0 0,0 0-1 0 0,0 1 0 0 0,1-1 1 0 0,-1 0-1 0 0,0 0 0 0 0,1 0 1 0 0,-1 0-1 0 0,0 0 0 0 0,0 0 1 0 0,1 0-1 0 0,-1 0 0 0 0,0 0 1 0 0,1 1-1 0 0,-1-1 0 0 0,0 0 1 0 0,0 0-1 0 0,0 0 0 0 0,1 1 0 0 0,-1-1 1 0 0,0 0-1 0 0,0 0 0 0 0,0 0 1 0 0,1 1-1 0 0,-1-1 0 0 0,0 0 1 0 0,0 1-1 0 0,0-1 0 0 0,0 0 1 0 0,0 0-1 0 0,0 1 0 0 0,1-1 1 0 0,-1 0-1 0 0,0 1 0 0 0,0-1 1 0 0,0 0-1 0 0,0 0 0 0 0,0 1 1 0 0,0-1-1 0 0,0 0 0 0 0,0 1 1 0 0,-1-1-1 0 0,1 0 0 0 0,0 0 1 0 0,0 1-1 0 0,0-1 0 0 0,0 0 1 0 0,0 1-1 0 0,0-1 0 0 0,-1 1 1 0 0,-3 19 238 0 0,-85 256 2423 0 0,-45 170 3788 0 0,133-445-6369 0 0,1 1-1 0 0,-1 0 1 0 0,1-1-1 0 0,-1 1 1 0 0,1 0-1 0 0,0-1 1 0 0,0 1-1 0 0,0 0 0 0 0,0 0 1 0 0,0-1-1 0 0,1 1 1 0 0,-1 0-1 0 0,0-1 1 0 0,1 1-1 0 0,-1 0 1 0 0,1-1-1 0 0,-1 1 0 0 0,1 0 1 0 0,2 2-1 0 0,-2-3-96 0 0,0-1-1 0 0,0 1 0 0 0,0-1 1 0 0,0 0-1 0 0,0 1 0 0 0,0-1 1 0 0,0 0-1 0 0,0 0 0 0 0,1 0 0 0 0,-1 0 1 0 0,0 0-1 0 0,0 0 0 0 0,0 0 1 0 0,0 0-1 0 0,0 0 0 0 0,1 0 1 0 0,-1-1-1 0 0,0 1 0 0 0,0 0 1 0 0,0-1-1 0 0,0 1 0 0 0,0-1 1 0 0,0 1-1 0 0,0-1 0 0 0,0 0 1 0 0,0 1-1 0 0,0-1 0 0 0,-1 0 1 0 0,1 0-1 0 0,0 1 0 0 0,1-3 0 0 0,14-14-648 0 0,0 0-1 0 0,-1-2 0 0 0,0 0 1 0 0,-2 0-1 0 0,0-1 0 0 0,12-29 1 0 0,4-2-351 0 0,221-416-4017 0 0,-225 408 4817 0 0,-1 1 712 0 0,2 0 1 0 0,56-87-1 0 0,-110 193 4831 0 0,-28 65-4367 0 0,17-34-731 0 0,-203 372 377 0 0,201-377-361 0 0,-135 306 1538 0 0,117-243-1407 0 0,51-120-389 0 0,5-11-30 0 0,0 0 0 0 0,0 0 0 0 0,0 0 0 0 0,1 0 0 0 0,0 1 0 0 0,0-1 0 0 0,1 0 0 0 0,0 1 0 0 0,0 0-1 0 0,0 6 1 0 0,1-12 9 0 0,0-1 0 0 0,1 1 0 0 0,-1 0-1 0 0,0-1 1 0 0,1 1 0 0 0,-1-1-1 0 0,0 1 1 0 0,1-1 0 0 0,-1 1 0 0 0,1-1-1 0 0,-1 1 1 0 0,1-1 0 0 0,-1 1-1 0 0,1-1 1 0 0,-1 0 0 0 0,1 1 0 0 0,-1-1-1 0 0,1 0 1 0 0,0 1 0 0 0,-1-1-1 0 0,1 0 1 0 0,0 0 0 0 0,-1 0-1 0 0,1 1 1 0 0,-1-1 0 0 0,1 0 0 0 0,0 0-1 0 0,0 0 1 0 0,-1 0 0 0 0,1 0-1 0 0,0 0 1 0 0,-1 0 0 0 0,1-1 0 0 0,-1 1-1 0 0,1 0 1 0 0,0 0 0 0 0,0-1-1 0 0,27-7-824 0 0,-27 7 820 0 0,31-14-578 0 0,-1-2 1 0 0,0-1 0 0 0,37-30-1 0 0,-20 14 165 0 0,250-201-2804 0 0,-293 231 3226 0 0,6-7-153 0 0,2 0 0 0 0,0 2 0 0 0,0-1-1 0 0,22-10 1 0 0,-33 18 141 0 0,-1 1 1 0 0,1 0-1 0 0,0 0 0 0 0,0 0 1 0 0,0 1-1 0 0,0-1 1 0 0,1 0-1 0 0,-1 1 0 0 0,0-1 1 0 0,0 1-1 0 0,0 0 1 0 0,0 0-1 0 0,0 0 1 0 0,1 0-1 0 0,-1 0 0 0 0,0 0 1 0 0,0 1-1 0 0,0-1 1 0 0,0 1-1 0 0,0-1 0 0 0,0 1 1 0 0,0 0-1 0 0,0 0 1 0 0,0-1-1 0 0,0 2 0 0 0,0-1 1 0 0,0 0-1 0 0,0 0 1 0 0,-1 1-1 0 0,1-1 0 0 0,0 1 1 0 0,-1-1-1 0 0,0 1 1 0 0,1-1-1 0 0,-1 1 0 0 0,0 0 1 0 0,0 0-1 0 0,0 0 1 0 0,0 0-1 0 0,0 0 0 0 0,0 0 1 0 0,1 4-1 0 0,0 4 115 0 0,1 1 1 0 0,-2-1-1 0 0,1 1 0 0 0,-1 0 0 0 0,-1 0 0 0 0,0 0 0 0 0,-1 0 1 0 0,0-1-1 0 0,0 1 0 0 0,-6 18 0 0 0,-5 15 745 0 0,-21 49-1 0 0,27-78-683 0 0,-273 569 5355 0 0,274-575-5184 0 0,1-1 0 0 0,1 1 0 0 0,-1 0-1 0 0,-3 14 1 0 0,7-22-289 0 0,0 0 0 0 0,0 0 0 0 0,0 0 0 0 0,-1 0 1 0 0,1 0-1 0 0,0 0 0 0 0,0 0 0 0 0,0 0 0 0 0,0 0 0 0 0,1 0 0 0 0,-1 0 0 0 0,0 0 0 0 0,0 0 0 0 0,1 0 0 0 0,-1 0 0 0 0,0 0 0 0 0,1 0 1 0 0,-1 0-1 0 0,1 0 0 0 0,-1-1 0 0 0,2 2 0 0 0,-1-1-65 0 0,0-1 0 0 0,0 1 0 0 0,1-1 1 0 0,-1 0-1 0 0,0 1 0 0 0,1-1 0 0 0,-1 0 1 0 0,0 0-1 0 0,1 0 0 0 0,-1 0 0 0 0,0 0 0 0 0,1 0 1 0 0,-1 0-1 0 0,0 0 0 0 0,0-1 0 0 0,1 1 0 0 0,-1-1 1 0 0,0 1-1 0 0,0-1 0 0 0,1 1 0 0 0,1-2 1 0 0,9-4-404 0 0,1 0 0 0 0,-1-1 0 0 0,0-1 0 0 0,0 0 0 0 0,-1-1 0 0 0,11-10 0 0 0,60-66-2457 0 0,-58 58 2149 0 0,28-29-1956 0 0,74-106 0 0 0,-110 138 2654 0 0,0-1 0 0 0,-2-1 0 0 0,-1 0 0 0 0,-2-1 0 0 0,0 0 1 0 0,-2-1-1 0 0,10-46 0 0 0,-18 69 259 0 0,0 0 0 0 0,0 0 0 0 0,-1 0 1 0 0,0 0-1 0 0,0 0 0 0 0,0 0 0 0 0,-1 0 1 0 0,0 0-1 0 0,0 0 0 0 0,0 0 1 0 0,-2-5-1 0 0,2 8-122 0 0,0 1 1 0 0,0-1-1 0 0,0 1 1 0 0,0-1 0 0 0,0 1-1 0 0,-1 0 1 0 0,1-1-1 0 0,0 1 1 0 0,-1 0-1 0 0,1 0 1 0 0,-1 0-1 0 0,1 0 1 0 0,-1 0-1 0 0,0 0 1 0 0,1 1 0 0 0,-1-1-1 0 0,0 0 1 0 0,1 1-1 0 0,-1 0 1 0 0,0-1-1 0 0,0 1 1 0 0,1 0-1 0 0,-1 0 1 0 0,0-1-1 0 0,0 2 1 0 0,0-1 0 0 0,1 0-1 0 0,-1 0 1 0 0,0 0-1 0 0,0 1 1 0 0,0-1-1 0 0,1 1 1 0 0,-4 1-1 0 0,-8 3 191 0 0,-1 0 0 0 0,1 1 0 0 0,0 1-1 0 0,0 0 1 0 0,0 1 0 0 0,1 0-1 0 0,-17 15 1 0 0,-74 78 519 0 0,89-86-676 0 0,-394 420 2883 0 0,3 29 1127 0 0,399-457-4081 0 0,3-4-42 0 0,0 1-1 0 0,0-1 1 0 0,1 0-1 0 0,-1 1 0 0 0,1 0 1 0 0,0-1-1 0 0,0 1 1 0 0,0 0-1 0 0,0 0 1 0 0,1 0-1 0 0,-2 5 1 0 0,4-8-35 0 0,-1-1 1 0 0,0 0 0 0 0,1 0 0 0 0,-1 1 0 0 0,1-1 0 0 0,-1 0 0 0 0,1 0 0 0 0,-1 0 0 0 0,1 1-1 0 0,-1-1 1 0 0,1 0 0 0 0,-1 0 0 0 0,1 0 0 0 0,-1 0 0 0 0,1 0 0 0 0,-1 0 0 0 0,1 0 0 0 0,-1 0-1 0 0,1 0 1 0 0,-1 0 0 0 0,0 0 0 0 0,1-1 0 0 0,-1 1 0 0 0,1 0 0 0 0,-1 0 0 0 0,1 0 0 0 0,-1-1 0 0 0,1 1-1 0 0,-1 0 1 0 0,0 0 0 0 0,1-1 0 0 0,16-7-823 0 0,3-5 207 0 0,-2 0 1 0 0,1-1-1 0 0,27-29 0 0 0,45-57-401 0 0,-70 76 751 0 0,57-68-358 0 0,83-90-991 0 0,-130 151 1053 0 0,1 1 0 0 0,1 2 0 0 0,54-35 1 0 0,-83 60 616 0 0,0 1-1 0 0,0-1 1 0 0,1 1 0 0 0,-1 0 0 0 0,1 0 0 0 0,-1 1 0 0 0,1-1 0 0 0,0 1 0 0 0,8-1 0 0 0,-11 2 56 0 0,0 0 1 0 0,0 0-1 0 0,-1 0 1 0 0,1 1-1 0 0,0-1 1 0 0,0 1-1 0 0,0-1 1 0 0,0 1-1 0 0,-1 0 1 0 0,1 0-1 0 0,0 0 1 0 0,-1 0-1 0 0,1 0 1 0 0,0 0-1 0 0,-1 0 1 0 0,1 0-1 0 0,-1 1 1 0 0,0-1-1 0 0,1 1 1 0 0,-1-1-1 0 0,0 1 1 0 0,0-1-1 0 0,0 1 1 0 0,0 0-1 0 0,0-1 1 0 0,0 4 0 0 0,4 7 312 0 0,0 1 0 0 0,-1 0 0 0 0,-1 0 0 0 0,0 0 0 0 0,-1 1 0 0 0,0-1 1 0 0,-1 0-1 0 0,-1 21 0 0 0,-15 111 1254 0 0,13-128-1490 0 0,-15 76 406 0 0,-3 0 0 0 0,-4-2 0 0 0,-38 91 0 0 0,54-146-39 0 0,8-36-519 0 0,0 0 1 0 0,0 1 0 0 0,0-1-1 0 0,0 1 1 0 0,0-1-1 0 0,0 0 1 0 0,0 1-1 0 0,0-1 1 0 0,0 0-1 0 0,0 1 1 0 0,0-1-1 0 0,0 1 1 0 0,1-1-1 0 0,-1 0 1 0 0,0 1-1 0 0,0-1 1 0 0,0 0 0 0 0,0 1-1 0 0,1-1 1 0 0,-1 0-1 0 0,0 1 1 0 0,0-1-1 0 0,1 0 1 0 0,-1 0-1 0 0,0 1 1 0 0,1-1-1 0 0,-1 0 1 0 0,1 0-35 0 0,0 0 0 0 0,0 0 0 0 0,0 0 0 0 0,0-1 0 0 0,0 1 0 0 0,0-1 0 0 0,0 1 1 0 0,-1 0-1 0 0,1-1 0 0 0,0 0 0 0 0,0 1 0 0 0,-1-1 0 0 0,1 1 0 0 0,0-1 0 0 0,-1 0 0 0 0,1 0 0 0 0,0 0 1 0 0,30-38-787 0 0,-2 0 1 0 0,-1-2 0 0 0,-3 0 0 0 0,21-46 0 0 0,-17 32 292 0 0,278-589-5181 0 0,-164 327 5880 0 0,-193 365 3064 0 0,-29 49-1996 0 0,-84 137-1 0 0,-49 120-947 0 0,144-235-90 0 0,-106 160 1161 0 0,118-193-671 0 0,-5 19 404 0 0,53-90-898 0 0,1 0 1 0 0,1 0-1 0 0,0 1 0 0 0,2 0 0 0 0,-5 19 0 0 0,9-34-194 0 0,0 0-1 0 0,-1 1 1 0 0,1-1-1 0 0,0 1 1 0 0,0-1-1 0 0,0 1 1 0 0,0-1-1 0 0,0 1 1 0 0,0-1-1 0 0,1 0 1 0 0,-1 1 0 0 0,0-1-1 0 0,1 1 1 0 0,-1-1-1 0 0,1 0 1 0 0,-1 1-1 0 0,2 1 1 0 0,-1-2-34 0 0,0-1 0 0 0,0 1 1 0 0,-1-1-1 0 0,1 1 1 0 0,0-1-1 0 0,0 1 1 0 0,-1-1-1 0 0,1 0 0 0 0,0 1 1 0 0,0-1-1 0 0,0 0 1 0 0,0 0-1 0 0,0 0 0 0 0,-1 1 1 0 0,1-1-1 0 0,0 0 1 0 0,0 0-1 0 0,0 0 0 0 0,0-1 1 0 0,0 1-1 0 0,1 0 1 0 0,5-2-225 0 0,0 0 0 0 0,0-1 0 0 0,0 0 0 0 0,-1 0 0 0 0,10-6 0 0 0,28-18-732 0 0,-2-3 0 0 0,39-34-1 0 0,74-78-583 0 0,-113 103 1268 0 0,31-31 31 0 0,81-73-80 0 0,-126 120 651 0 0,1 0-1 0 0,2 3 1 0 0,52-29-1 0 0,-56 40 486 0 0,-20 13-417 0 0,-9 12-302 0 0,-10 8-75 0 0,0 0 1 0 0,-2 0-1 0 0,-1-1 1 0 0,-30 34 0 0 0,19-23-17 0 0,-260 324 917 0 0,168-214-322 0 0,-16 9 162 0 0,74-87 10 0 0,3 1 1 0 0,-57 88 0 0 0,108-145-580 0 0,0 0 1 0 0,1 1-1 0 0,0 0 0 0 0,0 0 1 0 0,1 0-1 0 0,-3 17 0 0 0,6-26-177 0 0,1 0 0 0 0,-1 0 0 0 0,1 0 0 0 0,0 0 0 0 0,0 0 0 0 0,0 0 0 0 0,0 0 0 0 0,0 0-1 0 0,0 0 1 0 0,1 0 0 0 0,-1 0 0 0 0,1 0 0 0 0,-1 0 0 0 0,1 0 0 0 0,0 0 0 0 0,-1 0 0 0 0,1-1 0 0 0,0 1 0 0 0,0 0 0 0 0,1 0 0 0 0,-1-1-1 0 0,0 1 1 0 0,1-1 0 0 0,-1 1 0 0 0,0-1 0 0 0,1 0 0 0 0,0 1 0 0 0,-1-1 0 0 0,1 0 0 0 0,0 0 0 0 0,0 0 0 0 0,-1 0 0 0 0,1 0 0 0 0,0-1-1 0 0,0 1 1 0 0,0 0 0 0 0,0-1 0 0 0,0 0 0 0 0,0 1 0 0 0,0-1 0 0 0,0 0 0 0 0,0 0 0 0 0,0 0 0 0 0,4-1 0 0 0,10 1-265 0 0,0-1 1 0 0,0-1-1 0 0,-1 0 1 0 0,1-1-1 0 0,27-10 1 0 0,75-35-1066 0 0,-93 37 1071 0 0,250-116-1208 0 0,34-15 961 0 0,-154 69 473 0 0,79-31 40 0 0,-219 98-12 0 0,1 1 0 0 0,0 1-1 0 0,0 0 1 0 0,0 1 0 0 0,34-2-1 0 0,-50 5 14 0 0,1 0 0 0 0,0 0 0 0 0,0 0-1 0 0,0 0 1 0 0,-1 0 0 0 0,1 0 0 0 0,0 0-1 0 0,0 0 1 0 0,-1 0 0 0 0,1 1 0 0 0,0-1-1 0 0,0 0 1 0 0,0 1 0 0 0,-1-1 0 0 0,1 0-1 0 0,0 1 1 0 0,-1-1 0 0 0,1 1 0 0 0,0-1-1 0 0,-1 1 1 0 0,1-1 0 0 0,-1 1 0 0 0,1-1 0 0 0,-1 1-1 0 0,1 0 1 0 0,-1-1 0 0 0,1 2 0 0 0,-1-1 2 0 0,0 0 0 0 0,0 0 0 0 0,0 0 0 0 0,0 0 0 0 0,0 0 0 0 0,0 1 0 0 0,0-1 0 0 0,-1 0 0 0 0,1 0 0 0 0,0 0 0 0 0,-1 0 0 0 0,1 0 0 0 0,-1 0 0 0 0,1 0 0 0 0,-1 0 0 0 0,-1 1-1 0 0,-30 35 166 0 0,31-37-161 0 0,-109 96 1498 0 0,-176 117 0 0 0,26-49-496 0 0,113-75-336 0 0,139-84-639 0 0,-3 1 14 0 0,-1 1 1 0 0,1 1-1 0 0,0 0 0 0 0,1 0 0 0 0,0 1 0 0 0,0 0 1 0 0,-16 21-1 0 0,25-29-46 0 0,1-1 1 0 0,-1 1 0 0 0,1-1-1 0 0,0 1 1 0 0,-1-1 0 0 0,1 1-1 0 0,0 0 1 0 0,0-1 0 0 0,0 1-1 0 0,-1 0 1 0 0,1-1 0 0 0,0 1-1 0 0,0 0 1 0 0,0-1 0 0 0,0 1-1 0 0,0 0 1 0 0,0-1 0 0 0,0 1-1 0 0,0 0 1 0 0,0 0 0 0 0,0-1-1 0 0,1 1 1 0 0,-1-1 0 0 0,0 1 0 0 0,0 0-1 0 0,1-1 1 0 0,-1 1 0 0 0,0 0-1 0 0,1-1 1 0 0,-1 1 0 0 0,1-1-1 0 0,-1 1 1 0 0,1 0 0 0 0,1 0-29 0 0,0 1 1 0 0,0-1 0 0 0,1 0 0 0 0,-1 0 0 0 0,0 0 0 0 0,0 0 0 0 0,1 0 0 0 0,-1 0 0 0 0,5 0-1 0 0,4 1-351 0 0,1-1-1 0 0,24 0 0 0 0,11-4-586 0 0,1-3-1 0 0,-1-2 1 0 0,50-14-1 0 0,137-53-746 0 0,-80 23 1679 0 0,288-80 405 0 0,-430 128-375 0 0,11-3-100 0 0,-21 7 58 0 0,-13 5 41 0 0,-383 173 2755 0 0,260-121-2309 0 0,-310 136 899 0 0,376-162-998 0 0,1 2 0 0 0,2 4-1 0 0,-102 75 1 0 0,164-110-301 0 0,-1 1 0 0 0,1 0-1 0 0,0 0 1 0 0,1 0 0 0 0,-1 0-1 0 0,0 0 1 0 0,1 0 0 0 0,-3 5-1 0 0,5-8-35 0 0,0 1-1 0 0,0-1 0 0 0,-1 1 1 0 0,1-1-1 0 0,0 1 0 0 0,0-1 1 0 0,0 1-1 0 0,0-1 0 0 0,0 1 1 0 0,0-1-1 0 0,0 1 0 0 0,0 0 1 0 0,0-1-1 0 0,0 1 0 0 0,0-1 1 0 0,1 1-1 0 0,-1-1 0 0 0,0 1 1 0 0,0-1-1 0 0,0 1 0 0 0,1-1 0 0 0,-1 1 1 0 0,0-1-1 0 0,1 1 0 0 0,0 0-4 0 0,1 0-1 0 0,-1 0 0 0 0,1 0 1 0 0,-1 0-1 0 0,1 0 0 0 0,-1 0 1 0 0,1 0-1 0 0,-1-1 0 0 0,1 1 1 0 0,0-1-1 0 0,2 1 0 0 0,16 3-133 0 0,0-1-1 0 0,0-1 1 0 0,0-1-1 0 0,0-1 1 0 0,26-3-1 0 0,103-20-640 0 0,-114 16 662 0 0,107-26-140 0 0,193-71-1 0 0,-206 59-139 0 0,247-52 0 0 0,-363 95 344 0 0,34-4-204 0 0,-44 5 202 0 0,-1 1 0 0 0,1 0 0 0 0,0 0 0 0 0,-1 1 0 0 0,1-1 0 0 0,0 0 0 0 0,-1 1 0 0 0,1 0 0 0 0,-1-1 0 0 0,1 1 0 0 0,-1 0-1 0 0,1 1 1 0 0,4 1 0 0 0,-7-2 15 0 0,1 0-1 0 0,-1-1 0 0 0,1 1 0 0 0,-1-1 1 0 0,0 1-1 0 0,1 0 0 0 0,-1-1 0 0 0,0 1 1 0 0,1 0-1 0 0,-1 0 0 0 0,0-1 0 0 0,0 1 0 0 0,0 0 1 0 0,1-1-1 0 0,-1 1 0 0 0,0 0 0 0 0,0 0 1 0 0,0 0-1 0 0,0-1 0 0 0,0 1 0 0 0,-1 0 1 0 0,1 0-1 0 0,0-1 0 0 0,0 1 0 0 0,0 0 0 0 0,-1-1 1 0 0,1 1-1 0 0,0 0 0 0 0,-1 0 0 0 0,1-1 1 0 0,0 1-1 0 0,-1-1 0 0 0,0 2 0 0 0,-19 21-868 0 0,-31 20 756 0 0,-2-2 0 0 0,-91 54 0 0 0,86-58 400 0 0,-229 134 1469 0 0,-8 6 104 0 0,231-131-1139 0 0,58-41-579 0 0,0 0 1 0 0,1 0-1 0 0,-1 1 0 0 0,1 0 1 0 0,1 0-1 0 0,-1 0 0 0 0,-6 12 0 0 0,11-17-98 0 0,-1 1-1 0 0,1-1 0 0 0,-1 0 0 0 0,1 0 0 0 0,0 0 1 0 0,-1 1-1 0 0,1-1 0 0 0,0 0 0 0 0,0 0 0 0 0,0 1 1 0 0,0-1-1 0 0,0 0 0 0 0,0 0 0 0 0,0 1 0 0 0,1-1 1 0 0,-1 0-1 0 0,0 0 0 0 0,1 1 0 0 0,-1-1 1 0 0,1 0-1 0 0,-1 0 0 0 0,1 0 0 0 0,0 0 0 0 0,-1 0 1 0 0,1 0-1 0 0,0 0 0 0 0,0 0 0 0 0,-1 0 0 0 0,1 0 1 0 0,0 0-1 0 0,0 0 0 0 0,0-1 0 0 0,0 1 0 0 0,0 0 1 0 0,1-1-1 0 0,-1 1 0 0 0,0-1 0 0 0,0 1 0 0 0,0-1 1 0 0,0 1-1 0 0,3-1 0 0 0,5 3-171 0 0,0-1 0 0 0,0 0 1 0 0,1 0-1 0 0,11 0 0 0 0,22 0-526 0 0,1-2 0 0 0,-1-2 0 0 0,68-12-1 0 0,130-38-1273 0 0,-204 43 1857 0 0,839-188-651 0 0,-848 191 807 0 0,-13 2-60 0 0,-1 1 0 0 0,1 1 0 0 0,0 0 0 0 0,25 1 0 0 0,-41 1 9 0 0,1 0 0 0 0,0 0 0 0 0,0 0 0 0 0,0 0-1 0 0,0 0 1 0 0,0 0 0 0 0,0 0 0 0 0,0 0-1 0 0,0 0 1 0 0,0 0 0 0 0,0 0 0 0 0,0 0 0 0 0,0 0-1 0 0,0 0 1 0 0,0 0 0 0 0,-1 0 0 0 0,1 0 0 0 0,0 0-1 0 0,0 1 1 0 0,0-1 0 0 0,0 0 0 0 0,0 0-1 0 0,0 0 1 0 0,0 0 0 0 0,0 0 0 0 0,0 0 0 0 0,0 0-1 0 0,0 0 1 0 0,0 0 0 0 0,0 0 0 0 0,0 0 0 0 0,0 0-1 0 0,0 0 1 0 0,0 1 0 0 0,0-1 0 0 0,0 0-1 0 0,0 0 1 0 0,0 0 0 0 0,0 0 0 0 0,0 0 0 0 0,0 0-1 0 0,0 0 1 0 0,0 0 0 0 0,0 0 0 0 0,0 0 0 0 0,0 0-1 0 0,0 0 1 0 0,0 0 0 0 0,0 1 0 0 0,0-1-1 0 0,1 0 1 0 0,-1 0 0 0 0,0 0 0 0 0,0 0 0 0 0,0 0-1 0 0,0 0 1 0 0,0 0 0 0 0,0 0 0 0 0,0 0 0 0 0,0 0-1 0 0,0 0 1 0 0,0 0 0 0 0,0 0 0 0 0,0 0-1 0 0,0 0 1 0 0,0 0 0 0 0,1 0 0 0 0,-11 7 1 0 0,-13 5 56 0 0,-725 269 4287 0 0,301-155-4788 0 0,303-89 358 0 0,40-11-529 0 0,-170 20 0 0 0,471-83-1203 0 0,-128 23 1799 0 0,646-136 1842 0 0,-614 129-1694 0 0,564-104 907 0 0,-615 117-1033 0 0,56-10 21 0 0,0 5 0 0 0,131 1 1 0 0,-214 16-256 0 0,-23-4 218 0 0,0 0 1 0 0,0 1-1 0 0,0-1 1 0 0,0 0-1 0 0,0 0 1 0 0,0 1-1 0 0,0-1 1 0 0,0 0-1 0 0,0 0 1 0 0,0 1-1 0 0,0-1 1 0 0,0 0-1 0 0,0 0 1 0 0,0 1-1 0 0,0-1 1 0 0,0 0-1 0 0,0 0 1 0 0,0 1-1 0 0,0-1 1 0 0,-1 0-1 0 0,1 0 1 0 0,0 1-1 0 0,0-1 1 0 0,0 0-1 0 0,0 0 1 0 0,0 0-1 0 0,-1 1 1 0 0,1-1-1 0 0,0 0 1 0 0,0 0-1 0 0,-1 0 1 0 0,1 0-1 0 0,0 0 0 0 0,0 1 1 0 0,0-1-1 0 0,-1 0 1 0 0,1 0-1 0 0,0 0 1 0 0,-1 0-1 0 0,-38 17-1070 0 0,-918 266-2261 0 0,881-266 3345 0 0,2 2-1 0 0,0 4 0 0 0,-80 37 1 0 0,151-59 60 0 0,0 0 1 0 0,0 1-1 0 0,1-1 1 0 0,-1 1 0 0 0,0 0-1 0 0,1 0 1 0 0,-1 0-1 0 0,1 0 1 0 0,0 0-1 0 0,-3 4 1 0 0,5-6-44 0 0,-1 1 0 0 0,1-1 0 0 0,0 0 0 0 0,0 1 0 0 0,0-1 0 0 0,0 1 0 0 0,0-1-1 0 0,0 0 1 0 0,0 1 0 0 0,0-1 0 0 0,0 1 0 0 0,0-1 0 0 0,0 0 0 0 0,0 1 0 0 0,0-1 0 0 0,0 1 0 0 0,0-1 0 0 0,0 0 0 0 0,0 1 0 0 0,0-1 0 0 0,0 0 0 0 0,1 1 0 0 0,-1-1 0 0 0,0 1 0 0 0,0-1 0 0 0,0 0 0 0 0,1 1 0 0 0,-1-1 0 0 0,21 10 268 0 0,5-4-258 0 0,0-2 0 0 0,0 0 1 0 0,45-1-1 0 0,84-9-914 0 0,-103 3 847 0 0,511-41 2062 0 0,116-6-1042 0 0,-659 50-979 0 0,479-17 217 0 0,-1 27 75 0 0,-468-8-186 0 0,-2-1 215 0 0,0 2-1 0 0,0 0 1 0 0,36 10 0 0 0,-63-13-312 0 0,-1 0 0 0 0,1 0 0 0 0,-1 0 1 0 0,0 0-1 0 0,1 0 0 0 0,-1 0 0 0 0,1 0 0 0 0,-1 0 0 0 0,1 0 0 0 0,-1 0 1 0 0,0 0-1 0 0,1 0 0 0 0,-1 1 0 0 0,1-1 0 0 0,-1 0 0 0 0,0 0 1 0 0,1 0-1 0 0,-1 1 0 0 0,0-1 0 0 0,1 0 0 0 0,-1 1 0 0 0,0-1 0 0 0,1 0 1 0 0,-1 0-1 0 0,0 1 0 0 0,1-1 0 0 0,-1 1 0 0 0,0-1 0 0 0,0 0 1 0 0,0 1-1 0 0,1-1 0 0 0,-1 1 0 0 0,0-1 0 0 0,0 0 0 0 0,0 1 0 0 0,0-1 1 0 0,0 1-1 0 0,-17 8 215 0 0,-37 1 11 0 0,49-9-196 0 0,-1111 134-2213 0 0,753-89 1419 0 0,-102 8-139 0 0,446-52 950 0 0,4 0 82 0 0,-1 0 0 0 0,0-1 0 0 0,1-1 0 0 0,-1-1 0 0 0,0 0 0 0 0,1-1 0 0 0,-1-1-1 0 0,-24-7 1 0 0,25 3-139 0 0</inkml:trace>
</inkml:ink>
</file>

<file path=ppt/ink/ink2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16.71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1264 514 7834 0 0,'-3'-7'50'0'0,"1"0"0"0"0,-2 1 0 0 0,1-1 0 0 0,-1 1 0 0 0,0 0 0 0 0,0 0 0 0 0,0 0-1 0 0,-1 0 1 0 0,0 1 0 0 0,0 0 0 0 0,-1 0 0 0 0,1 0 0 0 0,-12-7 0 0 0,8 8-147 0 0,0-1 0 0 0,-1 1 0 0 0,1 1 0 0 0,-1 0 0 0 0,1 0 0 0 0,-1 1 1 0 0,0 0-1 0 0,0 0 0 0 0,-10 1 0 0 0,-15 1-347 0 0,0 2 1 0 0,1 2 0 0 0,-1 1 0 0 0,-57 17 0 0 0,33-6 119 0 0,1 4 1 0 0,0 2 0 0 0,1 2-1 0 0,2 3 1 0 0,-56 36-1 0 0,60-32 551 0 0,-2 0 823 0 0,1 2 1 0 0,1 2-1 0 0,-70 65 0 0 0,118-98-856 0 0,1 0 1 0 0,0 0-1 0 0,0 1 1 0 0,0-1-1 0 0,1 1 1 0 0,-1-1-1 0 0,0 1 1 0 0,1 0-1 0 0,0-1 1 0 0,-1 1-1 0 0,1 0 1 0 0,0 3-1 0 0,0-5-140 0 0,1-1-1 0 0,0 1 0 0 0,0-1 1 0 0,0 1-1 0 0,0-1 1 0 0,1 1-1 0 0,3 5 908 0 0,-4-6-908 0 0,0 1 1 0 0,1-1-1 0 0,-1 0 1 0 0,1 1-1 0 0,1-1 2 0 0,0 0 1 0 0,0 1-1 0 0,0-1 0 0 0,0 0 1 0 0,0 0-1 0 0,0 0 1 0 0,0 0-1 0 0,0-1 0 0 0,0 1 1 0 0,0 0-1 0 0,2-1 0 0 0,7-3-106 0 0,0 0 0 0 0,0 0 0 0 0,0-1-1 0 0,0 0 1 0 0,-1-1 0 0 0,16-10-1 0 0,55-51 187 0 0,-48 39 31 0 0,387-360 312 0 0,-413 381-570 0 0,-1 3-4 0 0,-2 0 0 0 0,1-1 0 0 0,0 1-1 0 0,-1-1 1 0 0,0 0 0 0 0,0-1 0 0 0,0 1 0 0 0,-1-1-1 0 0,0 0 1 0 0,0 1 0 0 0,0-1 0 0 0,-1-1 0 0 0,3-8-1 0 0,-5 15 77 0 0,0-1 0 0 0,0 0-1 0 0,0 0 1 0 0,0 0 0 0 0,-1 0-1 0 0,1 1 1 0 0,0-1-1 0 0,0 0 1 0 0,0 0 0 0 0,-1 0-1 0 0,1 1 1 0 0,0-1-1 0 0,-1 0 1 0 0,1 0 0 0 0,-1 1-1 0 0,1-1 1 0 0,-1 0-1 0 0,1 1 1 0 0,-1-1 0 0 0,1 1-1 0 0,-1-1 1 0 0,0 1-1 0 0,1-1 1 0 0,-1 1 0 0 0,0-1-1 0 0,0 0 1 0 0,-27-5-226 0 0,-27 11-176 0 0,55-5 418 0 0,-35 7-427 0 0,0 2 0 0 0,1 1 0 0 0,-49 21 0 0 0,-94 56-1201 0 0,62-28 1551 0 0,90-48-209 0 0,0 0 1161 0 0,0 2 0 0 0,-33 22 0 0 0,53-32-603 0 0,0 0 1 0 0,0 1-1 0 0,0 0 1 0 0,1 0-1 0 0,-1 0 1 0 0,1 1-1 0 0,0 0 1 0 0,1-1 0 0 0,-1 2-1 0 0,1-1 1 0 0,0 0-1 0 0,0 0 1 0 0,0 1-1 0 0,1 0 1 0 0,0-1-1 0 0,-3 13 1 0 0,5-16-322 0 0,0 0 0 0 0,-1 0 0 0 0,1 1 0 0 0,0-1 0 0 0,0 0 0 0 0,0 1 0 0 0,1-1 0 0 0,-1 0 0 0 0,1 0 0 0 0,-1 1 0 0 0,1-1 0 0 0,-1 0 0 0 0,1 0 0 0 0,0 0 0 0 0,0 0 0 0 0,0 0 0 0 0,1 0 1 0 0,-1 0-1 0 0,0 0 0 0 0,3 2 0 0 0,-2-2-67 0 0,1 0 0 0 0,0 0 1 0 0,0-1-1 0 0,0 1 0 0 0,0 0 1 0 0,0-1-1 0 0,0 0 0 0 0,0 0 1 0 0,0 0-1 0 0,0 0 0 0 0,1-1 1 0 0,4 1-1 0 0,9 0-139 0 0,0-1-1 0 0,-1-1 1 0 0,1-1 0 0 0,22-4-1 0 0,-35 5 348 0 0,36-8-57 0 0,0-1 0 0 0,-1-3 1 0 0,52-22-1 0 0,110-66 392 0 0,-19 9-67 0 0,101-53-204 0 0,-276 141-163 0 0,-5 2-80 0 0,1 0-1 0 0,0 1 0 0 0,-1-1 0 0 0,1 1 1 0 0,0 0-1 0 0,0 0 0 0 0,0 0 1 0 0,0 0-1 0 0,3 0 0 0 0,-27 32-2532 0 0,-17 9 2470 0 0,-1-2 0 0 0,-56 41 1 0 0,-94 56 701 0 0,107-81 888 0 0,-142 126 1 0 0,215-172-1254 0 0,-27 28 373 0 0,34-33-492 0 0,-1 0 1 0 0,1-1-1 0 0,0 1 0 0 0,0 0 0 0 0,0 1 0 0 0,0-1 0 0 0,1 0 0 0 0,-1 1 0 0 0,1-1 0 0 0,-1 5 1 0 0,2-8-64 0 0,0 1 1 0 0,0-1 0 0 0,0 1-1 0 0,0-1 1 0 0,0 1 0 0 0,1-1-1 0 0,-1 1 1 0 0,0-1 0 0 0,0 0-1 0 0,1 1 1 0 0,-1-1 0 0 0,0 1-1 0 0,0-1 1 0 0,1 0 0 0 0,-1 1-1 0 0,1-1 1 0 0,-1 0 0 0 0,0 1-1 0 0,1-1 1 0 0,-1 0 0 0 0,1 0-1 0 0,-1 1 1 0 0,0-1 0 0 0,1 0-1 0 0,-1 0 1 0 0,1 0 0 0 0,-1 0 0 0 0,1 0-1 0 0,-1 1 1 0 0,1-1 0 0 0,-1 0-1 0 0,1 0 1 0 0,-1 0 0 0 0,1 0-1 0 0,-1 0 1 0 0,1-1 0 0 0,-1 1-1 0 0,1 0 1 0 0,-1 0 0 0 0,1 0-1 0 0,-1 0 1 0 0,1 0 0 0 0,-1-1-1 0 0,0 1 1 0 0,1 0 0 0 0,0-1-1 0 0,25-8-109 0 0,41-26 437 0 0,103-72 0 0 0,-40 23 111 0 0,91-52-306 0 0,257-206 1 0 0,-454 323-199 0 0,-3 3 44 0 0,-1-1 0 0 0,0-1-1 0 0,-2 0 1 0 0,24-30 0 0 0,-41 47 17 0 0,0 0 1 0 0,0 0-1 0 0,0 0 1 0 0,-1 0-1 0 0,1-1 1 0 0,0 1-1 0 0,0 0 1 0 0,-1 0-1 0 0,1 0 1 0 0,-1-1-1 0 0,1 1 1 0 0,-1 0-1 0 0,0-1 1 0 0,1 1-1 0 0,-1 0 1 0 0,0-1-1 0 0,0 1 1 0 0,0-1-1 0 0,0 1 1 0 0,0 0-1 0 0,-1-3 1 0 0,1 3 7 0 0,-1 0 1 0 0,0 1 0 0 0,0-1 0 0 0,0 1-1 0 0,1-1 1 0 0,-1 1 0 0 0,0-1 0 0 0,0 1-1 0 0,0 0 1 0 0,0-1 0 0 0,0 1 0 0 0,0 0-1 0 0,0 0 1 0 0,0 0 0 0 0,0 0 0 0 0,0 0-1 0 0,0 0 1 0 0,0 0 0 0 0,0 0 0 0 0,0 0-1 0 0,0 0 1 0 0,-1 1 0 0 0,-10 1-22 0 0,1 1 0 0 0,-1 1 0 0 0,-17 7 0 0 0,-35 19-698 0 0,-111 71 0 0 0,-49 57-698 0 0,-47 30 637 0 0,174-124 1469 0 0,3 4 0 0 0,4 5 0 0 0,-98 99 0 0 0,149-136-560 0 0,22-21 64 0 0,-1 2 1 0 0,-20 26 0 0 0,37-42-174 0 0,0 0 0 0 0,0 0 0 0 0,0 0-1 0 0,0 0 1 0 0,1 0 0 0 0,-1 0 0 0 0,0 0 0 0 0,1 1 0 0 0,-1-1 0 0 0,1 0 0 0 0,-1 0 0 0 0,1 1 0 0 0,0-1 0 0 0,0 0 0 0 0,-1 1 0 0 0,1-1-1 0 0,0 0 1 0 0,0 1 0 0 0,1 1 0 0 0,-1-2 7 0 0,0-1 0 0 0,1 1 1 0 0,-1 0-1 0 0,1 0 0 0 0,-1-1 0 0 0,1 1 0 0 0,0 0 0 0 0,-1-1 0 0 0,1 1 0 0 0,0 0 1 0 0,-1-1-1 0 0,1 1 0 0 0,0-1 0 0 0,0 1 0 0 0,0-1 0 0 0,-1 0 0 0 0,1 1 0 0 0,0-1 0 0 0,0 0 1 0 0,2 1-1 0 0,3 0 78 0 0,1 0 0 0 0,0-1 0 0 0,0 1 0 0 0,-1-1 0 0 0,1-1 0 0 0,7 0 0 0 0,14-4-208 0 0,1-2 1 0 0,-1 0-1 0 0,-1-2 1 0 0,32-15-1 0 0,105-57-277 0 0,-130 62 359 0 0,218-117-307 0 0,371-185-294 0 0,-550 287 621 0 0,610-255-111 0 0,-650 276 107 0 0,-11 4 11 0 0,0 1 0 0 0,1 1-1 0 0,0 0 1 0 0,1 2-1 0 0,44-4 1 0 0,-67 8-13 0 0,0 1 1 0 0,0 0-1 0 0,0 0 0 0 0,0 0 1 0 0,0 0-1 0 0,0 0 0 0 0,0 0 1 0 0,0 1-1 0 0,0-1 0 0 0,0 0 1 0 0,0 0-1 0 0,0 1 0 0 0,0-1 0 0 0,0 1 1 0 0,0-1-1 0 0,0 1 0 0 0,-1-1 1 0 0,1 1-1 0 0,0-1 0 0 0,0 1 1 0 0,0 0-1 0 0,-1 0 0 0 0,2 0 1 0 0,-2 0-1 0 0,0 0 0 0 0,1 0 0 0 0,-1 0 0 0 0,0 0 0 0 0,0 0 1 0 0,0 1-1 0 0,0-1 0 0 0,0 0 0 0 0,0 0 0 0 0,0 0 0 0 0,-1 0 1 0 0,1 0-1 0 0,0 0 0 0 0,-1 0 0 0 0,1 0 0 0 0,0 0 0 0 0,-1 0 1 0 0,0 1-1 0 0,-5 7 14 0 0,1-1 0 0 0,-1 0 0 0 0,-12 13 0 0 0,14-17 16 0 0,-62 71 101 0 0,-4-4 0 0 0,-3-2 0 0 0,-2-3 0 0 0,-87 56 0 0 0,-14-13-388 0 0,63-40 99 0 0,-146 115 0 0 0,224-158 322 0 0,25-19-57 0 0,0 0 0 0 0,0 0-1 0 0,1 1 1 0 0,0 1 0 0 0,0 0-1 0 0,1 0 1 0 0,0 0-1 0 0,-13 21 1 0 0,21-29-90 0 0,0-1 1 0 0,-1 1-1 0 0,1-1 1 0 0,0 1-1 0 0,0 0 0 0 0,-1-1 1 0 0,1 1-1 0 0,0 0 0 0 0,0-1 1 0 0,0 1-1 0 0,0 0 1 0 0,0-1-1 0 0,0 1 0 0 0,0 0 1 0 0,0-1-1 0 0,0 1 1 0 0,0 0-1 0 0,0-1 0 0 0,0 1 1 0 0,0 0-1 0 0,1-1 0 0 0,-1 1 1 0 0,0-1-1 0 0,0 1 1 0 0,1 0-1 0 0,-1-1 0 0 0,0 1 1 0 0,1-1-1 0 0,-1 1 1 0 0,1-1-1 0 0,-1 1 0 0 0,1 0 1 0 0,1 0-9 0 0,0 0 1 0 0,0 0 0 0 0,0-1 0 0 0,0 1-1 0 0,0 0 1 0 0,0-1 0 0 0,0 0 0 0 0,0 1-1 0 0,0-1 1 0 0,4 0 0 0 0,50-7-82 0 0,-7-7-98 0 0,0-2-1 0 0,-1-2 1 0 0,-1-2 0 0 0,49-30-1 0 0,-34 19 319 0 0,804-381 811 0 0,-695 336-877 0 0,-28 10-17 0 0,159-49 0 0 0,-296 114-60 0 0,-1-1-11 0 0,-1 0 0 0 0,1 0 0 0 0,0 1 0 0 0,0 0 0 0 0,0 0 0 0 0,0 0 0 0 0,0 0 0 0 0,-1 1-1 0 0,1 0 1 0 0,0 0 0 0 0,0 1 0 0 0,6 0 0 0 0,-11-1-6 0 0,0 1 0 0 0,1-1 0 0 0,-1 1 0 0 0,0-1 1 0 0,1 1-1 0 0,-1-1 0 0 0,0 1 0 0 0,1-1 0 0 0,-1 1 0 0 0,0-1 0 0 0,0 1 0 0 0,0 0 0 0 0,0-1 0 0 0,0 1 0 0 0,0-1 0 0 0,1 1 0 0 0,-1 0 0 0 0,0-1 0 0 0,-1 1 0 0 0,1-1 0 0 0,0 1 0 0 0,0-1 1 0 0,0 1-1 0 0,0 0 0 0 0,0-1 0 0 0,-1 1 0 0 0,1-1 0 0 0,0 1 0 0 0,0-1 0 0 0,-1 1 0 0 0,1-1 0 0 0,-1 2 0 0 0,-13 17-220 0 0,13-17 213 0 0,-19 22-74 0 0,-2-1 0 0 0,-1-1-1 0 0,-1 0 1 0 0,-40 27 0 0 0,-115 62 572 0 0,123-78-358 0 0,-147 80-121 0 0,-145 93 332 0 0,341-201-225 0 0,3-3-26 0 0,1 0 0 0 0,0 0 1 0 0,0 0-1 0 0,0 1 0 0 0,1-1 0 0 0,-1 1 0 0 0,0 0 0 0 0,1-1 0 0 0,0 1 0 0 0,-4 5 0 0 0,6-8-64 0 0,0 1-1 0 0,0-1 0 0 0,0 0 0 0 0,0 0 1 0 0,0 1-1 0 0,0-1 0 0 0,0 0 0 0 0,0 0 0 0 0,0 0 1 0 0,0 1-1 0 0,0-1 0 0 0,0 0 0 0 0,0 0 1 0 0,0 1-1 0 0,0-1 0 0 0,0 0 0 0 0,0 0 1 0 0,0 1-1 0 0,0-1 0 0 0,0 0 0 0 0,0 0 0 0 0,0 0 1 0 0,0 1-1 0 0,1-1 0 0 0,-1 0 0 0 0,0 0 1 0 0,0 0-1 0 0,0 1 0 0 0,0-1 0 0 0,0 0 1 0 0,1 0-1 0 0,-1 0 0 0 0,0 0 0 0 0,0 0 0 0 0,0 1 1 0 0,1-1-1 0 0,-1 0 0 0 0,0 0 0 0 0,0 0 1 0 0,0 0-1 0 0,1 0 0 0 0,-1 0 0 0 0,0 0 0 0 0,17 1 248 0 0,17-6-627 0 0,17-13-219 0 0,-2-2 0 0 0,0-2 1 0 0,84-51-1 0 0,-62 32 457 0 0,541-282 558 0 0,-536 284-415 0 0,-13 8-22 0 0,112-41 0 0 0,-174 72-7 0 0,1-1 0 0 0,-1 0 1 0 0,1 1-1 0 0,0-1 0 0 0,-1 1 0 0 0,1-1 1 0 0,0 1-1 0 0,-1 0 0 0 0,1-1 0 0 0,0 1 0 0 0,0 0 1 0 0,-1 0-1 0 0,1 0 0 0 0,0 1 0 0 0,0-1 0 0 0,-1 0 1 0 0,4 2-1 0 0,-5-2-14 0 0,0 1 0 0 0,1 0-1 0 0,-1-1 1 0 0,0 1 0 0 0,0 0 0 0 0,0-1 0 0 0,0 1 0 0 0,0 0 0 0 0,0 0 0 0 0,0-1 0 0 0,0 1-1 0 0,0 0 1 0 0,0 0 0 0 0,0-1 0 0 0,0 1 0 0 0,0 0 0 0 0,-1-1 0 0 0,1 1 0 0 0,0 0-1 0 0,0-1 1 0 0,-1 1 0 0 0,1 0 0 0 0,0-1 0 0 0,-1 1 0 0 0,1 0 0 0 0,-2 0 0 0 0,-5 9-259 0 0,-1 0 0 0 0,0 0 0 0 0,-13 10 0 0 0,-152 125-67 0 0,18-17 1089 0 0,60-44-392 0 0,4 3-1 0 0,-94 116 1 0 0,182-199-295 0 0,0 0-1 0 0,1 0 1 0 0,-1 0 0 0 0,1 0-1 0 0,-1 1 1 0 0,1-1 0 0 0,1 1 0 0 0,-3 6-1 0 0,4-10-36 0 0,0 0-1 0 0,0 0 1 0 0,0 0-1 0 0,-1 0 1 0 0,2-1-1 0 0,-1 1 1 0 0,0 0-1 0 0,0 0 1 0 0,0 0-1 0 0,0 0 1 0 0,0 0-1 0 0,1 0 1 0 0,-1 0-1 0 0,0-1 1 0 0,1 1-1 0 0,-1 0 0 0 0,1 0 1 0 0,-1 0-1 0 0,2 0 1 0 0,-1 0-24 0 0,0 0 1 0 0,1 0 0 0 0,-1 0-1 0 0,1 0 1 0 0,-1 0-1 0 0,0-1 1 0 0,1 1-1 0 0,0 0 1 0 0,-1-1-1 0 0,1 0 1 0 0,-1 1-1 0 0,1-1 1 0 0,0 0-1 0 0,2 0 1 0 0,14 1-222 0 0,-1-2 0 0 0,1 0 0 0 0,-1-1 0 0 0,0-1-1 0 0,0-1 1 0 0,30-10 0 0 0,100-47-691 0 0,-122 50 769 0 0,266-130 295 0 0,86-37 967 0 0,-362 171-1007 0 0,138-53 1320 0 0,-127 51-1222 0 0,0 2 0 0 0,1 1 0 0 0,52-6 0 0 0,-79 12-191 0 0,0 0 1 0 0,0 0-1 0 0,0 0 0 0 0,1 0 1 0 0,-1 0-1 0 0,0 0 0 0 0,0 0 0 0 0,0-1 1 0 0,1 1-1 0 0,-1 0 0 0 0,0 0 0 0 0,0 0 1 0 0,0 0-1 0 0,1 0 0 0 0,-1 0 1 0 0,0 0-1 0 0,0 0 0 0 0,0 0 0 0 0,1 0 1 0 0,-1 0-1 0 0,0 0 0 0 0,0 1 0 0 0,1-1 1 0 0,-1 0-1 0 0,0 0 0 0 0,0 0 1 0 0,0 0-1 0 0,0 0 0 0 0,1 0 0 0 0,-1 0 1 0 0,0 0-1 0 0,0 1 0 0 0,0-1 0 0 0,0 0 1 0 0,1 0-1 0 0,-1 0 0 0 0,0 0 1 0 0,0 1-1 0 0,0-1 0 0 0,0 0 0 0 0,0 0 1 0 0,0 0-1 0 0,0 1 0 0 0,1-1 0 0 0,-1 0 1 0 0,0 0-1 0 0,0 0 0 0 0,0 1 1 0 0,0-1-1 0 0,0 0 0 0 0,0 0 0 0 0,0 0 1 0 0,0 1-1 0 0,0-1 0 0 0,0 0 0 0 0,0 0 1 0 0,0 0-1 0 0,-1 1 0 0 0,1-1 1 0 0,-14 16 327 0 0,-29 16 18 0 0,41-30-342 0 0,-32 21 144 0 0,-69 52 117 0 0,91-65-272 0 0,0 0 0 0 0,1 1 1 0 0,1 0-1 0 0,0 1 0 0 0,-17 25 1 0 0,26-36 0 0 0,1 0 0 0 0,-1 0 0 0 0,1 0 1 0 0,-1 0-1 0 0,0 0 0 0 0,1 0 0 0 0,0 0 1 0 0,-1 0-1 0 0,1 0 0 0 0,0 0 0 0 0,-1 0 1 0 0,1 0-1 0 0,0 0 0 0 0,0 1 0 0 0,0-1 1 0 0,0 0-1 0 0,0 0 0 0 0,0 0 0 0 0,0 0 1 0 0,0 0-1 0 0,1 0 0 0 0,-1 2 0 0 0,1-3-6 0 0,0 1 1 0 0,-1 0-1 0 0,1-1 0 0 0,0 1 0 0 0,0-1 0 0 0,-1 1 0 0 0,1-1 0 0 0,0 1 1 0 0,0-1-1 0 0,0 1 0 0 0,0-1 0 0 0,0 0 0 0 0,0 0 0 0 0,0 1 1 0 0,0-1-1 0 0,-1 0 0 0 0,1 0 0 0 0,0 0 0 0 0,0 0 0 0 0,1 0 0 0 0,7-1-107 0 0,-1 0-1 0 0,0 0 0 0 0,1-1 0 0 0,10-4 0 0 0,39-16-346 0 0,103-56 0 0 0,-102 47 421 0 0,-25 13 80 0 0,0-2 1 0 0,-2-1-1 0 0,31-26 0 0 0,-131 79 3088 0 0,-351 195-3806 0 0,394-217 627 0 0,22-14-52 0 0,11-9-38 0 0,25-26-2119 0 0,66-61 1 0 0,-42 52 2223 0 0,116-74-1 0 0,-112 83 778 0 0,-70 43-556 0 0,0 1-1 0 0,-1-2 1 0 0,1 1 0 0 0,-16 3 0 0 0,-4 1 112 0 0,-327 106 177 0 0,-642 116-1 0 0,988-229-470 0 0,-629 84-3098 0 0,546-80 2212 0 0,-358 6-1926 0 0,362-14 2883 0 0,-1 4 0 0 0,-141 21 0 0 0,180-13 224 0 0,0 2 1 0 0,1 2-1 0 0,0 3 1 0 0,1 2 0 0 0,-86 45-1 0 0,93-40-74 0 0,-5 4 250 0 0,-2-1-1 0 0,0-3 1 0 0,-101 33 73 0 0,150-55-513 0 0,0-1 1 0 0,-1 0 0 0 0,1 0-1 0 0,0 0 1 0 0,-1 0-1 0 0,1 0 1 0 0,0 0-1 0 0,0 0 1 0 0,-1 0 0 0 0,1 0-1 0 0,0 0 1 0 0,-6-2 731 0 0,6 1-732 0 0,4-11 291 0 0,20-20-1152 0 0,-17 23 438 0 0,35-50-959 0 0,5-7 936 0 0,40-73-1 0 0,-76 117 433 0 0,-1 1-1 0 0,0-1 1 0 0,-2 0-1 0 0,0-1 0 0 0,-1 0 1 0 0,-2 0-1 0 0,0-1 0 0 0,1-25 1 0 0,-6 43 15 0 0,1 0 1 0 0,-1 0 0 0 0,-1-1-1 0 0,1 1 1 0 0,-1 0 0 0 0,0 0-1 0 0,-1 0 1 0 0,1 0 0 0 0,-1 0-1 0 0,0 0 1 0 0,-1 0 0 0 0,1 1-1 0 0,-1-1 1 0 0,0 1 0 0 0,-4-6-1 0 0,2 6 11 0 0,0 0 0 0 0,0 1 0 0 0,0-1 1 0 0,0 1-1 0 0,-1 1 0 0 0,0-1 0 0 0,0 1 0 0 0,0-1 0 0 0,0 2 0 0 0,0-1 0 0 0,0 1 0 0 0,-1 0 0 0 0,-10-2 0 0 0,2 1-21 0 0,0 1 1 0 0,0 0-1 0 0,-1 2 0 0 0,1-1 1 0 0,0 2-1 0 0,0 0 1 0 0,0 1-1 0 0,0 0 1 0 0,0 1-1 0 0,0 1 0 0 0,1 1 1 0 0,-1 0-1 0 0,1 0 1 0 0,0 2-1 0 0,1-1 1 0 0,-1 2-1 0 0,1 0 1 0 0,1 0-1 0 0,-20 19 0 0 0,2 0 104 0 0,2 2 0 0 0,1 1-1 0 0,2 1 1 0 0,0 1-1 0 0,3 1 1 0 0,-25 47 0 0 0,12-19-72 0 0,1-1-39 0 0,-28 65 0 0 0,54-106-23 0 0,1 0 0 0 0,1 0 0 0 0,0 1 0 0 0,2-1-1 0 0,0 1 1 0 0,1 0 0 0 0,1 0 0 0 0,1 23-1 0 0,1-36-27 0 0,1-1 1 0 0,0 1-1 0 0,0-1 0 0 0,0 1 0 0 0,1-1 0 0 0,-1 0 0 0 0,2 0 0 0 0,-1 0 0 0 0,1 0 0 0 0,0 0 0 0 0,0 0 0 0 0,0 0 0 0 0,1-1 0 0 0,0 0 0 0 0,0 0 0 0 0,0 0 0 0 0,1 0 1 0 0,0 0-1 0 0,0-1 0 0 0,0 0 0 0 0,0 0 0 0 0,1-1 0 0 0,-1 1 0 0 0,1-1 0 0 0,9 4 0 0 0,-6-4-16 0 0,0-1 0 0 0,0 1 0 0 0,0-2 1 0 0,1 1-1 0 0,-1-1 0 0 0,1 0 0 0 0,-1-1 0 0 0,1 0 0 0 0,-1-1 0 0 0,0 0 0 0 0,1 0 0 0 0,-1-1 0 0 0,0 0 1 0 0,0-1-1 0 0,0 0 0 0 0,0 0 0 0 0,10-6 0 0 0,1-3-33 0 0,0-1 1 0 0,0 0-1 0 0,-1-2 1 0 0,-1 0-1 0 0,-1-1 1 0 0,0-1-1 0 0,-1-1 1 0 0,0 0-1 0 0,-2-1 1 0 0,0-1-1 0 0,-2 0 1 0 0,16-32-1 0 0,-4 0-72 0 0,-2-2-1 0 0,-3-1 0 0 0,24-111 1 0 0,-41 158 159 0 0,4-22 5 0 0,-6 29-18 0 0,0 0 0 0 0,0 0 0 0 0,0 0-1 0 0,1 0 1 0 0,-1 0 0 0 0,0 0 0 0 0,-1 0 0 0 0,1 0-1 0 0,0 0 1 0 0,0 0 0 0 0,0 0 0 0 0,-1 0 0 0 0,1 0 0 0 0,0 0-1 0 0,-1 0 1 0 0,1 0 0 0 0,-1 0 0 0 0,1 0 0 0 0,-1 0 0 0 0,1 0-1 0 0,-1 0 1 0 0,-1-1 0 0 0,1 2-31 0 0,-1 1-1 0 0,0-1 1 0 0,0 0 0 0 0,1 0 0 0 0,-1 1-1 0 0,0-1 1 0 0,1 1 0 0 0,-1-1 0 0 0,1 1-1 0 0,-1 0 1 0 0,1-1 0 0 0,-1 1 0 0 0,1 0-1 0 0,-1 0 1 0 0,1 0 0 0 0,0 0-1 0 0,-1 0 1 0 0,-1 3 0 0 0,0-2-26 0 0,-30 27-360 0 0,1 1-1 0 0,1 1 1 0 0,1 2-1 0 0,-47 68 1 0 0,36-35 880 0 0,-65 135 0 0 0,69-119 1112 0 0,5 1-1 0 0,-37 144 0 0 0,69-227-1567 0 0,-1 6 17 0 0,0 0 0 0 0,0-1 0 0 0,0 1 1 0 0,0 0-1 0 0,1 11 0 0 0,0-16-14 0 0,1 0 0 0 0,-1-1 0 0 0,0 1 0 0 0,0 0 1 0 0,0 0-1 0 0,1-1 0 0 0,-1 1 0 0 0,0 0 0 0 0,1-1 0 0 0,-1 1 0 0 0,1 0 0 0 0,-1-1 1 0 0,0 1-1 0 0,1-1 0 0 0,0 1 0 0 0,-1 0 0 0 0,1-1 0 0 0,-1 1 0 0 0,1-1 0 0 0,1 1 1 0 0,-1-1 2 0 0,0 1 0 0 0,1-1 0 0 0,-1 0 0 0 0,0 1 1 0 0,1-1-1 0 0,-1 0 0 0 0,1 0 0 0 0,-1 0 1 0 0,1-1-1 0 0,-1 1 0 0 0,0 0 0 0 0,1 0 1 0 0,-1-1-1 0 0,1 1 0 0 0,1-1 0 0 0,12-5 13 0 0,1-1-1 0 0,-1-1 1 0 0,0 0 0 0 0,-1-1-1 0 0,15-11 1 0 0,67-60-48 0 0,-62 50 13 0 0,371-346-1457 0 0,-250 205 724 0 0,-134 143 448 0 0,0 0 0 0 0,-2-2-1 0 0,-2 0 1 0 0,22-49 0 0 0,-37 74 178 0 0,0 0 0 0 0,0-1 0 0 0,-1 1-1 0 0,1 0 1 0 0,-1-1 0 0 0,-1 1 0 0 0,1-1 0 0 0,-1-11-1 0 0,0 16 97 0 0,0 0-1 0 0,0 0 0 0 0,-1 0 0 0 0,1-1 1 0 0,0 1-1 0 0,-1 0 0 0 0,1 0 0 0 0,-1 0 0 0 0,0 0 1 0 0,1 0-1 0 0,-1 0 0 0 0,0 0 0 0 0,1 0 0 0 0,-1 0 1 0 0,0 0-1 0 0,0 0 0 0 0,0 0 0 0 0,-1 0 0 0 0,0 0 15 0 0,0 0-1 0 0,0 0 0 0 0,0 0 0 0 0,0 1 1 0 0,0-1-1 0 0,0 1 0 0 0,0 0 0 0 0,0 0 0 0 0,0-1 1 0 0,0 1-1 0 0,0 0 0 0 0,0 1 0 0 0,0-1 1 0 0,-3 1-1 0 0,-7 2 16 0 0,0 0 1 0 0,1 0 0 0 0,-1 2 0 0 0,1-1-1 0 0,0 2 1 0 0,-19 11 0 0 0,-62 50 116 0 0,45-32-58 0 0,-14 10 48 0 0,-58 39 657 0 0,-121 114-1 0 0,-124 168-118 0 0,334-332-568 0 0,-28 37 1 0 0,49-57-21 0 0,0-1 0 0 0,1 1 1 0 0,1 0-1 0 0,0 1 0 0 0,1 0 1 0 0,-7 22-1 0 0,12-35-43 0 0,1 1 0 0 0,-1-1 0 0 0,0 1 1 0 0,1-1-1 0 0,0 1 0 0 0,-1-1 0 0 0,1 1 0 0 0,0-1 0 0 0,1 1 1 0 0,-1-1-1 0 0,0 1 0 0 0,1-1 0 0 0,-1 1 0 0 0,1-1 0 0 0,0 1 1 0 0,-1-1-1 0 0,1 0 0 0 0,0 1 0 0 0,3 2 0 0 0,-3-3-46 0 0,1-1 0 0 0,0 1 0 0 0,0-1 0 0 0,-1 1-1 0 0,1-1 1 0 0,0 0 0 0 0,0 0 0 0 0,1 0 0 0 0,-1 0-1 0 0,0 0 1 0 0,0-1 0 0 0,0 1 0 0 0,1 0-1 0 0,-1-1 1 0 0,0 0 0 0 0,1 0 0 0 0,1 1 0 0 0,8-2-106 0 0,0 0 0 0 0,0 0 1 0 0,-1-1-1 0 0,1 0 1 0 0,-1-1-1 0 0,22-9 1 0 0,70-34-252 0 0,187-119 0 0 0,-132 70 229 0 0,249-155 441 0 0,-1 1-288 0 0,-298 185 118 0 0,134-72 182 0 0,-180 104-285 0 0,127-44 1 0 0,-188 76-14 0 0,54-14-197 0 0,-52 14 172 0 0,0-1-1 0 0,-1 1 1 0 0,1-1 0 0 0,-1 1-1 0 0,1 0 1 0 0,-1 0 0 0 0,1 0-1 0 0,0 1 1 0 0,-1-1-1 0 0,1 1 1 0 0,-1-1 0 0 0,1 1-1 0 0,-1 0 1 0 0,1 0 0 0 0,-1 0-1 0 0,0 0 1 0 0,1 0 0 0 0,3 4-1 0 0,-5-4-34 0 0,0 1-1 0 0,0 0 0 0 0,0-1 0 0 0,-1 1 1 0 0,1 0-1 0 0,0 0 0 0 0,-1 0 1 0 0,0-1-1 0 0,1 1 0 0 0,-1 0 0 0 0,0 0 1 0 0,0 0-1 0 0,0 0 0 0 0,0 0 0 0 0,0 0 1 0 0,0 0-1 0 0,-1 0 0 0 0,1-1 1 0 0,0 1-1 0 0,-1 0 0 0 0,-1 3 0 0 0,-19 39-762 0 0,2-12 822 0 0,-1-2 1 0 0,-2 0 0 0 0,-48 50 0 0 0,-92 72 1303 0 0,74-73-353 0 0,76-67-820 0 0,-444 381 2026 0 0,-6-33-2043 0 0,331-263-178 0 0,87-67 17 0 0,1 2-1 0 0,1 2 1 0 0,-72 75-1 0 0,113-108 50 0 0,-1 1-1 0 0,1 0 0 0 0,0-1 0 0 0,0 1 1 0 0,0 0-1 0 0,0 0 0 0 0,0-1 0 0 0,0 1 1 0 0,0 0-1 0 0,0 0 0 0 0,0 2 0 0 0,1-3 3 0 0,0-1 0 0 0,0 1 0 0 0,0-1 0 0 0,0 0 0 0 0,0 1 1 0 0,1-1-1 0 0,-1 0 0 0 0,0 1 0 0 0,0-1 0 0 0,0 1 0 0 0,0-1 0 0 0,0 0 0 0 0,1 1 0 0 0,-1-1 0 0 0,0 0 0 0 0,0 0 0 0 0,1 1 0 0 0,-1-1 0 0 0,0 0 0 0 0,0 1 0 0 0,1-1 0 0 0,-1 0 0 0 0,0 0 0 0 0,1 0 0 0 0,-1 1 0 0 0,0-1 0 0 0,1 0 0 0 0,-1 0 0 0 0,0 0 0 0 0,1 0 1 0 0,-1 0-1 0 0,0 1 0 0 0,1-1 0 0 0,0 0 0 0 0,4 0 18 0 0,-1 0 1 0 0,1 0-1 0 0,0-1 1 0 0,0 1 0 0 0,0-1-1 0 0,0 0 1 0 0,7-3 0 0 0,83-31 299 0 0,-1-5 0 0 0,140-81 0 0 0,160-102 287 0 0,104-57-57 0 0,-481 271-528 0 0,482-270 102 0 0,92-66 165 0 0,-499 295-210 0 0,51-30 4 0 0,-137 75-273 0 0,-7 3-17 0 0,-15 4-219 0 0,-29 12-203 0 0,-37 17 251 0 0,-154 84 0 0 0,-68 69 409 0 0,261-157-62 0 0,-563 365 163 0 0,444-285-94 0 0,-546 395 127 0 0,702-497-156 0 0,-103 76 379 0 0,-118 114 1 0 0,161-123-57 0 0,60-65-272 0 0,0 1-1 0 0,1-1 1 0 0,1 1 0 0 0,-1 0 0 0 0,1 0-1 0 0,0 0 1 0 0,1 1 0 0 0,-3 10 0 0 0,5-17-69 0 0,1-1 1 0 0,0 0-1 0 0,-1 0 0 0 0,1 1 1 0 0,0-1-1 0 0,0 0 1 0 0,0 0-1 0 0,0 1 0 0 0,0-1 1 0 0,0 0-1 0 0,1 0 1 0 0,-1 1-1 0 0,0-1 0 0 0,1 0 1 0 0,-1 0-1 0 0,0 0 1 0 0,1 1-1 0 0,0-1 1 0 0,-1 0-1 0 0,1 0 0 0 0,0 0 1 0 0,-1 0-1 0 0,1 0 1 0 0,1 1-1 0 0,0-1-27 0 0,0 0 1 0 0,0 0-1 0 0,0 0 0 0 0,0 0 1 0 0,0 0-1 0 0,0 0 1 0 0,0-1-1 0 0,0 1 0 0 0,0-1 1 0 0,0 0-1 0 0,0 1 0 0 0,5-1 1 0 0,5-1-296 0 0,0 0 1 0 0,1-1 0 0 0,21-5-1 0 0,-32 6 268 0 0,38-10-367 0 0,-1-2 0 0 0,0-2-1 0 0,-1-2 1 0 0,52-31 0 0 0,136-102 378 0 0,-99 61 211 0 0,323-221 556 0 0,-25-34-556 0 0,-381 304-191 0 0,66-79 0 0 0,-95 100-33 0 0,-1-1 1 0 0,-1 0 0 0 0,-1-1-1 0 0,0 0 1 0 0,-1 0-1 0 0,-2-2 1 0 0,8-23 0 0 0,-15 39-47 0 0,-1 0 0 0 0,1 0 1 0 0,-1 0-1 0 0,-1 0 1 0 0,1 0-1 0 0,-1 0 0 0 0,-1-11 1 0 0,1 16 103 0 0,-1 0-1 0 0,1 1 1 0 0,0-1 0 0 0,-1 1 0 0 0,1 0 0 0 0,-1-1 0 0 0,1 1-1 0 0,-1-1 1 0 0,0 1 0 0 0,0 0 0 0 0,1-1 0 0 0,-1 1-1 0 0,0 0 1 0 0,0 0 0 0 0,0 0 0 0 0,-1 0 0 0 0,1 0 0 0 0,0 0-1 0 0,0 0 1 0 0,0 0 0 0 0,-1 0 0 0 0,1 0 0 0 0,-1 1-1 0 0,1-1 1 0 0,0 0 0 0 0,-1 1 0 0 0,1 0 0 0 0,-1-1 0 0 0,1 1-1 0 0,-1 0 1 0 0,1 0 0 0 0,-1-1 0 0 0,0 1 0 0 0,1 0-1 0 0,-1 1 1 0 0,1-1 0 0 0,-1 0 0 0 0,1 0 0 0 0,-1 1-1 0 0,-1 0 1 0 0,-12 2 85 0 0,1 2-1 0 0,0 0 1 0 0,0 0-1 0 0,0 1 1 0 0,-19 13-1 0 0,-65 46 487 0 0,92-60-528 0 0,-205 149 93 0 0,-210 203 0 0 0,-261 358 65 0 0,656-683-148 0 0,-192 234 968 0 0,173-205-276 0 0,3 2 0 0 0,-51 103 0 0 0,88-157-668 0 0,3-6-35 0 0,0 1 1 0 0,0 0 0 0 0,1-1-1 0 0,-1 1 1 0 0,1 0 0 0 0,-1 0 0 0 0,1 0-1 0 0,1 0 1 0 0,-1 0 0 0 0,1 0-1 0 0,-1 7 1 0 0,1-11-43 0 0,0 0-1 0 0,0 1 1 0 0,0-1-1 0 0,0 0 1 0 0,0 1-1 0 0,1-1 0 0 0,-1 0 1 0 0,0 1-1 0 0,0-1 1 0 0,0 0-1 0 0,0 0 1 0 0,0 1-1 0 0,1-1 1 0 0,-1 0-1 0 0,0 0 1 0 0,0 1-1 0 0,0-1 1 0 0,1 0-1 0 0,-1 0 1 0 0,0 0-1 0 0,0 1 1 0 0,1-1-1 0 0,-1 0 1 0 0,0 0-1 0 0,0 0 1 0 0,1 0-1 0 0,-1 0 1 0 0,0 1-1 0 0,1-1 1 0 0,-1 0-1 0 0,0 0 1 0 0,0 0-1 0 0,1 0 1 0 0,0 0-1 0 0,13-5-224 0 0,13-13-376 0 0,-26 17 545 0 0,58-50-963 0 0,-3-2 0 0 0,58-72 0 0 0,-37 40 620 0 0,-63 70 337 0 0,313-359-701 0 0,-2-54-437 0 0,-236 297 4 0 0,83-162-1 0 0,-93 151 160 0 0,-69 127 889 0 0,-7 11 81 0 0,0 0 0 0 0,-1 0 1 0 0,1 0-1 0 0,-1 0 0 0 0,0-1 1 0 0,0 1-1 0 0,0-1 0 0 0,2-9 0 0 0,-32 32-163 0 0,-10 20 1125 0 0,1 1 1 0 0,-36 52 0 0 0,23-29-396 0 0,-50 61 240 0 0,-403 527 2182 0 0,198-192-703 0 0,39 25 64 0 0,249-446-1858 0 0,2 1 0 0 0,-13 46 0 0 0,24-72-288 0 0,1 1 0 0 0,1-1-1 0 0,0 1 1 0 0,1 0-1 0 0,1-1 1 0 0,-1 1-1 0 0,2 0 1 0 0,0 0 0 0 0,1-1-1 0 0,0 1 1 0 0,4 13-1 0 0,-5-22-105 0 0,1 0-1 0 0,-1 0 0 0 0,1 0 0 0 0,0 0 1 0 0,0 0-1 0 0,0 0 0 0 0,1-1 0 0 0,-1 1 1 0 0,1-1-1 0 0,0 1 0 0 0,0-1 0 0 0,0 0 0 0 0,1 0 1 0 0,-1-1-1 0 0,1 1 0 0 0,-1-1 0 0 0,8 4 1 0 0,-5-4-82 0 0,0 0 1 0 0,0 0-1 0 0,0-1 1 0 0,0 0-1 0 0,1 0 1 0 0,-1 0 0 0 0,0-1-1 0 0,1 0 1 0 0,-1 0-1 0 0,0-1 1 0 0,7-1-1 0 0,10-3-359 0 0,-1-2-1 0 0,0 0 1 0 0,0-1-1 0 0,-1-1 0 0 0,33-20 1 0 0,26-19-1047 0 0,88-72 1 0 0,66-72-62 0 0,-192 156 1214 0 0,605-556-1372 0 0,-238 189 4674 0 0,-395 389-2796 0 0,34-30 577 0 0,-43 41-663 0 0,-1-1 0 0 0,1 1-1 0 0,0 0 1 0 0,0 0 0 0 0,0 0 0 0 0,0 1-1 0 0,1 0 1 0 0,6-3 0 0 0,-12 5-101 0 0,1 0 0 0 0,-1 0 0 0 0,1 0 0 0 0,-1 0 0 0 0,0 0 0 0 0,1 0 0 0 0,-1-1 0 0 0,1 1 0 0 0,-1 0 0 0 0,0 0 0 0 0,1 0 0 0 0,-1 0 0 0 0,1 0 0 0 0,-1 0 0 0 0,0 1 1 0 0,1-1-1 0 0,-1 0 0 0 0,1 0 0 0 0,-1 0 0 0 0,0 0 0 0 0,1 0 0 0 0,-1 1 0 0 0,0-1 0 0 0,1 0 0 0 0,-1 0 0 0 0,0 0 0 0 0,1 1 0 0 0,-1-1 0 0 0,0 0 0 0 0,0 1 0 0 0,1-1 0 0 0,-1 0 0 0 0,0 1 0 0 0,0-1 0 0 0,1 0 0 0 0,-1 1 0 0 0,0-1 0 0 0,0 0 0 0 0,0 1 0 0 0,0-1 0 0 0,0 1 0 0 0,1-1 0 0 0,-1 0 0 0 0,0 1 0 0 0,0-1 0 0 0,0 1 0 0 0,0-1 0 0 0,0 0 0 0 0,0 1 0 0 0,0-1 0 0 0,-1 1 0 0 0,1-1 1 0 0,0 0-1 0 0,0 1 0 0 0,0-1 0 0 0,0 0 0 0 0,0 1 0 0 0,-1 0 0 0 0,-10 25-78 0 0,-22 30-320 0 0,-79 101 1 0 0,-57 39 190 0 0,167-194 197 0 0,-668 704 296 0 0,488-527-52 0 0,-264 233 564 0 0,375-353-659 0 0,44-34-136 0 0,0-2 1 0 0,-2-1 0 0 0,-1-2-1 0 0,-45 24 1 0 0,74-43-53 0 0,-1 0 1 0 0,1 0-1 0 0,-1-1 0 0 0,1 1 1 0 0,-1 0-1 0 0,0-1 1 0 0,1 1-1 0 0,-1-1 1 0 0,0 0-1 0 0,0 0 1 0 0,1 0-1 0 0,-1 0 1 0 0,0 0-1 0 0,0 0 0 0 0,1 0 1 0 0,-4-1-1 0 0,4 1 6 0 0,1-1-1 0 0,-1 0 0 0 0,0 0 1 0 0,1 0-1 0 0,-1 1 1 0 0,1-1-1 0 0,-1 0 0 0 0,1 0 1 0 0,-1 0-1 0 0,1 0 0 0 0,0 0 1 0 0,-1 0-1 0 0,1 0 1 0 0,0 0-1 0 0,0 0 0 0 0,0 0 1 0 0,0 0-1 0 0,0 0 0 0 0,0 0 1 0 0,0 0-1 0 0,0 0 1 0 0,0 0-1 0 0,0 0 0 0 0,1 0 1 0 0,-1 0-1 0 0,0 0 0 0 0,1 0 1 0 0,0-2-1 0 0,5-17-602 0 0,1-1-1 0 0,1 1 0 0 0,1 1 0 0 0,13-23 1 0 0,54-73-918 0 0,-49 75 1337 0 0,301-379-82 0 0,37 25 2395 0 0,288-247 1549 0 0,59 68-726 0 0,-142 190-1322 0 0,-468 315-1629 0 0,118-103-1 0 0,-307 237-1267 0 0,18-15 1039 0 0,-62 50 62 0 0,-386 307 92 0 0,231-184 279 0 0,-418 251 0 0 0,679-460-62 0 0,-10 7 255 0 0,-40 17-1 0 0,69-39-55 0 0,11-7-238 0 0,11-11-167 0 0,558-470-4302 0 0,-116 147 3868 0 0,31 44 969 0 0,-346 220-250 0 0,178-86-101 0 0,-307 156-85 0 0,-9 4 0 0 0,0 1 0 0 0,0 0 0 0 0,0-1 0 0 0,1 2 0 0 0,-1-1 0 0 0,1 0 0 0 0,-1 1 0 0 0,10-1 0 0 0,-17 5 22 0 0,0 0 1 0 0,0 0 0 0 0,-1 0 0 0 0,1 0 0 0 0,-1-1 0 0 0,-5 5 0 0 0,-326 282 1649 0 0,91-77-961 0 0,123-109-413 0 0,-391 322-548 0 0,26-23-828 0 0,485-402 1084 0 0,0 0 0 0 0,-1 0 0 0 0,1 0 0 0 0,0 1 0 0 0,-1-1 0 0 0,1 0 0 0 0,0 0 0 0 0,0 0 0 0 0,-1 0-1 0 0,1 1 1 0 0,0-1 0 0 0,0 0 0 0 0,-1 0 0 0 0,1 1 0 0 0,0-1 0 0 0,0 0 0 0 0,-1 0 0 0 0,1 1 0 0 0,0-1 0 0 0,0 0 0 0 0,0 1 0 0 0,0-1-1 0 0,0 0 1 0 0,0 1 0 0 0,-1-1 0 0 0,1 0 0 0 0,0 1 0 0 0,0-1 0 0 0,0 0 0 0 0,0 1 0 0 0,0-1 0 0 0,0 0 0 0 0,0 1 0 0 0,0-1 0 0 0,0 0-1 0 0,1 1 1 0 0,-1-1 0 0 0,0 1 0 0 0,15 0 87 0 0,23-10-58 0 0,-8-2-187 0 0,0-1 1 0 0,-1-2-1 0 0,-1 0 0 0 0,29-21 1 0 0,105-83-1933 0 0,-62 42 1177 0 0,404-277 253 0 0,18 27 2743 0 0,76 46 1409 0 0,-432 217-2961 0 0,-132 52-514 0 0,1 1 0 0 0,68-8 0 0 0,-95 17-20 0 0,0 1 1 0 0,0-1-1 0 0,0 2 0 0 0,0-1 1 0 0,0 1-1 0 0,-1 0 0 0 0,16 4 1 0 0,-21-4-18 0 0,0 0 1 0 0,0 0 0 0 0,0 0-1 0 0,0 0 1 0 0,0 0-1 0 0,0 0 1 0 0,0 1-1 0 0,0-1 1 0 0,0 1-1 0 0,-1-1 1 0 0,1 1 0 0 0,0 0-1 0 0,-1 0 1 0 0,0 0-1 0 0,1 0 1 0 0,-1 0-1 0 0,0 0 1 0 0,0 0 0 0 0,0 0-1 0 0,0 0 1 0 0,0 0-1 0 0,-1 0 1 0 0,1 1-1 0 0,-1-1 1 0 0,1 0-1 0 0,-1 1 1 0 0,0-1 0 0 0,0 0-1 0 0,0 1 1 0 0,0 2-1 0 0,-2 7-25 0 0,0-1 0 0 0,-1 1 0 0 0,0-1-1 0 0,-1 0 1 0 0,0 0 0 0 0,-1 0 0 0 0,0-1-1 0 0,0 0 1 0 0,-1 0 0 0 0,-10 13 0 0 0,-5 4 44 0 0,-1-1 0 0 0,-31 30 0 0 0,30-36-48 0 0,0 0 1 0 0,-1-1-1 0 0,-30 18 0 0 0,41-30 10 0 0,0 0 0 0 0,0 0 0 0 0,0-1 1 0 0,-1-1-1 0 0,1 0 0 0 0,-1-1 0 0 0,0-1 0 0 0,-25 3 0 0 0,37-5 19 0 0,-1-1 1 0 0,1 1-1 0 0,0-1 0 0 0,-1 0 0 0 0,1 0 0 0 0,0 0 0 0 0,0 0 0 0 0,-1-1 0 0 0,1 1 0 0 0,0 0 0 0 0,0-1 0 0 0,-1 0 0 0 0,1 1 0 0 0,0-1 0 0 0,0 0 0 0 0,0 0 0 0 0,0 0 0 0 0,0 0 0 0 0,0-1 0 0 0,0 1 0 0 0,1-1 0 0 0,-1 1 0 0 0,0-1 0 0 0,1 1 0 0 0,-1-1 0 0 0,1 0 0 0 0,0 0 0 0 0,-1 0 0 0 0,1 0 0 0 0,0 0 0 0 0,0 0 0 0 0,0 0 0 0 0,0 0 0 0 0,1 0 0 0 0,-1 0 0 0 0,0-1 0 0 0,1 1 0 0 0,0 0 0 0 0,-1 0 0 0 0,1-1 0 0 0,0 1 0 0 0,0 0 0 0 0,1-4 0 0 0,1-9-254 0 0,0 0 0 0 0,1 0-1 0 0,1 0 1 0 0,0 0 0 0 0,7-15 0 0 0,-10 29 219 0 0,42-108-2557 0 0,96-172 1 0 0,-72 172 2342 0 0,-56 93 401 0 0,0 0 1 0 0,2 1 0 0 0,0 1-1 0 0,22-20 1 0 0,-34 33-71 0 0,-1 0 1 0 0,1 0-1 0 0,0 1 1 0 0,0-1-1 0 0,0 0 1 0 0,0 0-1 0 0,0 1 1 0 0,0-1-1 0 0,1 0 1 0 0,-1 1-1 0 0,0-1 1 0 0,0 1-1 0 0,0-1 1 0 0,1 1-1 0 0,-1 0 1 0 0,0 0-1 0 0,0 0 1 0 0,1-1-1 0 0,-1 1 1 0 0,0 0-1 0 0,0 0 1 0 0,1 0-1 0 0,-1 1 1 0 0,0-1-1 0 0,0 0 1 0 0,1 0-1 0 0,-1 1 1 0 0,0-1-1 0 0,0 1 1 0 0,0-1-1 0 0,0 1 1 0 0,1 0-1 0 0,-1-1 1 0 0,0 1-1 0 0,0 0 1 0 0,0 0-1 0 0,0-1 1 0 0,-1 1-1 0 0,1 0 1 0 0,0 0-1 0 0,0 0 1 0 0,0 1-1 0 0,4 6 310 0 0,-1 0 0 0 0,0 0 0 0 0,-1 0 0 0 0,0 0 0 0 0,3 11 0 0 0,0 0-70 0 0,18 53 467 0 0,-4 1 0 0 0,-2 2-1 0 0,-4 0 1 0 0,-3 0 0 0 0,-3 1 0 0 0,-3 107 0 0 0,-10-84-845 0 0,-4-1 0 0 0,-5 0 1 0 0,-3 0-1 0 0,-45 139 1 0 0,48-198-116 0 0,9-26 111 0 0,0-1-1 0 0,0 1 1 0 0,2 0-1 0 0,0 0 1 0 0,0 0-1 0 0,1 1 1 0 0,1-1-1 0 0,-1 15 1 0 0,2-28 69 0 0,0 0 1 0 0,0 0-1 0 0,0 0 1 0 0,1 0 0 0 0,-1-1-1 0 0,0 1 1 0 0,0 0-1 0 0,0 0 1 0 0,0 0 0 0 0,0 0-1 0 0,0 0 1 0 0,0 0-1 0 0,0 0 1 0 0,0 0-1 0 0,0 0 1 0 0,0 0 0 0 0,0 0-1 0 0,0 0 1 0 0,0 0-1 0 0,0 0 1 0 0,0 0 0 0 0,0 0-1 0 0,0 0 1 0 0,1 0-1 0 0,-1 0 1 0 0,0 0 0 0 0,0 0-1 0 0,0 0 1 0 0,0 0-1 0 0,0 0 1 0 0,0 0-1 0 0,0 0 1 0 0,0 0 0 0 0,0 0-1 0 0,0 0 1 0 0,0 0-1 0 0,0 0 1 0 0,1 0 0 0 0,-1 0-1 0 0,0 0 1 0 0,0 0-1 0 0,0 0 1 0 0,0 0-1 0 0,0 0 1 0 0,0 0 0 0 0,0 0-1 0 0,0 0 1 0 0,0 0-1 0 0,0 0 1 0 0,0 0 0 0 0,0 0-1 0 0,0 0 1 0 0,0 0-1 0 0,0 0 1 0 0,0 0 0 0 0,0 1-1 0 0,0-1 1 0 0,0 0-1 0 0,1 0 1 0 0,-1 0-1 0 0,0 0 1 0 0,0 0 0 0 0,0 0-1 0 0,0 0 1 0 0,0 0-1 0 0,6-10-255 0 0,3-13-146 0 0,3-23-99 0 0,-1-2 0 0 0,6-82 1 0 0,-8-102-1040 0 0,-8 204 1515 0 0,-1-43-20 0 0,5-98-280 0 0,-2 136 264 0 0,1 1 1 0 0,2-1-1 0 0,10-34 1 0 0,-13 58 73 0 0,1 0 1 0 0,-1 0-1 0 0,2 0 1 0 0,-1 0 0 0 0,1 0-1 0 0,1 1 1 0 0,-1 0-1 0 0,1 0 1 0 0,1 0 0 0 0,8-8-1 0 0,-12 13 38 0 0,0 1-1 0 0,0 0 1 0 0,0-1-1 0 0,0 1 0 0 0,1 1 1 0 0,-1-1-1 0 0,0 0 1 0 0,1 1-1 0 0,0 0 1 0 0,-1-1-1 0 0,1 1 1 0 0,-1 1-1 0 0,1-1 1 0 0,0 1-1 0 0,0-1 0 0 0,-1 1 1 0 0,1 0-1 0 0,0 0 1 0 0,0 1-1 0 0,-1-1 1 0 0,1 1-1 0 0,0 0 1 0 0,0 0-1 0 0,-1 0 1 0 0,1 0-1 0 0,-1 0 1 0 0,1 1-1 0 0,-1 0 0 0 0,0 0 1 0 0,4 3-1 0 0,4 3 131 0 0,-1 0-1 0 0,0 1 1 0 0,-1 1 0 0 0,0 0-1 0 0,-1 0 1 0 0,0 0-1 0 0,0 1 1 0 0,-1 1-1 0 0,-1-1 1 0 0,10 23-1 0 0,0 5 143 0 0,-3 0 1 0 0,11 49-1 0 0,-10-19 17 0 0,-4 1 0 0 0,-2 0 0 0 0,-4 0 0 0 0,-7 120-1 0 0,-11-47 82 0 0,-39 180 1 0 0,19-181-507 0 0,-52 139 1 0 0,-71 128-145 0 0,152-396 233 0 0,0-2 11 0 0,4-6-7 0 0,-1 0 0 0 0,0 0 0 0 0,0 0 0 0 0,0-1 0 0 0,-1 1 0 0 0,-4 5 0 0 0,7-10-17 0 0,0 0 0 0 0,0 0 0 0 0,-1 0 0 0 0,1 0 0 0 0,0 0 0 0 0,-1 0 0 0 0,1 0 0 0 0,0-1 0 0 0,0 1 0 0 0,-1 0 0 0 0,1 0 0 0 0,0 0 0 0 0,0 0 0 0 0,0 0 0 0 0,-1 0 0 0 0,1-1 0 0 0,0 1 0 0 0,0 0 0 0 0,0 0 0 0 0,-1 0 0 0 0,1-1 0 0 0,0 1 0 0 0,0 0 0 0 0,0 0 1 0 0,0 0-1 0 0,0-1 0 0 0,-1 1 0 0 0,1 0 0 0 0,0 0 0 0 0,0-1 0 0 0,0 1 0 0 0,0 0 0 0 0,0-1 0 0 0,0 1 0 0 0,0 0 0 0 0,0 0 0 0 0,0-1 0 0 0,0 1 0 0 0,0 0 0 0 0,0 0 0 0 0,0-1 0 0 0,0 1 0 0 0,0 0 0 0 0,0 0 0 0 0,0-1 0 0 0,1 1 0 0 0,-1 0 0 0 0,0 0 0 0 0,0-1 0 0 0,0-17-684 0 0,8-35-723 0 0,2 1 0 0 0,19-56 0 0 0,4-17 146 0 0,-26 89 1131 0 0,0 1-1 0 0,-2-1 1 0 0,-2 0 0 0 0,-2 0 0 0 0,-5-70 0 0 0,3 94 140 0 0,-1 0-1 0 0,-1-1 0 0 0,1 1 1 0 0,-2 0-1 0 0,0 1 1 0 0,0-1-1 0 0,-2 1 1 0 0,1-1-1 0 0,-1 1 0 0 0,0 1 1 0 0,-1 0-1 0 0,-1-1 1 0 0,0 2-1 0 0,0-1 1 0 0,0 1-1 0 0,-1 1 0 0 0,-1 0 1 0 0,1 0-1 0 0,-1 0 1 0 0,-20-10-1 0 0,4 7 117 0 0,1 1 0 0 0,-2 1 0 0 0,1 1 0 0 0,-1 1-1 0 0,0 1 1 0 0,0 2 0 0 0,-1 1 0 0 0,1 1 0 0 0,-1 1 0 0 0,-32 3 0 0 0,-29 7 648 0 0,-157 37 1 0 0,67-1-326 0 0,-216 85 0 0 0,-156 108-1692 0 0,395-167 705 0 0,-138 70-1082 0 0,437-239-1366 0 0,347-215 909 0 0,-7 25 2591 0 0,16 24 2116 0 0,-305 162-939 0 0,-70 36 701 0 0,-862 457-1778 0 0,293-145-407 0 0,-374 164-421 0 0,322-180-1098 0 0,488-226 1254 0 0,-1 1-170 0 0,0 0-1 0 0,0-2 1 0 0,-21 6 0 0 0,30-8 218 0 0,1-1 1 0 0,0 0 0 0 0,0 0-1 0 0,-1 0 1 0 0,1 0 0 0 0,0 1-1 0 0,-1-1 1 0 0,1 0 0 0 0,0 0-1 0 0,-1 0 1 0 0,1 0 0 0 0,0 0-1 0 0,-1 0 1 0 0,1 0 0 0 0,0 0-1 0 0,-1 0 1 0 0,1 0 0 0 0,0 0-1 0 0,-1 0 1 0 0,1 0 0 0 0,0 0-1 0 0,-1 0 1 0 0,1 0 0 0 0,0-1-1 0 0,-1 1 1 0 0,1 0 0 0 0,0 0-1 0 0,-1 0 1 0 0,1 0 0 0 0,0-1 0 0 0,0 1-1 0 0,-1 0 1 0 0,1 0 0 0 0,0-1-1 0 0,0 1 1 0 0,-1 0 0 0 0,1 0-1 0 0,0-1 1 0 0,0 1 0 0 0,0 0-1 0 0,0-1 1 0 0,-1 1 0 0 0,1 0-1 0 0,0-1 1 0 0,0 1 0 0 0,0 0-1 0 0,0-1 1 0 0,0 1 0 0 0,0 0-1 0 0,0-1 1 0 0,0 1 0 0 0,0 0-1 0 0,0-1 1 0 0,0 1 0 0 0,0 0-1 0 0,0-1 1 0 0,0 1 0 0 0,0 0-1 0 0,0-1 1 0 0,1 1 0 0 0,-1 0-1 0 0,0-1 1 0 0,0 1 0 0 0,0-1 0 0 0,14-19-857 0 0,21-18-380 0 0,2 2 0 0 0,0 2 1 0 0,51-35-1 0 0,135-81-514 0 0,-169 115 1466 0 0,194-130 747 0 0,70-45 2467 0 0,-145 103-1462 0 0,155-97 1000 0 0,-19-19-415 0 0,-290 209-1907 0 0,-4 2 14 0 0,-1 0-1 0 0,0 0 1 0 0,0-2-1 0 0,17-21 1 0 0,-30 34-116 0 0,-1 0 0 0 0,1 0 0 0 0,0 1 0 0 0,-1-1 0 0 0,1 0 0 0 0,0 0 0 0 0,-1 0 0 0 0,1 0 0 0 0,-1 0 1 0 0,0 0-1 0 0,1 0 0 0 0,-1 0 0 0 0,0 0 0 0 0,0 0 0 0 0,1 0 0 0 0,-1 0 0 0 0,0 0 0 0 0,0 0 0 0 0,0 0 0 0 0,0 0 0 0 0,0 0 1 0 0,0 0-1 0 0,-1-1 0 0 0,0 1-1 0 0,1 0 1 0 0,-1 1-1 0 0,0-1 1 0 0,0 0-1 0 0,0 1 1 0 0,1-1-1 0 0,-1 1 1 0 0,0-1-1 0 0,0 1 1 0 0,0 0-1 0 0,0-1 1 0 0,0 1-1 0 0,0 0 1 0 0,0 0-1 0 0,0-1 1 0 0,0 1-1 0 0,0 0 1 0 0,0 0-1 0 0,-1 0 1 0 0,-10 1 115 0 0,1 0 0 0 0,0 1 0 0 0,-14 3-1 0 0,21-4-98 0 0,-52 14 508 0 0,-99 39 1 0 0,-50 39 464 0 0,186-84-999 0 0,-344 175-370 0 0,145-71-39 0 0,-388 194-1776 0 0,436-219 1583 0 0,-107 48-111 0 0,214-114 712 0 0,63-22-7 0 0,0 0-1 0 0,0-1 1 0 0,0 1-1 0 0,0 0 1 0 0,0 0-1 0 0,1 0 0 0 0,-1 0 1 0 0,0-1-1 0 0,0 1 1 0 0,0 0-1 0 0,0 0 1 0 0,0 0-1 0 0,0 0 1 0 0,0-1-1 0 0,0 1 1 0 0,0 0-1 0 0,-1 0 0 0 0,1 0 1 0 0,0-1-1 0 0,0 1 1 0 0,0 0-1 0 0,0 0 1 0 0,0 0-1 0 0,0 0 1 0 0,0-1-1 0 0,0 1 1 0 0,0 0-1 0 0,0 0 1 0 0,-1 0-1 0 0,1 0 0 0 0,0 0 1 0 0,0 0-1 0 0,0-1 1 0 0,0 1-1 0 0,0 0 1 0 0,-1 0-1 0 0,1 0 1 0 0,0 0-1 0 0,0 0 1 0 0,0 0-1 0 0,0 0 0 0 0,-1 0 1 0 0,1 0-1 0 0,0 0 1 0 0,0 0-1 0 0,0 0 1 0 0,-1 0-1 0 0,1 0 1 0 0,0 0-1 0 0,0 0 1 0 0,0 0-1 0 0,-1 0 1 0 0,18-16 91 0 0,-14 13-81 0 0,641-516-7510 0 0,-475 399 7032 0 0,197-130 2508 0 0,-57 64 1496 0 0,451-199 0 0 0,-686 354-3202 0 0,128-35 0 0 0,-173 63-417 0 0,-29 3 70 0 0,1 0 1 0 0,-1 0-1 0 0,0 1 0 0 0,0-1 1 0 0,0 0-1 0 0,1 0 0 0 0,-1 0 1 0 0,0 0-1 0 0,0 0 1 0 0,0 0-1 0 0,0 1 0 0 0,1-1 1 0 0,-1 0-1 0 0,0 0 0 0 0,0 0 1 0 0,0 0-1 0 0,0 1 0 0 0,0-1 1 0 0,0 0-1 0 0,1 0 1 0 0,-1 1-1 0 0,0-1 0 0 0,0 0 1 0 0,0 0-1 0 0,0 0 0 0 0,0 1 1 0 0,0-1-1 0 0,0 0 0 0 0,0 0 1 0 0,0 1-1 0 0,0-1 1 0 0,0 0-1 0 0,0 0 0 0 0,0 0 1 0 0,0 1-1 0 0,0-1 0 0 0,0 0 1 0 0,-1 0-1 0 0,1 1 0 0 0,0-1 1 0 0,0 0-1 0 0,0 0 1 0 0,0 0-1 0 0,0 0 0 0 0,0 1 1 0 0,-1-1-1 0 0,1 0 0 0 0,0 0 1 0 0,0 1-1 0 0,-5 4-138 0 0,0 0 0 0 0,-1 1 0 0 0,1-1 0 0 0,-13 7-1 0 0,-271 167-1966 0 0,189-120 2130 0 0,-23 12 423 0 0,-239 100 0 0 0,222-115-361 0 0,13-5 23 0 0,-156 42 1 0 0,276-91-140 0 0,-1 0 1 0 0,1-1 0 0 0,-1 1-1 0 0,0-2 1 0 0,1 1 0 0 0,-15-1-1 0 0,22 0 14 0 0,-1 0-1 0 0,1 0 1 0 0,0 0-1 0 0,-1 0 1 0 0,1 0-1 0 0,-1-1 1 0 0,1 1-1 0 0,-1 0 1 0 0,1 0-1 0 0,0 0 0 0 0,-1 0 1 0 0,1-1-1 0 0,-1 1 1 0 0,1 0-1 0 0,0 0 1 0 0,-1-1-1 0 0,1 1 1 0 0,0 0-1 0 0,-1-1 1 0 0,1 1-1 0 0,0 0 0 0 0,0-1 1 0 0,-1 1-1 0 0,1 0 1 0 0,0-1-1 0 0,0 1 1 0 0,0-1-1 0 0,-1 1 1 0 0,1 0-1 0 0,0-1 1 0 0,0 1-1 0 0,0-1 0 0 0,0 1 1 0 0,0 0-1 0 0,0-1 1 0 0,0 1-1 0 0,0-1 1 0 0,0 1-1 0 0,0-1 1 0 0,0 1-1 0 0,0-1 1 0 0,0 1-1 0 0,0 0 1 0 0,0-1-1 0 0,1 1 0 0 0,-1-1 1 0 0,0 1-1 0 0,0 0 1 0 0,0-1-1 0 0,1 1 1 0 0,-1-1-1 0 0</inkml:trace>
</inkml:ink>
</file>

<file path=ppt/ink/ink2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17.30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2138 6913 0 0,'270'-165'745'0'0,"59"-32"-467"0"0,261-168 3082 0 0,-584 362-3207 0 0,-3 1-39 0 0,0 0 0 0 0,-1 1 1 0 0,1-1-1 0 0,0 0 0 0 0,0 0 1 0 0,-1-1-1 0 0,0 1 0 0 0,1 0 1 0 0,-1-1-1 0 0,0 0 0 0 0,0 1 1 0 0,0-1-1 0 0,2-4 0 0 0,-4 6-52 0 0,0 1 1 0 0,-5-8 1053 0 0,4 8-1054 0 0,1 0 0 0 0,-1-1 0 0 0,1 1 0 0 0,-1 0 1 0 0,1 0-1 0 0,-1-1 0 0 0,1 1 0 0 0,-1 0 0 0 0,1 0 0 0 0,-1 0 0 0 0,1 0 0 0 0,-1 0 0 0 0,0 0 0 0 0,-22-3 978 0 0,21 3-866 0 0,-17 0 170 0 0,1 0 1 0 0,0 2-1 0 0,0 0 1 0 0,0 1-1 0 0,0 0 1 0 0,0 2-1 0 0,-20 7 1 0 0,-121 58-563 0 0,105-44 110 0 0,-12 6-130 0 0,26-12 16 0 0,-1-1 1 0 0,-1-1-1 0 0,-66 17 0 0 0,105-35 206 0 0,1 1 0 0 0,-1-1 0 0 0,0 1 0 0 0,0-1 0 0 0,0 0 0 0 0,0 0 0 0 0,0 0 0 0 0,0 0 0 0 0,0-1 0 0 0,-5 0 0 0 0,8 0-12 0 0,-1 1 0 0 0,0-1 1 0 0,1 1-1 0 0,-1-1 0 0 0,0 1 1 0 0,1-1-1 0 0,-1 0 0 0 0,1 1 1 0 0,-1-1-1 0 0,1 0 0 0 0,-1 0 1 0 0,1 1-1 0 0,-1-1 0 0 0,1 0 1 0 0,0 0-1 0 0,-1 0 1 0 0,1 0-1 0 0,0 1 0 0 0,0-1 1 0 0,0 0-1 0 0,0 0 0 0 0,0 0 1 0 0,0 0-1 0 0,0 0 0 0 0,0 0 1 0 0,0 1-1 0 0,0-1 0 0 0,0 0 1 0 0,0 0-1 0 0,1 0 0 0 0,-1 0 1 0 0,0 1-1 0 0,1-1 0 0 0,-1 0 1 0 0,0 0-1 0 0,1 0 0 0 0,-1 1 1 0 0,1-1-1 0 0,0-1 1 0 0,15-24-668 0 0,0 0 1 0 0,2 1 0 0 0,1 1 0 0 0,0 1 0 0 0,33-29 0 0 0,-12 10-19 0 0,108-132-1463 0 0,-10 11 1761 0 0,-102 124 989 0 0,81-66-1 0 0,-110 99-341 0 0,1 0-1 0 0,0 1 1 0 0,0 0-1 0 0,0 1 0 0 0,1 0 1 0 0,0 0-1 0 0,-1 1 1 0 0,14-3-1 0 0,-20 5-135 0 0,0 1 1 0 0,0 0-1 0 0,0 0 0 0 0,0-1 0 0 0,0 2 0 0 0,0-1 0 0 0,0 0 0 0 0,1 0 0 0 0,-1 0 0 0 0,0 1 1 0 0,0 0-1 0 0,0-1 0 0 0,0 1 0 0 0,0 0 0 0 0,-1 0 0 0 0,1 0 0 0 0,2 1 0 0 0,-2 0-21 0 0,0 0 0 0 0,0 0 0 0 0,-1 0 0 0 0,0 0 0 0 0,1 0 0 0 0,-1 0 0 0 0,0 1-1 0 0,0-1 1 0 0,0 0 0 0 0,0 1 0 0 0,0-1 0 0 0,-1 1 0 0 0,1-1 0 0 0,-1 1 0 0 0,1-1-1 0 0,-1 1 1 0 0,0 4 0 0 0,-2 23 115 0 0,0-1 0 0 0,-3 1-1 0 0,0-1 1 0 0,-2 0 0 0 0,0-1-1 0 0,-2 0 1 0 0,-2 0 0 0 0,-15 30-1 0 0,24-54-182 0 0,1-1 0 0 0,-1 0 1 0 0,0 0-1 0 0,0 0 0 0 0,0 0 0 0 0,0-1 0 0 0,0 1 0 0 0,-1-1 0 0 0,1 1 0 0 0,-1-1 0 0 0,0 0 0 0 0,-3 3 1 0 0,5-5-7 0 0,1 0 0 0 0,-1 1 0 0 0,0-1 1 0 0,0 0-1 0 0,1 0 0 0 0,-1 0 1 0 0,0 1-1 0 0,0-1 0 0 0,0 0 0 0 0,1 0 1 0 0,-1 0-1 0 0,0 0 0 0 0,0 0 1 0 0,0 0-1 0 0,1-1 0 0 0,-1 1 1 0 0,0 0-1 0 0,0 0 0 0 0,0-1 0 0 0,1 1 1 0 0,-2-1-1 0 0,1 0-2 0 0,-1 0 0 0 0,1 0 1 0 0,0 0-1 0 0,-1-1 0 0 0,1 1 0 0 0,0 0 0 0 0,0-1 0 0 0,0 1 1 0 0,0-1-1 0 0,0 0 0 0 0,0 1 0 0 0,1-1 0 0 0,-2-2 1 0 0,-2-10-61 0 0,0 1 1 0 0,1-1-1 0 0,1 0 1 0 0,0-1 0 0 0,1 1-1 0 0,1-18 1 0 0,9-91-1081 0 0,-7 99 971 0 0,61-420-3332 0 0,-49 383 3660 0 0,2 0 0 0 0,3 1 0 0 0,2 1-1 0 0,3 1 1 0 0,35-62 0 0 0,-56 115-130 0 0,0-2 81 0 0,1 0 0 0 0,1 1-1 0 0,-1-1 1 0 0,1 1 0 0 0,9-9 0 0 0,-13 14-57 0 0,0 0 0 0 0,0 0 0 0 0,0 0 0 0 0,1 1 0 0 0,-1-1 0 0 0,0 0 0 0 0,0 1 0 0 0,0-1 0 0 0,1 1 0 0 0,-1-1 0 0 0,0 1 0 0 0,1 0 0 0 0,-1 0 0 0 0,0 0 0 0 0,1-1 0 0 0,-1 1 0 0 0,0 0 0 0 0,1 0 0 0 0,-1 1 0 0 0,0-1 0 0 0,1 0 0 0 0,-1 0 0 0 0,0 1 0 0 0,0-1 0 0 0,1 1 0 0 0,-1-1 0 0 0,0 1 0 0 0,0-1 0 0 0,1 1 0 0 0,-1 0 0 0 0,0 0-1 0 0,0 0 1 0 0,0-1 0 0 0,0 1 0 0 0,0 0 0 0 0,0 0 0 0 0,-1 0 0 0 0,1 0 0 0 0,1 3 0 0 0,6 6 203 0 0,0 1-1 0 0,-1 1 0 0 0,-1-1 0 0 0,0 1 1 0 0,-1 1-1 0 0,0-1 0 0 0,0 0 0 0 0,2 15 1 0 0,16 107 460 0 0,-21-122-678 0 0,10 81 265 0 0,29 295 543 0 0,-39-370-857 0 0,-2 1 1 0 0,0-1-1 0 0,-1 0 0 0 0,-1 0 1 0 0,-1 0-1 0 0,-1 0 1 0 0,0 0-1 0 0,-1 0 1 0 0,-1-1-1 0 0,-1 0 0 0 0,0 0 1 0 0,-1-1-1 0 0,-1 1 1 0 0,0-2-1 0 0,-1 0 0 0 0,-1 0 1 0 0,-1 0-1 0 0,0-2 1 0 0,0 1-1 0 0,-1-2 0 0 0,-1 0 1 0 0,-20 14-1 0 0,-4-1-489 0 0,-2-2 0 0 0,-63 27 0 0 0,49-28-5934 0 0</inkml:trace>
</inkml:ink>
</file>

<file path=ppt/ink/ink2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1.290"/>
    </inkml:context>
    <inkml:brush xml:id="br0">
      <inkml:brushProperty name="width" value="0.1" units="cm"/>
      <inkml:brushProperty name="height" value="0.1" units="cm"/>
    </inkml:brush>
  </inkml:definitions>
  <inkml:trace contextRef="#ctx0" brushRef="#br0">0 16 14283 0 0,'1'-1'69'0'0,"0"-1"1"0"0,0 1-1 0 0,0 0 0 0 0,1 0 0 0 0,-1 0 1 0 0,0 0-1 0 0,0 0 0 0 0,1 0 0 0 0,-1 0 0 0 0,1 1 1 0 0,-1-1-1 0 0,0 0 0 0 0,1 1 0 0 0,-1-1 1 0 0,1 1-1 0 0,0-1 0 0 0,-1 1 0 0 0,1 0 1 0 0,-1 0-1 0 0,1 0 0 0 0,1 0 0 0 0,-1 0 6 0 0,-1 1 0 0 0,0-1-1 0 0,0 1 1 0 0,1 0-1 0 0,-1 0 1 0 0,0 0-1 0 0,0-1 1 0 0,0 1-1 0 0,0 0 1 0 0,0 0 0 0 0,0 0-1 0 0,0 1 1 0 0,0-1-1 0 0,0 0 1 0 0,-1 0-1 0 0,1 0 1 0 0,0 1-1 0 0,0 1 1 0 0,3 9 238 0 0,-1 0 1 0 0,0 1-1 0 0,0-1 1 0 0,0 16-1 0 0,-2-22-307 0 0,27 290 1719 0 0,-12-119-7858 0 0,-12-140-53 0 0</inkml:trace>
</inkml:ink>
</file>

<file path=ppt/ink/ink2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1.558"/>
    </inkml:context>
    <inkml:brush xml:id="br0">
      <inkml:brushProperty name="width" value="0.1" units="cm"/>
      <inkml:brushProperty name="height" value="0.1" units="cm"/>
    </inkml:brush>
  </inkml:definitions>
  <inkml:trace contextRef="#ctx0" brushRef="#br0">76 0 9674 0 0,'-2'3'257'0'0,"-1"1"-1"0"0,1-1 1 0 0,0 1 0 0 0,1 0-1 0 0,-1-1 1 0 0,1 1 0 0 0,-1 0-1 0 0,1 0 1 0 0,-1 7 0 0 0,-1-2-10 0 0,-11 37 388 0 0,2 1 1 0 0,2 0-1 0 0,-5 57 1 0 0,13-85-569 0 0,1 0 0 0 0,1 0 0 0 0,1 0 0 0 0,0 0 0 0 0,2 0 1 0 0,0 0-1 0 0,1-1 0 0 0,1 1 0 0 0,1-1 0 0 0,0 0 0 0 0,10 18 0 0 0,-11-27-126 0 0,1-1 1 0 0,-1 0-1 0 0,2 0 0 0 0,-1 0 0 0 0,1-1 0 0 0,0 0 0 0 0,0-1 0 0 0,1 1 0 0 0,0-1 1 0 0,0-1-1 0 0,1 0 0 0 0,0 0 0 0 0,-1 0 0 0 0,1-1 0 0 0,1-1 0 0 0,-1 1 0 0 0,1-1 0 0 0,-1-1 1 0 0,13 2-1 0 0,-15-3-44 0 0,1 0 0 0 0,-1-1-1 0 0,0 0 1 0 0,1 0 0 0 0,-1 0 0 0 0,0-1 0 0 0,0 0 0 0 0,1-1 0 0 0,-1 0 0 0 0,0 0 0 0 0,0 0 0 0 0,-1-1 0 0 0,1 0 0 0 0,0 0-1 0 0,-1 0 1 0 0,0-1 0 0 0,0 0 0 0 0,0-1 0 0 0,0 1 0 0 0,-1-1 0 0 0,1 0 0 0 0,-1-1 0 0 0,0 1 0 0 0,-1-1 0 0 0,0 0 0 0 0,6-10 0 0 0,-3 2 340 0 0,-1 1 0 0 0,-1-2 0 0 0,-1 1 0 0 0,0 0 0 0 0,-1-1 1 0 0,0 0-1 0 0,-1 0 0 0 0,-1 0 0 0 0,0 0 0 0 0,-1 0 1 0 0,-1 0-1 0 0,-4-26 0 0 0,0 12 222 0 0,-2-1 1 0 0,-1 1-1 0 0,-1 0 1 0 0,-2 1-1 0 0,-18-37 0 0 0,24 55-382 0 0,0 1-1 0 0,-1 0 0 0 0,0 0 0 0 0,0 0 1 0 0,-1 1-1 0 0,0 0 0 0 0,-16-14 0 0 0,21 20-192 0 0,-1 0-1 0 0,0 0 0 0 0,0 1 1 0 0,0-1-1 0 0,0 0 0 0 0,0 1 0 0 0,0 0 1 0 0,0 0-1 0 0,0 0 0 0 0,-1 0 0 0 0,1 0 1 0 0,0 1-1 0 0,-1-1 0 0 0,1 1 0 0 0,0 0 1 0 0,-1 0-1 0 0,1 0 0 0 0,-1 1 1 0 0,1-1-1 0 0,0 1 0 0 0,-1-1 0 0 0,1 1 1 0 0,0 0-1 0 0,0 1 0 0 0,0-1 0 0 0,0 0 1 0 0,0 1-1 0 0,-5 3 0 0 0,-14 12-5388 0 0</inkml:trace>
</inkml:ink>
</file>

<file path=ppt/ink/ink2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1.779"/>
    </inkml:context>
    <inkml:brush xml:id="br0">
      <inkml:brushProperty name="width" value="0.1" units="cm"/>
      <inkml:brushProperty name="height" value="0.1" units="cm"/>
    </inkml:brush>
  </inkml:definitions>
  <inkml:trace contextRef="#ctx0" brushRef="#br0">64 3 15667 0 0,'-1'0'101'0'0,"-1"-1"0"0"0,1 1 0 0 0,-1-1 0 0 0,1 1 0 0 0,0 0 0 0 0,-1-1 0 0 0,1 1 0 0 0,-1 0 0 0 0,1 0-1 0 0,-1 0 1 0 0,1 0 0 0 0,-1 0 0 0 0,1 1 0 0 0,-1-1 0 0 0,1 0 0 0 0,0 1 0 0 0,-1-1 0 0 0,1 1 0 0 0,-1-1 0 0 0,-1 2 0 0 0,1 0-30 0 0,0 0 0 0 0,0 0 0 0 0,0 0 0 0 0,1 0 0 0 0,-1 1 0 0 0,1-1 0 0 0,-1 0 1 0 0,1 1-1 0 0,0-1 0 0 0,0 1 0 0 0,-1 3 0 0 0,-2 6 258 0 0,2 0-1 0 0,-1 1 1 0 0,1-1 0 0 0,1 0 0 0 0,0 1-1 0 0,1 18 1 0 0,12 78 179 0 0,-5-61-416 0 0,10 63-355 0 0,-11-73-131 0 0</inkml:trace>
</inkml:ink>
</file>

<file path=ppt/ink/ink2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2.332"/>
    </inkml:context>
    <inkml:brush xml:id="br0">
      <inkml:brushProperty name="width" value="0.1" units="cm"/>
      <inkml:brushProperty name="height" value="0.1" units="cm"/>
    </inkml:brush>
  </inkml:definitions>
  <inkml:trace contextRef="#ctx0" brushRef="#br0">46 61 6913 0 0,'-45'20'962'0'0,"123"-38"2797"0"0,158-39-2570 0 0,-210 52-5802 0 0</inkml:trace>
</inkml:ink>
</file>

<file path=ppt/ink/ink2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2.790"/>
    </inkml:context>
    <inkml:brush xml:id="br0">
      <inkml:brushProperty name="width" value="0.1" units="cm"/>
      <inkml:brushProperty name="height" value="0.1" units="cm"/>
    </inkml:brush>
  </inkml:definitions>
  <inkml:trace contextRef="#ctx0" brushRef="#br0">0 0 9218 0 0,'7'20'6296'0'0,"-5"30"-4150"0"0,0-22-1059 0 0,23 193-105 0 0,2-75-5254 0 0,-18-106 2786 0 0</inkml:trace>
</inkml:ink>
</file>

<file path=ppt/ink/ink2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3.776"/>
    </inkml:context>
    <inkml:brush xml:id="br0">
      <inkml:brushProperty name="width" value="0.1" units="cm"/>
      <inkml:brushProperty name="height" value="0.1" units="cm"/>
    </inkml:brush>
  </inkml:definitions>
  <inkml:trace contextRef="#ctx0" brushRef="#br0">1 20 9962 0 0,'0'-1'97'0'0,"0"0"-1"0"0,0 1 0 0 0,0-1 1 0 0,-1 0-1 0 0,1 0 0 0 0,0 1 1 0 0,0-1-1 0 0,0 0 1 0 0,0 0-1 0 0,0 1 0 0 0,1-1 1 0 0,-1 0-1 0 0,0 0 0 0 0,0 1 1 0 0,0-1-1 0 0,1 0 1 0 0,-1 1-1 0 0,0-1 0 0 0,1 0 1 0 0,-1 1-1 0 0,1-1 0 0 0,-1 0 1 0 0,1 0-1 0 0,0 0-12 0 0,-1 1 0 0 0,1 0 0 0 0,-1 0-1 0 0,0 0 1 0 0,1 0 0 0 0,-1 0 0 0 0,1 0 0 0 0,-1 0-1 0 0,1-1 1 0 0,-1 1 0 0 0,1 0 0 0 0,-1 1 0 0 0,0-1-1 0 0,1 0 1 0 0,-1 0 0 0 0,1 0 0 0 0,-1 0 0 0 0,1 0-1 0 0,-1 0 1 0 0,0 0 0 0 0,1 1 0 0 0,-1-1 0 0 0,1 0-1 0 0,-1 0 1 0 0,0 1 0 0 0,1-1 0 0 0,-1 0 0 0 0,0 0-1 0 0,1 1 1 0 0,-1-1 0 0 0,0 0 0 0 0,1 1 0 0 0,-1-1-1 0 0,0 1 1 0 0,0-1 0 0 0,1 0 0 0 0,-1 1-1 0 0,0-1 1 0 0,0 1 0 0 0,0-1 0 0 0,0 0 0 0 0,0 1-1 0 0,0-1 1 0 0,1 1 0 0 0,6 18 706 0 0,0 0 1 0 0,-1 0-1 0 0,-1 0 1 0 0,4 35-1 0 0,3 83-61 0 0,-11-107-558 0 0,11 200-2837 0 0,-9-191-3972 0 0</inkml:trace>
</inkml:ink>
</file>

<file path=ppt/ink/ink2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4.026"/>
    </inkml:context>
    <inkml:brush xml:id="br0">
      <inkml:brushProperty name="width" value="0.1" units="cm"/>
      <inkml:brushProperty name="height" value="0.1" units="cm"/>
    </inkml:brush>
  </inkml:definitions>
  <inkml:trace contextRef="#ctx0" brushRef="#br0">193 31 10594 0 0,'1'-27'984'0'0,"-6"23"-864"0"0,-7 14 1139 0 0,-16 27-404 0 0,2 2 0 0 0,1 0 0 0 0,-27 63 0 0 0,50-98-852 0 0,-6 11-9 0 0,1-2-15 0 0,0 0 1 0 0,1 1 0 0 0,-6 21-1 0 0,11-33 21 0 0,0 1 0 0 0,1 0 0 0 0,-1-1-1 0 0,1 1 1 0 0,0-1 0 0 0,-1 1-1 0 0,1 0 1 0 0,0-1 0 0 0,0 1 0 0 0,1 0-1 0 0,-1-1 1 0 0,1 1 0 0 0,-1-1-1 0 0,1 1 1 0 0,0-1 0 0 0,0 1 0 0 0,0-1-1 0 0,0 1 1 0 0,0-1 0 0 0,0 0-1 0 0,1 0 1 0 0,-1 1 0 0 0,1-1 0 0 0,0 0-1 0 0,0 0 1 0 0,2 2 0 0 0,-1-3 49 0 0,1 1 1 0 0,-1 0 0 0 0,1-1-1 0 0,0 1 1 0 0,-1-1-1 0 0,1 0 1 0 0,0 0 0 0 0,0-1-1 0 0,0 1 1 0 0,0-1 0 0 0,0 0-1 0 0,6 0 1 0 0,54-7 327 0 0,-39 3-256 0 0,116-10-2654 0 0,-101 11-2912 0 0</inkml:trace>
</inkml:ink>
</file>

<file path=ppt/ink/ink2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4.247"/>
    </inkml:context>
    <inkml:brush xml:id="br0">
      <inkml:brushProperty name="width" value="0.1" units="cm"/>
      <inkml:brushProperty name="height" value="0.1" units="cm"/>
    </inkml:brush>
  </inkml:definitions>
  <inkml:trace contextRef="#ctx0" brushRef="#br0">32 10 6913 0 0,'0'-1'123'0'0,"0"1"-1"0"0,-1-1 0 0 0,1 1 1 0 0,0-1-1 0 0,-1 1 0 0 0,1-1 1 0 0,-1 1-1 0 0,1-1 0 0 0,-1 1 0 0 0,1-1 1 0 0,-1 1-1 0 0,1-1 0 0 0,-1 1 1 0 0,1 0-1 0 0,-1-1 0 0 0,1 1 1 0 0,-1 0-1 0 0,1-1 0 0 0,-1 1 0 0 0,0 0 1 0 0,1 0-1 0 0,-1 0 0 0 0,0 0 1 0 0,1 0-1 0 0,-1 0 0 0 0,0-1 0 0 0,1 1 1 0 0,-1 1-1 0 0,0-1 0 0 0,1 0 1 0 0,-1 0-1 0 0,1 0 0 0 0,-1 0 1 0 0,0 0-1 0 0,1 1 0 0 0,-1-1 0 0 0,0 0 1 0 0,1 0-1 0 0,-1 1 0 0 0,1-1 1 0 0,-1 0-1 0 0,1 1 0 0 0,-1-1 0 0 0,1 1 1 0 0,-1-1-1 0 0,1 1 0 0 0,-1-1 1 0 0,1 1-1 0 0,0-1 0 0 0,-1 1 1 0 0,1-1-1 0 0,0 1 0 0 0,-1-1 0 0 0,1 1 1 0 0,0 0-1 0 0,0-1 0 0 0,0 1 1 0 0,-1 0-1 0 0,1-1 0 0 0,0 1 1 0 0,0 0-1 0 0,0-1 0 0 0,0 2 0 0 0,-2 42 2371 0 0,20 119 405 0 0,1-55-4377 0 0,-12-76-5210 0 0</inkml:trace>
</inkml:ink>
</file>

<file path=ppt/ink/ink2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4.456"/>
    </inkml:context>
    <inkml:brush xml:id="br0">
      <inkml:brushProperty name="width" value="0.1" units="cm"/>
      <inkml:brushProperty name="height" value="0.1" units="cm"/>
    </inkml:brush>
  </inkml:definitions>
  <inkml:trace contextRef="#ctx0" brushRef="#br0">1 44 6913 0 0,'19'-9'269'0'0,"-1"1"292"0"0,0 1 0 0 0,31-9 1 0 0,-45 15-289 0 0,1 0 0 0 0,-1 0 0 0 0,1 1 0 0 0,-1-1 0 0 0,0 1-1 0 0,1 0 1 0 0,-1 0 0 0 0,1 1 0 0 0,-1-1 0 0 0,1 1 0 0 0,-1 0 0 0 0,0 0 0 0 0,1 0 0 0 0,-1 1 0 0 0,0-1 0 0 0,0 1 0 0 0,5 3 0 0 0,-7-3-51 0 0,1 1 0 0 0,0 0-1 0 0,-1-1 1 0 0,0 1 0 0 0,0 0 0 0 0,1 0 0 0 0,-2 0 0 0 0,1 0-1 0 0,0 0 1 0 0,-1 1 0 0 0,1-1 0 0 0,-1 0 0 0 0,0 1 0 0 0,1 3-1 0 0,6 56 1267 0 0,-5-38-1207 0 0,15 178-1950 0 0,-17-177 386 0 0</inkml:trace>
</inkml:ink>
</file>

<file path=ppt/ink/ink2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4.644"/>
    </inkml:context>
    <inkml:brush xml:id="br0">
      <inkml:brushProperty name="width" value="0.1" units="cm"/>
      <inkml:brushProperty name="height" value="0.1" units="cm"/>
    </inkml:brush>
  </inkml:definitions>
  <inkml:trace contextRef="#ctx0" brushRef="#br0">32 65 9674 0 0,'-22'6'1052'0'0,"13"-1"79"0"0,9-4-1086 0 0,0-1 1 0 0,0 0 0 0 0,0 0-1 0 0,0 1 1 0 0,0-1 0 0 0,0 0-1 0 0,0 0 1 0 0,0 0 0 0 0,0 1-1 0 0,0-1 1 0 0,0 0 0 0 0,0 0-1 0 0,0 1 1 0 0,0-1 0 0 0,0 0 0 0 0,1 0-1 0 0,-1 0 1 0 0,0 1 0 0 0,0-1-1 0 0,0 0 1 0 0,0 0 0 0 0,0 0-1 0 0,0 0 1 0 0,1 1 0 0 0,-1-1-1 0 0,0 0 1 0 0,0 0 0 0 0,0 0-1 0 0,1 0 1 0 0,-1 0 0 0 0,0 0-1 0 0,0 1 1 0 0,0-1 0 0 0,1 0-1 0 0,-1 0 1 0 0,0 0 0 0 0,0 0 0 0 0,0 0-1 0 0,1 0 1 0 0,-1 0 0 0 0,5 0 118 0 0,0 1 1 0 0,0-1 0 0 0,-1 0 0 0 0,1-1 0 0 0,0 1 0 0 0,0-1-1 0 0,-1 0 1 0 0,1 0 0 0 0,0-1 0 0 0,-1 1 0 0 0,7-4-1 0 0,2 0-134 0 0,148-48-2225 0 0,-125 40-2745 0 0</inkml:trace>
</inkml:ink>
</file>

<file path=ppt/ink/ink2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4.899"/>
    </inkml:context>
    <inkml:brush xml:id="br0">
      <inkml:brushProperty name="width" value="0.1" units="cm"/>
      <inkml:brushProperty name="height" value="0.1" units="cm"/>
    </inkml:brush>
  </inkml:definitions>
  <inkml:trace contextRef="#ctx0" brushRef="#br0">61 1 2304 0 0,'7'3'7432'0'0,"-6"-3"-7236"0"0,3 15 2963 0 0,-2 29-2771 0 0,-1-26 771 0 0,0 1-1195 0 0,-2-1-1 0 0,0 1 1 0 0,0-1 0 0 0,-2 0 0 0 0,0 0-1 0 0,-1 0 1 0 0,-1 0 0 0 0,-1 0 0 0 0,-1-1-1 0 0,0 0 1 0 0,-13 22 0 0 0,17-33-9 0 0,0-1-1 0 0,0 2 1 0 0,1-1 0 0 0,0 0 0 0 0,0 0-1 0 0,-2 10 1 0 0,4-15 49 0 0,0 0-1 0 0,0-1 1 0 0,0 1-1 0 0,0 0 1 0 0,0 0 0 0 0,1-1-1 0 0,-1 1 1 0 0,0 0 0 0 0,0 0-1 0 0,0-1 1 0 0,1 1 0 0 0,-1 0-1 0 0,0-1 1 0 0,1 1 0 0 0,-1 0-1 0 0,0-1 1 0 0,1 1-1 0 0,-1 0 1 0 0,1-1 0 0 0,-1 1-1 0 0,1-1 1 0 0,0 1 0 0 0,0 0-1 0 0,1 0 6 0 0,0 0-1 0 0,0-1 1 0 0,0 1 0 0 0,0-1-1 0 0,0 0 1 0 0,-1 1-1 0 0,1-1 1 0 0,0 0 0 0 0,0 0-1 0 0,0 0 1 0 0,0 0-1 0 0,0-1 1 0 0,4 0 0 0 0,12-3-65 0 0,1-1-1 0 0,34-15 1 0 0,-16 4-2481 0 0,-25 11 942 0 0,13-6-2621 0 0</inkml:trace>
</inkml:ink>
</file>

<file path=ppt/ink/ink2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5.041"/>
    </inkml:context>
    <inkml:brush xml:id="br0">
      <inkml:brushProperty name="width" value="0.1" units="cm"/>
      <inkml:brushProperty name="height" value="0.1" units="cm"/>
    </inkml:brush>
  </inkml:definitions>
  <inkml:trace contextRef="#ctx0" brushRef="#br0">134 124 2761 0 0,'-21'2'504'0'0,"-47"3"-857"0"0,28-11 5779 0 0,40 6-5369 0 0,-1 0 0 0 0,1 0 0 0 0,0 0 0 0 0,0 0 0 0 0,0 0 0 0 0,0 0 0 0 0,-1 0 1 0 0,1 0-1 0 0,0 0 0 0 0,0 0 0 0 0,0 0 0 0 0,0 0 0 0 0,-1 0 0 0 0,1-1 0 0 0,0 1 0 0 0,0 0 1 0 0,0 0-1 0 0,0 0 0 0 0,0 0 0 0 0,-1 0 0 0 0,1 0 0 0 0,0-1 0 0 0,0 1 0 0 0,0 0 0 0 0,0 0 0 0 0,0 0 1 0 0,0 0-1 0 0,0-1 0 0 0,0 1 0 0 0,0 0 0 0 0,0 0 0 0 0,-1 0 0 0 0,1-1 0 0 0,0 1 0 0 0,0 0 0 0 0,0 0 1 0 0,0 0-1 0 0,0-1 0 0 0,0 1 0 0 0,1 0 0 0 0,-1 0 0 0 0,0 0 0 0 0,0 0 0 0 0,0-1 0 0 0,9-7 1535 0 0,16-5 112 0 0,210-68-899 0 0,-210 73-1115 0 0,6-1-81 0 0</inkml:trace>
</inkml:ink>
</file>

<file path=ppt/ink/ink2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5.706"/>
    </inkml:context>
    <inkml:brush xml:id="br0">
      <inkml:brushProperty name="width" value="0.1" units="cm"/>
      <inkml:brushProperty name="height" value="0.1" units="cm"/>
    </inkml:brush>
  </inkml:definitions>
  <inkml:trace contextRef="#ctx0" brushRef="#br0">52 1 10594 0 0,'-47'321'3630'0'0,"43"-269"-3125"0"0,3 0 1 0 0,3 0-1 0 0,1 0 0 0 0,12 59 0 0 0,-10-89-499 0 0,0-1 1 0 0,2 0-1 0 0,0-1 0 0 0,1 0 0 0 0,1 0 0 0 0,1 0 0 0 0,0-1 0 0 0,2-1 1 0 0,0 0-1 0 0,1 0 0 0 0,1-2 0 0 0,16 17 0 0 0,-11-16-464 0 0,0 0 0 0 0,2-2 0 0 0,0 0 0 0 0,0-1 0 0 0,2-1 0 0 0,23 10 0 0 0,43 10-1488 0 0,4-9-26 0 0</inkml:trace>
</inkml:ink>
</file>

<file path=ppt/ink/ink2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6.071"/>
    </inkml:context>
    <inkml:brush xml:id="br0">
      <inkml:brushProperty name="width" value="0.1" units="cm"/>
      <inkml:brushProperty name="height" value="0.1" units="cm"/>
    </inkml:brush>
  </inkml:definitions>
  <inkml:trace contextRef="#ctx0" brushRef="#br0">1 0 18436 0 0,'7'4'286'0'0,"-1"1"1"0"0,1 0-1 0 0,-1 0 1 0 0,0 0-1 0 0,0 0 0 0 0,0 1 1 0 0,5 7-1 0 0,33 49-373 0 0,-36-51 259 0 0,9 14-148 0 0,-2 1 0 0 0,0 0-1 0 0,-2 1 1 0 0,-1 1-1 0 0,13 45 1 0 0,-19-52-51 0 0,-2 1 1 0 0,0 0 0 0 0,-1 0-1 0 0,-2 0 1 0 0,0 0 0 0 0,-1 0-1 0 0,-2 0 1 0 0,-5 32-1 0 0,-4-9-489 0 0,-2 0 0 0 0,-1-1-1 0 0,-3-1 1 0 0,-2 0 0 0 0,-34 57-1 0 0,14-33-497 0 0</inkml:trace>
</inkml:ink>
</file>

<file path=ppt/ink/ink2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6.774"/>
    </inkml:context>
    <inkml:brush xml:id="br0">
      <inkml:brushProperty name="width" value="0.1" units="cm"/>
      <inkml:brushProperty name="height" value="0.1" units="cm"/>
    </inkml:brush>
  </inkml:definitions>
  <inkml:trace contextRef="#ctx0" brushRef="#br0">1 1 14747 0 0,'22'64'3093'0'0,"-7"-25"-1894"0"0,-2 1-1 0 0,14 75 0 0 0,-16 61 67 0 0,-5-46-2428 0 0,6-44-4363 0 0,-5-49-1355 0 0</inkml:trace>
</inkml:ink>
</file>

<file path=ppt/ink/ink2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7.123"/>
    </inkml:context>
    <inkml:brush xml:id="br0">
      <inkml:brushProperty name="width" value="0.1" units="cm"/>
      <inkml:brushProperty name="height" value="0.1" units="cm"/>
    </inkml:brush>
  </inkml:definitions>
  <inkml:trace contextRef="#ctx0" brushRef="#br0">45 1 10594 0 0,'-1'0'74'0'0,"0"0"1"0"0,1-1-1 0 0,-1 1 0 0 0,0 0 0 0 0,1 0 0 0 0,-1 0 0 0 0,1 1 0 0 0,-1-1 0 0 0,0 0 0 0 0,1 0 1 0 0,-1 0-1 0 0,0 0 0 0 0,1 1 0 0 0,-1-1 0 0 0,1 0 0 0 0,-1 0 0 0 0,1 1 0 0 0,-1-1 1 0 0,0 0-1 0 0,1 1 0 0 0,-1-1 0 0 0,1 1 0 0 0,0-1 0 0 0,-1 1 0 0 0,1-1 0 0 0,-1 1 1 0 0,1-1-1 0 0,0 1 0 0 0,-1-1 0 0 0,1 1 0 0 0,0 0 0 0 0,0-1 0 0 0,-1 1 0 0 0,1-1 1 0 0,0 1-1 0 0,0 0 0 0 0,0-1 0 0 0,0 1 0 0 0,0 0 0 0 0,-9 36 2672 0 0,8-29-2211 0 0,-5 23-14 0 0,1 1 1 0 0,2 0 0 0 0,1 0 0 0 0,1 0-1 0 0,2 0 1 0 0,7 47 0 0 0,-5-64-523 0 0,0-1-1 0 0,1-1 1 0 0,0 1 0 0 0,2-1 0 0 0,-1 1-1 0 0,2-1 1 0 0,9 15 0 0 0,-10-20-22 0 0,0 0 0 0 0,0 0 0 0 0,1-1 1 0 0,0 0-1 0 0,1 0 0 0 0,0 0 0 0 0,0-1 0 0 0,0 0 1 0 0,0-1-1 0 0,1 0 0 0 0,12 6 0 0 0,-17-10 5 0 0,-1 1 0 0 0,1 0 1 0 0,0-1-1 0 0,0 0 0 0 0,0 0 0 0 0,0 0 0 0 0,0 0 0 0 0,0-1 0 0 0,0 1 0 0 0,0-1 0 0 0,0 0 0 0 0,0 0 0 0 0,0-1 0 0 0,0 1 1 0 0,0-1-1 0 0,0 0 0 0 0,0 0 0 0 0,0 0 0 0 0,0-1 0 0 0,0 1 0 0 0,-1-1 0 0 0,1 0 0 0 0,-1 0 0 0 0,1 0 0 0 0,-1 0 0 0 0,0-1 1 0 0,0 0-1 0 0,0 1 0 0 0,0-1 0 0 0,0 0 0 0 0,0 0 0 0 0,-1-1 0 0 0,0 1 0 0 0,0 0 0 0 0,0-1 0 0 0,0 1 0 0 0,2-5 0 0 0,1-5 154 0 0,0 1 0 0 0,-1-1 0 0 0,0 0 0 0 0,-1 1 0 0 0,0-2 0 0 0,-1 1-1 0 0,-1 0 1 0 0,0 0 0 0 0,-1-1 0 0 0,-1-15 0 0 0,0 16-24 0 0,-1 0 0 0 0,-1-1 0 0 0,0 1 0 0 0,-1 0 0 0 0,-1 0 0 0 0,0 1 0 0 0,0-1 0 0 0,-1 1 0 0 0,-1 0 0 0 0,0 1 0 0 0,0-1 0 0 0,-18-19 0 0 0,17 24-375 0 0,1 0 0 0 0,-1 0 0 0 0,0 1-1 0 0,0 0 1 0 0,-1 0 0 0 0,0 1 0 0 0,0 0 0 0 0,0 1 0 0 0,-1 0 0 0 0,1 0 0 0 0,-1 1 0 0 0,0 1 0 0 0,0-1 0 0 0,0 1 0 0 0,0 1 0 0 0,-1 0 0 0 0,-15 1-1 0 0,1 2-6276 0 0</inkml:trace>
</inkml:ink>
</file>

<file path=ppt/ink/ink2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7.471"/>
    </inkml:context>
    <inkml:brush xml:id="br0">
      <inkml:brushProperty name="width" value="0.1" units="cm"/>
      <inkml:brushProperty name="height" value="0.1" units="cm"/>
    </inkml:brush>
  </inkml:definitions>
  <inkml:trace contextRef="#ctx0" brushRef="#br0">67 43 13363 0 0,'-1'-1'101'0'0,"1"0"0"0"0,0 0 0 0 0,-1 1 0 0 0,1-1 0 0 0,-1 0 0 0 0,1 0 0 0 0,-1 1 0 0 0,0-1 0 0 0,1 0 0 0 0,-1 1 1 0 0,1-1-1 0 0,-1 1 0 0 0,0-1 0 0 0,0 1 0 0 0,1-1 0 0 0,-1 1 0 0 0,0-1 0 0 0,0 1 0 0 0,0 0 0 0 0,1-1 0 0 0,-1 1 0 0 0,0 0 0 0 0,0 0 0 0 0,0 0 0 0 0,0 0 0 0 0,0-1 0 0 0,0 1 1 0 0,1 0-1 0 0,-3 1 0 0 0,1 0 48 0 0,1 0 0 0 0,-1 0-1 0 0,1 0 1 0 0,0 0 0 0 0,-1 0 0 0 0,1 0 0 0 0,0 0 0 0 0,0 1 0 0 0,0-1 0 0 0,0 1 0 0 0,0-1 0 0 0,0 1 0 0 0,0-1 0 0 0,0 2-1 0 0,-4 8 359 0 0,1 0 0 0 0,0 0-1 0 0,-3 18 1 0 0,5-17-459 0 0,0-1-1 0 0,1 1 1 0 0,0-1-1 0 0,1 1 1 0 0,1 0-1 0 0,0-1 1 0 0,0 1-1 0 0,1 0 1 0 0,0-1-1 0 0,1 0 1 0 0,8 19-1 0 0,-7-21-100 0 0,0 0-1 0 0,1-1 0 0 0,1 0 1 0 0,-1 0-1 0 0,1 0 0 0 0,0-1 1 0 0,1 1-1 0 0,0-2 0 0 0,0 1 1 0 0,0-1-1 0 0,1 0 0 0 0,0 0 1 0 0,0-1-1 0 0,14 7 0 0 0,-9-6-67 0 0,1 0 0 0 0,0-1 1 0 0,0 0-1 0 0,0-1 0 0 0,0-1 0 0 0,1 0 0 0 0,-1-1 0 0 0,1-1 0 0 0,22 0 0 0 0,-29-1 123 0 0,0-1 0 0 0,0 0 0 0 0,0-1 0 0 0,0 0 1 0 0,-1 0-1 0 0,1-1 0 0 0,-1 0 0 0 0,1 0 0 0 0,-1 0 0 0 0,0-1 0 0 0,-1-1 0 0 0,1 1 1 0 0,-1-1-1 0 0,1 0 0 0 0,-1 0 0 0 0,-1-1 0 0 0,1 1 0 0 0,-1-1 0 0 0,5-8 0 0 0,-2 2 159 0 0,0-1-1 0 0,-1 0 0 0 0,-1-1 0 0 0,0 0 0 0 0,-1 0 0 0 0,-1 0 0 0 0,0 0 0 0 0,-1-1 0 0 0,0 1 1 0 0,-1-1-1 0 0,0-20 0 0 0,-2 28-118 0 0,-1-1 1 0 0,1 1 0 0 0,-1-1-1 0 0,-1 0 1 0 0,1 1 0 0 0,-1 0-1 0 0,-1-1 1 0 0,1 1 0 0 0,-1 0-1 0 0,-6-10 1 0 0,6 13-86 0 0,0-1 0 0 0,-1 1 0 0 0,1 0 0 0 0,-1 0 0 0 0,0 0 0 0 0,0 0 0 0 0,0 1 0 0 0,-1 0 0 0 0,1 0 0 0 0,-1 0 0 0 0,0 0 0 0 0,0 1 0 0 0,0-1 0 0 0,0 1 0 0 0,-11-2 0 0 0,6 2-164 0 0,0 0-1 0 0,-1 1 0 0 0,1 0 0 0 0,-1 1 0 0 0,1 0 1 0 0,-1 1-1 0 0,-15 3 0 0 0,-3 2-1794 0 0,-39 13 0 0 0,33-6-3702 0 0</inkml:trace>
</inkml:ink>
</file>

<file path=ppt/ink/ink2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7.756"/>
    </inkml:context>
    <inkml:brush xml:id="br0">
      <inkml:brushProperty name="width" value="0.1" units="cm"/>
      <inkml:brushProperty name="height" value="0.1" units="cm"/>
    </inkml:brush>
  </inkml:definitions>
  <inkml:trace contextRef="#ctx0" brushRef="#br0">1 43 10138 0 0,'2'-16'-652'0'0,"-2"-11"9956"0"0,3 46-6745 0 0,-3-16-2565 0 0,7 75 1338 0 0,-5 107-1 0 0,-3-71-2659 0 0,6-1-4808 0 0,-2-80-980 0 0</inkml:trace>
</inkml:ink>
</file>

<file path=ppt/ink/ink2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7.978"/>
    </inkml:context>
    <inkml:brush xml:id="br0">
      <inkml:brushProperty name="width" value="0.1" units="cm"/>
      <inkml:brushProperty name="height" value="0.1" units="cm"/>
    </inkml:brush>
  </inkml:definitions>
  <inkml:trace contextRef="#ctx0" brushRef="#br0">1 16 7026 0 0,'1'0'624'0'0,"2"-1"-496"0"0,-1 1-128 0 0,-1-2 0 0 0,0 2 0 0 0,2-1 0 0 0,3 1 0 0 0,2-2 0 0 0,-1-1 0 0 0,2 1 0 0 0,-1 0 0 0 0,-2-1-64 0 0</inkml:trace>
</inkml:ink>
</file>

<file path=ppt/ink/ink2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8.200"/>
    </inkml:context>
    <inkml:brush xml:id="br0">
      <inkml:brushProperty name="width" value="0.1" units="cm"/>
      <inkml:brushProperty name="height" value="0.1" units="cm"/>
    </inkml:brush>
  </inkml:definitions>
  <inkml:trace contextRef="#ctx0" brushRef="#br0">205 0 8786 0 0,'-29'17'1649'0'0,"0"1"0"0"0,1 1 1 0 0,1 1-1 0 0,0 2 0 0 0,-25 27 0 0 0,51-48-1549 0 0,0 0 0 0 0,0 0 0 0 0,0-1 0 0 0,0 1 0 0 0,0 0 0 0 0,1 0 0 0 0,-1 0 0 0 0,0 0 0 0 0,1 0 0 0 0,-1 0 0 0 0,0 0-1 0 0,1 0 1 0 0,-1 1 0 0 0,1-1 0 0 0,0 0 0 0 0,-1 0 0 0 0,1 0 0 0 0,0 1 0 0 0,0-1 0 0 0,0 0 0 0 0,0 0 0 0 0,0 0 0 0 0,0 1 0 0 0,0-1 0 0 0,0 0-1 0 0,1 2 1 0 0,0-1-27 0 0,0-1-1 0 0,0 1 0 0 0,1 0 0 0 0,-1 0 1 0 0,0-1-1 0 0,1 1 0 0 0,-1-1 0 0 0,1 0 1 0 0,0 1-1 0 0,0-1 0 0 0,-1 0 0 0 0,1 0 0 0 0,4 2 1 0 0,6 2 9 0 0,0-1 1 0 0,1 0-1 0 0,22 4 1 0 0,21 1-215 0 0,57 2 0 0 0,-41-10-4040 0 0,-51-2-2575 0 0</inkml:trace>
</inkml:ink>
</file>

<file path=ppt/ink/ink2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8.422"/>
    </inkml:context>
    <inkml:brush xml:id="br0">
      <inkml:brushProperty name="width" value="0.1" units="cm"/>
      <inkml:brushProperty name="height" value="0.1" units="cm"/>
    </inkml:brush>
  </inkml:definitions>
  <inkml:trace contextRef="#ctx0" brushRef="#br0">37 1 6449 0 0,'-28'4'11982'0'0,"27"10"-11590"0"0,-2 32 978 0 0,-2 96 951 0 0,7-122-4500 0 0,0-1 0 0 0,8 35 0 0 0,-3-30-4684 0 0</inkml:trace>
</inkml:ink>
</file>

<file path=ppt/ink/ink2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8.662"/>
    </inkml:context>
    <inkml:brush xml:id="br0">
      <inkml:brushProperty name="width" value="0.1" units="cm"/>
      <inkml:brushProperty name="height" value="0.1" units="cm"/>
    </inkml:brush>
  </inkml:definitions>
  <inkml:trace contextRef="#ctx0" brushRef="#br0">1 11 10538 0 0,'3'-2'145'0'0,"0"1"-1"0"0,1-1 1 0 0,0 1 0 0 0,-1 0-1 0 0,1 0 1 0 0,0 0-1 0 0,-1 0 1 0 0,1 1 0 0 0,0-1-1 0 0,0 1 1 0 0,0 0-1 0 0,-1 0 1 0 0,1 1 0 0 0,0-1-1 0 0,7 3 1 0 0,-4-2 371 0 0,1 1 1 0 0,-1 0-1 0 0,1 1 1 0 0,-1 0-1 0 0,0 0 1 0 0,13 8 0 0 0,-11-4-249 0 0,1 1 0 0 0,-2 0 1 0 0,1 0-1 0 0,-1 1 1 0 0,-1 0-1 0 0,0 1 0 0 0,0 0 1 0 0,0 0-1 0 0,-2 0 1 0 0,1 1-1 0 0,-1 0 0 0 0,-1 0 1 0 0,4 13-1 0 0,-3-6-394 0 0,0 0 0 0 0,2 36 1 0 0,-5-32-1259 0 0,-2 0 1 0 0,-2 24 0 0 0,-1-23-4473 0 0</inkml:trace>
</inkml:ink>
</file>

<file path=ppt/ink/ink2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8.897"/>
    </inkml:context>
    <inkml:brush xml:id="br0">
      <inkml:brushProperty name="width" value="0.1" units="cm"/>
      <inkml:brushProperty name="height" value="0.1" units="cm"/>
    </inkml:brush>
  </inkml:definitions>
  <inkml:trace contextRef="#ctx0" brushRef="#br0">1 127 9762 0 0,'1'-2'152'0'0,"0"0"0"0"0,0 0 0 0 0,0 0-1 0 0,0 1 1 0 0,1-1 0 0 0,-1 1 0 0 0,1-1 0 0 0,-1 1 0 0 0,1-1 0 0 0,-1 1-1 0 0,1 0 1 0 0,0 0 0 0 0,-1 0 0 0 0,4-2 0 0 0,35-19 1624 0 0,-35 20-1622 0 0,27-12-602 0 0,1 1 1 0 0,1 1 0 0 0,0 2 0 0 0,0 2-1 0 0,1 1 1 0 0,0 1 0 0 0,44 0 0 0 0,-48 3 433 0 0</inkml:trace>
</inkml:ink>
</file>

<file path=ppt/ink/ink2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9.136"/>
    </inkml:context>
    <inkml:brush xml:id="br0">
      <inkml:brushProperty name="width" value="0.1" units="cm"/>
      <inkml:brushProperty name="height" value="0.1" units="cm"/>
    </inkml:brush>
  </inkml:definitions>
  <inkml:trace contextRef="#ctx0" brushRef="#br0">1 1 6505 0 0,'29'20'5623'0'0,"-24"-17"-5429"0"0,0-1 0 0 0,-1 1 0 0 0,1 0 0 0 0,-1 1 0 0 0,0-1 0 0 0,0 1 0 0 0,0-1 0 0 0,0 1 0 0 0,-1 0 0 0 0,1 1 0 0 0,-1-1 0 0 0,0 0 0 0 0,-1 1 0 0 0,1 0 1 0 0,-1 0-1 0 0,1 0 0 0 0,-2 0 0 0 0,1 0 0 0 0,0 0 0 0 0,-1 0 0 0 0,0 0 0 0 0,0 1 0 0 0,-1-1 0 0 0,1 10 0 0 0,-2 4-130 0 0,-1-1-1 0 0,-1 0 1 0 0,0 1 0 0 0,-2-1-1 0 0,-11 32 1 0 0,13-42-257 0 0,1-1 0 0 0,0 0 0 0 0,0 1-1 0 0,0 11 1 0 0,1-18 91 0 0,1-1 0 0 0,0 1 0 0 0,0 0 0 0 0,0 0 0 0 0,0 0 0 0 0,0 0 0 0 0,0 0 0 0 0,0 0 0 0 0,0 0 0 0 0,0 0 0 0 0,1-1 0 0 0,-1 1 0 0 0,0 0 0 0 0,1 0 0 0 0,-1 0 0 0 0,0 0 0 0 0,1-1 0 0 0,-1 1 0 0 0,1 0 0 0 0,-1 0 0 0 0,1-1 0 0 0,0 1 0 0 0,-1 0 0 0 0,1-1 0 0 0,0 1 0 0 0,-1-1 0 0 0,1 1 0 0 0,0-1 1 0 0,-1 1-1 0 0,1-1 0 0 0,0 1 0 0 0,0-1 0 0 0,0 0 0 0 0,0 1 0 0 0,0-1 0 0 0,-1 0 0 0 0,1 0 0 0 0,0 0 0 0 0,0 1 0 0 0,0-1 0 0 0,0 0 0 0 0,0 0 0 0 0,0 0 0 0 0,0-1 0 0 0,0 1 0 0 0,-1 0 0 0 0,1 0 0 0 0,0 0 0 0 0,1-1 0 0 0,8-2-4152 0 0</inkml:trace>
</inkml:ink>
</file>

<file path=ppt/ink/ink2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0:29.316"/>
    </inkml:context>
    <inkml:brush xml:id="br0">
      <inkml:brushProperty name="width" value="0.1" units="cm"/>
      <inkml:brushProperty name="height" value="0.1" units="cm"/>
    </inkml:brush>
  </inkml:definitions>
  <inkml:trace contextRef="#ctx0" brushRef="#br0">27 34 9218 0 0,'-26'4'5388'0'0,"40"-4"-2566"0"0,113-19 1136 0 0,-84 11-4584 0 0,52-2 0 0 0,-61 9 560 0 0</inkml:trace>
</inkml:ink>
</file>

<file path=ppt/ink/ink2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47.507"/>
    </inkml:context>
    <inkml:brush xml:id="br0">
      <inkml:brushProperty name="width" value="0.1" units="cm"/>
      <inkml:brushProperty name="height" value="0.1" units="cm"/>
      <inkml:brushProperty name="color" value="#008C3A"/>
    </inkml:brush>
  </inkml:definitions>
  <inkml:trace contextRef="#ctx0" brushRef="#br0">46 179 5985 0 0,'-18'-2'1790'0'0,"-10"-4"2374"0"0,68-2-816 0 0,218-19 10 0 0,-177 21-2808 0 0,32-2-352 0 0,-32 4-446 0 0,1-4 0 0 0,155-35 0 0 0,-35-15-4261 0 0,-170 49-725 0 0</inkml:trace>
</inkml:ink>
</file>

<file path=ppt/ink/ink2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47.839"/>
    </inkml:context>
    <inkml:brush xml:id="br0">
      <inkml:brushProperty name="width" value="0.1" units="cm"/>
      <inkml:brushProperty name="height" value="0.1" units="cm"/>
      <inkml:brushProperty name="color" value="#008C3A"/>
    </inkml:brush>
  </inkml:definitions>
  <inkml:trace contextRef="#ctx0" brushRef="#br0">1 11 8290 0 0,'0'-1'42'0'0,"0"1"1"0"0,0 0-1 0 0,0 0 1 0 0,0 0 0 0 0,-1 0-1 0 0,1-1 1 0 0,0 1-1 0 0,0 0 1 0 0,0 0-1 0 0,0 0 1 0 0,0-1 0 0 0,0 1-1 0 0,0 0 1 0 0,0 0-1 0 0,0 0 1 0 0,0-1-1 0 0,0 1 1 0 0,0 0 0 0 0,0 0-1 0 0,0 0 1 0 0,0-1-1 0 0,0 1 1 0 0,0 0-1 0 0,0 0 1 0 0,1 0 0 0 0,-1 0-1 0 0,0-1 1 0 0,0 1-1 0 0,0 0 1 0 0,0 0-1 0 0,0 0 1 0 0,0 0 0 0 0,0-1-1 0 0,1 1 1 0 0,-1 0-1 0 0,0 0 1 0 0,0 0-1 0 0,0 0 1 0 0,0 0 0 0 0,1 0-1 0 0,-1 0 1 0 0,0-1-1 0 0,0 1 1 0 0,0 0-1 0 0,1 0 1 0 0,-1 0 0 0 0,0 0-1 0 0,0 0 1 0 0,0 0-1 0 0,1 0 1 0 0,-1 0-1 0 0,0 0 1 0 0,0 0-1 0 0,0 0 1 0 0,1 0 0 0 0,-1 0-1 0 0,0 0 1 0 0,1 1-1 0 0,25-4 1303 0 0,32 5 248 0 0,-38 0-1417 0 0,0 1 0 0 0,-1 1-1 0 0,1 1 1 0 0,-1 1 0 0 0,0 0 0 0 0,0 2 0 0 0,-1 0 0 0 0,0 1-1 0 0,24 17 1 0 0,4 7 1118 0 0,82 78 0 0 0,-1 0-423 0 0,-111-98-1626 0 0,1 0 0 0 0,0-2 0 0 0,0 0 0 0 0,1-1 0 0 0,0-1 0 0 0,1-1 0 0 0,0 0 0 0 0,40 9 0 0 0,-32-12-4493 0 0</inkml:trace>
</inkml:ink>
</file>

<file path=ppt/ink/ink2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48.076"/>
    </inkml:context>
    <inkml:brush xml:id="br0">
      <inkml:brushProperty name="width" value="0.1" units="cm"/>
      <inkml:brushProperty name="height" value="0.1" units="cm"/>
      <inkml:brushProperty name="color" value="#008C3A"/>
    </inkml:brush>
  </inkml:definitions>
  <inkml:trace contextRef="#ctx0" brushRef="#br0">541 7 10594 0 0,'-1'0'138'0'0,"1"-1"1"0"0,-1 1-1 0 0,1-1 0 0 0,0 1 0 0 0,-1-1 0 0 0,1 1 1 0 0,-1-1-1 0 0,1 1 0 0 0,-1 0 0 0 0,1-1 0 0 0,-1 1 1 0 0,1 0-1 0 0,-1 0 0 0 0,0-1 0 0 0,1 1 0 0 0,-1 0 1 0 0,1 0-1 0 0,-1 0 0 0 0,0 0 0 0 0,1-1 1 0 0,-1 1-1 0 0,1 0 0 0 0,-1 0 0 0 0,0 0 0 0 0,1 0 1 0 0,-1 1-1 0 0,0-1 0 0 0,-21 11 1710 0 0,-21 31-914 0 0,33-31-507 0 0,-21 21-209 0 0,3 2 0 0 0,0 1 0 0 0,-23 41 0 0 0,-61 121 830 0 0,63-108-885 0 0,19-34-1219 0 0,3 1 0 0 0,2 2 0 0 0,-33 113-1 0 0,48-125-4712 0 0</inkml:trace>
</inkml:ink>
</file>

<file path=ppt/ink/ink2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48.345"/>
    </inkml:context>
    <inkml:brush xml:id="br0">
      <inkml:brushProperty name="width" value="0.1" units="cm"/>
      <inkml:brushProperty name="height" value="0.1" units="cm"/>
      <inkml:brushProperty name="color" value="#008C3A"/>
    </inkml:brush>
  </inkml:definitions>
  <inkml:trace contextRef="#ctx0" brushRef="#br0">1 1 14283 0 0,'0'0'1298'0'0,"1"0"-1247"0"0,0 1 1 0 0,-1-1-1 0 0,1 1 1 0 0,0-1-1 0 0,0 1 1 0 0,-1 0-1 0 0,1-1 1 0 0,0 1-1 0 0,-1 0 1 0 0,1-1-1 0 0,-1 1 1 0 0,1 0-1 0 0,-1 0 1 0 0,1 0-1 0 0,-1-1 1 0 0,1 1-1 0 0,-1 0 1 0 0,0 0-1 0 0,1 1 1 0 0,7 24 345 0 0,-6-20-229 0 0,74 307 3396 0 0,-25 7-3075 0 0,-21-120-337 0 0,-7-31-1225 0 0,2 291 1 0 0,-25-402-5857 0 0</inkml:trace>
</inkml:ink>
</file>

<file path=ppt/ink/ink2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48.808"/>
    </inkml:context>
    <inkml:brush xml:id="br0">
      <inkml:brushProperty name="width" value="0.1" units="cm"/>
      <inkml:brushProperty name="height" value="0.1" units="cm"/>
      <inkml:brushProperty name="color" value="#008C3A"/>
    </inkml:brush>
  </inkml:definitions>
  <inkml:trace contextRef="#ctx0" brushRef="#br0">261 1183 920 0 0,'-4'18'19'0'0,"4"-14"415"0"0,-1 0-1 0 0,1 0 1 0 0,-1 1-1 0 0,0-1 1 0 0,-1 0-1 0 0,1 0 1 0 0,-1 0-1 0 0,1-1 1 0 0,-1 1-1 0 0,-1 0 1 0 0,1-1-1 0 0,-5 7 1 0 0,6-10-266 0 0,0 0 0 0 0,0 0 0 0 0,0-1 0 0 0,1 1 0 0 0,-1 0-1 0 0,0 0 1 0 0,0-1 0 0 0,0 1 0 0 0,1 0 0 0 0,-1-1 0 0 0,0 1 0 0 0,0-1 0 0 0,1 1 0 0 0,-1-1 0 0 0,0 1 0 0 0,1-1 0 0 0,-1 0 0 0 0,1 1 0 0 0,-1-1 0 0 0,1 0 0 0 0,-1 0 0 0 0,1 1 0 0 0,-1-1 0 0 0,1 0 0 0 0,0 0 0 0 0,-1 1 0 0 0,1-3 0 0 0,-14-24 2155 0 0,14 27-2265 0 0,-46-129 4454 0 0,-3-74-2015 0 0,5-143-1202 0 0,28 188-1141 0 0,-16-107-209 0 0,18 152-3455 0 0</inkml:trace>
</inkml:ink>
</file>

<file path=ppt/ink/ink2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49.160"/>
    </inkml:context>
    <inkml:brush xml:id="br0">
      <inkml:brushProperty name="width" value="0.1" units="cm"/>
      <inkml:brushProperty name="height" value="0.1" units="cm"/>
      <inkml:brushProperty name="color" value="#008C3A"/>
    </inkml:brush>
  </inkml:definitions>
  <inkml:trace contextRef="#ctx0" brushRef="#br0">70 123 8754 0 0,'-16'5'455'0'0,"12"-4"-339"0"0,1-1 1 0 0,-1 1 0 0 0,0 0 0 0 0,1 0 0 0 0,-1 1 0 0 0,1-1 0 0 0,-1 1 0 0 0,1-1 0 0 0,0 1 0 0 0,-1 0 0 0 0,1 0 0 0 0,0 1 0 0 0,0-1-1 0 0,-2 4 1 0 0,4-6-84 0 0,1 1-1 0 0,0-1 0 0 0,0 1 1 0 0,0-1-1 0 0,0 1 1 0 0,0-1-1 0 0,0 1 0 0 0,1-1 1 0 0,-1 1-1 0 0,0-1 0 0 0,0 1 1 0 0,0-1-1 0 0,0 1 1 0 0,1-1-1 0 0,-1 1 0 0 0,0-1 1 0 0,0 0-1 0 0,1 1 0 0 0,-1-1 1 0 0,0 1-1 0 0,1-1 0 0 0,-1 0 1 0 0,0 1-1 0 0,1-1 1 0 0,-1 0-1 0 0,1 0 0 0 0,-1 1 1 0 0,0-1-1 0 0,1 0 0 0 0,-1 0 1 0 0,1 1-1 0 0,-1-1 1 0 0,1 0-1 0 0,-1 0 0 0 0,1 0 1 0 0,-1 0-1 0 0,1 0 0 0 0,-1 0 1 0 0,1 0-1 0 0,-1 0 0 0 0,1 0 1 0 0,0 0-1 0 0,23 1 531 0 0,-23-1-533 0 0,29-3 732 0 0,0-1-1 0 0,0-2 1 0 0,-1-1 0 0 0,33-11 0 0 0,14-5 386 0 0,204-41 1860 0 0,-185 47-4312 0 0,0 0-3434 0 0,-30 8-1642 0 0</inkml:trace>
</inkml:ink>
</file>

<file path=ppt/ink/ink2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49.639"/>
    </inkml:context>
    <inkml:brush xml:id="br0">
      <inkml:brushProperty name="width" value="0.1" units="cm"/>
      <inkml:brushProperty name="height" value="0.1" units="cm"/>
      <inkml:brushProperty name="color" value="#008C3A"/>
    </inkml:brush>
  </inkml:definitions>
  <inkml:trace contextRef="#ctx0" brushRef="#br0">148 106 6913 0 0,'-19'-2'-75'0'0,"0"-1"-1"0"0,0-1 0 0 0,0 0 0 0 0,0-2 1 0 0,-31-13-1 0 0,49 19 104 0 0,1 0 0 0 0,0 0 0 0 0,0 0 0 0 0,0 0 0 0 0,0 0 0 0 0,0-1 0 0 0,0 1 0 0 0,0 0 0 0 0,-1 0 0 0 0,1 0 1 0 0,0 0-1 0 0,0 0 0 0 0,0 0 0 0 0,0-1 0 0 0,0 1 0 0 0,0 0 0 0 0,0 0 0 0 0,0 0 0 0 0,0 0 0 0 0,0 0 0 0 0,0-1 0 0 0,0 1 0 0 0,0 0 1 0 0,0 0-1 0 0,0 0 0 0 0,0 0 0 0 0,0 0 0 0 0,0-1 0 0 0,0 1 0 0 0,0 0 0 0 0,0 0 0 0 0,0 0 0 0 0,0 0 0 0 0,0 0 0 0 0,0-1 0 0 0,0 1 1 0 0,0 0-1 0 0,0 0 0 0 0,0 0 0 0 0,0 0 0 0 0,1 0 0 0 0,-1 0 0 0 0,0 0 0 0 0,0-1 0 0 0,0 1 0 0 0,0 0 0 0 0,0 0 0 0 0,0 0 0 0 0,1 0 1 0 0,-1 0-1 0 0,0 0 0 0 0,0 0 0 0 0,0 0 0 0 0,0 0 0 0 0,0 0 0 0 0,0 0 0 0 0,1 0 0 0 0,-1 0 0 0 0,0 0 0 0 0,0 0 0 0 0,0 0 0 0 0,0 0 1 0 0,1 0-1 0 0,-1 0 0 0 0,0 0 0 0 0,0 0 0 0 0,0 0 0 0 0,22-6 835 0 0,28-1-60 0 0,767-42 4452 0 0,2 64-4044 0 0,-794-14-1325 0 0,347 15 34 0 0,-126 5-4612 0 0,-199-16 272 0 0</inkml:trace>
</inkml:ink>
</file>

<file path=ppt/ink/ink2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49.967"/>
    </inkml:context>
    <inkml:brush xml:id="br0">
      <inkml:brushProperty name="width" value="0.1" units="cm"/>
      <inkml:brushProperty name="height" value="0.1" units="cm"/>
      <inkml:brushProperty name="color" value="#008C3A"/>
    </inkml:brush>
  </inkml:definitions>
  <inkml:trace contextRef="#ctx0" brushRef="#br0">52 48 9218 0 0,'-45'-40'2345'0'0,"38"32"167"0"0,14 16-1927 0 0,-1 0 0 0 0,-1-1 0 0 0,1 2 0 0 0,-2-1 0 0 0,1 1 0 0 0,3 9 0 0 0,22 63-511 0 0,-26-69 149 0 0,27 88-8 0 0,26 149 0 0 0,-5 110 364 0 0,-21-135-427 0 0,34 148-152 0 0,-41-265 0 0 0,55 148 0 0 0,-30-106-708 0 0,35 172 0 0 0,-76-290-252 0 0</inkml:trace>
</inkml:ink>
</file>

<file path=ppt/ink/ink2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0.569"/>
    </inkml:context>
    <inkml:brush xml:id="br0">
      <inkml:brushProperty name="width" value="0.1" units="cm"/>
      <inkml:brushProperty name="height" value="0.1" units="cm"/>
      <inkml:brushProperty name="color" value="#008C3A"/>
    </inkml:brush>
  </inkml:definitions>
  <inkml:trace contextRef="#ctx0" brushRef="#br0">5 1 5529 0 0,'-1'0'10'0'0,"1"0"-1"0"0,0 0 1 0 0,0 0 0 0 0,0 0-1 0 0,0 0 1 0 0,0 0 0 0 0,-1 0-1 0 0,1 0 1 0 0,0 0-1 0 0,0 0 1 0 0,0 0 0 0 0,0 0-1 0 0,0 0 1 0 0,-1 0 0 0 0,1 0-1 0 0,0 0 1 0 0,0 0-1 0 0,0 0 1 0 0,0 0 0 0 0,0 1-1 0 0,0-1 1 0 0,-1 0 0 0 0,1 0-1 0 0,0 0 1 0 0,0 0-1 0 0,0 0 1 0 0,0 0 0 0 0,0 0-1 0 0,0 1 1 0 0,0-1 0 0 0,0 0-1 0 0,0 0 1 0 0,0 0-1 0 0,-1 0 1 0 0,1 0 0 0 0,0 0-1 0 0,0 1 1 0 0,0-1 0 0 0,0 0-1 0 0,0 0 1 0 0,0 0 0 0 0,0 0-1 0 0,0 0 1 0 0,0 1-1 0 0,0-1 1 0 0,0 0 0 0 0,0 0-1 0 0,0 0 1 0 0,0 0 0 0 0,1 0-1 0 0,-1 1 1 0 0,0-1-1 0 0,0 0 1 0 0,0 0 0 0 0,0 0-1 0 0,0 0 1 0 0,0 0 0 0 0,0 1-1 0 0,12 8 463 0 0,25 10 209 0 0,-31-16-557 0 0,93 48 2729 0 0,169 120 1 0 0,73 92-1584 0 0,-261-199-1138 0 0,33 22-144 0 0,4-6-1 0 0,3-5 1 0 0,3-5-1 0 0,4-6 1 0 0,179 66-1 0 0,-249-111-462 0 0,101 21 0 0 0,-126-34 223 0 0,0-2 1 0 0,0-1-1 0 0,0-2 0 0 0,60-5 1 0 0,-48-5 2166 0 0,-73 13 372 0 0,2 5-1956 0 0,1 2-1 0 0,1 0 0 0 0,0 2 1 0 0,0 1-1 0 0,-28 21 1 0 0,17-12-48 0 0,-273 207 423 0 0,138-95-743 0 0,35-32-357 0 0,-164 162-1 0 0,266-230 407 0 0,-36 33 69 0 0,4 3 1 0 0,-58 80 0 0 0,110-131-343 0 0,4-2-111 0 0</inkml:trace>
</inkml:ink>
</file>

<file path=ppt/ink/ink2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0.917"/>
    </inkml:context>
    <inkml:brush xml:id="br0">
      <inkml:brushProperty name="width" value="0.1" units="cm"/>
      <inkml:brushProperty name="height" value="0.1" units="cm"/>
      <inkml:brushProperty name="color" value="#008C3A"/>
    </inkml:brush>
  </inkml:definitions>
  <inkml:trace contextRef="#ctx0" brushRef="#br0">0 93 920 0 0,'5'-3'521'0'0,"-1"1"0"0"0,1-1 0 0 0,-1 1 0 0 0,1 0 0 0 0,0 0 0 0 0,8-2 0 0 0,3-1 513 0 0,31-13 2448 0 0,74-16 0 0 0,-94 28-2883 0 0,1 1 1 0 0,-1 2-1 0 0,1 0 1 0 0,37 3-1 0 0,-57 0-887 0 0,0 1 1 0 0,-1 1-1 0 0,1-1 0 0 0,-1 1 1 0 0,1 1-1 0 0,-1-1 0 0 0,0 1 1 0 0,0 1-1 0 0,0-1 0 0 0,0 1 1 0 0,-1 0-1 0 0,1 1 0 0 0,7 7 0 0 0,-7-5 372 0 0</inkml:trace>
</inkml:ink>
</file>

<file path=ppt/ink/ink2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1.186"/>
    </inkml:context>
    <inkml:brush xml:id="br0">
      <inkml:brushProperty name="width" value="0.1" units="cm"/>
      <inkml:brushProperty name="height" value="0.1" units="cm"/>
      <inkml:brushProperty name="color" value="#008C3A"/>
    </inkml:brush>
  </inkml:definitions>
  <inkml:trace contextRef="#ctx0" brushRef="#br0">1 83 8290 0 0,'0'-1'188'0'0,"0"0"0"0"0,1 0 0 0 0,-1 0 0 0 0,1 0 0 0 0,-1 0 0 0 0,1 0 0 0 0,-1 0 0 0 0,1 0 0 0 0,-1 0-1 0 0,1 0 1 0 0,0 1 0 0 0,0-1 0 0 0,0 0 0 0 0,-1 0 0 0 0,1 1 0 0 0,0-1 0 0 0,0 1 0 0 0,0-1 0 0 0,0 1 0 0 0,0-1 0 0 0,0 1 0 0 0,0-1 0 0 0,2 1 0 0 0,30-14 1644 0 0,-31 13-1662 0 0,83-29 1918 0 0,-27 14-4476 0 0,-44 13-2913 0 0</inkml:trace>
</inkml:ink>
</file>

<file path=ppt/ink/ink2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1.392"/>
    </inkml:context>
    <inkml:brush xml:id="br0">
      <inkml:brushProperty name="width" value="0.1" units="cm"/>
      <inkml:brushProperty name="height" value="0.1" units="cm"/>
      <inkml:brushProperty name="color" value="#008C3A"/>
    </inkml:brush>
  </inkml:definitions>
  <inkml:trace contextRef="#ctx0" brushRef="#br0">1 3 6449 0 0,'7'-2'8674'0'0,"-4"5"-7472"0"0,3 6-895 0 0,0 1 1 0 0,0 0-1 0 0,-1 0 0 0 0,0 1 1 0 0,-1 0-1 0 0,0-1 0 0 0,-1 1 1 0 0,0 1-1 0 0,1 12 0 0 0,11 34-1165 0 0,-6-34-70 0 0</inkml:trace>
</inkml:ink>
</file>

<file path=ppt/ink/ink2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2.151"/>
    </inkml:context>
    <inkml:brush xml:id="br0">
      <inkml:brushProperty name="width" value="0.1" units="cm"/>
      <inkml:brushProperty name="height" value="0.1" units="cm"/>
      <inkml:brushProperty name="color" value="#008C3A"/>
    </inkml:brush>
  </inkml:definitions>
  <inkml:trace contextRef="#ctx0" brushRef="#br0">538 12 6529 0 0,'-10'-3'320'0'0,"1"1"-1"0"0,0 0 0 0 0,0 0 1 0 0,-1 1-1 0 0,1 0 0 0 0,-1 0 1 0 0,1 1-1 0 0,-13 2 0 0 0,-80 14 3771 0 0,75-11-3643 0 0,-101 24 1142 0 0,-42 7-2133 0 0,157-34-4791 0 0</inkml:trace>
</inkml:ink>
</file>

<file path=ppt/ink/ink2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2.404"/>
    </inkml:context>
    <inkml:brush xml:id="br0">
      <inkml:brushProperty name="width" value="0.1" units="cm"/>
      <inkml:brushProperty name="height" value="0.1" units="cm"/>
      <inkml:brushProperty name="color" value="#008C3A"/>
    </inkml:brush>
  </inkml:definitions>
  <inkml:trace contextRef="#ctx0" brushRef="#br0">0 0 2761 0 0,'12'6'5936'0'0,"1"2"-3969"0"0,-8-2-1541 0 0,-1 0 1 0 0,0 0 0 0 0,1 0-1 0 0,-2 0 1 0 0,1 1 0 0 0,-1-1-1 0 0,0 1 1 0 0,0 0 0 0 0,2 11 0 0 0,12 71 1517 0 0,-10-46-1191 0 0,83 593 2131 0 0,-63-412-2712 0 0,17 228-2428 0 0,-39-411-4385 0 0</inkml:trace>
</inkml:ink>
</file>

<file path=ppt/ink/ink2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2.626"/>
    </inkml:context>
    <inkml:brush xml:id="br0">
      <inkml:brushProperty name="width" value="0.1" units="cm"/>
      <inkml:brushProperty name="height" value="0.1" units="cm"/>
      <inkml:brushProperty name="color" value="#008C3A"/>
    </inkml:brush>
  </inkml:definitions>
  <inkml:trace contextRef="#ctx0" brushRef="#br0">25 251 1376 0 0,'-2'0'50'0'0,"1"0"0"0"0,-1-1-1 0 0,1 1 1 0 0,-1 0 0 0 0,1-1-1 0 0,-1 0 1 0 0,1 1-1 0 0,0-1 1 0 0,-1 0 0 0 0,1 1-1 0 0,0-1 1 0 0,0 0 0 0 0,-1 0-1 0 0,1 0 1 0 0,-1-1 0 0 0,2 1 100 0 0,0 1-1 0 0,0-1 1 0 0,-1 1 0 0 0,1-1 0 0 0,0 1 0 0 0,0-1 0 0 0,0 1 0 0 0,0-1 0 0 0,0 1 0 0 0,0-1 0 0 0,0 0 0 0 0,0 1-1 0 0,0-1 1 0 0,0 1 0 0 0,0-1 0 0 0,0 1 0 0 0,1-1 0 0 0,-1 1 0 0 0,0-1 0 0 0,0 1 0 0 0,1-1 0 0 0,-1 1-1 0 0,0-1 1 0 0,0 1 0 0 0,1-1 0 0 0,0 0 0 0 0,4-4 1093 0 0,0 1 1 0 0,0-1-1 0 0,1 1 1 0 0,12-7-1 0 0,-12 7-1693 0 0,46-27 3383 0 0,74-32-1 0 0,61-9-3552 0 0,-105 50-3519 0 0,-58 19-790 0 0</inkml:trace>
</inkml:ink>
</file>

<file path=ppt/ink/ink2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2.889"/>
    </inkml:context>
    <inkml:brush xml:id="br0">
      <inkml:brushProperty name="width" value="0.1" units="cm"/>
      <inkml:brushProperty name="height" value="0.1" units="cm"/>
      <inkml:brushProperty name="color" value="#008C3A"/>
    </inkml:brush>
  </inkml:definitions>
  <inkml:trace contextRef="#ctx0" brushRef="#br0">1 1 4145 0 0,'16'4'2863'0'0,"0"2"0"0"0,0 0 0 0 0,21 11 0 0 0,-16-5-562 0 0,41 30 0 0 0,-38-23-2711 0 0,-1 1 1 0 0,-2 2-1 0 0,0 0 0 0 0,33 45 1 0 0,-43-52-1186 0 0</inkml:trace>
</inkml:ink>
</file>

<file path=ppt/ink/ink2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3.039"/>
    </inkml:context>
    <inkml:brush xml:id="br0">
      <inkml:brushProperty name="width" value="0.1" units="cm"/>
      <inkml:brushProperty name="height" value="0.1" units="cm"/>
      <inkml:brushProperty name="color" value="#008C3A"/>
    </inkml:brush>
  </inkml:definitions>
  <inkml:trace contextRef="#ctx0" brushRef="#br0">240 103 5529 0 0,'0'-14'-163'0'0,"-1"-29"2243"0"0,1 39-1410 0 0,-1 1 0 0 0,0-1-1 0 0,1 1 1 0 0,-1-1 0 0 0,0 1-1 0 0,-1-1 1 0 0,1 1 0 0 0,-1 0-1 0 0,-2-5 1 0 0,3 7-532 0 0,0 1 1 0 0,1-1-1 0 0,-1 0 0 0 0,0 1 0 0 0,1-1 1 0 0,-1 1-1 0 0,0 0 0 0 0,0-1 1 0 0,1 1-1 0 0,-1 0 0 0 0,0-1 0 0 0,0 1 1 0 0,0 0-1 0 0,0 0 0 0 0,0 0 1 0 0,1 0-1 0 0,-1 0 0 0 0,0 0 0 0 0,0 0 1 0 0,0 0-1 0 0,0 0 0 0 0,0 0 1 0 0,1 0-1 0 0,-1 1 0 0 0,0-1 0 0 0,0 0 1 0 0,0 0-1 0 0,0 1 0 0 0,1-1 1 0 0,-1 1-1 0 0,0-1 0 0 0,0 1 0 0 0,1-1 1 0 0,-1 1-1 0 0,0-1 0 0 0,1 1 1 0 0,-1 0-1 0 0,1-1 0 0 0,-1 2 0 0 0,-25 26 1112 0 0,-8 19-556 0 0,-34 61 0 0 0,13 1-2958 0 0,44-82-4957 0 0</inkml:trace>
</inkml:ink>
</file>

<file path=ppt/ink/ink2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3.546"/>
    </inkml:context>
    <inkml:brush xml:id="br0">
      <inkml:brushProperty name="width" value="0.1" units="cm"/>
      <inkml:brushProperty name="height" value="0.1" units="cm"/>
      <inkml:brushProperty name="color" value="#008C3A"/>
    </inkml:brush>
  </inkml:definitions>
  <inkml:trace contextRef="#ctx0" brushRef="#br0">0 35 10594 0 0,'3'0'251'0'0,"0"1"-1"0"0,0-1 0 0 0,0 1 0 0 0,0-1 1 0 0,0 0-1 0 0,0 0 0 0 0,0-1 0 0 0,0 1 1 0 0,0 0-1 0 0,5-3 0 0 0,3 2 145 0 0,83-13 2631 0 0,26-2-100 0 0,-103 15-3019 0 0,-1 0 1 0 0,1 2-1 0 0,-1 0 1 0 0,1 0-1 0 0,17 5 1 0 0,-14 1-4571 0 0,0 1-1563 0 0</inkml:trace>
</inkml:ink>
</file>

<file path=ppt/ink/ink2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3.784"/>
    </inkml:context>
    <inkml:brush xml:id="br0">
      <inkml:brushProperty name="width" value="0.1" units="cm"/>
      <inkml:brushProperty name="height" value="0.1" units="cm"/>
      <inkml:brushProperty name="color" value="#008C3A"/>
    </inkml:brush>
  </inkml:definitions>
  <inkml:trace contextRef="#ctx0" brushRef="#br0">14 0 8754 0 0,'-13'3'2553'0'0,"30"5"2028"0"0,-2-2-4120 0 0,5 7-28 0 0,-1 1 1 0 0,0 0-1 0 0,-2 1 1 0 0,0 1-1 0 0,0 1 1 0 0,17 23-1 0 0,-12-14-1573 0 0,0-2 0 0 0,27 21 0 0 0,-32-32-4717 0 0</inkml:trace>
</inkml:ink>
</file>

<file path=ppt/ink/ink2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3.926"/>
    </inkml:context>
    <inkml:brush xml:id="br0">
      <inkml:brushProperty name="width" value="0.1" units="cm"/>
      <inkml:brushProperty name="height" value="0.1" units="cm"/>
      <inkml:brushProperty name="color" value="#008C3A"/>
    </inkml:brush>
  </inkml:definitions>
  <inkml:trace contextRef="#ctx0" brushRef="#br0">193 1 6449 0 0,'-1'0'158'0'0,"0"0"0"0"0,0-1-1 0 0,0 1 1 0 0,1 0 0 0 0,-1 0-1 0 0,0 1 1 0 0,0-1 0 0 0,0 0-1 0 0,0 0 1 0 0,1 0 0 0 0,-1 0-1 0 0,0 1 1 0 0,0-1 0 0 0,1 0-1 0 0,-1 1 1 0 0,0-1-1 0 0,0 1 1 0 0,1-1 0 0 0,-1 1-1 0 0,0-1 1 0 0,1 1 0 0 0,-1-1-1 0 0,1 1 1 0 0,-1 0 0 0 0,1-1-1 0 0,-1 1 1 0 0,1 0 0 0 0,-1 1-1 0 0,-22 23 2001 0 0,-52 75 1030 0 0,13 10-4831 0 0,50-86-3679 0 0</inkml:trace>
</inkml:ink>
</file>

<file path=ppt/ink/ink2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4.734"/>
    </inkml:context>
    <inkml:brush xml:id="br0">
      <inkml:brushProperty name="width" value="0.1" units="cm"/>
      <inkml:brushProperty name="height" value="0.1" units="cm"/>
      <inkml:brushProperty name="color" value="#008C3A"/>
    </inkml:brush>
  </inkml:definitions>
  <inkml:trace contextRef="#ctx0" brushRef="#br0">209 1536 6449 0 0,'0'-1'80'0'0,"1"0"1"0"0,-1 0-1 0 0,0 1 0 0 0,0-1 0 0 0,0 0 0 0 0,0 0 0 0 0,-1 0 0 0 0,1 0 0 0 0,0 1 0 0 0,0-1 0 0 0,0 0 1 0 0,-1 0-1 0 0,1 0 0 0 0,0 1 0 0 0,-1-1 0 0 0,1 0 0 0 0,-1 1 0 0 0,1-1 0 0 0,-1 0 0 0 0,1 1 0 0 0,-1-1 0 0 0,1 0 1 0 0,-1 1-1 0 0,0-1 0 0 0,1 1 0 0 0,-1-1 0 0 0,0 1 0 0 0,1-1 0 0 0,-1 1 0 0 0,0 0 0 0 0,0-1 0 0 0,1 1 1 0 0,-1 0-1 0 0,0 0 0 0 0,0-1 0 0 0,0 1 0 0 0,0 0 0 0 0,1 0 0 0 0,-1 0 0 0 0,0 0 0 0 0,0 0 0 0 0,0 0 1 0 0,0 0-1 0 0,1 0 0 0 0,-1 1 0 0 0,-1-1 0 0 0,-3 1 389 0 0,1 1-1 0 0,0-1 1 0 0,-1 1-1 0 0,1 0 1 0 0,0 0 0 0 0,0 0-1 0 0,-6 5 1 0 0,10-7-408 0 0,-1 0 0 0 0,1 0 1 0 0,0 1-1 0 0,0-1 0 0 0,0 0 0 0 0,-1 0 0 0 0,1 0 1 0 0,0 0-1 0 0,0 0 0 0 0,0 0 0 0 0,-1 0 1 0 0,1 0-1 0 0,0 0 0 0 0,0 0 0 0 0,-1 0 0 0 0,1 0 1 0 0,0 0-1 0 0,0 0 0 0 0,0 0 0 0 0,-1 0 0 0 0,1 0 1 0 0,0 0-1 0 0,0 0 0 0 0,0 0 0 0 0,-1 0 1 0 0,1 0-1 0 0,0 0 0 0 0,0-1 0 0 0,0 1 0 0 0,-1 0 1 0 0,1 0-1 0 0,0 0 0 0 0,0 0 0 0 0,0 0 1 0 0,0-1-1 0 0,-1 1 0 0 0,1 0 0 0 0,0 0 0 0 0,0 0 1 0 0,0-1-1 0 0,0 1 0 0 0,-6-14 1151 0 0,2-16-133 0 0,-26-428 396 0 0,13 25-1470 0 0,4 46-106 0 0,12 368-365 0 0,-1 1-1 0 0,0 0 0 0 0,-1 0 1 0 0,-1 0-1 0 0,-1 0 1 0 0,0 0-1 0 0,-2 1 0 0 0,0 0 1 0 0,-10-18-1 0 0,4 23-2542 0 0</inkml:trace>
</inkml:ink>
</file>

<file path=ppt/ink/ink2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5.002"/>
    </inkml:context>
    <inkml:brush xml:id="br0">
      <inkml:brushProperty name="width" value="0.1" units="cm"/>
      <inkml:brushProperty name="height" value="0.1" units="cm"/>
      <inkml:brushProperty name="color" value="#008C3A"/>
    </inkml:brush>
  </inkml:definitions>
  <inkml:trace contextRef="#ctx0" brushRef="#br0">110 70 2160 0 0,'-14'-3'1214'0'0,"-1"0"-1"0"0,1 0 0 0 0,0 1 0 0 0,-1 1 0 0 0,-23 1 0 0 0,85-9 2990 0 0,-11 0-3549 0 0,87-4 472 0 0,129 2-1 0 0,-34 4-2337 0 0,-131 1-3485 0 0,-39 4 108 0 0</inkml:trace>
</inkml:ink>
</file>

<file path=ppt/ink/ink2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5.748"/>
    </inkml:context>
    <inkml:brush xml:id="br0">
      <inkml:brushProperty name="width" value="0.1" units="cm"/>
      <inkml:brushProperty name="height" value="0.1" units="cm"/>
      <inkml:brushProperty name="color" value="#008C3A"/>
    </inkml:brush>
  </inkml:definitions>
  <inkml:trace contextRef="#ctx0" brushRef="#br0">22 393 920 0 0,'-2'1'158'0'0,"0"1"0"0"0,1-1 0 0 0,-1 0-1 0 0,0 1 1 0 0,1-1 0 0 0,-1 1 0 0 0,1 0 0 0 0,0-1-1 0 0,-1 1 1 0 0,1 0 0 0 0,0 0 0 0 0,-1 3-1 0 0,0 4 1880 0 0,19-20-114 0 0,-12 5-1412 0 0,1 0 1 0 0,-1 0-1 0 0,0-1 1 0 0,0 0-1 0 0,-1 0 1 0 0,1 0 0 0 0,-2 0-1 0 0,6-14 1 0 0,18-70 922 0 0,-14 43-269 0 0,-7 26-851 0 0,-2 8-83 0 0,0 0 1 0 0,0 1-1 0 0,2-1 1 0 0,-1 1-1 0 0,13-20 1 0 0,-17 33-226 0 0,-1 0 1 0 0,0-1-1 0 0,0 1 1 0 0,0 0-1 0 0,1-1 1 0 0,-1 1-1 0 0,0 0 1 0 0,1 0-1 0 0,-1 0 1 0 0,0-1-1 0 0,0 1 1 0 0,1 0 0 0 0,-1 0-1 0 0,0 0 1 0 0,1-1-1 0 0,-1 1 1 0 0,0 0-1 0 0,1 0 1 0 0,-1 0-1 0 0,0 0 1 0 0,1 0-1 0 0,-1 0 1 0 0,1 0-1 0 0,-1 0 1 0 0,0 0-1 0 0,1 0 1 0 0,-1 0-1 0 0,0 0 1 0 0,1 0-1 0 0,-1 0 1 0 0,0 0 0 0 0,1 0-1 0 0,-1 1 1 0 0,0-1-1 0 0,1 0 1 0 0,-1 0-1 0 0,0 0 1 0 0,1 1-1 0 0,-1-1 1 0 0,0 0-1 0 0,1 0 1 0 0,-1 0-1 0 0,0 1 1 0 0,0-1-1 0 0,1 0 1 0 0,-1 1-1 0 0,0-1 1 0 0,0 0-1 0 0,0 1 1 0 0,0-1-1 0 0,1 0 1 0 0,-1 1 0 0 0,0-1-1 0 0,0 0 1 0 0,0 1-1 0 0,0-1 1 0 0,0 1-1 0 0,9 22 117 0 0,-9-21-65 0 0,6 15 13 0 0,0 0 1 0 0,1 0 0 0 0,1 0-1 0 0,20 29 1 0 0,-24-40-104 0 0,0 0 0 0 0,1-1 0 0 0,0 0 0 0 0,0 0-1 0 0,0 0 1 0 0,0-1 0 0 0,1 1 0 0 0,0-1 0 0 0,0-1 0 0 0,0 1-1 0 0,0-1 1 0 0,0 0 0 0 0,1 0 0 0 0,0-1 0 0 0,-1 0 0 0 0,9 2-1 0 0,-13-4-23 0 0,1 0 0 0 0,-1 0-1 0 0,1 0 1 0 0,0-1 0 0 0,-1 1-1 0 0,1-1 1 0 0,-1 1-1 0 0,1-1 1 0 0,-1 0 0 0 0,1 0-1 0 0,-1 0 1 0 0,0 0-1 0 0,1 0 1 0 0,-1-1 0 0 0,0 1-1 0 0,0-1 1 0 0,0 1-1 0 0,0-1 1 0 0,0 0 0 0 0,0 0-1 0 0,0 0 1 0 0,-1 0 0 0 0,3-4-1 0 0,5-7 321 0 0,-1-1 0 0 0,13-27 1 0 0,-11 20-35 0 0,-10 19-197 0 0,53-90 1704 0 0,-46 82-1571 0 0,1 0 1 0 0,-1 0-1 0 0,2 1 1 0 0,-1 0-1 0 0,1 0 1 0 0,15-10-1 0 0,-23 18-152 0 0,-1 1 0 0 0,1 0 0 0 0,0 0 0 0 0,0 0 0 0 0,0-1-1 0 0,0 1 1 0 0,0 0 0 0 0,-1 0 0 0 0,1 0 0 0 0,0 0 0 0 0,0 0 0 0 0,0 0 0 0 0,0 0 0 0 0,0 1 0 0 0,-1-1 0 0 0,1 0-1 0 0,0 0 1 0 0,0 1 0 0 0,0-1 0 0 0,-1 1 0 0 0,1-1 0 0 0,0 0 0 0 0,0 1 0 0 0,-1-1 0 0 0,1 1 0 0 0,0 0-1 0 0,-1-1 1 0 0,1 1 0 0 0,-1 0 0 0 0,1-1 0 0 0,-1 1 0 0 0,1 0 0 0 0,-1-1 0 0 0,1 1 0 0 0,-1 0 0 0 0,1 1 0 0 0,20 38 764 0 0,-14-26-647 0 0,14 23-142 0 0,-3-6-22 0 0,-1 0 0 0 0,-2 2-1 0 0,18 52 1 0 0,-33-83 33 0 0,1-1 1 0 0,-1 1-1 0 0,0-1 0 0 0,1 0 0 0 0,0 1 0 0 0,-1-1 1 0 0,1 0-1 0 0,0 1 0 0 0,0-1 0 0 0,-1 0 0 0 0,1 0 1 0 0,0 0-1 0 0,2 2 0 0 0,-2-2 0 0 0,0-1-1 0 0,-1 0 1 0 0,1 0 0 0 0,-1 1 0 0 0,1-1-1 0 0,0 0 1 0 0,-1 0 0 0 0,1 0-1 0 0,0 0 1 0 0,-1 0 0 0 0,1 0 0 0 0,-1 0-1 0 0,1 0 1 0 0,0 0 0 0 0,-1 0 0 0 0,1 0-1 0 0,0 0 1 0 0,-1 0 0 0 0,1 0-1 0 0,0-1 1 0 0,-1 1 0 0 0,1 0 0 0 0,4-3 7 0 0,-1 0 0 0 0,0-1 1 0 0,0 1-1 0 0,0-1 0 0 0,0 1 1 0 0,4-6-1 0 0,-7 7-1 0 0,11-14 24 0 0,0 0 0 0 0,-1-1 0 0 0,0-1 0 0 0,-2 0 0 0 0,0 0 0 0 0,-1-1 0 0 0,6-22 0 0 0,5-10 74 0 0,-19 50-99 0 0,1 0 0 0 0,-1 0 1 0 0,0 0-1 0 0,1 0 0 0 0,-1 0 1 0 0,1 0-1 0 0,-1 0 0 0 0,1 0 1 0 0,-1 0-1 0 0,1 0 0 0 0,0 0 1 0 0,-1 1-1 0 0,1-1 0 0 0,0 0 1 0 0,0 0-1 0 0,0 1 0 0 0,-1-1 1 0 0,1 0-1 0 0,0 1 0 0 0,0-1 1 0 0,0 1-1 0 0,0-1 0 0 0,0 1 1 0 0,0-1-1 0 0,2 1 0 0 0,-1 0-5 0 0,-1 0-1 0 0,0 1 1 0 0,1-1-1 0 0,-1 1 1 0 0,0-1-1 0 0,0 1 1 0 0,1-1-1 0 0,-1 1 1 0 0,0 0-1 0 0,0 0 0 0 0,0 0 1 0 0,0 0-1 0 0,0 0 1 0 0,0 0-1 0 0,0 0 1 0 0,0 0-1 0 0,1 1 1 0 0,4 8-72 0 0,0 0-1 0 0,0 0 1 0 0,6 16 0 0 0,-11-25 58 0 0,5 13-192 0 0,57 121-5192 0 0,-52-115-48 0 0</inkml:trace>
</inkml:ink>
</file>

<file path=ppt/ink/ink2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6.001"/>
    </inkml:context>
    <inkml:brush xml:id="br0">
      <inkml:brushProperty name="width" value="0.1" units="cm"/>
      <inkml:brushProperty name="height" value="0.1" units="cm"/>
      <inkml:brushProperty name="color" value="#008C3A"/>
    </inkml:brush>
  </inkml:definitions>
  <inkml:trace contextRef="#ctx0" brushRef="#br0">22 125 3681 0 0,'-21'-17'5514'0'0,"21"16"-5285"0"0,1 0-1 0 0,-1 1 1 0 0,1-1-1 0 0,0 0 1 0 0,-1 1 0 0 0,1-1-1 0 0,0 0 1 0 0,0 1-1 0 0,0-1 1 0 0,-1 1-1 0 0,1-1 1 0 0,0 1 0 0 0,0-1-1 0 0,0 1 1 0 0,0 0-1 0 0,0-1 1 0 0,0 1-1 0 0,0 0 1 0 0,0 0-1 0 0,2 0 1 0 0,195-45 2035 0 0,107 5-3498 0 0,-248 33 799 0 0,-3 2-496 0 0</inkml:trace>
</inkml:ink>
</file>

<file path=ppt/ink/ink2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6.524"/>
    </inkml:context>
    <inkml:brush xml:id="br0">
      <inkml:brushProperty name="width" value="0.1" units="cm"/>
      <inkml:brushProperty name="height" value="0.1" units="cm"/>
      <inkml:brushProperty name="color" value="#008C3A"/>
    </inkml:brush>
  </inkml:definitions>
  <inkml:trace contextRef="#ctx0" brushRef="#br0">0 0 456 0 0,'9'5'13766'0'0,"1"9"-13454"0"0,-5-5 212 0 0,0-1 0 0 0,-1 1 0 0 0,1 0 0 0 0,-2 0-1 0 0,1 1 1 0 0,-2-1 0 0 0,4 17 0 0 0,0 1 43 0 0,57 156 1424 0 0,-39-119-1655 0 0,-2 2 1 0 0,19 102 0 0 0,-18-9-258 0 0,32 175 47 0 0,25-6 87 0 0,60 334 108 0 0,-90-230-68 0 0,-47-410-389 0 0,1-1 0 0 0,9 30 0 0 0</inkml:trace>
</inkml:ink>
</file>

<file path=ppt/ink/ink2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7.081"/>
    </inkml:context>
    <inkml:brush xml:id="br0">
      <inkml:brushProperty name="width" value="0.1" units="cm"/>
      <inkml:brushProperty name="height" value="0.1" units="cm"/>
      <inkml:brushProperty name="color" value="#008C3A"/>
    </inkml:brush>
  </inkml:definitions>
  <inkml:trace contextRef="#ctx0" brushRef="#br0">57 325 4145 0 0,'-28'-14'1042'0'0,"26"13"-807"0"0,1 0 0 0 0,0 1 0 0 0,-1-1 0 0 0,1 0 0 0 0,-1 1 0 0 0,1-1 0 0 0,-1 1 0 0 0,1 0 0 0 0,0 0 0 0 0,-1-1 0 0 0,1 1 1 0 0,-1 0-1 0 0,1 0 0 0 0,-1 0 0 0 0,1 1 0 0 0,-1-1 0 0 0,-1 1 0 0 0,39-6 2719 0 0,115-28-813 0 0,1 8 0 0 0,176-8 0 0 0,411-46 1381 0 0,-734 79-3505 0 0,-1-1 1 0 0,0 0 0 0 0,1 0-1 0 0,-1 0 1 0 0,0-1 0 0 0,6-2-1 0 0,-9 4-16 0 0,-1 0-1 0 0,1-1 0 0 0,-1 1 0 0 0,0 0 1 0 0,1-1-1 0 0,-1 1 0 0 0,0 0 0 0 0,1-1 1 0 0,-1 1-1 0 0,0-1 0 0 0,1 1 0 0 0,-1 0 1 0 0,0-1-1 0 0,0 1 0 0 0,0-1 0 0 0,1 1 1 0 0,-1-1-1 0 0,0 1 0 0 0,0-1 0 0 0,0 1 1 0 0,0 0-1 0 0,0-1 0 0 0,0 1 0 0 0,0-1 0 0 0,0 0 1 0 0,0 0-8 0 0,-1-1 0 0 0,1 1 1 0 0,-1 0-1 0 0,1-1 1 0 0,-1 1-1 0 0,0 0 0 0 0,0 0 1 0 0,1 0-1 0 0,-1 0 1 0 0,0 0-1 0 0,0 0 0 0 0,0 0 1 0 0,-2-1-1 0 0,-14-12-529 0 0,-1 1 0 0 0,0 0 0 0 0,-1 2 0 0 0,0 0 0 0 0,-1 1-1 0 0,-22-7 1 0 0,32 13-429 0 0</inkml:trace>
</inkml:ink>
</file>

<file path=ppt/ink/ink2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7.603"/>
    </inkml:context>
    <inkml:brush xml:id="br0">
      <inkml:brushProperty name="width" value="0.1" units="cm"/>
      <inkml:brushProperty name="height" value="0.1" units="cm"/>
      <inkml:brushProperty name="color" value="#008C3A"/>
    </inkml:brush>
  </inkml:definitions>
  <inkml:trace contextRef="#ctx0" brushRef="#br0">35 19 2304 0 0,'4'5'949'0'0,"-1"1"0"0"0,0-1 0 0 0,1 1 0 0 0,-2-1-1 0 0,1 1 1 0 0,-1 0 0 0 0,0 0 0 0 0,0 0 0 0 0,2 10-1 0 0,-3-9-512 0 0,0-1 0 0 0,1 1 0 0 0,1-1 0 0 0,-1 1 0 0 0,1-1 0 0 0,0 0 0 0 0,5 8 0 0 0,-7-12-354 0 0,1 0 1 0 0,0-1-1 0 0,0 1 1 0 0,0-1 0 0 0,0 0-1 0 0,0 1 1 0 0,0-1 0 0 0,0 0-1 0 0,0 0 1 0 0,0 0-1 0 0,1 0 1 0 0,-1-1 0 0 0,0 1-1 0 0,1 0 1 0 0,-1-1 0 0 0,0 0-1 0 0,1 0 1 0 0,-1 1-1 0 0,1-1 1 0 0,-1-1 0 0 0,0 1-1 0 0,1 0 1 0 0,-1-1-1 0 0,0 1 1 0 0,5-2 0 0 0,-5 1 0 0 0,1 1-1 0 0,-1 0 1 0 0,0-1 0 0 0,0 0 0 0 0,0 1 0 0 0,0-1 0 0 0,0 0 0 0 0,0 0 0 0 0,0 0 0 0 0,0 0-1 0 0,0-1 1 0 0,0 1 0 0 0,0 0 0 0 0,-1-1 0 0 0,1 0 0 0 0,-1 1 0 0 0,1-1 0 0 0,-1 0-1 0 0,0 1 1 0 0,1-1 0 0 0,-1 0 0 0 0,0 0 0 0 0,0 0 0 0 0,0 0 0 0 0,0 0 0 0 0,-1-1-1 0 0,1-1 1 0 0,-1 1-33 0 0,0 0-1 0 0,0 0 1 0 0,0 0-1 0 0,-1 0 1 0 0,1 0 0 0 0,-1 0-1 0 0,0 0 1 0 0,0 0-1 0 0,0 1 1 0 0,0-1-1 0 0,-1 0 1 0 0,1 1-1 0 0,-1-1 1 0 0,1 1-1 0 0,-1-1 1 0 0,0 1-1 0 0,0 0 1 0 0,0 0-1 0 0,0 0 1 0 0,-3-2-1 0 0,-6-6 149 0 0,-1 1-1 0 0,0 1 0 0 0,-21-12 0 0 0,29 18-177 0 0,0 0 0 0 0,1 0-1 0 0,-1 0 1 0 0,0 1 0 0 0,0-1 0 0 0,0 1-1 0 0,0 0 1 0 0,0 1 0 0 0,0-1 0 0 0,0 1-1 0 0,0-1 1 0 0,0 1 0 0 0,-1 0 0 0 0,1 1-1 0 0,0-1 1 0 0,0 1 0 0 0,-7 2 0 0 0,10-3-20 0 0,-1 1 0 0 0,1-1 0 0 0,0 1 0 0 0,0 0 0 0 0,0-1 0 0 0,0 1 0 0 0,0 0 0 0 0,0 0 0 0 0,1-1 0 0 0,-1 1 0 0 0,0 0 0 0 0,0 0 0 0 0,0 0 0 0 0,1 0 0 0 0,-1 0 0 0 0,1 1 0 0 0,-1-1 0 0 0,1 0 0 0 0,-1 0 0 0 0,1 0 0 0 0,0 0 0 0 0,-1 3 0 0 0,1-1 0 0 0,0-1 0 0 0,0 1 0 0 0,0 0 0 0 0,1 0 0 0 0,-1 0 0 0 0,1 0 0 0 0,-1 0 0 0 0,1-1 0 0 0,2 5 0 0 0,1 1 0 0 0,0 1 0 0 0,1-2 0 0 0,0 1 0 0 0,0-1 0 0 0,9 10 0 0 0,-8-10-1 0 0,1 0 0 0 0,1-1 0 0 0,-1 0 0 0 0,16 9 0 0 0,-21-14 4 0 0,1 1 0 0 0,0 0 1 0 0,0-1-1 0 0,0 0 0 0 0,0 0 0 0 0,0 0 1 0 0,1 0-1 0 0,-1 0 0 0 0,0 0 0 0 0,0-1 0 0 0,1 0 1 0 0,-1 0-1 0 0,0 0 0 0 0,1 0 0 0 0,-1 0 1 0 0,0 0-1 0 0,6-2 0 0 0,-8 1 4 0 0,1 0 0 0 0,-1 0-1 0 0,1-1 1 0 0,-1 1 0 0 0,0 0-1 0 0,1-1 1 0 0,-1 1 0 0 0,0-1 0 0 0,0 1-1 0 0,0-1 1 0 0,0 1 0 0 0,0-1 0 0 0,0 0-1 0 0,0 0 1 0 0,-1 1 0 0 0,1-1 0 0 0,-1 0-1 0 0,1 0 1 0 0,-1 0 0 0 0,1 0 0 0 0,-1 0-1 0 0,0 1 1 0 0,0-1 0 0 0,0 0 0 0 0,0 0-1 0 0,-1 0 1 0 0,0-2 0 0 0,1-4-3 0 0,-1-1 0 0 0,-1 1 0 0 0,0 1 0 0 0,0-1 0 0 0,-3-8 0 0 0,3 12 11 0 0,0 1-1 0 0,0-1 0 0 0,0 0 0 0 0,0 1 0 0 0,0-1 0 0 0,-1 1 0 0 0,0-1 1 0 0,0 1-1 0 0,0 0 0 0 0,0 0 0 0 0,0 1 0 0 0,0-1 0 0 0,-1 1 1 0 0,1-1-1 0 0,-1 1 0 0 0,0 0 0 0 0,1 0 0 0 0,-6-1 0 0 0,6 2-4 0 0,0 1 0 0 0,0-1 0 0 0,0 1-1 0 0,0 0 1 0 0,-1 0 0 0 0,1 0-1 0 0,0 0 1 0 0,0 0 0 0 0,0 1 0 0 0,0 0-1 0 0,-1-1 1 0 0,1 1 0 0 0,0 0 0 0 0,0 1-1 0 0,1-1 1 0 0,-1 0 0 0 0,0 1-1 0 0,0-1 1 0 0,0 1 0 0 0,1 0 0 0 0,-1 0-1 0 0,1 0 1 0 0,0 1 0 0 0,-4 3 0 0 0,0 2-119 0 0,1 1-9 0 0</inkml:trace>
</inkml:ink>
</file>

<file path=ppt/ink/ink2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01.317"/>
    </inkml:context>
    <inkml:brush xml:id="br0">
      <inkml:brushProperty name="width" value="0.1" units="cm"/>
      <inkml:brushProperty name="height" value="0.1" units="cm"/>
      <inkml:brushProperty name="color" value="#008C3A"/>
    </inkml:brush>
  </inkml:definitions>
  <inkml:trace contextRef="#ctx0" brushRef="#br0">188 1069 4609 0 0,'-1'4'265'0'0,"1"0"-1"0"0,-1 0 1 0 0,0-1 0 0 0,0 1-1 0 0,0-1 1 0 0,-1 1 0 0 0,1-1-1 0 0,-1 1 1 0 0,0-1-1 0 0,0 0 1 0 0,0 1 0 0 0,0-1-1 0 0,0 0 1 0 0,-1-1 0 0 0,-3 5-1 0 0,3-4 198 0 0,0 0 0 0 0,0 0 0 0 0,0 0-1 0 0,1 1 1 0 0,0 0 0 0 0,-1-1 0 0 0,1 1 0 0 0,1 0-1 0 0,1 8 4206 0 0,0-12-4553 0 0,-6-496 2874 0 0,3 418-2792 0 0,2 45-116 0 0,-13-142 283 0 0,11 155-250 0 0,-1 0 1 0 0,0 0-1 0 0,-2 0 1 0 0,0 1 0 0 0,-2-1-1 0 0,-13-25 1 0 0,17 40-66 0 0,1 0 1 0 0,-1 1-1 0 0,1-1 0 0 0,-2 1 0 0 0,1 0 0 0 0,-7-5 1 0 0,-15-17 144 0 0,26 26-198 0 0,0 0 1 0 0,0 0-1 0 0,0-1 1 0 0,0 1-1 0 0,0 0 1 0 0,0 0-1 0 0,-1 0 1 0 0,1 0-1 0 0,0 0 1 0 0,0 0-1 0 0,0-1 0 0 0,0 1 1 0 0,0 0-1 0 0,0 0 1 0 0,1 0-1 0 0,-1 0 1 0 0,0 0-1 0 0,0 0 1 0 0,0-1-1 0 0,0 1 1 0 0,0 0-1 0 0,0 0 1 0 0,0 0-1 0 0,0 0 1 0 0,0 0-1 0 0,0 0 1 0 0,0 0-1 0 0,0-1 0 0 0,0 1 1 0 0,0 0-1 0 0,1 0 1 0 0,-1 0-1 0 0,0 0 1 0 0,0 0-1 0 0,0 0 1 0 0,0 0-1 0 0,0 0 1 0 0,0 0-1 0 0,0 0 1 0 0,1 0-1 0 0,-1 0 1 0 0,0 0-1 0 0,0 0 0 0 0,0 0 1 0 0,0 0-1 0 0,0 0 1 0 0,0 0-1 0 0,1 0 1 0 0,-1 0-1 0 0,0 0 1 0 0,0 0-1 0 0,0 0 1 0 0,0 0-1 0 0,0 0 1 0 0,0 0-1 0 0,1 0 1 0 0,-1 0-1 0 0,0 0 1 0 0,17 0-564 0 0,20-2-93 0 0,29-14 661 0 0,83-10 0 0 0,80 7-489 0 0,217-30-946 0 0,-393 40 1179 0 0,-16 3-31 0 0,59-17 0 0 0,-84 16-1237 0 0</inkml:trace>
</inkml:ink>
</file>

<file path=ppt/ink/ink2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01.618"/>
    </inkml:context>
    <inkml:brush xml:id="br0">
      <inkml:brushProperty name="width" value="0.1" units="cm"/>
      <inkml:brushProperty name="height" value="0.1" units="cm"/>
      <inkml:brushProperty name="color" value="#008C3A"/>
    </inkml:brush>
  </inkml:definitions>
  <inkml:trace contextRef="#ctx0" brushRef="#br0">94 16 1376 0 0,'-8'-3'1193'0'0,"-1"0"1"0"0,-1 0-1 0 0,1 1 0 0 0,0 1 0 0 0,0-1 0 0 0,-1 1 0 0 0,1 1 0 0 0,-12 0 1 0 0,56 2 3698 0 0,-31-1-4869 0 0,0 0 0 0 0,0 0 1 0 0,0 0-1 0 0,1 1 0 0 0,-1-1 1 0 0,-1 1-1 0 0,1 0 0 0 0,0 0 1 0 0,0 1-1 0 0,-1-1 1 0 0,1 1-1 0 0,-1-1 0 0 0,0 1 1 0 0,0 0-1 0 0,0 1 0 0 0,4 5 1 0 0,0-1-12 0 0,-1 0 1 0 0,0 1-1 0 0,-1 0 1 0 0,0 0-1 0 0,0 0 1 0 0,-1 0-1 0 0,-1 1 0 0 0,1 0 1 0 0,-1-1-1 0 0,2 17 1 0 0,-4-18 16 0 0,-1 0 0 0 0,0 0-1 0 0,0 0 1 0 0,-1 0 0 0 0,0 0 0 0 0,-1 0 0 0 0,1 0 0 0 0,-1 0 0 0 0,-1 0 0 0 0,0 0 0 0 0,0-1-1 0 0,0 1 1 0 0,-9 12 0 0 0,-6 6-1716 0 0</inkml:trace>
</inkml:ink>
</file>

<file path=ppt/ink/ink2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02.172"/>
    </inkml:context>
    <inkml:brush xml:id="br0">
      <inkml:brushProperty name="width" value="0.1" units="cm"/>
      <inkml:brushProperty name="height" value="0.1" units="cm"/>
      <inkml:brushProperty name="color" value="#008C3A"/>
    </inkml:brush>
  </inkml:definitions>
  <inkml:trace contextRef="#ctx0" brushRef="#br0">39 0 5529 0 0,'-1'1'265'0'0,"0"-1"0"0"0,0 0 1 0 0,0 1-1 0 0,1-1 0 0 0,-1 0 0 0 0,0 1 0 0 0,0-1 0 0 0,0 1 0 0 0,1 0 1 0 0,-1-1-1 0 0,0 1 0 0 0,1-1 0 0 0,-1 1 0 0 0,0 0 0 0 0,1 0 0 0 0,-1-1 1 0 0,1 1-1 0 0,-1 0 0 0 0,1 0 0 0 0,-1 0 0 0 0,1 1 0 0 0,-10 23 1408 0 0,9-21-1309 0 0,-3 10-95 0 0,1-1 0 0 0,1 0 1 0 0,0 1-1 0 0,1-1 0 0 0,0 1 1 0 0,1-1-1 0 0,1 1 0 0 0,0-1 1 0 0,0 1-1 0 0,2-1 0 0 0,4 17 0 0 0,-5-22-167 0 0,1 0-1 0 0,0-1 1 0 0,1 1-1 0 0,-1-1 0 0 0,1 0 1 0 0,1 0-1 0 0,-1 0 1 0 0,12 11-1 0 0,-12-14-24 0 0,0 0-1 0 0,0-1 1 0 0,0 0-1 0 0,1 0 1 0 0,-1 0-1 0 0,1 0 1 0 0,0-1-1 0 0,0 1 1 0 0,0-1-1 0 0,0-1 1 0 0,0 1-1 0 0,0-1 1 0 0,1 0-1 0 0,7 1 1 0 0,-10-2-50 0 0,1 1 0 0 0,0-1 0 0 0,0-1 1 0 0,-1 1-1 0 0,1 0 0 0 0,0-1 0 0 0,-1 0 0 0 0,1 0 1 0 0,0 0-1 0 0,-1 0 0 0 0,1-1 0 0 0,-1 1 1 0 0,0-1-1 0 0,1 0 0 0 0,-1 0 0 0 0,4-3 1 0 0,-2 1-115 0 0,-1-1 1 0 0,1 0 0 0 0,-1 0 0 0 0,0 0 0 0 0,-1 0-1 0 0,1-1 1 0 0,-1 1 0 0 0,5-12 0 0 0,-3 4-738 0 0,0-1 1 0 0,-1 0-1 0 0,3-17 1 0 0,0-35-6269 0 0,-7 46 5093 0 0,-1 0 1215 0 0</inkml:trace>
</inkml:ink>
</file>

<file path=ppt/ink/ink2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02.330"/>
    </inkml:context>
    <inkml:brush xml:id="br0">
      <inkml:brushProperty name="width" value="0.1" units="cm"/>
      <inkml:brushProperty name="height" value="0.1" units="cm"/>
      <inkml:brushProperty name="color" value="#008C3A"/>
    </inkml:brush>
  </inkml:definitions>
  <inkml:trace contextRef="#ctx0" brushRef="#br0">94 2 3225 0 0,'-9'-1'966'0'0,"0"1"-1"0"0,1-1 1 0 0,-1 2 0 0 0,-15 1 0 0 0,-11 0 2505 0 0,97-5-5002 0 0,-51 3 1531 0 0</inkml:trace>
</inkml:ink>
</file>

<file path=ppt/ink/ink2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02.758"/>
    </inkml:context>
    <inkml:brush xml:id="br0">
      <inkml:brushProperty name="width" value="0.1" units="cm"/>
      <inkml:brushProperty name="height" value="0.1" units="cm"/>
      <inkml:brushProperty name="color" value="#008C3A"/>
    </inkml:brush>
  </inkml:definitions>
  <inkml:trace contextRef="#ctx0" brushRef="#br0">47 0 6449 0 0,'-23'25'4244'0'0,"20"-21"-4176"0"0,1 0 1 0 0,-1-1-1 0 0,1 1 1 0 0,0 0-1 0 0,0 0 1 0 0,0 1-1 0 0,0-1 0 0 0,1 0 1 0 0,0 1-1 0 0,0-1 1 0 0,0 0-1 0 0,1 1 1 0 0,-1-1-1 0 0,1 6 0 0 0,1-4 32 0 0,0 0-1 0 0,0 0 1 0 0,0 0 0 0 0,1 0-1 0 0,0-1 1 0 0,1 1-1 0 0,-1 0 1 0 0,1-1-1 0 0,6 10 1 0 0,-5-8 5 0 0,9 12 6 0 0,-1 0-1 0 0,-1 1 1 0 0,12 30 0 0 0,-22-48 5 0 0,0 1 1 0 0,-1 0-1 0 0,0-1 1 0 0,1 1-1 0 0,-1-1 1 0 0,0 1-1 0 0,0 0 0 0 0,-1-1 1 0 0,1 1-1 0 0,0 0 1 0 0,-1-1-1 0 0,0 1 1 0 0,1-1-1 0 0,-1 1 1 0 0,0-1-1 0 0,0 0 1 0 0,-1 1-1 0 0,1-1 1 0 0,-3 4-1 0 0,0-1 61 0 0,1 0-1 0 0,-1-1 1 0 0,-1 0-1 0 0,1 0 1 0 0,-1 0 0 0 0,1 0-1 0 0,-11 5 1 0 0,0-1-6148 0 0</inkml:trace>
</inkml:ink>
</file>

<file path=ppt/ink/ink2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04.741"/>
    </inkml:context>
    <inkml:brush xml:id="br0">
      <inkml:brushProperty name="width" value="0.1" units="cm"/>
      <inkml:brushProperty name="height" value="0.1" units="cm"/>
      <inkml:brushProperty name="color" value="#008C3A"/>
    </inkml:brush>
  </inkml:definitions>
  <inkml:trace contextRef="#ctx0" brushRef="#br0">17 105 1376 0 0,'-17'-44'14353'0'0,"30"61"-12334"0"0,20 39-1446 0 0,-3 0-1 0 0,29 77 1 0 0,22 43-495 0 0,-81-176-53 0 0,0 1 0 0 0,1-1 0 0 0,-1 0 0 0 0,0 1 0 0 0,0-1-1 0 0,0 0 1 0 0,0 1 0 0 0,0-1 0 0 0,0 0 0 0 0,1 1 0 0 0,-1-1 0 0 0,0 0 0 0 0,0 0-1 0 0,1 1 1 0 0,-1-1 0 0 0,0 0 0 0 0,0 0 0 0 0,1 1 0 0 0,-1-1 0 0 0,0 0 0 0 0,0 0-1 0 0,1 0 1 0 0,-1 0 0 0 0,0 1 0 0 0,1-1 0 0 0,-1 0 0 0 0,0 0 0 0 0,1 0 0 0 0,-1 0-1 0 0,0 0 1 0 0,1 0 0 0 0,-1 0 0 0 0,1 0 0 0 0,-1 0 0 0 0,0 0 0 0 0,1 0 0 0 0,-1 0-1 0 0,0 0 1 0 0,1 0 0 0 0,-1 0 0 0 0,1-1 0 0 0,9-16 768 0 0,4-42 207 0 0,-11 45-767 0 0,56-199 622 0 0,-43 166-1655 0 0,2 0 1 0 0,33-61-1 0 0</inkml:trace>
</inkml:ink>
</file>

<file path=ppt/ink/ink2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05.153"/>
    </inkml:context>
    <inkml:brush xml:id="br0">
      <inkml:brushProperty name="width" value="0.1" units="cm"/>
      <inkml:brushProperty name="height" value="0.1" units="cm"/>
      <inkml:brushProperty name="color" value="#008C3A"/>
    </inkml:brush>
  </inkml:definitions>
  <inkml:trace contextRef="#ctx0" brushRef="#br0">57 70 3681 0 0,'1'-3'348'0'0,"0"0"0"0"0,1 0-1 0 0,-1 0 1 0 0,0 0 0 0 0,-1 0 0 0 0,1-1 0 0 0,0 1 0 0 0,-1 0 0 0 0,0-5 0 0 0,0 7-32 0 0,0 0 0 0 0,0 0 0 0 0,0-1 0 0 0,0 1 1 0 0,0 0-1 0 0,0 0 0 0 0,0-1 0 0 0,-1 1 0 0 0,1 0 0 0 0,0 0 1 0 0,-1 0-1 0 0,1-1 0 0 0,-1 1 0 0 0,1 0 0 0 0,-1 0 1 0 0,0 0-1 0 0,0 0 0 0 0,1 0 0 0 0,-1 0 0 0 0,0 0 0 0 0,0 0 1 0 0,0 1-1 0 0,0-1 0 0 0,0 0 0 0 0,0 0 0 0 0,0 1 1 0 0,-2-1-1 0 0,2 0-194 0 0,0 2 1 0 0,0-1-1 0 0,0 0 1 0 0,-1 0 0 0 0,1 0-1 0 0,0 0 1 0 0,0 1-1 0 0,0-1 1 0 0,-1 1-1 0 0,1-1 1 0 0,0 1 0 0 0,0-1-1 0 0,0 1 1 0 0,0 0-1 0 0,0-1 1 0 0,0 1-1 0 0,0 0 1 0 0,0 0 0 0 0,1 0-1 0 0,-1 0 1 0 0,0 0-1 0 0,0 0 1 0 0,1 0-1 0 0,-1 0 1 0 0,0 0 0 0 0,1 0-1 0 0,-1 2 1 0 0,-15 32 315 0 0,15-33-435 0 0,0-1-1 0 0,1 1 1 0 0,-1 0 0 0 0,1 0 0 0 0,-1 0-1 0 0,1 0 1 0 0,0 0 0 0 0,-1 0 0 0 0,1 0-1 0 0,0 0 1 0 0,0 0 0 0 0,1 0 0 0 0,-1 0-1 0 0,0 0 1 0 0,1 0 0 0 0,-1 0 0 0 0,1 0-1 0 0,0 0 1 0 0,-1 0 0 0 0,1 0 0 0 0,0-1-1 0 0,0 1 1 0 0,0 0 0 0 0,0 0-1 0 0,1-1 1 0 0,-1 1 0 0 0,0-1 0 0 0,1 1-1 0 0,-1-1 1 0 0,1 0 0 0 0,3 3 0 0 0,-3-3-4 0 0,0 0-1 0 0,1 0 1 0 0,-1-1 0 0 0,0 1 0 0 0,1 0 0 0 0,-1-1 0 0 0,1 0-1 0 0,0 1 1 0 0,-1-1 0 0 0,1 0 0 0 0,-1 0 0 0 0,1 0-1 0 0,-1-1 1 0 0,1 1 0 0 0,-1-1 0 0 0,1 1 0 0 0,-1-1 0 0 0,1 0-1 0 0,-1 0 1 0 0,0 0 0 0 0,1 0 0 0 0,-1 0 0 0 0,0-1 0 0 0,0 1-1 0 0,3-3 1 0 0,-4 3-10 0 0,0 0 0 0 0,0 0-1 0 0,0 0 1 0 0,0 0 0 0 0,0 0 0 0 0,0 0-1 0 0,0 0 1 0 0,0 0 0 0 0,0-1 0 0 0,0 1-1 0 0,0 0 1 0 0,-1-1 0 0 0,1 1 0 0 0,-1 0-1 0 0,1-1 1 0 0,-1 1 0 0 0,0-1 0 0 0,1 1-1 0 0,-1-1 1 0 0,0 1 0 0 0,0-1 0 0 0,0-2-1 0 0,-1 2 18 0 0,1-1-1 0 0,-1 0 0 0 0,0 1 1 0 0,0-1-1 0 0,0 1 0 0 0,0-1 1 0 0,-1 1-1 0 0,1 0 1 0 0,-1 0-1 0 0,1-1 0 0 0,-4-2 1 0 0,-2-2-576 0 0,0 1 0 0 0,0-1 0 0 0,-1 2-1 0 0,0-1 1 0 0,0 1 0 0 0,-10-5 0 0 0</inkml:trace>
</inkml:ink>
</file>

<file path=ppt/ink/ink2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05.581"/>
    </inkml:context>
    <inkml:brush xml:id="br0">
      <inkml:brushProperty name="width" value="0.1" units="cm"/>
      <inkml:brushProperty name="height" value="0.1" units="cm"/>
      <inkml:brushProperty name="color" value="#008C3A"/>
    </inkml:brush>
  </inkml:definitions>
  <inkml:trace contextRef="#ctx0" brushRef="#br0">0 1 1840 0 0,'7'-1'10195'0'0,"-2"9"-9931"0"0,-1 1 0 0 0,0-1 0 0 0,-1 1 0 0 0,0-1 0 0 0,0 1 1 0 0,-1 0-1 0 0,0 0 0 0 0,0 1 0 0 0,0 17 0 0 0,-2-18-62 0 0,1 1 0 0 0,0-1 0 0 0,0 0 0 0 0,1 0 0 0 0,0 0 0 0 0,1 0 0 0 0,0 0 0 0 0,0-1 0 0 0,1 1 0 0 0,0-1 0 0 0,8 11 0 0 0,-11-17-225 0 0,0 0 1 0 0,1-1 0 0 0,0 1 0 0 0,-1 0-1 0 0,1-1 1 0 0,0 1 0 0 0,0-1-1 0 0,0 0 1 0 0,0 1 0 0 0,0-1-1 0 0,0 0 1 0 0,0 0 0 0 0,0-1 0 0 0,1 1-1 0 0,-1 0 1 0 0,0-1 0 0 0,1 1-1 0 0,-1-1 1 0 0,0 0 0 0 0,1 0 0 0 0,-1 0-1 0 0,0 0 1 0 0,1 0 0 0 0,-1 0-1 0 0,0-1 1 0 0,1 1 0 0 0,-1-1 0 0 0,0 1-1 0 0,0-1 1 0 0,0 0 0 0 0,1 0-1 0 0,-1 0 1 0 0,0 0 0 0 0,0 0 0 0 0,0-1-1 0 0,0 1 1 0 0,-1-1 0 0 0,1 1-1 0 0,1-3 1 0 0,5-3-95 0 0,0 0 0 0 0,-1-1 0 0 0,-1 0 0 0 0,1 0 0 0 0,-1-1 0 0 0,-1 0 1 0 0,7-12-1 0 0,-11 19 99 0 0,0-2 178 0 0,0 0 0 0 0,1 0 1 0 0,0 0-1 0 0,0 0 0 0 0,0 0 0 0 0,0 0 1 0 0,0 1-1 0 0,1-1 0 0 0,0 1 0 0 0,0 0 1 0 0,0 0-1 0 0,0 0 0 0 0,0 0 0 0 0,1 0 1 0 0,-1 1-1 0 0,1-1 0 0 0,0 1 0 0 0,-1 0 1 0 0,9-3-1 0 0,-11 5-44 0 0,0 0 0 0 0,1 0 0 0 0,-1 0-1 0 0,1 0 1 0 0,-1 1 0 0 0,0-1 0 0 0,1 0 0 0 0,-1 1 0 0 0,0-1 0 0 0,1 1 0 0 0,-1-1-1 0 0,0 1 1 0 0,0-1 0 0 0,1 1 0 0 0,-1 0 0 0 0,0 0 0 0 0,0 0 0 0 0,0 0 0 0 0,0 0-1 0 0,0 0 1 0 0,0 0 0 0 0,0 0 0 0 0,0 0 0 0 0,-1 0 0 0 0,1 0 0 0 0,0 1 0 0 0,-1-1 0 0 0,1 0-1 0 0,-1 0 1 0 0,1 1 0 0 0,-1-1 0 0 0,1 2 0 0 0,15 59-987 0 0,-12-42 346 0 0,-1-10-39 0 0</inkml:trace>
</inkml:ink>
</file>

<file path=ppt/ink/ink2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05.867"/>
    </inkml:context>
    <inkml:brush xml:id="br0">
      <inkml:brushProperty name="width" value="0.1" units="cm"/>
      <inkml:brushProperty name="height" value="0.1" units="cm"/>
      <inkml:brushProperty name="color" value="#008C3A"/>
    </inkml:brush>
  </inkml:definitions>
  <inkml:trace contextRef="#ctx0" brushRef="#br0">1 14 4609 0 0,'1'-2'255'0'0,"0"1"0"0"0,0 0 0 0 0,0 0 0 0 0,0 0 0 0 0,0 0 0 0 0,0 1 0 0 0,0-1 0 0 0,1 0 0 0 0,-1 0 0 0 0,0 1 0 0 0,1-1 0 0 0,-1 0 0 0 0,1 1 0 0 0,-1 0 0 0 0,0-1 0 0 0,1 1 0 0 0,-1 0 0 0 0,1 0 0 0 0,-1-1 0 0 0,1 1 0 0 0,-1 1 0 0 0,1-1 0 0 0,2 0 0 0 0,-2 1 69 0 0,0 0-1 0 0,0 0 1 0 0,1 1 0 0 0,-1-1 0 0 0,0 0 0 0 0,0 1 0 0 0,-1-1 0 0 0,1 1-1 0 0,0 0 1 0 0,0-1 0 0 0,-1 1 0 0 0,1 0 0 0 0,1 3 0 0 0,2 4 340 0 0,1 1 1 0 0,-1 0 0 0 0,-1 0-1 0 0,0 0 1 0 0,3 12 0 0 0,2 21 117 0 0,6 56-1 0 0,-1-5-1625 0 0,-11-76 366 0 0</inkml:trace>
</inkml:ink>
</file>

<file path=ppt/ink/ink2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06.041"/>
    </inkml:context>
    <inkml:brush xml:id="br0">
      <inkml:brushProperty name="width" value="0.1" units="cm"/>
      <inkml:brushProperty name="height" value="0.1" units="cm"/>
      <inkml:brushProperty name="color" value="#008C3A"/>
    </inkml:brush>
  </inkml:definitions>
  <inkml:trace contextRef="#ctx0" brushRef="#br0">0 68 9218 0 0,'2'-2'816'0'0,"0"-2"-656"0"0,2 1-160 0 0,-1 0 0 0 0,0 2 336 0 0,1-1 32 0 0,3 0 8 0 0,2-2 0 0 0,6-2 569 0 0,9-2 111 0 0,4-3 32 0 0,5 0 0 0 0,1 0-1088 0 0</inkml:trace>
</inkml:ink>
</file>

<file path=ppt/ink/ink2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8.509"/>
    </inkml:context>
    <inkml:brush xml:id="br0">
      <inkml:brushProperty name="width" value="0.1" units="cm"/>
      <inkml:brushProperty name="height" value="0.1" units="cm"/>
      <inkml:brushProperty name="color" value="#008C3A"/>
    </inkml:brush>
  </inkml:definitions>
  <inkml:trace contextRef="#ctx0" brushRef="#br0">9 24 6913 0 0,'-9'-23'7132'0'0,"18"31"-5406"0"0,-2 2-1382 0 0,0-1-1 0 0,-1 1 1 0 0,0 0-1 0 0,0 1 1 0 0,-1-1-1 0 0,-1 1 1 0 0,0 0-1 0 0,0 0 0 0 0,-1 1 1 0 0,3 20-1 0 0,-1 13 3 0 0,0 63 0 0 0,-5-96-312 0 0,-1 80-77 0 0,3 59 396 0 0,0-131-757 0 0,1 1 0 0 0,0-1 0 0 0,1 0 0 0 0,2 0 0 0 0,8 23 0 0 0,-5-25-2951 0 0</inkml:trace>
</inkml:ink>
</file>

<file path=ppt/ink/ink2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8.953"/>
    </inkml:context>
    <inkml:brush xml:id="br0">
      <inkml:brushProperty name="width" value="0.1" units="cm"/>
      <inkml:brushProperty name="height" value="0.1" units="cm"/>
      <inkml:brushProperty name="color" value="#008C3A"/>
    </inkml:brush>
  </inkml:definitions>
  <inkml:trace contextRef="#ctx0" brushRef="#br0">0 184 6449 0 0,'0'-2'41'0'0,"0"-1"0"0"0,0 0-1 0 0,1 1 1 0 0,-1-1 0 0 0,1 1-1 0 0,-1-1 1 0 0,1 1 0 0 0,0-1-1 0 0,0 1 1 0 0,0 0-1 0 0,0-1 1 0 0,0 1 0 0 0,1 0-1 0 0,-1 0 1 0 0,1 0 0 0 0,-1 0-1 0 0,1 0 1 0 0,3-3 0 0 0,41-33 753 0 0,-35 29-68 0 0,7-5 319 0 0,0 1 1 0 0,1 0-1 0 0,1 2 1 0 0,23-11-1 0 0,-37 19-842 0 0,0 1-1 0 0,0-1 0 0 0,0 1 0 0 0,1 1 0 0 0,-1-1 0 0 0,1 1 0 0 0,-1 0 0 0 0,0 0 1 0 0,1 1-1 0 0,0 0 0 0 0,-1 0 0 0 0,1 0 0 0 0,-1 1 0 0 0,1 0 0 0 0,-1 0 0 0 0,0 1 0 0 0,1 0 1 0 0,-1 0-1 0 0,6 3 0 0 0,-10-4-194 0 0,-1 0 1 0 0,1 0-1 0 0,0 1 0 0 0,-1-1 1 0 0,1 0-1 0 0,-1 1 1 0 0,0-1-1 0 0,1 1 0 0 0,-1-1 1 0 0,0 1-1 0 0,0 0 1 0 0,0 0-1 0 0,0-1 0 0 0,0 1 1 0 0,0 0-1 0 0,-1 0 1 0 0,1 0-1 0 0,0 2 0 0 0,0 1 15 0 0,-1-1 1 0 0,0 0-1 0 0,0 1 0 0 0,0-1 0 0 0,0 1 0 0 0,-1-1 0 0 0,-1 9 0 0 0,-3 2 31 0 0,0-1 0 0 0,-1 0 0 0 0,-12 24 0 0 0,7-21-9 0 0,-26 32 0 0 0,28-39-18 0 0,1 0 0 0 0,0 0-1 0 0,1 1 1 0 0,0 1 0 0 0,0-1 0 0 0,1 1-1 0 0,-6 16 1 0 0,12-26 5 0 0,-1 0 0 0 0,1 0 0 0 0,0 0 1 0 0,0 0-1 0 0,0 0 0 0 0,0 0 0 0 0,0 0 0 0 0,0 0 0 0 0,0-1 0 0 0,0 1 1 0 0,1 0-1 0 0,-1 0 0 0 0,1 0 0 0 0,0 0 0 0 0,-1-1 0 0 0,1 1 0 0 0,0 0 0 0 0,0-1 1 0 0,0 1-1 0 0,0 0 0 0 0,0-1 0 0 0,1 1 0 0 0,-1-1 0 0 0,0 0 0 0 0,1 1 1 0 0,-1-1-1 0 0,1 0 0 0 0,-1 0 0 0 0,1 0 0 0 0,0 0 0 0 0,-1 0 0 0 0,1 0 1 0 0,0-1-1 0 0,0 1 0 0 0,3 0 0 0 0,9 4 298 0 0,0-2 1 0 0,0 0 0 0 0,27 2-1 0 0,-19-3-64 0 0,49 7 167 0 0,111 21-1162 0 0,-168-25-2345 0 0</inkml:trace>
</inkml:ink>
</file>

<file path=ppt/ink/ink2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9.350"/>
    </inkml:context>
    <inkml:brush xml:id="br0">
      <inkml:brushProperty name="width" value="0.1" units="cm"/>
      <inkml:brushProperty name="height" value="0.1" units="cm"/>
      <inkml:brushProperty name="color" value="#008C3A"/>
    </inkml:brush>
  </inkml:definitions>
  <inkml:trace contextRef="#ctx0" brushRef="#br0">155 43 7370 0 0,'-2'-3'270'0'0,"1"1"1"0"0,0-1 0 0 0,-1 0 0 0 0,0 1 0 0 0,0-1 0 0 0,1 1 0 0 0,-1-1-1 0 0,-1 1 1 0 0,1 0 0 0 0,0 0 0 0 0,-1 0 0 0 0,1 0 0 0 0,-1 0 0 0 0,1 0-1 0 0,-1 1 1 0 0,0-1 0 0 0,0 1 0 0 0,1 0 0 0 0,-1 0 0 0 0,-4-1 0 0 0,4 2-88 0 0,0 0 0 0 0,0 0 0 0 0,0 0 0 0 0,0 1 0 0 0,1-1 0 0 0,-1 1 0 0 0,0 0 1 0 0,0-1-1 0 0,0 1 0 0 0,1 0 0 0 0,-1 1 0 0 0,0-1 0 0 0,1 0 0 0 0,-1 1 0 0 0,1 0 1 0 0,-1-1-1 0 0,1 1 0 0 0,0 0 0 0 0,0 0 0 0 0,0 1 0 0 0,-3 3 0 0 0,0 1-63 0 0,0 0 0 0 0,1 1-1 0 0,0-1 1 0 0,0 1 0 0 0,1 0-1 0 0,0 0 1 0 0,0 0 0 0 0,1 1-1 0 0,0-1 1 0 0,-1 13 0 0 0,0 7-53 0 0,0 52 0 0 0,4-65-55 0 0,1 1-1 0 0,0-1 0 0 0,1 0 0 0 0,0 0 1 0 0,1 0-1 0 0,1 0 0 0 0,0 0 1 0 0,15 26-1 0 0,3-3-301 0 0,48 62-1 0 0,-26-40-1026 0 0,-43-57 901 0 0,0 0-1 0 0,0 0 1 0 0,0 0-1 0 0,-1 0 1 0 0,1 0 0 0 0,-1 0-1 0 0,0 1 1 0 0,0-1 0 0 0,0 0-1 0 0,0 1 1 0 0,0 5 0 0 0,-1-8 237 0 0,0 1 0 0 0,0-1 1 0 0,-1 1-1 0 0,1-1 0 0 0,0 1 1 0 0,-1-1-1 0 0,1 0 0 0 0,-1 1 1 0 0,1-1-1 0 0,-1 0 1 0 0,0 1-1 0 0,1-1 0 0 0,-1 0 1 0 0,0 0-1 0 0,0 1 0 0 0,0-1 1 0 0,0 0-1 0 0,0 0 0 0 0,0 0 1 0 0,0 0-1 0 0,-1 0 1 0 0,1-1-1 0 0,0 1 0 0 0,-1 0 1 0 0,1 0-1 0 0,0-1 0 0 0,-1 1 1 0 0,1-1-1 0 0,-2 1 0 0 0,-3 1 179 0 0</inkml:trace>
</inkml:ink>
</file>

<file path=ppt/ink/ink2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4:59.588"/>
    </inkml:context>
    <inkml:brush xml:id="br0">
      <inkml:brushProperty name="width" value="0.1" units="cm"/>
      <inkml:brushProperty name="height" value="0.1" units="cm"/>
      <inkml:brushProperty name="color" value="#008C3A"/>
    </inkml:brush>
  </inkml:definitions>
  <inkml:trace contextRef="#ctx0" brushRef="#br0">2 235 3681 0 0,'-1'-1'233'0'0,"1"-1"0"0"0,0 0 0 0 0,0 0 0 0 0,0 0 1 0 0,0 1-1 0 0,0-1 0 0 0,0 0 0 0 0,0 0 0 0 0,1 0 1 0 0,-1 1-1 0 0,0-1 0 0 0,1 0 0 0 0,0 1 0 0 0,-1-1 0 0 0,1 0 1 0 0,0 1-1 0 0,0-1 0 0 0,0 1 0 0 0,0-1 0 0 0,0 1 0 0 0,0 0 1 0 0,1-1-1 0 0,-1 1 0 0 0,0 0 0 0 0,1 0 0 0 0,-1 0 1 0 0,3-2-1 0 0,50-34 4457 0 0,-45 32-4035 0 0,145-84 4558 0 0,-102 62-7079 0 0,2 2-3756 0 0,-39 18 5009 0 0</inkml:trace>
</inkml:ink>
</file>

<file path=ppt/ink/ink2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42.157"/>
    </inkml:context>
    <inkml:brush xml:id="br0">
      <inkml:brushProperty name="width" value="0.1" units="cm"/>
      <inkml:brushProperty name="height" value="0.1" units="cm"/>
      <inkml:brushProperty name="color" value="#008C3A"/>
    </inkml:brush>
  </inkml:definitions>
  <inkml:trace contextRef="#ctx0" brushRef="#br0">169 191 1840 0 0,'-15'-2'853'0'0,"1"2"-1"0"0,0 0 0 0 0,-24 3 0 0 0,24-1-171 0 0,1-1 1 0 0,-1-1-1 0 0,0 0 1 0 0,-15-2 0 0 0,29 2-647 0 0,0 0 1 0 0,0 0 0 0 0,0 0 0 0 0,-1 0 0 0 0,1 0 0 0 0,0 0-1 0 0,0 0 1 0 0,0 0 0 0 0,0 0 0 0 0,0 0 0 0 0,0 0 0 0 0,0 0-1 0 0,0 0 1 0 0,-1 0 0 0 0,1 0 0 0 0,0 0 0 0 0,-1-1 573 0 0,1 1-573 0 0,0 0 0 0 0,0 0 0 0 0,0 0 0 0 0,0 0-1 0 0,0 0 1 0 0,0 0 0 0 0,-1 0 0 0 0,1 0 0 0 0,0 0 0 0 0,0-1-1 0 0,0 1 1 0 0,0 0 0 0 0,0 0 0 0 0,0 0 0 0 0,0 0 0 0 0,0 0-1 0 0,0 0 1 0 0,0 0 0 0 0,0 0 0 0 0,1-1 0 0 0,-1 1 0 0 0,0 0 0 0 0,0 0-1 0 0,0-1 252 0 0,0 1-251 0 0,10-6 1075 0 0,14-3-121 0 0,116-26-86 0 0,1 6 1 0 0,200-16 0 0 0,-165 27-821 0 0,268-23 202 0 0,-285 36-8 0 0,-133 6-239 0 0,0 0 0 0 0,0 2 0 0 0,0 2 0 0 0,26 6 0 0 0,-50-10-164 0 0,0 0 1 0 0,-1-1 0 0 0,1 1 0 0 0,0 0 0 0 0,0 0 0 0 0,-1 0 0 0 0,1 0 0 0 0,0 1 0 0 0,-1-1 0 0 0,0 0-1 0 0,3 3 1 0 0</inkml:trace>
</inkml:ink>
</file>

<file path=ppt/ink/ink2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42.537"/>
    </inkml:context>
    <inkml:brush xml:id="br0">
      <inkml:brushProperty name="width" value="0.1" units="cm"/>
      <inkml:brushProperty name="height" value="0.1" units="cm"/>
      <inkml:brushProperty name="color" value="#008C3A"/>
    </inkml:brush>
  </inkml:definitions>
  <inkml:trace contextRef="#ctx0" brushRef="#br0">158 13 1376 0 0,'-7'-3'418'0'0,"0"1"0"0"0,0 0-1 0 0,0 0 1 0 0,0 1 0 0 0,0 0-1 0 0,0 0 1 0 0,0 0-1 0 0,0 1 1 0 0,0 0 0 0 0,0 1-1 0 0,0 0 1 0 0,0 0 0 0 0,-10 2-1 0 0,-32 2 4887 0 0,74-7-1586 0 0,21-1-3311 0 0,-37 4-333 0 0,1 1-1 0 0,-1 0 1 0 0,1 1 0 0 0,-1 0 0 0 0,0 1 0 0 0,0-1 0 0 0,0 2 0 0 0,-1-1 0 0 0,1 1 0 0 0,-1 1 0 0 0,0-1 0 0 0,-1 1 0 0 0,1 1 0 0 0,-1-1 0 0 0,-1 1 0 0 0,9 10 0 0 0,-11-11-28 0 0,1 0 0 0 0,-1 0 0 0 0,-1 0 0 0 0,1 0 0 0 0,-1 1 0 0 0,0-1 0 0 0,-1 1 1 0 0,1 0-1 0 0,-1 0 0 0 0,-1 0 0 0 0,1 0 0 0 0,-1 0 0 0 0,0 0 0 0 0,-1 0 0 0 0,0 1 1 0 0,0-1-1 0 0,0 0 0 0 0,-1 0 0 0 0,0 0 0 0 0,-1 0 0 0 0,1 0 0 0 0,-6 12 0 0 0,3-11-3 0 0,-1 0 0 0 0,0 0 0 0 0,0-1 0 0 0,-1 1-1 0 0,0-1 1 0 0,0 0 0 0 0,-1-1 0 0 0,1 1-1 0 0,-10 5 1 0 0,-20 15-3042 0 0,23-17 319 0 0,-12 8-3212 0 0</inkml:trace>
</inkml:ink>
</file>

<file path=ppt/ink/ink2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43.133"/>
    </inkml:context>
    <inkml:brush xml:id="br0">
      <inkml:brushProperty name="width" value="0.1" units="cm"/>
      <inkml:brushProperty name="height" value="0.1" units="cm"/>
      <inkml:brushProperty name="color" value="#008C3A"/>
    </inkml:brush>
  </inkml:definitions>
  <inkml:trace contextRef="#ctx0" brushRef="#br0">20 105 6449 0 0,'-2'-6'523'0'0,"0"0"0"0"0,1 0 0 0 0,0 0 0 0 0,0-1 0 0 0,1 1 0 0 0,0-11 0 0 0,0 10 407 0 0,0 0 0 0 0,0 0-1 0 0,-1 0 1 0 0,0 0 0 0 0,-3-8 0 0 0,0 28 2565 0 0,2 11-3109 0 0,4-5-304 0 0,0 0 1 0 0,2 0 0 0 0,0 0 0 0 0,1 0 0 0 0,1 0 0 0 0,0-1-1 0 0,2 0 1 0 0,0-1 0 0 0,17 26 0 0 0,-20-33-163 0 0,1-1 0 0 0,1 0 0 0 0,0 0 0 0 0,0 0 0 0 0,0-1 1 0 0,1-1-1 0 0,1 1 0 0 0,-1-1 0 0 0,1 0 0 0 0,0-1 0 0 0,1 0 0 0 0,-1-1 0 0 0,1 0 0 0 0,0 0 1 0 0,1-1-1 0 0,-1 0 0 0 0,1-1 0 0 0,12 2 0 0 0,12-5-5783 0 0,-19-3 248 0 0</inkml:trace>
</inkml:ink>
</file>

<file path=ppt/ink/ink2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43.330"/>
    </inkml:context>
    <inkml:brush xml:id="br0">
      <inkml:brushProperty name="width" value="0.1" units="cm"/>
      <inkml:brushProperty name="height" value="0.1" units="cm"/>
      <inkml:brushProperty name="color" value="#008C3A"/>
    </inkml:brush>
  </inkml:definitions>
  <inkml:trace contextRef="#ctx0" brushRef="#br0">74 11 7834 0 0,'-9'-3'344'0'0,"3"1"72"0"0,2 0-328 0 0,1 1-88 0 0,3 0 384 0 0,-1 1 56 0 0,0-2 8 0 0,-2 2 8 0 0,0 0-368 0 0,-1 2-88 0 0,-1 0 0 0 0,-1 2 0 0 0,1 3-1080 0 0,-2 1-208 0 0,0 3-49 0 0,-2 2-7 0 0</inkml:trace>
</inkml:ink>
</file>

<file path=ppt/ink/ink2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43.805"/>
    </inkml:context>
    <inkml:brush xml:id="br0">
      <inkml:brushProperty name="width" value="0.1" units="cm"/>
      <inkml:brushProperty name="height" value="0.1" units="cm"/>
      <inkml:brushProperty name="color" value="#008C3A"/>
    </inkml:brush>
  </inkml:definitions>
  <inkml:trace contextRef="#ctx0" brushRef="#br0">56 15 4609 0 0,'-7'-5'150'0'0,"6"4"272"0"0,0 0 1 0 0,0 1-1 0 0,0-1 1 0 0,-1 0-1 0 0,1 0 1 0 0,0 0-1 0 0,0 1 1 0 0,-1-1-1 0 0,1 1 0 0 0,0-1 1 0 0,-1 1-1 0 0,1-1 1 0 0,-1 1-1 0 0,-1 0 1 0 0,2 1-198 0 0,-1-1 0 0 0,1 1-1 0 0,0 0 1 0 0,-1 0 0 0 0,1 0 0 0 0,0 0 0 0 0,0 1 0 0 0,0-1 0 0 0,0 0 0 0 0,0 0-1 0 0,0 1 1 0 0,0-1 0 0 0,0 0 0 0 0,1 1 0 0 0,-2 2 0 0 0,0-2-138 0 0,1 0 0 0 0,0 0 0 0 0,0 1 0 0 0,0-1 0 0 0,0 0 0 0 0,1 0 0 0 0,-1 1 1 0 0,0-1-1 0 0,1 0 0 0 0,0 1 0 0 0,0-1 0 0 0,-1 0 0 0 0,1 1 0 0 0,0-1 0 0 0,1 1 0 0 0,-1-1 0 0 0,0 0 0 0 0,1 1 1 0 0,-1-1-1 0 0,1 0 0 0 0,0 1 0 0 0,0-1 0 0 0,0 0 0 0 0,0 0 0 0 0,0 0 0 0 0,2 3 0 0 0,3 1 13 0 0,1 1-1 0 0,-1-1 1 0 0,1 0-1 0 0,0 0 1 0 0,14 8-1 0 0,-15-11-53 0 0,0 0 0 0 0,-1 1 0 0 0,1 0 0 0 0,-1 0 0 0 0,0 0 0 0 0,-1 1 0 0 0,1 0 0 0 0,-1 0 0 0 0,0 0 0 0 0,6 9 0 0 0,-9-11 48 0 0,0 0-1 0 0,-1 0 1 0 0,0 0 0 0 0,0-1-1 0 0,0 1 1 0 0,0 0 0 0 0,0 0-1 0 0,-1 0 1 0 0,1-1 0 0 0,-1 1-1 0 0,1 0 1 0 0,-1 0 0 0 0,0-1-1 0 0,0 1 1 0 0,-1-1 0 0 0,1 1-1 0 0,0-1 1 0 0,-1 1 0 0 0,0-1-1 0 0,1 0 1 0 0,-1 0 0 0 0,0 0-1 0 0,0 0 1 0 0,0 0 0 0 0,0 0-1 0 0,-4 2 1 0 0,-8 7 91 0 0,0-1-1 0 0,-29 16 1 0 0,42-25-211 0 0,-11 6-693 0 0,1 0-275 0 0</inkml:trace>
</inkml:ink>
</file>

<file path=ppt/ink/ink2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55.879"/>
    </inkml:context>
    <inkml:brush xml:id="br0">
      <inkml:brushProperty name="width" value="0.1" units="cm"/>
      <inkml:brushProperty name="height" value="0.1" units="cm"/>
      <inkml:brushProperty name="color" value="#008C3A"/>
    </inkml:brush>
  </inkml:definitions>
  <inkml:trace contextRef="#ctx0" brushRef="#br0">69 527 1376 0 0,'-14'-50'2253'0'0,"-23"-72"4831"0"0,29 106-5024 0 0,-2-8 5067 0 0,28 48-5586 0 0,7 12-1420 0 0,-2 2 1 0 0,-2 1 0 0 0,18 46-1 0 0,1-1-91 0 0,-29-60-65 0 0,10 17 29 0 0,35 56-1 0 0,-48-86 9 0 0,0 0 0 0 0,1-1 0 0 0,0 1 1 0 0,0-2-1 0 0,1 1 0 0 0,0-2 0 0 0,1 1 0 0 0,0-1 0 0 0,18 9 0 0 0,-29-16 4 0 0,1-1-1 0 0,-1 0 1 0 0,1 0-1 0 0,-1 0 1 0 0,1 1-1 0 0,-1-1 1 0 0,1 0-1 0 0,-1 0 1 0 0,1 0-1 0 0,-1 0 1 0 0,1 0-1 0 0,-1 0 1 0 0,0 0-1 0 0,1 0 1 0 0,-1 0-1 0 0,1 0 1 0 0,-1-1 0 0 0,1 1-1 0 0,-1 0 1 0 0,1 0-1 0 0,-1 0 1 0 0,1 0-1 0 0,-1-1 1 0 0,1 1-1 0 0,-1 0 1 0 0,0-1-1 0 0,1 1 1 0 0,-1 0-1 0 0,0-1 1 0 0,1 0-1 0 0,9-18 218 0 0,-1-28 136 0 0,-8 42-333 0 0,15-153 447 0 0,-4-171 1 0 0,-9 130-893 0 0,-1 173-207 0 0,7-49 1 0 0,-3 50-268 0 0</inkml:trace>
</inkml:ink>
</file>

<file path=ppt/ink/ink2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56.876"/>
    </inkml:context>
    <inkml:brush xml:id="br0">
      <inkml:brushProperty name="width" value="0.1" units="cm"/>
      <inkml:brushProperty name="height" value="0.1" units="cm"/>
      <inkml:brushProperty name="color" value="#008C3A"/>
    </inkml:brush>
  </inkml:definitions>
  <inkml:trace contextRef="#ctx0" brushRef="#br0">10 112 7834 0 0,'-3'-9'938'0'0,"1"0"1"0"0,0-1-1 0 0,1 1 1 0 0,0 0 0 0 0,1 0-1 0 0,0-1 1 0 0,0 1-1 0 0,2-11 1 0 0,2 20 721 0 0,3 9-1073 0 0,5 9-232 0 0,1 8-118 0 0,-1 1 1 0 0,-1 1-1 0 0,13 52 1 0 0,-20-61-350 0 0,-1-1 1 0 0,0 1-1 0 0,-2 0 1 0 0,0-1 0 0 0,-1 1-1 0 0,-1 0 1 0 0,-3 21-1 0 0,8-60-311 0 0,8-50 525 0 0,3 0 0 0 0,31-85 0 0 0,-45 151-89 0 0,1 0-1 0 0,-1 0 1 0 0,1 0-1 0 0,0 1 1 0 0,1-1 0 0 0,-1 1-1 0 0,1-1 1 0 0,-1 1-1 0 0,1 0 1 0 0,0 0-1 0 0,0 0 1 0 0,1 0 0 0 0,-1 1-1 0 0,0-1 1 0 0,1 1-1 0 0,0 0 1 0 0,7-3 0 0 0,-8 4 35 0 0,0 0 0 0 0,1 1 0 0 0,-1-1 0 0 0,1 1 0 0 0,-1 0 0 0 0,0 0 0 0 0,1 0 0 0 0,-1 1 0 0 0,1-1 0 0 0,-1 1 0 0 0,0 0 0 0 0,0 0 1 0 0,1 0-1 0 0,-1 0 0 0 0,0 1 0 0 0,0-1 0 0 0,0 1 0 0 0,0 0 0 0 0,0 0 0 0 0,-1 0 0 0 0,1 0 0 0 0,3 4 0 0 0,3 3 113 0 0,0 1-1 0 0,0 0 1 0 0,-1 0-1 0 0,-1 1 1 0 0,0 0-1 0 0,0 0 1 0 0,-1 1-1 0 0,5 15 1 0 0,12 37-1102 0 0,-5-1-4649 0 0,-10-32-886 0 0</inkml:trace>
</inkml:ink>
</file>

<file path=ppt/ink/ink2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57.207"/>
    </inkml:context>
    <inkml:brush xml:id="br0">
      <inkml:brushProperty name="width" value="0.1" units="cm"/>
      <inkml:brushProperty name="height" value="0.1" units="cm"/>
      <inkml:brushProperty name="color" value="#008C3A"/>
    </inkml:brush>
  </inkml:definitions>
  <inkml:trace contextRef="#ctx0" brushRef="#br0">48 0 8290 0 0,'-3'7'416'0'0,"1"1"0"0"0,0-1 0 0 0,0 1 0 0 0,0 0 1 0 0,1-1-1 0 0,0 1 0 0 0,1 15 0 0 0,5 55 632 0 0,-4-69-975 0 0,1 0 1 0 0,0-1 0 0 0,0 1 0 0 0,0 0 0 0 0,1-1-1 0 0,1 0 1 0 0,-1 0 0 0 0,2 0 0 0 0,-1 0-1 0 0,1-1 1 0 0,8 11 0 0 0,-11-16 13 0 0,0 1 1 0 0,1-1-1 0 0,-1 0 0 0 0,1 1 0 0 0,0-1 1 0 0,0 0-1 0 0,0-1 0 0 0,0 1 1 0 0,0-1-1 0 0,0 1 0 0 0,0-1 1 0 0,0 0-1 0 0,1 0 0 0 0,-1 0 0 0 0,0-1 1 0 0,1 1-1 0 0,-1-1 0 0 0,1 0 1 0 0,-1 0-1 0 0,1 0 0 0 0,-1 0 1 0 0,0 0-1 0 0,1-1 0 0 0,-1 0 0 0 0,0 1 1 0 0,1-1-1 0 0,-1 0 0 0 0,0-1 1 0 0,0 1-1 0 0,0-1 0 0 0,0 1 1 0 0,3-3-1 0 0,-2 2 13 0 0,-1 0 0 0 0,0 0 0 0 0,0 0 0 0 0,0 0 0 0 0,0 0 0 0 0,0-1 0 0 0,-1 1 0 0 0,1-1 0 0 0,-1 0 0 0 0,1 1 0 0 0,-1-1 0 0 0,0-1 0 0 0,0 1 0 0 0,0 0 0 0 0,-1 0 0 0 0,3-6 0 0 0,-3 5-25 0 0,-1 0 0 0 0,0-1 0 0 0,0 1 1 0 0,0 0-1 0 0,0 0 0 0 0,0 0 0 0 0,-1 0 0 0 0,0 0 0 0 0,0 0 0 0 0,0 0 1 0 0,0 0-1 0 0,0 0 0 0 0,-1 0 0 0 0,-3-5 0 0 0,-3-6 214 0 0,0 1-1 0 0,-1 0 0 0 0,0 1 1 0 0,-1 0-1 0 0,-17-16 0 0 0,21 22-243 0 0,0 2-1 0 0,-1-1 0 0 0,0 1 0 0 0,0 0 0 0 0,0 0 0 0 0,0 1 1 0 0,-1 0-1 0 0,0 0 0 0 0,0 1 0 0 0,0 0 0 0 0,0 0 0 0 0,-10-1 1 0 0,16 3-97 0 0,0 1 1 0 0,0 0 0 0 0,0 0-1 0 0,0 0 1 0 0,0 0 0 0 0,0 0 0 0 0,0 0-1 0 0,0 0 1 0 0,0 1 0 0 0,0-1-1 0 0,1 1 1 0 0,-1 0 0 0 0,0-1-1 0 0,0 1 1 0 0,0 0 0 0 0,1 0 0 0 0,-4 2-1 0 0,-5 12-5813 0 0</inkml:trace>
</inkml:ink>
</file>

<file path=ppt/ink/ink2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57.429"/>
    </inkml:context>
    <inkml:brush xml:id="br0">
      <inkml:brushProperty name="width" value="0.1" units="cm"/>
      <inkml:brushProperty name="height" value="0.1" units="cm"/>
      <inkml:brushProperty name="color" value="#008C3A"/>
    </inkml:brush>
  </inkml:definitions>
  <inkml:trace contextRef="#ctx0" brushRef="#br0">22 1 12899 0 0,'-3'6'549'0'0,"0"0"-1"0"0,0 0 1 0 0,1 0 0 0 0,-1 0 0 0 0,2 1 0 0 0,-1-1 0 0 0,0 1 0 0 0,1 0-1 0 0,1-1 1 0 0,-1 9 0 0 0,5 72 264 0 0,-2-59-456 0 0,12 99-745 0 0,-5-86-2168 0 0,4-2-3536 0 0,-8-25 2088 0 0</inkml:trace>
</inkml:ink>
</file>

<file path=ppt/ink/ink2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57.603"/>
    </inkml:context>
    <inkml:brush xml:id="br0">
      <inkml:brushProperty name="width" value="0.1" units="cm"/>
      <inkml:brushProperty name="height" value="0.1" units="cm"/>
      <inkml:brushProperty name="color" value="#008C3A"/>
    </inkml:brush>
  </inkml:definitions>
  <inkml:trace contextRef="#ctx0" brushRef="#br0">7 43 12443 0 0,'-2'-11'544'0'0,"0"4"128"0"0,1 2-544 0 0,0 1-128 0 0,1 1 0 0 0,0 0 640 0 0,0-1 104 0 0,0 1 24 0 0,0 0 1 0 0,0 5-601 0 0,0 6-168 0 0,0 4 72 0 0,0 16-3073 0 0,1 0-616 0 0,0 4-120 0 0</inkml:trace>
</inkml:ink>
</file>

<file path=ppt/ink/ink2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57.967"/>
    </inkml:context>
    <inkml:brush xml:id="br0">
      <inkml:brushProperty name="width" value="0.1" units="cm"/>
      <inkml:brushProperty name="height" value="0.1" units="cm"/>
      <inkml:brushProperty name="color" value="#008C3A"/>
    </inkml:brush>
  </inkml:definitions>
  <inkml:trace contextRef="#ctx0" brushRef="#br0">183 10 3681 0 0,'-3'-2'416'0'0,"-1"1"0"0"0,1 0 0 0 0,0-1 0 0 0,-1 1 0 0 0,1 0 1 0 0,0 1-1 0 0,-1-1 0 0 0,1 1 0 0 0,-1 0 0 0 0,1-1 0 0 0,-1 1 0 0 0,1 1 1 0 0,-1-1-1 0 0,1 1 0 0 0,-1-1 0 0 0,1 1 0 0 0,-4 1 0 0 0,1 0-94 0 0,1 1 0 0 0,0 0-1 0 0,0 0 1 0 0,0 0 0 0 0,0 0-1 0 0,1 1 1 0 0,-1-1 0 0 0,1 1-1 0 0,-6 8 1 0 0,2-3-147 0 0,0 1 0 0 0,1 1 0 0 0,1-1 0 0 0,0 1-1 0 0,0 0 1 0 0,1 1 0 0 0,1-1 0 0 0,0 1 0 0 0,-3 13 0 0 0,6-22-194 0 0,1 0 0 0 0,-1 1 0 0 0,1-1 0 0 0,0 0 1 0 0,0 0-1 0 0,0 1 0 0 0,0-1 0 0 0,1 0 0 0 0,-1 1 0 0 0,1-1 1 0 0,0 0-1 0 0,0 0 0 0 0,0 0 0 0 0,0 0 0 0 0,0 0 0 0 0,1 0 1 0 0,-1 0-1 0 0,1 0 0 0 0,0-1 0 0 0,0 1 0 0 0,0 0 0 0 0,0-1 1 0 0,4 3-1 0 0,4 3-335 0 0,0-1 0 0 0,0-1 0 0 0,1 0 0 0 0,0 0 0 0 0,13 4 0 0 0,-15-7 69 0 0,0 1 0 0 0,0 0 1 0 0,0 1-1 0 0,-1 0 0 0 0,1 0 0 0 0,-1 1 0 0 0,8 8 0 0 0,-13-12 193 0 0,-2 1 0 0 0,1-1 0 0 0,0 1 0 0 0,0-1-1 0 0,-1 1 1 0 0,1 0 0 0 0,-1-1 0 0 0,0 1-1 0 0,0 0 1 0 0,0 0 0 0 0,0 0 0 0 0,-1 0 0 0 0,1 0-1 0 0,-1 0 1 0 0,1 0 0 0 0,-1 0 0 0 0,0 0 0 0 0,-1 4-1 0 0,0-1 119 0 0,0-1-1 0 0,-1 0 0 0 0,1 1 0 0 0,-1-1 0 0 0,0 0 1 0 0,-1 0-1 0 0,1 0 0 0 0,-1 0 0 0 0,-5 6 1 0 0,-2 1-321 0 0,0 0 1 0 0,-1-1 0 0 0,0 0 0 0 0,-1-1-1 0 0,0 0 1 0 0,-17 10 0 0 0,11-9-3012 0 0</inkml:trace>
</inkml:ink>
</file>

<file path=ppt/ink/ink2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58.300"/>
    </inkml:context>
    <inkml:brush xml:id="br0">
      <inkml:brushProperty name="width" value="0.1" units="cm"/>
      <inkml:brushProperty name="height" value="0.1" units="cm"/>
      <inkml:brushProperty name="color" value="#008C3A"/>
    </inkml:brush>
  </inkml:definitions>
  <inkml:trace contextRef="#ctx0" brushRef="#br0">0 351 6449 0 0,'6'0'357'0'0,"-1"-1"-1"0"0,0 1 1 0 0,1-1 0 0 0,-1 0-1 0 0,0 0 1 0 0,0-1-1 0 0,0 0 1 0 0,0 0-1 0 0,0 0 1 0 0,0 0 0 0 0,0-1-1 0 0,-1 1 1 0 0,1-1-1 0 0,3-4 1 0 0,-1 1-9 0 0,0-1 0 0 0,-1 1 1 0 0,0-1-1 0 0,-1 0 0 0 0,1-1 1 0 0,-2 1-1 0 0,8-16 0 0 0,-4 7-65 0 0,-2-1 0 0 0,0-1 0 0 0,-1 1 0 0 0,0-1 0 0 0,-2 0 0 0 0,0 0 0 0 0,0-32 0 0 0,-3 44-274 0 0,-1 0 0 0 0,0 0 0 0 0,0 0 0 0 0,0 0-1 0 0,-1 0 1 0 0,0 0 0 0 0,0 1 0 0 0,-4-8 0 0 0,6 12 5 0 0,-1 0 1 0 0,1 0-1 0 0,-1 0 0 0 0,1 0 0 0 0,-1 0 0 0 0,1 0 0 0 0,-1 0 0 0 0,0 0 0 0 0,0 0 0 0 0,1 0 0 0 0,-1 1 0 0 0,0-1 0 0 0,0 0 0 0 0,0 0 0 0 0,0 1 0 0 0,0-1 1 0 0,0 0-1 0 0,0 1 0 0 0,0-1 0 0 0,0 1 0 0 0,0 0 0 0 0,0-1 0 0 0,-1 1 0 0 0,1 0 0 0 0,0 0 0 0 0,0-1 0 0 0,0 1 0 0 0,0 0 0 0 0,0 0 0 0 0,-1 0 1 0 0,1 0-1 0 0,0 1 0 0 0,0-1 0 0 0,0 0 0 0 0,0 0 0 0 0,-1 1 0 0 0,1-1 0 0 0,0 1 0 0 0,0-1 0 0 0,0 1 0 0 0,0-1 0 0 0,0 1 0 0 0,0 0 0 0 0,0-1 0 0 0,0 1 1 0 0,1 0-1 0 0,-1 0 0 0 0,0 0 0 0 0,-1 1 0 0 0,0 1 82 0 0,-1 1 1 0 0,1-1 0 0 0,0 1-1 0 0,0-1 1 0 0,0 1 0 0 0,0 0-1 0 0,1 0 1 0 0,0 0-1 0 0,-1-1 1 0 0,1 1 0 0 0,1 1-1 0 0,-1-1 1 0 0,1 0-1 0 0,-1 0 1 0 0,1 0 0 0 0,0 0-1 0 0,1 0 1 0 0,-1 0 0 0 0,1 0-1 0 0,0 0 1 0 0,2 7-1 0 0,1 3-13 0 0,0-2 0 0 0,1 1 0 0 0,1-1 0 0 0,0 1 0 0 0,9 14 0 0 0,-11-21-261 0 0,0 0-1 0 0,0-1 1 0 0,0 1-1 0 0,1-1 1 0 0,0 0-1 0 0,0 0 1 0 0,0 0-1 0 0,1-1 1 0 0,7 6 0 0 0</inkml:trace>
</inkml:ink>
</file>

<file path=ppt/ink/ink2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58.537"/>
    </inkml:context>
    <inkml:brush xml:id="br0">
      <inkml:brushProperty name="width" value="0.1" units="cm"/>
      <inkml:brushProperty name="height" value="0.1" units="cm"/>
      <inkml:brushProperty name="color" value="#008C3A"/>
    </inkml:brush>
  </inkml:definitions>
  <inkml:trace contextRef="#ctx0" brushRef="#br0">40 0 11979 0 0,'-4'16'1316'0'0,"1"0"0"0"0,0 0 1 0 0,2 0-1 0 0,-1 25 0 0 0,-1 21 128 0 0,-8-4-1553 0 0,6-34-2053 0 0,-3 37-1 0 0,8-47 764 0 0</inkml:trace>
</inkml:ink>
</file>

<file path=ppt/ink/ink2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58.950"/>
    </inkml:context>
    <inkml:brush xml:id="br0">
      <inkml:brushProperty name="width" value="0.1" units="cm"/>
      <inkml:brushProperty name="height" value="0.1" units="cm"/>
      <inkml:brushProperty name="color" value="#008C3A"/>
    </inkml:brush>
  </inkml:definitions>
  <inkml:trace contextRef="#ctx0" brushRef="#br0">11 58 8290 0 0,'-3'-29'1907'0'0,"-4"0"5940"0"0,10 71-4079 0 0,-2-15-3490 0 0,8 53-290 0 0,4 0-1 0 0,26 90 1 0 0,-32-147-612 0 0</inkml:trace>
</inkml:ink>
</file>

<file path=ppt/ink/ink2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59.161"/>
    </inkml:context>
    <inkml:brush xml:id="br0">
      <inkml:brushProperty name="width" value="0.1" units="cm"/>
      <inkml:brushProperty name="height" value="0.1" units="cm"/>
      <inkml:brushProperty name="color" value="#008C3A"/>
    </inkml:brush>
  </inkml:definitions>
  <inkml:trace contextRef="#ctx0" brushRef="#br0">14 178 8290 0 0,'-1'-1'77'0'0,"0"1"1"0"0,1 0-1 0 0,-1 0 1 0 0,0-1 0 0 0,1 1-1 0 0,-1 0 1 0 0,0-1-1 0 0,1 1 1 0 0,-1-1-1 0 0,1 1 1 0 0,-1-1 0 0 0,0 1-1 0 0,1-1 1 0 0,-1 1-1 0 0,1-1 1 0 0,0 1-1 0 0,-1-1 1 0 0,1 0 0 0 0,-1 1-1 0 0,1-1 1 0 0,0 0-1 0 0,0 1 1 0 0,-1-1-1 0 0,1 0 1 0 0,0 0-1 0 0,0 1 1 0 0,0-1 0 0 0,0 0-1 0 0,0 0 1 0 0,0-1-1 0 0,0 0 33 0 0,1 0 0 0 0,-1 0 0 0 0,1 0 0 0 0,0 0 0 0 0,0 0-1 0 0,0 0 1 0 0,0 0 0 0 0,1 0 0 0 0,-1 0 0 0 0,3-3 0 0 0,3-3 79 0 0,1 1 0 0 0,0-1 1 0 0,15-10-1 0 0,5 0-1416 0 0,0 1 1 0 0,2 2-1 0 0,47-19 1 0 0,-52 25-215 0 0</inkml:trace>
</inkml:ink>
</file>

<file path=ppt/ink/ink2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59.525"/>
    </inkml:context>
    <inkml:brush xml:id="br0">
      <inkml:brushProperty name="width" value="0.1" units="cm"/>
      <inkml:brushProperty name="height" value="0.1" units="cm"/>
      <inkml:brushProperty name="color" value="#008C3A"/>
    </inkml:brush>
  </inkml:definitions>
  <inkml:trace contextRef="#ctx0" brushRef="#br0">5 1 10138 0 0,'-4'7'4909'0'0,"4"10"-3358"0"0,6 17-744 0 0,4 15-516 0 0,27 116-64 0 0,-29-139-232 0 0,1 0 1 0 0,1-1-1 0 0,1 0 0 0 0,17 28 1 0 0,-28-53-62 0 0,0 1 1 0 0,1 0-1 0 0,-1 0 0 0 0,0-1 1 0 0,1 1-1 0 0,-1 0 0 0 0,1-1 1 0 0,-1 1-1 0 0,1 0 0 0 0,0-1 1 0 0,-1 1-1 0 0,1-1 1 0 0,-1 1-1 0 0,1-1 0 0 0,0 1 1 0 0,0-1-1 0 0,-1 1 0 0 0,1-1 1 0 0,0 0-1 0 0,0 1 0 0 0,-1-1 1 0 0,2 0-1 0 0,-1 0 1 0 0,-1 0-1 0 0,1-1 1 0 0,-1 1-1 0 0,1 0 1 0 0,-1-1-1 0 0,1 1 1 0 0,-1-1-1 0 0,1 1 1 0 0,-1-1-1 0 0,1 1 0 0 0,-1-1 1 0 0,0 1-1 0 0,1-1 1 0 0,-1 1-1 0 0,0-1 1 0 0,1 1-1 0 0,-1-1 1 0 0,0 0-1 0 0,0 1 1 0 0,0-1-1 0 0,1-1 1 0 0,5-46-1218 0 0,-5 39 1681 0 0,1-11-14 0 0,-1 8 175 0 0,0 0 1 0 0,1 0-1 0 0,0 0 1 0 0,1 1-1 0 0,0-1 1 0 0,0 1 0 0 0,8-16-1 0 0,-10 26-472 0 0,0-1 0 0 0,0 1-1 0 0,0 0 1 0 0,0 0 0 0 0,0 0 0 0 0,0 0-1 0 0,0 0 1 0 0,0 0 0 0 0,0 0 0 0 0,0 1-1 0 0,0-1 1 0 0,1 0 0 0 0,-1 0 0 0 0,0 1-1 0 0,1-1 1 0 0,-1 1 0 0 0,0 0 0 0 0,1-1 0 0 0,-1 1-1 0 0,1 0 1 0 0,-1 0 0 0 0,0-1 0 0 0,1 1-1 0 0,-1 0 1 0 0,1 1 0 0 0,-1-1 0 0 0,1 0-1 0 0,-1 0 1 0 0,0 1 0 0 0,1-1 0 0 0,-1 0-1 0 0,0 1 1 0 0,1 0 0 0 0,-1-1 0 0 0,0 1 0 0 0,0 0-1 0 0,1-1 1 0 0,-1 1 0 0 0,0 0 0 0 0,0 0-1 0 0,0 0 1 0 0,2 2 0 0 0,2 2-116 0 0,1 0 1 0 0,-1 1-1 0 0,0-1 1 0 0,0 1-1 0 0,0 0 1 0 0,5 11-1 0 0,17 43-2686 0 0,-17-38-4438 0 0</inkml:trace>
</inkml:ink>
</file>

<file path=ppt/ink/ink2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5:59.884"/>
    </inkml:context>
    <inkml:brush xml:id="br0">
      <inkml:brushProperty name="width" value="0.1" units="cm"/>
      <inkml:brushProperty name="height" value="0.1" units="cm"/>
      <inkml:brushProperty name="color" value="#008C3A"/>
    </inkml:brush>
  </inkml:definitions>
  <inkml:trace contextRef="#ctx0" brushRef="#br0">44 252 5985 0 0,'18'-36'2742'0'0,"-8"20"-1713"0"0,0 0 0 0 0,-1-1-1 0 0,9-27 1 0 0,-16 38-929 0 0,0 0 1 0 0,0 0-1 0 0,-1 0 1 0 0,0 0-1 0 0,0 0 1 0 0,-1 0-1 0 0,0 0 1 0 0,0 0-1 0 0,0 0 1 0 0,0 0-1 0 0,-1 0 1 0 0,0 0-1 0 0,-1 1 1 0 0,1-1-1 0 0,-4-8 1 0 0,5 13-37 0 0,-1 0 1 0 0,1-1-1 0 0,-1 1 1 0 0,1 0-1 0 0,-1 0 1 0 0,0 0-1 0 0,1 0 0 0 0,-1 0 1 0 0,0 0-1 0 0,0 0 1 0 0,0 1-1 0 0,0-1 1 0 0,0 0-1 0 0,1 0 1 0 0,-1 1-1 0 0,-1-1 1 0 0,1 0-1 0 0,0 1 0 0 0,0-1 1 0 0,0 1-1 0 0,0-1 1 0 0,0 1-1 0 0,0 0 1 0 0,-1-1-1 0 0,0 1 1 0 0,0 0 32 0 0,0 1 0 0 0,0-1 0 0 0,0 0 0 0 0,0 1 0 0 0,0 0 0 0 0,0-1 0 0 0,0 1 0 0 0,0 0 0 0 0,0 0 0 0 0,1 0 0 0 0,-1 0 0 0 0,0 0 0 0 0,-2 3 0 0 0,-1 1 26 0 0,0-1-1 0 0,0 1 0 0 0,1 1 1 0 0,0-1-1 0 0,-1 1 0 0 0,2 0 1 0 0,-1 0-1 0 0,-2 6 0 0 0,3-4-119 0 0,0 0 0 0 0,1 1 0 0 0,0-1 0 0 0,1 1 0 0 0,0-1 0 0 0,0 1-1 0 0,1 0 1 0 0,0-1 0 0 0,0 1 0 0 0,1-1 0 0 0,4 18 0 0 0,-4-22-18 0 0,0 0 0 0 0,1 0 0 0 0,-1 1 0 0 0,1-1 0 0 0,0 0 0 0 0,0-1 0 0 0,1 1 0 0 0,-1 0-1 0 0,1-1 1 0 0,0 1 0 0 0,0-1 0 0 0,0 0 0 0 0,0 0 0 0 0,1 0 0 0 0,-1 0 0 0 0,1 0 0 0 0,-1-1 0 0 0,1 0 0 0 0,0 1 0 0 0,0-2 0 0 0,0 1 0 0 0,1 0 0 0 0,-1-1 0 0 0,8 2 0 0 0,6 0-321 0 0</inkml:trace>
</inkml:ink>
</file>

<file path=ppt/ink/ink2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0.185"/>
    </inkml:context>
    <inkml:brush xml:id="br0">
      <inkml:brushProperty name="width" value="0.1" units="cm"/>
      <inkml:brushProperty name="height" value="0.1" units="cm"/>
      <inkml:brushProperty name="color" value="#008C3A"/>
    </inkml:brush>
  </inkml:definitions>
  <inkml:trace contextRef="#ctx0" brushRef="#br0">0 75 2304 0 0,'15'4'7779'0'0,"3"5"-4032"0"0,-10-3-3124 0 0,0 0 0 0 0,-1 0 0 0 0,1 0 0 0 0,6 9 0 0 0,-1 3 414 0 0,-13-17-880 0 0,1-1 0 0 0,-1 1 0 0 0,1 0 0 0 0,-1 0 0 0 0,0-1 0 0 0,1 1 0 0 0,-1 0 0 0 0,1 0 0 0 0,-1-1 0 0 0,0 1 0 0 0,0 0 0 0 0,0 0 0 0 0,1 0 1 0 0,-1 0-1 0 0,0 0 0 0 0,0-1 0 0 0,0 1 0 0 0,0 0 0 0 0,0 0 0 0 0,-1 0 0 0 0,1 1 0 0 0,-2-4 161 0 0,0-1 0 0 0,0 1 1 0 0,0 0-1 0 0,0-1 1 0 0,0 1-1 0 0,1-1 0 0 0,-2-3 1 0 0,0 1-361 0 0,1-1 1 0 0,0 1-1 0 0,0-1 1 0 0,1 1-1 0 0,0-1 1 0 0,0 0 0 0 0,0 1-1 0 0,1-1 1 0 0,-1 0-1 0 0,1 1 1 0 0,1-1-1 0 0,-1 0 1 0 0,1 0-1 0 0,0 1 1 0 0,0-1-1 0 0,1 1 1 0 0,0-1-1 0 0,0 1 1 0 0,0-1 0 0 0,0 1-1 0 0,6-8 1 0 0,1 2-890 0 0</inkml:trace>
</inkml:ink>
</file>

<file path=ppt/ink/ink2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0.856"/>
    </inkml:context>
    <inkml:brush xml:id="br0">
      <inkml:brushProperty name="width" value="0.1" units="cm"/>
      <inkml:brushProperty name="height" value="0.1" units="cm"/>
      <inkml:brushProperty name="color" value="#008C3A"/>
    </inkml:brush>
  </inkml:definitions>
  <inkml:trace contextRef="#ctx0" brushRef="#br0">0 0 10594 0 0,'22'63'7399'0'0,"4"-6"-6862"0"0,23 46 1 0 0,-46-111-766 0 0,0 0 0 0 0,0 1 0 0 0,-1-1 0 0 0,0 0 0 0 0,0-11 0 0 0,5-11-284 0 0,-5 22 454 0 0,0 1 0 0 0,0 0 1 0 0,1 0-1 0 0,-1 0 0 0 0,2 1 0 0 0,-1-1 1 0 0,1 1-1 0 0,5-7 0 0 0,-8 11 91 0 0,1 1 0 0 0,-1-1-1 0 0,1 1 1 0 0,-1 0 0 0 0,1 0-1 0 0,-1 0 1 0 0,1 0-1 0 0,0 0 1 0 0,-1 0 0 0 0,1 0-1 0 0,0 0 1 0 0,0 1 0 0 0,-1-1-1 0 0,1 1 1 0 0,0-1 0 0 0,0 1-1 0 0,0 0 1 0 0,0 0 0 0 0,0 0-1 0 0,0 0 1 0 0,0 0 0 0 0,0 0-1 0 0,-1 0 1 0 0,1 1 0 0 0,0-1-1 0 0,0 1 1 0 0,0-1 0 0 0,0 1-1 0 0,-1 0 1 0 0,1 0 0 0 0,0-1-1 0 0,0 1 1 0 0,-1 1 0 0 0,1-1-1 0 0,2 2 1 0 0,9 6 193 0 0,-1 0 0 0 0,0 1 0 0 0,0 1 0 0 0,12 14 1 0 0,-20-21-366 0 0,0 1 1 0 0,-1 0 0 0 0,0 0-1 0 0,0 0 1 0 0,0 0 0 0 0,0 0-1 0 0,-1 1 1 0 0,0-1 0 0 0,0 1-1 0 0,-1 0 1 0 0,1 0 0 0 0,-1-1-1 0 0,0 1 1 0 0,-1 7 0 0 0,21-59-182 0 0,-16 25 545 0 0,-3 12-92 0 0,0-1 0 0 0,0 1 1 0 0,1-1-1 0 0,1 1 1 0 0,-1 0-1 0 0,2 0 0 0 0,-1 0 1 0 0,10-13-1 0 0,-13 21-83 0 0,-1 0-1 0 0,1 0 1 0 0,0 0-1 0 0,0 1 1 0 0,0-1 0 0 0,1 0-1 0 0,-1 0 1 0 0,0 1-1 0 0,0-1 1 0 0,0 0-1 0 0,1 1 1 0 0,-1-1-1 0 0,0 1 1 0 0,0 0 0 0 0,1-1-1 0 0,-1 1 1 0 0,0 0-1 0 0,1 0 1 0 0,-1 0-1 0 0,0 0 1 0 0,1 0-1 0 0,-1 0 1 0 0,2 0 0 0 0,0 1 77 0 0,0 0 1 0 0,0 0-1 0 0,-1 0 1 0 0,1 0 0 0 0,0 1-1 0 0,0-1 1 0 0,-1 1-1 0 0,1 0 1 0 0,3 3 0 0 0,1 2-134 0 0,0 0 0 0 0,-1 0 0 0 0,1 1 0 0 0,-2-1 0 0 0,8 13 0 0 0,-2 1-2548 0 0</inkml:trace>
</inkml:ink>
</file>

<file path=ppt/ink/ink2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1.229"/>
    </inkml:context>
    <inkml:brush xml:id="br0">
      <inkml:brushProperty name="width" value="0.1" units="cm"/>
      <inkml:brushProperty name="height" value="0.1" units="cm"/>
      <inkml:brushProperty name="color" value="#008C3A"/>
    </inkml:brush>
  </inkml:definitions>
  <inkml:trace contextRef="#ctx0" brushRef="#br0">122 18 6449 0 0,'-5'-1'392'0'0,"1"1"0"0"0,0-1-1 0 0,-1 0 1 0 0,1 0-1 0 0,0 0 1 0 0,-5-3 0 0 0,6 3 473 0 0,-1-1 0 0 0,0 1-1 0 0,1 0 1 0 0,-1 0 0 0 0,0 0 0 0 0,-7 0 0 0 0,10 1-706 0 0,-1 0-1 0 0,1 1 1 0 0,-1-1-1 0 0,1 0 1 0 0,0 1-1 0 0,-1-1 1 0 0,1 1 0 0 0,0-1-1 0 0,-1 1 1 0 0,1 0-1 0 0,0 0 1 0 0,0 0-1 0 0,0-1 1 0 0,-1 1 0 0 0,1 0-1 0 0,0 0 1 0 0,0 1-1 0 0,0-1 1 0 0,1 0-1 0 0,-1 0 1 0 0,0 0-1 0 0,-1 3 1 0 0,-2 4 159 0 0,0 1 1 0 0,0-1-1 0 0,1 1 0 0 0,-4 13 1 0 0,6-20-336 0 0,1 1 0 0 0,-1 0 0 0 0,1 0 0 0 0,-1 0 0 0 0,1 0 0 0 0,0 0 1 0 0,0 0-1 0 0,0 0 0 0 0,0 0 0 0 0,1 0 0 0 0,-1-1 0 0 0,1 1 0 0 0,0 0 0 0 0,0 0 1 0 0,0 0-1 0 0,0-1 0 0 0,0 1 0 0 0,2 3 0 0 0,-2-5-96 0 0,0-1 0 0 0,0 1 0 0 0,0 0 0 0 0,0-1 0 0 0,0 1-1 0 0,0-1 1 0 0,1 0 0 0 0,-1 1 0 0 0,0-1 0 0 0,0 0 0 0 0,0 1 0 0 0,0-1 0 0 0,1 0 0 0 0,-1 0 0 0 0,0 0 0 0 0,0 0 0 0 0,0 0-1 0 0,0 0 1 0 0,1-1 0 0 0,-1 1 0 0 0,0 0 0 0 0,0-1 0 0 0,0 1 0 0 0,0-1 0 0 0,0 1 0 0 0,0-1 0 0 0,0 1 0 0 0,0-1 0 0 0,0 0-1 0 0,0 1 1 0 0,0-1 0 0 0,0 0 0 0 0,1-1 0 0 0,31-29-2246 0 0,-32 30 2292 0 0,16-23-1204 0 0,-16 21 1314 0 0,1 0 0 0 0,-1 0-1 0 0,1 0 1 0 0,0 0 0 0 0,0 0 0 0 0,0 0-1 0 0,0 1 1 0 0,1-1 0 0 0,-1 1 0 0 0,1 0 0 0 0,-1 0-1 0 0,1-1 1 0 0,0 2 0 0 0,0-1 0 0 0,0 0-1 0 0,5-2 1 0 0,-8 5 96 0 0,1-1-1 0 0,0 0 1 0 0,0 1-1 0 0,0-1 1 0 0,0 1-1 0 0,-1-1 1 0 0,1 1-1 0 0,0-1 1 0 0,0 1-1 0 0,-1-1 1 0 0,1 1-1 0 0,0 0 1 0 0,-1-1-1 0 0,1 1 1 0 0,-1 0 0 0 0,1 0-1 0 0,-1-1 1 0 0,1 1-1 0 0,-1 0 1 0 0,0 0-1 0 0,1 0 1 0 0,-1 0-1 0 0,0 1 1 0 0,11 27 1144 0 0,-9-23-942 0 0,1 5-62 0 0,2-1 0 0 0,-1 0 0 0 0,1 0-1 0 0,13 18 1 0 0,-15-23-881 0 0,1-1 1 0 0,0 0-1 0 0,0 1 0 0 0,0-2 1 0 0,1 1-1 0 0,8 6 0 0 0</inkml:trace>
</inkml:ink>
</file>

<file path=ppt/ink/ink2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1.482"/>
    </inkml:context>
    <inkml:brush xml:id="br0">
      <inkml:brushProperty name="width" value="0.1" units="cm"/>
      <inkml:brushProperty name="height" value="0.1" units="cm"/>
      <inkml:brushProperty name="color" value="#008C3A"/>
    </inkml:brush>
  </inkml:definitions>
  <inkml:trace contextRef="#ctx0" brushRef="#br0">1 1 2761 0 0,'8'31'15985'0'0,"-3"15"-10169"0"0,-4 63-8119 0 0,-1-45 3505 0 0,8 95-3761 0 0,-5-131-4980 0 0</inkml:trace>
</inkml:ink>
</file>

<file path=ppt/ink/ink2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1.879"/>
    </inkml:context>
    <inkml:brush xml:id="br0">
      <inkml:brushProperty name="width" value="0.1" units="cm"/>
      <inkml:brushProperty name="height" value="0.1" units="cm"/>
      <inkml:brushProperty name="color" value="#008C3A"/>
    </inkml:brush>
  </inkml:definitions>
  <inkml:trace contextRef="#ctx0" brushRef="#br0">16 30 1840 0 0,'-15'-23'13982'0'0,"30"22"-11193"0"0,25-2-716 0 0,-4 0-2716 0 0,-12 4-4760 0 0</inkml:trace>
</inkml:ink>
</file>

<file path=ppt/ink/ink2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2.054"/>
    </inkml:context>
    <inkml:brush xml:id="br0">
      <inkml:brushProperty name="width" value="0.1" units="cm"/>
      <inkml:brushProperty name="height" value="0.1" units="cm"/>
      <inkml:brushProperty name="color" value="#008C3A"/>
    </inkml:brush>
  </inkml:definitions>
  <inkml:trace contextRef="#ctx0" brushRef="#br0">1 86 6449 0 0,'3'-1'577'0'0,"-2"0"-465"0"0,3-1-112 0 0,0 1 0 0 0,0 0 864 0 0,-1-1 144 0 0,2 0 32 0 0,5-3 8 0 0,4-1 41 0 0,3-4 15 0 0,4 0 0 0 0,-3 1 0 0 0,-1 1-1256 0 0,-2-1-248 0 0,0 3-48 0 0,1-1-16 0 0,1 1 384 0 0</inkml:trace>
</inkml:ink>
</file>

<file path=ppt/ink/ink2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3.423"/>
    </inkml:context>
    <inkml:brush xml:id="br0">
      <inkml:brushProperty name="width" value="0.1" units="cm"/>
      <inkml:brushProperty name="height" value="0.1" units="cm"/>
      <inkml:brushProperty name="color" value="#008C3A"/>
    </inkml:brush>
  </inkml:definitions>
  <inkml:trace contextRef="#ctx0" brushRef="#br0">12 14 12899 0 0,'-12'-10'2732'0'0,"12"6"-1064"0"0,10 7 8 0 0,19 11-1509 0 0,-1 2 0 0 0,-1 1 0 0 0,37 30-1 0 0,72 72-216 0 0,-78-58-419 0 0,81 107 0 0 0,-89-102-1116 0 0,101 101 1 0 0,-138-154 1378 0 0,1 0 0 0 0,1-1 0 0 0,0 0 0 0 0,1-1 0 0 0,0-1 0 0 0,1-1 1 0 0,18 8-1 0 0,-83-82 1100 0 0,28 32-958 0 0,0 1-1 0 0,2-2 1 0 0,2-1-1 0 0,1 0 1 0 0,-20-71-1 0 0,-22-192-1223 0 0,43 206-3423 0 0</inkml:trace>
</inkml:ink>
</file>

<file path=ppt/ink/ink2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4.738"/>
    </inkml:context>
    <inkml:brush xml:id="br0">
      <inkml:brushProperty name="width" value="0.1" units="cm"/>
      <inkml:brushProperty name="height" value="0.1" units="cm"/>
      <inkml:brushProperty name="color" value="#008C3A"/>
    </inkml:brush>
  </inkml:definitions>
  <inkml:trace contextRef="#ctx0" brushRef="#br0">684 2406 11058 0 0,'0'-8'358'0'0,"-1"0"0"0"0,-1 0-1 0 0,1 0 1 0 0,-1 0 0 0 0,0 0 0 0 0,-1 0-1 0 0,-4-9 1 0 0,-30-53 1230 0 0,24 48-676 0 0,-12-26 1738 0 0,-26-69 0 0 0,33 66-2196 0 0,2-1 0 0 0,3-1 0 0 0,-6-54 0 0 0,-4-50-82 0 0,-50-186 0 0 0,65 319-272 0 0,-19-37-1 0 0,21 49-180 0 0,0 0-1 0 0,0 0 1 0 0,1 0-1 0 0,1-1 1 0 0,0 0-1 0 0,1 1 1 0 0,0-1-1 0 0,1 0 0 0 0,1-1 1 0 0,0-23-1 0 0,2 18 4 0 0,0 0 0 0 0,-2 0-1 0 0,0 0 1 0 0,-1 0-1 0 0,-1 0 1 0 0,0 0 0 0 0,-2 0-1 0 0,0 1 1 0 0,-1 0-1 0 0,-1 0 1 0 0,0 0 0 0 0,-2 1-1 0 0,-16-26 1 0 0,-39-55 78 0 0,32 51 4 0 0,2-1 1 0 0,-25-56-1 0 0,21 6 595 0 0,20 53-438 0 0,14 44-162 0 0,0 0 1 0 0,1 0-1 0 0,-1 0 0 0 0,1 0 0 0 0,-1 0 0 0 0,1 0 0 0 0,-1 0 0 0 0,1 0 0 0 0,-1 0 1 0 0,1 0-1 0 0,0 0 0 0 0,0 1 0 0 0,-1-1 0 0 0,1 0 0 0 0,0 0 0 0 0,0 1 1 0 0,0-1-1 0 0,0 1 0 0 0,0-1 0 0 0,0 1 0 0 0,0-1 0 0 0,0 1 0 0 0,0-1 0 0 0,0 1 1 0 0,0 0-1 0 0,0 0 0 0 0,3-1 0 0 0,44-12-132 0 0,-35 9 101 0 0,44-8-13 0 0,1 1 0 0 0,66-2 1 0 0,-41 5-9 0 0,-4 3-230 0 0,142 9 1 0 0,13 0 162 0 0,18-8 73 0 0,55-4 19 0 0,-102-2-40 0 0,111-12-93 0 0,299-50-58 0 0,-216 35 172 0 0,-249 25 41 0 0,726-44 6 0 0,-785 49 2 0 0,621-27 60 0 0,-641 34-70 0 0,67 2-26 0 0,-117 0 29 0 0,1 1 1 0 0,0 0-1 0 0,-1 2 1 0 0,25 8 0 0 0,-38-10-496 0 0,0 1 0 0 0,-1 0 0 0 0,1 0 0 0 0,-1 1 0 0 0,11 8 0 0 0,-11-7-733 0 0</inkml:trace>
</inkml:ink>
</file>

<file path=ppt/ink/ink2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5.686"/>
    </inkml:context>
    <inkml:brush xml:id="br0">
      <inkml:brushProperty name="width" value="0.1" units="cm"/>
      <inkml:brushProperty name="height" value="0.1" units="cm"/>
      <inkml:brushProperty name="color" value="#008C3A"/>
    </inkml:brush>
  </inkml:definitions>
  <inkml:trace contextRef="#ctx0" brushRef="#br0">127 137 4609 0 0,'3'-28'3463'0'0,"-1"-56"0"0"0,-2 60 679 0 0,-3 68-2176 0 0,-3 0-1 0 0,-21 85 1 0 0,26-124-1959 0 0,-34 120-263 0 0,19-74 57 0 0,2 1 0 0 0,2 0 1 0 0,-4 57-1 0 0,15-101 197 0 0,1 0 1 0 0,0-1-1 0 0,0 1 1 0 0,1-1-1 0 0,0 1 1 0 0,0-1-1 0 0,1 1 1 0 0,0-1-1 0 0,0 0 1 0 0,1 0-1 0 0,5 11 1 0 0,-6-14 40 0 0,1-1-1 0 0,-1 0 1 0 0,1 0 0 0 0,-1 0 0 0 0,1 0 0 0 0,0 0 0 0 0,0 0-1 0 0,0-1 1 0 0,1 1 0 0 0,-1-1 0 0 0,1 0 0 0 0,-1 0-1 0 0,1 0 1 0 0,0-1 0 0 0,-1 1 0 0 0,1-1 0 0 0,0 0-1 0 0,0 0 1 0 0,0 0 0 0 0,0-1 0 0 0,0 1 0 0 0,8-1 0 0 0,77-4 247 0 0,24 0-508 0 0,-92 5-270 0 0,47 2 241 0 0,-23 4-5919 0 0,-23-3-96 0 0</inkml:trace>
</inkml:ink>
</file>

<file path=ppt/ink/ink2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6.018"/>
    </inkml:context>
    <inkml:brush xml:id="br0">
      <inkml:brushProperty name="width" value="0.1" units="cm"/>
      <inkml:brushProperty name="height" value="0.1" units="cm"/>
      <inkml:brushProperty name="color" value="#008C3A"/>
    </inkml:brush>
  </inkml:definitions>
  <inkml:trace contextRef="#ctx0" brushRef="#br0">1 1 10594 0 0,'6'17'9206'0'0,"2"15"-5465"0"0,18 92-4985 0 0,-22-101 2229 0 0,86 376-153 0 0,-60-276-1717 0 0,-26-78-4935 0 0,-4-36 3974 0 0</inkml:trace>
</inkml:ink>
</file>

<file path=ppt/ink/ink2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6.481"/>
    </inkml:context>
    <inkml:brush xml:id="br0">
      <inkml:brushProperty name="width" value="0.1" units="cm"/>
      <inkml:brushProperty name="height" value="0.1" units="cm"/>
      <inkml:brushProperty name="color" value="#008C3A"/>
    </inkml:brush>
  </inkml:definitions>
  <inkml:trace contextRef="#ctx0" brushRef="#br0">63 51 10594 0 0,'-2'-6'672'0'0,"0"1"0"0"0,-1 0 0 0 0,0 0 0 0 0,0 0-1 0 0,0 0 1 0 0,-7-8 0 0 0,9 12-508 0 0,1 1 0 0 0,-1-1 0 0 0,1 1 0 0 0,-1 0-1 0 0,1-1 1 0 0,-1 1 0 0 0,0-1 0 0 0,1 1 0 0 0,-1 0 0 0 0,1-1 0 0 0,-1 1 0 0 0,0 0-1 0 0,1-1 1 0 0,-1 1 0 0 0,0 0 0 0 0,1 0 0 0 0,-1 0 0 0 0,0 0 0 0 0,1 0-1 0 0,-1 0 1 0 0,0 0 0 0 0,0 0 0 0 0,1 0 0 0 0,-2 0 0 0 0,1 1-54 0 0,-1 0 0 0 0,1 0-1 0 0,0 0 1 0 0,0 0 0 0 0,0 0 0 0 0,1 0 0 0 0,-1 0 0 0 0,0 1 0 0 0,0-1-1 0 0,1 0 1 0 0,-1 1 0 0 0,0-1 0 0 0,1 0 0 0 0,0 1 0 0 0,-1-1 0 0 0,1 0-1 0 0,-1 4 1 0 0,-2 16 78 0 0,2 0 0 0 0,0 1 0 0 0,1-1 1 0 0,1 1-1 0 0,1-1 0 0 0,5 25 0 0 0,0 8-23 0 0,11 152 194 0 0,12 97-361 0 0,-23-264-258 0 0,2-1 0 0 0,21 57 0 0 0,-21-65-492 0 0,-7-27 335 0 0</inkml:trace>
</inkml:ink>
</file>

<file path=ppt/ink/ink2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6.809"/>
    </inkml:context>
    <inkml:brush xml:id="br0">
      <inkml:brushProperty name="width" value="0.1" units="cm"/>
      <inkml:brushProperty name="height" value="0.1" units="cm"/>
      <inkml:brushProperty name="color" value="#008C3A"/>
    </inkml:brush>
  </inkml:definitions>
  <inkml:trace contextRef="#ctx0" brushRef="#br0">258 5 6913 0 0,'-1'-1'213'0'0,"-1"0"1"0"0,1 1-1 0 0,-1-1 0 0 0,1 1 0 0 0,-1 0 0 0 0,0-1 0 0 0,1 1 0 0 0,-1 0 0 0 0,0 0 0 0 0,1 0 0 0 0,-1 0 0 0 0,0 0 0 0 0,1 0 0 0 0,-1 1 0 0 0,0-1 0 0 0,1 0 0 0 0,-1 1 0 0 0,1 0 0 0 0,-1-1 0 0 0,-1 2 0 0 0,-31 13 1881 0 0,34-15-2087 0 0,-13 8 507 0 0,1 0 0 0 0,0 1 0 0 0,0 0 1 0 0,1 1-1 0 0,0 0 0 0 0,1 1 0 0 0,0 0 0 0 0,-12 18 0 0 0,10-12-128 0 0,1 1-1 0 0,1 0 1 0 0,1 0-1 0 0,0 1 1 0 0,-9 30-1 0 0,17-43-293 0 0,-1-1-1 0 0,1 1 0 0 0,0-1 0 0 0,0 1 0 0 0,1 0 0 0 0,0-1 0 0 0,0 1 1 0 0,0 0-1 0 0,1-1 0 0 0,-1 1 0 0 0,1 0 0 0 0,1-1 0 0 0,-1 1 1 0 0,1-1-1 0 0,4 10 0 0 0,-2-9-25 0 0,0 0 0 0 0,0 0 0 0 0,0 0 0 0 0,1-1 0 0 0,0 1 0 0 0,0-1 0 0 0,1 0 0 0 0,-1-1 0 0 0,1 1 0 0 0,0-1 0 0 0,7 3 0 0 0,3 2-19 0 0,1-2 1 0 0,1 0-1 0 0,0-1 1 0 0,-1 0-1 0 0,2-2 1 0 0,-1 0-1 0 0,0-1 1 0 0,32 1-1 0 0,11-6-923 0 0,-35 1-5072 0 0,-9-2-1052 0 0</inkml:trace>
</inkml:ink>
</file>

<file path=ppt/ink/ink2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8.097"/>
    </inkml:context>
    <inkml:brush xml:id="br0">
      <inkml:brushProperty name="width" value="0.1" units="cm"/>
      <inkml:brushProperty name="height" value="0.1" units="cm"/>
      <inkml:brushProperty name="color" value="#008C3A"/>
    </inkml:brush>
  </inkml:definitions>
  <inkml:trace contextRef="#ctx0" brushRef="#br0">1 79 3225 0 0,'0'1'309'0'0,"0"-1"1"0"0,0 1 0 0 0,0 0 0 0 0,8 12 5266 0 0,-8-12-5266 0 0,1-1-1 0 0,0 0 1 0 0,0 1 0 0 0,0-1 0 0 0,-1 1-1 0 0,1-1 1 0 0,0 0 0 0 0,0 0 0 0 0,0 0 0 0 0,-1 1-1 0 0,2-1 1 0 0,36 8 2683 0 0,-9-5-2429 0 0,0-2 0 0 0,1-1 0 0 0,-1-1 1 0 0,53-9-1 0 0,117-36 2435 0 0,-160 36-2868 0 0,105-28-5075 0 0,-127 33-1643 0 0</inkml:trace>
</inkml:ink>
</file>

<file path=ppt/ink/ink2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8.382"/>
    </inkml:context>
    <inkml:brush xml:id="br0">
      <inkml:brushProperty name="width" value="0.1" units="cm"/>
      <inkml:brushProperty name="height" value="0.1" units="cm"/>
      <inkml:brushProperty name="color" value="#008C3A"/>
    </inkml:brush>
  </inkml:definitions>
  <inkml:trace contextRef="#ctx0" brushRef="#br0">0 1 10594 0 0,'0'0'819'0'0,"13"23"5525"0"0,50 261-456 0 0,-16 147-6056 0 0,-45-407-946 0 0,1 0 0 0 0,7 28 0 0 0,-4-31-6202 0 0</inkml:trace>
</inkml:ink>
</file>

<file path=ppt/ink/ink2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8.763"/>
    </inkml:context>
    <inkml:brush xml:id="br0">
      <inkml:brushProperty name="width" value="0.1" units="cm"/>
      <inkml:brushProperty name="height" value="0.1" units="cm"/>
      <inkml:brushProperty name="color" value="#008C3A"/>
    </inkml:brush>
  </inkml:definitions>
  <inkml:trace contextRef="#ctx0" brushRef="#br0">1 2 10594 0 0,'0'0'107'0'0,"0"0"-1"0"0,1 0 0 0 0,-1-1 1 0 0,0 1-1 0 0,0 0 0 0 0,1 0 1 0 0,-1 0-1 0 0,0 0 1 0 0,0 0-1 0 0,1 0 0 0 0,-1 0 1 0 0,0 0-1 0 0,1 0 0 0 0,4 3 2341 0 0,-5-3-2341 0 0,1 0 0 0 0,-1 1 1 0 0,0-1-1 0 0,0 0 1 0 0,0 0-1 0 0,0 1 0 0 0,0-1 1 0 0,12 13 1516 0 0,-2 4-922 0 0,-2 2 0 0 0,0-1 1 0 0,-1 1-1 0 0,0 0 0 0 0,6 34 0 0 0,8 106-51 0 0,-10-71-440 0 0,20 91-274 0 0,-7-51-3654 0 0,-21-113 1921 0 0</inkml:trace>
</inkml:ink>
</file>

<file path=ppt/ink/ink2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9.265"/>
    </inkml:context>
    <inkml:brush xml:id="br0">
      <inkml:brushProperty name="width" value="0.1" units="cm"/>
      <inkml:brushProperty name="height" value="0.1" units="cm"/>
      <inkml:brushProperty name="color" value="#008C3A"/>
    </inkml:brush>
  </inkml:definitions>
  <inkml:trace contextRef="#ctx0" brushRef="#br0">2 298 920 0 0,'-1'-14'702'0'0,"1"1"-1"0"0,0 0 1 0 0,0-1-1 0 0,1 1 1 0 0,1-1 0 0 0,0 1-1 0 0,6-17 1 0 0,-4 14-119 0 0,-2 6-23 0 0,1 0 0 0 0,0 0 0 0 0,0 0 1 0 0,1 1-1 0 0,0-1 0 0 0,1 1 0 0 0,0 0 0 0 0,1 0 0 0 0,0 1 0 0 0,0 0 0 0 0,1 0 0 0 0,11-10 0 0 0,-15 14-388 0 0,1 1 0 0 0,0 0 0 0 0,0 1-1 0 0,1-1 1 0 0,-1 1 0 0 0,1 0-1 0 0,-1 0 1 0 0,1 0 0 0 0,-1 0 0 0 0,1 1-1 0 0,0 0 1 0 0,0 0 0 0 0,0 0-1 0 0,0 1 1 0 0,0-1 0 0 0,0 1 0 0 0,0 0-1 0 0,0 1 1 0 0,-1-1 0 0 0,1 1-1 0 0,0 0 1 0 0,0 0 0 0 0,0 1 0 0 0,-1-1-1 0 0,1 1 1 0 0,0 0 0 0 0,6 5-1 0 0,-7-5-130 0 0,0 0-1 0 0,0 0 0 0 0,0 1 0 0 0,-1-1 0 0 0,1 1 1 0 0,-1 0-1 0 0,0 0 0 0 0,0 0 0 0 0,0 0 0 0 0,0 1 1 0 0,-1-1-1 0 0,1 1 0 0 0,-1 0 0 0 0,0 0 0 0 0,0 0 1 0 0,0 0-1 0 0,0 0 0 0 0,1 7 0 0 0,-2-5-14 0 0,-1 1-1 0 0,0 0 1 0 0,0-1 0 0 0,0 1-1 0 0,-1-1 1 0 0,0 1-1 0 0,0-1 1 0 0,-1 0 0 0 0,1 1-1 0 0,-1-1 1 0 0,-6 12-1 0 0,-12 18-74 0 0,-1 0 1 0 0,-1-1-1 0 0,-2-1 0 0 0,-39 41 0 0 0,-7 13-27 0 0,71-83 224 0 0,10-5 220 0 0,25-3 567 0 0,-9 0-495 0 0,-9 4-334 0 0,-1 1 0 0 0,0 1 0 0 0,0 0-1 0 0,0 1 1 0 0,0 0 0 0 0,30 15 0 0 0,-2-3-75 0 0,-3-3-307 0 0,1-3-1 0 0,45 6 0 0 0,-58-15-3958 0 0,-23-3 2812 0 0</inkml:trace>
</inkml:ink>
</file>

<file path=ppt/ink/ink2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09.714"/>
    </inkml:context>
    <inkml:brush xml:id="br0">
      <inkml:brushProperty name="width" value="0.1" units="cm"/>
      <inkml:brushProperty name="height" value="0.1" units="cm"/>
      <inkml:brushProperty name="color" value="#008C3A"/>
    </inkml:brush>
  </inkml:definitions>
  <inkml:trace contextRef="#ctx0" brushRef="#br0">0 17 10138 0 0,'13'-16'6503'0'0,"-13"16"-6367"0"0,13 15 3609 0 0,-7-4-4128 0 0,15 43 1130 0 0,-3 1 0 0 0,18 83-1 0 0,8 121-441 0 0,-16-81-272 0 0,-15-118-186 0 0,3 14-681 0 0,-12-26-6824 0 0</inkml:trace>
</inkml:ink>
</file>

<file path=ppt/ink/ink2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10.457"/>
    </inkml:context>
    <inkml:brush xml:id="br0">
      <inkml:brushProperty name="width" value="0.1" units="cm"/>
      <inkml:brushProperty name="height" value="0.1" units="cm"/>
      <inkml:brushProperty name="color" value="#008C3A"/>
    </inkml:brush>
  </inkml:definitions>
  <inkml:trace contextRef="#ctx0" brushRef="#br0">33 82 456 0 0,'-25'-35'11823'0'0,"18"25"-7888"0"0,7 10-3877 0 0,10-6 697 0 0,11-2-892 0 0,-20 8 251 0 0,17-6 109 0 0,1 1 1 0 0,-1 1-1 0 0,1 1 1 0 0,0 1-1 0 0,0 0 1 0 0,0 1-1 0 0,31 3 1 0 0,-41-1-126 0 0,-1 1 0 0 0,1-1 1 0 0,-1 1-1 0 0,1 1 0 0 0,-1-1 1 0 0,0 2-1 0 0,0-1 1 0 0,0 1-1 0 0,0 0 0 0 0,-1 1 1 0 0,1-1-1 0 0,-1 2 0 0 0,0-1 1 0 0,-1 1-1 0 0,1 0 0 0 0,-1 0 1 0 0,-1 1-1 0 0,11 13 0 0 0,-13-14-158 0 0,0 1-1 0 0,-1 0 1 0 0,0 0-1 0 0,0 0 0 0 0,0 0 1 0 0,-1 0-1 0 0,1 0 1 0 0,-2 0-1 0 0,1 1 0 0 0,-1-1 1 0 0,0 0-1 0 0,-1 1 1 0 0,0-1-1 0 0,0 0 0 0 0,-1 0 1 0 0,1 0-1 0 0,-1 0 1 0 0,-5 9-1 0 0,-1 7-58 0 0,-2-1-1 0 0,-1-1 1 0 0,0 0-1 0 0,-19 24 1 0 0,5-12 212 0 0,15-22 475 0 0,2 1 0 0 0,-16 24-1 0 0,25-35-500 0 0,-1-1 0 0 0,1 1 0 0 0,-1 0-1 0 0,1-1 1 0 0,-1 1 0 0 0,1-1 0 0 0,0 1-1 0 0,-1-1 1 0 0,1 0 0 0 0,0 1 0 0 0,-1-1-1 0 0,1 0 1 0 0,0 1 0 0 0,0-1 0 0 0,-1 0-1 0 0,1 0 1 0 0,0 1 0 0 0,0-1-1 0 0,0 0 1 0 0,-1 0 0 0 0,1 0 0 0 0,0 0-1 0 0,0 0 1 0 0,-1 0 0 0 0,1-1 0 0 0,0 1-1 0 0,1 0 1 0 0,29-1-135 0 0,15-5 152 0 0,0 2 0 0 0,72 4 0 0 0,-102 2-63 0 0,0 0-1 0 0,0 0 1 0 0,0 2 0 0 0,0 0 0 0 0,0 0-1 0 0,-1 2 1 0 0,0 0 0 0 0,0 1-1 0 0,-1 0 1 0 0,26 17 0 0 0,-36-21-20 0 0,-1 0 0 0 0,0-1 0 0 0,0 1-1 0 0,0 0 1 0 0,-1 1 0 0 0,1-1 0 0 0,-1 0 0 0 0,1 1 0 0 0,-1-1 0 0 0,0 1 0 0 0,0 0-1 0 0,-1 0 1 0 0,1 0 0 0 0,-1 0 0 0 0,2 6 0 0 0,-2-3 3 0 0,-1 1-1 0 0,1-1 1 0 0,-1 1 0 0 0,0-1 0 0 0,-1 1 0 0 0,0-1-1 0 0,0 1 1 0 0,-3 7 0 0 0,-3 7 12 0 0,-1 1 0 0 0,-1-1 0 0 0,-1-1 0 0 0,-19 30 0 0 0,21-38 65 0 0,-1-1 1 0 0,0 0-1 0 0,0-1 1 0 0,-1 0-1 0 0,0-1 1 0 0,-1 0-1 0 0,0 0 1 0 0,-1-1-1 0 0,0 0 1 0 0,-24 12-1 0 0,15-11 9 0 0,-1-2 1 0 0,1 0-1 0 0,-2-1 0 0 0,1-1 1 0 0,0-1-1 0 0,-29 2 0 0 0,43-6-208 0 0,1 0-61 0 0,-1 1 0 0 0,1-2 0 0 0,0 1 1 0 0,-1-1-1 0 0,1 0 0 0 0,0-1 1 0 0,-1 0-1 0 0,1 0 0 0 0,-14-4 1 0 0</inkml:trace>
</inkml:ink>
</file>

<file path=ppt/ink/ink2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50.690"/>
    </inkml:context>
    <inkml:brush xml:id="br0">
      <inkml:brushProperty name="width" value="0.1" units="cm"/>
      <inkml:brushProperty name="height" value="0.1" units="cm"/>
      <inkml:brushProperty name="color" value="#004F8B"/>
    </inkml:brush>
  </inkml:definitions>
  <inkml:trace contextRef="#ctx0" brushRef="#br0">3725 50 6913 0 0,'0'0'25'0'0,"-8"-26"1085"0"0,7 26-911 0 0,1-1 0 0 0,0 0 0 0 0,-1 0 0 0 0,1 0 1 0 0,0 0-1 0 0,0 0 0 0 0,0 0 0 0 0,0 0 0 0 0,0 0 0 0 0,0 0 0 0 0,0 1 1 0 0,0-1-1 0 0,0 0 0 0 0,0 0 0 0 0,0 0 0 0 0,0 0 0 0 0,1 0 1 0 0,-1 0-1 0 0,0 0 0 0 0,1 0 0 0 0,-1 1 0 0 0,1-1 0 0 0,-1 0 1 0 0,2-1-1 0 0,-1 4 87 0 0,1 1 0 0 0,-1-1 0 0 0,0 1 1 0 0,0-1-1 0 0,0 1 0 0 0,0-1 0 0 0,0 1 0 0 0,0 0 1 0 0,0 3-1 0 0,1 12-192 0 0,0 1 0 0 0,-1-1 0 0 0,-1 1 0 0 0,-1-1 0 0 0,-1 1 0 0 0,0-1 0 0 0,-1 0 0 0 0,-8 24 0 0 0,-6 13-468 0 0,-32 71 0 0 0,27-79 274 0 0,-1-1 0 0 0,-3-1 0 0 0,-2-1 0 0 0,-1-2-1 0 0,-3-1 1 0 0,-57 59 0 0 0,36-49 120 0 0,-2-3 1 0 0,-2-3-1 0 0,-2-2 1 0 0,-71 39 0 0 0,10-17 735 0 0,-189 74 1 0 0,-490 126 664 0 0,523-195-1180 0 0,3 0 375 0 0,-125 32 601 0 0,176-48-874 0 0,-212 61-461 0 0,251-61-2321 0 0,150-43-251 0 0</inkml:trace>
</inkml:ink>
</file>

<file path=ppt/ink/ink2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51.071"/>
    </inkml:context>
    <inkml:brush xml:id="br0">
      <inkml:brushProperty name="width" value="0.1" units="cm"/>
      <inkml:brushProperty name="height" value="0.1" units="cm"/>
      <inkml:brushProperty name="color" value="#004F8B"/>
    </inkml:brush>
  </inkml:definitions>
  <inkml:trace contextRef="#ctx0" brushRef="#br0">214 163 3225 0 0,'-3'-13'871'0'0,"-1"0"1"0"0,1 0 0 0 0,-1-27 0 0 0,2 26 499 0 0,1 0 1 0 0,-2 0-1 0 0,-4-15 0 0 0,7 28-1230 0 0,0 1 0 0 0,0-1 0 0 0,0 1 0 0 0,0-1-1 0 0,0 0 1 0 0,-1 1 0 0 0,1-1 0 0 0,0 1 0 0 0,0-1 0 0 0,-1 1-1 0 0,1-1 1 0 0,0 1 0 0 0,-1-1 0 0 0,1 1 0 0 0,0 0-1 0 0,-1-1 1 0 0,1 1 0 0 0,-1-1 0 0 0,1 1 0 0 0,0 0 0 0 0,-1-1-1 0 0,1 1 1 0 0,-1 0 0 0 0,1-1 0 0 0,-1 1 0 0 0,0 0 0 0 0,1 0-1 0 0,-1 0 1 0 0,1 0 0 0 0,-1-1 0 0 0,1 1 0 0 0,-1 0-1 0 0,0 0 1 0 0,-1 1 43 0 0,1-1 0 0 0,0 1 1 0 0,-1 0-1 0 0,1-1 0 0 0,0 1 0 0 0,0 0 0 0 0,0 0 0 0 0,0 0 0 0 0,-1 0 0 0 0,1 0 0 0 0,0 0 0 0 0,-1 3 1 0 0,-27 44 1153 0 0,27-42-1116 0 0,-76 153 481 0 0,68-134-706 0 0,1 0 0 0 0,1 1 1 0 0,1 0-1 0 0,-5 42 1 0 0,11-58 25 0 0,0 0 0 0 0,1 0 0 0 0,1 0 0 0 0,-1 0 0 0 0,2 0-1 0 0,-1 0 1 0 0,1 0 0 0 0,1-1 0 0 0,0 1 0 0 0,0 0 0 0 0,1-1 0 0 0,0 0 0 0 0,1 0 0 0 0,-1 0 0 0 0,2-1 0 0 0,-1 1 0 0 0,2-1 0 0 0,-1 0 0 0 0,1-1 0 0 0,0 0 0 0 0,0 0 0 0 0,15 11 0 0 0,-9-10-18 0 0,0 0 0 0 0,1 0-1 0 0,-1-1 1 0 0,2-1 0 0 0,-1-1 0 0 0,1 0-1 0 0,0 0 1 0 0,0-2 0 0 0,0 0 0 0 0,0 0 0 0 0,1-2-1 0 0,-1 0 1 0 0,1 0 0 0 0,18-3 0 0 0,26-6-965 0 0,-31 4 23 0 0</inkml:trace>
</inkml:ink>
</file>

<file path=ppt/ink/ink2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51.994"/>
    </inkml:context>
    <inkml:brush xml:id="br0">
      <inkml:brushProperty name="width" value="0.1" units="cm"/>
      <inkml:brushProperty name="height" value="0.1" units="cm"/>
      <inkml:brushProperty name="color" value="#004F8B"/>
    </inkml:brush>
  </inkml:definitions>
  <inkml:trace contextRef="#ctx0" brushRef="#br0">1 223 3825 0 0,'1'0'-6'0'0,"-1"0"0"0"0,1 0 0 0 0,0 0 1 0 0,0 0-1 0 0,0 0 0 0 0,-1 0 0 0 0,1 0 1 0 0,0 0-1 0 0,0-1 0 0 0,0 1 0 0 0,-1 0 0 0 0,1-1 1 0 0,0 1-1 0 0,-1 0 0 0 0,1-1 0 0 0,0 1 1 0 0,-1-1-1 0 0,1 1 0 0 0,0-1 0 0 0,0 0 0 0 0,6-22-280 0 0,-2-1 1 0 0,0 1-1 0 0,-1-1 0 0 0,0-33 0 0 0,-7-8 6591 0 0,8 97-2223 0 0,17 121 5034 0 0,39 226-9688 0 0,-52-336-3685 0 0</inkml:trace>
</inkml:ink>
</file>

<file path=ppt/ink/ink2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52.390"/>
    </inkml:context>
    <inkml:brush xml:id="br0">
      <inkml:brushProperty name="width" value="0.1" units="cm"/>
      <inkml:brushProperty name="height" value="0.1" units="cm"/>
      <inkml:brushProperty name="color" value="#004F8B"/>
    </inkml:brush>
  </inkml:definitions>
  <inkml:trace contextRef="#ctx0" brushRef="#br0">1 49 6449 0 0,'1'-1'367'0'0,"0"-1"-1"0"0,0 0 1 0 0,0 1-1 0 0,0-1 1 0 0,1 1-1 0 0,-1-1 1 0 0,0 1-1 0 0,1 0 0 0 0,-1 0 1 0 0,1 0-1 0 0,0-1 1 0 0,-1 2-1 0 0,4-3 1 0 0,24-12 1952 0 0,-25 13-2101 0 0,0 0 1 0 0,1 0-1 0 0,-1 0 0 0 0,1 1 1 0 0,-1 0-1 0 0,1 0 1 0 0,0 0-1 0 0,0 0 0 0 0,-1 1 1 0 0,1-1-1 0 0,0 1 1 0 0,0 1-1 0 0,0-1 0 0 0,-1 1 1 0 0,1 0-1 0 0,0 0 0 0 0,-1 0 1 0 0,1 0-1 0 0,6 4 1 0 0,-8-3-210 0 0,1 0 0 0 0,0 1 0 0 0,-1 0 0 0 0,1 0 1 0 0,-1 0-1 0 0,0 0 0 0 0,0 1 0 0 0,0-1 0 0 0,0 1 1 0 0,-1-1-1 0 0,1 1 0 0 0,-1 0 0 0 0,0 0 0 0 0,0 0 1 0 0,-1 1-1 0 0,1-1 0 0 0,-1 0 0 0 0,0 1 1 0 0,0-1-1 0 0,1 9 0 0 0,-2-1-133 0 0,0 1 0 0 0,0 0 0 0 0,-1-1 1 0 0,-1 1-1 0 0,0 0 0 0 0,-1-1 0 0 0,-8 24 0 0 0,-8 38 660 0 0,24-74-508 0 0,-1 0-1 0 0,1 0 0 0 0,0-1 1 0 0,-1 1-1 0 0,1-1 0 0 0,-1 0 1 0 0,1 0-1 0 0,5-3 1 0 0,-3 2-124 0 0,13-3-166 0 0,0 1 0 0 0,0 1 0 0 0,1 1 0 0 0,34 1 0 0 0,-47 1 225 0 0,1 1-1 0 0,0 0 1 0 0,0 0 0 0 0,0 1-1 0 0,0 0 1 0 0,-1 0 0 0 0,1 1-1 0 0,-1 0 1 0 0,0 1 0 0 0,0-1-1 0 0,0 2 1 0 0,0-1 0 0 0,8 8-1 0 0,-14-10 77 0 0,1 0-1 0 0,-1 0 0 0 0,0 0 1 0 0,0 1-1 0 0,-1-1 0 0 0,1 1 1 0 0,0 0-1 0 0,-1-1 0 0 0,1 1 0 0 0,-1 0 1 0 0,0 0-1 0 0,0 0 0 0 0,0 0 1 0 0,0 0-1 0 0,-1 0 0 0 0,1 0 0 0 0,-1 6 1 0 0,0-3 141 0 0,-1 0 0 0 0,0 0 0 0 0,0 0 1 0 0,0 0-1 0 0,-1 0 0 0 0,1 0 0 0 0,-2 0 1 0 0,-3 8-1 0 0,-6 6 531 0 0,0 0 0 0 0,-1 0 0 0 0,-25 27-1 0 0,37-46-698 0 0,-19 21-951 0 0,-28 23 0 0 0,42-39-254 0 0</inkml:trace>
</inkml:ink>
</file>

<file path=ppt/ink/ink2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52.804"/>
    </inkml:context>
    <inkml:brush xml:id="br0">
      <inkml:brushProperty name="width" value="0.1" units="cm"/>
      <inkml:brushProperty name="height" value="0.1" units="cm"/>
      <inkml:brushProperty name="color" value="#004F8B"/>
    </inkml:brush>
  </inkml:definitions>
  <inkml:trace contextRef="#ctx0" brushRef="#br0">103 141 13827 0 0,'-1'-1'181'0'0,"0"0"1"0"0,0 1-1 0 0,0-1 1 0 0,-1 0-1 0 0,1 1 1 0 0,0-1-1 0 0,0 1 0 0 0,0-1 1 0 0,0 1-1 0 0,-1 0 1 0 0,1-1-1 0 0,0 1 1 0 0,0 0-1 0 0,-1 0 0 0 0,1 0 1 0 0,0 0-1 0 0,0 0 1 0 0,-1 0-1 0 0,1 0 1 0 0,0 1-1 0 0,0-1 0 0 0,-1 0 1 0 0,1 1-1 0 0,0-1 1 0 0,0 1-1 0 0,-2 0 1 0 0,1 1-23 0 0,0-1 1 0 0,0 1 0 0 0,0 0 0 0 0,0 0 0 0 0,1 0-1 0 0,-1 0 1 0 0,1 1 0 0 0,-1-1 0 0 0,1 0 0 0 0,0 1-1 0 0,0-1 1 0 0,-1 4 0 0 0,0-1-111 0 0,0 1 1 0 0,1-1-1 0 0,-1 1 0 0 0,1 0 1 0 0,1-1-1 0 0,-1 1 0 0 0,1 0 1 0 0,0-1-1 0 0,0 1 1 0 0,1 0-1 0 0,-1 0 0 0 0,3 6 1 0 0,-1-8-54 0 0,0-1 0 0 0,0 1 0 0 0,1 0 0 0 0,0-1 0 0 0,-1 1 0 0 0,1-1 0 0 0,0 0 0 0 0,1 0 0 0 0,-1 0 0 0 0,1 0 0 0 0,-1 0 0 0 0,1-1 0 0 0,0 0 0 0 0,0 0 0 0 0,0 0 0 0 0,0 0 0 0 0,0-1 0 0 0,0 1 0 0 0,0-1 0 0 0,1 0 0 0 0,-1 0 0 0 0,0-1 0 0 0,1 1 0 0 0,-1-1 0 0 0,6 0 0 0 0,-6 0 0 0 0,0 0 0 0 0,0 0 1 0 0,0-1-1 0 0,0 1 1 0 0,0-1-1 0 0,0 0 0 0 0,0 0 1 0 0,0-1-1 0 0,0 1 1 0 0,-1-1-1 0 0,1 1 1 0 0,-1-1-1 0 0,1 0 0 0 0,-1-1 1 0 0,1 1-1 0 0,-1 0 1 0 0,0-1-1 0 0,0 0 0 0 0,-1 0 1 0 0,1 0-1 0 0,0 0 1 0 0,-1 0-1 0 0,0-1 0 0 0,0 1 1 0 0,0-1-1 0 0,0 1 1 0 0,0-1-1 0 0,0-3 1 0 0,0-1-16 0 0,-1 0 0 0 0,0 0 1 0 0,-1 0-1 0 0,0 0 0 0 0,0 0 1 0 0,0 0-1 0 0,-1 0 0 0 0,-1 0 0 0 0,1 0 1 0 0,-1 0-1 0 0,-1 0 0 0 0,1 1 1 0 0,-1-1-1 0 0,-1 1 0 0 0,1 0 1 0 0,-1 0-1 0 0,0 0 0 0 0,-1 1 1 0 0,0-1-1 0 0,0 1 0 0 0,-8-8 1 0 0,7 7-45 0 0,-1 1 1 0 0,1 0-1 0 0,-1 0 1 0 0,-1 1-1 0 0,1-1 1 0 0,-1 1-1 0 0,0 1 1 0 0,0 0 0 0 0,0 0-1 0 0,-1 1 1 0 0,1-1-1 0 0,-1 2 1 0 0,0-1-1 0 0,0 2 1 0 0,0-1-1 0 0,0 1 1 0 0,0 0-1 0 0,-16 1 1 0 0,14 2-1565 0 0</inkml:trace>
</inkml:ink>
</file>

<file path=ppt/ink/ink2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53.252"/>
    </inkml:context>
    <inkml:brush xml:id="br0">
      <inkml:brushProperty name="width" value="0.1" units="cm"/>
      <inkml:brushProperty name="height" value="0.1" units="cm"/>
      <inkml:brushProperty name="color" value="#004F8B"/>
    </inkml:brush>
  </inkml:definitions>
  <inkml:trace contextRef="#ctx0" brushRef="#br0">1 33 9674 0 0,'3'-32'11040'0'0,"3"53"-9911"0"0,8 133 320 0 0,-11-98-1356 0 0,11 58-1 0 0,-5-70-788 0 0,2 0-1 0 0,2 0 1 0 0,30 68-1 0 0,-35-94-238 0 0</inkml:trace>
</inkml:ink>
</file>

<file path=ppt/ink/ink2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55.568"/>
    </inkml:context>
    <inkml:brush xml:id="br0">
      <inkml:brushProperty name="width" value="0.1" units="cm"/>
      <inkml:brushProperty name="height" value="0.1" units="cm"/>
      <inkml:brushProperty name="color" value="#004F8B"/>
    </inkml:brush>
  </inkml:definitions>
  <inkml:trace contextRef="#ctx0" brushRef="#br0">0 4 8754 0 0,'13'-4'9471'0'0,"-13"5"-9240"0"0,15 35 545 0 0,-2 1 0 0 0,-1 0 1 0 0,9 60-1 0 0,2 1-518 0 0,45 115-424 0 0,-33-123-3894 0 0,-27-67-2443 0 0</inkml:trace>
</inkml:ink>
</file>

<file path=ppt/ink/ink2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55.790"/>
    </inkml:context>
    <inkml:brush xml:id="br0">
      <inkml:brushProperty name="width" value="0.1" units="cm"/>
      <inkml:brushProperty name="height" value="0.1" units="cm"/>
      <inkml:brushProperty name="color" value="#004F8B"/>
    </inkml:brush>
  </inkml:definitions>
  <inkml:trace contextRef="#ctx0" brushRef="#br0">3 169 13363 0 0,'0'0'66'0'0,"-1"0"1"0"0,1-1 265 0 0,-1 1-265 0 0,1 0-1 0 0,0 0 0 0 0,0-1 1 0 0,0 1-1 0 0,0 0 1 0 0,0 0-1 0 0,0 0 1 0 0,0-1-1 0 0,0 1 1 0 0,0 0-1 0 0,0 0 1 0 0,-1 0-1 0 0,1-1 0 0 0,0 1 1 0 0,0 0-1 0 0,0 0 1 0 0,0 0-1 0 0,0-1 1 0 0,0 1-1 0 0,0 0 1 0 0,1 0-1 0 0,-1 0 1 0 0,0-1-1 0 0,0 1 1 0 0,0 0-1 0 0,0 0 0 0 0,0 0 1 0 0,0-1-1 0 0,0 1 1 0 0,0 0-1 0 0,0 0 1 0 0,1 0-1 0 0,-1-1 1 0 0,10-10 1722 0 0,18-11 115 0 0,-25 19-1650 0 0,88-56 2001 0 0,6 8-4410 0 0,-68 37-5089 0 0</inkml:trace>
</inkml:ink>
</file>

<file path=ppt/ink/ink2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56.076"/>
    </inkml:context>
    <inkml:brush xml:id="br0">
      <inkml:brushProperty name="width" value="0.1" units="cm"/>
      <inkml:brushProperty name="height" value="0.1" units="cm"/>
      <inkml:brushProperty name="color" value="#004F8B"/>
    </inkml:brush>
  </inkml:definitions>
  <inkml:trace contextRef="#ctx0" brushRef="#br0">1 4 7834 0 0,'2'-2'2786'0'0,"10"0"-608"0"0,-10 2-1944 0 0,0 0 0 0 0,0 0 0 0 0,0 1 0 0 0,0-1 1 0 0,0 0-1 0 0,0 1 0 0 0,0-1 0 0 0,0 1 1 0 0,0-1-1 0 0,0 1 0 0 0,0 0 0 0 0,-1 0 1 0 0,4 2-1 0 0,-1 2-102 0 0,1 1 1 0 0,-1-1-1 0 0,0 1 0 0 0,0 0 1 0 0,-1 0-1 0 0,1 1 0 0 0,-1-1 1 0 0,-1 1-1 0 0,1-1 0 0 0,-1 1 1 0 0,-1 0-1 0 0,1 0 1 0 0,-1 0-1 0 0,1 10 0 0 0,-1 13-275 0 0,-3 60 0 0 0,1-79 115 0 0,-3 24-50 0 0,2-16 165 0 0,1 1 0 0 0,0 19 0 0 0,1-34 92 0 0,1-1 0 0 0,-1 1 0 0 0,1 0 0 0 0,0 0 0 0 0,0-1 1 0 0,0 1-1 0 0,1-1 0 0 0,0 1 0 0 0,0-1 0 0 0,0 0 0 0 0,0 0 0 0 0,1 0 0 0 0,4 6 0 0 0,-6-9-169 0 0,1 0 0 0 0,-1 1 0 0 0,1-1 1 0 0,-1 0-1 0 0,1 0 0 0 0,-1 0 0 0 0,1-1 0 0 0,0 1 1 0 0,0 0-1 0 0,0 0 0 0 0,-1-1 0 0 0,1 1 0 0 0,0-1 1 0 0,0 0-1 0 0,0 0 0 0 0,0 0 0 0 0,0 1 0 0 0,0-2 1 0 0,-1 1-1 0 0,1 0 0 0 0,0 0 0 0 0,0-1 0 0 0,0 1 1 0 0,0-1-1 0 0,0 1 0 0 0,-1-1 0 0 0,1 0 1 0 0,0 0-1 0 0,2-1 0 0 0,6-4-963 0 0,0 0-1 0 0,-1 0 1 0 0,15-13-1 0 0,-19 14 87 0 0,11-8-5106 0 0</inkml:trace>
</inkml:ink>
</file>

<file path=ppt/ink/ink2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56.256"/>
    </inkml:context>
    <inkml:brush xml:id="br0">
      <inkml:brushProperty name="width" value="0.1" units="cm"/>
      <inkml:brushProperty name="height" value="0.1" units="cm"/>
      <inkml:brushProperty name="color" value="#004F8B"/>
    </inkml:brush>
  </inkml:definitions>
  <inkml:trace contextRef="#ctx0" brushRef="#br0">0 74 2761 0 0,'5'-4'11728'0'0,"25"-11"-8105"0"0,41-16-2495 0 0,-68 30-1025 0 0,43-14-5295 0 0,-21 8-877 0 0</inkml:trace>
</inkml:ink>
</file>

<file path=ppt/ink/ink2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56.820"/>
    </inkml:context>
    <inkml:brush xml:id="br0">
      <inkml:brushProperty name="width" value="0.1" units="cm"/>
      <inkml:brushProperty name="height" value="0.1" units="cm"/>
      <inkml:brushProperty name="color" value="#004F8B"/>
    </inkml:brush>
  </inkml:definitions>
  <inkml:trace contextRef="#ctx0" brushRef="#br0">0 111 4609 0 0,'25'5'7072'0'0,"-17"-2"-6511"0"0,0 1 0 0 0,-1 0-1 0 0,1 0 1 0 0,-1 1 0 0 0,0 0-1 0 0,0 1 1 0 0,-1-1 0 0 0,1 1-1 0 0,-1 1 1 0 0,-1-1 0 0 0,10 13-1 0 0,-5-7-412 0 0,0 0-1 0 0,15 13 1 0 0,-20-25-210 0 0,-4-9-40 0 0,-3-22-126 0 0,0 16 135 0 0,3 3 161 0 0,0 0 1 0 0,1 1 0 0 0,0 0 0 0 0,1-1 0 0 0,0 1 0 0 0,7-16-1 0 0,-7 19 119 0 0,0 1-1 0 0,1 0 0 0 0,0 0 0 0 0,0 0 0 0 0,0 0 1 0 0,1 0-1 0 0,0 1 0 0 0,1 0 0 0 0,0 0 0 0 0,6-5 0 0 0,-11 10-131 0 0,1 0-1 0 0,0 0 0 0 0,-1 0 1 0 0,1 0-1 0 0,0 1 0 0 0,0-1 0 0 0,0 0 1 0 0,0 1-1 0 0,-1-1 0 0 0,1 1 0 0 0,0 0 1 0 0,0 0-1 0 0,0 0 0 0 0,0 0 1 0 0,0 0-1 0 0,0 0 0 0 0,0 0 0 0 0,0 1 1 0 0,0-1-1 0 0,0 1 0 0 0,0-1 0 0 0,0 1 1 0 0,-1 0-1 0 0,1 0 0 0 0,0-1 1 0 0,0 1-1 0 0,-1 1 0 0 0,1-1 0 0 0,-1 0 1 0 0,2 2-1 0 0,7 5-49 0 0,-1 1 0 0 0,0 1 0 0 0,13 19-1 0 0,3 1-143 0 0,-10-14-173 0 0,-7-8-345 0 0,-1 0-1 0 0,1 0 0 0 0,10 6 0 0 0,-17-14 623 0 0,-1 0 0 0 0,1 0-1 0 0,-1 0 1 0 0,1-1 0 0 0,-1 1 0 0 0,1 0-1 0 0,-1 0 1 0 0,0-1 0 0 0,1 1 0 0 0,-1 0-1 0 0,1-1 1 0 0,-1 1 0 0 0,0-1 0 0 0,0 1-1 0 0,1 0 1 0 0,-1-1 0 0 0,0 1 0 0 0,1-1 0 0 0,-1 1-1 0 0,0-1 1 0 0,0 1 0 0 0,0-1 0 0 0,0 1-1 0 0,1-1 1 0 0,-1 1 0 0 0,0-1 0 0 0,0 1-1 0 0,0-1 1 0 0,0 1 0 0 0,0-1 0 0 0,0 1-1 0 0,0-1 1 0 0,-1 0 0 0 0,5-26 385 0 0,-4 22-307 0 0,1-2 112 0 0,1 1 1 0 0,-1-1-1 0 0,1 0 0 0 0,0 0 1 0 0,1 1-1 0 0,-1-1 1 0 0,1 1-1 0 0,1 0 1 0 0,6-10-1 0 0,-9 14-109 0 0,0 1 0 0 0,1-1 0 0 0,-1 1 0 0 0,0-1 1 0 0,1 1-1 0 0,-1 0 0 0 0,1 0 0 0 0,-1 0 0 0 0,1 0 0 0 0,0 0 0 0 0,-1 0 0 0 0,1 0 0 0 0,0 0 0 0 0,0 1 0 0 0,-1-1 1 0 0,1 1-1 0 0,0-1 0 0 0,0 1 0 0 0,0 0 0 0 0,0-1 0 0 0,0 1 0 0 0,0 0 0 0 0,0 0 0 0 0,-1 1 0 0 0,1-1 0 0 0,0 0 1 0 0,0 1-1 0 0,0-1 0 0 0,0 1 0 0 0,-1-1 0 0 0,1 1 0 0 0,0 0 0 0 0,0 0 0 0 0,-1 0 0 0 0,1 0 0 0 0,-1 0 0 0 0,1 0 1 0 0,-1 0-1 0 0,3 3 0 0 0,38 34 620 0 0,-17-15-3194 0 0</inkml:trace>
</inkml:ink>
</file>

<file path=ppt/ink/ink2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57.247"/>
    </inkml:context>
    <inkml:brush xml:id="br0">
      <inkml:brushProperty name="width" value="0.1" units="cm"/>
      <inkml:brushProperty name="height" value="0.1" units="cm"/>
      <inkml:brushProperty name="color" value="#004F8B"/>
    </inkml:brush>
  </inkml:definitions>
  <inkml:trace contextRef="#ctx0" brushRef="#br0">238 46 5529 0 0,'-3'-4'357'0'0,"0"0"0"0"0,0 1-1 0 0,0-1 1 0 0,0 1 0 0 0,-1 0-1 0 0,0 0 1 0 0,1 1 0 0 0,-1-1-1 0 0,0 1 1 0 0,0-1 0 0 0,0 1-1 0 0,-1 1 1 0 0,1-1 0 0 0,0 0-1 0 0,-1 1 1 0 0,1 0 0 0 0,-1 0-1 0 0,1 1 1 0 0,-1-1 0 0 0,0 1-1 0 0,-5 0 1 0 0,5 1-10 0 0,-1 0 0 0 0,1 0 0 0 0,0 0 0 0 0,0 1 0 0 0,0 0 1 0 0,0 0-1 0 0,1 1 0 0 0,-1-1 0 0 0,0 1 0 0 0,1 0 0 0 0,0 0 0 0 0,0 0 0 0 0,0 1 0 0 0,0-1 1 0 0,0 1-1 0 0,1 0 0 0 0,-1 0 0 0 0,-2 5 0 0 0,-3 5-21 0 0,1 0-1 0 0,0 0 1 0 0,1 0-1 0 0,-9 27 1 0 0,14-35-315 0 0,0-1 1 0 0,1 0-1 0 0,-1 1 0 0 0,1-1 1 0 0,1 1-1 0 0,-1-1 0 0 0,1 1 1 0 0,0-1-1 0 0,0 1 0 0 0,1-1 1 0 0,-1 1-1 0 0,1-1 1 0 0,0 1-1 0 0,1-1 0 0 0,-1 0 1 0 0,1 1-1 0 0,3 5 0 0 0,-4-9-66 0 0,0-1 0 0 0,0 1 0 0 0,0-1 0 0 0,1 1 1 0 0,-1-1-1 0 0,0 1 0 0 0,1-1 0 0 0,-1 0 0 0 0,1 0 0 0 0,-1 0 0 0 0,1 1 0 0 0,-1-2 0 0 0,1 1 0 0 0,0 0 0 0 0,0 0 0 0 0,-1 0 0 0 0,1-1 0 0 0,0 1 0 0 0,0-1 0 0 0,2 1 0 0 0,0-1-211 0 0,-1 0 1 0 0,1-1-1 0 0,-1 1 0 0 0,1-1 0 0 0,-1 1 0 0 0,1-1 1 0 0,-1 0-1 0 0,0 0 0 0 0,0-1 0 0 0,5-1 0 0 0,3-4-767 0 0,0 0 0 0 0,0 0-1 0 0,-1-1 1 0 0,17-17 0 0 0,-13 10 1364 0 0,-1-1 0 0 0,-1-1 0 0 0,0 0 0 0 0,-1-1 0 0 0,11-24 0 0 0,-12 23 1347 0 0,-9 17-1476 0 0,-1 1-1 0 0,1 0 0 0 0,0 0 0 0 0,-1-1 1 0 0,1 1-1 0 0,0 0 0 0 0,0 0 0 0 0,0 0 1 0 0,0 0-1 0 0,0 0 0 0 0,0 0 0 0 0,0 0 0 0 0,0 0 1 0 0,0 0-1 0 0,0 1 0 0 0,1-1 0 0 0,-1 0 1 0 0,0 1-1 0 0,2-1 0 0 0,-2 1-114 0 0,1 0 0 0 0,-1 0 0 0 0,0 0 0 0 0,0 0 0 0 0,0 0 0 0 0,0 1 0 0 0,0-1 0 0 0,0 0 0 0 0,0 1 0 0 0,0-1 0 0 0,0 1 0 0 0,-1-1 0 0 0,1 1 0 0 0,0 0 0 0 0,0-1 0 0 0,0 1 0 0 0,0 0 0 0 0,-1-1 0 0 0,1 1 0 0 0,0 1 0 0 0,5 6-4 0 0,0 1 0 0 0,-1 0 0 0 0,0 0 0 0 0,5 13 1 0 0,-2-5 31 0 0,22 28-1971 0 0</inkml:trace>
</inkml:ink>
</file>

<file path=ppt/ink/ink2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57.833"/>
    </inkml:context>
    <inkml:brush xml:id="br0">
      <inkml:brushProperty name="width" value="0.1" units="cm"/>
      <inkml:brushProperty name="height" value="0.1" units="cm"/>
      <inkml:brushProperty name="color" value="#004F8B"/>
    </inkml:brush>
  </inkml:definitions>
  <inkml:trace contextRef="#ctx0" brushRef="#br0">1 0 8290 0 0,'1'1'146'0'0,"1"-1"1"0"0,0 0 0 0 0,-1 1 0 0 0,1-1-1 0 0,-1 1 1 0 0,1-1 0 0 0,-1 1-1 0 0,1 0 1 0 0,-1 0 0 0 0,0 0-1 0 0,1 0 1 0 0,-1 0 0 0 0,0 0-1 0 0,0 0 1 0 0,0 0 0 0 0,1 0-1 0 0,-1 0 1 0 0,1 3 0 0 0,18 30 2128 0 0,-12-20-1907 0 0,29 64 1413 0 0,-28-57-1796 0 0,0 0 1 0 0,2-1 0 0 0,14 21-1 0 0,-24-39-30 0 0,0-1 0 0 0,-1 0 0 0 0,1 1 0 0 0,0-1 0 0 0,0 0 0 0 0,0 0 0 0 0,0 0 0 0 0,0 0 0 0 0,0 0 0 0 0,0 0-1 0 0,0 0 1 0 0,1 0 0 0 0,-1-1 0 0 0,0 1 0 0 0,0 0 0 0 0,1-1 0 0 0,-1 1 0 0 0,2 0 0 0 0,-2-2-66 0 0,-1 0-1 0 0,1 1 1 0 0,0-1-1 0 0,-1 0 1 0 0,1 0 0 0 0,-1 0-1 0 0,1 0 1 0 0,-1 0 0 0 0,1 0-1 0 0,-1 0 1 0 0,0 0-1 0 0,1 0 1 0 0,-1 0 0 0 0,0 0-1 0 0,0 0 1 0 0,0 0 0 0 0,0 0-1 0 0,0 0 1 0 0,0 0-1 0 0,0 0 1 0 0,0 0 0 0 0,0 0-1 0 0,-1 0 1 0 0,1-2 0 0 0,-1-8-182 0 0,2-1 0 0 0,-1 0 0 0 0,2 0 0 0 0,0 0 1 0 0,0 1-1 0 0,1-1 0 0 0,5-13 0 0 0,-3 11 1063 0 0,1 0 0 0 0,1 1 0 0 0,0-1-1 0 0,1 1 1 0 0,11-14 0 0 0,-18 25-543 0 0,0 0 0 0 0,1 1 1 0 0,-1-1-1 0 0,0 1 0 0 0,1-1 0 0 0,-1 1 0 0 0,0 0 0 0 0,1-1 1 0 0,0 1-1 0 0,-1 0 0 0 0,1 0 0 0 0,0 0 0 0 0,-1 0 1 0 0,1 1-1 0 0,0-1 0 0 0,0 0 0 0 0,0 1 0 0 0,0-1 0 0 0,0 1 1 0 0,0-1-1 0 0,0 1 0 0 0,0 0 0 0 0,2 0 0 0 0,-1 1-97 0 0,0 0-1 0 0,-1 0 1 0 0,1 0-1 0 0,-1 0 1 0 0,1 1-1 0 0,-1-1 1 0 0,0 1-1 0 0,1-1 1 0 0,-1 1-1 0 0,0 0 0 0 0,0 0 1 0 0,0 0-1 0 0,0 0 1 0 0,2 3-1 0 0,5 9-102 0 0,0 0 0 0 0,-1 1 1 0 0,-1-1-1 0 0,7 21 0 0 0,0 11-360 0 0,-12-34-433 0 0,2 0 0 0 0,0 0 0 0 0,0-1 0 0 0,6 12 0 0 0,8-31-6736 0 0,-4-25 6192 0 0,-13 30 1008 0 0,10-31 226 0 0,-7 18 1569 0 0,0 1-1 0 0,2 0 0 0 0,0 0 1 0 0,11-19-1 0 0,-16 31-1286 0 0,0 1-1 0 0,1 0 1 0 0,0-1-1 0 0,-1 1 1 0 0,1 0-1 0 0,0 0 1 0 0,0 0-1 0 0,0 0 1 0 0,0 0-1 0 0,0 0 1 0 0,1 1-1 0 0,-1-1 1 0 0,1 1-1 0 0,-1 0 1 0 0,1-1-1 0 0,-1 1 1 0 0,1 0-1 0 0,0 0 1 0 0,-1 1-1 0 0,1-1 1 0 0,0 1-1 0 0,0-1 1 0 0,-1 1-1 0 0,1 0 1 0 0,0 0-1 0 0,0 0 1 0 0,0 0-1 0 0,-1 1 1 0 0,1-1-1 0 0,5 2 1 0 0,-5 0-447 0 0,1-1 1 0 0,-1 1-1 0 0,1 0 0 0 0,-1 1 1 0 0,0-1-1 0 0,0 0 1 0 0,0 1-1 0 0,0 0 0 0 0,0 0 1 0 0,2 3-1 0 0,10 8-1896 0 0,-5-4 683 0 0</inkml:trace>
</inkml:ink>
</file>

<file path=ppt/ink/ink2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6:58.611"/>
    </inkml:context>
    <inkml:brush xml:id="br0">
      <inkml:brushProperty name="width" value="0.1" units="cm"/>
      <inkml:brushProperty name="height" value="0.1" units="cm"/>
      <inkml:brushProperty name="color" value="#004F8B"/>
    </inkml:brush>
  </inkml:definitions>
  <inkml:trace contextRef="#ctx0" brushRef="#br0">36 12 7370 0 0,'-3'-2'617'0'0,"-29"-8"12249"0"0,33 28-11581 0 0,16 79-467 0 0,-15-74-828 0 0,1 0 0 0 0,1 0-1 0 0,1 0 1 0 0,1-1 0 0 0,1 1 0 0 0,15 29 0 0 0,-21-49-69 0 0,0 0 0 0 0,1-1-1 0 0,-1 1 1 0 0,1-1 0 0 0,0 0 0 0 0,0 1 0 0 0,0-1 0 0 0,0 0-1 0 0,0 0 1 0 0,0 0 0 0 0,0 0 0 0 0,1 0 0 0 0,3 1 0 0 0,-3-38-2982 0 0,0 18 3330 0 0,1 0 0 0 0,1 1 0 0 0,14-32 0 0 0,2-5 647 0 0,0-5 141 0 0,-19 53-984 0 0,1 0-1 0 0,-1 0 1 0 0,1 0 0 0 0,0 1 0 0 0,0-1 0 0 0,0 1-1 0 0,0 0 1 0 0,1 0 0 0 0,4-4 0 0 0,-7 7-57 0 0,0 1 1 0 0,1-1-1 0 0,-1 1 1 0 0,0 0-1 0 0,0-1 1 0 0,0 1-1 0 0,0 0 0 0 0,0 0 1 0 0,1 0-1 0 0,-1 0 1 0 0,0 0-1 0 0,0 0 1 0 0,0 0-1 0 0,1 0 1 0 0,-1 0-1 0 0,0 1 1 0 0,0-1-1 0 0,0 0 1 0 0,0 1-1 0 0,0-1 0 0 0,0 1 1 0 0,0-1-1 0 0,0 1 1 0 0,0 0-1 0 0,0-1 1 0 0,0 1-1 0 0,0 0 1 0 0,0 0-1 0 0,0 0 1 0 0,0 0-1 0 0,-1-1 0 0 0,1 1 1 0 0,0 0-1 0 0,0 2 1 0 0,26 41 50 0 0,-25-40-14 0 0,27 61-43 0 0,-19-39 111 0 0,23 40 1 0 0,-28-58-1202 0 0,0-1 1 0 0,1 1-1 0 0,0-1 1 0 0,0 0-1 0 0,8 6 1 0 0</inkml:trace>
</inkml:ink>
</file>

<file path=ppt/ink/ink2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1.085"/>
    </inkml:context>
    <inkml:brush xml:id="br0">
      <inkml:brushProperty name="width" value="0.1" units="cm"/>
      <inkml:brushProperty name="height" value="0.1" units="cm"/>
      <inkml:brushProperty name="color" value="#004F8B"/>
    </inkml:brush>
  </inkml:definitions>
  <inkml:trace contextRef="#ctx0" brushRef="#br0">62 0 11522 0 0,'-29'14'4759'0'0,"26"-12"-4650"0"0,0 1 0 0 0,1-1 1 0 0,-1 1-1 0 0,1-1 0 0 0,0 1 0 0 0,-1 0 0 0 0,1 0 1 0 0,1 0-1 0 0,-1 1 0 0 0,0-1 0 0 0,1 0 1 0 0,-1 0-1 0 0,1 1 0 0 0,0-1 0 0 0,0 1 1 0 0,1-1-1 0 0,-1 1 0 0 0,1 0 0 0 0,0-1 1 0 0,0 1-1 0 0,0 0 0 0 0,0-1 0 0 0,0 1 0 0 0,2 4 1 0 0,1 11 9 0 0,0-1 1 0 0,2-1-1 0 0,8 25 1 0 0,2-2-289 0 0,28 55 1 0 0,-38-84-29 0 0,1-1-1 0 0,0 0 1 0 0,1 0 0 0 0,0 0 0 0 0,1-1 0 0 0,0 0 0 0 0,0-1 0 0 0,1 0 0 0 0,-1 0 0 0 0,14 8 0 0 0,-18-14 54 0 0,0 0 0 0 0,0 0 1 0 0,0-1-1 0 0,0 1 0 0 0,0-1 0 0 0,0 0 0 0 0,0 0 1 0 0,0 0-1 0 0,1-1 0 0 0,-1 0 0 0 0,0 0 0 0 0,0 0 1 0 0,1 0-1 0 0,-1 0 0 0 0,0-1 0 0 0,0 0 0 0 0,0 0 1 0 0,0 0-1 0 0,1 0 0 0 0,-2-1 0 0 0,1 1 0 0 0,5-4 1 0 0,-1 0-347 0 0,0 0 0 0 0,0 0 0 0 0,-1-1 0 0 0,0 0 0 0 0,0-1 0 0 0,0 0 0 0 0,-1 0 1 0 0,10-14-1 0 0,-4 1-3019 0 0</inkml:trace>
</inkml:ink>
</file>

<file path=ppt/ink/ink2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1.476"/>
    </inkml:context>
    <inkml:brush xml:id="br0">
      <inkml:brushProperty name="width" value="0.1" units="cm"/>
      <inkml:brushProperty name="height" value="0.1" units="cm"/>
      <inkml:brushProperty name="color" value="#004F8B"/>
    </inkml:brush>
  </inkml:definitions>
  <inkml:trace contextRef="#ctx0" brushRef="#br0">19 1 14283 0 0,'-1'0'105'0'0,"0"1"0"0"0,-1-1-1 0 0,1 1 1 0 0,0-1 0 0 0,0 1 0 0 0,0 0-1 0 0,0 0 1 0 0,1-1 0 0 0,-1 1 0 0 0,0 0 0 0 0,0 0-1 0 0,0 0 1 0 0,1 0 0 0 0,-1 0 0 0 0,0 0-1 0 0,1 0 1 0 0,-1 0 0 0 0,1 0 0 0 0,-1 0 0 0 0,1 0-1 0 0,0 1 1 0 0,-1-1 0 0 0,1 0 0 0 0,0 0-1 0 0,0 0 1 0 0,0 1 0 0 0,0-1 0 0 0,0 0 0 0 0,0 0-1 0 0,0 0 1 0 0,0 2 0 0 0,2 49 555 0 0,-1-44-400 0 0,1 23 182 0 0,11 52-1 0 0,-11-74-458 0 0,0-1-1 0 0,1 1 1 0 0,0-1-1 0 0,0 0 1 0 0,1 0-1 0 0,0 0 1 0 0,0-1-1 0 0,1 1 1 0 0,0-1-1 0 0,0 0 1 0 0,7 7-1 0 0,-11-13-2 0 0,0 0 0 0 0,1 1 0 0 0,-1-1 0 0 0,1 0 0 0 0,-1 0 0 0 0,1 0 0 0 0,0 0 0 0 0,-1 0 0 0 0,1 0 0 0 0,0 0 0 0 0,0-1 0 0 0,-1 1 0 0 0,1-1 0 0 0,0 1 0 0 0,0-1 0 0 0,0 0 0 0 0,0 1 0 0 0,0-1 0 0 0,0 0 0 0 0,0 0 0 0 0,0-1 0 0 0,0 1 0 0 0,1-1 0 0 0,0 0-35 0 0,0 0-1 0 0,0 0 1 0 0,0-1-1 0 0,0 0 1 0 0,-1 1-1 0 0,1-1 1 0 0,-1 0 0 0 0,1-1-1 0 0,-1 1 1 0 0,0 0-1 0 0,0 0 1 0 0,3-6 0 0 0,0 1-96 0 0,0-1 1 0 0,0 0 0 0 0,-1 0-1 0 0,-1-1 1 0 0,1 1 0 0 0,-1-1-1 0 0,-1 1 1 0 0,3-18 0 0 0,-5 18 275 0 0,0 0 0 0 0,-1 0 1 0 0,0 1-1 0 0,-1-1 1 0 0,0 1-1 0 0,0-1 0 0 0,0 1 1 0 0,-1 0-1 0 0,0 0 0 0 0,-1 0 1 0 0,1 0-1 0 0,-1 1 1 0 0,-1-1-1 0 0,1 1 0 0 0,-1 0 1 0 0,-8-8-1 0 0,10 11-96 0 0,0 0 0 0 0,0 1 0 0 0,0-1 0 0 0,0 1 0 0 0,0 0 0 0 0,-1 0 0 0 0,1 0 0 0 0,-1 0 0 0 0,1 1 0 0 0,-1-1 0 0 0,0 1 0 0 0,1 0 0 0 0,-1 0 0 0 0,0 0 0 0 0,0 1 0 0 0,0-1 0 0 0,0 1 0 0 0,-4 0 0 0 0,4 1-218 0 0,1 0-1 0 0,-1-1 0 0 0,1 2 1 0 0,0-1-1 0 0,-1 0 1 0 0,1 1-1 0 0,0-1 0 0 0,0 1 1 0 0,-1 0-1 0 0,2 0 1 0 0,-1 0-1 0 0,0 1 0 0 0,0-1 1 0 0,-2 4-1 0 0</inkml:trace>
</inkml:ink>
</file>

<file path=ppt/ink/ink2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1.860"/>
    </inkml:context>
    <inkml:brush xml:id="br0">
      <inkml:brushProperty name="width" value="0.1" units="cm"/>
      <inkml:brushProperty name="height" value="0.1" units="cm"/>
      <inkml:brushProperty name="color" value="#004F8B"/>
    </inkml:brush>
  </inkml:definitions>
  <inkml:trace contextRef="#ctx0" brushRef="#br0">0 6 10138 0 0,'3'-5'2227'0'0,"-3"5"-2145"0"0,0 0 0 0 0,1 0 1 0 0,-1 0-1 0 0,0 0 1 0 0,0 0-1 0 0,0-1 1 0 0,1 1-1 0 0,-1 0 1 0 0,0 0-1 0 0,0 0 1 0 0,0 0-1 0 0,1 0 1 0 0,-1 0-1 0 0,0 1 0 0 0,0-1 1 0 0,1 0-1 0 0,-1 0 1 0 0,0 0-1 0 0,0 0 1 0 0,1 0-1 0 0,15 8 2496 0 0,13 15 282 0 0,66 103-1179 0 0,-95-125-1681 0 0,0-1-1 0 0,0 0 1 0 0,1 1 0 0 0,-1-1-1 0 0,0 0 1 0 0,0 1 0 0 0,1-1-1 0 0,-1 0 1 0 0,0 1 0 0 0,0-1-1 0 0,1 0 1 0 0,-1 0 0 0 0,0 1-1 0 0,1-1 1 0 0,-1 0 0 0 0,0 0-1 0 0,1 0 1 0 0,-1 0-1 0 0,0 1 1 0 0,1-1 0 0 0,-1 0-1 0 0,0 0 1 0 0,1 0 0 0 0,-1 0-1 0 0,1 0 1 0 0,-1 0 0 0 0,0 0-1 0 0,1 0 1 0 0,-1 0 0 0 0,1 0-1 0 0,-1 0 1 0 0,0 0 0 0 0,1 0-1 0 0,-1 0 1 0 0,0 0-1 0 0,1-1 1 0 0,-1 1 0 0 0,0 0-1 0 0,1 0 1 0 0,-1 0 0 0 0,0-1-1 0 0,1 1 1 0 0,-1 0 0 0 0,0 0-1 0 0,1-1 1 0 0,-1 1 0 0 0,0 0-1 0 0,0 0 1 0 0,1-1 0 0 0,-1 1-1 0 0,0 0 1 0 0,0-1-1 0 0,0 1 1 0 0,1-1 0 0 0,-1 1-1 0 0,0 0 1 0 0,0-1 0 0 0,0 1-1 0 0,0 0 1 0 0,0-1 0 0 0,0 1-1 0 0,0-1 1 0 0,0 1 0 0 0,0 0-1 0 0,0-1 1 0 0,0 0 0 0 0,5-39-504 0 0,-4 23 574 0 0,0 11 18 0 0,0 1 0 0 0,0 0 0 0 0,0 0 0 0 0,1 0 0 0 0,0 0-1 0 0,0 0 1 0 0,0 1 0 0 0,0-1 0 0 0,1 1 0 0 0,0-1 0 0 0,0 1 0 0 0,0 0 0 0 0,0 0 0 0 0,1 0 0 0 0,-1 0 0 0 0,1 1 0 0 0,0-1 0 0 0,5-2 0 0 0,-7 5-82 0 0,-1 1 1 0 0,0 0-1 0 0,0 0 0 0 0,1 0 1 0 0,-1 0-1 0 0,0 0 1 0 0,1 0-1 0 0,-1 0 0 0 0,0 0 1 0 0,0 0-1 0 0,1 1 1 0 0,-1-1-1 0 0,0 0 0 0 0,0 1 1 0 0,1-1-1 0 0,-1 1 0 0 0,0-1 1 0 0,0 1-1 0 0,0 0 1 0 0,0 0-1 0 0,0-1 0 0 0,0 1 1 0 0,0 0-1 0 0,0 0 1 0 0,0 0-1 0 0,0 0 0 0 0,-1 0 1 0 0,1 0-1 0 0,1 2 1 0 0,22 39-585 0 0,-19-31-182 0 0</inkml:trace>
</inkml:ink>
</file>

<file path=ppt/ink/ink2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2.207"/>
    </inkml:context>
    <inkml:brush xml:id="br0">
      <inkml:brushProperty name="width" value="0.1" units="cm"/>
      <inkml:brushProperty name="height" value="0.1" units="cm"/>
      <inkml:brushProperty name="color" value="#004F8B"/>
    </inkml:brush>
  </inkml:definitions>
  <inkml:trace contextRef="#ctx0" brushRef="#br0">54 30 6449 0 0,'1'-1'288'0'0,"-1"0"0"0"0,1 0-1 0 0,-1 1 1 0 0,0-1 0 0 0,1 0-1 0 0,-1 0 1 0 0,0 0 0 0 0,0 0-1 0 0,1 0 1 0 0,-1 1 0 0 0,0-1 0 0 0,0 0-1 0 0,0 0 1 0 0,0 0 0 0 0,0 0-1 0 0,0 0 1 0 0,-1 0 0 0 0,1 1-1 0 0,0-1 1 0 0,0 0 0 0 0,-1 0-1 0 0,1 0 1 0 0,0 0 0 0 0,-1 1-1 0 0,1-1 1 0 0,-1 0 0 0 0,-2-3 1438 0 0,2 4-1439 0 0,0-1 1 0 0,0 0 0 0 0,-12 3 3341 0 0,-1 13-3342 0 0,11-9-179 0 0,0 0 0 0 0,1 0 0 0 0,-1 1 0 0 0,1-1 0 0 0,0 1 0 0 0,0-1 0 0 0,1 1 0 0 0,0 0 0 0 0,0-1 0 0 0,1 1 0 0 0,0 0-1 0 0,1 12 1 0 0,0-16-151 0 0,0 0-1 0 0,0 0 0 0 0,0 0 0 0 0,0 0 0 0 0,0 0 0 0 0,0 0 0 0 0,1 0 0 0 0,0 0 0 0 0,0-1 0 0 0,-1 1 0 0 0,1-1 0 0 0,1 1 0 0 0,-1-1 0 0 0,0 0 0 0 0,1 0 0 0 0,-1 0 0 0 0,1 0 1 0 0,-1 0-1 0 0,1 0 0 0 0,0-1 0 0 0,0 1 0 0 0,0-1 0 0 0,0 0 0 0 0,0 0 0 0 0,0 0 0 0 0,0 0 0 0 0,0-1 0 0 0,7 1 0 0 0,6 1-515 0 0,0-2 0 0 0,30-2-1 0 0,-35 0 161 0 0,1 1 0 0 0,-1 0 0 0 0,0 1-1 0 0,1 1 1 0 0,-1 0 0 0 0,1 0 0 0 0,21 7-1 0 0,-32-8 384 0 0,1 0 0 0 0,-1 1 0 0 0,0-1-1 0 0,0 1 1 0 0,0-1 0 0 0,0 1-1 0 0,0 0 1 0 0,0-1 0 0 0,0 1-1 0 0,0 0 1 0 0,-1 0 0 0 0,1-1 0 0 0,0 1-1 0 0,0 0 1 0 0,-1 0 0 0 0,1 0-1 0 0,0 0 1 0 0,-1 0 0 0 0,1 0 0 0 0,-1 0-1 0 0,1 1 1 0 0,-1-1 0 0 0,0 0-1 0 0,1 2 1 0 0,-1-1 33 0 0,0 0 0 0 0,0 1 0 0 0,0-1 0 0 0,-1 1 0 0 0,1-1 0 0 0,-1 0 0 0 0,0 1 0 0 0,1-1 0 0 0,-1 0 0 0 0,0 0 1 0 0,-2 4-1 0 0,-2 1-186 0 0,1 0 1 0 0,-2 0-1 0 0,1 0 1 0 0,-1 0-1 0 0,-11 10 1 0 0,5-8-5100 0 0</inkml:trace>
</inkml:ink>
</file>

<file path=ppt/ink/ink2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2.445"/>
    </inkml:context>
    <inkml:brush xml:id="br0">
      <inkml:brushProperty name="width" value="0.1" units="cm"/>
      <inkml:brushProperty name="height" value="0.1" units="cm"/>
      <inkml:brushProperty name="color" value="#004F8B"/>
    </inkml:brush>
  </inkml:definitions>
  <inkml:trace contextRef="#ctx0" brushRef="#br0">10 0 10138 0 0,'-9'6'7110'0'0,"9"-5"-6907"0"0,4 17 3097 0 0,20 26-2426 0 0,-16-30-265 0 0,17 40-593 0 0,-3 1 0 0 0,28 104 0 0 0,-28-84-2628 0 0,-14-46-4543 0 0</inkml:trace>
</inkml:ink>
</file>

<file path=ppt/ink/ink2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2.635"/>
    </inkml:context>
    <inkml:brush xml:id="br0">
      <inkml:brushProperty name="width" value="0.1" units="cm"/>
      <inkml:brushProperty name="height" value="0.1" units="cm"/>
      <inkml:brushProperty name="color" value="#004F8B"/>
    </inkml:brush>
  </inkml:definitions>
  <inkml:trace contextRef="#ctx0" brushRef="#br0">1 96 9674 0 0,'0'0'864'0'0,"1"0"-696"0"0,0 0-168 0 0,1-1 0 0 0,2 0 1609 0 0,0-1-729 0 0,3 0 8 0 0,4-2-112 0 0,-2-2-16 0 0,1-1-8 0 0,1-1 1 0 0,1 0-1169 0 0,3-4-241 0 0,1-1-47 0 0,2-2 0 0 0,-3-1 544 0 0</inkml:trace>
</inkml:ink>
</file>

<file path=ppt/ink/ink2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3.271"/>
    </inkml:context>
    <inkml:brush xml:id="br0">
      <inkml:brushProperty name="width" value="0.1" units="cm"/>
      <inkml:brushProperty name="height" value="0.1" units="cm"/>
      <inkml:brushProperty name="color" value="#004F8B"/>
    </inkml:brush>
  </inkml:definitions>
  <inkml:trace contextRef="#ctx0" brushRef="#br0">145 51 1840 0 0,'-6'0'803'0'0,"1"0"0"0"0,-1 1 0 0 0,0 0 0 0 0,0 0 0 0 0,1 0 0 0 0,-1 1 0 0 0,0-1 0 0 0,1 1 0 0 0,0 1 0 0 0,-1-1 0 0 0,-6 5 0 0 0,7-3-379 0 0,0 0 1 0 0,0 0-1 0 0,0 1 1 0 0,0-1-1 0 0,1 1 1 0 0,0 0-1 0 0,0 0 1 0 0,0 1 0 0 0,-4 7-1 0 0,4-6-368 0 0,1 0-1 0 0,0 1 1 0 0,0-1 0 0 0,1 1 0 0 0,0-1-1 0 0,1 1 1 0 0,-1 0 0 0 0,1-1-1 0 0,1 1 1 0 0,-1 0 0 0 0,2 0-1 0 0,-1 0 1 0 0,1 0 0 0 0,0-1 0 0 0,0 1-1 0 0,1 0 1 0 0,5 12 0 0 0,-7-18-87 0 0,0-1 0 0 0,1 0 0 0 0,-1 1 0 0 0,1-1 0 0 0,-1 0 0 0 0,1 1 0 0 0,-1-1 0 0 0,1 0 0 0 0,0 0 1 0 0,0 0-1 0 0,0 0 0 0 0,0 0 0 0 0,0 0 0 0 0,0 0 0 0 0,0 0 0 0 0,0 0 0 0 0,0 0 0 0 0,0 0 1 0 0,0 0-1 0 0,0-1 0 0 0,1 1 0 0 0,-1-1 0 0 0,0 1 0 0 0,1-1 0 0 0,-1 1 0 0 0,0-1 0 0 0,1 0 0 0 0,-1 1 1 0 0,0-1-1 0 0,1 0 0 0 0,-1 0 0 0 0,1 0 0 0 0,-1 0 0 0 0,0 0 0 0 0,1-1 0 0 0,-1 1 0 0 0,1 0 0 0 0,-1-1 1 0 0,0 1-1 0 0,0 0 0 0 0,1-1 0 0 0,-1 0 0 0 0,0 1 0 0 0,0-1 0 0 0,1 0 0 0 0,-1 0 0 0 0,1-1 1 0 0,4-3-417 0 0,0 1 0 0 0,0-1 0 0 0,-1-1 1 0 0,0 1-1 0 0,0-1 0 0 0,0 0 0 0 0,5-9 0 0 0,8-23-417 0 0,8-15 1954 0 0,-25 50-770 0 0,1 0 0 0 0,0 0 0 0 0,1 0 0 0 0,-1 0 0 0 0,1 0 0 0 0,-1 0 0 0 0,1 1 0 0 0,0-1-1 0 0,0 1 1 0 0,0 0 0 0 0,6-3 0 0 0,-8 4-214 0 0,0 1-1 0 0,0 0 1 0 0,-1 0-1 0 0,1 0 0 0 0,0 0 1 0 0,0 0-1 0 0,-1 1 1 0 0,1-1-1 0 0,0 0 1 0 0,0 0-1 0 0,0 0 0 0 0,-1 1 1 0 0,1-1-1 0 0,0 0 1 0 0,-1 1-1 0 0,1-1 0 0 0,0 1 1 0 0,-1-1-1 0 0,1 1 1 0 0,0-1-1 0 0,-1 1 1 0 0,1-1-1 0 0,-1 1 0 0 0,1-1 1 0 0,0 2-1 0 0,16 22 426 0 0,-8-12-407 0 0,-7-10-219 0 0,-1-1 1 0 0,0 1 0 0 0,1 0-1 0 0,-1-1 1 0 0,1 0-1 0 0,0 1 1 0 0,-1-1 0 0 0,1 0-1 0 0,0 0 1 0 0,0 0 0 0 0,0 0-1 0 0,0 0 1 0 0,0 0-1 0 0,0 0 1 0 0,0-1 0 0 0,0 1-1 0 0,0-1 1 0 0,1 1-1 0 0,-1-1 1 0 0,4 0 0 0 0,-4-1-30 0 0,0 1 0 0 0,0-1 1 0 0,1 0-1 0 0,-1 0 0 0 0,0 0 1 0 0,0 0-1 0 0,0 0 0 0 0,0-1 0 0 0,0 1 1 0 0,-1-1-1 0 0,1 1 0 0 0,0-1 1 0 0,-1 0-1 0 0,1 1 0 0 0,-1-1 1 0 0,2-2-1 0 0,5-10 77 0 0,0-1 0 0 0,-1 1 0 0 0,-1-1 1 0 0,7-23-1 0 0,-8 23 1292 0 0,-4 12-1161 0 0,0 1-1 0 0,0-1 1 0 0,0 1 0 0 0,0-1 0 0 0,0 1 0 0 0,0 0 0 0 0,0-1 0 0 0,1 1 0 0 0,-1 0-1 0 0,1 0 1 0 0,0 0 0 0 0,-1 0 0 0 0,1 0 0 0 0,0 1 0 0 0,0-1 0 0 0,0 0 0 0 0,1 1-1 0 0,-1 0 1 0 0,0-1 0 0 0,0 1 0 0 0,1 0 0 0 0,-1 0 0 0 0,1 0 0 0 0,3-1-1 0 0,-1 2 23 0 0,-1 1 0 0 0,0-1 0 0 0,0 0 0 0 0,0 1 0 0 0,0 0 0 0 0,0 0 0 0 0,0 0 0 0 0,0 1 0 0 0,0-1 0 0 0,0 1 0 0 0,0 0 0 0 0,-1 0 0 0 0,1 0 0 0 0,6 6 0 0 0,121 100-1130 0 0,-130-107 910 0 0,0 1 1 0 0,0-1 0 0 0,1 0 0 0 0,-1 0-1 0 0,0 0 1 0 0,1-1 0 0 0,-1 1 0 0 0,1 0-1 0 0,-1 0 1 0 0,1-1 0 0 0,0 1 0 0 0,-1-1-1 0 0,1 0 1 0 0,0 1 0 0 0,-1-1 0 0 0,1 0-1 0 0,0 0 1 0 0,-1 0 0 0 0,1 0 0 0 0,0 0-1 0 0,-1 0 1 0 0,1-1 0 0 0,0 1 0 0 0,2-1-1 0 0</inkml:trace>
</inkml:ink>
</file>

<file path=ppt/ink/ink2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3.491"/>
    </inkml:context>
    <inkml:brush xml:id="br0">
      <inkml:brushProperty name="width" value="0.1" units="cm"/>
      <inkml:brushProperty name="height" value="0.1" units="cm"/>
      <inkml:brushProperty name="color" value="#004F8B"/>
    </inkml:brush>
  </inkml:definitions>
  <inkml:trace contextRef="#ctx0" brushRef="#br0">6 3 14283 0 0,'-4'-3'3991'0'0,"2"14"-2102"0"0,4 15-674 0 0,13 18-747 0 0,1 0 0 0 0,3 0 1 0 0,42 72-1 0 0,-5-11-122 0 0,41 74-1985 0 0,-88-160 389 0 0</inkml:trace>
</inkml:ink>
</file>

<file path=ppt/ink/ink2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3.668"/>
    </inkml:context>
    <inkml:brush xml:id="br0">
      <inkml:brushProperty name="width" value="0.1" units="cm"/>
      <inkml:brushProperty name="height" value="0.1" units="cm"/>
      <inkml:brushProperty name="color" value="#004F8B"/>
    </inkml:brush>
  </inkml:definitions>
  <inkml:trace contextRef="#ctx0" brushRef="#br0">11 106 10594 0 0,'-7'3'944'0'0,"3"-5"601"0"0,8 1-809 0 0,2-2 8 0 0,3-2 288 0 0,5-2 57 0 0,5-1 15 0 0,2-3 0 0 0,2 1-680 0 0,0-2-136 0 0,2 0-24 0 0,12-8-5529 0 0,-5 3-1104 0 0</inkml:trace>
</inkml:ink>
</file>

<file path=ppt/ink/ink2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4.953"/>
    </inkml:context>
    <inkml:brush xml:id="br0">
      <inkml:brushProperty name="width" value="0.1" units="cm"/>
      <inkml:brushProperty name="height" value="0.1" units="cm"/>
      <inkml:brushProperty name="color" value="#004F8B"/>
    </inkml:brush>
  </inkml:definitions>
  <inkml:trace contextRef="#ctx0" brushRef="#br0">698 140 4609 0 0,'11'-48'1581'0'0,"16"-43"11105"0"0,-20 113-10486 0 0,-14 34-1410 0 0,-27 110-1 0 0,15-83-767 0 0,-74 354-182 0 0,72-356 58 0 0,-45 109 0 0 0,-47 72-272 0 0,10-27 188 0 0,77-171 120 0 0,-221 489 1024 0 0,233-532-2175 0 0</inkml:trace>
</inkml:ink>
</file>

<file path=ppt/ink/ink2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5.224"/>
    </inkml:context>
    <inkml:brush xml:id="br0">
      <inkml:brushProperty name="width" value="0.1" units="cm"/>
      <inkml:brushProperty name="height" value="0.1" units="cm"/>
      <inkml:brushProperty name="color" value="#004F8B"/>
    </inkml:brush>
  </inkml:definitions>
  <inkml:trace contextRef="#ctx0" brushRef="#br0">13 0 6913 0 0,'-12'6'12818'0'0,"14"4"-14130"0"0,1 12 1810 0 0,1 0 1 0 0,1-1-1 0 0,1 1 1 0 0,1-1-1 0 0,15 30 1 0 0,-18-43-436 0 0,1 1-1 0 0,1-1 1 0 0,-1 0-1 0 0,2-1 1 0 0,-1 0-1 0 0,1 0 1 0 0,0 0 0 0 0,0-1-1 0 0,0 1 1 0 0,1-2-1 0 0,0 1 1 0 0,1-1 0 0 0,-1-1-1 0 0,17 7 1 0 0,-13-6-23 0 0,0-1 1 0 0,0-1 0 0 0,0 0-1 0 0,1-1 1 0 0,-1 0 0 0 0,1-1-1 0 0,0 0 1 0 0,-1-1-1 0 0,1-1 1 0 0,0 0 0 0 0,-1 0-1 0 0,1-2 1 0 0,-1 1 0 0 0,0-1-1 0 0,1-1 1 0 0,-1 0-1 0 0,-1-1 1 0 0,1-1 0 0 0,-1 1-1 0 0,0-2 1 0 0,0 1-1 0 0,-1-2 1 0 0,0 1 0 0 0,0-1-1 0 0,13-14 1 0 0,55-62-113 0 0,-49 44-6780 0 0</inkml:trace>
</inkml:ink>
</file>

<file path=ppt/ink/ink2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5.795"/>
    </inkml:context>
    <inkml:brush xml:id="br0">
      <inkml:brushProperty name="width" value="0.1" units="cm"/>
      <inkml:brushProperty name="height" value="0.1" units="cm"/>
      <inkml:brushProperty name="color" value="#004F8B"/>
    </inkml:brush>
  </inkml:definitions>
  <inkml:trace contextRef="#ctx0" brushRef="#br0">140 142 3393 0 0,'-36'19'274'0'0,"-36"20"1670"0"0,40-8 7832 0 0,53-34-8211 0 0,88-34 1327 0 0,130-62 1 0 0,-46 16-6038 0 0,-170 74-3988 0 0</inkml:trace>
</inkml:ink>
</file>

<file path=ppt/ink/ink2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6.018"/>
    </inkml:context>
    <inkml:brush xml:id="br0">
      <inkml:brushProperty name="width" value="0.1" units="cm"/>
      <inkml:brushProperty name="height" value="0.1" units="cm"/>
      <inkml:brushProperty name="color" value="#004F8B"/>
    </inkml:brush>
  </inkml:definitions>
  <inkml:trace contextRef="#ctx0" brushRef="#br0">1 1 14283 0 0,'0'0'165'0'0,"-1"1"-1"0"0,1 0 1 0 0,0-1-1 0 0,0 1 1 0 0,0 0-1 0 0,0-1 1 0 0,0 1-1 0 0,0 0 1 0 0,0-1-1 0 0,1 1 1 0 0,-1 0-1 0 0,0-1 0 0 0,0 1 1 0 0,0 0-1 0 0,1-1 1 0 0,-1 1-1 0 0,0 0 1 0 0,1-1-1 0 0,-1 1 1 0 0,0-1-1 0 0,1 1 1 0 0,-1-1-1 0 0,1 1 1 0 0,0 0-1 0 0,19 28 1784 0 0,-4-4-366 0 0,-1 9-1271 0 0,-1 1 0 0 0,-2 1 1 0 0,-1 0-1 0 0,-2 0 0 0 0,5 47 0 0 0,20 74-1403 0 0,-26-132-816 0 0,-1-2-5617 0 0</inkml:trace>
</inkml:ink>
</file>

<file path=ppt/ink/ink2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6.399"/>
    </inkml:context>
    <inkml:brush xml:id="br0">
      <inkml:brushProperty name="width" value="0.1" units="cm"/>
      <inkml:brushProperty name="height" value="0.1" units="cm"/>
      <inkml:brushProperty name="color" value="#004F8B"/>
    </inkml:brush>
  </inkml:definitions>
  <inkml:trace contextRef="#ctx0" brushRef="#br0">1 340 7834 0 0,'21'-2'6086'0'0,"-14"0"-5471"0"0,1-1-1 0 0,-1 0 1 0 0,0 0-1 0 0,0-1 1 0 0,0 0-1 0 0,-1 0 1 0 0,1 0-1 0 0,5-6 0 0 0,-2 1-242 0 0,-1 0-1 0 0,0 0 1 0 0,-1-1-1 0 0,12-18 0 0 0,-13 17-347 0 0,0 0 1 0 0,-1-1-1 0 0,0 1 0 0 0,-1-1 0 0 0,-1-1 0 0 0,0 1 0 0 0,0-1 0 0 0,-1 0 0 0 0,-1 0 0 0 0,2-20 1 0 0,-5 27-25 0 0,1-1 0 0 0,-1 1 1 0 0,0 0-1 0 0,0 0 1 0 0,0 0-1 0 0,-1 0 1 0 0,0 0-1 0 0,0 1 0 0 0,-4-8 1 0 0,5 12-7 0 0,0 0 0 0 0,1 0 1 0 0,-1 0-1 0 0,1 0 0 0 0,-1 0 0 0 0,0 0 0 0 0,0 1 1 0 0,0-1-1 0 0,1 0 0 0 0,-1 0 0 0 0,0 1 1 0 0,0-1-1 0 0,0 1 0 0 0,0-1 0 0 0,0 1 1 0 0,0-1-1 0 0,0 1 0 0 0,0-1 0 0 0,0 1 0 0 0,0 0 1 0 0,-3-1-1 0 0,2 2-15 0 0,1-1-1 0 0,-1 1 1 0 0,0 0 0 0 0,0-1-1 0 0,1 1 1 0 0,-1 0 0 0 0,0 0-1 0 0,1 0 1 0 0,-1 0 0 0 0,1 0-1 0 0,-1 0 1 0 0,1 0 0 0 0,-1 1-1 0 0,1-1 1 0 0,0 1 0 0 0,0-1-1 0 0,0 1 1 0 0,-1 1 0 0 0,-2 2-9 0 0,1 1 0 0 0,0-1 1 0 0,0 1-1 0 0,1 0 1 0 0,0 0-1 0 0,0 0 1 0 0,0 0-1 0 0,0 0 1 0 0,1 0-1 0 0,0 0 1 0 0,1 0-1 0 0,-1 1 1 0 0,1-1-1 0 0,1 0 1 0 0,-1 0-1 0 0,1 1 1 0 0,0-1-1 0 0,0 0 0 0 0,1 0 1 0 0,0 0-1 0 0,3 7 1 0 0,-3-7 38 0 0,0-1 0 0 0,1 1 0 0 0,0-1 1 0 0,0 1-1 0 0,0-1 0 0 0,1 0 0 0 0,-1 0 0 0 0,1-1 0 0 0,0 1 0 0 0,1-1 1 0 0,-1 0-1 0 0,1 0 0 0 0,0 0 0 0 0,0-1 0 0 0,0 0 0 0 0,0 0 1 0 0,1 0-1 0 0,-1-1 0 0 0,1 1 0 0 0,0-1 0 0 0,10 2 0 0 0,-9-3 0 0 0,1 0-1 0 0,-1-1 0 0 0,1 0 0 0 0,-1 0 0 0 0,1-1 0 0 0,-1 0 0 0 0,1 0 0 0 0,-1-1 0 0 0,0 0 0 0 0,9-4 1 0 0,-5 2-866 0 0,0-2 0 0 0,0 1 0 0 0,10-9 0 0 0,-3 1-5495 0 0</inkml:trace>
</inkml:ink>
</file>

<file path=ppt/ink/ink2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6.986"/>
    </inkml:context>
    <inkml:brush xml:id="br0">
      <inkml:brushProperty name="width" value="0.1" units="cm"/>
      <inkml:brushProperty name="height" value="0.1" units="cm"/>
      <inkml:brushProperty name="color" value="#004F8B"/>
    </inkml:brush>
  </inkml:definitions>
  <inkml:trace contextRef="#ctx0" brushRef="#br0">0 173 2761 0 0,'7'1'20096'0'0,"5"6"-22309"0"0,-5 0 2455 0 0,0 0-1 0 0,-1 1 1 0 0,0 0-1 0 0,0 1 1 0 0,-1-1 0 0 0,0 1-1 0 0,4 12 1 0 0,4 11-4327 0 0,-7-68 2983 0 0,21-64-1 0 0,-21 84 1154 0 0,0 0 0 0 0,1 0 0 0 0,0 1 1 0 0,2 0-1 0 0,-1 1 0 0 0,15-18 0 0 0,-21 30 76 0 0,-1 0 1 0 0,1-1-1 0 0,0 1 0 0 0,0 0 1 0 0,0 0-1 0 0,1 0 1 0 0,-1 0-1 0 0,0 1 0 0 0,1-1 1 0 0,-1 1-1 0 0,1-1 0 0 0,0 1 1 0 0,-1 0-1 0 0,1 0 1 0 0,0 0-1 0 0,0 0 0 0 0,-1 0 1 0 0,1 1-1 0 0,0-1 1 0 0,0 1-1 0 0,0 0 0 0 0,0 0 1 0 0,0 0-1 0 0,0 0 0 0 0,0 1 1 0 0,0-1-1 0 0,4 2 1 0 0,-3 0-20 0 0,0 0 1 0 0,0 0 0 0 0,0 1 0 0 0,-1-1-1 0 0,1 1 1 0 0,0 0 0 0 0,-1 0 0 0 0,0 0 0 0 0,0 1-1 0 0,0-1 1 0 0,0 1 0 0 0,0 0 0 0 0,-1 0-1 0 0,0 0 1 0 0,0 0 0 0 0,4 8 0 0 0,-1 5-168 0 0,0 0 1 0 0,4 27-1 0 0,3 9-445 0 0,-12-52 507 0 0,0-1 0 0 0,0 1 1 0 0,0-1-1 0 0,0 0 0 0 0,0 1 1 0 0,0-1-1 0 0,0 1 0 0 0,1-1 1 0 0,-1 1-1 0 0,0-1 0 0 0,0 0 1 0 0,0 1-1 0 0,1-1 0 0 0,-1 0 1 0 0,0 1-1 0 0,0-1 0 0 0,1 1 1 0 0,-1-1-1 0 0,0 0 0 0 0,1 0 1 0 0,-1 1-1 0 0,0-1 0 0 0,1 0 1 0 0,-1 0-1 0 0,0 1 0 0 0,1-1 1 0 0,-1 0-1 0 0,1 0 0 0 0,6-8-306 0 0,1-21-908 0 0,-8 27 1077 0 0,0-7-222 0 0,0 0 1 0 0,0 1-1 0 0,1-1 1 0 0,0 0-1 0 0,5-17 1 0 0,-5 24 390 0 0,-1 0 1 0 0,1 0-1 0 0,0 0 0 0 0,1 0 1 0 0,-1 0-1 0 0,0 1 1 0 0,0-1-1 0 0,1 0 0 0 0,-1 1 1 0 0,1-1-1 0 0,-1 1 1 0 0,1-1-1 0 0,0 1 0 0 0,0 0 1 0 0,0 0-1 0 0,-1-1 1 0 0,1 1-1 0 0,0 1 1 0 0,0-1-1 0 0,1 0 0 0 0,-1 0 1 0 0,0 1-1 0 0,0-1 1 0 0,0 1-1 0 0,0 0 0 0 0,0 0 1 0 0,1-1-1 0 0,-1 1 1 0 0,0 1-1 0 0,3-1 0 0 0,-1 1 43 0 0,-1-1-1 0 0,1 1 0 0 0,0 0 1 0 0,-1 0-1 0 0,1 0 1 0 0,-1 1-1 0 0,1-1 0 0 0,-1 1 1 0 0,1 0-1 0 0,-1 0 0 0 0,0 0 1 0 0,5 5-1 0 0,35 38 1572 0 0,-36-36-1398 0 0,2 0 0 0 0,-1 0 0 0 0,13 9 1 0 0,-7-7-632 0 0,-8-6-543 0 0,0-1 0 0 0,0 0-1 0 0,0 0 1 0 0,1 0 0 0 0,0-1 0 0 0,10 4 0 0 0</inkml:trace>
</inkml:ink>
</file>

<file path=ppt/ink/ink2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7.224"/>
    </inkml:context>
    <inkml:brush xml:id="br0">
      <inkml:brushProperty name="width" value="0.1" units="cm"/>
      <inkml:brushProperty name="height" value="0.1" units="cm"/>
      <inkml:brushProperty name="color" value="#004F8B"/>
    </inkml:brush>
  </inkml:definitions>
  <inkml:trace contextRef="#ctx0" brushRef="#br0">1 1 10138 0 0,'-1'10'8405'0'0,"2"-9"-8150"0"0,7 15 1325 0 0,-7-14-1560 0 0,55 121 2423 0 0,-40-84-2599 0 0,-1 1 1 0 0,16 70-1 0 0,-29-78-2111 0 0,-4-19-3368 0 0</inkml:trace>
</inkml:ink>
</file>

<file path=ppt/ink/ink2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7.448"/>
    </inkml:context>
    <inkml:brush xml:id="br0">
      <inkml:brushProperty name="width" value="0.1" units="cm"/>
      <inkml:brushProperty name="height" value="0.1" units="cm"/>
      <inkml:brushProperty name="color" value="#004F8B"/>
    </inkml:brush>
  </inkml:definitions>
  <inkml:trace contextRef="#ctx0" brushRef="#br0">0 221 8386 0 0,'1'-15'751'0'0,"0"-1"0"0"0,0 1 0 0 0,2 0 0 0 0,0-1 0 0 0,0 1 0 0 0,2 0 0 0 0,0 1 0 0 0,11-26 0 0 0,-13 36-390 0 0,0-1 0 0 0,-1 1 1 0 0,1 0-1 0 0,1 0 0 0 0,-1 0 0 0 0,0 0 0 0 0,1 1 0 0 0,0-1 1 0 0,0 1-1 0 0,0 0 0 0 0,0 0 0 0 0,9-4 0 0 0,-9 5-272 0 0,0 1 0 0 0,0 0-1 0 0,0 0 1 0 0,0 0 0 0 0,1 1-1 0 0,-1-1 1 0 0,0 1 0 0 0,0 0-1 0 0,1 0 1 0 0,-1 1 0 0 0,0-1 0 0 0,0 1-1 0 0,1 0 1 0 0,-1 0 0 0 0,0 0-1 0 0,0 1 1 0 0,6 3 0 0 0,-7-4-62 0 0,-1 0 0 0 0,1 0 1 0 0,-1 1-1 0 0,1-1 1 0 0,-1 1-1 0 0,0-1 0 0 0,0 1 1 0 0,0 0-1 0 0,0 0 1 0 0,0 0-1 0 0,0 0 0 0 0,-1 0 1 0 0,1 0-1 0 0,-1 1 1 0 0,1-1-1 0 0,-1 0 1 0 0,0 1-1 0 0,0-1 0 0 0,1 4 1 0 0,-1-1-9 0 0,-1-1 0 0 0,1 1 0 0 0,-1-1 0 0 0,0 0 0 0 0,0 1 0 0 0,0-1 0 0 0,-1 1 0 0 0,0-1 0 0 0,0 1 0 0 0,-2 7 0 0 0,-2 0-19 0 0,0-1 1 0 0,0 1-1 0 0,-1-1 1 0 0,-1 0-1 0 0,0-1 1 0 0,0 0 0 0 0,-13 13-1 0 0,8-10-636 0 0,-2-2 0 0 0,-17 13 0 0 0,12-11-6651 0 0</inkml:trace>
</inkml:ink>
</file>

<file path=ppt/ink/ink2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9.252"/>
    </inkml:context>
    <inkml:brush xml:id="br0">
      <inkml:brushProperty name="width" value="0.1" units="cm"/>
      <inkml:brushProperty name="height" value="0.1" units="cm"/>
      <inkml:brushProperty name="color" value="#004F8B"/>
    </inkml:brush>
  </inkml:definitions>
  <inkml:trace contextRef="#ctx0" brushRef="#br0">4 43 14283 0 0,'-3'-42'7714'0'0,"40"107"-5946"0"0,-5 17-1626 0 0,-4 2-1 0 0,30 145 1 0 0,-42-155-368 0 0,-12-61-94 0 0,-1 0 1 0 0,1 0 0 0 0,7 14-1 0 0,-4-14-681 0 0</inkml:trace>
</inkml:ink>
</file>

<file path=ppt/ink/ink2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9.621"/>
    </inkml:context>
    <inkml:brush xml:id="br0">
      <inkml:brushProperty name="width" value="0.1" units="cm"/>
      <inkml:brushProperty name="height" value="0.1" units="cm"/>
      <inkml:brushProperty name="color" value="#004F8B"/>
    </inkml:brush>
  </inkml:definitions>
  <inkml:trace contextRef="#ctx0" brushRef="#br0">2 294 4145 0 0,'-1'-7'624'0'0,"1"0"1"0"0,0 0-1 0 0,0 0 1 0 0,1 0-1 0 0,0 0 1 0 0,0 0-1 0 0,0 0 1 0 0,4-7 0 0 0,21-53 2843 0 0,-23 60-3139 0 0,2-4 232 0 0,0 0 0 0 0,1 0 0 0 0,1 1 0 0 0,-1 0 0 0 0,2 0 0 0 0,-1 1 0 0 0,1 0 0 0 0,1 0 0 0 0,17-14 0 0 0,-19 18-415 0 0,-1 1 0 0 0,0 0 0 0 0,1 0 0 0 0,0 1 0 0 0,0 0 0 0 0,0 0 0 0 0,0 1 0 0 0,1-1 0 0 0,-1 2 0 0 0,1-1 0 0 0,-1 1 0 0 0,1 0 0 0 0,-1 1 0 0 0,1 0 0 0 0,0 0 0 0 0,13 2 0 0 0,-18-1-172 0 0,0-1 1 0 0,0 1-1 0 0,0 0 0 0 0,-1-1 0 0 0,1 1 0 0 0,0 1 0 0 0,-1-1 0 0 0,1 0 0 0 0,0 1 0 0 0,-1-1 0 0 0,0 1 1 0 0,1 0-1 0 0,-1 0 0 0 0,0 0 0 0 0,0 0 0 0 0,0 0 0 0 0,0 0 0 0 0,-1 0 0 0 0,3 3 0 0 0,-2 0-93 0 0,0 0-1 0 0,0-1 0 0 0,-1 1 0 0 0,0 0 0 0 0,1 0 0 0 0,-1 0 1 0 0,-1 0-1 0 0,1 0 0 0 0,-1 0 0 0 0,0 6 0 0 0,-2 10-397 0 0,-1 0 0 0 0,-1 0 1 0 0,0 0-1 0 0,-8 20 0 0 0,11-39 486 0 0,-47 123 305 0 0,16-46 4195 0 0,32-79-4444 0 0,0 0-1 0 0,0 1 1 0 0,-1-1-1 0 0,1 0 0 0 0,0 0 1 0 0,0 1-1 0 0,0-1 1 0 0,0 0-1 0 0,0 0 0 0 0,0 1 1 0 0,0-1-1 0 0,1 0 1 0 0,-1 0-1 0 0,0 1 0 0 0,0-1 1 0 0,0 0-1 0 0,0 0 0 0 0,0 1 1 0 0,0-1-1 0 0,0 0 1 0 0,0 0-1 0 0,1 0 0 0 0,-1 1 1 0 0,0-1-1 0 0,0 0 1 0 0,0 0-1 0 0,0 0 0 0 0,1 1 1 0 0,-1-1-1 0 0,0 0 1 0 0,0 0-1 0 0,1 0 0 0 0,-1 0 1 0 0,0 0-1 0 0,0 0 1 0 0,1 1-1 0 0,14 2 323 0 0,25-3-461 0 0,-32 0 69 0 0,15 0-570 0 0,0-1 0 0 0,-1-1 0 0 0,1-1-1 0 0,-1-1 1 0 0,27-8 0 0 0,-26 4-528 0 0</inkml:trace>
</inkml:ink>
</file>

<file path=ppt/ink/ink2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9.982"/>
    </inkml:context>
    <inkml:brush xml:id="br0">
      <inkml:brushProperty name="width" value="0.1" units="cm"/>
      <inkml:brushProperty name="height" value="0.1" units="cm"/>
      <inkml:brushProperty name="color" value="#004F8B"/>
    </inkml:brush>
  </inkml:definitions>
  <inkml:trace contextRef="#ctx0" brushRef="#br0">8 344 11058 0 0,'-7'36'8272'0'0,"7"-36"-8147"0"0,18-4 1767 0 0,-4-3-1719 0 0,0 0 0 0 0,-1-1 0 0 0,-1-1-1 0 0,1 0 1 0 0,-2-1 0 0 0,18-17 0 0 0,59-74 887 0 0,-76 86-1032 0 0,-7 9-58 0 0,-1 0-1 0 0,1 0 1 0 0,-1 0-1 0 0,0-1 1 0 0,-1 0-1 0 0,0 1 0 0 0,0-1 1 0 0,0-1-1 0 0,-1 1 1 0 0,0 0-1 0 0,2-13 1 0 0,-4 16 14 0 0,0 1 0 0 0,0-1 1 0 0,0 1-1 0 0,-1-1 0 0 0,1 1 0 0 0,-1-1 0 0 0,0 1 1 0 0,0 0-1 0 0,0-1 0 0 0,-1 1 0 0 0,1 0 1 0 0,-1 0-1 0 0,0 0 0 0 0,1 0 0 0 0,-2 0 0 0 0,1 0 1 0 0,0 1-1 0 0,0-1 0 0 0,-1 1 0 0 0,1-1 0 0 0,-1 1 1 0 0,0 0-1 0 0,0 0 0 0 0,0 0 0 0 0,0 0 0 0 0,0 1 1 0 0,-5-3-1 0 0,6 3-23 0 0,-1 0-1 0 0,0 0 1 0 0,0-1-1 0 0,0 2 1 0 0,1-1 0 0 0,-1 0-1 0 0,0 1 1 0 0,0-1 0 0 0,0 1-1 0 0,0 0 1 0 0,0 0-1 0 0,0 0 1 0 0,0 0 0 0 0,0 0-1 0 0,0 1 1 0 0,0 0 0 0 0,0-1-1 0 0,0 1 1 0 0,1 0-1 0 0,-4 2 1 0 0,2-1 11 0 0,0 1 0 0 0,0 0 0 0 0,0 0 0 0 0,0 0 1 0 0,1 1-1 0 0,0-1 0 0 0,0 1 0 0 0,0 0 0 0 0,0 0 0 0 0,0 0 0 0 0,-3 6 0 0 0,0 3 108 0 0,0 1 0 0 0,1 0-1 0 0,1 0 1 0 0,0 0 0 0 0,1 1-1 0 0,0-1 1 0 0,-1 18 0 0 0,4-21-78 0 0,-1 0 0 0 0,2 0-1 0 0,-1 1 1 0 0,2-2 0 0 0,-1 1 0 0 0,1 0 0 0 0,1 0 0 0 0,0 0 0 0 0,1-1 0 0 0,7 16 0 0 0,-9-22-139 0 0,1 0 1 0 0,0 0-1 0 0,-1 0 1 0 0,1-1 0 0 0,1 1-1 0 0,-1-1 1 0 0,0 0-1 0 0,1 1 1 0 0,0-2 0 0 0,-1 1-1 0 0,1 0 1 0 0,0-1 0 0 0,1 0-1 0 0,-1 0 1 0 0,0 0-1 0 0,0 0 1 0 0,1-1 0 0 0,0 1-1 0 0,-1-1 1 0 0,1-1-1 0 0,-1 1 1 0 0,1 0 0 0 0,0-1-1 0 0,-1 0 1 0 0,1 0-1 0 0,0-1 1 0 0,4 0 0 0 0,14-3-1127 0 0</inkml:trace>
</inkml:ink>
</file>

<file path=ppt/ink/ink2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0.283"/>
    </inkml:context>
    <inkml:brush xml:id="br0">
      <inkml:brushProperty name="width" value="0.1" units="cm"/>
      <inkml:brushProperty name="height" value="0.1" units="cm"/>
      <inkml:brushProperty name="color" value="#004F8B"/>
    </inkml:brush>
  </inkml:definitions>
  <inkml:trace contextRef="#ctx0" brushRef="#br0">129 86 5985 0 0,'3'-4'33'0'0,"19"-36"1111"0"0,-21 38-787 0 0,0 0-1 0 0,0 1 1 0 0,0-1-1 0 0,0 0 0 0 0,-1 0 1 0 0,1 0-1 0 0,-1 0 1 0 0,1 0-1 0 0,-1 0 0 0 0,0 0 1 0 0,0-1-1 0 0,0 1 1 0 0,0 0-1 0 0,0 0 0 0 0,0 0 1 0 0,0 0-1 0 0,-1-2 1 0 0,0 3-217 0 0,1 1-1 0 0,-1 0 1 0 0,0-1 0 0 0,1 1 0 0 0,-1 0 0 0 0,1-1 0 0 0,-1 1 0 0 0,0 0 0 0 0,1 0 0 0 0,-1 0 0 0 0,1 0 0 0 0,-1-1 0 0 0,0 1 0 0 0,1 0 0 0 0,-1 0 0 0 0,0 0 0 0 0,1 0-1 0 0,-1 0 1 0 0,0 1 0 0 0,1-1 0 0 0,-1 0 0 0 0,0 0 0 0 0,1 0 0 0 0,-1 0 0 0 0,0 1 0 0 0,1-1 0 0 0,-1 0 0 0 0,1 1 0 0 0,-1-1 0 0 0,1 0 0 0 0,-1 1 0 0 0,1-1 0 0 0,-1 1-1 0 0,1-1 1 0 0,-1 1 0 0 0,0 0 0 0 0,-21 19 914 0 0,20-19-904 0 0,-16 18 325 0 0,1 1-1 0 0,-18 26 1 0 0,29-38-472 0 0,1 1 0 0 0,-1 0 0 0 0,2 0 0 0 0,-1 0 0 0 0,1 1 0 0 0,1-1 0 0 0,-1 1 0 0 0,-2 16 0 0 0,6-24-5 0 0,0 0 0 0 0,0 0 0 0 0,0 0-1 0 0,0 0 1 0 0,1 0 0 0 0,-1-1 0 0 0,0 1 0 0 0,1 0 0 0 0,0 0 0 0 0,-1 0-1 0 0,1 0 1 0 0,0 0 0 0 0,0-1 0 0 0,0 1 0 0 0,0 0 0 0 0,0-1 0 0 0,0 1 0 0 0,1-1-1 0 0,-1 1 1 0 0,0-1 0 0 0,1 1 0 0 0,-1-1 0 0 0,1 0 0 0 0,-1 0 0 0 0,1 0 0 0 0,0 0-1 0 0,0 0 1 0 0,-1 0 0 0 0,1 0 0 0 0,0-1 0 0 0,0 1 0 0 0,0-1 0 0 0,0 1 0 0 0,2-1-1 0 0,11 3-37 0 0,0-1 0 0 0,-1 0 0 0 0,27-1-1 0 0,-10 0-91 0 0,-22 0-17 0 0,0 0 1 0 0,0 1-1 0 0,0 0 0 0 0,-1 0 1 0 0,1 1-1 0 0,-1 0 1 0 0,9 5-1 0 0,-15-7 96 0 0,-1 0 0 0 0,1 0-1 0 0,-1 0 1 0 0,1-1 0 0 0,-1 1 0 0 0,1 1 0 0 0,-1-1-1 0 0,0 0 1 0 0,1 0 0 0 0,-1 0 0 0 0,0 1-1 0 0,0-1 1 0 0,0 1 0 0 0,0-1 0 0 0,0 1 0 0 0,0-1-1 0 0,-1 1 1 0 0,1-1 0 0 0,0 1 0 0 0,-1 0 0 0 0,0-1-1 0 0,1 1 1 0 0,-1 0 0 0 0,0 0 0 0 0,1-1 0 0 0,-1 1-1 0 0,0 0 1 0 0,0 0 0 0 0,-1-1 0 0 0,1 1 0 0 0,0 0-1 0 0,-1 0 1 0 0,1-1 0 0 0,-1 1 0 0 0,1 0 0 0 0,-1-1-1 0 0,0 1 1 0 0,1-1 0 0 0,-1 1 0 0 0,0-1-1 0 0,0 1 1 0 0,-2 1 0 0 0,-2 4-214 0 0,0 0 0 0 0,-1 0 0 0 0,0-1 1 0 0,0 1-1 0 0,-1-2 0 0 0,0 1 0 0 0,0-1 0 0 0,-9 6 0 0 0,2-4-5278 0 0</inkml:trace>
</inkml:ink>
</file>

<file path=ppt/ink/ink2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0.488"/>
    </inkml:context>
    <inkml:brush xml:id="br0">
      <inkml:brushProperty name="width" value="0.1" units="cm"/>
      <inkml:brushProperty name="height" value="0.1" units="cm"/>
      <inkml:brushProperty name="color" value="#004F8B"/>
    </inkml:brush>
  </inkml:definitions>
  <inkml:trace contextRef="#ctx0" brushRef="#br0">0 1 2761 0 0,'12'6'10809'0'0,"-6"9"-5340"0"0,-1 26-3015 0 0,-3-22-1381 0 0,2 10-1068 0 0,10 43 725 0 0,-12-65-1260 0 0,0 0-1 0 0,1-1 0 0 0,-1 1 0 0 0,1-1 0 0 0,1 0 0 0 0,-1 0 1 0 0,1 0-1 0 0,5 6 0 0 0</inkml:trace>
</inkml:ink>
</file>

<file path=ppt/ink/ink2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0.630"/>
    </inkml:context>
    <inkml:brush xml:id="br0">
      <inkml:brushProperty name="width" value="0.1" units="cm"/>
      <inkml:brushProperty name="height" value="0.1" units="cm"/>
      <inkml:brushProperty name="color" value="#004F8B"/>
    </inkml:brush>
  </inkml:definitions>
  <inkml:trace contextRef="#ctx0" brushRef="#br0">12 28 11058 0 0,'-3'-11'488'0'0,"2"6"105"0"0,-1 1-473 0 0,-2-3 2792 0 0,4 10-1864 0 0,-1 2-1048 0 0,1 5-328 0 0,0 1-8 0 0,3 1 0 0 0,2 0 240 0 0</inkml:trace>
</inkml:ink>
</file>

<file path=ppt/ink/ink2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0.996"/>
    </inkml:context>
    <inkml:brush xml:id="br0">
      <inkml:brushProperty name="width" value="0.1" units="cm"/>
      <inkml:brushProperty name="height" value="0.1" units="cm"/>
      <inkml:brushProperty name="color" value="#004F8B"/>
    </inkml:brush>
  </inkml:definitions>
  <inkml:trace contextRef="#ctx0" brushRef="#br0">66 1 6913 0 0,'-12'27'7477'0'0,"0"2"-3775"0"0,10-25-3381 0 0,-5 8 261 0 0,0 1-1 0 0,1 0 1 0 0,1 0 0 0 0,0 1-1 0 0,-3 14 1 0 0,7-24-593 0 0,1 1 1 0 0,-1-1-1 0 0,1 1 1 0 0,0 0-1 0 0,1-1 1 0 0,-1 1-1 0 0,1-1 1 0 0,0 1-1 0 0,0-1 1 0 0,0 1-1 0 0,0-1 1 0 0,1 0-1 0 0,0 0 1 0 0,0 0-1 0 0,0 1 1 0 0,0-2-1 0 0,1 1 1 0 0,-1 0-1 0 0,1 0 0 0 0,3 2 1 0 0,4 3-316 0 0,0-1 0 0 0,0 0 0 0 0,0 0 0 0 0,1-1 0 0 0,0-1 0 0 0,0 0 1 0 0,1 0-1 0 0,0-1 0 0 0,20 5 0 0 0,-13-3-449 0 0,0 1 0 0 0,28 15 0 0 0,-45-22 715 0 0,-1-1-1 0 0,0 1 1 0 0,1 0 0 0 0,-1 0-1 0 0,0 0 1 0 0,0 0 0 0 0,0 0-1 0 0,1 0 1 0 0,-1 0 0 0 0,0 0-1 0 0,0 1 1 0 0,-1-1 0 0 0,1 0-1 0 0,0 0 1 0 0,0 1-1 0 0,-1-1 1 0 0,1 1 0 0 0,-1-1-1 0 0,1 1 1 0 0,-1-1 0 0 0,1 1-1 0 0,-1-1 1 0 0,0 1 0 0 0,0 1-1 0 0,0 0 200 0 0,-1-1-1 0 0,1 0 1 0 0,-1 1 0 0 0,0-1-1 0 0,0 0 1 0 0,0 1-1 0 0,0-1 1 0 0,0 0 0 0 0,-1 0-1 0 0,1 0 1 0 0,-1 0-1 0 0,1 0 1 0 0,-4 3-1 0 0,-1 1 7 0 0,-1 0 0 0 0,0-1 0 0 0,-1 1-1 0 0,-8 4 1 0 0,-11 3-4134 0 0,6-4-1689 0 0</inkml:trace>
</inkml:ink>
</file>

<file path=ppt/ink/ink2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1.382"/>
    </inkml:context>
    <inkml:brush xml:id="br0">
      <inkml:brushProperty name="width" value="0.1" units="cm"/>
      <inkml:brushProperty name="height" value="0.1" units="cm"/>
      <inkml:brushProperty name="color" value="#004F8B"/>
    </inkml:brush>
  </inkml:definitions>
  <inkml:trace contextRef="#ctx0" brushRef="#br0">108 48 3225 0 0,'-30'-10'2605'0'0,"-21"-9"2633"0"0,25 1 1919 0 0,36 29-6216 0 0,0 1 0 0 0,-1 1 0 0 0,0 0 0 0 0,0 0 1 0 0,-2 0-1 0 0,10 23 0 0 0,29 94-1248 0 0,-23-60 689 0 0,-19-59-498 0 0,0 4-113 0 0,1 0-1 0 0,1 0 1 0 0,0 0 0 0 0,1-1-1 0 0,1 0 1 0 0,0-1-1 0 0,1 0 1 0 0,13 16 0 0 0</inkml:trace>
</inkml:ink>
</file>

<file path=ppt/ink/ink2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1.583"/>
    </inkml:context>
    <inkml:brush xml:id="br0">
      <inkml:brushProperty name="width" value="0.1" units="cm"/>
      <inkml:brushProperty name="height" value="0.1" units="cm"/>
      <inkml:brushProperty name="color" value="#004F8B"/>
    </inkml:brush>
  </inkml:definitions>
  <inkml:trace contextRef="#ctx0" brushRef="#br0">1 81 6913 0 0,'20'-5'6327'0'0,"17"-14"-4739"0"0,-10 5-1754 0 0,65-20-381 0 0,-69 26 547 0 0</inkml:trace>
</inkml:ink>
</file>

<file path=ppt/ink/ink2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2.248"/>
    </inkml:context>
    <inkml:brush xml:id="br0">
      <inkml:brushProperty name="width" value="0.1" units="cm"/>
      <inkml:brushProperty name="height" value="0.1" units="cm"/>
      <inkml:brushProperty name="color" value="#004F8B"/>
    </inkml:brush>
  </inkml:definitions>
  <inkml:trace contextRef="#ctx0" brushRef="#br0">209 64 968 0 0,'-14'4'1016'0'0,"1"1"0"0"0,0 0-1 0 0,0 1 1 0 0,0 0 0 0 0,1 1-1 0 0,0 0 1 0 0,0 1 0 0 0,1 1 0 0 0,0-1-1 0 0,-19 21 1 0 0,24-22-505 0 0,0 0 0 0 0,0 1 0 0 0,1 0 0 0 0,0 0 0 0 0,1 0 0 0 0,0 0 0 0 0,0 0 1 0 0,1 1-1 0 0,-4 14 0 0 0,5-15-592 0 0,1 0 1 0 0,0 0-1 0 0,1-1 1 0 0,0 1-1 0 0,0 0 1 0 0,0 0-1 0 0,3 11 1 0 0,-3-17 87 0 0,1 0 1 0 0,-1 0-1 0 0,0 0 1 0 0,1 0 0 0 0,0 0-1 0 0,-1 0 1 0 0,1-1 0 0 0,0 1-1 0 0,0 0 1 0 0,0 0 0 0 0,0-1-1 0 0,0 1 1 0 0,0-1-1 0 0,1 1 1 0 0,-1-1 0 0 0,0 1-1 0 0,1-1 1 0 0,0 0 0 0 0,-1 1-1 0 0,1-1 1 0 0,-1 0 0 0 0,1 0-1 0 0,0 0 1 0 0,0-1 0 0 0,0 1-1 0 0,0 0 1 0 0,-1-1-1 0 0,1 1 1 0 0,0-1 0 0 0,0 1-1 0 0,0-1 1 0 0,0 0 0 0 0,0 0-1 0 0,0 0 1 0 0,0 0 0 0 0,0 0-1 0 0,0-1 1 0 0,4 0-1 0 0,-1 0-176 0 0,1-1-1 0 0,-1 1 0 0 0,0-1 1 0 0,0-1-1 0 0,0 1 0 0 0,0-1 0 0 0,0 1 1 0 0,-1-1-1 0 0,1-1 0 0 0,-1 1 1 0 0,0-1-1 0 0,7-6 0 0 0,-4-1-63 0 0,-1 1 0 0 0,0-1 0 0 0,0 0-1 0 0,5-16 1 0 0,-8 19 452 0 0,0-1 0 0 0,1 1 0 0 0,0 0 0 0 0,0 0 0 0 0,1 1-1 0 0,0-1 1 0 0,0 1 0 0 0,1 0 0 0 0,9-9 0 0 0,-13 15-161 0 0,-1 0 1 0 0,0 0-1 0 0,0 1 0 0 0,1-1 0 0 0,-1 1 1 0 0,1-1-1 0 0,-1 1 0 0 0,1 0 0 0 0,-1-1 1 0 0,1 1-1 0 0,-1 0 0 0 0,0 0 0 0 0,1 0 1 0 0,-1 0-1 0 0,1 0 0 0 0,-1 0 0 0 0,1 1 1 0 0,-1-1-1 0 0,1 0 0 0 0,-1 1 0 0 0,1-1 1 0 0,-1 1-1 0 0,0 0 0 0 0,1-1 0 0 0,-1 1 1 0 0,0 0-1 0 0,0 0 0 0 0,0 0 0 0 0,1 0 1 0 0,-1 0-1 0 0,1 1 0 0 0,7 7 226 0 0,-1-1-1 0 0,1 2 1 0 0,6 9-1 0 0,-4-5-266 0 0,-9-11-124 0 0,0-1 0 0 0,0 0 0 0 0,0 0 0 0 0,0 0 0 0 0,0 0 0 0 0,0 0 0 0 0,1 0 0 0 0,-1 0 0 0 0,1-1 0 0 0,-1 1 0 0 0,1-1 0 0 0,0 0 0 0 0,0 0 0 0 0,-1 0 0 0 0,5 1 0 0 0,-5-2-37 0 0,0 0 0 0 0,0-1 0 0 0,0 1 1 0 0,0-1-1 0 0,0 1 0 0 0,-1-1 0 0 0,1 1 0 0 0,0-1 0 0 0,0 0 0 0 0,-1 0 0 0 0,1 0 1 0 0,0 0-1 0 0,-1 0 0 0 0,1 0 0 0 0,-1-1 0 0 0,0 1 0 0 0,1 0 0 0 0,-1-1 0 0 0,0 1 1 0 0,0-1-1 0 0,0 0 0 0 0,0 1 0 0 0,0-1 0 0 0,1-2 0 0 0,31-66-1986 0 0,-29 58 2315 0 0,1 0 0 0 0,0 0 0 0 0,1 0 0 0 0,0 1 0 0 0,1 0 0 0 0,0 0 0 0 0,0 1 0 0 0,2 0 0 0 0,10-11 0 0 0,-17 19 28 0 0,1 0 0 0 0,0 0-1 0 0,-1 0 1 0 0,1 0 0 0 0,0 1-1 0 0,0-1 1 0 0,0 1 0 0 0,1 0-1 0 0,-1 0 1 0 0,0 0 0 0 0,0 0 0 0 0,7-1-1 0 0,-8 2-66 0 0,1 0-1 0 0,-1 1 0 0 0,0-1 1 0 0,0 0-1 0 0,1 1 0 0 0,-1 0 1 0 0,0-1-1 0 0,0 1 0 0 0,0 0 1 0 0,0 0-1 0 0,0 0 0 0 0,0 0 1 0 0,0 1-1 0 0,3 1 0 0 0,3 5 35 0 0,-1 0 0 0 0,-1 0-1 0 0,0 1 1 0 0,0-1 0 0 0,0 1 0 0 0,6 16-1 0 0,-1-5-806 0 0,-11-19 568 0 0,0-1 0 0 0,1 1 0 0 0,-1-1 0 0 0,0 1 1 0 0,1-1-1 0 0,-1 1 0 0 0,0 0 0 0 0,1-1 0 0 0,-1 0 0 0 0,1 1 0 0 0,-1-1 0 0 0,1 1 0 0 0,-1-1 1 0 0,1 1-1 0 0,-1-1 0 0 0,1 0 0 0 0,0 0 0 0 0,-1 1 0 0 0,1-1 0 0 0,-1 0 0 0 0,1 0 0 0 0,0 1 1 0 0,-1-1-1 0 0,1 0 0 0 0,0 0 0 0 0,-1 0 0 0 0,1 0 0 0 0,0 0 0 0 0,-1 0 0 0 0,1 0 0 0 0,0 0 1 0 0,-1 0-1 0 0,1-1 0 0 0,-1 1 0 0 0,1 0 0 0 0,0 0 0 0 0,-1 0 0 0 0,1-1 0 0 0,0 1 0 0 0,-1 0 1 0 0,1-1-1 0 0,-1 1 0 0 0,1-1 0 0 0,-1 1 0 0 0,1-1 0 0 0,-1 1 0 0 0,1 0 0 0 0,-1-1 0 0 0,0 0 1 0 0,1 1-1 0 0,-1-1 0 0 0,0 1 0 0 0,1-2 0 0 0,27-42-516 0 0,-17 24 1003 0 0,-6 13 42 0 0,1 0 0 0 0,0 0 1 0 0,0 1-1 0 0,0 0 0 0 0,1 0 1 0 0,-1 0-1 0 0,14-7 0 0 0,-18 12-392 0 0,0-1 0 0 0,0 1 0 0 0,1 0 0 0 0,-1 0 0 0 0,0 1 0 0 0,1-1 0 0 0,-1 0 0 0 0,1 1 0 0 0,-1-1-1 0 0,0 1 1 0 0,1 0 0 0 0,-1 0 0 0 0,1 0 0 0 0,-1 0 0 0 0,1 0 0 0 0,-1 1 0 0 0,1-1 0 0 0,-1 1 0 0 0,0-1 0 0 0,1 1 0 0 0,-1 0-1 0 0,0 0 1 0 0,1 0 0 0 0,-1 0 0 0 0,0 1 0 0 0,0-1 0 0 0,0 0 0 0 0,0 1 0 0 0,0 0 0 0 0,0-1 0 0 0,2 4 0 0 0,13 16 93 0 0,11 9-674 0 0,-8-13-2642 0 0</inkml:trace>
</inkml:ink>
</file>

<file path=ppt/ink/ink2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2.550"/>
    </inkml:context>
    <inkml:brush xml:id="br0">
      <inkml:brushProperty name="width" value="0.1" units="cm"/>
      <inkml:brushProperty name="height" value="0.1" units="cm"/>
      <inkml:brushProperty name="color" value="#004F8B"/>
    </inkml:brush>
  </inkml:definitions>
  <inkml:trace contextRef="#ctx0" brushRef="#br0">85 1 10594 0 0,'-5'2'563'0'0,"0"0"0"0"0,0 0 0 0 0,0 1 1 0 0,1 0-1 0 0,-1-1 0 0 0,1 2 0 0 0,-1-1 0 0 0,1 0 0 0 0,0 1 0 0 0,1 0 0 0 0,-1 0 0 0 0,1 0 0 0 0,-1 0 0 0 0,-3 7 0 0 0,4-3-225 0 0,0-1 0 0 0,0 0 0 0 0,1 1 0 0 0,0 0 1 0 0,0 0-1 0 0,1-1 0 0 0,0 1 0 0 0,0 0 0 0 0,1 12 0 0 0,0-7-259 0 0,1 1-1 0 0,0-1 1 0 0,0 0 0 0 0,7 22 0 0 0,-7-30-224 0 0,1 0 0 0 0,0 0 1 0 0,1 0-1 0 0,-1 0 0 0 0,1 0 1 0 0,3 4-1 0 0,-4-6-318 0 0,1 0 0 0 0,-1 0 0 0 0,1-1 0 0 0,0 1 0 0 0,0-1 0 0 0,0 0 0 0 0,0 1 0 0 0,0-1 0 0 0,6 2 0 0 0,2 0-1266 0 0</inkml:trace>
</inkml:ink>
</file>

<file path=ppt/ink/ink2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2.835"/>
    </inkml:context>
    <inkml:brush xml:id="br0">
      <inkml:brushProperty name="width" value="0.1" units="cm"/>
      <inkml:brushProperty name="height" value="0.1" units="cm"/>
      <inkml:brushProperty name="color" value="#004F8B"/>
    </inkml:brush>
  </inkml:definitions>
  <inkml:trace contextRef="#ctx0" brushRef="#br0">1 310 7370 0 0,'4'-1'693'0'0,"0"1"0"0"0,0-1 0 0 0,0 0 0 0 0,0-1 0 0 0,0 1 0 0 0,0-1 0 0 0,0 1 0 0 0,0-1 0 0 0,0-1 0 0 0,-1 1 1 0 0,1 0-1 0 0,-1-1 0 0 0,0 0 0 0 0,5-5 0 0 0,40-46 2975 0 0,-39 41-3555 0 0,-1 0 0 0 0,0-1 1 0 0,-1 0-1 0 0,0 0 0 0 0,6-19 0 0 0,-11 26-80 0 0,1 0-1 0 0,-2 0 0 0 0,1 0 0 0 0,-1 0 1 0 0,0-1-1 0 0,0 1 0 0 0,-1 0 0 0 0,0-1 1 0 0,0 1-1 0 0,-1 0 0 0 0,0-1 0 0 0,0 1 1 0 0,-3-9-1 0 0,4 15-34 0 0,-1 1 1 0 0,1-1-1 0 0,0 0 1 0 0,0 1-1 0 0,-1-1 1 0 0,1 0-1 0 0,0 1 1 0 0,0-1-1 0 0,-1 1 1 0 0,1-1-1 0 0,-1 1 1 0 0,1-1-1 0 0,-1 1 1 0 0,1-1-1 0 0,-1 1 1 0 0,1-1-1 0 0,-1 1 1 0 0,1 0-1 0 0,-1-1 1 0 0,1 1 0 0 0,-1 0-1 0 0,1-1 1 0 0,-1 1-1 0 0,0 0 1 0 0,1 0-1 0 0,-1 0 1 0 0,0-1-1 0 0,1 1 1 0 0,-2 0-1 0 0,0 1-6 0 0,1-1 1 0 0,0 0-1 0 0,-1 1 0 0 0,1-1 1 0 0,0 1-1 0 0,-1 0 0 0 0,1-1 0 0 0,0 1 1 0 0,0 0-1 0 0,-1 0 0 0 0,1 0 1 0 0,-2 2-1 0 0,-1 1-19 0 0,0 1-1 0 0,0 0 1 0 0,0 0 0 0 0,1 1 0 0 0,-4 6 0 0 0,4-6 31 0 0,1 0 1 0 0,0 0 0 0 0,0 0-1 0 0,1 0 1 0 0,0 0 0 0 0,0 0-1 0 0,0 0 1 0 0,1 1 0 0 0,-1-1-1 0 0,2 0 1 0 0,-1 1 0 0 0,1-1-1 0 0,0 0 1 0 0,0 0-1 0 0,0 1 1 0 0,1-1 0 0 0,0 0-1 0 0,1-1 1 0 0,2 8 0 0 0,-2-9-43 0 0,0 0 1 0 0,0 0-1 0 0,0 0 1 0 0,0 0 0 0 0,1 0-1 0 0,0 0 1 0 0,0-1-1 0 0,0 0 1 0 0,0 0-1 0 0,0 0 1 0 0,0 0-1 0 0,1-1 1 0 0,0 1 0 0 0,-1-1-1 0 0,1 0 1 0 0,0-1-1 0 0,0 1 1 0 0,0-1-1 0 0,0 0 1 0 0,0 0 0 0 0,0-1-1 0 0,0 1 1 0 0,9-1-1 0 0,9-3-5135 0 0,2-2-1815 0 0</inkml:trace>
</inkml:ink>
</file>

<file path=ppt/ink/ink2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8.306"/>
    </inkml:context>
    <inkml:brush xml:id="br0">
      <inkml:brushProperty name="width" value="0.1" units="cm"/>
      <inkml:brushProperty name="height" value="0.1" units="cm"/>
      <inkml:brushProperty name="color" value="#004F8B"/>
    </inkml:brush>
  </inkml:definitions>
  <inkml:trace contextRef="#ctx0" brushRef="#br0">131 21 8290 0 0,'-17'-21'7315'0'0,"15"34"-4343"0"0,3 9-2230 0 0,2 0-1 0 0,5 26 1 0 0,2 16-542 0 0,-3 47 24 0 0,-7 128 0 0 0,-26 114-222 0 0,8-125-137 0 0,-43 375 575 0 0,36-386 254 0 0,14-41-425 0 0,16 255 0 0 0,4-118-176 0 0,-17-7-1640 0 0,7-297 698 0 0,1-2-1293 0 0</inkml:trace>
</inkml:ink>
</file>

<file path=ppt/ink/ink2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08.649"/>
    </inkml:context>
    <inkml:brush xml:id="br0">
      <inkml:brushProperty name="width" value="0.1" units="cm"/>
      <inkml:brushProperty name="height" value="0.1" units="cm"/>
      <inkml:brushProperty name="color" value="#004F8B"/>
    </inkml:brush>
  </inkml:definitions>
  <inkml:trace contextRef="#ctx0" brushRef="#br0">11 0 6913 0 0,'-11'4'13290'0'0,"15"6"-14766"0"0,46 136 2398 0 0,-9-33-399 0 0,-37-100-507 0 0,2 8 201 0 0,16 36 0 0 0,-20-52-179 0 0,0-1-1 0 0,1 1 1 0 0,-1-1-1 0 0,1 0 1 0 0,0 0-1 0 0,0 0 1 0 0,1 0-1 0 0,-1 0 1 0 0,1 0-1 0 0,0-1 1 0 0,0 0-1 0 0,0 0 1 0 0,6 3-1 0 0,-8-5 24 0 0,1 0-1 0 0,-1-1 1 0 0,0 1 0 0 0,1-1-1 0 0,-1 0 1 0 0,1 1-1 0 0,-1-1 1 0 0,1-1 0 0 0,-1 1-1 0 0,1 0 1 0 0,-1 0-1 0 0,0-1 1 0 0,1 0 0 0 0,-1 1-1 0 0,1-1 1 0 0,-1 0-1 0 0,0 0 1 0 0,0 0 0 0 0,0 0-1 0 0,1-1 1 0 0,-1 1 0 0 0,0-1-1 0 0,0 1 1 0 0,-1-1-1 0 0,1 1 1 0 0,3-5 0 0 0,5-5 28 0 0,0-1 1 0 0,-1 0-1 0 0,9-16 1 0 0,-13 21-30 0 0,25-45-169 0 0,-2-1 0 0 0,33-92-1 0 0,-41 95-1297 0 0,-11 30-6297 0 0</inkml:trace>
</inkml:ink>
</file>

<file path=ppt/ink/ink2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3.562"/>
    </inkml:context>
    <inkml:brush xml:id="br0">
      <inkml:brushProperty name="width" value="0.1" units="cm"/>
      <inkml:brushProperty name="height" value="0.1" units="cm"/>
      <inkml:brushProperty name="color" value="#004F8B"/>
    </inkml:brush>
  </inkml:definitions>
  <inkml:trace contextRef="#ctx0" brushRef="#br0">100 163 4609 0 0,'-28'-51'3405'0'0,"9"14"1757"0"0,-34-37 4948 0 0,76 146-9752 0 0,52 203-6 0 0,19 53-303 0 0,-83-299-144 0 0,84 241-38 0 0,-71-190-1998 0 0,20 119 1 0 0,-39-165-4983 0 0</inkml:trace>
</inkml:ink>
</file>

<file path=ppt/ink/ink2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3.890"/>
    </inkml:context>
    <inkml:brush xml:id="br0">
      <inkml:brushProperty name="width" value="0.1" units="cm"/>
      <inkml:brushProperty name="height" value="0.1" units="cm"/>
      <inkml:brushProperty name="color" value="#004F8B"/>
    </inkml:brush>
  </inkml:definitions>
  <inkml:trace contextRef="#ctx0" brushRef="#br0">75 159 3225 0 0,'-22'-28'4530'0'0,"19"23"-3646"0"0,1 1 0 0 0,-1 0 0 0 0,-1 0 0 0 0,1 0 0 0 0,0 0 0 0 0,-1 0 0 0 0,0 1 0 0 0,0 0 0 0 0,0-1 0 0 0,0 1 0 0 0,-8-4 0 0 0,11 8-849 0 0,1-1 1 0 0,0 0 0 0 0,0 0-1 0 0,0 0 1 0 0,0 0-1 0 0,-1 1 1 0 0,1-1 0 0 0,0 0-1 0 0,0 0 1 0 0,0 0 0 0 0,0 1-1 0 0,0-1 1 0 0,0 0 0 0 0,-1 0-1 0 0,1 1 1 0 0,0-1-1 0 0,0 0 1 0 0,0 0 0 0 0,0 1-1 0 0,0-1 1 0 0,0 0 0 0 0,0 0-1 0 0,0 1 1 0 0,0-1 0 0 0,0 0-1 0 0,0 0 1 0 0,0 1-1 0 0,0-1 1 0 0,1 0 0 0 0,-1 0-1 0 0,0 0 1 0 0,0 1 0 0 0,0-1-1 0 0,0 0 1 0 0,0 0 0 0 0,0 1-1 0 0,1-1 1 0 0,-1 0 0 0 0,0 0-1 0 0,0 0 1 0 0,0 0-1 0 0,0 1 1 0 0,1-1 0 0 0,5 14 65 0 0,-6-14-57 0 0,12 23-106 0 0,1-1-1 0 0,1-1 1 0 0,0 0-1 0 0,2-1 1 0 0,28 29-1 0 0,-37-42 38 0 0,1 1-1 0 0,0-2 0 0 0,0 1 1 0 0,0-1-1 0 0,1 0 0 0 0,0-1 1 0 0,0 0-1 0 0,0 0 1 0 0,1-1-1 0 0,0 0 0 0 0,0-1 1 0 0,0 0-1 0 0,0-1 0 0 0,0 0 1 0 0,1 0-1 0 0,13 0 0 0 0,-19-2 31 0 0,0-1 0 0 0,1 0-1 0 0,-1 0 1 0 0,0 0-1 0 0,0-1 1 0 0,0 1 0 0 0,0-1-1 0 0,0-1 1 0 0,0 1-1 0 0,0-1 1 0 0,-1 1 0 0 0,5-5-1 0 0,-1 1 83 0 0,0-1 0 0 0,-1 0-1 0 0,0-1 1 0 0,0 1-1 0 0,10-17 1 0 0,-2-1 125 0 0,-2-2 0 0 0,0 0 0 0 0,12-37-1 0 0,-6 12-707 0 0,-6 18-4699 0 0,-2 9-1244 0 0</inkml:trace>
</inkml:ink>
</file>

<file path=ppt/ink/ink2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4.382"/>
    </inkml:context>
    <inkml:brush xml:id="br0">
      <inkml:brushProperty name="width" value="0.1" units="cm"/>
      <inkml:brushProperty name="height" value="0.1" units="cm"/>
      <inkml:brushProperty name="color" value="#004F8B"/>
    </inkml:brush>
  </inkml:definitions>
  <inkml:trace contextRef="#ctx0" brushRef="#br0">61 80 6073 0 0,'-13'-26'585'0'0,"-8"-11"1778"0"0,-4 20 6269 0 0,25 18-8558 0 0,-1 13 1361 0 0,3 16-410 0 0,8 30-118 0 0,34 105 0 0 0,0-3-711 0 0,-6 52-281 0 0,-22-118-4409 0 0</inkml:trace>
</inkml:ink>
</file>

<file path=ppt/ink/ink2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4.795"/>
    </inkml:context>
    <inkml:brush xml:id="br0">
      <inkml:brushProperty name="width" value="0.1" units="cm"/>
      <inkml:brushProperty name="height" value="0.1" units="cm"/>
      <inkml:brushProperty name="color" value="#004F8B"/>
    </inkml:brush>
  </inkml:definitions>
  <inkml:trace contextRef="#ctx0" brushRef="#br0">9 146 3225 0 0,'-1'-2'356'0'0,"-1"-1"1"0"0,1 1 0 0 0,0-1-1 0 0,0 1 1 0 0,1-1 0 0 0,-1 1-1 0 0,1-1 1 0 0,-1 1 0 0 0,1-1-1 0 0,0 1 1 0 0,0-1 0 0 0,0 0-1 0 0,0 1 1 0 0,0-1-1 0 0,0 0 1 0 0,1 1 0 0 0,0-1-1 0 0,-1 1 1 0 0,1-1 0 0 0,0 1-1 0 0,0 0 1 0 0,0-1 0 0 0,1 1-1 0 0,-1 0 1 0 0,0-1 0 0 0,4-2-1 0 0,0-2 336 0 0,0 1-1 0 0,1-1 0 0 0,0 1 1 0 0,0 0-1 0 0,1 1 1 0 0,-1 0-1 0 0,9-5 0 0 0,-10 7-441 0 0,0 0 0 0 0,0 0-1 0 0,0 0 1 0 0,1 1 0 0 0,-1 0-1 0 0,1 0 1 0 0,-1 0 0 0 0,1 1 0 0 0,8-2-1 0 0,-12 3-217 0 0,0 0-1 0 0,0 1 1 0 0,0-1-1 0 0,0 0 1 0 0,1 1-1 0 0,-1 0 0 0 0,0-1 1 0 0,0 1-1 0 0,0 0 1 0 0,0 0-1 0 0,0 0 1 0 0,-1 0-1 0 0,1 0 0 0 0,0 1 1 0 0,0-1-1 0 0,-1 0 1 0 0,1 1-1 0 0,-1-1 1 0 0,1 1-1 0 0,-1 0 1 0 0,1-1-1 0 0,-1 1 0 0 0,0 0 1 0 0,0 0-1 0 0,0 0 1 0 0,0 0-1 0 0,0 0 1 0 0,0 3-1 0 0,3 7-75 0 0,-1 1 0 0 0,0 0 0 0 0,-1 0 0 0 0,0 0 0 0 0,-1 0 0 0 0,-1 0 0 0 0,0 0 0 0 0,-1 0-1 0 0,-4 24 1 0 0,3-14-54 0 0,0 42 0 0 0,2-63 89 0 0,0-1 1 0 0,0 1 0 0 0,0-1-1 0 0,1 1 1 0 0,-1-1 0 0 0,1 1 0 0 0,-1-1-1 0 0,1 1 1 0 0,-1-1 0 0 0,1 0-1 0 0,0 1 1 0 0,0-1 0 0 0,0 0 0 0 0,0 1-1 0 0,0-1 1 0 0,0 0 0 0 0,0 0-1 0 0,0 0 1 0 0,0 0 0 0 0,0 0 0 0 0,1 0-1 0 0,-1 0 1 0 0,0-1 0 0 0,1 1 0 0 0,-1 0-1 0 0,1-1 1 0 0,1 1 0 0 0,5 2-76 0 0,0-2-1 0 0,1 1 1 0 0,-1-1 0 0 0,11 0 0 0 0,24 4-116 0 0,-35-2 187 0 0,-1 0 0 0 0,0 0 0 0 0,1 1 0 0 0,-2-1-1 0 0,1 2 1 0 0,0-1 0 0 0,-1 1 0 0 0,0 0-1 0 0,0 0 1 0 0,0 1 0 0 0,-1-1 0 0 0,1 1 0 0 0,-1 0-1 0 0,-1 1 1 0 0,1 0 0 0 0,4 10 0 0 0,-6-12 60 0 0,-2-1 0 0 0,1 1 1 0 0,0 0-1 0 0,-1 0 0 0 0,0 0 1 0 0,0 0-1 0 0,0 0 1 0 0,-1 0-1 0 0,0 0 0 0 0,0 0 1 0 0,0 0-1 0 0,0 0 0 0 0,-1 0 1 0 0,0 0-1 0 0,0 0 0 0 0,0 0 1 0 0,-1 0-1 0 0,0-1 0 0 0,1 1 1 0 0,-2 0-1 0 0,1-1 0 0 0,0 0 1 0 0,-1 1-1 0 0,0-1 0 0 0,0 0 1 0 0,-6 6-1 0 0,0-2 144 0 0,-1 0-1 0 0,1 0 1 0 0,-1-1 0 0 0,0 0-1 0 0,-1-1 1 0 0,-21 10 0 0 0,-21 4-1671 0 0,2-4-5474 0 0</inkml:trace>
</inkml:ink>
</file>

<file path=ppt/ink/ink2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5.494"/>
    </inkml:context>
    <inkml:brush xml:id="br0">
      <inkml:brushProperty name="width" value="0.1" units="cm"/>
      <inkml:brushProperty name="height" value="0.1" units="cm"/>
      <inkml:brushProperty name="color" value="#004F8B"/>
    </inkml:brush>
  </inkml:definitions>
  <inkml:trace contextRef="#ctx0" brushRef="#br0">75 53 6161 0 0,'16'-21'632'0'0,"-15"21"-421"0"0,-1-1 1 0 0,1 0 0 0 0,-1 1 0 0 0,1-1 0 0 0,-1 0 0 0 0,1 0-1 0 0,-1 0 1 0 0,0 1 0 0 0,1-1 0 0 0,-1 0 0 0 0,0 0 0 0 0,0 0-1 0 0,0 0 1 0 0,1 0 0 0 0,-1 0 0 0 0,0 1 0 0 0,0-1 0 0 0,0 0-1 0 0,-1 0 1 0 0,1 0 0 0 0,0 0 0 0 0,0 0 0 0 0,0 0 0 0 0,-1 0-1 0 0,1 1 1 0 0,-1-2 0 0 0,0 2-16 0 0,0 0-1 0 0,0 0 1 0 0,0 0 0 0 0,1 0 0 0 0,-1 0-1 0 0,0 0 1 0 0,0 0 0 0 0,0 1-1 0 0,0-1 1 0 0,0 0 0 0 0,1 1 0 0 0,-1-1-1 0 0,0 0 1 0 0,0 1 0 0 0,0-1-1 0 0,1 1 1 0 0,-1 0 0 0 0,0-1-1 0 0,1 1 1 0 0,-1-1 0 0 0,0 1 0 0 0,1 0-1 0 0,-1 0 1 0 0,1-1 0 0 0,-1 2-1 0 0,-17 20 1238 0 0,11-13-1299 0 0,1 1 0 0 0,0 0-1 0 0,0 0 1 0 0,1 1 0 0 0,0 0-1 0 0,1 0 1 0 0,0 0 0 0 0,1 0-1 0 0,0 1 1 0 0,0-1 0 0 0,2 1-1 0 0,-2 21 1 0 0,3-31-177 0 0,0-1 0 0 0,0 0 0 0 0,0 1 0 0 0,0-1 0 0 0,1 0-1 0 0,-1 1 1 0 0,0-1 0 0 0,1 0 0 0 0,-1 0 0 0 0,1 1 0 0 0,-1-1 0 0 0,1 0 0 0 0,-1 0-1 0 0,1 0 1 0 0,0 0 0 0 0,0 0 0 0 0,-1 0 0 0 0,1 0 0 0 0,2 2 0 0 0,-2-3-55 0 0,0 1-1 0 0,0-1 1 0 0,0 0 0 0 0,-1 0 0 0 0,1 0 0 0 0,0 1-1 0 0,0-1 1 0 0,0 0 0 0 0,0 0 0 0 0,0 0 0 0 0,0 0-1 0 0,0-1 1 0 0,0 1 0 0 0,0 0 0 0 0,0 0 0 0 0,-1-1-1 0 0,1 1 1 0 0,0 0 0 0 0,0-1 0 0 0,1 0 0 0 0,3-2-184 0 0,-1 0 1 0 0,1 0 0 0 0,-1 0 0 0 0,0-1-1 0 0,0 0 1 0 0,-1 0 0 0 0,6-7 0 0 0,-3 2 64 0 0,-1 0 0 0 0,-1-1 0 0 0,5-14-1 0 0,-6 17 556 0 0,-1-1 0 0 0,1 1 0 0 0,0 0-1 0 0,1 0 1 0 0,-1 1 0 0 0,1-1 0 0 0,8-8-1 0 0,-12 14-242 0 0,1 1 0 0 0,0 0 0 0 0,-1-1 0 0 0,1 1-1 0 0,0-1 1 0 0,0 1 0 0 0,-1 0 0 0 0,1 0 0 0 0,0-1-1 0 0,0 1 1 0 0,-1 0 0 0 0,1 0 0 0 0,0 0 0 0 0,0 0-1 0 0,0 0 1 0 0,-1 0 0 0 0,1 0 0 0 0,0 0 0 0 0,0 0-1 0 0,-1 1 1 0 0,1-1 0 0 0,0 0 0 0 0,0 0-1 0 0,-1 1 1 0 0,1-1 0 0 0,0 0 0 0 0,0 1 0 0 0,-1-1-1 0 0,1 1 1 0 0,-1-1 0 0 0,1 1 0 0 0,0-1 0 0 0,-1 1-1 0 0,1-1 1 0 0,-1 1 0 0 0,1-1 0 0 0,-1 1 0 0 0,1 0-1 0 0,-1-1 1 0 0,0 1 0 0 0,1 1 0 0 0,21 36 246 0 0,-19-31-123 0 0,2 3-178 0 0,1-1 0 0 0,-1 0 1 0 0,2 0-1 0 0,-1-1 0 0 0,13 13 0 0 0,-16-18-105 0 0,0-1 1 0 0,0 1 0 0 0,0-1-1 0 0,0 0 1 0 0,0 0-1 0 0,1 0 1 0 0,-1 0 0 0 0,1 0-1 0 0,0-1 1 0 0,-1 1 0 0 0,1-1-1 0 0,0 0 1 0 0,0 0-1 0 0,0-1 1 0 0,-1 1 0 0 0,1-1-1 0 0,0 0 1 0 0,7 0-1 0 0,-10-1 64 0 0,1 1 0 0 0,0-1-1 0 0,0 0 1 0 0,0 0 0 0 0,0 0-1 0 0,-1 0 1 0 0,1 0 0 0 0,0 0-1 0 0,-1 0 1 0 0,1 0 0 0 0,-1 0-1 0 0,1-1 1 0 0,-1 1-1 0 0,1-1 1 0 0,-1 1 0 0 0,0-1-1 0 0,0 0 1 0 0,0 1 0 0 0,1-3-1 0 0,17-43 317 0 0,-9 22 60 0 0,-7 20-309 0 0,-1 0-1 0 0,1 0 1 0 0,0 1-1 0 0,0-1 0 0 0,0 1 1 0 0,1 0-1 0 0,-1 0 1 0 0,1 0-1 0 0,0 0 1 0 0,1 1-1 0 0,-1-1 1 0 0,0 1-1 0 0,10-4 0 0 0,-12 6-48 0 0,1 0 0 0 0,0 0 0 0 0,0 0 0 0 0,0 1-1 0 0,0-1 1 0 0,0 1 0 0 0,0 0 0 0 0,0 0 0 0 0,1 0-1 0 0,-1 0 1 0 0,0 1 0 0 0,0-1 0 0 0,0 1 0 0 0,0-1-1 0 0,-1 1 1 0 0,1 0 0 0 0,0 1 0 0 0,0-1 0 0 0,0 0-1 0 0,-1 1 1 0 0,1-1 0 0 0,-1 1 0 0 0,1 0 0 0 0,-1 0-1 0 0,1 0 1 0 0,1 2 0 0 0,26 36-35 0 0,-27-35-21 0 0,0 1 0 0 0,1-1 0 0 0,0 0 0 0 0,0 0 0 0 0,0 0 0 0 0,1-1 0 0 0,-1 1 0 0 0,1-1 0 0 0,7 5 0 0 0,-12-9 17 0 0,1 0 0 0 0,0 0 0 0 0,0-1 0 0 0,0 1 1 0 0,0 0-1 0 0,-1 0 0 0 0,1 0 0 0 0,0-1 0 0 0,0 1 0 0 0,-1 0 0 0 0,1-1 0 0 0,0 1 1 0 0,0 0-1 0 0,-1-1 0 0 0,1 1 0 0 0,0-1 0 0 0,-1 1 0 0 0,1-1 0 0 0,-1 1 1 0 0,1-1-1 0 0,-1 0 0 0 0,1 1 0 0 0,-1-1 0 0 0,1 0 0 0 0,-1 1 0 0 0,0-1 1 0 0,1 0-1 0 0,-1 0 0 0 0,1-1 0 0 0,10-23 38 0 0,-8 15 25 0 0,1-1 1 0 0,0 1-1 0 0,1 0 1 0 0,0 1-1 0 0,1-1 1 0 0,11-15-1 0 0,-13 21-8 0 0,-1 0 0 0 0,0 0 0 0 0,1 0 1 0 0,0 0-1 0 0,0 1 0 0 0,0 0 0 0 0,0-1 0 0 0,1 2 0 0 0,-1-1 0 0 0,1 0 0 0 0,0 1 1 0 0,-1 0-1 0 0,1 0 0 0 0,0 0 0 0 0,0 1 0 0 0,7-2 0 0 0,-10 4-28 0 0,0-1-1 0 0,0 0 0 0 0,-1 0 1 0 0,1 1-1 0 0,0-1 0 0 0,0 1 1 0 0,0 0-1 0 0,-1-1 0 0 0,1 1 1 0 0,0 0-1 0 0,-1 0 1 0 0,1 0-1 0 0,-1 0 0 0 0,1 0 1 0 0,-1 1-1 0 0,0-1 0 0 0,1 0 1 0 0,-1 1-1 0 0,0-1 0 0 0,0 0 1 0 0,0 1-1 0 0,1 2 0 0 0,23 44 137 0 0,-14-24-107 0 0,26 33-1988 0 0</inkml:trace>
</inkml:ink>
</file>

<file path=ppt/ink/ink2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5.955"/>
    </inkml:context>
    <inkml:brush xml:id="br0">
      <inkml:brushProperty name="width" value="0.1" units="cm"/>
      <inkml:brushProperty name="height" value="0.1" units="cm"/>
      <inkml:brushProperty name="color" value="#004F8B"/>
    </inkml:brush>
  </inkml:definitions>
  <inkml:trace contextRef="#ctx0" brushRef="#br0">141 371 3225 0 0,'-7'-13'13785'0'0,"-15"11"-10229"0"0,18 5-3483 0 0,0 0 0 0 0,0 0 0 0 0,0 0 0 0 0,0 0 0 0 0,1 1 0 0 0,-1 0 0 0 0,1 0-1 0 0,0 0 1 0 0,0 0 0 0 0,0 0 0 0 0,1 1 0 0 0,0-1 0 0 0,-1 1 0 0 0,0 4 0 0 0,-3 7 197 0 0,0 1-1 0 0,-5 30 1 0 0,9-41-269 0 0,-1 12 24 0 0,0 0 0 0 0,0 28 0 0 0,3-42-31 0 0,0 0 0 0 0,0-1-1 0 0,0 1 1 0 0,0 0 0 0 0,1-1 0 0 0,-1 1 0 0 0,1-1 0 0 0,0 1 0 0 0,0-1 0 0 0,1 1 0 0 0,-1-1 0 0 0,1 1 0 0 0,0-1 0 0 0,-1 0 0 0 0,2 0 0 0 0,-1 0 0 0 0,0 0 0 0 0,0 0 0 0 0,5 3-1 0 0,-6-5-88 0 0,0 0-1 0 0,1 0 0 0 0,-1-1 0 0 0,0 1 0 0 0,0-1 0 0 0,1 1 0 0 0,-1-1 1 0 0,0 0-1 0 0,1 1 0 0 0,-1-1 0 0 0,0 0 0 0 0,1 0 0 0 0,-1 0 0 0 0,0 0 1 0 0,1 0-1 0 0,-1 0 0 0 0,0-1 0 0 0,1 1 0 0 0,-1 0 0 0 0,0-1 0 0 0,1 1 1 0 0,-1 0-1 0 0,0-1 0 0 0,0 0 0 0 0,1 1 0 0 0,-1-1 0 0 0,0 0 0 0 0,0 0 1 0 0,0 1-1 0 0,0-1 0 0 0,0 0 0 0 0,0 0 0 0 0,0 0 0 0 0,0 0 0 0 0,1-2 1 0 0,3-5-900 0 0,1 0 0 0 0,-1 0 1 0 0,8-18-1 0 0,-9 18 377 0 0,5-10-463 0 0,-1-1-1 0 0,0 0 1 0 0,-2 0-1 0 0,0 0 1 0 0,-1-1-1 0 0,-1 0 0 0 0,2-24 1 0 0,-5 28 570 0 0,-1 1 1 0 0,-1-1 0 0 0,-4-27 0 0 0,1 26 900 0 0,0 0 0 0 0,-2 1 1 0 0,-10-26-1 0 0,6 19 405 0 0,-8-17 2784 0 0,-1 1 1 0 0,-2 0-1 0 0,-27-37 0 0 0,48 76-3481 0 0,0-1-1 0 0,-1 0 1 0 0,1 0 0 0 0,-1 0-1 0 0,1 1 1 0 0,-1-1-1 0 0,1 0 1 0 0,-1 1-1 0 0,0-1 1 0 0,1 1-1 0 0,-1-1 1 0 0,0 0 0 0 0,1 1-1 0 0,-1-1 1 0 0,0 1-1 0 0,0 0 1 0 0,0-1-1 0 0,1 1 1 0 0,-1 0 0 0 0,0-1-1 0 0,0 1 1 0 0,0 0-1 0 0,0 0 1 0 0,0 0-1 0 0,1 0 1 0 0,-1 0-1 0 0,-2 0 1 0 0,3 0-40 0 0,-1 1-1 0 0,0 0 1 0 0,0 0-1 0 0,0 0 1 0 0,0 0-1 0 0,1-1 1 0 0,-1 1-1 0 0,0 0 1 0 0,1 0 0 0 0,-1 0-1 0 0,1 0 1 0 0,-1 1-1 0 0,1-1 1 0 0,-1 0-1 0 0,1 0 1 0 0,0 0-1 0 0,-1 2 1 0 0,0 6 33 0 0,0 0 1 0 0,0 0-1 0 0,0 0 1 0 0,2 11-1 0 0,5 22-147 0 0,2-1 0 0 0,2 0 0 0 0,2-1 0 0 0,1 0 0 0 0,2-1 0 0 0,2 0 0 0 0,2-1 0 0 0,1-1 0 0 0,1-1 0 0 0,32 39 0 0 0,-34-52-5785 0 0,1-1-1945 0 0</inkml:trace>
</inkml:ink>
</file>

<file path=ppt/ink/ink2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6.449"/>
    </inkml:context>
    <inkml:brush xml:id="br0">
      <inkml:brushProperty name="width" value="0.1" units="cm"/>
      <inkml:brushProperty name="height" value="0.1" units="cm"/>
      <inkml:brushProperty name="color" value="#004F8B"/>
    </inkml:brush>
  </inkml:definitions>
  <inkml:trace contextRef="#ctx0" brushRef="#br0">77 25 6449 0 0,'-15'3'-266'0'0,"10"-3"1378"0"0,-1 1 0 0 0,1 1 1 0 0,0-1-1 0 0,0 1 0 0 0,0-1 0 0 0,-7 5 0 0 0,11-5-882 0 0,-1 0 0 0 0,1 0 0 0 0,-1 0 0 0 0,1 1 0 0 0,0-1 0 0 0,0 0 0 0 0,0 1 0 0 0,0-1 0 0 0,0 0 0 0 0,0 1 0 0 0,0 0 0 0 0,0-1 1 0 0,1 1-1 0 0,-1-1 0 0 0,0 1 0 0 0,1 0 0 0 0,-1 0 0 0 0,1-1 0 0 0,0 1 0 0 0,0 0 0 0 0,0 0 0 0 0,0-1 0 0 0,0 1 0 0 0,0 2 0 0 0,1 11 93 0 0,1 0 1 0 0,0 0 0 0 0,1 0-1 0 0,1 0 1 0 0,0-1-1 0 0,8 16 1 0 0,-10-25-336 0 0,0 0 0 0 0,0 0 0 0 0,0 0 0 0 0,1-1 0 0 0,0 1-1 0 0,0-1 1 0 0,0 0 0 0 0,1 0 0 0 0,-1 0 0 0 0,1 0 0 0 0,0-1 0 0 0,0 1 0 0 0,0-1 0 0 0,1 0 0 0 0,-1 0 0 0 0,1-1-1 0 0,-1 1 1 0 0,1-1 0 0 0,0 0 0 0 0,0 0 0 0 0,5 1 0 0 0,-8-3-127 0 0,0 0 0 0 0,0 0 0 0 0,-1 0 0 0 0,1-1 0 0 0,0 1-1 0 0,-1 0 1 0 0,1-1 0 0 0,0 1 0 0 0,-1-1 0 0 0,1 1 0 0 0,0-1 0 0 0,-1 0 0 0 0,1 0 0 0 0,-1 0 0 0 0,1 0 0 0 0,-1 0-1 0 0,0 0 1 0 0,1 0 0 0 0,-1 0 0 0 0,0 0 0 0 0,0-1 0 0 0,0 1 0 0 0,0-1 0 0 0,0 1 0 0 0,0-1 0 0 0,0 1 0 0 0,0-1-1 0 0,-1 1 1 0 0,2-4 0 0 0,2-7 49 0 0,0 0-1 0 0,-1 0 0 0 0,3-15 1 0 0,-3 9 207 0 0,0 7-10 0 0,2-9 121 0 0,0-1 0 0 0,13-29 1 0 0,-16 46-181 0 0,0 0-1 0 0,0-1 1 0 0,0 1 0 0 0,1 0 0 0 0,-1 0 0 0 0,1 1 0 0 0,0-1 0 0 0,0 0 0 0 0,1 1 0 0 0,-1 0 0 0 0,1 0 0 0 0,-1 0 0 0 0,1 0 0 0 0,0 0 0 0 0,0 1 0 0 0,0-1 0 0 0,6-1 0 0 0,-9 4 19 0 0,1-1 0 0 0,-1 1 1 0 0,1-1-1 0 0,-1 1 0 0 0,1 0 0 0 0,-1 0 1 0 0,1 0-1 0 0,-1 0 0 0 0,0 0 1 0 0,1 0-1 0 0,-1 0 0 0 0,1 1 0 0 0,-1-1 1 0 0,1 1-1 0 0,-1-1 0 0 0,0 1 1 0 0,1-1-1 0 0,-1 1 0 0 0,0-1 0 0 0,1 1 1 0 0,-1 0-1 0 0,0 0 0 0 0,0 0 1 0 0,1 1-1 0 0,22 32 1207 0 0,-22-30-1175 0 0,0 0 1 0 0,1 1 0 0 0,0-1 0 0 0,-1-1-1 0 0,1 1 1 0 0,1 0 0 0 0,2 3-1 0 0,-4-6-98 0 0,-1-1-1 0 0,0 1 1 0 0,0-1-1 0 0,1 1 0 0 0,-1-1 1 0 0,0 1-1 0 0,1-1 1 0 0,-1 1-1 0 0,0-1 1 0 0,1 0-1 0 0,-1 0 0 0 0,0 0 1 0 0,1 0-1 0 0,-1 0 1 0 0,1 0-1 0 0,-1 0 1 0 0,0 0-1 0 0,1-1 1 0 0,-1 1-1 0 0,0 0 0 0 0,1-1 1 0 0,-1 1-1 0 0,0-1 1 0 0,1 0-1 0 0,-1 1 1 0 0,0-1-1 0 0,0 0 0 0 0,2-1 1 0 0,0-1-210 0 0,-1 0 0 0 0,0 0 1 0 0,0 0-1 0 0,0 0 0 0 0,0 0 1 0 0,0-1-1 0 0,0 1 0 0 0,-1 0 0 0 0,0-1 1 0 0,0 1-1 0 0,0-1 0 0 0,0 0 1 0 0,0 1-1 0 0,-1-1 0 0 0,1 0 0 0 0,-1 1 1 0 0,-1-6-1 0 0</inkml:trace>
</inkml:ink>
</file>

<file path=ppt/ink/ink2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6.639"/>
    </inkml:context>
    <inkml:brush xml:id="br0">
      <inkml:brushProperty name="width" value="0.1" units="cm"/>
      <inkml:brushProperty name="height" value="0.1" units="cm"/>
      <inkml:brushProperty name="color" value="#004F8B"/>
    </inkml:brush>
  </inkml:definitions>
  <inkml:trace contextRef="#ctx0" brushRef="#br0">1 1 10594 0 0,'1'4'643'0'0,"1"0"-1"0"0,-1 0 0 0 0,0 0 1 0 0,0 0-1 0 0,0 0 1 0 0,-1 1-1 0 0,1-1 0 0 0,-1 0 1 0 0,0 1-1 0 0,-1 4 1 0 0,1 6 287 0 0,2 21 892 0 0,3 39 118 0 0,-4-70-2353 0 0,0 0 0 0 0,0 1 1 0 0,1-1-1 0 0,0 0 0 0 0,0 0 1 0 0,3 6-1 0 0</inkml:trace>
</inkml:ink>
</file>

<file path=ppt/ink/ink2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6.814"/>
    </inkml:context>
    <inkml:brush xml:id="br0">
      <inkml:brushProperty name="width" value="0.1" units="cm"/>
      <inkml:brushProperty name="height" value="0.1" units="cm"/>
      <inkml:brushProperty name="color" value="#004F8B"/>
    </inkml:brush>
  </inkml:definitions>
  <inkml:trace contextRef="#ctx0" brushRef="#br0">23 25 7834 0 0,'-22'-25'9906'0'0,"25"28"-8954"0"0,2 1-8 0 0,0 2-1104 0 0,5 2-216 0 0,0 2-40 0 0,2 0-16 0 0,3 3 352 0 0,0 0 80 0 0</inkml:trace>
</inkml:ink>
</file>

<file path=ppt/ink/ink2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7.243"/>
    </inkml:context>
    <inkml:brush xml:id="br0">
      <inkml:brushProperty name="width" value="0.1" units="cm"/>
      <inkml:brushProperty name="height" value="0.1" units="cm"/>
      <inkml:brushProperty name="color" value="#004F8B"/>
    </inkml:brush>
  </inkml:definitions>
  <inkml:trace contextRef="#ctx0" brushRef="#br0">297 415 8554 0 0,'-5'-5'338'0'0,"0"0"1"0"0,0 0-1 0 0,0 1 1 0 0,0 0-1 0 0,0 0 1 0 0,-1 0-1 0 0,0 1 0 0 0,0-1 1 0 0,0 1-1 0 0,0 1 1 0 0,0-1-1 0 0,-1 1 1 0 0,1 0-1 0 0,-1 1 1 0 0,1 0-1 0 0,-1 0 0 0 0,0 0 1 0 0,0 1-1 0 0,1 0 1 0 0,-1 0-1 0 0,0 0 1 0 0,1 1-1 0 0,-1 0 1 0 0,0 1-1 0 0,1-1 1 0 0,-1 1-1 0 0,1 0 0 0 0,0 1 1 0 0,0 0-1 0 0,0 0 1 0 0,0 0-1 0 0,0 0 1 0 0,0 1-1 0 0,1 0 1 0 0,0 1-1 0 0,-8 7 1 0 0,4-1-141 0 0,0 1 1 0 0,1 0 0 0 0,1 0-1 0 0,0 1 1 0 0,-6 14 0 0 0,11-23-197 0 0,0 1 1 0 0,0 0 0 0 0,0 0-1 0 0,1 0 1 0 0,0 0 0 0 0,0 0-1 0 0,0 0 1 0 0,1 0 0 0 0,-1 0-1 0 0,1 1 1 0 0,0-1 0 0 0,1 0-1 0 0,-1 0 1 0 0,1 0 0 0 0,0 0-1 0 0,1 0 1 0 0,2 7 0 0 0,-4-10-87 0 0,1-1 1 0 0,0 0-1 0 0,-1 1 1 0 0,1-1-1 0 0,0 0 1 0 0,0 0-1 0 0,0 0 1 0 0,0 0-1 0 0,0 0 1 0 0,0 0-1 0 0,0 0 1 0 0,0 0-1 0 0,1 0 1 0 0,-1 0-1 0 0,0-1 1 0 0,1 1-1 0 0,-1-1 1 0 0,0 1-1 0 0,1-1 1 0 0,-1 1-1 0 0,0-1 1 0 0,1 0-1 0 0,1 1 1 0 0,0-1-80 0 0,0-1-1 0 0,0 1 1 0 0,-1-1 0 0 0,1 1-1 0 0,0-1 1 0 0,-1 0 0 0 0,1 0-1 0 0,-1 0 1 0 0,1 0 0 0 0,-1 0 0 0 0,4-3-1 0 0,3-3-381 0 0,-1 1 0 0 0,0-1 0 0 0,0 0-1 0 0,-1-1 1 0 0,9-12 0 0 0,-5 4 167 0 0,0-1-1 0 0,-2-1 1 0 0,0 1 0 0 0,-1-1-1 0 0,-1-1 1 0 0,0 0 0 0 0,-2 0-1 0 0,0 0 1 0 0,-1 0 0 0 0,-1-1-1 0 0,1-37 1 0 0,-4 27 1090 0 0,-2 0 0 0 0,-7-48-1 0 0,2 42 2927 0 0,-20-61 1 0 0,27 96-3507 0 0,-1 0 0 0 0,1 0 0 0 0,0 0 0 0 0,0 0 0 0 0,0 0 1 0 0,-1 0-1 0 0,1 0 0 0 0,-1 1 0 0 0,1-1 0 0 0,0 0 1 0 0,-1 0-1 0 0,0 0 0 0 0,1 0 0 0 0,-1 0 0 0 0,1 1 0 0 0,-1-1 1 0 0,0 0-1 0 0,0 1 0 0 0,1-1 0 0 0,-1 0 0 0 0,-1 0 0 0 0,-3 18 1043 0 0,4 35-730 0 0,4-23-593 0 0,1 0-1 0 0,2 0 1 0 0,1 0-1 0 0,1 0 1 0 0,2-1 0 0 0,0-1-1 0 0,2 1 1 0 0,1-2-1 0 0,1 0 1 0 0,2 0-1 0 0,0-2 1 0 0,21 24-1 0 0,-13-22-7943 0 0</inkml:trace>
</inkml:ink>
</file>

<file path=ppt/ink/ink2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7.464"/>
    </inkml:context>
    <inkml:brush xml:id="br0">
      <inkml:brushProperty name="width" value="0.1" units="cm"/>
      <inkml:brushProperty name="height" value="0.1" units="cm"/>
      <inkml:brushProperty name="color" value="#004F8B"/>
    </inkml:brush>
  </inkml:definitions>
  <inkml:trace contextRef="#ctx0" brushRef="#br0">15 2 12899 0 0,'-1'0'54'0'0,"1"0"0"0"0,0 0-1 0 0,-1 0 1 0 0,1-1 0 0 0,0 1 0 0 0,-1 0 0 0 0,1 0 0 0 0,0 0 0 0 0,-1 0-1 0 0,1 0 1 0 0,0 0 0 0 0,-1 0 0 0 0,1 0 0 0 0,-1 0 0 0 0,1 0 0 0 0,0 0 0 0 0,-1 0-1 0 0,1 0 1 0 0,-1 0 0 0 0,1 0 0 0 0,0 0 0 0 0,-1 0 0 0 0,1 0 0 0 0,0 0 0 0 0,-1 0-1 0 0,1 1 1 0 0,0-1 0 0 0,-1 0 0 0 0,1 0 0 0 0,0 1 0 0 0,-1-1 0 0 0,1 0 0 0 0,0 0-1 0 0,0 1 1 0 0,-1-1 0 0 0,1 0 0 0 0,0 1 0 0 0,0-1 0 0 0,0 0 0 0 0,-1 1 0 0 0,1-1-1 0 0,0 0 1 0 0,0 1 0 0 0,0-1 0 0 0,0 0 0 0 0,0 1 0 0 0,0-1 0 0 0,0 0 0 0 0,0 1-1 0 0,0-1 1 0 0,0 1 0 0 0,0-1 0 0 0,0 0 0 0 0,0 1 0 0 0,0-1 0 0 0,0 0-1 0 0,0 1 1 0 0,0-1 0 0 0,0 1 0 0 0,0-1 0 0 0,1 0 0 0 0,-1 1 0 0 0,0-1 0 0 0,0 0-1 0 0,0 1 1 0 0,1-1 0 0 0,0 6 219 0 0,26 118 3702 0 0,30 59-2467 0 0,-38-125-1290 0 0,-10-28-466 0 0,1 0 0 0 0,2-1-1 0 0,1-1 1 0 0,1 1 0 0 0,28 41-1 0 0,-23-47-7252 0 0</inkml:trace>
</inkml:ink>
</file>

<file path=ppt/ink/ink2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7.946"/>
    </inkml:context>
    <inkml:brush xml:id="br0">
      <inkml:brushProperty name="width" value="0.1" units="cm"/>
      <inkml:brushProperty name="height" value="0.1" units="cm"/>
      <inkml:brushProperty name="color" value="#004F8B"/>
    </inkml:brush>
  </inkml:definitions>
  <inkml:trace contextRef="#ctx0" brushRef="#br0">24 356 6913 0 0,'-12'4'-221'0'0,"1"0"3020"0"0,22-13-369 0 0,71-50-1883 0 0,-22 8-3381 0 0,56-61 1 0 0,-70 53 3863 0 0,-37 45 884 0 0,1 1 1 0 0,0 0 0 0 0,27-20 3138 0 0,-35 43-3657 0 0,-2 12-265 0 0,0-21-1020 0 0,-1 36 248 0 0,2 0 0 0 0,7 56-1 0 0,-4-74-349 0 0,-1 0-1 0 0,2 0 0 0 0,1 0 0 0 0,0-1 0 0 0,1 0 0 0 0,15 27 0 0 0,-20-42-123 0 0,-1 0-1 0 0,1 0 0 0 0,0 0 0 0 0,0 0 0 0 0,0-1 1 0 0,1 1-1 0 0,-1 0 0 0 0,1-1 0 0 0,0 0 0 0 0,-1 0 1 0 0,1 0-1 0 0,0 0 0 0 0,0 0 0 0 0,0 0 0 0 0,4 1 0 0 0,-5-3-168 0 0,0 0-1 0 0,0 0 0 0 0,0 0 0 0 0,0 0 0 0 0,0 0 0 0 0,0 0 0 0 0,0 0 0 0 0,0-1 0 0 0,0 1 0 0 0,0-1 0 0 0,-1 0 0 0 0,1 1 1 0 0,0-1-1 0 0,0 0 0 0 0,-1 0 0 0 0,1 0 0 0 0,0 0 0 0 0,-1 0 0 0 0,1 0 0 0 0,-1-1 0 0 0,1 1 0 0 0,-1-1 0 0 0,0 1 1 0 0,1-1-1 0 0,-1 1 0 0 0,0-1 0 0 0,0 1 0 0 0,1-3 0 0 0,23-38-2453 0 0,20-28 1673 0 0,-41 64 1584 0 0,0 1-1 0 0,1 0 1 0 0,-1 0 0 0 0,1 1 0 0 0,0-1-1 0 0,1 1 1 0 0,-1 0 0 0 0,1 0 0 0 0,9-4-1 0 0,-14 7-410 0 0,0 1-1 0 0,0 0 0 0 0,0-1 1 0 0,0 1-1 0 0,1 0 1 0 0,-1 0-1 0 0,0 0 0 0 0,0 0 1 0 0,0 0-1 0 0,1 0 0 0 0,-1 0 1 0 0,0 0-1 0 0,0 0 1 0 0,0 0-1 0 0,1 1 0 0 0,-1-1 1 0 0,0 0-1 0 0,0 1 0 0 0,0-1 1 0 0,0 1-1 0 0,0-1 1 0 0,0 1-1 0 0,0 0 0 0 0,2 1 1 0 0,22 27 4174 0 0,-23-25-3963 0 0,0-1-1 0 0,0 0 1 0 0,0 1 0 0 0,1-1 0 0 0,0 0-1 0 0,0-1 1 0 0,-1 1 0 0 0,2 0 0 0 0,-1-1-1 0 0,6 4 1 0 0,-7-5-344 0 0,1 0-1 0 0,-1-1 1 0 0,0 0-1 0 0,0 1 0 0 0,0-1 1 0 0,1 0-1 0 0,-1 0 1 0 0,0 0-1 0 0,0 0 1 0 0,1-1-1 0 0,-1 1 1 0 0,4-2-1 0 0,8-3-354 0 0</inkml:trace>
</inkml:ink>
</file>

<file path=ppt/ink/ink2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7:18.084"/>
    </inkml:context>
    <inkml:brush xml:id="br0">
      <inkml:brushProperty name="width" value="0.1" units="cm"/>
      <inkml:brushProperty name="height" value="0.1" units="cm"/>
      <inkml:brushProperty name="color" value="#004F8B"/>
    </inkml:brush>
  </inkml:definitions>
  <inkml:trace contextRef="#ctx0" brushRef="#br0">4 0 5065 0 0,'-2'3'448'0'0,"0"0"-352"0"0,2-2-96 0 0,2-1 0 0 0,-1-1 0 0 0</inkml:trace>
</inkml:ink>
</file>

<file path=ppt/ink/ink2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18.108"/>
    </inkml:context>
    <inkml:brush xml:id="br0">
      <inkml:brushProperty name="width" value="0.1" units="cm"/>
      <inkml:brushProperty name="height" value="0.1" units="cm"/>
      <inkml:brushProperty name="color" value="#F6630D"/>
    </inkml:brush>
  </inkml:definitions>
  <inkml:trace contextRef="#ctx0" brushRef="#br0">6 242 5529 0 0,'-2'-14'949'0'0,"0"0"0"0"0,1 1-1 0 0,1-1 1 0 0,1-16 0 0 0,-1-10 1085 0 0,0 28-1192 0 0,-1 7-330 0 0,1 1 0 0 0,0 0 0 0 0,0-1-1 0 0,0 1 1 0 0,0-1 0 0 0,1 1 0 0 0,1-6 0 0 0,-2 10-457 0 0,0 0 1 0 0,0 0-1 0 0,1 0 1 0 0,-1 0-1 0 0,0 0 1 0 0,1 0-1 0 0,-1-1 1 0 0,0 1-1 0 0,0 0 0 0 0,1 0 1 0 0,-1 0-1 0 0,0 0 1 0 0,1 0-1 0 0,-1 0 1 0 0,0 0-1 0 0,1 0 1 0 0,-1 0-1 0 0,0 0 1 0 0,0 0-1 0 0,1 0 1 0 0,-1 1-1 0 0,0-1 1 0 0,1 0-1 0 0,-1 0 1 0 0,0 0-1 0 0,0 0 1 0 0,1 0-1 0 0,-1 1 1 0 0,0-1-1 0 0,0 0 0 0 0,1 0 1 0 0,-1 0-1 0 0,0 1 1 0 0,0-1-1 0 0,0 0 1 0 0,1 0-1 0 0,-1 1 1 0 0,0-1-1 0 0,0 0 1 0 0,0 0-1 0 0,0 1 1 0 0,0-1-1 0 0,0 0 1 0 0,1 1-1 0 0,11 16 217 0 0,-12-16-176 0 0,29 48 111 0 0,-3 1 0 0 0,-2 1-1 0 0,25 77 1 0 0,16 36-465 0 0,-51-134 173 0 0,1-1 1 0 0,1-1-1 0 0,27 36 1 0 0,-37-57 91 0 0,1 1 1 0 0,-1-1-1 0 0,2 0 0 0 0,-1 0 0 0 0,0-1 1 0 0,1 0-1 0 0,0-1 0 0 0,1 0 1 0 0,14 8-1 0 0,-20-12 39 0 0,0 0 0 0 0,0 0 0 0 0,0 0 0 0 0,0 0 0 0 0,0-1 1 0 0,0 1-1 0 0,0-1 0 0 0,0 0 0 0 0,0 0 0 0 0,0 0 0 0 0,0 0 0 0 0,0 0 0 0 0,0-1 0 0 0,0 1 0 0 0,0-1 1 0 0,0 0-1 0 0,0 0 0 0 0,0 0 0 0 0,0 0 0 0 0,0-1 0 0 0,0 1 0 0 0,-1-1 0 0 0,1 0 0 0 0,-1 1 0 0 0,1-1 1 0 0,-1 0-1 0 0,0-1 0 0 0,0 1 0 0 0,1 0 0 0 0,-2-1 0 0 0,1 1 0 0 0,0-1 0 0 0,2-4 0 0 0,3-6 62 0 0,-1 0 0 0 0,-1 0-1 0 0,0 0 1 0 0,0 0-1 0 0,3-23 1 0 0,8-76 55 0 0,-12 72-115 0 0,0 14-179 0 0,26-185 599 0 0,-21 165-1695 0 0,2 1 1 0 0,24-66 0 0 0,-24 86-5881 0 0</inkml:trace>
</inkml:ink>
</file>

<file path=ppt/ink/ink2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18.458"/>
    </inkml:context>
    <inkml:brush xml:id="br0">
      <inkml:brushProperty name="width" value="0.1" units="cm"/>
      <inkml:brushProperty name="height" value="0.1" units="cm"/>
      <inkml:brushProperty name="color" value="#F6630D"/>
    </inkml:brush>
  </inkml:definitions>
  <inkml:trace contextRef="#ctx0" brushRef="#br0">50 62 11522 0 0,'-3'-4'844'0'0,"3"4"-741"0"0,0 0 0 0 0,-1-1 1 0 0,1 1-1 0 0,0 0 0 0 0,0-1 1 0 0,0 1-1 0 0,0 0 1 0 0,-1-1-1 0 0,1 1 0 0 0,0 0 1 0 0,0 0-1 0 0,-1-1 0 0 0,1 1 1 0 0,0 0-1 0 0,-1 0 0 0 0,1-1 1 0 0,0 1-1 0 0,0 0 1 0 0,-1 0-1 0 0,1 0 0 0 0,0 0 1 0 0,-1 0-1 0 0,1 0 0 0 0,0-1 1 0 0,-1 1-1 0 0,1 0 0 0 0,-1 0 1 0 0,1 0-1 0 0,0 0 1 0 0,-1 0-1 0 0,1 0 0 0 0,0 0 1 0 0,-1 0-1 0 0,1 0 0 0 0,0 1 1 0 0,-1-1-1 0 0,1 0 0 0 0,0 0 1 0 0,-1 0-1 0 0,1 0 0 0 0,0 0 1 0 0,-1 1-1 0 0,1-1 1 0 0,0 0-1 0 0,-1 0 0 0 0,1 0 1 0 0,0 1-1 0 0,0-1 0 0 0,-1 0 1 0 0,1 0-1 0 0,0 1 0 0 0,0 0 1 0 0,-5 6-72 0 0,1 1 1 0 0,0 0-1 0 0,0 1 1 0 0,1-1 0 0 0,0 1-1 0 0,1 0 1 0 0,0-1-1 0 0,0 1 1 0 0,1 0-1 0 0,0 0 1 0 0,1 0-1 0 0,0 0 1 0 0,0 0 0 0 0,1 1-1 0 0,3 16 1 0 0,-3-20-59 0 0,1 0 1 0 0,0 0 0 0 0,0 0-1 0 0,1 0 1 0 0,-1 0 0 0 0,1-1-1 0 0,0 1 1 0 0,1-1 0 0 0,0 0-1 0 0,-1 0 1 0 0,1 0 0 0 0,1 0 0 0 0,-1-1-1 0 0,1 0 1 0 0,0 1 0 0 0,0-2-1 0 0,0 1 1 0 0,0-1 0 0 0,1 0-1 0 0,-1 0 1 0 0,1 0 0 0 0,0-1-1 0 0,0 0 1 0 0,6 2 0 0 0,-5-2-28 0 0,0-1 0 0 0,0 0 0 0 0,0 0 0 0 0,0-1 0 0 0,0 0 0 0 0,0 0 0 0 0,0 0 0 0 0,0-1 0 0 0,0 0 0 0 0,0 0 0 0 0,-1-1 0 0 0,1 0 0 0 0,0 0 0 0 0,-1-1 0 0 0,1 0 0 0 0,8-5 0 0 0,-10 5 10 0 0,-1 0-1 0 0,-1 0 1 0 0,1-1-1 0 0,0 1 1 0 0,-1-1-1 0 0,0 0 1 0 0,0 0-1 0 0,0 0 1 0 0,0 0-1 0 0,0 0 1 0 0,-1-1-1 0 0,0 1 1 0 0,0-1-1 0 0,0 0 1 0 0,-1 0-1 0 0,0 1 1 0 0,1-1-1 0 0,-2 0 1 0 0,1 0-1 0 0,0 0 1 0 0,-1 0-1 0 0,0 0 1 0 0,-1-9-1 0 0,-1 4 79 0 0,1 0 0 0 0,-2 0 1 0 0,0 0-1 0 0,0 0 0 0 0,0 0 0 0 0,-1 0 0 0 0,-10-15 0 0 0,0 1-156 0 0,-30-35 0 0 0,30 42-390 0 0</inkml:trace>
</inkml:ink>
</file>

<file path=ppt/ink/ink2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18.821"/>
    </inkml:context>
    <inkml:brush xml:id="br0">
      <inkml:brushProperty name="width" value="0.1" units="cm"/>
      <inkml:brushProperty name="height" value="0.1" units="cm"/>
      <inkml:brushProperty name="color" value="#F6630D"/>
    </inkml:brush>
  </inkml:definitions>
  <inkml:trace contextRef="#ctx0" brushRef="#br0">26 48 7370 0 0,'0'1'236'0'0,"1"0"1"0"0,-1 0 0 0 0,1 0-1 0 0,-1 0 1 0 0,0 1 0 0 0,1-1 0 0 0,-1 0-1 0 0,0 0 1 0 0,0 0 0 0 0,0 1-1 0 0,0-1 1 0 0,0 0 0 0 0,0 0-1 0 0,0 0 1 0 0,-1 0 0 0 0,0 3 0 0 0,1-3 37 0 0,-11 74 2107 0 0,-4 27-1560 0 0,15-91-843 0 0,-1 0 0 0 0,2 0 0 0 0,-1 0 0 0 0,1 0 0 0 0,1-1 0 0 0,5 21 0 0 0,-7-30-25 0 0,0 0 0 0 0,1 1 0 0 0,-1-1 0 0 0,1 0 0 0 0,-1 1 0 0 0,1-1 0 0 0,-1 0 0 0 0,1 0 0 0 0,0 0 0 0 0,-1 1 0 0 0,1-1 0 0 0,0 0 0 0 0,0 0 0 0 0,0 0 0 0 0,0 0 0 0 0,0 0 0 0 0,0-1 0 0 0,0 1 0 0 0,0 0 0 0 0,1 0 0 0 0,-1-1-1 0 0,2 2 1 0 0,-1-2-98 0 0,-1 0 1 0 0,1 0-1 0 0,-1 0 0 0 0,0-1 0 0 0,1 1 0 0 0,-1 0 0 0 0,0-1 0 0 0,1 1 0 0 0,-1-1 0 0 0,0 1 0 0 0,0-1 0 0 0,0 0 0 0 0,1 1 1 0 0,-1-1-1 0 0,0 0 0 0 0,0 0 0 0 0,0 0 0 0 0,1-1 0 0 0,4-4-563 0 0,-1-1 1 0 0,0 0 0 0 0,0 0-1 0 0,0 0 1 0 0,6-14-1 0 0,26-75-1920 0 0,-28 67 2928 0 0,1 1 0 0 0,2 1 1 0 0,0 0-1 0 0,24-37 0 0 0,-34 62-53 0 0,-1 0 1 0 0,0 0-1 0 0,1-1 0 0 0,0 1 1 0 0,0 0-1 0 0,-1 0 0 0 0,1 1 0 0 0,0-1 1 0 0,0 0-1 0 0,1 1 0 0 0,-1-1 0 0 0,0 1 1 0 0,0 0-1 0 0,1 0 0 0 0,-1 0 1 0 0,1 0-1 0 0,-1 0 0 0 0,1 0 0 0 0,-1 0 1 0 0,1 1-1 0 0,0 0 0 0 0,-1-1 0 0 0,1 1 1 0 0,0 0-1 0 0,-1 0 0 0 0,1 0 1 0 0,-1 1-1 0 0,4 0 0 0 0,-1 1 95 0 0,-1 0 1 0 0,1 0-1 0 0,-1 0 0 0 0,0 1 1 0 0,0 0-1 0 0,0 0 0 0 0,0 0 0 0 0,0 0 1 0 0,0 1-1 0 0,-1-1 0 0 0,0 1 1 0 0,0 0-1 0 0,0 0 0 0 0,3 6 0 0 0,17 36 671 0 0,-2-5-1513 0 0,-4-17-4403 0 0</inkml:trace>
</inkml:ink>
</file>

<file path=ppt/ink/ink2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19.105"/>
    </inkml:context>
    <inkml:brush xml:id="br0">
      <inkml:brushProperty name="width" value="0.1" units="cm"/>
      <inkml:brushProperty name="height" value="0.1" units="cm"/>
      <inkml:brushProperty name="color" value="#F6630D"/>
    </inkml:brush>
  </inkml:definitions>
  <inkml:trace contextRef="#ctx0" brushRef="#br0">55 13 4145 0 0,'-1'-1'243'0'0,"0"0"0"0"0,1 0 0 0 0,-1 1 0 0 0,0-1 0 0 0,1 0 1 0 0,-1 0-1 0 0,0 0 0 0 0,0 1 0 0 0,0-1 0 0 0,0 1 0 0 0,0-1 0 0 0,0 1 0 0 0,0-1 1 0 0,1 1-1 0 0,-1-1 0 0 0,-1 1 0 0 0,1 0 0 0 0,0-1 0 0 0,0 1 0 0 0,0 0 0 0 0,0 0 0 0 0,0 0 1 0 0,0 0-1 0 0,0 0 0 0 0,0 0 0 0 0,0 0 0 0 0,0 0 0 0 0,0 0 0 0 0,0 1 0 0 0,0-1 1 0 0,0 0-1 0 0,0 1 0 0 0,0-1 0 0 0,0 1 0 0 0,0-1 0 0 0,0 1 0 0 0,0-1 0 0 0,-1 2 0 0 0,0 0 110 0 0,0 0-1 0 0,1 1 1 0 0,-1-1-1 0 0,1 1 0 0 0,0-1 1 0 0,-1 1-1 0 0,1 0 1 0 0,0 0-1 0 0,1-1 0 0 0,-1 1 1 0 0,0 0-1 0 0,1 0 1 0 0,-1 4-1 0 0,0 47 742 0 0,3-1 1 0 0,16 101-1 0 0,-6-65-774 0 0,26 186-379 0 0,-18-158-4098 0 0,-16-88 2598 0 0</inkml:trace>
</inkml:ink>
</file>

<file path=ppt/ink/ink2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19.283"/>
    </inkml:context>
    <inkml:brush xml:id="br0">
      <inkml:brushProperty name="width" value="0.1" units="cm"/>
      <inkml:brushProperty name="height" value="0.1" units="cm"/>
      <inkml:brushProperty name="color" value="#F6630D"/>
    </inkml:brush>
  </inkml:definitions>
  <inkml:trace contextRef="#ctx0" brushRef="#br0">7 207 5529 0 0,'-1'-2'207'0'0,"0"0"-1"0"0,0 0 0 0 0,0-1 1 0 0,1 1-1 0 0,-1 0 0 0 0,1-1 1 0 0,-1 1-1 0 0,1 0 0 0 0,0-1 1 0 0,0 1-1 0 0,0-1 0 0 0,0 1 1 0 0,0-1-1 0 0,0 1 0 0 0,1 0 1 0 0,-1-1-1 0 0,1 1 0 0 0,0 0 1 0 0,-1-1-1 0 0,1 1 0 0 0,0 0 1 0 0,1 0-1 0 0,-1 0 1 0 0,0 0-1 0 0,0 0 0 0 0,1 0 1 0 0,0 0-1 0 0,-1 0 0 0 0,1 0 1 0 0,0 1-1 0 0,0-1 0 0 0,3-2 1 0 0,9-8 556 0 0,1-1 1 0 0,28-16-1 0 0,-5 7-1437 0 0,45-18 0 0 0,-47 24 60 0 0</inkml:trace>
</inkml:ink>
</file>

<file path=ppt/ink/ink2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19.564"/>
    </inkml:context>
    <inkml:brush xml:id="br0">
      <inkml:brushProperty name="width" value="0.1" units="cm"/>
      <inkml:brushProperty name="height" value="0.1" units="cm"/>
      <inkml:brushProperty name="color" value="#F6630D"/>
    </inkml:brush>
  </inkml:definitions>
  <inkml:trace contextRef="#ctx0" brushRef="#br0">1 74 7370 0 0,'3'1'551'0'0,"0"0"1"0"0,0 0 0 0 0,0 0 0 0 0,0-1 0 0 0,1 1 0 0 0,-1-1-1 0 0,0 0 1 0 0,0 0 0 0 0,0 0 0 0 0,1 0 0 0 0,2-1 0 0 0,-3 1-466 0 0,13-1 462 0 0,-1-1 1 0 0,1-1 0 0 0,-1 0 0 0 0,16-6 0 0 0,60-26-4057 0 0,-37 13-2507 0 0,-44 19 5822 0 0</inkml:trace>
</inkml:ink>
</file>

<file path=ppt/ink/ink2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19.707"/>
    </inkml:context>
    <inkml:brush xml:id="br0">
      <inkml:brushProperty name="width" value="0.1" units="cm"/>
      <inkml:brushProperty name="height" value="0.1" units="cm"/>
      <inkml:brushProperty name="color" value="#F6630D"/>
    </inkml:brush>
  </inkml:definitions>
  <inkml:trace contextRef="#ctx0" brushRef="#br0">1 68 6449 0 0,'0'0'288'0'0,"1"0"57"0"0,1 0-281 0 0,0-2-64 0 0,1 2 0 0 0,0-1 0 0 0,1-2 744 0 0,1 1 136 0 0,6-5 24 0 0,3-1 8 0 0,5-3-912 0 0,0 0-160 0 0,2 0-48 0 0,-2 0-8 0 0</inkml:trace>
</inkml:ink>
</file>

<file path=ppt/ink/ink2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0.168"/>
    </inkml:context>
    <inkml:brush xml:id="br0">
      <inkml:brushProperty name="width" value="0.1" units="cm"/>
      <inkml:brushProperty name="height" value="0.1" units="cm"/>
      <inkml:brushProperty name="color" value="#F6630D"/>
    </inkml:brush>
  </inkml:definitions>
  <inkml:trace contextRef="#ctx0" brushRef="#br0">32 43 8290 0 0,'-18'-23'5157'0'0,"5"4"2172"0"0,19 60-4541 0 0,20 106-2419 0 0,7 165 1 0 0,-17-139-724 0 0,-4-86-405 0 0,-1-46 78 0 0</inkml:trace>
</inkml:ink>
</file>

<file path=ppt/ink/ink2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0.661"/>
    </inkml:context>
    <inkml:brush xml:id="br0">
      <inkml:brushProperty name="width" value="0.1" units="cm"/>
      <inkml:brushProperty name="height" value="0.1" units="cm"/>
      <inkml:brushProperty name="color" value="#F6630D"/>
    </inkml:brush>
  </inkml:definitions>
  <inkml:trace contextRef="#ctx0" brushRef="#br0">17 276 3681 0 0,'-8'-14'3'0'0,"0"-14"4401"0"0,8 27-4161 0 0,0 0 0 0 0,-1-1 0 0 0,1 1 0 0 0,0 0-1 0 0,0 0 1 0 0,0 0 0 0 0,0-1 0 0 0,0 1 0 0 0,1 0 0 0 0,-1 0 0 0 0,0 0 0 0 0,0-1-1 0 0,1 1 1 0 0,-1 0 0 0 0,1 0 0 0 0,-1 0 0 0 0,1 0 0 0 0,-1 0 0 0 0,1 0 0 0 0,0 0-1 0 0,0 0 1 0 0,-1 0 0 0 0,1 0 0 0 0,0 0 0 0 0,0 0 0 0 0,0 0 0 0 0,0 1-1 0 0,0-1 1 0 0,0 0 0 0 0,0 1 0 0 0,0-1 0 0 0,0 1 0 0 0,0-1 0 0 0,1 1 0 0 0,-1 0-1 0 0,1-1 1 0 0,1 1-56 0 0,0 0 0 0 0,0 0-1 0 0,0 0 1 0 0,0 1 0 0 0,0-1 0 0 0,0 1-1 0 0,0 0 1 0 0,0 0 0 0 0,0 0-1 0 0,-1 0 1 0 0,1 0 0 0 0,0 0 0 0 0,-1 1-1 0 0,1 0 1 0 0,-1-1 0 0 0,1 1 0 0 0,-1 0-1 0 0,0 0 1 0 0,1 0 0 0 0,1 3-1 0 0,7 7 105 0 0,-1 0 0 0 0,12 19 0 0 0,-22-30-266 0 0,124 210 630 0 0,-44-70-609 0 0,-77-135-57 0 0,1-1 0 0 0,0 1 0 0 0,0-1 0 0 0,0 0 0 0 0,8 7 0 0 0,-12-12 11 0 0,1 1 0 0 0,0 0 0 0 0,-1-1 0 0 0,1 1 0 0 0,0-1 0 0 0,0 0-1 0 0,-1 1 1 0 0,1-1 0 0 0,0 0 0 0 0,0 1 0 0 0,0-1 0 0 0,0 0 0 0 0,-1 0-1 0 0,1 0 1 0 0,0 1 0 0 0,0-1 0 0 0,0 0 0 0 0,0 0 0 0 0,0-1 0 0 0,1 1-1 0 0,-1 0 13 0 0,0-1 1 0 0,0 0-1 0 0,0 1 0 0 0,0-1 0 0 0,0 0 0 0 0,0 0 0 0 0,0 0 0 0 0,-1 0 0 0 0,1 0 1 0 0,0 0-1 0 0,0 0 0 0 0,-1 0 0 0 0,1 0 0 0 0,0 0 0 0 0,-1 0 0 0 0,1 0 0 0 0,-1 0 0 0 0,1-3 1 0 0,7-27 280 0 0,-1 1 0 0 0,-1-2 0 0 0,3-51 0 0 0,1-9-22 0 0,-8 73-385 0 0,6-34 210 0 0,25-84 0 0 0,-29 122-507 0 0,1 1 0 0 0,1 0-1 0 0,0 0 1 0 0,1 1 0 0 0,0 0-1 0 0,1 0 1 0 0,1 1-1 0 0,0 0 1 0 0,0 0 0 0 0,20-17-1 0 0,-6 10-6809 0 0</inkml:trace>
</inkml:ink>
</file>

<file path=ppt/ink/ink2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1.962"/>
    </inkml:context>
    <inkml:brush xml:id="br0">
      <inkml:brushProperty name="width" value="0.1" units="cm"/>
      <inkml:brushProperty name="height" value="0.1" units="cm"/>
      <inkml:brushProperty name="color" value="#F6630D"/>
    </inkml:brush>
  </inkml:definitions>
  <inkml:trace contextRef="#ctx0" brushRef="#br0">18 137 1840 0 0,'-1'-2'92'0'0,"0"1"-1"0"0,0-1 0 0 0,0 1 0 0 0,1-1 0 0 0,-1 1 0 0 0,0-1 0 0 0,1 0 0 0 0,-1 1 1 0 0,1-1-1 0 0,0 0 0 0 0,-1 1 0 0 0,1-1 0 0 0,0 0 0 0 0,0 0 0 0 0,0 1 0 0 0,0-1 0 0 0,1-3 1 0 0,-6-24 9467 0 0,3 36-7695 0 0,1 12-937 0 0,-1 68-106 0 0,2 65-1003 0 0,1-130 66 0 0,1 0-1 0 0,2-1 1 0 0,0 1 0 0 0,13 38 0 0 0,-14-54 113 0 0,-1 0 0 0 0,1 0 0 0 0,0-1 1 0 0,0 1-1 0 0,1-1 0 0 0,0 0 0 0 0,0 0 0 0 0,0 0 1 0 0,0-1-1 0 0,1 0 0 0 0,-1 1 0 0 0,1-1 0 0 0,1-1 1 0 0,-1 1-1 0 0,0-1 0 0 0,1 0 0 0 0,11 5 0 0 0,-12-7-2 0 0,0 1 1 0 0,0-1-1 0 0,0 0 0 0 0,0 0 0 0 0,1-1 0 0 0,-1 0 0 0 0,0 0 0 0 0,0 0 1 0 0,1 0-1 0 0,-1-1 0 0 0,0 0 0 0 0,0 0 0 0 0,0 0 0 0 0,0 0 0 0 0,0-1 1 0 0,0 0-1 0 0,0 0 0 0 0,-1-1 0 0 0,1 1 0 0 0,-1-1 0 0 0,9-6 0 0 0,-4 1 54 0 0,0-1-1 0 0,0 0 0 0 0,-1 0 0 0 0,0-1 0 0 0,0 0 1 0 0,-1 0-1 0 0,-1-1 0 0 0,9-18 0 0 0,-2-4-386 0 0,16-58-1 0 0,-16 46-333 0 0,-13 45 645 0 0,0 0 0 0 0,0-1-1 0 0,0 1 1 0 0,0 0-1 0 0,0 0 1 0 0,0 0-1 0 0,0-1 1 0 0,0 1-1 0 0,0 0 1 0 0,0 0 0 0 0,0 0-1 0 0,1 0 1 0 0,-1 0-1 0 0,0-1 1 0 0,0 1-1 0 0,0 0 1 0 0,0 0-1 0 0,0 0 1 0 0,1 0-1 0 0,-1 0 1 0 0,0 0 0 0 0,0-1-1 0 0,0 1 1 0 0,0 0-1 0 0,1 0 1 0 0,-1 0-1 0 0,0 0 1 0 0,0 0-1 0 0,0 0 1 0 0,1 0-1 0 0,-1 0 1 0 0,0 0 0 0 0,0 0-1 0 0,0 0 1 0 0,1 0-1 0 0,-1 0 1 0 0,0 0-1 0 0,0 0 1 0 0,0 0-1 0 0,1 0 1 0 0,-1 0-1 0 0,0 1 1 0 0,12 7-838 0 0,14 22-12 0 0,-15-18 826 0 0,-2-2 196 0 0,0-2 0 0 0,1 1 1 0 0,1-1-1 0 0,0 0 0 0 0,0-1 0 0 0,0-1 1 0 0,0 0-1 0 0,1 0 0 0 0,0-1 1 0 0,1-1-1 0 0,21 6 0 0 0,-26-8 19 0 0,0-1 0 0 0,-1 0 0 0 0,1 0 0 0 0,0-1 0 0 0,0 0 0 0 0,0 0 0 0 0,0-1-1 0 0,-1 0 1 0 0,1 0 0 0 0,0-1 0 0 0,-1 0 0 0 0,1-1 0 0 0,-1 1 0 0 0,0-1-1 0 0,0-1 1 0 0,0 1 0 0 0,0-1 0 0 0,0 0 0 0 0,-1-1 0 0 0,10-8 0 0 0,-6 3 57 0 0,-1 0 0 0 0,0-1 0 0 0,-1 0 1 0 0,0-1-1 0 0,-1 1 0 0 0,0-2 0 0 0,-1 1 1 0 0,0-1-1 0 0,-1 0 0 0 0,0 0 0 0 0,3-19 1 0 0,-4 16-475 0 0,-2-1 0 0 0,0 0 0 0 0,0-25 1 0 0,-3 24-1256 0 0,0 1 1 0 0,-1-1 0 0 0,-6-21 0 0 0,1 15-3942 0 0</inkml:trace>
</inkml:ink>
</file>

<file path=ppt/ink/ink2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2.357"/>
    </inkml:context>
    <inkml:brush xml:id="br0">
      <inkml:brushProperty name="width" value="0.1" units="cm"/>
      <inkml:brushProperty name="height" value="0.1" units="cm"/>
      <inkml:brushProperty name="color" value="#F6630D"/>
    </inkml:brush>
  </inkml:definitions>
  <inkml:trace contextRef="#ctx0" brushRef="#br0">0 0 10138 0 0,'22'24'1945'0'0,"-1"0"-1"0"0,19 28 1 0 0,-19-20-700 0 0,24 47 1 0 0,-21-27-1114 0 0,-3 2 1 0 0,23 83-1 0 0,-39-116-264 0 0,-4-13-3 0 0,1 1 0 0 0,0-1 1 0 0,1 0-1 0 0,0 0 0 0 0,0 0 1 0 0,0 0-1 0 0,6 8 0 0 0,-9-16 113 0 0,0 0-1 0 0,0 1 1 0 0,1-1-1 0 0,-1 0 1 0 0,0 0-1 0 0,0 0 1 0 0,0 0-1 0 0,0 0 1 0 0,0 1-1 0 0,1-1 1 0 0,-1 0-1 0 0,0 0 1 0 0,0 0-1 0 0,0 0 1 0 0,0 0-1 0 0,0 0 1 0 0,1 0-1 0 0,-1 0 1 0 0,0 0-1 0 0,0 0 1 0 0,0 0-1 0 0,1 1 1 0 0,-1-1-1 0 0,0 0 1 0 0,0 0 0 0 0,0 0-1 0 0,0 0 1 0 0,1 0-1 0 0,-1-1 1 0 0,0 1-1 0 0,0 0 1 0 0,0 0-1 0 0,1 0 1 0 0,-1 0-1 0 0,0 0 1 0 0,0 0-1 0 0,0 0 1 0 0,0 0-1 0 0,1 0 1 0 0,-1 0-1 0 0,0 0 1 0 0,0-1-1 0 0,0 1 1 0 0,0 0-1 0 0,0 0 1 0 0,1 0-1 0 0,-1-1 1 0 0,6-11-1043 0 0,-1-16-449 0 0,-1-18-97 0 0,-2 6 853 0 0,11-56 0 0 0,-11 84 892 0 0,1 1-1 0 0,1-1 1 0 0,0 1 0 0 0,0 0 0 0 0,1 0 0 0 0,0 0 0 0 0,1 1 0 0 0,0 0 0 0 0,10-12 0 0 0,-14 19 29 0 0,0 0 0 0 0,1 0 0 0 0,-1 1 0 0 0,1-1 0 0 0,-1 1 0 0 0,1 0 0 0 0,0 0 0 0 0,0 0 1 0 0,0 0-1 0 0,0 1 0 0 0,0-1 0 0 0,0 1 0 0 0,1-1 0 0 0,-1 1 0 0 0,0 0 0 0 0,1 0 0 0 0,-1 1 0 0 0,1-1 0 0 0,-1 1 0 0 0,1 0 0 0 0,-1 0 0 0 0,1 0 0 0 0,-1 0 0 0 0,1 0 0 0 0,-1 1 1 0 0,1 0-1 0 0,-1-1 0 0 0,0 1 0 0 0,1 1 0 0 0,-1-1 0 0 0,0 0 0 0 0,0 1 0 0 0,0-1 0 0 0,0 1 0 0 0,0 0 0 0 0,0 0 0 0 0,4 4 0 0 0,6 5 183 0 0,0 1 0 0 0,-1 1 0 0 0,0 0 0 0 0,-1 0 0 0 0,-1 1 0 0 0,10 17 0 0 0,43 74-376 0 0,-26-32-2786 0 0,-25-48-3734 0 0</inkml:trace>
</inkml:ink>
</file>

<file path=ppt/ink/ink2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2.706"/>
    </inkml:context>
    <inkml:brush xml:id="br0">
      <inkml:brushProperty name="width" value="0.1" units="cm"/>
      <inkml:brushProperty name="height" value="0.1" units="cm"/>
      <inkml:brushProperty name="color" value="#F6630D"/>
    </inkml:brush>
  </inkml:definitions>
  <inkml:trace contextRef="#ctx0" brushRef="#br0">36 79 6449 0 0,'4'-11'173'0'0,"11"-25"1040"0"0,-14 34-911 0 0,-1 0 0 0 0,1 0 0 0 0,0 0-1 0 0,-1 0 1 0 0,0 0 0 0 0,1-1 0 0 0,-1 1-1 0 0,0 0 1 0 0,0 0 0 0 0,0 0 0 0 0,0 0-1 0 0,-1 0 1 0 0,1-3 0 0 0,-2 6-33 0 0,0 0 0 0 0,1 1 0 0 0,-1-1 0 0 0,1 0 0 0 0,-1 1 0 0 0,1-1 0 0 0,0 1 0 0 0,-1-1 0 0 0,1 1 0 0 0,0 0 1 0 0,-1 2-1 0 0,-6 13-244 0 0,2 1 0 0 0,0 0 1 0 0,0 0-1 0 0,2 1 0 0 0,0-1 1 0 0,2 1-1 0 0,0 0 0 0 0,0 0 1 0 0,2 0-1 0 0,1 0 0 0 0,0 0 1 0 0,1-1-1 0 0,5 21 0 0 0,-7-38-90 0 0,0 0 0 0 0,0 0 0 0 0,1 0 0 0 0,-1 0 0 0 0,0 0 0 0 0,1 0 0 0 0,-1 0 0 0 0,0 0 0 0 0,1 0 0 0 0,-1 0 0 0 0,1 0 0 0 0,0 0 0 0 0,-1-1 0 0 0,1 1 0 0 0,0 0 0 0 0,-1 0 0 0 0,1 0 0 0 0,0-1 0 0 0,0 1 0 0 0,0-1 0 0 0,0 1 0 0 0,0 0 0 0 0,-1-1 0 0 0,1 1 0 0 0,0-1 0 0 0,2 1 0 0 0,-2-1-44 0 0,1-1 1 0 0,-1 1-1 0 0,1 0 1 0 0,-1-1-1 0 0,0 1 1 0 0,1-1-1 0 0,-1 1 1 0 0,0-1-1 0 0,1 0 1 0 0,-1 1 0 0 0,0-1-1 0 0,0 0 1 0 0,0 0-1 0 0,1 0 1 0 0,-1 0-1 0 0,1-2 1 0 0,5-5-144 0 0,-1 0 1 0 0,0 0-1 0 0,-1 0 1 0 0,7-13-1 0 0,5-23 449 0 0,-14 34 181 0 0,0 0-1 0 0,1 1 1 0 0,0-1-1 0 0,0 1 1 0 0,1 0-1 0 0,1 0 1 0 0,9-12-1 0 0,-15 21-292 0 0,1-1 0 0 0,-1 1-1 0 0,1-1 1 0 0,-1 1 0 0 0,1 0 0 0 0,-1-1-1 0 0,1 1 1 0 0,0-1 0 0 0,-1 1 0 0 0,1 0-1 0 0,0 0 1 0 0,-1-1 0 0 0,1 1 0 0 0,0 0-1 0 0,-1 0 1 0 0,1 0 0 0 0,0 0 0 0 0,-1 0-1 0 0,1 0 1 0 0,0 0 0 0 0,-1 0 0 0 0,1 0-1 0 0,0 0 1 0 0,0 0 0 0 0,-1 0 0 0 0,1 0-1 0 0,1 1 1 0 0,15 15 1207 0 0,10 35-440 0 0,-24-44-745 0 0,4 11-543 0 0,1-1 0 0 0,1 1 0 0 0,1-2 0 0 0,0 1 0 0 0,1-2 0 0 0,16 19 0 0 0,-10-17-5281 0 0</inkml:trace>
</inkml:ink>
</file>

<file path=ppt/ink/ink2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2.927"/>
    </inkml:context>
    <inkml:brush xml:id="br0">
      <inkml:brushProperty name="width" value="0.1" units="cm"/>
      <inkml:brushProperty name="height" value="0.1" units="cm"/>
      <inkml:brushProperty name="color" value="#F6630D"/>
    </inkml:brush>
  </inkml:definitions>
  <inkml:trace contextRef="#ctx0" brushRef="#br0">5 22 10138 0 0,'-3'-10'528'0'0,"2"-1"1030"0"0,11 18 894 0 0,36 54 1878 0 0,13 43-2485 0 0,-20-33-1125 0 0,110 200 447 0 0,-122-215-2211 0 0,-4 1 0 0 0,-1 1 0 0 0,13 61 1 0 0,-29-94-292 0 0</inkml:trace>
</inkml:ink>
</file>

<file path=ppt/ink/ink2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3.089"/>
    </inkml:context>
    <inkml:brush xml:id="br0">
      <inkml:brushProperty name="width" value="0.1" units="cm"/>
      <inkml:brushProperty name="height" value="0.1" units="cm"/>
      <inkml:brushProperty name="color" value="#F6630D"/>
    </inkml:brush>
  </inkml:definitions>
  <inkml:trace contextRef="#ctx0" brushRef="#br0">21 118 13363 0 0,'-3'0'150'0'0,"-13"-3"837"0"0,14-1-420 0 0,10-2 73 0 0,25-9-16 0 0,62-20 0 0 0,-28 17-1929 0 0,70-10 1 0 0,-79 20 1041 0 0</inkml:trace>
</inkml:ink>
</file>

<file path=ppt/ink/ink2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3.435"/>
    </inkml:context>
    <inkml:brush xml:id="br0">
      <inkml:brushProperty name="width" value="0.1" units="cm"/>
      <inkml:brushProperty name="height" value="0.1" units="cm"/>
      <inkml:brushProperty name="color" value="#F6630D"/>
    </inkml:brush>
  </inkml:definitions>
  <inkml:trace contextRef="#ctx0" brushRef="#br0">35 5 5985 0 0,'-1'-1'503'0'0,"0"1"0"0"0,-1-1 0 0 0,1 1 0 0 0,0-1 0 0 0,-1 1 0 0 0,1-1 0 0 0,0 1 0 0 0,-1 0 0 0 0,1 0 0 0 0,0 0 0 0 0,-1 0-1 0 0,1 0 1 0 0,0 0 0 0 0,-1 0 0 0 0,1 0 0 0 0,0 0 0 0 0,-1 1 0 0 0,-1 0 0 0 0,2-1-310 0 0,0 1 1 0 0,1 0-1 0 0,-1-1 0 0 0,1 1 1 0 0,-1 0-1 0 0,1-1 0 0 0,-1 1 0 0 0,1 0 1 0 0,-1 0-1 0 0,1-1 0 0 0,0 1 1 0 0,-1 0-1 0 0,1 0 0 0 0,0 0 1 0 0,0 0-1 0 0,0-1 0 0 0,-1 1 1 0 0,1 0-1 0 0,0 0 0 0 0,0 0 1 0 0,1 1-1 0 0,0 8 49 0 0,0-1-1 0 0,1 0 1 0 0,1 0 0 0 0,4 13 0 0 0,-2-6 466 0 0,71 353 410 0 0,-51-229-926 0 0,-3-44-1541 0 0,-12-60-813 0 0,-2 1 0 0 0,5 53 0 0 0</inkml:trace>
</inkml:ink>
</file>

<file path=ppt/ink/ink2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3.833"/>
    </inkml:context>
    <inkml:brush xml:id="br0">
      <inkml:brushProperty name="width" value="0.1" units="cm"/>
      <inkml:brushProperty name="height" value="0.1" units="cm"/>
      <inkml:brushProperty name="color" value="#F6630D"/>
    </inkml:brush>
  </inkml:definitions>
  <inkml:trace contextRef="#ctx0" brushRef="#br0">65 464 920 0 0,'-7'-8'286'0'0,"0"-1"-1"0"0,1-1 1 0 0,0 1-1 0 0,0-1 1 0 0,1 0-1 0 0,1 0 1 0 0,0 0-1 0 0,0-1 1 0 0,1 0-1 0 0,0 0 1 0 0,-2-18-1 0 0,3 14 401 0 0,0 0 0 0 0,2-1 0 0 0,0 0 0 0 0,0 1 0 0 0,2-1 0 0 0,0 1 0 0 0,5-22 0 0 0,-4 30-352 0 0,-1-1 1 0 0,1 0-1 0 0,1 1 1 0 0,-1 0-1 0 0,1 0 1 0 0,1 0-1 0 0,-1 0 1 0 0,1 0-1 0 0,0 1 1 0 0,1 0 0 0 0,-1 0-1 0 0,1 1 1 0 0,0-1-1 0 0,1 1 1 0 0,-1 0-1 0 0,9-4 1 0 0,6-2 451 0 0,1 0 1 0 0,0 2-1 0 0,0 1 1 0 0,1 0 0 0 0,29-5-1 0 0,-40 10-648 0 0,1 1 1 0 0,-1 1-1 0 0,0 0 1 0 0,1 0-1 0 0,-1 1 0 0 0,0 1 1 0 0,1 0-1 0 0,-1 1 1 0 0,0 0-1 0 0,0 1 0 0 0,23 8 1 0 0,-32-10-162 0 0,-1 0 1 0 0,0 0 0 0 0,1 1-1 0 0,-1-1 1 0 0,0 0 0 0 0,0 1-1 0 0,0-1 1 0 0,0 1 0 0 0,0 0 0 0 0,-1 0-1 0 0,1 0 1 0 0,-1 0 0 0 0,1 0-1 0 0,-1 0 1 0 0,1 0 0 0 0,-1 0-1 0 0,0 0 1 0 0,0 1 0 0 0,0-1-1 0 0,0 0 1 0 0,-1 1 0 0 0,1-1-1 0 0,0 1 1 0 0,-1-1 0 0 0,0 1-1 0 0,0-1 1 0 0,0 1 0 0 0,0-1 0 0 0,0 1-1 0 0,0-1 1 0 0,0 1 0 0 0,-1-1-1 0 0,0 1 1 0 0,1-1 0 0 0,-1 1-1 0 0,0-1 1 0 0,-1 3 0 0 0,-5 10-291 0 0,-1 0 0 0 0,-1 0 0 0 0,0-1 0 0 0,-17 20 0 0 0,14-17 117 0 0,-45 55-666 0 0,32-42 894 0 0,1 1-1 0 0,-38 66 1 0 0,61-95 88 0 0,0 0-1 0 0,0 1 0 0 0,0-1 0 0 0,1 0 1 0 0,-1 0-1 0 0,0 1 0 0 0,1-1 1 0 0,0 1-1 0 0,-1-1 0 0 0,1 0 0 0 0,0 1 1 0 0,0-1-1 0 0,1 1 0 0 0,-1-1 1 0 0,0 1-1 0 0,1-1 0 0 0,-1 0 0 0 0,2 4 1 0 0,0-2-7 0 0,0 0 1 0 0,1-1-1 0 0,-1 1 0 0 0,0-1 1 0 0,1 0-1 0 0,0 0 0 0 0,0 0 1 0 0,0 0-1 0 0,0 0 0 0 0,4 2 1 0 0,9 5 60 0 0,1 0 0 0 0,0-2 0 0 0,34 13 0 0 0,-39-16-156 0 0,176 54 181 0 0,-90-31-1441 0 0,-72-20 88 0 0</inkml:trace>
</inkml:ink>
</file>

<file path=ppt/ink/ink2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4.231"/>
    </inkml:context>
    <inkml:brush xml:id="br0">
      <inkml:brushProperty name="width" value="0.1" units="cm"/>
      <inkml:brushProperty name="height" value="0.1" units="cm"/>
      <inkml:brushProperty name="color" value="#F6630D"/>
    </inkml:brush>
  </inkml:definitions>
  <inkml:trace contextRef="#ctx0" brushRef="#br0">214 119 5985 0 0,'2'-7'425'0'0,"1"0"1"0"0,-1 0-1 0 0,0 0 0 0 0,-1-1 0 0 0,1 1 0 0 0,-2-1 0 0 0,1 1 0 0 0,-1-12 0 0 0,0 17-305 0 0,0 0 0 0 0,0 0-1 0 0,0 1 1 0 0,-1-1 0 0 0,1 0-1 0 0,0 0 1 0 0,-1 1-1 0 0,1-1 1 0 0,-1 1 0 0 0,0-1-1 0 0,0 0 1 0 0,1 1 0 0 0,-1-1-1 0 0,0 1 1 0 0,0 0-1 0 0,0-1 1 0 0,-1 1 0 0 0,1 0-1 0 0,0 0 1 0 0,0-1 0 0 0,-1 1-1 0 0,1 0 1 0 0,-1 0-1 0 0,1 0 1 0 0,-1 1 0 0 0,1-1-1 0 0,-1 0 1 0 0,1 1-1 0 0,-1-1 1 0 0,0 1 0 0 0,1-1-1 0 0,-1 1 1 0 0,0 0 0 0 0,1-1-1 0 0,-1 1 1 0 0,0 0-1 0 0,0 0 1 0 0,1 0 0 0 0,-1 1-1 0 0,0-1 1 0 0,0 0 0 0 0,-1 1-1 0 0,-6 1 175 0 0,1 0-1 0 0,-1 1 0 0 0,0 0 1 0 0,1 0-1 0 0,0 1 1 0 0,0 0-1 0 0,0 0 0 0 0,0 1 1 0 0,1 0-1 0 0,0 1 1 0 0,0-1-1 0 0,0 1 0 0 0,1 0 1 0 0,-1 1-1 0 0,-7 11 1 0 0,8-10-266 0 0,1-1 0 0 0,0 1 1 0 0,1 0-1 0 0,0 1 0 0 0,0-1 1 0 0,1 1-1 0 0,0 0 0 0 0,0 0 1 0 0,1 0-1 0 0,0 0 0 0 0,1 0 1 0 0,0 0-1 0 0,0 0 0 0 0,1 1 1 0 0,0-1-1 0 0,0 0 0 0 0,1 0 1 0 0,1 1-1 0 0,0-1 0 0 0,0 0 1 0 0,0 0-1 0 0,1 0 0 0 0,5 9 1 0 0,4 2-79 0 0,0-2 1 0 0,2 1 0 0 0,0-2 0 0 0,30 30-1 0 0,-25-27-62 0 0,0 0 0 0 0,18 27-1 0 0,-32-39-5 0 0,1 1-1 0 0,-1 0 1 0 0,-1 1 0 0 0,0-1-1 0 0,0 1 1 0 0,-1 0 0 0 0,0 0-1 0 0,-1 0 1 0 0,2 16 0 0 0,-3-15 19 0 0,0-1 1 0 0,-1 1 0 0 0,-1 0 0 0 0,0 0 0 0 0,-3 12-1 0 0,3-17-107 0 0,-1-1-1 0 0,1 1 1 0 0,-1-1-1 0 0,-1 0 1 0 0,1 1-1 0 0,-4 4 1 0 0,-14 12-3766 0 0</inkml:trace>
</inkml:ink>
</file>

<file path=ppt/ink/ink2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4.784"/>
    </inkml:context>
    <inkml:brush xml:id="br0">
      <inkml:brushProperty name="width" value="0.1" units="cm"/>
      <inkml:brushProperty name="height" value="0.1" units="cm"/>
      <inkml:brushProperty name="color" value="#F6630D"/>
    </inkml:brush>
  </inkml:definitions>
  <inkml:trace contextRef="#ctx0" brushRef="#br0">0 63 6449 0 0,'23'-8'8454'0'0,"32"-2"-4676"0"0,-41 7-2793 0 0,33-2 822 0 0,-36 4-2188 0 0,0 0-1 0 0,0 0 0 0 0,0-1 0 0 0,0 0 0 0 0,0-1 1 0 0,-1 0-1 0 0,1-1 0 0 0,11-6 0 0 0,-6 0 357 0 0</inkml:trace>
</inkml:ink>
</file>

<file path=ppt/ink/ink2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5.056"/>
    </inkml:context>
    <inkml:brush xml:id="br0">
      <inkml:brushProperty name="width" value="0.1" units="cm"/>
      <inkml:brushProperty name="height" value="0.1" units="cm"/>
      <inkml:brushProperty name="color" value="#F6630D"/>
    </inkml:brush>
  </inkml:definitions>
  <inkml:trace contextRef="#ctx0" brushRef="#br0">0 81 1376 0 0,'27'-12'11304'0'0,"12"-4"-9034"0"0,15-7-2774 0 0,-3-3-5503 0 0,-46 22 5546 0 0</inkml:trace>
</inkml:ink>
</file>

<file path=ppt/ink/ink2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5.230"/>
    </inkml:context>
    <inkml:brush xml:id="br0">
      <inkml:brushProperty name="width" value="0.1" units="cm"/>
      <inkml:brushProperty name="height" value="0.1" units="cm"/>
      <inkml:brushProperty name="color" value="#F6630D"/>
    </inkml:brush>
  </inkml:definitions>
  <inkml:trace contextRef="#ctx0" brushRef="#br0">1 144 5065 0 0,'3'0'650'0'0,"0"0"0"0"0,0-1 0 0 0,0 0 0 0 0,0 1 0 0 0,0-1 0 0 0,0 0 0 0 0,0-1 0 0 0,4-1 0 0 0,40-29 3223 0 0,-28 19-2976 0 0,31-17-659 0 0,-20 15-3036 0 0,63-21 1 0 0,-68 28 2695 0 0</inkml:trace>
</inkml:ink>
</file>

<file path=ppt/ink/ink2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5.530"/>
    </inkml:context>
    <inkml:brush xml:id="br0">
      <inkml:brushProperty name="width" value="0.1" units="cm"/>
      <inkml:brushProperty name="height" value="0.1" units="cm"/>
      <inkml:brushProperty name="color" value="#F6630D"/>
    </inkml:brush>
  </inkml:definitions>
  <inkml:trace contextRef="#ctx0" brushRef="#br0">0 71 6449 0 0,'3'-5'286'0'0,"-1"0"0"0"0,1 0 0 0 0,0 1-1 0 0,0-1 1 0 0,1 1 0 0 0,-1 0 0 0 0,1 0-1 0 0,0 0 1 0 0,0 1 0 0 0,0-1 0 0 0,1 1-1 0 0,-1 0 1 0 0,1 0 0 0 0,0 0 0 0 0,7-2 0 0 0,-10 4-124 0 0,1 0 1 0 0,-1 0 0 0 0,0 0-1 0 0,1 0 1 0 0,-1 1 0 0 0,0-1 0 0 0,1 1-1 0 0,-1 0 1 0 0,1 0 0 0 0,-1 0 0 0 0,1 0-1 0 0,-1 0 1 0 0,0 0 0 0 0,1 1-1 0 0,-1-1 1 0 0,1 1 0 0 0,-1-1 0 0 0,0 1-1 0 0,1 0 1 0 0,-1 0 0 0 0,0 0-1 0 0,0 0 1 0 0,0 1 0 0 0,0-1 0 0 0,0 1-1 0 0,0-1 1 0 0,0 1 0 0 0,0 0 0 0 0,-1-1-1 0 0,1 1 1 0 0,-1 0 0 0 0,1 0-1 0 0,-1 0 1 0 0,0 0 0 0 0,2 4 0 0 0,3 9 304 0 0,0-1 0 0 0,-2 1 0 0 0,0 0 0 0 0,0 0 0 0 0,-2 0 0 0 0,2 20 0 0 0,-2 97 251 0 0,-3-79-332 0 0,-3 19-228 0 0,-1 20 270 0 0,5-82-324 0 0,1 0 1 0 0,0 1 0 0 0,1-1 0 0 0,0 0 0 0 0,0 0 0 0 0,5 13 0 0 0,-5-20-106 0 0,-1-1 1 0 0,0 1 0 0 0,0-1-1 0 0,1 0 1 0 0,-1 0-1 0 0,1 0 1 0 0,0 0 0 0 0,0 0-1 0 0,0 0 1 0 0,0 0-1 0 0,2 1 1 0 0</inkml:trace>
</inkml:ink>
</file>

<file path=ppt/ink/ink2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25.673"/>
    </inkml:context>
    <inkml:brush xml:id="br0">
      <inkml:brushProperty name="width" value="0.1" units="cm"/>
      <inkml:brushProperty name="height" value="0.1" units="cm"/>
      <inkml:brushProperty name="color" value="#F6630D"/>
    </inkml:brush>
  </inkml:definitions>
  <inkml:trace contextRef="#ctx0" brushRef="#br0">49 0 14283 0 0,'-17'18'632'0'0,"4"-7"136"0"0,5 0-616 0 0,3-4-152 0 0,3-3 0 0 0,2-1 0 0 0,0-1 553 0 0,-1 2 87 0 0,0 5 8 0 0,-1-1 8 0 0,2 0-424 0 0,0-2-80 0 0,3-4-24 0 0,11-30-11634 0 0</inkml:trace>
</inkml:ink>
</file>

<file path=ppt/ink/ink2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12.816"/>
    </inkml:context>
    <inkml:brush xml:id="br0">
      <inkml:brushProperty name="width" value="0.1" units="cm"/>
      <inkml:brushProperty name="height" value="0.1" units="cm"/>
      <inkml:brushProperty name="color" value="#F6630D"/>
    </inkml:brush>
  </inkml:definitions>
  <inkml:trace contextRef="#ctx0" brushRef="#br0">11 111 5065 0 0,'10'-110'9801'0'0,"-16"148"-4821"0"0,-3 12-4610 0 0,5 18-306 0 0,2 0-1 0 0,3 0 0 0 0,4-1 0 0 0,16 89 0 0 0,-17-140-62 0 0,1 0 0 0 0,0 0-1 0 0,1-1 1 0 0,0 0-1 0 0,1 0 1 0 0,1-1-1 0 0,18 25 1 0 0,-19-30-5 0 0,0 0-1 0 0,1 0 1 0 0,0-1-1 0 0,0 0 1 0 0,1-1-1 0 0,0 0 1 0 0,1 0-1 0 0,0-1 1 0 0,0 0-1 0 0,0-1 1 0 0,0 0 0 0 0,12 3-1 0 0,-19-7-68 0 0,1 0-1 0 0,0 0 1 0 0,0 0 0 0 0,0 0 0 0 0,0-1-1 0 0,0 0 1 0 0,0 0 0 0 0,0 0-1 0 0,0 0 1 0 0,0-1 0 0 0,0 0 0 0 0,0 1-1 0 0,0-2 1 0 0,5-1 0 0 0,15-12-5328 0 0,-10 3-616 0 0</inkml:trace>
</inkml:ink>
</file>

<file path=ppt/ink/ink2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13.038"/>
    </inkml:context>
    <inkml:brush xml:id="br0">
      <inkml:brushProperty name="width" value="0.1" units="cm"/>
      <inkml:brushProperty name="height" value="0.1" units="cm"/>
      <inkml:brushProperty name="color" value="#F6630D"/>
    </inkml:brush>
  </inkml:definitions>
  <inkml:trace contextRef="#ctx0" brushRef="#br0">22 0 9674 0 0,'-5'3'864'0'0,"1"-2"-696"0"0,1 1-168 0 0,2 2 1705 0 0,-1 0-769 0 0,-2 3 8 0 0,1 1-432 0 0,3 2-96 0 0,2-2-8 0 0,3 1-8 0 0,2-2-1008 0 0,1 0-192 0 0,3-2-48 0 0,2 1-8 0 0,2-1 672 0 0,1-2 184 0 0</inkml:trace>
</inkml:ink>
</file>

<file path=ppt/ink/ink2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13.465"/>
    </inkml:context>
    <inkml:brush xml:id="br0">
      <inkml:brushProperty name="width" value="0.1" units="cm"/>
      <inkml:brushProperty name="height" value="0.1" units="cm"/>
      <inkml:brushProperty name="color" value="#F6630D"/>
    </inkml:brush>
  </inkml:definitions>
  <inkml:trace contextRef="#ctx0" brushRef="#br0">240 51 8290 0 0,'-21'-10'1048'0'0,"0"1"0"0"0,-1 0 1 0 0,-25-6-1 0 0,39 13-610 0 0,1 0 0 0 0,0 1-1 0 0,-1 0 1 0 0,1 0 0 0 0,0 1 0 0 0,-1 0 0 0 0,1 0-1 0 0,-1 1 1 0 0,1 0 0 0 0,0 0 0 0 0,-1 0-1 0 0,1 1 1 0 0,-13 6 0 0 0,19-8-391 0 0,0 0 1 0 0,1 0-1 0 0,-1 0 1 0 0,0 1-1 0 0,1-1 1 0 0,-1 0-1 0 0,0 1 0 0 0,1-1 1 0 0,-1 1-1 0 0,1-1 1 0 0,-1 1-1 0 0,1-1 0 0 0,-1 1 1 0 0,1-1-1 0 0,0 1 1 0 0,-1-1-1 0 0,1 1 1 0 0,-1 0-1 0 0,1-1 0 0 0,0 1 1 0 0,0-1-1 0 0,-1 1 1 0 0,1 0-1 0 0,0-1 1 0 0,0 1-1 0 0,0 0 0 0 0,0 0 1 0 0,0-1-1 0 0,0 2 1 0 0,0 0-20 0 0,1-1 0 0 0,-1 0 0 0 0,1 1 1 0 0,0-1-1 0 0,0 0 0 0 0,-1 1 0 0 0,1-1 1 0 0,0 0-1 0 0,0 0 0 0 0,0 0 0 0 0,1 0 1 0 0,-1 0-1 0 0,1 1 0 0 0,45 25-224 0 0,-45-26 220 0 0,77 29-273 0 0,-50-20 9 0 0,37 17-1 0 0,-59-23 173 0 0,1 0 0 0 0,-1 0 0 0 0,0 1 0 0 0,-1 0 0 0 0,1 0-1 0 0,-1 1 1 0 0,0-1 0 0 0,0 1 0 0 0,8 12 0 0 0,-12-14 74 0 0,1 0 0 0 0,-1 1 1 0 0,-1-1-1 0 0,1 0 0 0 0,0 1 1 0 0,-1-1-1 0 0,0 1 0 0 0,0-1 0 0 0,0 1 1 0 0,-1 0-1 0 0,0 0 0 0 0,1-1 1 0 0,-2 1-1 0 0,1 0 0 0 0,0-1 1 0 0,-1 1-1 0 0,0 0 0 0 0,0-1 1 0 0,-1 1-1 0 0,1-1 0 0 0,-1 1 0 0 0,0-1 1 0 0,0 0-1 0 0,0 0 0 0 0,-5 6 1 0 0,1 0-247 0 0,-1-1 0 0 0,0 0 0 0 0,-1-1 0 0 0,0 0 0 0 0,0 0 0 0 0,-1-1 0 0 0,0 0 0 0 0,0 0 0 0 0,-16 8 1 0 0,12-8-5779 0 0</inkml:trace>
</inkml:ink>
</file>

<file path=ppt/ink/ink2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13.704"/>
    </inkml:context>
    <inkml:brush xml:id="br0">
      <inkml:brushProperty name="width" value="0.1" units="cm"/>
      <inkml:brushProperty name="height" value="0.1" units="cm"/>
      <inkml:brushProperty name="color" value="#F6630D"/>
    </inkml:brush>
  </inkml:definitions>
  <inkml:trace contextRef="#ctx0" brushRef="#br0">0 55 7834 0 0,'25'-16'3794'0'0,"-6"8"-2285"0"0,17-9-787 0 0,-12 5-8404 0 0,-21 10 6938 0 0</inkml:trace>
</inkml:ink>
</file>

<file path=ppt/ink/ink2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13.846"/>
    </inkml:context>
    <inkml:brush xml:id="br0">
      <inkml:brushProperty name="width" value="0.1" units="cm"/>
      <inkml:brushProperty name="height" value="0.1" units="cm"/>
      <inkml:brushProperty name="color" value="#F6630D"/>
    </inkml:brush>
  </inkml:definitions>
  <inkml:trace contextRef="#ctx0" brushRef="#br0">1 17 8290 0 0,'1'6'368'0'0,"1"-4"80"0"0,0 1-360 0 0,1 0-88 0 0,-1-2 0 0 0,0 1 0 0 0,1-1 520 0 0,4 0 88 0 0,4 2 24 0 0,4-2 0 0 0,4 1-423 0 0,1-4-81 0 0,1 0-24 0 0,2-4 0 0 0,-1 1-104 0 0,0-3 0 0 0,-2-1 0 0 0,1 0 0 0 0</inkml:trace>
</inkml:ink>
</file>

<file path=ppt/ink/ink2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8:14.187"/>
    </inkml:context>
    <inkml:brush xml:id="br0">
      <inkml:brushProperty name="width" value="0.1" units="cm"/>
      <inkml:brushProperty name="height" value="0.1" units="cm"/>
      <inkml:brushProperty name="color" value="#F6630D"/>
    </inkml:brush>
  </inkml:definitions>
  <inkml:trace contextRef="#ctx0" brushRef="#br0">31 38 6449 0 0,'-30'-38'12075'0'0,"31"66"-8697"0"0,-1-12-3045 0 0,3 32 92 0 0,14 123 75 0 0,-12-140-545 0 0,1 0 0 0 0,2-1 1 0 0,15 42-1 0 0,-18-60-579 0 0,1 0 0 0 0,0-1 0 0 0,1 0-1 0 0,13 18 1 0 0,-2-8-6609 0 0</inkml:trace>
</inkml:ink>
</file>

<file path=ppt/ink/ink2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03.320"/>
    </inkml:context>
    <inkml:brush xml:id="br0">
      <inkml:brushProperty name="width" value="0.1" units="cm"/>
      <inkml:brushProperty name="height" value="0.1" units="cm"/>
      <inkml:brushProperty name="color" value="#F6630D"/>
    </inkml:brush>
  </inkml:definitions>
  <inkml:trace contextRef="#ctx0" brushRef="#br0">68 0 9674 0 0,'1'2'454'0'0,"1"1"1"0"0,-1-1-1 0 0,0 0 0 0 0,0 1 0 0 0,1-1 0 0 0,-2 1 1 0 0,1-1-1 0 0,0 1 0 0 0,0 0 0 0 0,-1-1 0 0 0,1 1 1 0 0,-1 5-1 0 0,-1 52 1661 0 0,-20 65-917 0 0,2-46-880 0 0,-19 109-1128 0 0,37-186 515 0 0,1 0 1 0 0,0 1 0 0 0,0-1-1 0 0,0 0 1 0 0,0 0-1 0 0,1 0 1 0 0,-1 1-1 0 0,0-1 1 0 0,2 4-1 0 0</inkml:trace>
</inkml:ink>
</file>

<file path=ppt/ink/ink2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03.828"/>
    </inkml:context>
    <inkml:brush xml:id="br0">
      <inkml:brushProperty name="width" value="0.1" units="cm"/>
      <inkml:brushProperty name="height" value="0.1" units="cm"/>
      <inkml:brushProperty name="color" value="#F6630D"/>
    </inkml:brush>
  </inkml:definitions>
  <inkml:trace contextRef="#ctx0" brushRef="#br0">25 218 2304 0 0,'-24'-16'15020'0'0,"29"26"-14507"0"0,0 0 0 0 0,1 0-1 0 0,0 0 1 0 0,1-1 0 0 0,0 0 0 0 0,16 16 0 0 0,16 20 210 0 0,-37-42-720 0 0,-1-1 0 0 0,1 0 0 0 0,-1 0 0 0 0,1 0 0 0 0,0 0 0 0 0,0 0 0 0 0,0 0 0 0 0,0 0 1 0 0,0-1-1 0 0,0 1 0 0 0,1-1 0 0 0,-1 1 0 0 0,1-1 0 0 0,-1 0 0 0 0,1 0 0 0 0,-1 0 0 0 0,1 0 0 0 0,-1-1 1 0 0,1 1-1 0 0,0-1 0 0 0,-1 1 0 0 0,4-1 0 0 0,-2-1 2 0 0,0 0 1 0 0,0 0-1 0 0,0 0 0 0 0,0-1 1 0 0,-1 1-1 0 0,1-1 1 0 0,0 0-1 0 0,-1 0 0 0 0,0 0 1 0 0,1-1-1 0 0,-1 1 1 0 0,0-1-1 0 0,0 0 0 0 0,4-5 1 0 0,0 1 12 0 0,-1-1 0 0 0,0 0 0 0 0,0-1 1 0 0,0 1-1 0 0,-1-1 0 0 0,-1 0 0 0 0,1-1 1 0 0,5-18-1 0 0,-3 1-28 0 0,5-55 0 0 0,-8 54-142 0 0,-2 10-18 0 0,-1 8 180 0 0,0 0 1 0 0,0 0-1 0 0,1 0 1 0 0,1 1-1 0 0,6-18 1 0 0,-8 29 70 0 0,-1-1 0 0 0,1 1 1 0 0,0 0-1 0 0,0-1 0 0 0,0 1 0 0 0,0 0 0 0 0,0-1 0 0 0,1 0 1 0 0,-1 1-1 0 0,0-1 0 0 0,3 2 0 0 0,-3-2-116 0 0,6 5 101 0 0,0 1-1 0 0,-1 0 1 0 0,0 0 0 0 0,0 0-1 0 0,0 1 1 0 0,-1 0 0 0 0,0 0-1 0 0,0 1 1 0 0,-1-1 0 0 0,-1 1-1 0 0,6 15 1 0 0,12 67 117 0 0,-12-48-122 0 0,16 46 0 0 0,-20-77-58 0 0,0 1 0 0 0,0-2 0 0 0,1 1 0 0 0,0-1 0 0 0,1 0 0 0 0,0 0 0 0 0,1-1 0 0 0,11 12 0 0 0,7-1 8 0 0,3-6 42 0 0</inkml:trace>
</inkml:ink>
</file>

<file path=ppt/ink/ink2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04.431"/>
    </inkml:context>
    <inkml:brush xml:id="br0">
      <inkml:brushProperty name="width" value="0.1" units="cm"/>
      <inkml:brushProperty name="height" value="0.1" units="cm"/>
      <inkml:brushProperty name="color" value="#F6630D"/>
    </inkml:brush>
  </inkml:definitions>
  <inkml:trace contextRef="#ctx0" brushRef="#br0">249 133 9674 0 0,'3'-65'4635'0'0,"-3"60"-4182"0"0,0-1-1 0 0,-1 1 1 0 0,1 0 0 0 0,-1 0-1 0 0,0 0 1 0 0,-1 0-1 0 0,1 0 1 0 0,-1 0 0 0 0,0 0-1 0 0,-4-6 1 0 0,6 11-404 0 0,0-1 0 0 0,0 1 0 0 0,0 0 0 0 0,-1-1 0 0 0,1 1 1 0 0,0 0-1 0 0,0-1 0 0 0,-1 1 0 0 0,1 0 0 0 0,0 0 0 0 0,-1-1 0 0 0,1 1 0 0 0,0 0 0 0 0,-1 0 0 0 0,1-1 0 0 0,0 1 0 0 0,-1 0 0 0 0,1 0 0 0 0,-1 0 0 0 0,1 0 1 0 0,0 0-1 0 0,-1-1 0 0 0,1 1 0 0 0,-1 0 0 0 0,1 0 0 0 0,0 0 0 0 0,-1 0 0 0 0,1 0 0 0 0,-1 0 0 0 0,1 0 0 0 0,0 0 0 0 0,-1 1 0 0 0,-10 10 681 0 0,-4 22-275 0 0,14-32-400 0 0,-29 95 144 0 0,4 2-1 0 0,-20 162 1 0 0,30-165-133 0 0,-42 480 18 0 0,58-575-84 0 0,-3 45-2618 0 0,-16 81 0 0 0</inkml:trace>
</inkml:ink>
</file>

<file path=ppt/ink/ink2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04.733"/>
    </inkml:context>
    <inkml:brush xml:id="br0">
      <inkml:brushProperty name="width" value="0.1" units="cm"/>
      <inkml:brushProperty name="height" value="0.1" units="cm"/>
      <inkml:brushProperty name="color" value="#F6630D"/>
    </inkml:brush>
  </inkml:definitions>
  <inkml:trace contextRef="#ctx0" brushRef="#br0">28 115 2304 0 0,'-9'-29'-1109'0'0,"5"19"4054"0"0,1-1 0 0 0,0 0 1 0 0,0 0-1 0 0,1 0 0 0 0,-1-12 1 0 0,3 22-2897 0 0,0 1 0 0 0,0 0 0 0 0,0 0 0 0 0,0-1 0 0 0,0 1 0 0 0,0 0 0 0 0,0 0 0 0 0,0-1 0 0 0,0 1 0 0 0,0 0 0 0 0,0 0 0 0 0,0-1 0 0 0,0 1-1 0 0,0 0 1 0 0,0 0 0 0 0,0-1 0 0 0,0 1 0 0 0,0 0 0 0 0,1 0 0 0 0,-1-1 0 0 0,0 1 0 0 0,0 0 0 0 0,0 0 0 0 0,0 0 0 0 0,0-1 0 0 0,1 1 0 0 0,-1 0 0 0 0,0 0 0 0 0,0 0 0 0 0,0 0 0 0 0,1 0 0 0 0,-1-1 0 0 0,0 1 0 0 0,0 0 0 0 0,0 0 0 0 0,1 0 0 0 0,-1 0 0 0 0,0 0 0 0 0,0 0 0 0 0,1 0 0 0 0,10 6 739 0 0,9 15-358 0 0,-8-3-246 0 0,-1 1 0 0 0,-1 0 0 0 0,0 0 0 0 0,7 23 0 0 0,23 87 243 0 0,-9-26-190 0 0,-13-53-188 0 0,3 0 0 0 0,1-2 0 0 0,3 0 0 0 0,2-2 0 0 0,2-1-1 0 0,2-1 1 0 0,1-1 0 0 0,56 54 0 0 0,-25-36-144 0 0,-36-37-167 0 0,0 2 0 0 0,-2 2 0 0 0,0 0 0 0 0,21 34 0 0 0,-27-22-3885 0 0</inkml:trace>
</inkml:ink>
</file>

<file path=ppt/ink/ink2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04.957"/>
    </inkml:context>
    <inkml:brush xml:id="br0">
      <inkml:brushProperty name="width" value="0.1" units="cm"/>
      <inkml:brushProperty name="height" value="0.1" units="cm"/>
      <inkml:brushProperty name="color" value="#F6630D"/>
    </inkml:brush>
  </inkml:definitions>
  <inkml:trace contextRef="#ctx0" brushRef="#br0">1 103 9218 0 0,'8'-4'816'0'0,"1"0"-656"0"0,1 1-160 0 0,-3 0 0 0 0,0 1 680 0 0,2-1 104 0 0,9-4 17 0 0,9-2 7 0 0,10-4-32 0 0,4-2-8 0 0,-1 3 0 0 0,2 1-3416 0 0,-5 1-681 0 0,-5 4-144 0 0</inkml:trace>
</inkml:ink>
</file>

<file path=ppt/ink/ink2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06.012"/>
    </inkml:context>
    <inkml:brush xml:id="br0">
      <inkml:brushProperty name="width" value="0.1" units="cm"/>
      <inkml:brushProperty name="height" value="0.1" units="cm"/>
      <inkml:brushProperty name="color" value="#F6630D"/>
    </inkml:brush>
  </inkml:definitions>
  <inkml:trace contextRef="#ctx0" brushRef="#br0">0 327 5529 0 0,'2'-4'419'0'0,"-1"1"-1"0"0,1-1 0 0 0,0 1 1 0 0,0 0-1 0 0,0-1 0 0 0,0 1 1 0 0,0 0-1 0 0,1 1 0 0 0,3-4 1 0 0,6-8 1048 0 0,2-9-669 0 0,-1 0 0 0 0,-1-1 0 0 0,-1 0 1 0 0,-1-1-1 0 0,-1 0 0 0 0,-2 0 0 0 0,0-1 1 0 0,5-44-1 0 0,-12 58-390 0 0,-3 18 324 0 0,-3 20 280 0 0,5 17-1012 0 0,2 0 0 0 0,1 0 0 0 0,3-1 0 0 0,13 57 0 0 0,57 161 0 0 0,-67-235 0 0 0,6 21-432 0 0,-3 1 1 0 0,-1 1-1 0 0,-2 0 0 0 0,-3 0 0 0 0,-1 0 0 0 0,-6 87 0 0 0,0-100-5955 0 0</inkml:trace>
</inkml:ink>
</file>

<file path=ppt/ink/ink2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19:06.286"/>
    </inkml:context>
    <inkml:brush xml:id="br0">
      <inkml:brushProperty name="width" value="0.1" units="cm"/>
      <inkml:brushProperty name="height" value="0.1" units="cm"/>
      <inkml:brushProperty name="color" value="#F6630D"/>
    </inkml:brush>
  </inkml:definitions>
  <inkml:trace contextRef="#ctx0" brushRef="#br0">0 137 7834 0 0,'3'-2'441'0'0,"0"-1"0"0"0,0 1 0 0 0,0-1 0 0 0,0 1 1 0 0,0 0-1 0 0,0 0 0 0 0,1 0 0 0 0,-1 0 0 0 0,7-1 0 0 0,-2-1 109 0 0,91-55 4767 0 0,-33 17-8307 0 0,-55 34 2959 0 0</inkml:trace>
</inkml:ink>
</file>

<file path=ppt/ink/ink2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37.937"/>
    </inkml:context>
    <inkml:brush xml:id="br0">
      <inkml:brushProperty name="width" value="0.1" units="cm"/>
      <inkml:brushProperty name="height" value="0.1" units="cm"/>
    </inkml:brush>
  </inkml:definitions>
  <inkml:trace contextRef="#ctx0" brushRef="#br0">5 43 5985 0 0,'0'-9'-429'0'0,"-1"-25"6754"0"0,0 55-4755 0 0,-1 62 16 0 0,15 151 0 0 0,-8-196-1357 0 0,1-1 1 0 0,3 0-1 0 0,1-1 0 0 0,1 1 0 0 0,2-2 1 0 0,24 48-1 0 0,-31-73-101 0 0,0 0-1 0 0,0 0 1 0 0,1 0 0 0 0,0-1 0 0 0,11 12 0 0 0,-17-20-169 0 0,1 0-1 0 0,-1 0 1 0 0,0 1 0 0 0,0-1 0 0 0,1 0 0 0 0,-1 0 0 0 0,1 0 0 0 0,-1 0-1 0 0,1-1 1 0 0,-1 1 0 0 0,1 0 0 0 0,0-1 0 0 0,-1 1 0 0 0,1-1 0 0 0,0 1 0 0 0,0-1-1 0 0,-1 0 1 0 0,1 0 0 0 0,0 1 0 0 0,0-1 0 0 0,-1-1 0 0 0,1 1 0 0 0,0 0-1 0 0,0 0 1 0 0,-1-1 0 0 0,1 1 0 0 0,0-1 0 0 0,-1 1 0 0 0,1-1 0 0 0,0 0 0 0 0,-1 1-1 0 0,1-1 1 0 0,-1 0 0 0 0,1 0 0 0 0,-1 0 0 0 0,0-1 0 0 0,1 1 0 0 0,-1 0-1 0 0,0 0 1 0 0,0-1 0 0 0,0 1 0 0 0,0 0 0 0 0,0-1 0 0 0,1-2 0 0 0,8-12-1752 0 0,-1-4-3860 0 0</inkml:trace>
</inkml:ink>
</file>

<file path=ppt/ink/ink2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38.143"/>
    </inkml:context>
    <inkml:brush xml:id="br0">
      <inkml:brushProperty name="width" value="0.1" units="cm"/>
      <inkml:brushProperty name="height" value="0.1" units="cm"/>
    </inkml:brush>
  </inkml:definitions>
  <inkml:trace contextRef="#ctx0" brushRef="#br0">12 42 10594 0 0,'-2'-2'347'0'0,"1"-1"-1"0"0,0 1 1 0 0,-1-1-1 0 0,1 0 0 0 0,1 0 1 0 0,-1 1-1 0 0,0-1 1 0 0,0 0-1 0 0,1 0 1 0 0,-2-12 4390 0 0,13 71-7587 0 0,-7-36-3038 0 0</inkml:trace>
</inkml:ink>
</file>

<file path=ppt/ink/ink2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38.747"/>
    </inkml:context>
    <inkml:brush xml:id="br0">
      <inkml:brushProperty name="width" value="0.1" units="cm"/>
      <inkml:brushProperty name="height" value="0.1" units="cm"/>
    </inkml:brush>
  </inkml:definitions>
  <inkml:trace contextRef="#ctx0" brushRef="#br0">9 7 10138 0 0,'-8'-7'4581'0'0,"8"13"-2628"0"0,2 4-2103 0 0,-2-3 238 0 0,1-1 0 0 0,0 1 0 0 0,0-1 0 0 0,1 1 0 0 0,-1-1 0 0 0,2 0 0 0 0,-1 0 0 0 0,1 0 0 0 0,-1 0 0 0 0,7 9 0 0 0,-6-11-28 0 0,1 0 0 0 0,-1-1 0 0 0,1 1 1 0 0,-1-1-1 0 0,1 0 0 0 0,0 0 0 0 0,1 0 0 0 0,-1 0 0 0 0,0-1 0 0 0,1 0 1 0 0,0 0-1 0 0,-1 0 0 0 0,10 2 0 0 0,-13-4-60 0 0,11 3 160 0 0,-1 0 1 0 0,1 1-1 0 0,0 0 1 0 0,-1 1-1 0 0,20 12 0 0 0,-28-16-122 0 0,-1 1-1 0 0,1 0 0 0 0,-1 1 1 0 0,0-1-1 0 0,0 0 0 0 0,0 1 1 0 0,0-1-1 0 0,0 1 1 0 0,-1 0-1 0 0,1-1 0 0 0,-1 1 1 0 0,1 0-1 0 0,-1 0 0 0 0,0 0 1 0 0,0 0-1 0 0,-1 0 0 0 0,1 0 1 0 0,0 0-1 0 0,-1 0 0 0 0,0 0 1 0 0,0 1-1 0 0,0-1 1 0 0,0 0-1 0 0,0 0 0 0 0,-1 0 1 0 0,1 0-1 0 0,-1 0 0 0 0,-1 3 1 0 0,-2 5 182 0 0,0-2 1 0 0,0 1 0 0 0,-1 0 0 0 0,0-1-1 0 0,-1 0 1 0 0,0 0 0 0 0,-12 14-1 0 0,12-17-572 0 0,0 1 0 0 0,1 0-1 0 0,-1 0 1 0 0,2 0-1 0 0,-1 1 1 0 0,1 0 0 0 0,0 0-1 0 0,1 0 1 0 0,0 0-1 0 0,0 1 1 0 0,-2 12-1 0 0,6-5-1774 0 0,1-10 751 0 0</inkml:trace>
</inkml:ink>
</file>

<file path=ppt/ink/ink2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39.302"/>
    </inkml:context>
    <inkml:brush xml:id="br0">
      <inkml:brushProperty name="width" value="0.1" units="cm"/>
      <inkml:brushProperty name="height" value="0.1" units="cm"/>
    </inkml:brush>
  </inkml:definitions>
  <inkml:trace contextRef="#ctx0" brushRef="#br0">0 68 8290 0 0,'0'-4'239'0'0,"3"-37"2231"0"0,-3 39-2034 0 0,0 0 0 0 0,1 0 0 0 0,-1 0 0 0 0,1 0 0 0 0,-1 1 0 0 0,1-1 0 0 0,0 0 0 0 0,0 0 0 0 0,0 1 0 0 0,0-1 0 0 0,1-1 0 0 0,1 6-49 0 0,-1 0-1 0 0,0 0 0 0 0,0 0 0 0 0,1 0 1 0 0,-2 0-1 0 0,1 0 0 0 0,2 6 0 0 0,24 69 522 0 0,-19-50-882 0 0,1 0-1 0 0,27 52 1 0 0,-36-79-86 0 0,-1 0 1 0 0,1 0-1 0 0,-1 0 1 0 0,1 0-1 0 0,-1 0 1 0 0,1 0-1 0 0,0 0 1 0 0,-1 0-1 0 0,1-1 1 0 0,0 1-1 0 0,0 0 1 0 0,0 0-1 0 0,0-1 1 0 0,0 1-1 0 0,-1 0 1 0 0,1-1-1 0 0,0 1 1 0 0,0-1-1 0 0,0 0 1 0 0,1 1-1 0 0,-1-1 1 0 0,0 0-1 0 0,0 1 1 0 0,0-1-1 0 0,0 0 1 0 0,0 0-1 0 0,1 0 1 0 0,0-1-38 0 0,0 1 1 0 0,0-1-1 0 0,-1 0 0 0 0,1 0 1 0 0,0 0-1 0 0,-1 0 0 0 0,1 0 1 0 0,-1 0-1 0 0,0-1 0 0 0,1 1 1 0 0,-1 0-1 0 0,0-1 1 0 0,0 1-1 0 0,2-3 0 0 0,5-9-197 0 0,-1 0 0 0 0,-1-1 0 0 0,6-16 0 0 0,-9 24 397 0 0,0-2-43 0 0,1-4 222 0 0,1 0 1 0 0,0 0-1 0 0,12-17 0 0 0,-17 28-226 0 0,1-1 0 0 0,0 1 0 0 0,-1 0 0 0 0,1-1 0 0 0,0 1-1 0 0,0 0 1 0 0,0 0 0 0 0,0-1 0 0 0,0 1 0 0 0,0 0 0 0 0,1 0-1 0 0,-1 0 1 0 0,0 0 0 0 0,1 1 0 0 0,-1-1 0 0 0,0 0 0 0 0,1 1 0 0 0,-1-1-1 0 0,1 0 1 0 0,-1 1 0 0 0,1 0 0 0 0,-1-1 0 0 0,1 1 0 0 0,-1 0-1 0 0,1 0 1 0 0,-1 0 0 0 0,1 0 0 0 0,-1 0 0 0 0,1 0 0 0 0,0 0 0 0 0,-1 0-1 0 0,1 1 1 0 0,-1-1 0 0 0,1 1 0 0 0,-1-1 0 0 0,0 1 0 0 0,1 0-1 0 0,-1-1 1 0 0,2 2 0 0 0,1 2-108 0 0,0 1 0 0 0,-1 0 0 0 0,1-1 0 0 0,-1 1 0 0 0,0 0 0 0 0,0 1 0 0 0,-1-1 0 0 0,1 1 0 0 0,-1-1 1 0 0,-1 1-1 0 0,1-1 0 0 0,1 11 0 0 0,8 21-1899 0 0,1-10-1116 0 0,-5-15-2106 0 0</inkml:trace>
</inkml:ink>
</file>

<file path=ppt/ink/ink2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39.587"/>
    </inkml:context>
    <inkml:brush xml:id="br0">
      <inkml:brushProperty name="width" value="0.1" units="cm"/>
      <inkml:brushProperty name="height" value="0.1" units="cm"/>
    </inkml:brush>
  </inkml:definitions>
  <inkml:trace contextRef="#ctx0" brushRef="#br0">1 41 2761 0 0,'1'33'6489'0'0,"0"-25"-5878"0"0,0 0 1 0 0,0-1 0 0 0,1 1-1 0 0,0-1 1 0 0,4 10 0 0 0,-5-15-500 0 0,-1 1 0 0 0,1-1 0 0 0,0 0 0 0 0,1 0 0 0 0,-1 0 0 0 0,0 0 0 0 0,1-1 0 0 0,-1 1 0 0 0,1 0 0 0 0,-1-1 1 0 0,1 1-1 0 0,0-1 0 0 0,0 1 0 0 0,0-1 0 0 0,0 0 0 0 0,0 1 0 0 0,0-1 0 0 0,0 0 0 0 0,0-1 0 0 0,0 1 0 0 0,0 0 0 0 0,1 0 0 0 0,-1-1 0 0 0,0 0 0 0 0,0 1 1 0 0,1-1-1 0 0,-1 0 0 0 0,0 0 0 0 0,1 0 0 0 0,-1 0 0 0 0,0-1 0 0 0,0 1 0 0 0,1-1 0 0 0,-1 1 0 0 0,0-1 0 0 0,0 0 0 0 0,0 0 0 0 0,4-2 0 0 0,-4 3 5 0 0,0-1 0 0 0,0 0 0 0 0,-1 1 0 0 0,1-1 0 0 0,-1 0 0 0 0,1 0-1 0 0,-1 0 1 0 0,1 0 0 0 0,-1 0 0 0 0,1-1 0 0 0,-1 1 0 0 0,0 0-1 0 0,0-1 1 0 0,0 1 0 0 0,0-1 0 0 0,0 1 0 0 0,0-1 0 0 0,0 1 0 0 0,0-1-1 0 0,0 0 1 0 0,-1 1 0 0 0,1-1 0 0 0,-1 0 0 0 0,1-3 0 0 0,-1 2-24 0 0,0-1 0 0 0,0 1 0 0 0,-1-1 0 0 0,1 1 0 0 0,-1-1 0 0 0,0 1-1 0 0,0 0 1 0 0,0-1 0 0 0,-1 1 0 0 0,1 0 0 0 0,-1 0 0 0 0,-2-4 0 0 0,0 0-233 0 0,-1 1 0 0 0,0-1 0 0 0,0 1 0 0 0,0 0 0 0 0,-1 0 0 0 0,0 1 0 0 0,0 0 0 0 0,-1 0 0 0 0,1 0 0 0 0,-1 1 0 0 0,-8-4 0 0 0,0 3-1748 0 0</inkml:trace>
</inkml:ink>
</file>

<file path=ppt/ink/ink2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40.208"/>
    </inkml:context>
    <inkml:brush xml:id="br0">
      <inkml:brushProperty name="width" value="0.1" units="cm"/>
      <inkml:brushProperty name="height" value="0.1" units="cm"/>
    </inkml:brush>
  </inkml:definitions>
  <inkml:trace contextRef="#ctx0" brushRef="#br0">0 0 12443 0 0,'8'69'8868'0'0,"10"15"-6953"0"0,32 91-2743 0 0,-47-165 1123 0 0,10 30-600 0 0,31 63 1 0 0,-14-44-4001 0 0,-23-43 2285 0 0</inkml:trace>
</inkml:ink>
</file>

<file path=ppt/ink/ink2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40.364"/>
    </inkml:context>
    <inkml:brush xml:id="br0">
      <inkml:brushProperty name="width" value="0.1" units="cm"/>
      <inkml:brushProperty name="height" value="0.1" units="cm"/>
    </inkml:brush>
  </inkml:definitions>
  <inkml:trace contextRef="#ctx0" brushRef="#br0">30 117 3209 0 0,'-6'-3'-669'0'0,"4"2"1007"0"0,-1 0-1 0 0,1 0 1 0 0,0-1 0 0 0,0 1 0 0 0,0 0-1 0 0,0-1 1 0 0,0 1 0 0 0,1-1 0 0 0,-4-3 0 0 0,5 4-142 0 0,0 0 0 0 0,0 0 0 0 0,0 0 0 0 0,0 0 1 0 0,0 0-1 0 0,0 0 0 0 0,1 0 0 0 0,-1 1 0 0 0,0-1 1 0 0,0 0-1 0 0,1 0 0 0 0,-1 0 0 0 0,1 0 0 0 0,-1 1 1 0 0,1-1-1 0 0,-1 0 0 0 0,1 0 0 0 0,-1 1 0 0 0,1-1 1 0 0,0 1-1 0 0,-1-1 0 0 0,1 0 0 0 0,0 1 0 0 0,0-1 1 0 0,-1 1-1 0 0,1-1 0 0 0,0 1 0 0 0,0 0 0 0 0,0-1 1 0 0,1 1-1 0 0,107-64 2118 0 0,-89 54-2985 0 0</inkml:trace>
</inkml:ink>
</file>

<file path=ppt/ink/ink2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40.634"/>
    </inkml:context>
    <inkml:brush xml:id="br0">
      <inkml:brushProperty name="width" value="0.1" units="cm"/>
      <inkml:brushProperty name="height" value="0.1" units="cm"/>
    </inkml:brush>
  </inkml:definitions>
  <inkml:trace contextRef="#ctx0" brushRef="#br0">14 0 10594 0 0,'9'35'4299'0'0,"-1"-6"-1719"0"0,-7-9-1690 0 0,-1 0 1 0 0,-1-1-1 0 0,0 1 0 0 0,-2 0 0 0 0,-7 30 0 0 0,5-25-2342 0 0,0 0 1 0 0,-1 42-1 0 0,10-42-82 0 0,-1-16 1413 0 0</inkml:trace>
</inkml:ink>
</file>

<file path=ppt/ink/ink2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41.824"/>
    </inkml:context>
    <inkml:brush xml:id="br0">
      <inkml:brushProperty name="width" value="0.1" units="cm"/>
      <inkml:brushProperty name="height" value="0.1" units="cm"/>
    </inkml:brush>
  </inkml:definitions>
  <inkml:trace contextRef="#ctx0" brushRef="#br0">1 177 6449 0 0,'0'0'499'0'0,"0"-1"-381"0"0,0 1 1 0 0,0 0-1 0 0,3-6 2364 0 0,-3 6-2364 0 0,1 0 0 0 0,-1 0 0 0 0,0-1 0 0 0,0 1 1 0 0,1 0-1 0 0,-1 0 0 0 0,0 0 0 0 0,1 0 0 0 0,-1 0 1 0 0,0 0-1 0 0,1 0 0 0 0,-1 0 0 0 0,0 0 0 0 0,1 0 1 0 0,-1 0-1 0 0,0 0 0 0 0,5 3 2009 0 0,-5-3-2008 0 0,19 15 1426 0 0,-4 2-964 0 0,-1 1 1 0 0,15 24 0 0 0,-25-35-449 0 0,0 0 0 0 0,0-1 1 0 0,-1 1-1 0 0,0 1 0 0 0,-1-1 1 0 0,1 0-1 0 0,-1 1 0 0 0,-1-1 0 0 0,1 1 1 0 0,-1 7-1 0 0,-5-80 1070 0 0,2 43-296 0 0,1-45 0 0 0,2 51-1685 0 0,1-1 0 0 0,0 1 1 0 0,1 0-1 0 0,0 0 1 0 0,2 1-1 0 0,0-1 0 0 0,1 1 1 0 0,0 0-1 0 0,13-23 0 0 0,-7 22-5280 0 0</inkml:trace>
</inkml:ink>
</file>

<file path=ppt/ink/ink2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42.552"/>
    </inkml:context>
    <inkml:brush xml:id="br0">
      <inkml:brushProperty name="width" value="0.1" units="cm"/>
      <inkml:brushProperty name="height" value="0.1" units="cm"/>
    </inkml:brush>
  </inkml:definitions>
  <inkml:trace contextRef="#ctx0" brushRef="#br0">1 51 7834 0 0,'1'2'1031'0'0,"0"-1"-917"0"0,-1-1 1 0 0,0 0-1 0 0,1 0 1 0 0,-1 0 0 0 0,0 1-1 0 0,0-1 1 0 0,1 0-1 0 0,-1 0 1 0 0,0 0-1 0 0,1 0 1 0 0,-1 0-1 0 0,0 0 1 0 0,1 0 0 0 0,-1 0-1 0 0,0 0 1 0 0,1 0-1 0 0,-1 0 1 0 0,0 0-1 0 0,1 0 1 0 0,-1 0 0 0 0,0 0-1 0 0,1 0 1 0 0,-1 0-1 0 0,0 0 1 0 0,1 0-1 0 0,2-3 1147 0 0,-3 3-1147 0 0,0 0 1 0 0,0 0-1 0 0,0-1 1 0 0,0 1-1 0 0,1 0 1 0 0,-1-1-1 0 0,0 1 1 0 0,0 0 0 0 0,0-1-1 0 0,0 1 1 0 0,0 0-1 0 0,0-1 1 0 0,0 1-1 0 0,0 0 1 0 0,0-1 0 0 0,0 1-1 0 0,0-1 1 0 0,18 25 1036 0 0,-7 4-326 0 0,14 52-1 0 0,-16-48-809 0 0,14 34 0 0 0,-19-151-2989 0 0,-2 69 3233 0 0,0 1 0 0 0,7-24 0 0 0,-8 36-155 0 0,0 0 0 0 0,0 0 0 0 0,-1 0 1 0 0,2 0-1 0 0,-1 1 0 0 0,0-1 0 0 0,1 0 0 0 0,-1 1 0 0 0,1-1 0 0 0,0 1 0 0 0,0-1 0 0 0,0 1 0 0 0,0 0 1 0 0,0 0-1 0 0,0 0 0 0 0,1 0 0 0 0,-1 0 0 0 0,1 0 0 0 0,-1 1 0 0 0,5-3 0 0 0,-5 4-33 0 0,0 0 0 0 0,-1 0 0 0 0,1 1-1 0 0,0-1 1 0 0,-1 0 0 0 0,1 1 0 0 0,0-1 0 0 0,-1 1 0 0 0,1-1-1 0 0,-1 1 1 0 0,1 0 0 0 0,-1 0 0 0 0,1 0 0 0 0,-1 0 0 0 0,1 0-1 0 0,-1 0 1 0 0,0 0 0 0 0,0 0 0 0 0,0 1 0 0 0,1-1-1 0 0,-1 0 1 0 0,-1 1 0 0 0,1-1 0 0 0,2 4 0 0 0,21 42 163 0 0,-21-41-224 0 0,-1-3-12 0 0,2 7-110 0 0,0-1 0 0 0,1 1-1 0 0,1-1 1 0 0,-1 0-1 0 0,11 12 1 0 0,-10-57-1396 0 0,-3 19 1503 0 0,0 0 1 0 0,1-1-1 0 0,11-30 1 0 0,-13 42 65 0 0,0 0 1 0 0,1 1-1 0 0,-1-1 1 0 0,1 1-1 0 0,1 0 0 0 0,-1 0 1 0 0,1 0-1 0 0,-1 0 0 0 0,2 1 1 0 0,-1-1-1 0 0,0 1 1 0 0,1 0-1 0 0,0 0 0 0 0,-1 1 1 0 0,7-4-1 0 0,-9 7-25 0 0,-1-1-1 0 0,1 1 1 0 0,0 0 0 0 0,-1 0-1 0 0,1 0 1 0 0,0 0 0 0 0,0 0 0 0 0,0 0-1 0 0,-1 0 1 0 0,1 0 0 0 0,0 1-1 0 0,-1-1 1 0 0,1 0 0 0 0,0 1-1 0 0,-1 0 1 0 0,1-1 0 0 0,0 1 0 0 0,-1 0-1 0 0,1 0 1 0 0,-1 0 0 0 0,0 0-1 0 0,1 0 1 0 0,-1 0 0 0 0,0 1-1 0 0,1-1 1 0 0,-1 0 0 0 0,0 1-1 0 0,0-1 1 0 0,1 2 0 0 0,6 8 121 0 0,-1 0 0 0 0,11 22 0 0 0,-11-20-180 0 0,23 46-1505 0 0,-19-33-4512 0 0</inkml:trace>
</inkml:ink>
</file>

<file path=ppt/ink/ink2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42.915"/>
    </inkml:context>
    <inkml:brush xml:id="br0">
      <inkml:brushProperty name="width" value="0.1" units="cm"/>
      <inkml:brushProperty name="height" value="0.1" units="cm"/>
    </inkml:brush>
  </inkml:definitions>
  <inkml:trace contextRef="#ctx0" brushRef="#br0">100 18 3681 0 0,'0'-1'60'0'0,"0"0"1"0"0,0 1-1 0 0,1-1 1 0 0,-1 0-1 0 0,-1 1 1 0 0,1-1-1 0 0,0 0 1 0 0,0 1-1 0 0,0-1 1 0 0,0 1-1 0 0,0-1 1 0 0,-1 0-1 0 0,1 1 1 0 0,0-1-1 0 0,0 1 1 0 0,-1-1-1 0 0,1 0 1 0 0,0 1-1 0 0,-1-1 1 0 0,1 1-1 0 0,-1-1 1 0 0,1 1-1 0 0,-1 0 1 0 0,1-1-1 0 0,-1 1 1 0 0,1-1 0 0 0,-1 1-1 0 0,1 0 1 0 0,-1 0-1 0 0,0-1 1 0 0,0 1-1 0 0,-1 0 153 0 0,1-1-1 0 0,-1 1 1 0 0,0 0 0 0 0,0 1 0 0 0,1-1-1 0 0,-1 0 1 0 0,0 0 0 0 0,1 1 0 0 0,-1-1-1 0 0,0 1 1 0 0,-2 1 0 0 0,-2 0 331 0 0,1 1 1 0 0,0 0-1 0 0,0 0 1 0 0,0 0-1 0 0,0 1 1 0 0,-6 5-1 0 0,8-6-321 0 0,1-1 0 0 0,0 1-1 0 0,0 0 1 0 0,0-1 0 0 0,0 1 0 0 0,0 0-1 0 0,1 0 1 0 0,-1 0 0 0 0,1 0-1 0 0,0 0 1 0 0,0 1 0 0 0,0-1 0 0 0,0 0-1 0 0,0 1 1 0 0,1-1 0 0 0,0 0 0 0 0,0 1-1 0 0,-1-1 1 0 0,2 1 0 0 0,0 5-1 0 0,0-5-127 0 0,1 0 0 0 0,0 0-1 0 0,0-1 1 0 0,0 1 0 0 0,0-1-1 0 0,0 1 1 0 0,1-1 0 0 0,0 0-1 0 0,0 0 1 0 0,0 0 0 0 0,0 0 0 0 0,0-1-1 0 0,0 1 1 0 0,1-1 0 0 0,-1 0-1 0 0,8 4 1 0 0,33 14 6 0 0,18 10-126 0 0,-56-27-18 0 0,-1 0 1 0 0,0 1-1 0 0,0-1 1 0 0,0 1-1 0 0,0 0 1 0 0,-1 1-1 0 0,0-1 1 0 0,5 7-1 0 0,-7-8-16 0 0,0 0-1 0 0,-1 0 1 0 0,0 0-1 0 0,0 0 1 0 0,0 1-1 0 0,0-1 1 0 0,0 0-1 0 0,0 0 1 0 0,-1 0 0 0 0,0 1-1 0 0,0-1 1 0 0,0 0-1 0 0,0 1 1 0 0,0-1-1 0 0,0 0 1 0 0,-1 0-1 0 0,0 1 1 0 0,0-1-1 0 0,0 0 1 0 0,0 0-1 0 0,0 0 1 0 0,0 0 0 0 0,-1 0-1 0 0,-2 3 1 0 0,-2 4-543 0 0,-1-1 1 0 0,0 1 0 0 0,0-2-1 0 0,-1 1 1 0 0,-13 11 0 0 0,3-6-4152 0 0</inkml:trace>
</inkml:ink>
</file>

<file path=ppt/ink/ink2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43.216"/>
    </inkml:context>
    <inkml:brush xml:id="br0">
      <inkml:brushProperty name="width" value="0.1" units="cm"/>
      <inkml:brushProperty name="height" value="0.1" units="cm"/>
    </inkml:brush>
  </inkml:definitions>
  <inkml:trace contextRef="#ctx0" brushRef="#br0">1 92 12443 0 0,'38'-17'2572'0'0,"-7"-2"-1787"0"0,-8 8-2343 0 0,-1 0 0 0 0,1 2-1 0 0,40-11 1 0 0,-49 16 1625 0 0</inkml:trace>
</inkml:ink>
</file>

<file path=ppt/ink/ink2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43.343"/>
    </inkml:context>
    <inkml:brush xml:id="br0">
      <inkml:brushProperty name="width" value="0.1" units="cm"/>
      <inkml:brushProperty name="height" value="0.1" units="cm"/>
    </inkml:brush>
  </inkml:definitions>
  <inkml:trace contextRef="#ctx0" brushRef="#br0">5 23 10594 0 0,'-3'5'472'0'0,"1"-4"96"0"0,2 1-455 0 0,0-1-113 0 0,2-1 0 0 0,-1 0 0 0 0,1 0-481 0 0,0 0-111 0 0,1-1-24 0 0,3-1-8 0 0,0-2 376 0 0,1 0 80 0 0,1-1 8 0 0,0 1 8 0 0,5-1 152 0 0,1 1-64 0 0,-1 1 64 0 0</inkml:trace>
</inkml:ink>
</file>

<file path=ppt/ink/ink2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44.501"/>
    </inkml:context>
    <inkml:brush xml:id="br0">
      <inkml:brushProperty name="width" value="0.1" units="cm"/>
      <inkml:brushProperty name="height" value="0.1" units="cm"/>
    </inkml:brush>
  </inkml:definitions>
  <inkml:trace contextRef="#ctx0" brushRef="#br0">116 2661 8754 0 0,'5'2'537'0'0,"-1"-1"0"0"0,1 1 0 0 0,-1 0 1 0 0,1 1-1 0 0,-1-1 0 0 0,0 1 0 0 0,0 0 1 0 0,6 5-1 0 0,4 2 430 0 0,8 5-188 0 0,0 1-1 0 0,-2 1 0 0 0,0 1 0 0 0,34 39 0 0 0,54 90 163 0 0,-80-106-861 0 0,-10-16-89 0 0,24 27-1 0 0,-36-45-4 0 0,1 0-1 0 0,0 0 0 0 0,1-1 0 0 0,-1 0 0 0 0,1 0 1 0 0,0-1-1 0 0,0 0 0 0 0,10 3 0 0 0,-18-9 87 0 0,1 0 1 0 0,-1 0-1 0 0,0 0 1 0 0,1 0-1 0 0,-1 0 0 0 0,0-1 1 0 0,0 1-1 0 0,0 0 0 0 0,0 0 1 0 0,0 0-1 0 0,0 0 0 0 0,0-1 1 0 0,0 1-1 0 0,-1 0 1 0 0,1 0-1 0 0,0 0 0 0 0,-1 0 1 0 0,1 0-1 0 0,0 0 0 0 0,-2-2 1 0 0,-9-35 534 0 0,11 37-605 0 0,-122-511 789 0 0,53 187-406 0 0,55 266-287 0 0,-96-450 380 0 0,95 408-524 0 0,-6 1 0 0 0,-3 0 0 0 0,-66-167 0 0 0,78 242-3 0 0,-2 1 0 0 0,-33-46-1 0 0,16 25 22 0 0,28 45-99 0 0,2 8-178 0 0,2 13-365 0 0,-1-19 548 0 0,1 1 92 0 0,0-1 1 0 0,0 0-1 0 0,0 1 1 0 0,0-1 0 0 0,1 0-1 0 0,-1 1 1 0 0,1-1-1 0 0,0 0 1 0 0,-1 0 0 0 0,1-1-1 0 0,0 1 1 0 0,0 0-1 0 0,0 0 1 0 0,1-1 0 0 0,-1 1-1 0 0,0-1 1 0 0,1 0 0 0 0,-1 0-1 0 0,0 0 1 0 0,1 0-1 0 0,-1 0 1 0 0,1 0 0 0 0,3 0-1 0 0,5 1-12 0 0,0 0 1 0 0,1-1-1 0 0,19 0 0 0 0,29-3 133 0 0,0-2 0 0 0,78-17 0 0 0,115-38 106 0 0,-168 37-114 0 0,76-14 65 0 0,45-12 24 0 0,595-148 305 0 0,-337 87-165 0 0,125-28-81 0 0,-271 70-175 0 0,-59 13 41 0 0,299-71 203 0 0,-5-1-329 0 0,-500 113-1445 0 0</inkml:trace>
</inkml:ink>
</file>

<file path=ppt/ink/ink2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48.291"/>
    </inkml:context>
    <inkml:brush xml:id="br0">
      <inkml:brushProperty name="width" value="0.1" units="cm"/>
      <inkml:brushProperty name="height" value="0.1" units="cm"/>
    </inkml:brush>
  </inkml:definitions>
  <inkml:trace contextRef="#ctx0" brushRef="#br0">1 250 5985 0 0,'2'-6'319'0'0,"0"0"-1"0"0,1 0 0 0 0,0 1 0 0 0,0-1 1 0 0,1 1-1 0 0,-1-1 0 0 0,1 1 0 0 0,6-5 1 0 0,37-37 1654 0 0,-47 46-1954 0 0,26-22 1304 0 0,1 1 1 0 0,40-26-1 0 0,-54 40-982 0 0,0 1 0 0 0,0 0-1 0 0,1 0 1 0 0,0 2 0 0 0,0 0 0 0 0,0 0 0 0 0,1 1 0 0 0,15-1 0 0 0,-28 4-305 0 0,0 1-1 0 0,0 0 1 0 0,0 0 0 0 0,0 0-1 0 0,0 0 1 0 0,0 1 0 0 0,0-1-1 0 0,0 0 1 0 0,0 1 0 0 0,0-1 0 0 0,-1 1-1 0 0,1 0 1 0 0,0 0 0 0 0,0 0-1 0 0,0 0 1 0 0,-1 0 0 0 0,1 0-1 0 0,0 0 1 0 0,2 3 0 0 0,-2-1-9 0 0,0 0 1 0 0,1 0-1 0 0,-1 0 1 0 0,0 0-1 0 0,-1 1 0 0 0,1-1 1 0 0,-1 1-1 0 0,1-1 1 0 0,0 8-1 0 0,1 4 37 0 0,-1 1-1 0 0,0 0 1 0 0,-2 29 0 0 0,-5 15-490 0 0,-19 98 1 0 0,7-56 477 0 0,16-97 108 0 0,0 0 0 0 0,0-1 0 0 0,1 1 0 0 0,0 0-1 0 0,0 0 1 0 0,0 0 0 0 0,1 0 0 0 0,0 0 0 0 0,0 0 0 0 0,0-1 0 0 0,3 9 0 0 0,-3-11-101 0 0,0 0 0 0 0,1 0 0 0 0,-1-1 0 0 0,1 1 0 0 0,-1-1 0 0 0,1 1 0 0 0,-1-1 0 0 0,1 0 0 0 0,0 1 0 0 0,0-1 0 0 0,0 0 0 0 0,-1 0 0 0 0,1 0 1 0 0,0 0-1 0 0,0 0 0 0 0,0-1 0 0 0,1 1 0 0 0,-1-1 0 0 0,0 1 0 0 0,0-1 0 0 0,0 0 0 0 0,0 0 0 0 0,0 0 0 0 0,1 0 0 0 0,-1 0 0 0 0,0 0 0 0 0,0-1 0 0 0,3 0 0 0 0,7-2-12 0 0,-1 0 0 0 0,1 0-1 0 0,-1-1 1 0 0,0 0 0 0 0,0-1-1 0 0,-1-1 1 0 0,15-9 0 0 0,69-55 338 0 0,-76 56-366 0 0,16-17-158 0 0,-26 23-176 0 0,0 0 0 0 0,0 1-1 0 0,1 0 1 0 0,0 1 0 0 0,0-1-1 0 0,15-7 1 0 0</inkml:trace>
</inkml:ink>
</file>

<file path=ppt/ink/ink2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49.957"/>
    </inkml:context>
    <inkml:brush xml:id="br0">
      <inkml:brushProperty name="width" value="0.1" units="cm"/>
      <inkml:brushProperty name="height" value="0.1" units="cm"/>
    </inkml:brush>
  </inkml:definitions>
  <inkml:trace contextRef="#ctx0" brushRef="#br0">369 225 7514 0 0,'-23'-22'262'0'0,"16"15"506"0"0,-1 0 1 0 0,1 0-1 0 0,-1 1 1 0 0,0 0-1 0 0,-18-9 1 0 0,23 13-677 0 0,0 1 1 0 0,0 0-1 0 0,-1 0 1 0 0,1 1-1 0 0,0-1 1 0 0,-1 1-1 0 0,1-1 1 0 0,-1 1 0 0 0,1 0-1 0 0,0 1 1 0 0,-1-1-1 0 0,1 0 1 0 0,-1 1-1 0 0,1 0 1 0 0,0 0-1 0 0,0 0 1 0 0,-1 0-1 0 0,1 0 1 0 0,0 1-1 0 0,0-1 1 0 0,0 1 0 0 0,-3 2-1 0 0,-12 10-183 0 0,0 2-1 0 0,0-1 1 0 0,2 2-1 0 0,0 0 1 0 0,1 1-1 0 0,0 1 1 0 0,2 0-1 0 0,0 1 1 0 0,1 0-1 0 0,2 1 1 0 0,0 0-1 0 0,-11 35 1 0 0,19-50 103 0 0,0 1 1 0 0,0 0-1 0 0,1-1 1 0 0,0 1 0 0 0,1 0-1 0 0,0 0 1 0 0,0 0 0 0 0,0 0-1 0 0,2 10 1 0 0,-1-15 30 0 0,-1 1 0 0 0,1 0 1 0 0,0 0-1 0 0,0 0 0 0 0,0-1 0 0 0,0 1 0 0 0,1 0 1 0 0,-1-1-1 0 0,1 1 0 0 0,-1-1 0 0 0,1 1 1 0 0,0-1-1 0 0,0 0 0 0 0,0 0 0 0 0,0 0 0 0 0,0 0 1 0 0,1 0-1 0 0,-1-1 0 0 0,1 1 0 0 0,-1 0 1 0 0,1-1-1 0 0,-1 0 0 0 0,1 0 0 0 0,4 2 0 0 0,-5-3 3 0 0,1 0-1 0 0,-1 0 0 0 0,1 0 0 0 0,-1 0 0 0 0,0 0 1 0 0,1-1-1 0 0,-1 1 0 0 0,1-1 0 0 0,-1 1 1 0 0,0-1-1 0 0,0 0 0 0 0,1 0 0 0 0,-1 0 0 0 0,0 0 1 0 0,0 0-1 0 0,0-1 0 0 0,0 1 0 0 0,3-3 0 0 0,34-34 514 0 0,-31 29-435 0 0,1-1-25 0 0,0-1-1 0 0,0-1 1 0 0,-1 0-1 0 0,-1 0 1 0 0,0-1-1 0 0,6-15 1 0 0,25-83 268 0 0,-20 55 635 0 0,-18 55-949 0 0,0 0 0 0 0,0-1 0 0 0,1 1 0 0 0,-1 0 0 0 0,1 0-1 0 0,-1 0 1 0 0,1 0 0 0 0,-1 0 0 0 0,1 0 0 0 0,0 0 0 0 0,-1 0 0 0 0,1 0-1 0 0,0 0 1 0 0,0 0 0 0 0,0 0 0 0 0,0 0 0 0 0,0 1 0 0 0,0-1 0 0 0,0 0 0 0 0,1 0-1 0 0,-1 1-23 0 0,0 0-1 0 0,-1 0 0 0 0,1 0 0 0 0,0 0 0 0 0,0 0 1 0 0,0 0-1 0 0,0 1 0 0 0,-1-1 0 0 0,1 0 1 0 0,0 0-1 0 0,0 1 0 0 0,-1-1 0 0 0,1 0 0 0 0,0 1 1 0 0,0-1-1 0 0,-1 1 0 0 0,1-1 0 0 0,-1 1 0 0 0,1-1 1 0 0,0 1-1 0 0,0 1 0 0 0,3 3 12 0 0,0 0 0 0 0,0 1 0 0 0,0 0 0 0 0,-1 0 0 0 0,4 10 0 0 0,21 58-270 0 0,-18-44-8 0 0,0-1-1 0 0,3 0 0 0 0,0 0 1 0 0,2-2-1 0 0,1 0 1 0 0,23 31-1 0 0,-28-45 235 0 0,-6-6 48 0 0,0 0 0 0 0,0 0-1 0 0,1-1 1 0 0,-1 0 0 0 0,2 0-1 0 0,-1 0 1 0 0,1-1 0 0 0,-1 0 0 0 0,14 7-1 0 0,-19-12 7 0 0,-1 0 0 0 0,1-1-1 0 0,0 1 1 0 0,0 0 0 0 0,-1 0 0 0 0,1 0-1 0 0,0-1 1 0 0,-1 1 0 0 0,1 0-1 0 0,0-1 1 0 0,-1 1 0 0 0,1 0 0 0 0,0-1-1 0 0,-1 1 1 0 0,1-1 0 0 0,-1 1-1 0 0,1-1 1 0 0,-1 1 0 0 0,1-1 0 0 0,-1 0-1 0 0,1 1 1 0 0,-1-1 0 0 0,0 0-1 0 0,1 1 1 0 0,-1-1 0 0 0,0 0 0 0 0,1 1-1 0 0,-1-1 1 0 0,0 0 0 0 0,0 0-1 0 0,0 1 1 0 0,0-1 0 0 0,0 0 0 0 0,0 0-1 0 0,0 1 1 0 0,0-2 0 0 0,3-31 852 0 0,-3 33-884 0 0,-4-67 744 0 0,-15-91 1 0 0,-2-15-848 0 0,21 170 43 0 0,-2-18-446 0 0,0 1 1 0 0,2-1-1 0 0,0 1 1 0 0,2-1-1 0 0,0 1 1 0 0,1-1-1 0 0,6-19 1 0 0,-3 28-822 0 0,1 6-10 0 0</inkml:trace>
</inkml:ink>
</file>

<file path=ppt/ink/ink2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1.043"/>
    </inkml:context>
    <inkml:brush xml:id="br0">
      <inkml:brushProperty name="width" value="0.1" units="cm"/>
      <inkml:brushProperty name="height" value="0.1" units="cm"/>
    </inkml:brush>
  </inkml:definitions>
  <inkml:trace contextRef="#ctx0" brushRef="#br0">12 25 10594 0 0,'-12'-25'4946'0'0,"17"42"-1530"0"0,0 14-2955 0 0,41 195 1167 0 0,-33-178-1447 0 0,2-2 0 0 0,35 79 1 0 0,3-27-687 0 0,68 95 0 0 0,-110-175-192 0 0,-8-8-1201 0 0</inkml:trace>
</inkml:ink>
</file>

<file path=ppt/ink/ink2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1.297"/>
    </inkml:context>
    <inkml:brush xml:id="br0">
      <inkml:brushProperty name="width" value="0.1" units="cm"/>
      <inkml:brushProperty name="height" value="0.1" units="cm"/>
    </inkml:brush>
  </inkml:definitions>
  <inkml:trace contextRef="#ctx0" brushRef="#br0">0 111 8090 0 0,'1'-2'160'0'0,"-1"0"0"0"0,1 0 0 0 0,-1 0 0 0 0,1 0 1 0 0,0 0-1 0 0,0 0 0 0 0,0 0 0 0 0,0 0 0 0 0,0 1 0 0 0,1-1 0 0 0,-1 0 1 0 0,0 0-1 0 0,1 1 0 0 0,-1-1 0 0 0,1 1 0 0 0,0 0 0 0 0,1-2 1 0 0,37-23 2462 0 0,-31 20-2229 0 0,3-1-7 0 0,0 0 0 0 0,1 1 1 0 0,-1 1-1 0 0,1 0 0 0 0,21-5 0 0 0,-27 8-736 0 0,0 1-1 0 0,1-1 1 0 0,-1 2 0 0 0,1-1-1 0 0,-1 1 1 0 0,1 0-1 0 0,0 1 1 0 0,-1 0-1 0 0,1 0 1 0 0,-1 1-1 0 0,12 3 1 0 0,-2 3-4217 0 0</inkml:trace>
</inkml:ink>
</file>

<file path=ppt/ink/ink2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1.517"/>
    </inkml:context>
    <inkml:brush xml:id="br0">
      <inkml:brushProperty name="width" value="0.1" units="cm"/>
      <inkml:brushProperty name="height" value="0.1" units="cm"/>
    </inkml:brush>
  </inkml:definitions>
  <inkml:trace contextRef="#ctx0" brushRef="#br0">0 79 6913 0 0,'3'-6'305'0'0,"0"0"63"0"0,0 2-296 0 0,1 1-72 0 0,-1 0 0 0 0,0 0 0 0 0,3 2 0 0 0,1-4 0 0 0,6-2 72 0 0,3-2-72 0 0,3 2-456 0 0,-1 1-129 0 0,1 2-23 0 0,-2 0-8 0 0,1-1 472 0 0,-1-1 144 0 0</inkml:trace>
</inkml:ink>
</file>

<file path=ppt/ink/ink2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1.947"/>
    </inkml:context>
    <inkml:brush xml:id="br0">
      <inkml:brushProperty name="width" value="0.1" units="cm"/>
      <inkml:brushProperty name="height" value="0.1" units="cm"/>
    </inkml:brush>
  </inkml:definitions>
  <inkml:trace contextRef="#ctx0" brushRef="#br0">1 1 7314 0 0,'4'14'5780'0'0,"10"23"-4079"0"0,5 12-1083 0 0,51 199 3075 0 0,60 175-2688 0 0,-98-351-4370 0 0,-29-65 2166 0 0</inkml:trace>
</inkml:ink>
</file>

<file path=ppt/ink/ink2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2.597"/>
    </inkml:context>
    <inkml:brush xml:id="br0">
      <inkml:brushProperty name="width" value="0.1" units="cm"/>
      <inkml:brushProperty name="height" value="0.1" units="cm"/>
    </inkml:brush>
  </inkml:definitions>
  <inkml:trace contextRef="#ctx0" brushRef="#br0">56 102 4145 0 0,'-4'1'-31'0'0,"-24"2"1135"0"0,5-6 3331 0 0,23 3-4326 0 0,0-1 1 0 0,0 1 0 0 0,0-1 0 0 0,0 1 0 0 0,0 0-1 0 0,0-1 1 0 0,0 1 0 0 0,0-1 0 0 0,0 1-1 0 0,0-1 1 0 0,0 1 0 0 0,0-1 0 0 0,1 1-1 0 0,-1-1 1 0 0,0 1 0 0 0,0-1 0 0 0,0 1-1 0 0,1 0 1 0 0,-1-1 0 0 0,0 1 0 0 0,1-1-1 0 0,-1 1 1 0 0,0 0 0 0 0,1-1 0 0 0,-1 1-1 0 0,0 0 1 0 0,1 0 0 0 0,-1-1 0 0 0,0 1-1 0 0,1 0 1 0 0,-1 0 0 0 0,1-1 0 0 0,-1 1-1 0 0,1 0 1 0 0,19-13 973 0 0,-18 12-807 0 0,16-10 183 0 0,0 1 1 0 0,1 0 0 0 0,0 2-1 0 0,1 0 1 0 0,0 2 0 0 0,0 0 0 0 0,1 1-1 0 0,0 1 1 0 0,-1 1 0 0 0,39-1 0 0 0,-54 4-466 0 0,0 0 0 0 0,-1 1 1 0 0,1-1-1 0 0,0 1 1 0 0,-1 0-1 0 0,1 1 0 0 0,-1-1 1 0 0,1 1-1 0 0,-1 0 0 0 0,0 0 1 0 0,0 0-1 0 0,0 0 1 0 0,0 1-1 0 0,0 0 0 0 0,0 0 1 0 0,-1 0-1 0 0,6 6 1 0 0,-5-4-69 0 0,0 1 1 0 0,0 0 0 0 0,0 0 0 0 0,-1 0-1 0 0,0 1 1 0 0,-1-1 0 0 0,1 1 0 0 0,-1 0-1 0 0,0-1 1 0 0,1 15 0 0 0,-1-8 19 0 0,-2 0-1 0 0,1 0 1 0 0,-1 0 0 0 0,-1 1 0 0 0,-1-1 0 0 0,0 0 0 0 0,0 0-1 0 0,-1 0 1 0 0,-1-1 0 0 0,0 1 0 0 0,-1-1 0 0 0,-8 15 0 0 0,-13 7 155 0 0,21-28-64 0 0,-1 0 1 0 0,2 1-1 0 0,-1-1 1 0 0,1 1 0 0 0,0 0-1 0 0,-4 8 1 0 0,8-14-21 0 0,1-1 0 0 0,-1 1 0 0 0,0-1 1 0 0,1 1-1 0 0,-1-1 0 0 0,0 1 1 0 0,1-1-1 0 0,-1 0 0 0 0,1 1 0 0 0,-1-1 1 0 0,1 0-1 0 0,-1 1 0 0 0,0-1 1 0 0,1 0-1 0 0,0 1 0 0 0,-1-1 0 0 0,1 0 1 0 0,-1 0-1 0 0,1 0 0 0 0,-1 0 1 0 0,1 0-1 0 0,-1 1 0 0 0,1-1 0 0 0,0 0 1 0 0,-1 0-1 0 0,1 0 0 0 0,-1 0 1 0 0,1-1-1 0 0,-1 1 0 0 0,1 0 0 0 0,-1 0 1 0 0,1 0-1 0 0,0-1 0 0 0,23-2 321 0 0,-10-1-20 0 0,1-1 0 0 0,22-3 0 0 0,-33 7-286 0 0,1 1 0 0 0,0-1-1 0 0,0 1 1 0 0,0 0 0 0 0,-1 0-1 0 0,1 0 1 0 0,0 1-1 0 0,0-1 1 0 0,-1 1 0 0 0,1 1-1 0 0,9 2 1 0 0,-11-2-16 0 0,-1 1 1 0 0,1-1-1 0 0,-1 1 1 0 0,1 0-1 0 0,-1-1 1 0 0,0 1 0 0 0,0 0-1 0 0,0 1 1 0 0,0-1-1 0 0,-1 0 1 0 0,1 0-1 0 0,-1 1 1 0 0,0-1-1 0 0,0 1 1 0 0,0-1-1 0 0,0 1 1 0 0,-1-1-1 0 0,1 1 1 0 0,-1 0-1 0 0,0-1 1 0 0,0 5-1 0 0,0 4 58 0 0,-1 0-1 0 0,0-1 0 0 0,0 1 0 0 0,-1 0 0 0 0,-5 14 1 0 0,1-10 47 0 0,-1 0 0 0 0,0-1 0 0 0,-1 0 0 0 0,-1 0 0 0 0,0 0 0 0 0,-1-1 0 0 0,-1-1 0 0 0,-20 21 0 0 0,-9 4-1420 0 0,-60 42 1 0 0,93-74 849 0 0</inkml:trace>
</inkml:ink>
</file>

<file path=ppt/ink/ink2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3.343"/>
    </inkml:context>
    <inkml:brush xml:id="br0">
      <inkml:brushProperty name="width" value="0.1" units="cm"/>
      <inkml:brushProperty name="height" value="0.1" units="cm"/>
    </inkml:brush>
  </inkml:definitions>
  <inkml:trace contextRef="#ctx0" brushRef="#br0">49 156 6913 0 0,'0'-16'1555'0'0,"2"0"-1"0"0,6-30 0 0 0,-4 30 484 0 0,-1 1-1 0 0,1-31 1 0 0,-9 77 1863 0 0,-1-4-3521 0 0,-5 231 430 0 0,7-84-777 0 0,1 387-105 0 0,-18-80 388 0 0,7-326-114 0 0,9 216 0 0 0,10-291-5 0 0,-9 142-1 0 0,6-212-950 0 0</inkml:trace>
</inkml:ink>
</file>

<file path=ppt/ink/ink2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3.754"/>
    </inkml:context>
    <inkml:brush xml:id="br0">
      <inkml:brushProperty name="width" value="0.1" units="cm"/>
      <inkml:brushProperty name="height" value="0.1" units="cm"/>
    </inkml:brush>
  </inkml:definitions>
  <inkml:trace contextRef="#ctx0" brushRef="#br0">27 79 3225 0 0,'-3'-4'688'0'0,"0"1"1"0"0,0-1-1 0 0,0 0 1 0 0,1 0 0 0 0,-1 0-1 0 0,-2-7 1 0 0,4 10-322 0 0,1 0 1 0 0,-1-1 0 0 0,1 1-1 0 0,-1 0 1 0 0,1-1 0 0 0,0 1 0 0 0,-1-1-1 0 0,1 1 1 0 0,0-1 0 0 0,0 1-1 0 0,0 0 1 0 0,0-1 0 0 0,0 1-1 0 0,0-1 1 0 0,0 1 0 0 0,1 0-1 0 0,-1-1 1 0 0,0 1 0 0 0,1-1 0 0 0,0 1-1 0 0,-1 0 1 0 0,1-1 0 0 0,-1 1-1 0 0,3-2 1 0 0,-3 3-273 0 0,1-1 1 0 0,0 0-1 0 0,0 1 1 0 0,0 0-1 0 0,0-1 0 0 0,0 1 1 0 0,0 0-1 0 0,0-1 1 0 0,0 1-1 0 0,0 0 1 0 0,0 0-1 0 0,0 0 0 0 0,0 0 1 0 0,0 0-1 0 0,0 0 1 0 0,0 0-1 0 0,0 0 0 0 0,-1 0 1 0 0,1 0-1 0 0,0 0 1 0 0,0 1-1 0 0,0-1 0 0 0,0 0 1 0 0,0 1-1 0 0,0-1 1 0 0,0 1-1 0 0,0-1 0 0 0,0 1 1 0 0,-1-1-1 0 0,1 1 1 0 0,0 0-1 0 0,0-1 0 0 0,-1 1 1 0 0,1 0-1 0 0,1 1 1 0 0,23 29 736 0 0,-25-30-799 0 0,88 153 602 0 0,-30-48-506 0 0,-57-103-83 0 0,0 0 1 0 0,1-1 0 0 0,0 1 0 0 0,-1-1-1 0 0,1 1 1 0 0,0-1 0 0 0,0 1-1 0 0,1-1 1 0 0,-1 0 0 0 0,0 0 0 0 0,1 0-1 0 0,-1 0 1 0 0,1-1 0 0 0,0 1-1 0 0,0-1 1 0 0,-1 1 0 0 0,1-1 0 0 0,0 0-1 0 0,0 0 1 0 0,6 1 0 0 0,-5-3-25 0 0,-1 1-1 0 0,1 0 1 0 0,-1-1 0 0 0,1 0 0 0 0,-1 0 0 0 0,0 0 0 0 0,1 0 0 0 0,-1-1-1 0 0,0 1 1 0 0,0-1 0 0 0,1 0 0 0 0,-1 0 0 0 0,-1 0 0 0 0,1 0 0 0 0,0 0-1 0 0,0-1 1 0 0,-1 1 0 0 0,3-4 0 0 0,22-27 106 0 0,-1-2 1 0 0,-1 0-1 0 0,39-78 0 0 0,-21 35-2271 0 0,-30 55-5793 0 0</inkml:trace>
</inkml:ink>
</file>

<file path=ppt/ink/ink2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9.094"/>
    </inkml:context>
    <inkml:brush xml:id="br0">
      <inkml:brushProperty name="width" value="0.1" units="cm"/>
      <inkml:brushProperty name="height" value="0.1" units="cm"/>
    </inkml:brush>
  </inkml:definitions>
  <inkml:trace contextRef="#ctx0" brushRef="#br0">54 2 9674 0 0,'-1'0'179'0'0,"-1"-1"0"0"0,1 1 0 0 0,-1 0 0 0 0,1 0 0 0 0,-1-1 0 0 0,0 1-1 0 0,1 0 1 0 0,-1 1 0 0 0,1-1 0 0 0,-1 0 0 0 0,1 0 0 0 0,-1 1 0 0 0,1-1 0 0 0,-1 1 0 0 0,1-1 0 0 0,-1 1 0 0 0,1-1 0 0 0,-1 1-1 0 0,1 0 1 0 0,0 0 0 0 0,-1 0 0 0 0,1 0 0 0 0,0 0 0 0 0,0 0 0 0 0,0 0 0 0 0,0 0 0 0 0,0 0 0 0 0,0 1 0 0 0,0-1-1 0 0,0 0 1 0 0,0 1 0 0 0,1-1 0 0 0,-1 1 0 0 0,0-1 0 0 0,1 1 0 0 0,-1-1 0 0 0,1 2 0 0 0,-2 2 18 0 0,1 0 0 0 0,-1 0-1 0 0,1 0 1 0 0,0 0 0 0 0,1 0 0 0 0,0 0 0 0 0,-1 1 0 0 0,2-1 0 0 0,-1 0 0 0 0,1 7 0 0 0,7 9 147 0 0,1 0 0 0 0,1 0 0 0 0,0-1 0 0 0,2 0 0 0 0,0-1 0 0 0,21 25 1 0 0,0 1-32 0 0,59 101 136 0 0,-7 4 0 0 0,129 312 1 0 0,-164-337-511 0 0,6-2 1 0 0,113 184-1 0 0,-107-214 123 0 0,71 145-1 0 0,-122-212-22 0 0,-8-18-20 0 0,0 1 0 0 0,1-1 0 0 0,0 0 0 0 0,1 0 0 0 0,-1 0 1 0 0,1 0-1 0 0,1-1 0 0 0,8 9 0 0 0,-14-15-225 0 0,1-1 1 0 0,-1 1-1 0 0,1-1 1 0 0,0 1-1 0 0,0-1 1 0 0,-1 0-1 0 0,1 1 1 0 0,0-1-1 0 0,0 0 1 0 0,-1 1-1 0 0,1-1 1 0 0,0 0-1 0 0,0 0 1 0 0,-1 0-1 0 0,1 0 1 0 0,0 0-1 0 0,0 0 1 0 0,0 0-1 0 0,0 0 0 0 0,-1 0 1 0 0,1 0-1 0 0,0 0 1 0 0,0-1-1 0 0,-1 1 1 0 0,1 0-1 0 0,0 0 1 0 0,0-1-1 0 0,-1 1 1 0 0,1-1-1 0 0,0 1 1 0 0,-1-1-1 0 0,1 1 1 0 0,0-1-1 0 0,-1 1 1 0 0,1-1-1 0 0,0 0 1 0 0</inkml:trace>
</inkml:ink>
</file>

<file path=ppt/ink/ink2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9.443"/>
    </inkml:context>
    <inkml:brush xml:id="br0">
      <inkml:brushProperty name="width" value="0.1" units="cm"/>
      <inkml:brushProperty name="height" value="0.1" units="cm"/>
    </inkml:brush>
  </inkml:definitions>
  <inkml:trace contextRef="#ctx0" brushRef="#br0">0 348 6913 0 0,'43'12'4392'0'0,"-25"-5"-2532"0"0,-1 2 0 0 0,23 13 0 0 0,-27-13-1361 0 0,1-2 0 0 0,0 1-1 0 0,0-2 1 0 0,23 8 0 0 0,-32-13-412 0 0,0 0 0 0 0,0 0 0 0 0,0-1 0 0 0,0 1-1 0 0,0-1 1 0 0,1 0 0 0 0,-1-1 0 0 0,0 1 0 0 0,0-1 0 0 0,0 0 0 0 0,0 0 0 0 0,-1-1 0 0 0,1 1-1 0 0,0-1 1 0 0,0 0 0 0 0,-1 0 0 0 0,1-1 0 0 0,5-3 0 0 0,3-5 93 0 0,0 0 0 0 0,-1 0 0 0 0,0-1 0 0 0,-1-1 0 0 0,0 0 0 0 0,-1 0 1 0 0,-1-1-1 0 0,0-1 0 0 0,0 1 0 0 0,7-20 0 0 0,-5 6-202 0 0,0 0 0 0 0,-2 0 0 0 0,-1-1 0 0 0,8-56 0 0 0,-15 40-938 0 0,-2 25 23 0 0</inkml:trace>
</inkml:ink>
</file>

<file path=ppt/ink/ink2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0.061"/>
    </inkml:context>
    <inkml:brush xml:id="br0">
      <inkml:brushProperty name="width" value="0.1" units="cm"/>
      <inkml:brushProperty name="height" value="0.1" units="cm"/>
    </inkml:brush>
  </inkml:definitions>
  <inkml:trace contextRef="#ctx0" brushRef="#br0">15 46 8754 0 0,'-15'-45'9822'0'0,"25"61"-7916"0"0,46 97-40 0 0,-26-58-2113 0 0,-3 1 1 0 0,-3 1-1 0 0,22 74 1 0 0,-44-121-1816 0 0</inkml:trace>
</inkml:ink>
</file>

<file path=ppt/ink/ink2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0.443"/>
    </inkml:context>
    <inkml:brush xml:id="br0">
      <inkml:brushProperty name="width" value="0.1" units="cm"/>
      <inkml:brushProperty name="height" value="0.1" units="cm"/>
    </inkml:brush>
  </inkml:definitions>
  <inkml:trace contextRef="#ctx0" brushRef="#br0">1 154 3225 0 0,'-1'-4'354'0'0,"1"1"1"0"0,0-1-1 0 0,0 0 1 0 0,0 0-1 0 0,1 0 1 0 0,0 1-1 0 0,-1-1 1 0 0,1 0-1 0 0,0 1 1 0 0,1-1-1 0 0,-1 0 1 0 0,0 1-1 0 0,1 0 1 0 0,0-1-1 0 0,0 1 1 0 0,0 0-1 0 0,0 0 1 0 0,1 0-1 0 0,-1 0 1 0 0,1 0-1 0 0,0 1 1 0 0,4-4-1 0 0,3-3 344 0 0,0 0-1 0 0,0 1 0 0 0,0 1 0 0 0,1 0 0 0 0,0 0 0 0 0,23-9 0 0 0,-29 14-529 0 0,0 0-1 0 0,1 0 0 0 0,-1 1 0 0 0,1 0 0 0 0,-1 0 1 0 0,1 0-1 0 0,-1 1 0 0 0,8 0 0 0 0,-10 0-44 0 0,0 1 1 0 0,0-1-1 0 0,0 1 1 0 0,0 0-1 0 0,0 0 0 0 0,0 0 1 0 0,0 0-1 0 0,-1 0 0 0 0,1 1 1 0 0,0-1-1 0 0,-1 1 0 0 0,1 0 1 0 0,-1-1-1 0 0,0 1 1 0 0,0 0-1 0 0,3 4 0 0 0,-2-3-66 0 0,-1 1 1 0 0,0 0-1 0 0,0 0 0 0 0,0 0 0 0 0,-1 0 0 0 0,1 0 1 0 0,-1 0-1 0 0,0 0 0 0 0,0 0 0 0 0,0 0 0 0 0,-1 1 0 0 0,0-1 1 0 0,1 0-1 0 0,-1 1 0 0 0,-1-1 0 0 0,1 0 0 0 0,-2 5 1 0 0,-1 10-84 0 0,-2 1 1 0 0,-8 24 0 0 0,8-31 11 0 0,-2 6-112 0 0,5-15 79 0 0,0 1 0 0 0,0-1 0 0 0,0 1-1 0 0,0-1 1 0 0,1 1 0 0 0,0 0-1 0 0,0 0 1 0 0,0 0 0 0 0,1 0 0 0 0,-1 0-1 0 0,2 9 1 0 0,0-13 16 0 0,-1 0-1 0 0,1 0 1 0 0,0 0 0 0 0,0 0-1 0 0,0 0 1 0 0,0 0 0 0 0,1 0 0 0 0,-1-1-1 0 0,0 1 1 0 0,0 0 0 0 0,0 0-1 0 0,1-1 1 0 0,-1 1 0 0 0,0-1-1 0 0,1 1 1 0 0,-1-1 0 0 0,0 0-1 0 0,1 0 1 0 0,-1 1 0 0 0,1-1 0 0 0,-1 0-1 0 0,0 0 1 0 0,3-1 0 0 0,41-2-601 0 0,-33 1 488 0 0,-3 1 152 0 0,1 1 1 0 0,-1 0-1 0 0,1 0 1 0 0,-1 1-1 0 0,1 0 1 0 0,-1 1-1 0 0,0 0 1 0 0,17 5-1 0 0,-24-6 15 0 0,0 0 0 0 0,1 1-1 0 0,-1-1 1 0 0,1 0 0 0 0,-1 1 0 0 0,0 0 0 0 0,0-1-1 0 0,0 1 1 0 0,0 0 0 0 0,0 0 0 0 0,0 0-1 0 0,-1 0 1 0 0,1 0 0 0 0,-1 1 0 0 0,1-1 0 0 0,-1 0-1 0 0,0 1 1 0 0,0-1 0 0 0,0 1 0 0 0,0-1-1 0 0,0 1 1 0 0,-1 0 0 0 0,1-1 0 0 0,-1 1 0 0 0,0 0-1 0 0,0-1 1 0 0,0 1 0 0 0,0 0 0 0 0,0 0-1 0 0,0-1 1 0 0,-1 1 0 0 0,1 0 0 0 0,-1-1 0 0 0,0 1-1 0 0,-1 2 1 0 0,-3 8-14 0 0,0-1 1 0 0,-1-1-1 0 0,-1 1 0 0 0,1-1 0 0 0,-2 0 1 0 0,0 0-1 0 0,0-1 0 0 0,-1 0 0 0 0,0-1 1 0 0,-15 13-1 0 0,-1 2-2711 0 0,20-19 1124 0 0,3 0-13 0 0</inkml:trace>
</inkml:ink>
</file>

<file path=ppt/ink/ink2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0.789"/>
    </inkml:context>
    <inkml:brush xml:id="br0">
      <inkml:brushProperty name="width" value="0.1" units="cm"/>
      <inkml:brushProperty name="height" value="0.1" units="cm"/>
    </inkml:brush>
  </inkml:definitions>
  <inkml:trace contextRef="#ctx0" brushRef="#br0">129 51 1840 0 0,'8'-18'-281'0'0,"-7"17"668"0"0,-1 0 1 0 0,0 0-1 0 0,1-1 0 0 0,-1 1 0 0 0,0 0 1 0 0,0 0-1 0 0,0 0 0 0 0,0-1 0 0 0,0 1 0 0 0,-1 0 1 0 0,1 0-1 0 0,0 0 0 0 0,0-1 0 0 0,-1 1 1 0 0,1 0-1 0 0,-7-8 2958 0 0,6 8-2975 0 0,0 1 0 0 0,0-1 0 0 0,0 1 0 0 0,0-1-1 0 0,0 1 1 0 0,0-1 0 0 0,0 1 0 0 0,0 0-1 0 0,0 0 1 0 0,0-1 0 0 0,-1 1 0 0 0,-20 2 793 0 0,17 0-1006 0 0,1 0 0 0 0,-1 0 1 0 0,0 1-1 0 0,1 0 0 0 0,-1 0 0 0 0,1 0 0 0 0,0 0 1 0 0,0 0-1 0 0,0 1 0 0 0,1 0 0 0 0,-1 0 1 0 0,1 0-1 0 0,0 0 0 0 0,0 1 0 0 0,0-1 1 0 0,1 1-1 0 0,-1-1 0 0 0,1 1 0 0 0,-2 7 0 0 0,0 1-52 0 0,0 0 0 0 0,0 0 0 0 0,1 0 0 0 0,1 1 0 0 0,0-1 0 0 0,0 18 0 0 0,3-27-110 0 0,-1 0-1 0 0,0 0 1 0 0,1 0 0 0 0,0 1-1 0 0,0-1 1 0 0,0 0-1 0 0,1 0 1 0 0,-1 0-1 0 0,1-1 1 0 0,0 1-1 0 0,0 0 1 0 0,5 6-1 0 0,-7-9-22 0 0,1 0 0 0 0,0 0 0 0 0,0-1 0 0 0,-1 1 0 0 0,1 0 0 0 0,0-1 0 0 0,0 1 0 0 0,0-1 0 0 0,0 1 0 0 0,0-1 0 0 0,0 1 0 0 0,0-1 0 0 0,0 1 0 0 0,0-1 0 0 0,0 0 0 0 0,0 0 0 0 0,0 1 0 0 0,0-1 0 0 0,0 0 0 0 0,0 0-1 0 0,1 0 1 0 0,0-1-30 0 0,0 0 0 0 0,0 1 0 0 0,-1-1 0 0 0,1 0 0 0 0,0 0 0 0 0,-1 0-1 0 0,1 0 1 0 0,-1 0 0 0 0,1 0 0 0 0,-1-1 0 0 0,1 1 0 0 0,-1 0 0 0 0,0-1-1 0 0,0 1 1 0 0,0-1 0 0 0,2-2 0 0 0,24-49-319 0 0,4-6 933 0 0,-29 55-358 0 0,1 0 0 0 0,0 0-1 0 0,0 0 1 0 0,1 0 0 0 0,-1 0 0 0 0,1 0 0 0 0,0 1 0 0 0,0 0 0 0 0,7-5 0 0 0,-9 7-127 0 0,0 0 0 0 0,0 0 0 0 0,0 0 0 0 0,0 1 0 0 0,0-1 1 0 0,0 0-1 0 0,1 1 0 0 0,-1 0 0 0 0,0-1 0 0 0,1 1 0 0 0,-1 0 0 0 0,0 0 0 0 0,0 0 1 0 0,1 1-1 0 0,-1-1 0 0 0,0 0 0 0 0,0 1 0 0 0,1-1 0 0 0,-1 1 0 0 0,0 0 0 0 0,0 0 0 0 0,0 0 1 0 0,0 0-1 0 0,2 1 0 0 0,4 4-161 0 0,-1 0 0 0 0,1 1 0 0 0,-1 0 1 0 0,9 12-1 0 0,22 19-1482 0 0,-22-28 427 0 0,0 0-237 0 0</inkml:trace>
</inkml:ink>
</file>

<file path=ppt/ink/ink2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1.154"/>
    </inkml:context>
    <inkml:brush xml:id="br0">
      <inkml:brushProperty name="width" value="0.1" units="cm"/>
      <inkml:brushProperty name="height" value="0.1" units="cm"/>
    </inkml:brush>
  </inkml:definitions>
  <inkml:trace contextRef="#ctx0" brushRef="#br0">5 1 10594 0 0,'-1'0'151'0'0,"1"1"0"0"0,-1-1 1 0 0,1 1-1 0 0,0 0 0 0 0,-1-1 0 0 0,1 1 0 0 0,0 0 0 0 0,-1 0 0 0 0,1-1 0 0 0,0 1 0 0 0,0 0 0 0 0,0-1 0 0 0,0 1 1 0 0,0 0-1 0 0,0 0 0 0 0,0-1 0 0 0,0 1 0 0 0,0 0 0 0 0,0 0 0 0 0,0-1 0 0 0,0 1 0 0 0,1 0 0 0 0,-1 0 1 0 0,0-1-1 0 0,0 1 0 0 0,1 1 0 0 0,9 31 472 0 0,-8-26-166 0 0,6 30-91 0 0,-6-27-258 0 0,-1-1 0 0 0,1 0 0 0 0,1 1 0 0 0,0-1 0 0 0,0 0 0 0 0,1 0 0 0 0,0 0 0 0 0,8 12 0 0 0,-12-21-105 0 0,0 0 0 0 0,1 1 0 0 0,-1-1 0 0 0,0 0 0 0 0,1 1 0 0 0,-1-1 0 0 0,0 0 0 0 0,1 0 0 0 0,-1 1 0 0 0,0-1 1 0 0,1 0-1 0 0,-1 0 0 0 0,1 0 0 0 0,-1 1 0 0 0,0-1 0 0 0,1 0 0 0 0,-1 0 0 0 0,1 0 0 0 0,-1 0 0 0 0,1 0 0 0 0,-1 0 1 0 0,0 0-1 0 0,1 0 0 0 0,-1 0 0 0 0,1 0 0 0 0,-1 0 0 0 0,1 0 0 0 0,-1 0 0 0 0,0 0 0 0 0,1-1 0 0 0,11-11 219 0 0,5-25 205 0 0,-14 31-395 0 0,13-44-411 0 0,-14 41 599 0 0,1-1 1 0 0,0 1-1 0 0,1 0 0 0 0,-1 0 1 0 0,2 0-1 0 0,-1 0 1 0 0,9-11-1 0 0,-12 19-157 0 0,0 1 0 0 0,-1 0 0 0 0,1-1 0 0 0,0 1 0 0 0,-1-1 0 0 0,1 1 1 0 0,0 0-1 0 0,0 0 0 0 0,0-1 0 0 0,-1 1 0 0 0,1 0 0 0 0,0 0 0 0 0,0 0 0 0 0,0 0 0 0 0,-1 0 0 0 0,1 0 0 0 0,0 0 0 0 0,0 0 0 0 0,0 0 0 0 0,0 0 0 0 0,-1 1 0 0 0,1-1 0 0 0,0 0 0 0 0,0 1 1 0 0,-1-1-1 0 0,1 0 0 0 0,0 1 0 0 0,0-1 0 0 0,-1 1 0 0 0,1-1 0 0 0,-1 1 0 0 0,1-1 0 0 0,0 1 0 0 0,-1-1 0 0 0,1 1 0 0 0,-1 0 0 0 0,1-1 0 0 0,-1 1 0 0 0,0 0 0 0 0,1 0 0 0 0,21 30 269 0 0,-21-30-320 0 0,7 13-460 0 0,0-1-1 0 0,16 17 1 0 0,-2-9-6084 0 0</inkml:trace>
</inkml:ink>
</file>

<file path=ppt/ink/ink2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1.568"/>
    </inkml:context>
    <inkml:brush xml:id="br0">
      <inkml:brushProperty name="width" value="0.1" units="cm"/>
      <inkml:brushProperty name="height" value="0.1" units="cm"/>
    </inkml:brush>
  </inkml:definitions>
  <inkml:trace contextRef="#ctx0" brushRef="#br0">125 369 6913 0 0,'0'0'51'0'0,"0"0"0"0"0,0-1 0 0 0,0 1 0 0 0,0 0 0 0 0,0-1 0 0 0,0 1 0 0 0,0 0 0 0 0,0-1 0 0 0,0 1 0 0 0,0 0 0 0 0,0-1 0 0 0,0 1 0 0 0,0 0 0 0 0,-1-1 0 0 0,1 1 0 0 0,0 0 0 0 0,0 0 0 0 0,0-1 0 0 0,0 1 0 0 0,-1 0 0 0 0,1 0 0 0 0,0-1 0 0 0,0 1 0 0 0,0 0 0 0 0,-1 0 0 0 0,1-1 0 0 0,0 1-1 0 0,0 0 1 0 0,-1 0 0 0 0,1 0 0 0 0,0 0 0 0 0,-1-1 0 0 0,1 1 0 0 0,0 0 0 0 0,-1 0 0 0 0,1 0 0 0 0,0 0 0 0 0,-1 0 0 0 0,1 0 0 0 0,0 0 0 0 0,-1 0 0 0 0,-17 7 2346 0 0,-14 19 90 0 0,24-17-2083 0 0,0-1 0 0 0,1 1 1 0 0,1 1-1 0 0,0-1 0 0 0,0 1 1 0 0,-7 17-1 0 0,11-22-357 0 0,0 0 1 0 0,0 0-1 0 0,0 0 0 0 0,1 0 0 0 0,0 1 1 0 0,0-1-1 0 0,0 0 0 0 0,1 1 1 0 0,-1-1-1 0 0,1 1 0 0 0,1-1 0 0 0,-1 1 1 0 0,1-1-1 0 0,0 0 0 0 0,0 1 0 0 0,2 4 1 0 0,-3-9-62 0 0,0 0 1 0 0,1-1 0 0 0,-1 1-1 0 0,0 0 1 0 0,1 0 0 0 0,-1 0 0 0 0,1-1-1 0 0,-1 1 1 0 0,1 0 0 0 0,0-1-1 0 0,-1 1 1 0 0,1 0 0 0 0,0-1-1 0 0,-1 1 1 0 0,1-1 0 0 0,0 1-1 0 0,-1-1 1 0 0,1 0 0 0 0,0 1-1 0 0,0-1 1 0 0,0 0 0 0 0,-1 1-1 0 0,1-1 1 0 0,0 0 0 0 0,0 0-1 0 0,0 0 1 0 0,1 1 0 0 0,0-2-79 0 0,0 1 1 0 0,-1 0-1 0 0,1-1 1 0 0,0 0 0 0 0,0 1-1 0 0,0-1 1 0 0,-1 0-1 0 0,1 0 1 0 0,0 0-1 0 0,-1 0 1 0 0,4-2-1 0 0,1-3-453 0 0,0 0 0 0 0,0 0 0 0 0,-1 0 0 0 0,9-12 0 0 0,-7 7 29 0 0,-1-1-1 0 0,0 0 1 0 0,0 0 0 0 0,-1 0-1 0 0,-1 0 1 0 0,0-1-1 0 0,-1 0 1 0 0,0 0 0 0 0,-1 0-1 0 0,-1 0 1 0 0,1-22-1 0 0,-4 14 557 0 0,0-1 0 0 0,-1 1 0 0 0,-1 0 0 0 0,-1 0 0 0 0,-1 0 0 0 0,-12-28 0 0 0,0 4 1274 0 0,9 17 774 0 0,-2 2-1 0 0,-1-1 1 0 0,-24-31 3709 0 0,36 58-5730 0 0,-1 13 1336 0 0,3 15-1057 0 0,3-7-251 0 0,1-1 1 0 0,0-1 0 0 0,1 1-1 0 0,1-1 1 0 0,1 0 0 0 0,1-1-1 0 0,20 29 1 0 0,7 2 29 0 0,55 55 1 0 0,-23-27-258 0 0,-54-59-994 0 0,-1 1-1 0 0,20 37 1 0 0,-25-38-6201 0 0</inkml:trace>
</inkml:ink>
</file>

<file path=ppt/ink/ink2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2.300"/>
    </inkml:context>
    <inkml:brush xml:id="br0">
      <inkml:brushProperty name="width" value="0.1" units="cm"/>
      <inkml:brushProperty name="height" value="0.1" units="cm"/>
    </inkml:brush>
  </inkml:definitions>
  <inkml:trace contextRef="#ctx0" brushRef="#br0">34 119 6449 0 0,'-22'3'10546'0'0,"21"-1"-10245"0"0,0 1 27 0 0,-1 0 0 0 0,1 0-1 0 0,0 0 1 0 0,0 0 0 0 0,0 1 0 0 0,0-1-1 0 0,1 0 1 0 0,-1 5 0 0 0,0 9-197 0 0,1 0 0 0 0,2 22 0 0 0,-1-32-115 0 0,1-1 0 0 0,-1 0-1 0 0,1 0 1 0 0,0 0 0 0 0,0 0 0 0 0,1 0-1 0 0,-1-1 1 0 0,1 1 0 0 0,1-1 0 0 0,-1 1-1 0 0,1-1 1 0 0,0 0 0 0 0,0-1-1 0 0,0 1 1 0 0,10 7 0 0 0,-11-10-56 0 0,-1 0-1 0 0,1-1 1 0 0,-1 1-1 0 0,1-1 1 0 0,0 1-1 0 0,0-1 1 0 0,0 0 0 0 0,0 0-1 0 0,0-1 1 0 0,-1 1-1 0 0,1 0 1 0 0,1-1-1 0 0,-1 0 1 0 0,0 0 0 0 0,0 0-1 0 0,0 0 1 0 0,0 0-1 0 0,0 0 1 0 0,0-1 0 0 0,0 0-1 0 0,0 1 1 0 0,0-1-1 0 0,-1 0 1 0 0,1-1-1 0 0,0 1 1 0 0,0 0 0 0 0,-1-1-1 0 0,1 0 1 0 0,-1 1-1 0 0,1-1 1 0 0,-1 0-1 0 0,0 0 1 0 0,0 0 0 0 0,4-5-1 0 0,2-3 33 0 0,0-1-1 0 0,-1 0 1 0 0,0-1-1 0 0,0 0 1 0 0,-2 0-1 0 0,1 0 1 0 0,-2-1 0 0 0,1 0-1 0 0,2-15 1 0 0,14-38-972 0 0,-20 64 958 0 0,-1 1-1 0 0,1-1 1 0 0,0 0-1 0 0,-1 1 1 0 0,1-1 0 0 0,0 1-1 0 0,0-1 1 0 0,0 1-1 0 0,0-1 1 0 0,0 1 0 0 0,0 0-1 0 0,1-1 1 0 0,-1 1-1 0 0,0 0 1 0 0,1 0 0 0 0,-1 0-1 0 0,1 0 1 0 0,-1 0-1 0 0,1 0 1 0 0,-1 1 0 0 0,1-1-1 0 0,-1 0 1 0 0,1 1-1 0 0,0-1 1 0 0,0 1 0 0 0,-1 0-1 0 0,1-1 1 0 0,0 1-1 0 0,0 0 1 0 0,-1 0 0 0 0,1 0-1 0 0,0 0 1 0 0,0 1-1 0 0,-1-1 1 0 0,1 0 0 0 0,0 1-1 0 0,1 0 1 0 0,8 3 324 0 0,-1 1 1 0 0,0 0 0 0 0,0 1-1 0 0,-1 0 1 0 0,10 8 0 0 0,14 7 874 0 0,-27-18-1100 0 0,1 0 0 0 0,-1 0 0 0 0,0-1-1 0 0,1 0 1 0 0,0 0 0 0 0,-1-1 0 0 0,1 0 0 0 0,0 0 0 0 0,0 0 0 0 0,13-1 0 0 0,-18 0-77 0 0,0-1 0 0 0,1 1 0 0 0,-1-1 0 0 0,0 1 1 0 0,0-1-1 0 0,1 0 0 0 0,-1 0 0 0 0,0 1 0 0 0,0-2 0 0 0,0 1 0 0 0,0 0 0 0 0,0 0 1 0 0,0-1-1 0 0,0 1 0 0 0,-1-1 0 0 0,1 1 0 0 0,-1-1 0 0 0,1 0 0 0 0,-1 0 1 0 0,1 0-1 0 0,-1 1 0 0 0,0-1 0 0 0,0-1 0 0 0,0 1 0 0 0,0 0 0 0 0,0 0 0 0 0,0 0 1 0 0,-1 0-1 0 0,1-1 0 0 0,-1 1 0 0 0,1 0 0 0 0,-1-1 0 0 0,0 1 0 0 0,0 0 0 0 0,-1-4 1 0 0,-2-47-1164 0 0,0 30-2288 0 0,2 14 928 0 0,0-10-3623 0 0</inkml:trace>
</inkml:ink>
</file>

<file path=ppt/ink/ink2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2.488"/>
    </inkml:context>
    <inkml:brush xml:id="br0">
      <inkml:brushProperty name="width" value="0.1" units="cm"/>
      <inkml:brushProperty name="height" value="0.1" units="cm"/>
    </inkml:brush>
  </inkml:definitions>
  <inkml:trace contextRef="#ctx0" brushRef="#br0">1 0 6913 0 0,'1'1'152'0'0,"0"-1"-1"0"0,0 0 0 0 0,-1 1 1 0 0,1-1-1 0 0,0 1 0 0 0,0-1 1 0 0,0 1-1 0 0,-1-1 0 0 0,1 1 1 0 0,0 0-1 0 0,-1-1 0 0 0,1 1 0 0 0,0 0 1 0 0,-1 0-1 0 0,1-1 0 0 0,-1 1 1 0 0,1 0-1 0 0,-1 0 0 0 0,1 1 1 0 0,10 23 2145 0 0,-8-17-1286 0 0,16 38 2522 0 0,15 33-10 0 0,-24-60-4549 0 0,23 35 0 0 0,-29-50 98 0 0</inkml:trace>
</inkml:ink>
</file>

<file path=ppt/ink/ink2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2.664"/>
    </inkml:context>
    <inkml:brush xml:id="br0">
      <inkml:brushProperty name="width" value="0.1" units="cm"/>
      <inkml:brushProperty name="height" value="0.1" units="cm"/>
    </inkml:brush>
  </inkml:definitions>
  <inkml:trace contextRef="#ctx0" brushRef="#br0">28 4 13363 0 0,'-1'0'69'0'0,"0"-1"-1"0"0,1 1 1 0 0,-1-1 0 0 0,0 1 0 0 0,1 0 0 0 0,-1 0-1 0 0,0-1 1 0 0,0 1 0 0 0,1 0 0 0 0,-1 0-1 0 0,0 0 1 0 0,0 0 0 0 0,1 0 0 0 0,-1 0 0 0 0,0 0-1 0 0,0 0 1 0 0,1 0 0 0 0,-1 0 0 0 0,0 0-1 0 0,0 0 1 0 0,1 1 0 0 0,-1-1 0 0 0,0 0 0 0 0,0 1-1 0 0,1-1 1 0 0,-1 0 0 0 0,1 1 0 0 0,-1-1-1 0 0,0 1 1 0 0,1-1 0 0 0,-1 1 0 0 0,1-1 0 0 0,-1 1-1 0 0,1-1 1 0 0,-1 1 0 0 0,1 0 0 0 0,-1-1-1 0 0,1 1 1 0 0,0 0 0 0 0,-1-1 0 0 0,1 1-1 0 0,-1 1 1 0 0,1 2 25 0 0,0 0 0 0 0,0 0 1 0 0,1 0-1 0 0,-1 0 0 0 0,1 0 0 0 0,0-1 0 0 0,2 8 0 0 0,1 3-803 0 0,2 0 0 0 0,-1-1 0 0 0,2 0 0 0 0,-1 0-1 0 0,2 0 1 0 0,17 22 0 0 0,-9-15 667 0 0</inkml:trace>
</inkml:ink>
</file>

<file path=ppt/ink/ink2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3.076"/>
    </inkml:context>
    <inkml:brush xml:id="br0">
      <inkml:brushProperty name="width" value="0.1" units="cm"/>
      <inkml:brushProperty name="height" value="0.1" units="cm"/>
    </inkml:brush>
  </inkml:definitions>
  <inkml:trace contextRef="#ctx0" brushRef="#br0">240 359 8290 0 0,'0'-1'101'0'0,"0"-1"0"0"0,0 1 0 0 0,-1-1-1 0 0,1 1 1 0 0,-1-1 0 0 0,1 1 0 0 0,-1 0 0 0 0,0-1 0 0 0,1 1 0 0 0,-1 0 0 0 0,0 0 0 0 0,0-1 0 0 0,0 1 0 0 0,0 0 0 0 0,0 0-1 0 0,0 0 1 0 0,0 0 0 0 0,-1 0 0 0 0,1 0 0 0 0,0 0 0 0 0,0 1 0 0 0,-1-1 0 0 0,1 0 0 0 0,0 1 0 0 0,-1-1 0 0 0,1 1 0 0 0,-1-1-1 0 0,1 1 1 0 0,-1 0 0 0 0,1-1 0 0 0,-1 1 0 0 0,1 0 0 0 0,-1 0 0 0 0,1 0 0 0 0,-4 1 0 0 0,-2-1 257 0 0,0 0-1 0 0,-1 1 1 0 0,1 0 0 0 0,0 0 0 0 0,0 0-1 0 0,-9 4 1 0 0,6 0-154 0 0,0 0 0 0 0,1 1 0 0 0,-1 1 0 0 0,2-1 0 0 0,-1 1-1 0 0,1 1 1 0 0,0 0 0 0 0,0 0 0 0 0,1 0 0 0 0,0 1 0 0 0,0 0 0 0 0,1 1 0 0 0,0-1 0 0 0,1 1 0 0 0,0 0-1 0 0,1 0 1 0 0,-5 17 0 0 0,8-26-181 0 0,1 1-1 0 0,-1-1 1 0 0,1 1 0 0 0,-1 0-1 0 0,1-1 1 0 0,0 1 0 0 0,-1-1-1 0 0,1 1 1 0 0,0-1-1 0 0,0 1 1 0 0,0 0 0 0 0,1-1-1 0 0,-1 1 1 0 0,0-1 0 0 0,0 1-1 0 0,1-1 1 0 0,-1 1 0 0 0,1-1-1 0 0,0 1 1 0 0,-1-1-1 0 0,1 1 1 0 0,0-1 0 0 0,0 1-1 0 0,0-1 1 0 0,0 0 0 0 0,0 0-1 0 0,0 0 1 0 0,0 1-1 0 0,0-1 1 0 0,0 0 0 0 0,1 0-1 0 0,-1-1 1 0 0,0 1 0 0 0,1 0-1 0 0,-1 0 1 0 0,3 0-1 0 0,-1 0-59 0 0,-1-1-1 0 0,1 0 1 0 0,0 0-1 0 0,0 0 1 0 0,-1 0-1 0 0,1 0 1 0 0,0-1-1 0 0,-1 1 1 0 0,1-1-1 0 0,0 0 1 0 0,-1 0-1 0 0,1 0 1 0 0,-1 0-1 0 0,1 0 1 0 0,-1-1-1 0 0,0 1 1 0 0,1 0-1 0 0,-1-1 1 0 0,0 0-1 0 0,4-3 1 0 0,4-7-378 0 0,-1 1 0 0 0,0-1 1 0 0,0-1-1 0 0,-1 1 0 0 0,-1-2 0 0 0,0 1 1 0 0,-1-1-1 0 0,0 0 0 0 0,-1 0 1 0 0,-1 0-1 0 0,0-1 0 0 0,-1 1 1 0 0,-1-1-1 0 0,2-27 0 0 0,-3 8 299 0 0,-5-61 0 0 0,-13-28 3600 0 0,16 115-2948 0 0,1 5-188 0 0,-1 0 1 0 0,1-1 0 0 0,0 1-1 0 0,-1 0 1 0 0,0-1 0 0 0,0 1-1 0 0,0 0 1 0 0,0 0 0 0 0,0 0-1 0 0,-1 0 1 0 0,-2-4 0 0 0,4 10-70 0 0,0 1 0 0 0,-1-1 1 0 0,1 0-1 0 0,1 1 0 0 0,-1-1 1 0 0,0 0-1 0 0,1 0 0 0 0,0 4 0 0 0,6 14-138 0 0,0-1 0 0 0,2 1-1 0 0,0-2 1 0 0,1 1 0 0 0,1-1-1 0 0,0-1 1 0 0,24 29-1 0 0,10 3-206 0 0,58 51 0 0 0,-10-11-2025 0 0,-74-70-5571 0 0</inkml:trace>
</inkml:ink>
</file>

<file path=ppt/ink/ink2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3.349"/>
    </inkml:context>
    <inkml:brush xml:id="br0">
      <inkml:brushProperty name="width" value="0.1" units="cm"/>
      <inkml:brushProperty name="height" value="0.1" units="cm"/>
    </inkml:brush>
  </inkml:definitions>
  <inkml:trace contextRef="#ctx0" brushRef="#br0">1 0 7834 0 0,'19'30'5141'0'0,"21"37"-327"0"0,30 48-1386 0 0,47 50-3008 0 0,-84-121-2211 0 0,-9-11-1958 0 0,1-3-3562 0 0,-17-22 4558 0 0</inkml:trace>
</inkml:ink>
</file>

<file path=ppt/ink/ink2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3.755"/>
    </inkml:context>
    <inkml:brush xml:id="br0">
      <inkml:brushProperty name="width" value="0.1" units="cm"/>
      <inkml:brushProperty name="height" value="0.1" units="cm"/>
    </inkml:brush>
  </inkml:definitions>
  <inkml:trace contextRef="#ctx0" brushRef="#br0">0 332 6449 0 0,'1'-2'73'0'0,"-1"0"0"0"0,1 1 0 0 0,-1-1-1 0 0,1 0 1 0 0,0 1 0 0 0,0-1 0 0 0,-1 0-1 0 0,1 1 1 0 0,0-1 0 0 0,1 1 0 0 0,-1-1-1 0 0,0 1 1 0 0,0 0 0 0 0,1-1 0 0 0,1 0-1 0 0,28-23 1062 0 0,-17 15-719 0 0,43-42 2197 0 0,89-104 0 0 0,-99 102 232 0 0,-47 54-2801 0 0,0-1-1 0 0,1 1 0 0 0,-1-1 0 0 0,0 0 1 0 0,1 1-1 0 0,-1 0 0 0 0,1-1 0 0 0,-1 1 1 0 0,0-1-1 0 0,1 1 0 0 0,-1-1 0 0 0,1 1 1 0 0,-1 0-1 0 0,1 0 0 0 0,0-1 0 0 0,-1 1 1 0 0,1 0-1 0 0,-1 0 0 0 0,1-1 0 0 0,-1 1 1 0 0,1 0-1 0 0,0 0 0 0 0,-1 0 0 0 0,1 0 1 0 0,-1 0-1 0 0,1 0 0 0 0,0 0 0 0 0,-1 0 1 0 0,1 0-1 0 0,-1 0 0 0 0,1 0 0 0 0,0 0 1 0 0,-1 1-1 0 0,1-1 0 0 0,-1 0 0 0 0,1 0 1 0 0,-1 1-1 0 0,1-1 0 0 0,0 0 0 0 0,-1 1 1 0 0,0-1-1 0 0,1 0 0 0 0,-1 1 0 0 0,1-1 1 0 0,-1 1-1 0 0,1-1 0 0 0,-1 1 0 0 0,0-1 1 0 0,1 1-1 0 0,-1-1 0 0 0,0 1 0 0 0,1-1 1 0 0,-1 1-1 0 0,0-1 0 0 0,0 1 1 0 0,0 0-1 0 0,0-1 0 0 0,1 1 0 0 0,-1-1 1 0 0,0 1-1 0 0,0 1 0 0 0,9 49 153 0 0,-7-36-6 0 0,19 72 0 0 0,-18-77-211 0 0,0-1 0 0 0,1 0 0 0 0,0 0 0 0 0,0 0 0 0 0,1-1 0 0 0,1 0 0 0 0,6 9 0 0 0,-11-16 27 0 0,-1 0 0 0 0,1-1 0 0 0,-1 1 0 0 0,1 0 0 0 0,0-1 1 0 0,-1 1-1 0 0,1-1 0 0 0,0 1 0 0 0,-1-1 0 0 0,1 1 0 0 0,0-1 0 0 0,0 1 0 0 0,-1-1 0 0 0,1 0 0 0 0,0 0 0 0 0,0 1 1 0 0,0-1-1 0 0,0 0 0 0 0,-1 0 0 0 0,1 0 0 0 0,0 0 0 0 0,0 0 0 0 0,0 0 0 0 0,0 0 0 0 0,1 0 0 0 0,-1-1 21 0 0,1 0 0 0 0,-1 1 0 0 0,1-1 0 0 0,-1 0 0 0 0,0 0 0 0 0,0 0 0 0 0,1 0 0 0 0,-1 0 0 0 0,0 0 0 0 0,0-1 0 0 0,0 1 0 0 0,0 0 0 0 0,1-2 0 0 0,3-7 156 0 0,0 0 0 0 0,0-1 0 0 0,4-14 0 0 0,-5 13-128 0 0,-1 5-23 0 0,0 0 1 0 0,1 0 0 0 0,0 0 0 0 0,0 0 0 0 0,0 0 0 0 0,1 1 0 0 0,0 0 0 0 0,0 0 0 0 0,1 0 0 0 0,7-6-1 0 0,-10 10-18 0 0,-1 0 0 0 0,1 1 0 0 0,0-1 0 0 0,0 1-1 0 0,0 0 1 0 0,1 0 0 0 0,-1 0 0 0 0,0 0 0 0 0,0 0-1 0 0,1 0 1 0 0,-1 1 0 0 0,0 0 0 0 0,1 0-1 0 0,-1 0 1 0 0,0 0 0 0 0,1 0 0 0 0,-1 1 0 0 0,0-1-1 0 0,0 1 1 0 0,1 0 0 0 0,-1 0 0 0 0,0 0 0 0 0,0 0-1 0 0,0 1 1 0 0,0-1 0 0 0,5 4 0 0 0,53 36 493 0 0,-45-29-721 0 0,1 0 1 0 0,0-1 0 0 0,0-2 0 0 0,1 1 0 0 0,1-2-1 0 0,19 6 1 0 0,-14-8-7402 0 0</inkml:trace>
</inkml:ink>
</file>

<file path=ppt/ink/ink2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4.995"/>
    </inkml:context>
    <inkml:brush xml:id="br0">
      <inkml:brushProperty name="width" value="0.1" units="cm"/>
      <inkml:brushProperty name="height" value="0.1" units="cm"/>
    </inkml:brush>
  </inkml:definitions>
  <inkml:trace contextRef="#ctx0" brushRef="#br0">1804 0 6913 0 0,'1'3'4773'0'0,"-9"7"-3058"0"0,-14 14-809 0 0,-74 76 543 0 0,5 3-1 0 0,-77 117 1 0 0,82-106-962 0 0,-130 200-744 0 0,61-83 1 0 0,-20-4-1191 0 0,41-55 743 0 0,-230 262 2297 0 0,335-402-1194 0 0,3 2-1 0 0,0 0 0 0 0,3 2 1 0 0,1 1-1 0 0,1 1 0 0 0,-27 70 1 0 0,-46 116 1421 0 0,93-219-2562 0 0</inkml:trace>
</inkml:ink>
</file>

<file path=ppt/ink/ink2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5.459"/>
    </inkml:context>
    <inkml:brush xml:id="br0">
      <inkml:brushProperty name="width" value="0.1" units="cm"/>
      <inkml:brushProperty name="height" value="0.1" units="cm"/>
    </inkml:brush>
  </inkml:definitions>
  <inkml:trace contextRef="#ctx0" brushRef="#br0">75 44 1696 0 0,'-2'-1'230'0'0,"1"1"-1"0"0,0-1 0 0 0,0 0 1 0 0,-1 0-1 0 0,1 0 1 0 0,0 1-1 0 0,0-1 0 0 0,0 0 1 0 0,0 0-1 0 0,0-1 0 0 0,1 1 1 0 0,-1 0-1 0 0,0 0 1 0 0,0 0-1 0 0,1-1 0 0 0,-1 1 1 0 0,1 0-1 0 0,-1 0 0 0 0,-15-24 10327 0 0,7 50-10070 0 0,1 0-1 0 0,1 1 1 0 0,2 0 0 0 0,0 0-1 0 0,2 0 1 0 0,-1 42 0 0 0,4-54-295 0 0,0 0 0 0 0,1 0 0 0 0,1 0 1 0 0,0 0-1 0 0,1-1 0 0 0,7 22 1 0 0,-9-32-119 0 0,0-1 0 0 0,1 1 1 0 0,-1 0-1 0 0,1-1 0 0 0,-1 1 1 0 0,1-1-1 0 0,0 1 0 0 0,0-1 0 0 0,0 0 1 0 0,0 0-1 0 0,1 0 0 0 0,-1 0 1 0 0,0 0-1 0 0,1 0 0 0 0,3 1 1 0 0,-3-2-38 0 0,0 0 0 0 0,0 0 0 0 0,0-1 0 0 0,0 1 1 0 0,1-1-1 0 0,-1 0 0 0 0,0 0 0 0 0,0 0 0 0 0,0 0 0 0 0,1-1 1 0 0,-1 1-1 0 0,0-1 0 0 0,0 0 0 0 0,0 0 0 0 0,0 0 1 0 0,0 0-1 0 0,4-3 0 0 0,14-7 11 0 0,-1 0-1 0 0,-1-2 1 0 0,21-17-1 0 0,19-13-597 0 0,-14 15-1535 0 0,-22 16-5385 0 0</inkml:trace>
</inkml:ink>
</file>

<file path=ppt/ink/ink2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6.361"/>
    </inkml:context>
    <inkml:brush xml:id="br0">
      <inkml:brushProperty name="width" value="0.1" units="cm"/>
      <inkml:brushProperty name="height" value="0.1" units="cm"/>
    </inkml:brush>
  </inkml:definitions>
  <inkml:trace contextRef="#ctx0" brushRef="#br0">0 29 10594 0 0,'9'26'6730'0'0,"15"41"-6018"0"0,-13-41-273 0 0,1 0 1 0 0,1-1-1 0 0,22 32 1 0 0,-28-47-416 0 0,1-1 0 0 0,-1 0 1 0 0,1 0-1 0 0,1 0 0 0 0,0-1 0 0 0,0-1 0 0 0,0 1 1 0 0,1-2-1 0 0,0 1 0 0 0,19 8 0 0 0,-27-14-24 0 0,0 0-1 0 0,1-1 1 0 0,-1 1-1 0 0,1 0 1 0 0,-1-1-1 0 0,1 1 1 0 0,-1-1-1 0 0,1 0 1 0 0,-1 0-1 0 0,1 0 1 0 0,-1 0-1 0 0,1-1 1 0 0,-1 1-1 0 0,1 0 1 0 0,-1-1-1 0 0,1 0 1 0 0,-1 0-1 0 0,0 0 1 0 0,4-1-1 0 0,-2-1-22 0 0,0 1-1 0 0,0-1 1 0 0,-1-1 0 0 0,1 1-1 0 0,-1 0 1 0 0,0-1-1 0 0,1 1 1 0 0,-1-1 0 0 0,3-7-1 0 0,3-4-96 0 0,-2-1 1 0 0,0 0-1 0 0,-1 0 0 0 0,7-29 0 0 0,-3-5 949 0 0,6-79 0 0 0,-15 121-579 0 0,-1 7-205 0 0,0 1 0 0 0,0-1 1 0 0,0 1-1 0 0,0-1 1 0 0,0 0-1 0 0,0 1 0 0 0,0-1 1 0 0,0 1-1 0 0,0-1 1 0 0,0 1-1 0 0,1-1 0 0 0,-1 0 1 0 0,0 1-1 0 0,0-1 1 0 0,1 1-1 0 0,-1-1 0 0 0,0 1 1 0 0,1-1-1 0 0,-1 1 1 0 0,1 0-1 0 0,-1-1 0 0 0,0 1 1 0 0,1-1-1 0 0,-1 1 1 0 0,1 0-1 0 0,-1-1 0 0 0,1 1 1 0 0,-1 0-1 0 0,1 0 1 0 0,-1-1-1 0 0,1 1 0 0 0,0 0 1 0 0,0 0-1 0 0,1 0-1 0 0,0 0 0 0 0,0 0 0 0 0,0 1 0 0 0,0-1 0 0 0,-1 1 0 0 0,1 0-1 0 0,0-1 1 0 0,0 1 0 0 0,-1 0 0 0 0,1 0 0 0 0,2 1 0 0 0,46 39 12 0 0,-42-33 154 0 0,23 20-833 0 0,-19-16 821 0 0,0-1 1 0 0,0-1-1 0 0,1 0 0 0 0,0 0 0 0 0,22 11 0 0 0,-30-19-420 0 0,-1-1-1 0 0,1 1 0 0 0,-1-1 0 0 0,1 0 0 0 0,-1 0 1 0 0,1 0-1 0 0,0-1 0 0 0,0 1 0 0 0,8-2 0 0 0,-8 1-445 0 0,0-1 1 0 0,0 0-1 0 0,0-1 0 0 0,1 1 0 0 0,-1-1 0 0 0,-1 0 0 0 0,1-1 0 0 0,0 1 0 0 0,-1-1 0 0 0,7-4 0 0 0</inkml:trace>
</inkml:ink>
</file>

<file path=ppt/ink/ink2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6.884"/>
    </inkml:context>
    <inkml:brush xml:id="br0">
      <inkml:brushProperty name="width" value="0.1" units="cm"/>
      <inkml:brushProperty name="height" value="0.1" units="cm"/>
    </inkml:brush>
  </inkml:definitions>
  <inkml:trace contextRef="#ctx0" brushRef="#br0">1 37 456 0 0,'1'-14'16914'0'0,"7"21"-16516"0"0,0 0-1 0 0,0 0 0 0 0,-1 1 0 0 0,0 0 0 0 0,-1 0 1 0 0,1 1-1 0 0,9 17 0 0 0,34 79 360 0 0,-30-61-721 0 0,-17-39-40 0 0,7 14 12 0 0,-4-20-17 0 0,0-11-30 0 0,2-17-773 0 0,6-36 0 0 0,-12 46 1031 0 0,2 1 1 0 0,0-1-1 0 0,1 1 0 0 0,1 0 1 0 0,1 0-1 0 0,10-19 1 0 0,-17 36-187 0 0,1-1 0 0 0,0 1 0 0 0,0 0 0 0 0,-1-1 1 0 0,1 1-1 0 0,0 0 0 0 0,0 0 0 0 0,0 0 0 0 0,0 0 1 0 0,0 0-1 0 0,1 0 0 0 0,-1 0 0 0 0,0 0 0 0 0,0 0 1 0 0,1 0-1 0 0,-1 1 0 0 0,0-1 0 0 0,1 0 1 0 0,-1 1-1 0 0,1 0 0 0 0,-1-1 0 0 0,1 1 0 0 0,-1 0 1 0 0,1-1-1 0 0,-1 1 0 0 0,1 0 0 0 0,-1 0 0 0 0,1 0 1 0 0,-1 1-1 0 0,1-1 0 0 0,-1 0 0 0 0,1 0 1 0 0,-1 1-1 0 0,1-1 0 0 0,-1 1 0 0 0,0-1 0 0 0,1 1 1 0 0,-1 0-1 0 0,0 0 0 0 0,1-1 0 0 0,-1 1 0 0 0,0 0 1 0 0,0 0-1 0 0,0 0 0 0 0,0 0 0 0 0,2 2 0 0 0,6 7-23 0 0,1 0-1 0 0,-2 0 0 0 0,0 1 0 0 0,9 14 0 0 0,-8-12 22 0 0,-2-2-267 0 0,1-1 1 0 0,1 0-1 0 0,-1-1 0 0 0,17 14 0 0 0,4-3-3917 0 0</inkml:trace>
</inkml:ink>
</file>

<file path=ppt/ink/ink2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7.029"/>
    </inkml:context>
    <inkml:brush xml:id="br0">
      <inkml:brushProperty name="width" value="0.1" units="cm"/>
      <inkml:brushProperty name="height" value="0.1" units="cm"/>
    </inkml:brush>
  </inkml:definitions>
  <inkml:trace contextRef="#ctx0" brushRef="#br0">1 37 1376 0 0,'0'-2'323'0'0,"0"1"1"0"0,0-1-1 0 0,0 1 0 0 0,0-1 0 0 0,1 0 0 0 0,-1 1 0 0 0,1-1 1 0 0,-1 1-1 0 0,1-1 0 0 0,0 1 0 0 0,-1-1 0 0 0,1 1 0 0 0,0 0 1 0 0,0-1-1 0 0,0 1 0 0 0,0 0 0 0 0,0-1 0 0 0,0 1 0 0 0,0 0 1 0 0,0 0-1 0 0,1 0 0 0 0,-1 0 0 0 0,2-1 0 0 0,-1 2-131 0 0,-1-1 0 0 0,0 1-1 0 0,0 0 1 0 0,0-1-1 0 0,0 1 1 0 0,0 0 0 0 0,0 0-1 0 0,1 0 1 0 0,-1 0 0 0 0,0 0-1 0 0,0 0 1 0 0,0 0-1 0 0,0 0 1 0 0,0 0 0 0 0,1 1-1 0 0,-1-1 1 0 0,0 0-1 0 0,0 1 1 0 0,0-1 0 0 0,0 1-1 0 0,0-1 1 0 0,0 1 0 0 0,0 0-1 0 0,0-1 1 0 0,0 1-1 0 0,0 0 1 0 0,-1 0 0 0 0,1 0-1 0 0,0 0 1 0 0,0-1 0 0 0,-1 1-1 0 0,1 0 1 0 0,0 2-1 0 0,33 58 2871 0 0,-26-44-3568 0 0,1 0 0 0 0,17 24-1 0 0</inkml:trace>
</inkml:ink>
</file>

<file path=ppt/ink/ink2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7.232"/>
    </inkml:context>
    <inkml:brush xml:id="br0">
      <inkml:brushProperty name="width" value="0.1" units="cm"/>
      <inkml:brushProperty name="height" value="0.1" units="cm"/>
    </inkml:brush>
  </inkml:definitions>
  <inkml:trace contextRef="#ctx0" brushRef="#br0">13 47 13827 0 0,'-2'-12'466'0'0,"-9"-22"1062"0"0,14 82 1146 0 0,9-9-3787 0 0,-5-22-1336 0 0,2-1 1 0 0,0 0-1 0 0,11 15 1 0 0,-18-27 2223 0 0,6 8 32 0 0</inkml:trace>
</inkml:ink>
</file>

<file path=ppt/ink/ink2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7.439"/>
    </inkml:context>
    <inkml:brush xml:id="br0">
      <inkml:brushProperty name="width" value="0.1" units="cm"/>
      <inkml:brushProperty name="height" value="0.1" units="cm"/>
    </inkml:brush>
  </inkml:definitions>
  <inkml:trace contextRef="#ctx0" brushRef="#br0">7 3 4145 0 0,'-7'-3'10924'0'0,"8"5"-10821"0"0,-1 0 1 0 0,1-1 0 0 0,0 1 0 0 0,0 0 0 0 0,-1-1-1 0 0,1 1 1 0 0,0-1 0 0 0,0 1 0 0 0,1-1 0 0 0,-1 0 0 0 0,0 0-1 0 0,2 2 1 0 0,1 1 119 0 0,19 34 1145 0 0,-1 1 1 0 0,20 50-1 0 0,-22-45-1111 0 0,36 59 1 0 0,-32-62-1427 0 0,-12-21-15 0 0</inkml:trace>
</inkml:ink>
</file>

<file path=ppt/ink/ink2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7.629"/>
    </inkml:context>
    <inkml:brush xml:id="br0">
      <inkml:brushProperty name="width" value="0.1" units="cm"/>
      <inkml:brushProperty name="height" value="0.1" units="cm"/>
    </inkml:brush>
  </inkml:definitions>
  <inkml:trace contextRef="#ctx0" brushRef="#br0">15 103 10594 0 0,'-1'0'109'0'0,"1"0"-1"0"0,-1 0 1 0 0,0 0 0 0 0,1 0-1 0 0,-1 0 1 0 0,1 0 0 0 0,-1 0-1 0 0,0 0 1 0 0,1-1-1 0 0,-1 1 1 0 0,1 0 0 0 0,-1 0-1 0 0,1-1 1 0 0,-1 1 0 0 0,1 0-1 0 0,-1-1 1 0 0,1 1-1 0 0,-1-1 1 0 0,1 1 0 0 0,0-1-1 0 0,-1 1 1 0 0,1 0-1 0 0,0-1 1 0 0,-1 0 0 0 0,1 1-1 0 0,0-1 1 0 0,-1 1 0 0 0,1-1-1 0 0,0 1 1 0 0,0-1-1 0 0,0 1 1 0 0,0-1 0 0 0,0 0-1 0 0,-1 1 1 0 0,1-1-1 0 0,0 1 1 0 0,1-2 0 0 0,-1 0 33 0 0,1 0 1 0 0,0 0-1 0 0,0 0 0 0 0,0 1 1 0 0,0-1-1 0 0,0 0 1 0 0,1 0-1 0 0,-1 1 1 0 0,1-1-1 0 0,2-2 1 0 0,4-3-451 0 0,1 0 0 0 0,0 1 0 0 0,15-9 0 0 0,-11 9-1175 0 0,0 1 0 0 0,0 1 0 0 0,1 0 1 0 0,-1 0-1 0 0,28-2 0 0 0,-20 4 724 0 0</inkml:trace>
</inkml:ink>
</file>

<file path=ppt/ink/ink2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5.697"/>
    </inkml:context>
    <inkml:brush xml:id="br0">
      <inkml:brushProperty name="width" value="0.1" units="cm"/>
      <inkml:brushProperty name="height" value="0.1" units="cm"/>
    </inkml:brush>
  </inkml:definitions>
  <inkml:trace contextRef="#ctx0" brushRef="#br0">301 25 8290 0 0,'-3'-2'398'0'0,"0"-1"0"0"0,0 1 0 0 0,0 0 1 0 0,-1 0-1 0 0,1 0 0 0 0,0 0 0 0 0,-1 1 1 0 0,1 0-1 0 0,-1-1 0 0 0,0 1 0 0 0,-5-1 0 0 0,3 1-193 0 0,0 1 0 0 0,0-1 0 0 0,0 1 0 0 0,0 0 0 0 0,0 0 0 0 0,0 1 0 0 0,0-1 0 0 0,0 2 0 0 0,0-1 0 0 0,-9 4 0 0 0,4 0-25 0 0,1 1 0 0 0,0 0 0 0 0,0 1 0 0 0,1 0 0 0 0,0 1 0 0 0,0 0 0 0 0,1 0 0 0 0,0 1 1 0 0,0 0-1 0 0,1 1 0 0 0,0-1 0 0 0,1 1 0 0 0,-10 20 0 0 0,7-10 60 0 0,0 0 0 0 0,2 0 0 0 0,0 0 0 0 0,1 1 0 0 0,2 0 0 0 0,-5 39 0 0 0,8-50-144 0 0,1 1 1 0 0,0 0-1 0 0,1 0 0 0 0,0 0 0 0 0,1 0 0 0 0,0 0 0 0 0,0-1 1 0 0,1 1-1 0 0,1-1 0 0 0,0 0 0 0 0,0 1 0 0 0,1-2 1 0 0,10 17-1 0 0,-10-19-59 0 0,0-1 1 0 0,0 0-1 0 0,1-1 0 0 0,0 1 1 0 0,0-1-1 0 0,0 0 1 0 0,0-1-1 0 0,1 1 1 0 0,0-1-1 0 0,0 0 0 0 0,0-1 1 0 0,0 0-1 0 0,0 0 1 0 0,1-1-1 0 0,-1 1 1 0 0,1-2-1 0 0,0 1 0 0 0,0-1 1 0 0,13 0-1 0 0,-6-1-256 0 0,-1-1 0 0 0,1 0 0 0 0,0-2 0 0 0,-1 0 0 0 0,0 0 0 0 0,0-1 0 0 0,0-1 0 0 0,0 0 0 0 0,-1-1 0 0 0,0-1 0 0 0,15-8 0 0 0,-2-3-1417 0 0,0-1 0 0 0,0-1 0 0 0,-2-1-1 0 0,23-25 1 0 0,-33 30 308 0 0</inkml:trace>
</inkml:ink>
</file>

<file path=ppt/ink/ink2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6.299"/>
    </inkml:context>
    <inkml:brush xml:id="br0">
      <inkml:brushProperty name="width" value="0.1" units="cm"/>
      <inkml:brushProperty name="height" value="0.1" units="cm"/>
    </inkml:brush>
  </inkml:definitions>
  <inkml:trace contextRef="#ctx0" brushRef="#br0">8 58 8290 0 0,'-1'-1'268'0'0,"0"0"0"0"0,0 0 1 0 0,1 0-1 0 0,-1 1 0 0 0,1-1 0 0 0,-1 0 1 0 0,1 0-1 0 0,-1-1 0 0 0,1 1 0 0 0,-1 0 1 0 0,1 0-1 0 0,0 0 0 0 0,0 0 0 0 0,0 0 1 0 0,-1 0-1 0 0,1 0 0 0 0,0 0 0 0 0,7-8 3415 0 0,4 20-2528 0 0,17 39 56 0 0,-19-33-900 0 0,0-1 1 0 0,2 0-1 0 0,18 24 0 0 0,-20-30-308 0 0,1 1-1 0 0,0-2 1 0 0,0 1-1 0 0,1-1 1 0 0,17 11-1 0 0,-26-19-91 0 0,0 0 0 0 0,1 0 0 0 0,-1 0-1 0 0,0 0 1 0 0,0 0 0 0 0,1 0 0 0 0,-1 0-1 0 0,1-1 1 0 0,-1 1 0 0 0,0-1 0 0 0,1 0 0 0 0,-1 1-1 0 0,1-1 1 0 0,-1-1 0 0 0,1 1 0 0 0,-1 0-1 0 0,1 0 1 0 0,-1-1 0 0 0,0 1 0 0 0,1-1 0 0 0,-1 0-1 0 0,0 0 1 0 0,1 0 0 0 0,-1 0 0 0 0,0 0-1 0 0,0-1 1 0 0,0 1 0 0 0,0 0 0 0 0,0-1 0 0 0,0 0-1 0 0,0 1 1 0 0,-1-1 0 0 0,1 0 0 0 0,0 0 0 0 0,-1 0-1 0 0,0 0 1 0 0,1 0 0 0 0,1-4 0 0 0,6-13 148 0 0,-1 0 0 0 0,0-1 0 0 0,-1 0 0 0 0,-2 0 0 0 0,0 0 1 0 0,-1-1-1 0 0,2-23 0 0 0,-2 21 561 0 0,-5 22-553 0 0,1 0 1 0 0,0 1-1 0 0,0-1 0 0 0,0 0 0 0 0,0 0 0 0 0,0 1 1 0 0,1-1-1 0 0,-1 0 0 0 0,0 1 0 0 0,0-1 1 0 0,0 0-1 0 0,1 0 0 0 0,-1 1 0 0 0,0-1 0 0 0,1 1 1 0 0,-1-1-1 0 0,0 0 0 0 0,1 1 0 0 0,-1-1 0 0 0,1 1 1 0 0,-1-1-1 0 0,1 1 0 0 0,-1-1 0 0 0,1 1 1 0 0,0-1-1 0 0,-1 1 0 0 0,1-1 0 0 0,-1 1 0 0 0,1 0 1 0 0,1-1-1 0 0,-1 1 4 0 0,0 1 0 0 0,0-1 0 0 0,0 1 0 0 0,0-1 0 0 0,0 1 0 0 0,0 0 0 0 0,0-1 0 0 0,0 1 0 0 0,0 0 0 0 0,0 0 0 0 0,0 0 0 0 0,0-1 0 0 0,-1 1 0 0 0,1 0 0 0 0,1 2 0 0 0,24 45 649 0 0,-19-29-675 0 0,31 72 482 0 0,-33-81-848 0 0,1 0-1 0 0,0 0 1 0 0,1 0 0 0 0,0-1 0 0 0,0 0 0 0 0,13 12-1 0 0,-3-12-4537 0 0</inkml:trace>
</inkml:ink>
</file>

<file path=ppt/ink/ink2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6.641"/>
    </inkml:context>
    <inkml:brush xml:id="br0">
      <inkml:brushProperty name="width" value="0.1" units="cm"/>
      <inkml:brushProperty name="height" value="0.1" units="cm"/>
    </inkml:brush>
  </inkml:definitions>
  <inkml:trace contextRef="#ctx0" brushRef="#br0">5 139 2304 0 0,'0'-1'118'0'0,"0"1"-1"0"0,-3-2 820 0 0,3 2-820 0 0,0 0 0 0 0,0 0 0 0 0,0-1 0 0 0,0 1 1 0 0,-1 0-1 0 0,1-1 0 0 0,0 1 0 0 0,0 0 0 0 0,0-1 0 0 0,0 1 0 0 0,0 0 1 0 0,0-1-1 0 0,0 1 0 0 0,0 0 0 0 0,0-1 0 0 0,0 1 0 0 0,0 0 0 0 0,0-1 1 0 0,0 1-1 0 0,0 0 0 0 0,0-1 0 0 0,0 1 0 0 0,0-1 0 0 0,0 1 0 0 0,0-1 1 0 0,14-2 3114 0 0,20 8-655 0 0,-27-2-2196 0 0,0 1 1 0 0,0 0-1 0 0,0 0 1 0 0,0 0-1 0 0,-1 1 1 0 0,0 0 0 0 0,0 0-1 0 0,0 1 1 0 0,-1 0-1 0 0,0 0 1 0 0,8 11-1 0 0,-6-6-45 0 0,0 0-1 0 0,-1 0 0 0 0,-1 1 0 0 0,0 0 1 0 0,0 0-1 0 0,4 19 0 0 0,-10-19 1878 0 0,-5-35-914 0 0,4-6-1404 0 0,0 0 1 0 0,3 0 0 0 0,6-49-1 0 0,-4 59-946 0 0,1 1-1 0 0,0 0 1 0 0,1 1-1 0 0,9-19 1 0 0,-7 22-719 0 0</inkml:trace>
</inkml:ink>
</file>

<file path=ppt/ink/ink2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7.134"/>
    </inkml:context>
    <inkml:brush xml:id="br0">
      <inkml:brushProperty name="width" value="0.1" units="cm"/>
      <inkml:brushProperty name="height" value="0.1" units="cm"/>
    </inkml:brush>
  </inkml:definitions>
  <inkml:trace contextRef="#ctx0" brushRef="#br0">1 187 6913 0 0,'1'-2'329'0'0,"0"0"-1"0"0,-1 0 0 0 0,2 0 0 0 0,-1 0 0 0 0,0 1 0 0 0,0-1 0 0 0,0 0 0 0 0,1 1 0 0 0,-1-1 0 0 0,1 1 0 0 0,0-1 0 0 0,-1 1 0 0 0,1 0 0 0 0,0 0 0 0 0,3-2 0 0 0,31-17 5016 0 0,-34 20-5187 0 0,0-1 0 0 0,0 1 0 0 0,0 0 0 0 0,1 0 0 0 0,-1 0 0 0 0,0 0-1 0 0,0 0 1 0 0,0 0 0 0 0,1 0 0 0 0,-1 1 0 0 0,0-1 0 0 0,0 1 0 0 0,0 0 0 0 0,0 0-1 0 0,0-1 1 0 0,0 1 0 0 0,0 1 0 0 0,0-1 0 0 0,0 0 0 0 0,0 0 0 0 0,-1 1-1 0 0,1-1 1 0 0,0 1 0 0 0,-1-1 0 0 0,1 1 0 0 0,0 2 0 0 0,7 6-1 0 0,-1 0 0 0 0,14 22 0 0 0,-22-31-124 0 0,93 177 43 0 0,-93-178-72 0 0,0 1-1 0 0,0-1 1 0 0,1 0 0 0 0,-1 1 0 0 0,0-1 0 0 0,0 0 0 0 0,0 1-1 0 0,0-1 1 0 0,0 1 0 0 0,1-1 0 0 0,-1 0 0 0 0,0 1 0 0 0,0-1-1 0 0,0 0 1 0 0,1 0 0 0 0,-1 1 0 0 0,0-1 0 0 0,1 0 0 0 0,-1 1-1 0 0,0-1 1 0 0,1 0 0 0 0,-1 0 0 0 0,0 0 0 0 0,1 1 0 0 0,-1-1 0 0 0,0 0-1 0 0,1 0 1 0 0,-1 0 0 0 0,1 0 0 0 0,-1 0 0 0 0,6-11 204 0 0,-1-31 232 0 0,-3 30-373 0 0,2-14-264 0 0,1 1 0 0 0,2-1-1 0 0,1 1 1 0 0,0 1 0 0 0,2 0 0 0 0,1 0 0 0 0,1 1 0 0 0,1 0 0 0 0,1 1-1 0 0,0 1 1 0 0,30-32 0 0 0,-31 42-949 0 0,0 3-249 0 0</inkml:trace>
</inkml:ink>
</file>

<file path=ppt/ink/ink2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7.879"/>
    </inkml:context>
    <inkml:brush xml:id="br0">
      <inkml:brushProperty name="width" value="0.1" units="cm"/>
      <inkml:brushProperty name="height" value="0.1" units="cm"/>
    </inkml:brush>
  </inkml:definitions>
  <inkml:trace contextRef="#ctx0" brushRef="#br0">5 193 7370 0 0,'-1'0'70'0'0,"1"1"1"0"0,0-1 0 0 0,-1 1 0 0 0,1 0-1 0 0,-1-1 1 0 0,1 1 0 0 0,0 0 0 0 0,0 0 0 0 0,-1-1-1 0 0,1 1 1 0 0,0 0 0 0 0,0 0 0 0 0,0-1-1 0 0,0 1 1 0 0,0 0 0 0 0,0 0 0 0 0,0 0 0 0 0,0-1-1 0 0,0 1 1 0 0,0 0 0 0 0,0 0 0 0 0,0-1-1 0 0,1 1 1 0 0,-1 0 0 0 0,0 0 0 0 0,1-1 0 0 0,-1 1-1 0 0,0 0 1 0 0,1-1 0 0 0,-1 1 0 0 0,1-1-1 0 0,-1 1 1 0 0,1 0 0 0 0,-1-1 0 0 0,1 1 0 0 0,-1-1-1 0 0,1 1 1 0 0,0-1 0 0 0,-1 0 0 0 0,1 1-1 0 0,0-1 1 0 0,-1 1 0 0 0,1-1 0 0 0,0 0 0 0 0,0 0-1 0 0,-1 0 1 0 0,1 1 0 0 0,1-1 0 0 0,0 0 137 0 0,0 0 0 0 0,0 0 0 0 0,0 0 0 0 0,1-1 0 0 0,-1 1 1 0 0,0 0-1 0 0,0-1 0 0 0,0 0 0 0 0,0 1 0 0 0,0-1 0 0 0,0 0 1 0 0,0 0-1 0 0,0 0 0 0 0,0 0 0 0 0,-1-1 0 0 0,4-2 0 0 0,3-4-58 0 0,-1-1-1 0 0,-1-1 0 0 0,0 1 1 0 0,0-1-1 0 0,0 0 0 0 0,-1 0 0 0 0,-1-1 1 0 0,0 1-1 0 0,0-1 0 0 0,-1 0 1 0 0,-1 0-1 0 0,0 0 0 0 0,0-1 0 0 0,-1 1 1 0 0,0 0-1 0 0,-2-18 0 0 0,-4 16-539 0 0,-3 17-450 0 0,-5 22-9 0 0,11-12 815 0 0,0-1 1 0 0,2 0-1 0 0,-1 1 0 0 0,2-1 1 0 0,-1 1-1 0 0,2-1 0 0 0,0 0 0 0 0,1 0 1 0 0,0 0-1 0 0,0 0 0 0 0,2 0 1 0 0,0-1-1 0 0,9 19 0 0 0,-13-29 40 0 0,0-1 0 0 0,0 1 0 0 0,0-1 0 0 0,0 1 0 0 0,1 0 0 0 0,-1-1 0 0 0,0 0 0 0 0,1 1 1 0 0,-1-1-1 0 0,1 0 0 0 0,-1 0 0 0 0,1 0 0 0 0,0 0 0 0 0,-1 0 0 0 0,1 0 0 0 0,0 0 0 0 0,0-1 0 0 0,-1 1 0 0 0,5 0 0 0 0,-5-1-38 0 0,1 0 0 0 0,0 0-1 0 0,-1-1 1 0 0,1 1 0 0 0,0-1 0 0 0,-1 1 0 0 0,1-1-1 0 0,-1 0 1 0 0,1 1 0 0 0,-1-1 0 0 0,1 0-1 0 0,-1 0 1 0 0,1 0 0 0 0,-1 0 0 0 0,0-1-1 0 0,0 1 1 0 0,3-3 0 0 0,3-6-213 0 0,1-1-1 0 0,-1-1 1 0 0,-1 1 0 0 0,8-21-1 0 0,-7 16 314 0 0,6-18 726 0 0,-10 27-391 0 0,-1-1 0 0 0,1 1 0 0 0,0 0 0 0 0,1 0 0 0 0,0 0 0 0 0,0 0 1 0 0,8-9-1 0 0,-12 16-341 0 0,1-1 1 0 0,-1 1 0 0 0,1 0-1 0 0,0 0 1 0 0,-1 0 0 0 0,1 0 0 0 0,-1 0-1 0 0,1 0 1 0 0,0 0 0 0 0,-1 0-1 0 0,1 0 1 0 0,-1 0 0 0 0,1 0 0 0 0,0 1-1 0 0,-1-1 1 0 0,1 0 0 0 0,-1 0-1 0 0,1 1 1 0 0,-1-1 0 0 0,1 0 0 0 0,-1 1-1 0 0,1-1 1 0 0,-1 0 0 0 0,1 1 0 0 0,-1-1-1 0 0,1 1 1 0 0,-1-1 0 0 0,1 1-1 0 0,-1-1 1 0 0,0 1 0 0 0,1-1 0 0 0,-1 1-1 0 0,0-1 1 0 0,0 1 0 0 0,1-1-1 0 0,-1 1 1 0 0,0 0 0 0 0,0 0 0 0 0,12 24 354 0 0,40 114-560 0 0,-52-138 115 0 0,0-1-1 0 0,0 0 1 0 0,0 0-1 0 0,0 0 1 0 0,0 0-1 0 0,0 1 1 0 0,0-1-1 0 0,0 0 1 0 0,0 0-1 0 0,0 0 1 0 0,0 0-1 0 0,0 1 0 0 0,0-1 1 0 0,0 0-1 0 0,1 0 1 0 0,-1 0-1 0 0,0 0 1 0 0,0 0-1 0 0,0 1 1 0 0,0-1-1 0 0,0 0 1 0 0,0 0-1 0 0,1 0 1 0 0,-1 0-1 0 0,0 0 1 0 0,0 0-1 0 0,0 0 1 0 0,0 0-1 0 0,1 0 1 0 0,-1 0-1 0 0,0 0 1 0 0,0 0-1 0 0,0 0 1 0 0,1 0-1 0 0,-1 0 1 0 0,0 0-1 0 0,0 0 1 0 0,0 0-1 0 0,0 0 1 0 0,1 0-1 0 0,-1 0 1 0 0,0 0-1 0 0,0 0 1 0 0,6-9-539 0 0,5-22 370 0 0,-9 22 49 0 0,6-15-108 0 0,-3 7 360 0 0,0 1 0 0 0,2-1 0 0 0,11-22 0 0 0,-16 36 13 0 0,-1 1 0 0 0,1-1 0 0 0,-1 0 0 0 0,1 1 1 0 0,0-1-1 0 0,0 1 0 0 0,0 0 0 0 0,1-1 0 0 0,-1 1 0 0 0,0 0 1 0 0,1 0-1 0 0,-1 1 0 0 0,1-1 0 0 0,0 0 0 0 0,0 1 1 0 0,-1 0-1 0 0,1-1 0 0 0,0 1 0 0 0,0 1 0 0 0,0-1 0 0 0,0 0 1 0 0,0 1-1 0 0,1-1 0 0 0,-1 1 0 0 0,6 0 0 0 0,-8 1-84 0 0,1-1-1 0 0,0 1 1 0 0,0 0-1 0 0,-1 0 1 0 0,1 0-1 0 0,-1 0 1 0 0,1 0-1 0 0,-1 0 1 0 0,1 0-1 0 0,-1 0 1 0 0,0 1 0 0 0,1-1-1 0 0,-1 0 1 0 0,0 1-1 0 0,0-1 1 0 0,2 4-1 0 0,16 33-511 0 0,-11-21-156 0 0,24 35-3946 0 0</inkml:trace>
</inkml:ink>
</file>

<file path=ppt/ink/ink2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8.100"/>
    </inkml:context>
    <inkml:brush xml:id="br0">
      <inkml:brushProperty name="width" value="0.1" units="cm"/>
      <inkml:brushProperty name="height" value="0.1" units="cm"/>
    </inkml:brush>
  </inkml:definitions>
  <inkml:trace contextRef="#ctx0" brushRef="#br0">1 1 7834 0 0,'0'0'602'0'0,"5"17"4714"0"0,57 194 1591 0 0,-8-32-7031 0 0,-11 2-4062 0 0,-38-155-1849 0 0</inkml:trace>
</inkml:ink>
</file>

<file path=ppt/ink/ink2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1:58.274"/>
    </inkml:context>
    <inkml:brush xml:id="br0">
      <inkml:brushProperty name="width" value="0.1" units="cm"/>
      <inkml:brushProperty name="height" value="0.1" units="cm"/>
    </inkml:brush>
  </inkml:definitions>
  <inkml:trace contextRef="#ctx0" brushRef="#br0">2 163 5529 0 0,'0'-1'313'0'0,"0"0"0"0"0,-1 0 0 0 0,1-1 0 0 0,0 1 0 0 0,0 0 0 0 0,-1 0 0 0 0,1 0 0 0 0,0-1 0 0 0,0 1 0 0 0,0 0 0 0 0,1 0 0 0 0,-1 0 0 0 0,0-1 0 0 0,0 1 0 0 0,1 0 0 0 0,-1 0 0 0 0,0 0 0 0 0,1 0 0 0 0,0-1 0 0 0,-1 1 0 0 0,1 0-1 0 0,-1 0 1 0 0,1 0 0 0 0,0 0 0 0 0,0 0 0 0 0,0 1 0 0 0,1-3 0 0 0,26-26 3375 0 0,-14 18-3007 0 0,-1 1 1 0 0,2 1-1 0 0,-1 0 1 0 0,17-7-1 0 0,0 3-1662 0 0,34-11-1 0 0,-34 15-6015 0 0</inkml:trace>
</inkml:ink>
</file>

<file path=ppt/ink/ink2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8.357"/>
    </inkml:context>
    <inkml:brush xml:id="br0">
      <inkml:brushProperty name="width" value="0.1" units="cm"/>
      <inkml:brushProperty name="height" value="0.1" units="cm"/>
    </inkml:brush>
  </inkml:definitions>
  <inkml:trace contextRef="#ctx0" brushRef="#br0">144 26 7834 0 0,'-3'-3'575'0'0,"0"0"1"0"0,1 1 0 0 0,-1 0-1 0 0,0 0 1 0 0,0 0 0 0 0,0 0-1 0 0,-1 0 1 0 0,1 1 0 0 0,0-1-1 0 0,-1 1 1 0 0,-5-1 0 0 0,6 1-299 0 0,0 1 0 0 0,-1-1-1 0 0,1 1 1 0 0,0 0 0 0 0,0 0 0 0 0,0 1 0 0 0,-1-1 0 0 0,1 1 0 0 0,0-1 0 0 0,0 1 0 0 0,-5 2-1 0 0,4-1-183 0 0,1 0-1 0 0,-1 0 1 0 0,1 0 0 0 0,0 0-1 0 0,-1 1 1 0 0,1 0-1 0 0,0-1 1 0 0,1 1-1 0 0,-1 0 1 0 0,0 0-1 0 0,1 0 1 0 0,0 1-1 0 0,0-1 1 0 0,0 1 0 0 0,0-1-1 0 0,0 1 1 0 0,1 0-1 0 0,-1-1 1 0 0,1 1-1 0 0,0 0 1 0 0,-1 7-1 0 0,0 4-29 0 0,1 1-1 0 0,0 0 1 0 0,1 0 0 0 0,1 0-1 0 0,1 0 1 0 0,0 0-1 0 0,1-1 1 0 0,0 1-1 0 0,1-1 1 0 0,11 24 0 0 0,-13-33-87 0 0,1 0 1 0 0,0 0-1 0 0,0 0 1 0 0,1-1-1 0 0,-1 0 1 0 0,1 1-1 0 0,1-1 1 0 0,-1 0-1 0 0,1-1 1 0 0,0 1-1 0 0,0-1 1 0 0,0 0-1 0 0,0 0 1 0 0,1-1-1 0 0,-1 0 1 0 0,1 0-1 0 0,0 0 1 0 0,0 0-1 0 0,0-1 1 0 0,1 0-1 0 0,-1 0 1 0 0,0-1-1 0 0,1 0 1 0 0,-1 0-1 0 0,1 0 1 0 0,-1-1-1 0 0,14-1 1 0 0,-12 0-163 0 0,-1 0 0 0 0,1-1-1 0 0,-1 0 1 0 0,1 0 0 0 0,-1 0 0 0 0,1-1-1 0 0,-1 0 1 0 0,0-1 0 0 0,-1 0 0 0 0,1 0 0 0 0,-1 0-1 0 0,7-6 1 0 0,-1-1-1280 0 0,0-1-1 0 0,-1 0 1 0 0,0-1 0 0 0,14-21-1 0 0,-7 9-3030 0 0</inkml:trace>
</inkml:ink>
</file>

<file path=ppt/ink/ink2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8.832"/>
    </inkml:context>
    <inkml:brush xml:id="br0">
      <inkml:brushProperty name="width" value="0.1" units="cm"/>
      <inkml:brushProperty name="height" value="0.1" units="cm"/>
    </inkml:brush>
  </inkml:definitions>
  <inkml:trace contextRef="#ctx0" brushRef="#br0">2 1 6449 0 0,'-2'11'12988'0'0,"8"16"-10237"0"0,9 27-3510 0 0,-15-53 1124 0 0,8 26-267 0 0,2 0 0 0 0,1 0 0 0 0,1-1 0 0 0,1 0 0 0 0,1-1 1 0 0,1-1-1 0 0,2 0 0 0 0,20 22 0 0 0,-22-33-85 0 0,-7-15 6 0 0,-7 0-20 0 0,0-1 0 0 0,0 1-1 0 0,0-1 1 0 0,0 0 0 0 0,-1 1-1 0 0,1-1 1 0 0,-1 0 0 0 0,0-4-1 0 0,2-8-50 0 0,-1 2-13 0 0,2-10 36 0 0,1 1-1 0 0,9-33 1 0 0,-12 50 41 0 0,1 1 0 0 0,-1 0 0 0 0,1 0 0 0 0,-1 0 0 0 0,1 0 0 0 0,0 1 0 0 0,0-1 0 0 0,1 0 0 0 0,-1 1 0 0 0,1 0 0 0 0,0-1 0 0 0,0 1 0 0 0,0 0 0 0 0,0 1 0 0 0,0-1 0 0 0,1 0 0 0 0,-1 1 0 0 0,1 0 0 0 0,0 0 0 0 0,5-3 0 0 0,-6 5 16 0 0,-1 0 1 0 0,1 0 0 0 0,0 0 0 0 0,0 0 0 0 0,0 0 0 0 0,0 1 0 0 0,0-1 0 0 0,0 1 0 0 0,0 0 0 0 0,-1-1 0 0 0,1 2 0 0 0,0-1 0 0 0,-1 0 0 0 0,1 0 0 0 0,0 1 0 0 0,-1-1 0 0 0,0 1 0 0 0,1 0 0 0 0,-1 0 0 0 0,3 2 0 0 0,7 9-73 0 0,0-1 0 0 0,13 19 1 0 0,-12-16-313 0 0,32 27-5077 0 0</inkml:trace>
</inkml:ink>
</file>

<file path=ppt/ink/ink2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9.338"/>
    </inkml:context>
    <inkml:brush xml:id="br0">
      <inkml:brushProperty name="width" value="0.1" units="cm"/>
      <inkml:brushProperty name="height" value="0.1" units="cm"/>
    </inkml:brush>
  </inkml:definitions>
  <inkml:trace contextRef="#ctx0" brushRef="#br0">90 73 2745 0 0,'1'-2'105'0'0,"0"0"1"0"0,-1-1-1 0 0,1 1 1 0 0,-1 0-1 0 0,0-1 1 0 0,0 1-1 0 0,1 0 1 0 0,-1 0-1 0 0,-1-4 1 0 0,1 5 262 0 0,0 0 1 0 0,-1 0-1 0 0,1 0 1 0 0,0 0-1 0 0,-1 0 1 0 0,-6-9 3685 0 0,6 10-3685 0 0,1-1-1 0 0,-1 1 1 0 0,0-1 0 0 0,0 0-1 0 0,0 1 1 0 0,-2-1-1 0 0,1 1 156 0 0,1-1 0 0 0,-1 1 0 0 0,0 0 0 0 0,0 0 0 0 0,1 0 0 0 0,-1 0-1 0 0,0 0 1 0 0,0 0 0 0 0,1 0 0 0 0,-1 0 0 0 0,0 1 0 0 0,0-1 0 0 0,1 1 0 0 0,-1-1-1 0 0,-2 2 1 0 0,-16 13-293 0 0,17-10-201 0 0,0 0 1 0 0,0 0-1 0 0,0 0 1 0 0,1 0-1 0 0,0 0 1 0 0,0 1-1 0 0,0-1 1 0 0,0 1-1 0 0,1 0 1 0 0,0-1-1 0 0,0 1 1 0 0,1 0-1 0 0,-1 6 1 0 0,1 11-46 0 0,6 42 0 0 0,-4-50-67 0 0,0 0 0 0 0,2-1 0 0 0,0 0 0 0 0,6 15 0 0 0,-9-25-18 0 0,1 0 0 0 0,0 0 0 0 0,0-1-1 0 0,0 1 1 0 0,1-1 0 0 0,-1 0 0 0 0,1 1 0 0 0,6 4 0 0 0,-8-7-8 0 0,1 0 0 0 0,-1 0 0 0 0,1 0 0 0 0,-1 0 0 0 0,1 0 0 0 0,-1-1 1 0 0,1 1-1 0 0,0 0 0 0 0,-1-1 0 0 0,1 0 0 0 0,0 1 0 0 0,0-1 0 0 0,-1 0 1 0 0,1 0-1 0 0,0 0 0 0 0,0 0 0 0 0,0 0 0 0 0,-1 0 0 0 0,1 0 0 0 0,0-1 0 0 0,2 0 1 0 0,-1 0-167 0 0,0-1 1 0 0,0 0 0 0 0,0 0 0 0 0,0 0 0 0 0,-1 0 0 0 0,1 0 0 0 0,-1-1 0 0 0,1 1 0 0 0,-1-1 0 0 0,0 0 0 0 0,0 1 0 0 0,0-1 0 0 0,0 0 0 0 0,-1 0 0 0 0,1 0 0 0 0,2-7 0 0 0,15-54-2452 0 0,-14 38 1051 0 0,-1 0-1 0 0,0-33 1 0 0,-4 36 1485 0 0,2-1-1 0 0,1 0 0 0 0,7-26 0 0 0,-9 50 371 0 0,-1 0-1 0 0,1-1 0 0 0,0 1 0 0 0,-1 0 1 0 0,1 0-1 0 0,0-1 0 0 0,0 1 0 0 0,-1 0 1 0 0,1 0-1 0 0,0 0 0 0 0,0 0 0 0 0,-1 0 1 0 0,1 0-1 0 0,0 0 0 0 0,0 0 0 0 0,0 1 1 0 0,-1-1-1 0 0,1 0 0 0 0,0 0 0 0 0,-1 0 1 0 0,1 1-1 0 0,0-1 0 0 0,0 1 0 0 0,-1-1 1 0 0,1 0-1 0 0,-1 1 0 0 0,1-1 0 0 0,0 1 1 0 0,0 0-1 0 0,29 17 2422 0 0,-27-15-2114 0 0,59 31 2392 0 0,4-6-4860 0 0,-58-25 899 0 0</inkml:trace>
</inkml:ink>
</file>

<file path=ppt/ink/ink2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09.640"/>
    </inkml:context>
    <inkml:brush xml:id="br0">
      <inkml:brushProperty name="width" value="0.1" units="cm"/>
      <inkml:brushProperty name="height" value="0.1" units="cm"/>
    </inkml:brush>
  </inkml:definitions>
  <inkml:trace contextRef="#ctx0" brushRef="#br0">5 68 6913 0 0,'0'0'42'0'0,"0"0"0"0"0,0 0 0 0 0,-1 0 0 0 0,1 0-1 0 0,0 0 1 0 0,0 0 0 0 0,0 0 0 0 0,0 0-1 0 0,-1 0 1 0 0,1 0 0 0 0,0 0 0 0 0,0 0 0 0 0,0 0-1 0 0,0 0 1 0 0,-1 0 0 0 0,1 0 0 0 0,0 0-1 0 0,0 1 1 0 0,0-1 0 0 0,0 0 0 0 0,0 0 0 0 0,0 0-1 0 0,-1 0 1 0 0,1 0 0 0 0,0 0 0 0 0,0 0-1 0 0,0 1 1 0 0,0-1 0 0 0,0 0 0 0 0,0 0 0 0 0,0 0-1 0 0,0 0 1 0 0,0 0 0 0 0,0 1 0 0 0,-1-1 0 0 0,1 0-1 0 0,0 0 1 0 0,0 0 0 0 0,0 0 0 0 0,0 0-1 0 0,0 1 1 0 0,0-1 0 0 0,0 0 0 0 0,0 0 0 0 0,0 0-1 0 0,0 0 1 0 0,0 1 0 0 0,1-1 0 0 0,5 11 1647 0 0,13 11-709 0 0,10 2 653 0 0,-1 0 4336 0 0,-30-28-5744 0 0,-1 1 1 0 0,1 0-1 0 0,-1-1 0 0 0,1 0 1 0 0,0 0-1 0 0,1 1 0 0 0,-1-1 0 0 0,0 0 1 0 0,1 0-1 0 0,0-1 0 0 0,0 1 0 0 0,0 0 1 0 0,1 0-1 0 0,0 0 0 0 0,-1-1 1 0 0,2-6-1 0 0,-1 3-609 0 0,1 1 0 0 0,0 0-1 0 0,1 0 1 0 0,-1 0 0 0 0,1 1 0 0 0,0-1 0 0 0,1 0-1 0 0,0 1 1 0 0,6-11 0 0 0</inkml:trace>
</inkml:ink>
</file>

<file path=ppt/ink/ink2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10.161"/>
    </inkml:context>
    <inkml:brush xml:id="br0">
      <inkml:brushProperty name="width" value="0.1" units="cm"/>
      <inkml:brushProperty name="height" value="0.1" units="cm"/>
    </inkml:brush>
  </inkml:definitions>
  <inkml:trace contextRef="#ctx0" brushRef="#br0">92 45 1376 0 0,'0'-1'274'0'0,"0"0"-1"0"0,1-1 1 0 0,-1 1 0 0 0,0 0-1 0 0,0 0 1 0 0,0-1-1 0 0,0 1 1 0 0,0 0-1 0 0,0 0 1 0 0,0-1-1 0 0,0 1 1 0 0,0 0-1 0 0,-1 0 1 0 0,1 0 0 0 0,-1-1-1 0 0,1 1 1 0 0,-1 0-1 0 0,1 0 1 0 0,-1 0-1 0 0,1 0 1 0 0,-1 0-1 0 0,0 0 1 0 0,0 0 0 0 0,1 0-1 0 0,-1 0 1 0 0,0 0-1 0 0,0 0 1 0 0,-2-1-1 0 0,2 1-99 0 0,1 1 0 0 0,-1-1 0 0 0,0 0 0 0 0,1 0 0 0 0,-1 1-1 0 0,0-1 1 0 0,0 0 0 0 0,0 1 0 0 0,0-1 0 0 0,1 1 0 0 0,-1-1 0 0 0,0 1-1 0 0,0-1 1 0 0,0 1 0 0 0,0 0 0 0 0,0-1 0 0 0,0 1 0 0 0,0 0 0 0 0,0 0-1 0 0,0 0 1 0 0,0 0 0 0 0,0 0 0 0 0,-1 0 0 0 0,1 0 0 0 0,0 0 0 0 0,0 0-1 0 0,0 1 1 0 0,0-1 0 0 0,0 0 0 0 0,0 1 0 0 0,0-1 0 0 0,0 0-1 0 0,1 1 1 0 0,-1-1 0 0 0,0 1 0 0 0,0 0 0 0 0,0-1 0 0 0,0 1 0 0 0,-1 1-1 0 0,-3 6 46 0 0,1-1-1 0 0,0 1 0 0 0,0 1 0 0 0,1-1 0 0 0,0 0 1 0 0,0 1-1 0 0,-2 15 0 0 0,-6 63 1233 0 0,11-77-1467 0 0,0-1 0 0 0,1 0 0 0 0,0 0 0 0 0,0 0 0 0 0,0 0 0 0 0,2 0 0 0 0,-1 0 0 0 0,5 11 0 0 0,-6-19 13 0 0,-1 1 0 0 0,1 0 0 0 0,0 0 0 0 0,-1 0-1 0 0,1-1 1 0 0,0 1 0 0 0,0 0 0 0 0,1-1 0 0 0,-1 1 0 0 0,0-1 0 0 0,0 1 0 0 0,1-1-1 0 0,-1 0 1 0 0,1 0 0 0 0,-1 1 0 0 0,1-1 0 0 0,-1 0 0 0 0,1 0 0 0 0,0-1 0 0 0,0 1-1 0 0,-1 0 1 0 0,1 0 0 0 0,0-1 0 0 0,0 1 0 0 0,0-1 0 0 0,0 0 0 0 0,0 1-1 0 0,0-1 1 0 0,-1 0 0 0 0,1 0 0 0 0,0 0 0 0 0,0-1 0 0 0,0 1 0 0 0,0 0 0 0 0,0-1-1 0 0,0 1 1 0 0,0-1 0 0 0,-1 1 0 0 0,1-1 0 0 0,0 0 0 0 0,0 0 0 0 0,-1 0-1 0 0,1 0 1 0 0,0 0 0 0 0,1-2 0 0 0,17-11 154 0 0,-14 9 26 0 0,0 0 0 0 0,1 0 1 0 0,0 1-1 0 0,0 0 0 0 0,0 1 0 0 0,9-4 0 0 0,-13 6-143 0 0,-1 1 0 0 0,0-1-1 0 0,0 1 1 0 0,0 0 0 0 0,1 0 0 0 0,-1 0 0 0 0,0 0 0 0 0,0 0-1 0 0,0 0 1 0 0,1 1 0 0 0,-1-1 0 0 0,0 1 0 0 0,0 0-1 0 0,0-1 1 0 0,0 1 0 0 0,0 0 0 0 0,0 0 0 0 0,0 0 0 0 0,0 1-1 0 0,-1-1 1 0 0,1 0 0 0 0,0 1 0 0 0,-1-1 0 0 0,1 1-1 0 0,-1 0 1 0 0,1-1 0 0 0,1 4 0 0 0,2 3 13 0 0,0 0 0 0 0,0 1 0 0 0,-1-1 1 0 0,-1 1-1 0 0,0-1 0 0 0,0 1 0 0 0,0 0 0 0 0,-1 0 1 0 0,-1 0-1 0 0,1 1 0 0 0,-2-1 0 0 0,1 0 0 0 0,-2 19 0 0 0,0-12 24 0 0,-1 0-1 0 0,-1 0 0 0 0,0-1 1 0 0,-1 1-1 0 0,-1-1 0 0 0,0 0 1 0 0,-10 19-1 0 0,12-27-191 0 0,-1 0-1 0 0,0 0 1 0 0,0-1 0 0 0,0 0 0 0 0,0 0 0 0 0,-1 0 0 0 0,0 0-1 0 0,-1-1 1 0 0,1 0 0 0 0,-1 0 0 0 0,0 0 0 0 0,0-1-1 0 0,-1 1 1 0 0,1-2 0 0 0,-1 1 0 0 0,0-1 0 0 0,0 0-1 0 0,0 0 1 0 0,0-1 0 0 0,0 0 0 0 0,-1 0 0 0 0,1-1-1 0 0,-10 1 1 0 0</inkml:trace>
</inkml:ink>
</file>

<file path=ppt/ink/ink2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10.526"/>
    </inkml:context>
    <inkml:brush xml:id="br0">
      <inkml:brushProperty name="width" value="0.1" units="cm"/>
      <inkml:brushProperty name="height" value="0.1" units="cm"/>
    </inkml:brush>
  </inkml:definitions>
  <inkml:trace contextRef="#ctx0" brushRef="#br0">0 289 5529 0 0,'14'-15'1303'0'0,"-1"-1"-1"0"0,0 0 0 0 0,-1-1 1 0 0,-1 0-1 0 0,16-34 1 0 0,-22 39-865 0 0,1-1 1 0 0,-1 0 0 0 0,-1 0-1 0 0,-1 0 1 0 0,0-1 0 0 0,0 1-1 0 0,-1-1 1 0 0,-1 1 0 0 0,0-22-1 0 0,-2 35-427 0 0,1 1 0 0 0,0-1 0 0 0,0 0 0 0 0,0 0-1 0 0,-1 0 1 0 0,1 1 0 0 0,0-1 0 0 0,0 0 0 0 0,-1 0-1 0 0,1 0 1 0 0,0 0 0 0 0,0 1 0 0 0,-1-1-1 0 0,1 0 1 0 0,0 0 0 0 0,0 0 0 0 0,-1 0 0 0 0,1 0-1 0 0,0 0 1 0 0,-1 0 0 0 0,1 0 0 0 0,0 0 0 0 0,0 0-1 0 0,-1 0 1 0 0,1 0 0 0 0,0 0 0 0 0,-1 0-1 0 0,1 0 1 0 0,0 0 0 0 0,0 0 0 0 0,-1 0 0 0 0,1 0-1 0 0,0-1 1 0 0,-1 1 0 0 0,1 0 0 0 0,0 0-1 0 0,0 0 1 0 0,0 0 0 0 0,-1-1 0 0 0,1 1 0 0 0,0 0-1 0 0,0 0 1 0 0,0 0 0 0 0,-1-1 0 0 0,1 1 0 0 0,0 0-1 0 0,0 0 1 0 0,0-1 0 0 0,0 1 0 0 0,0 0-1 0 0,-1 0 1 0 0,1-1 0 0 0,0 1 0 0 0,0 0 0 0 0,0-1-1 0 0,0 1 1 0 0,-12 23 75 0 0,10-13-20 0 0,0 1 1 0 0,1-1-1 0 0,0 1 1 0 0,0-1-1 0 0,1 1 1 0 0,1-1-1 0 0,0 1 1 0 0,0-1-1 0 0,1 0 1 0 0,4 15-1 0 0,-4-19 11 0 0,0 1 0 0 0,0-1 0 0 0,1 0 0 0 0,-1 0 0 0 0,1 0 0 0 0,1-1-1 0 0,-1 1 1 0 0,1-1 0 0 0,0 0 0 0 0,0 0 0 0 0,1 0 0 0 0,-1 0-1 0 0,1-1 1 0 0,0 1 0 0 0,0-1 0 0 0,1-1 0 0 0,10 7 0 0 0,2-6-894 0 0,-5-5-4284 0 0</inkml:trace>
</inkml:ink>
</file>

<file path=ppt/ink/ink2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2:10.667"/>
    </inkml:context>
    <inkml:brush xml:id="br0">
      <inkml:brushProperty name="width" value="0.1" units="cm"/>
      <inkml:brushProperty name="height" value="0.1" units="cm"/>
    </inkml:brush>
  </inkml:definitions>
  <inkml:trace contextRef="#ctx0" brushRef="#br0">1 0 15667 0 0,'2'9'696'0'0,"0"-5"137"0"0,-1 1-665 0 0,1-2-168 0 0,-2 0 0 0 0,0-2 0 0 0,1 1 0 0 0,2 2 0 0 0,3 2 0 0 0,3-2-64 0 0</inkml:trace>
</inkml:ink>
</file>

<file path=ppt/ink/ink2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4.738"/>
    </inkml:context>
    <inkml:brush xml:id="br0">
      <inkml:brushProperty name="width" value="0.1" units="cm"/>
      <inkml:brushProperty name="height" value="0.1" units="cm"/>
      <inkml:brushProperty name="color" value="#F6630D"/>
    </inkml:brush>
  </inkml:definitions>
  <inkml:trace contextRef="#ctx0" brushRef="#br0">691 133 6913 0 0,'8'-51'3483'0'0,"-6"46"-2774"0"0,0-1-1 0 0,-1 0 0 0 0,0 0 0 0 0,0-1 1 0 0,0 1-1 0 0,-1 0 0 0 0,0 0 1 0 0,0 0-1 0 0,0 0 0 0 0,-1 0 1 0 0,-2-9-1 0 0,2 16-484 0 0,-1-1-1 0 0,1 1 1 0 0,-1 0-1 0 0,1 0 1 0 0,0 0-1 0 0,-1 0 1 0 0,1 0 0 0 0,0 0-1 0 0,0 0 1 0 0,-1 0-1 0 0,1 0 1 0 0,0 1-1 0 0,-1 2 1 0 0,-23 32 87 0 0,2 1 0 0 0,2 1 0 0 0,-17 43 0 0 0,-42 126-206 0 0,75-192-51 0 0,-185 632 60 0 0,-15 46-28 0 0,179-620-157 0 0,8-18-105 0 0,-27 52-1 0 0,39-101-1436 0 0,5-16-1432 0 0,1 0 1518 0 0</inkml:trace>
</inkml:ink>
</file>

<file path=ppt/ink/ink2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5.084"/>
    </inkml:context>
    <inkml:brush xml:id="br0">
      <inkml:brushProperty name="width" value="0.1" units="cm"/>
      <inkml:brushProperty name="height" value="0.1" units="cm"/>
      <inkml:brushProperty name="color" value="#F6630D"/>
    </inkml:brush>
  </inkml:definitions>
  <inkml:trace contextRef="#ctx0" brushRef="#br0">34 54 6913 0 0,'-2'-2'382'0'0,"-1"0"0"0"0,1 0 0 0 0,0-1 0 0 0,0 1-1 0 0,-1 0 1 0 0,2-1 0 0 0,-1 0 0 0 0,0 1 0 0 0,0-1-1 0 0,1 0 1 0 0,-1 0 0 0 0,-1-5 0 0 0,-4-8 4765 0 0,23 45-2407 0 0,19 28 0 0 0,-14-28-2592 0 0,0-1 0 0 0,2 0 0 0 0,2-2 1 0 0,49 42-1 0 0,-66-61-126 0 0,1-1 0 0 0,0 0-1 0 0,0-1 1 0 0,0 0 0 0 0,1 0 0 0 0,-1-1 0 0 0,1 0 0 0 0,0-1-1 0 0,0 0 1 0 0,19 3 0 0 0,-23-6-11 0 0,1 1 0 0 0,0-2 0 0 0,-1 1 0 0 0,1 0 0 0 0,-1-1 0 0 0,1 0 0 0 0,-1-1 0 0 0,0 0 0 0 0,1 0 0 0 0,-1 0-1 0 0,0 0 1 0 0,0-1 0 0 0,0 0 0 0 0,0-1 0 0 0,-1 1 0 0 0,0-1 0 0 0,1 0 0 0 0,5-6 0 0 0,6-8-288 0 0,-1-1 1 0 0,0-1-1 0 0,-2 0 1 0 0,0-1-1 0 0,-2-1 0 0 0,18-38 1 0 0,-15 25-364 0 0</inkml:trace>
</inkml:ink>
</file>

<file path=ppt/ink/ink2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6.432"/>
    </inkml:context>
    <inkml:brush xml:id="br0">
      <inkml:brushProperty name="width" value="0.1" units="cm"/>
      <inkml:brushProperty name="height" value="0.1" units="cm"/>
      <inkml:brushProperty name="color" value="#F6630D"/>
    </inkml:brush>
  </inkml:definitions>
  <inkml:trace contextRef="#ctx0" brushRef="#br0">108 151 7370 0 0,'-5'-6'552'0'0,"2"1"1"0"0,-1-1 0 0 0,0 0 0 0 0,1 0 0 0 0,0 0-1 0 0,-3-11 1 0 0,-6-10 1189 0 0,5 13-445 0 0,-12-21 1308 0 0,18 33-2361 0 0,0 0 1 0 0,0 0-1 0 0,-1 1 0 0 0,1-1 0 0 0,-1 0 1 0 0,1 1-1 0 0,-1 0 0 0 0,1-1 0 0 0,-1 1 1 0 0,0 0-1 0 0,0 0 0 0 0,0 0 1 0 0,0 0-1 0 0,-2-1 0 0 0,3 2-198 0 0,1 0 0 0 0,-1 0 0 0 0,0 0 0 0 0,1 0 0 0 0,-1 1-1 0 0,0-1 1 0 0,0 0 0 0 0,1 0 0 0 0,-1 1 0 0 0,0-1 0 0 0,1 0 0 0 0,-1 1 0 0 0,1-1 0 0 0,-1 1-1 0 0,1-1 1 0 0,-1 1 0 0 0,1-1 0 0 0,-1 1 0 0 0,1-1 0 0 0,-1 1 0 0 0,1 0 0 0 0,-1-1 0 0 0,1 1 0 0 0,0 0-1 0 0,-1-1 1 0 0,1 1 0 0 0,0 0 0 0 0,0-1 0 0 0,0 1 0 0 0,-1 0 0 0 0,1-1 0 0 0,0 1 0 0 0,0 0-1 0 0,0 0 1 0 0,0-1 0 0 0,0 1 0 0 0,0 0 0 0 0,1 0 0 0 0,-1 0 0 0 0,1 36 148 0 0,-1-34-89 0 0,9 73-66 0 0,4-1 0 0 0,2-1-1 0 0,33 96 1 0 0,-38-142-44 0 0,1 0 0 0 0,15 28 0 0 0,-20-46-1 0 0,0 0 0 0 0,0-1 0 0 0,1 1 0 0 0,0-1 0 0 0,0-1 0 0 0,1 1 0 0 0,0-1 0 0 0,14 10 0 0 0,-20-16-11 0 0,1 0 0 0 0,0 0 1 0 0,0 0-1 0 0,1-1 1 0 0,-1 1-1 0 0,0-1 1 0 0,0 1-1 0 0,1-1 1 0 0,-1 0-1 0 0,1 0 1 0 0,-1-1-1 0 0,1 1 1 0 0,-1-1-1 0 0,1 0 0 0 0,-1 1 1 0 0,1-2-1 0 0,0 1 1 0 0,-1 0-1 0 0,1-1 1 0 0,-1 0-1 0 0,1 1 1 0 0,-1-1-1 0 0,1-1 1 0 0,3-1-1 0 0,-2 0-8 0 0,0 0 0 0 0,-1-1 0 0 0,1 1 1 0 0,-1-1-1 0 0,0 0 0 0 0,0-1 0 0 0,0 1 0 0 0,-1-1 0 0 0,1 1 0 0 0,-1-1 0 0 0,0 0 0 0 0,-1 0 0 0 0,1 0 1 0 0,1-7-1 0 0,3-6 36 0 0,-2-1 1 0 0,-1 1-1 0 0,0-1 1 0 0,-1 0-1 0 0,1-28 1 0 0,-8-97 84 0 0,3 119-88 0 0,1 19 53 0 0,-1-1 0 0 0,0 1 0 0 0,0 0 0 0 0,0-1-1 0 0,-1 1 1 0 0,0 0 0 0 0,0 0 0 0 0,-1-1 0 0 0,1 2 0 0 0,-8-12 0 0 0,18 28-68 0 0,-1 1 0 0 0,-1-1 0 0 0,0 1 1 0 0,0 0-1 0 0,-2 1 0 0 0,1-1 0 0 0,4 24 1 0 0,2 3-2 0 0,-7-28 60 0 0,4 13 81 0 0,15 32 0 0 0,-21-51-126 0 0,1 0 1 0 0,0 0 0 0 0,0 0 0 0 0,0 0 0 0 0,0 0-1 0 0,1-1 1 0 0,0 0 0 0 0,0 0 0 0 0,0 0 0 0 0,0 0-1 0 0,1 0 1 0 0,6 3 0 0 0,-10-7-33 0 0,0 0 0 0 0,0 0 0 0 0,0 0 0 0 0,0 0 0 0 0,0 0 0 0 0,0 0 0 0 0,0-1 0 0 0,0 1 0 0 0,0 0-1 0 0,0-1 1 0 0,-1 1 0 0 0,1 0 0 0 0,0-1 0 0 0,0 1 0 0 0,0-1 0 0 0,0 0 0 0 0,0 1 0 0 0,-1-1 0 0 0,1 0 0 0 0,0 1 0 0 0,-1-1 0 0 0,1 0 0 0 0,0 0 0 0 0,-1 1 0 0 0,1-1 0 0 0,-1 0 0 0 0,2-2 0 0 0,16-29-805 0 0,-15 27 662 0 0,12-23-131 0 0,-1 0-1 0 0,-1-2 1 0 0,15-53-1 0 0,-28 81 351 0 0,0 1 0 0 0,1 0-1 0 0,-1-1 1 0 0,0 1 0 0 0,1 0-1 0 0,-1-1 1 0 0,1 1 0 0 0,0 0-1 0 0,-1 0 1 0 0,1-1 0 0 0,0 1-1 0 0,0 0 1 0 0,0 0 0 0 0,0 0 0 0 0,0 0-1 0 0,0 0 1 0 0,0 0 0 0 0,0 0-1 0 0,0 1 1 0 0,0-1 0 0 0,0 0-1 0 0,1 1 1 0 0,-1-1 0 0 0,2 0-1 0 0,22-22 373 0 0,-23 20-327 0 0,1 0-1 0 0,-1 0 0 0 0,1 0 0 0 0,0 1 0 0 0,0-1 0 0 0,6-3 0 0 0,-8 5-91 0 0,0 1-1 0 0,0 0 0 0 0,0 0 1 0 0,0-1-1 0 0,0 1 1 0 0,0 0-1 0 0,0 0 0 0 0,0 0 1 0 0,1 0-1 0 0,-1 0 0 0 0,0 0 1 0 0,0 0-1 0 0,0 0 1 0 0,0 1-1 0 0,0-1 0 0 0,0 0 1 0 0,0 1-1 0 0,0-1 0 0 0,0 0 1 0 0,0 1-1 0 0,-1 0 1 0 0,1-1-1 0 0,0 1 0 0 0,0-1 1 0 0,0 1-1 0 0,0 0 0 0 0,-1 0 1 0 0,1-1-1 0 0,0 1 0 0 0,0 1 1 0 0,32 39 84 0 0,-2 2 0 0 0,52 92 0 0 0,-73-117-120 0 0,-7-9-122 0 0,-3-26 189 0 0,1-3-42 0 0,1-1 0 0 0,0 1 0 0 0,2 0 0 0 0,0 0 1 0 0,1 0-1 0 0,1 0 0 0 0,1 1 0 0 0,1 0 0 0 0,17-30 0 0 0,-24 48 25 0 0,0-1 0 0 0,0 1 0 0 0,-1 0 0 0 0,1 0 0 0 0,0 0 0 0 0,0 0 0 0 0,1 0 0 0 0,-1 0 0 0 0,0 0 0 0 0,0 0 0 0 0,0 0 0 0 0,1 0 0 0 0,-1 1 0 0 0,0-1-1 0 0,1 1 1 0 0,-1-1 0 0 0,0 1 0 0 0,1-1 0 0 0,-1 1 0 0 0,1 0 0 0 0,-1-1 0 0 0,1 1 0 0 0,1 0 0 0 0,-1 1 10 0 0,1-1 0 0 0,-1 1 0 0 0,0 0 0 0 0,1 0-1 0 0,-1 0 1 0 0,0 0 0 0 0,1 0 0 0 0,-1 0 0 0 0,0 1-1 0 0,0-1 1 0 0,0 1 0 0 0,3 2 0 0 0,5 7 54 0 0,0 1 0 0 0,0 0-1 0 0,13 23 1 0 0,-14-22-119 0 0,6 11-202 0 0,-9-14-33 0 0,0-1 0 0 0,0 0 0 0 0,1 0 0 0 0,0 0 0 0 0,0-1 0 0 0,1 0 0 0 0,10 8 0 0 0,-7-10-941 0 0</inkml:trace>
</inkml:ink>
</file>

<file path=ppt/ink/ink2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6.622"/>
    </inkml:context>
    <inkml:brush xml:id="br0">
      <inkml:brushProperty name="width" value="0.1" units="cm"/>
      <inkml:brushProperty name="height" value="0.1" units="cm"/>
      <inkml:brushProperty name="color" value="#F6630D"/>
    </inkml:brush>
  </inkml:definitions>
  <inkml:trace contextRef="#ctx0" brushRef="#br0">1 38 8754 0 0,'2'-4'494'0'0,"1"1"0"0"0,0-1 1 0 0,0 1-1 0 0,0 0 0 0 0,1-1 0 0 0,-1 2 1 0 0,1-1-1 0 0,0 0 0 0 0,6-2 0 0 0,-9 4-300 0 0,0 0-1 0 0,0 1 0 0 0,0 0 0 0 0,1-1 1 0 0,-1 1-1 0 0,0 0 0 0 0,0 0 0 0 0,1-1 1 0 0,-1 1-1 0 0,0 0 0 0 0,0 0 1 0 0,1 0-1 0 0,-1 1 0 0 0,0-1 0 0 0,0 0 1 0 0,1 0-1 0 0,-1 1 0 0 0,0-1 0 0 0,0 0 1 0 0,0 1-1 0 0,1 0 0 0 0,-1-1 0 0 0,0 1 1 0 0,0 0-1 0 0,0-1 0 0 0,0 1 1 0 0,0 0-1 0 0,0 0 0 0 0,0 0 0 0 0,0 0 1 0 0,-1 0-1 0 0,1 0 0 0 0,0 0 0 0 0,-1 0 1 0 0,1 0-1 0 0,0 0 0 0 0,0 3 0 0 0,9 20 262 0 0,-1 1 0 0 0,-1 1 0 0 0,8 41 0 0 0,1 6-650 0 0,-14-65-70 0 0,8 30-321 0 0,-2-13-5221 0 0,-2-9-1078 0 0</inkml:trace>
</inkml:ink>
</file>

<file path=ppt/ink/ink2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6.796"/>
    </inkml:context>
    <inkml:brush xml:id="br0">
      <inkml:brushProperty name="width" value="0.1" units="cm"/>
      <inkml:brushProperty name="height" value="0.1" units="cm"/>
      <inkml:brushProperty name="color" value="#F6630D"/>
    </inkml:brush>
  </inkml:definitions>
  <inkml:trace contextRef="#ctx0" brushRef="#br0">22 1 6449 0 0,'-4'4'577'0'0,"3"-3"-465"0"0,-1 2-112 0 0,-2 9 5001 0 0,3-5-3193 0 0,-2 4-648 0 0,0 3-128 0 0,1 2-23 0 0,0-4-9 0 0,4-2-2016 0 0,3-3-401 0 0,6-5-87 0 0,1-4-8 0 0,2-8 1184 0 0</inkml:trace>
</inkml:ink>
</file>

<file path=ppt/ink/ink2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7.082"/>
    </inkml:context>
    <inkml:brush xml:id="br0">
      <inkml:brushProperty name="width" value="0.1" units="cm"/>
      <inkml:brushProperty name="height" value="0.1" units="cm"/>
      <inkml:brushProperty name="color" value="#F6630D"/>
    </inkml:brush>
  </inkml:definitions>
  <inkml:trace contextRef="#ctx0" brushRef="#br0">4 1 17508 0 0,'0'0'134'0'0,"0"0"1"0"0,-1 1-1 0 0,1-1 0 0 0,0 0 1 0 0,0 1-1 0 0,-1-1 1 0 0,1 1-1 0 0,0-1 1 0 0,0 0-1 0 0,0 1 1 0 0,-1-1-1 0 0,1 1 0 0 0,0-1 1 0 0,0 1-1 0 0,0-1 1 0 0,0 0-1 0 0,0 1 1 0 0,0-1-1 0 0,0 1 1 0 0,0-1-1 0 0,0 1 0 0 0,0-1 1 0 0,0 1-1 0 0,0-1 1 0 0,0 0-1 0 0,0 1 1 0 0,1-1-1 0 0,-1 1 0 0 0,0-1 1 0 0,0 1-1 0 0,0-1 1 0 0,1 1-1 0 0,7 22 339 0 0,-7-19-177 0 0,66 215 1215 0 0,9 25-2373 0 0,-63-207 377 0 0</inkml:trace>
</inkml:ink>
</file>

<file path=ppt/ink/ink2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7.272"/>
    </inkml:context>
    <inkml:brush xml:id="br0">
      <inkml:brushProperty name="width" value="0.1" units="cm"/>
      <inkml:brushProperty name="height" value="0.1" units="cm"/>
      <inkml:brushProperty name="color" value="#F6630D"/>
    </inkml:brush>
  </inkml:definitions>
  <inkml:trace contextRef="#ctx0" brushRef="#br0">0 166 13363 0 0,'2'-3'1184'0'0,"-1"0"-944"0"0,1 1-240 0 0,0-1 0 0 0,2 2 544 0 0,2-4 64 0 0,3 0 17 0 0,6-6-1 0 0,7-1 224 0 0,4-3 48 0 0,2 1 0 0 0,0 0 8 0 0,0 2-1032 0 0,-2-2-200 0 0,0 2-48 0 0,-1 0-8 0 0,6-2 288 0 0,-7 1 96 0 0</inkml:trace>
</inkml:ink>
</file>

<file path=ppt/ink/ink2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7.889"/>
    </inkml:context>
    <inkml:brush xml:id="br0">
      <inkml:brushProperty name="width" value="0.1" units="cm"/>
      <inkml:brushProperty name="height" value="0.1" units="cm"/>
      <inkml:brushProperty name="color" value="#F6630D"/>
    </inkml:brush>
  </inkml:definitions>
  <inkml:trace contextRef="#ctx0" brushRef="#br0">129 20 5985 0 0,'-10'-5'2083'0'0,"8"4"-1643"0"0,0-1 0 0 0,-1 0-1 0 0,1 1 1 0 0,-1 0 0 0 0,1-1 0 0 0,-1 1-1 0 0,0 0 1 0 0,1 0 0 0 0,-1 1 0 0 0,0-1 0 0 0,0 0-1 0 0,0 1 1 0 0,0 0 0 0 0,1 0 0 0 0,-1 0-1 0 0,0 0 1 0 0,0 0 0 0 0,0 0 0 0 0,0 1 0 0 0,0-1-1 0 0,1 1 1 0 0,-1 0 0 0 0,0 0 0 0 0,0 0-1 0 0,1 0 1 0 0,-1 0 0 0 0,-3 3 0 0 0,2-1-375 0 0,1 1-1 0 0,0 0 1 0 0,-1-1 0 0 0,1 1 0 0 0,0 0 0 0 0,1 0-1 0 0,-1 1 1 0 0,1-1 0 0 0,0 0 0 0 0,0 1 0 0 0,0 0 0 0 0,0-1-1 0 0,1 1 1 0 0,0 0 0 0 0,0 0 0 0 0,0 0 0 0 0,1-1 0 0 0,-1 1-1 0 0,1 0 1 0 0,1 5 0 0 0,-1 9-254 0 0,2 0 1 0 0,0-1-1 0 0,9 36 0 0 0,-8-42 156 0 0,1-1 0 0 0,0 0 0 0 0,0 0 0 0 0,1 0-1 0 0,1-1 1 0 0,0 0 0 0 0,0 0 0 0 0,1 0-1 0 0,0-1 1 0 0,1 0 0 0 0,0 0 0 0 0,0-1-1 0 0,12 9 1 0 0,-14-13 22 0 0,-1 0 1 0 0,1 0-1 0 0,0-1 1 0 0,0 0-1 0 0,0-1 1 0 0,0 1-1 0 0,0-1 1 0 0,1 0-1 0 0,-1-1 0 0 0,1 1 1 0 0,-1-1-1 0 0,1-1 1 0 0,0 1-1 0 0,-1-1 1 0 0,1 0-1 0 0,0-1 1 0 0,-1 1-1 0 0,1-2 0 0 0,0 1 1 0 0,-1 0-1 0 0,0-1 1 0 0,1 0-1 0 0,-1-1 1 0 0,10-5-1 0 0,-4 0-755 0 0,0 0 0 0 0,0 0 0 0 0,-2-2 0 0 0,1 1 1 0 0,-1-1-1 0 0,0-1 0 0 0,-1 0 0 0 0,0 0 0 0 0,7-13 0 0 0,1-2-4104 0 0</inkml:trace>
</inkml:ink>
</file>

<file path=ppt/ink/ink2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8.285"/>
    </inkml:context>
    <inkml:brush xml:id="br0">
      <inkml:brushProperty name="width" value="0.1" units="cm"/>
      <inkml:brushProperty name="height" value="0.1" units="cm"/>
      <inkml:brushProperty name="color" value="#F6630D"/>
    </inkml:brush>
  </inkml:definitions>
  <inkml:trace contextRef="#ctx0" brushRef="#br0">27 1 7834 0 0,'-2'1'247'0'0,"0"0"1"0"0,1 1-1 0 0,-1-1 1 0 0,0 1-1 0 0,0-1 1 0 0,1 1-1 0 0,-1 0 1 0 0,1 0 0 0 0,-1-1-1 0 0,1 1 1 0 0,0 0-1 0 0,0 0 1 0 0,0 1-1 0 0,0-1 1 0 0,0 0-1 0 0,0 0 1 0 0,1 0-1 0 0,-1 1 1 0 0,1-1-1 0 0,-1 0 1 0 0,1 1-1 0 0,0-1 1 0 0,0 0 0 0 0,0 1-1 0 0,0-1 1 0 0,0 0-1 0 0,1 1 1 0 0,-1-1-1 0 0,1 0 1 0 0,1 4-1 0 0,4 15 551 0 0,1 0 0 0 0,1 0 0 0 0,0-1 0 0 0,18 29 0 0 0,-20-38-749 0 0,1 0 0 0 0,1 0 0 0 0,0-1 0 0 0,0 0 0 0 0,1 0 0 0 0,0-1 0 0 0,1 0 0 0 0,21 14 0 0 0,-30-22-196 0 0,0 0 0 0 0,1 0 1 0 0,-1 0-1 0 0,1 0 0 0 0,0-1 0 0 0,-1 1 1 0 0,1 0-1 0 0,0-1 0 0 0,-1 0 1 0 0,1 1-1 0 0,0-1 0 0 0,-1 0 1 0 0,1 0-1 0 0,3 0 0 0 0,-4 0-23 0 0,0-1-1 0 0,0 1 1 0 0,0 0-1 0 0,-1-1 1 0 0,1 1-1 0 0,0-1 1 0 0,0 1-1 0 0,0-1 0 0 0,0 1 1 0 0,-1-1-1 0 0,1 0 1 0 0,0 1-1 0 0,-1-1 1 0 0,1 0-1 0 0,0 0 1 0 0,-1 1-1 0 0,1-1 1 0 0,-1 0-1 0 0,1-1 1 0 0,2-5-491 0 0,-1 1 0 0 0,-1-1 0 0 0,1 0 0 0 0,-1 1 0 0 0,0-1 0 0 0,0-7 0 0 0,1-6 1625 0 0,-1 13-643 0 0,10-55 2082 0 0,-10 57-2005 0 0,0 1 1 0 0,1-1 0 0 0,-1 1-1 0 0,1 0 1 0 0,0-1 0 0 0,0 1-1 0 0,0 0 1 0 0,1 0 0 0 0,-1 0-1 0 0,7-6 1 0 0,-9 10-326 0 0,1 0 0 0 0,0-1 0 0 0,-1 1 0 0 0,1 0 0 0 0,0 0 0 0 0,-1 0 0 0 0,1 0 1 0 0,0 0-1 0 0,0-1 0 0 0,-1 1 0 0 0,1 0 0 0 0,0 0 0 0 0,-1 1 0 0 0,1-1 0 0 0,0 0 0 0 0,-1 0 0 0 0,1 0 0 0 0,0 0 0 0 0,-1 1 0 0 0,1-1 0 0 0,0 0 0 0 0,-1 0 0 0 0,1 1 0 0 0,-1-1 0 0 0,1 1 0 0 0,0-1 0 0 0,-1 0 1 0 0,1 1-1 0 0,-1-1 0 0 0,1 1 0 0 0,-1 0 0 0 0,0-1 0 0 0,1 1 0 0 0,-1-1 0 0 0,1 2 0 0 0,16 23 695 0 0,-16-22-646 0 0,71 155 506 0 0,-39-80-7315 0 0,-21-50 135 0 0</inkml:trace>
</inkml:ink>
</file>

<file path=ppt/ink/ink2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8.776"/>
    </inkml:context>
    <inkml:brush xml:id="br0">
      <inkml:brushProperty name="width" value="0.1" units="cm"/>
      <inkml:brushProperty name="height" value="0.1" units="cm"/>
      <inkml:brushProperty name="color" value="#F6630D"/>
    </inkml:brush>
  </inkml:definitions>
  <inkml:trace contextRef="#ctx0" brushRef="#br0">66 0 5985 0 0,'-3'2'596'0'0,"0"0"-1"0"0,0 0 0 0 0,-1 0 0 0 0,2 1 1 0 0,-1-1-1 0 0,0 1 0 0 0,0 0 1 0 0,1 0-1 0 0,0-1 0 0 0,-4 7 0 0 0,2-2-79 0 0,1 0 0 0 0,-1-1 0 0 0,2 1 0 0 0,-5 15 0 0 0,3-1-60 0 0,1 0 0 0 0,-1 39 0 0 0,4-43-371 0 0,0 0 0 0 0,1 0 0 0 0,4 22 0 0 0,-4-35-211 0 0,0 1 0 0 0,0-1-1 0 0,0 1 1 0 0,1-1 0 0 0,-1 1 0 0 0,1-1 0 0 0,0 0 0 0 0,0 0-1 0 0,0 0 1 0 0,1 0 0 0 0,0 0 0 0 0,-1 0 0 0 0,1-1-1 0 0,0 0 1 0 0,1 1 0 0 0,-1-1 0 0 0,5 3 0 0 0,-6-5-86 0 0,-1 0 0 0 0,0 0 1 0 0,0-1-1 0 0,1 1 0 0 0,-1-1 1 0 0,1 1-1 0 0,-1-1 0 0 0,0 0 1 0 0,1 1-1 0 0,-1-1 0 0 0,1 0 1 0 0,-1 0-1 0 0,1 0 0 0 0,-1 0 1 0 0,0 0-1 0 0,1 0 0 0 0,-1-1 0 0 0,1 1 1 0 0,-1 0-1 0 0,0-1 0 0 0,1 1 1 0 0,-1-1-1 0 0,3-1 0 0 0,-2 1-77 0 0,0-1 1 0 0,0 0-1 0 0,0 0 0 0 0,0 0 0 0 0,0-1 0 0 0,0 1 0 0 0,0 0 0 0 0,-1-1 1 0 0,1 1-1 0 0,-1-1 0 0 0,2-3 0 0 0,1-3-79 0 0,-1-1 0 0 0,0 0 0 0 0,-1 0 0 0 0,0 0 0 0 0,1-18 0 0 0,-4-22 1555 0 0,0 40-431 0 0,0-1-1 0 0,0 1 0 0 0,1 0 1 0 0,1 0-1 0 0,-1-1 0 0 0,2 1 1 0 0,-1 0-1 0 0,2 0 0 0 0,-1 0 1 0 0,5-10-1 0 0,-7 19-602 0 0,1 0 1 0 0,-1 1 0 0 0,1-1-1 0 0,0 0 1 0 0,-1 0 0 0 0,1 0-1 0 0,0 0 1 0 0,-1 1 0 0 0,1-1-1 0 0,0 0 1 0 0,0 1 0 0 0,0-1-1 0 0,0 1 1 0 0,0-1 0 0 0,0 1-1 0 0,0-1 1 0 0,0 1 0 0 0,0 0-1 0 0,0-1 1 0 0,0 1 0 0 0,0 0-1 0 0,0 0 1 0 0,0 0 0 0 0,0-1-1 0 0,0 1 1 0 0,0 1 0 0 0,0-1-1 0 0,0 0 1 0 0,0 0 0 0 0,0 0-1 0 0,0 0 1 0 0,0 1 0 0 0,0-1-1 0 0,0 0 1 0 0,0 1-1 0 0,0-1 1 0 0,0 1 0 0 0,0-1-1 0 0,1 2 1 0 0,6 3 87 0 0,0 1 1 0 0,-1-1-1 0 0,13 14 1 0 0,2 1 53 0 0,-11-13-82 0 0,0-1 0 0 0,23 10 0 0 0,-3-7-1184 0 0,0-9-4976 0 0</inkml:trace>
</inkml:ink>
</file>

<file path=ppt/ink/ink2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9.346"/>
    </inkml:context>
    <inkml:brush xml:id="br0">
      <inkml:brushProperty name="width" value="0.1" units="cm"/>
      <inkml:brushProperty name="height" value="0.1" units="cm"/>
      <inkml:brushProperty name="color" value="#F6630D"/>
    </inkml:brush>
  </inkml:definitions>
  <inkml:trace contextRef="#ctx0" brushRef="#br0">8 148 920 0 0,'-7'-11'21878'0'0,"13"12"-21847"0"0,1 1 1 0 0,-1 0-1 0 0,0 0 0 0 0,0 0 0 0 0,0 1 0 0 0,0 0 0 0 0,-1 0 1 0 0,1 0-1 0 0,-1 1 0 0 0,1 0 0 0 0,-1 0 0 0 0,6 7 0 0 0,-1-2-24 0 0,-1 0 0 0 0,-1 0 0 0 0,0 1 0 0 0,0 1 0 0 0,11 19 0 0 0,-17-22 321 0 0,-10-14-7 0 0,-9-12-138 0 0,9 6-185 0 0,1 0 0 0 0,0-1 0 0 0,1 0 0 0 0,0 0 0 0 0,1-1 0 0 0,-4-17 0 0 0,8 23-386 0 0,-1 1-1 0 0,1-1 1 0 0,1 0 0 0 0,-1-1-1 0 0,2 1 1 0 0,-1 0 0 0 0,1 0-1 0 0,0 0 1 0 0,0 0 0 0 0,1 1-1 0 0,0-1 1 0 0,6-13 0 0 0,0 2-6600 0 0</inkml:trace>
</inkml:ink>
</file>

<file path=ppt/ink/ink2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9.805"/>
    </inkml:context>
    <inkml:brush xml:id="br0">
      <inkml:brushProperty name="width" value="0.1" units="cm"/>
      <inkml:brushProperty name="height" value="0.1" units="cm"/>
      <inkml:brushProperty name="color" value="#F6630D"/>
    </inkml:brush>
  </inkml:definitions>
  <inkml:trace contextRef="#ctx0" brushRef="#br0">107 24 12443 0 0,'0'-1'172'0'0,"-1"0"1"0"0,1 0-1 0 0,0-1 0 0 0,-1 1 1 0 0,1 0-1 0 0,0 0 1 0 0,-1 0-1 0 0,1 0 1 0 0,-1 0-1 0 0,0 0 0 0 0,1 0 1 0 0,-1 0-1 0 0,0 0 1 0 0,0 0-1 0 0,0 1 1 0 0,0-1-1 0 0,1 0 1 0 0,-1 0-1 0 0,0 1 0 0 0,0-1 1 0 0,0 0-1 0 0,-1 1 1 0 0,1-1-1 0 0,0 1 1 0 0,0 0-1 0 0,0-1 0 0 0,0 1 1 0 0,0 0-1 0 0,0-1 1 0 0,-1 1-1 0 0,1 0 1 0 0,0 0-1 0 0,0 0 1 0 0,0 0-1 0 0,-1 0 0 0 0,1 1 1 0 0,0-1-1 0 0,0 0 1 0 0,0 0-1 0 0,0 1 1 0 0,0-1-1 0 0,-1 1 0 0 0,1-1 1 0 0,0 1-1 0 0,0-1 1 0 0,0 1-1 0 0,0 0 1 0 0,0-1-1 0 0,1 1 1 0 0,-1 0-1 0 0,-1 1 0 0 0,-3 2-56 0 0,0 0-1 0 0,1 0 0 0 0,0 1 1 0 0,0-1-1 0 0,0 1 0 0 0,0 0 0 0 0,1 0 1 0 0,0 0-1 0 0,-3 7 0 0 0,2-1-100 0 0,1-1-1 0 0,0 1 1 0 0,1 1 0 0 0,0-1-1 0 0,0 12 1 0 0,2-20-23 0 0,-1 0-1 0 0,1 1 0 0 0,0-1 1 0 0,0 0-1 0 0,0 0 1 0 0,1 0-1 0 0,-1 0 0 0 0,1 1 1 0 0,0-1-1 0 0,0 0 1 0 0,0 0-1 0 0,0 0 1 0 0,0 0-1 0 0,0-1 0 0 0,1 1 1 0 0,0 0-1 0 0,-1 0 1 0 0,1-1-1 0 0,0 1 1 0 0,0-1-1 0 0,0 0 0 0 0,5 4 1 0 0,-6-5-45 0 0,0 0 1 0 0,1-1-1 0 0,-1 1 1 0 0,1 0-1 0 0,-1-1 0 0 0,1 1 1 0 0,-1-1-1 0 0,1 0 1 0 0,-1 1-1 0 0,1-1 1 0 0,-1 0-1 0 0,1 0 1 0 0,-1 0-1 0 0,1 0 0 0 0,-1 0 1 0 0,1 0-1 0 0,-1 0 1 0 0,1-1-1 0 0,0 1 1 0 0,-1-1-1 0 0,0 1 1 0 0,1-1-1 0 0,-1 1 0 0 0,1-1 1 0 0,-1 0-1 0 0,0 1 1 0 0,1-1-1 0 0,-1 0 1 0 0,0 0-1 0 0,0 0 1 0 0,0 0-1 0 0,2-2 0 0 0,2-4-132 0 0,0 0-1 0 0,-1 0 0 0 0,0 0 1 0 0,0-1-1 0 0,3-9 1 0 0,-5 12 387 0 0,0 0 1 0 0,1-1-1 0 0,-1 1 0 0 0,1 1 1 0 0,0-1-1 0 0,7-8 1 0 0,-9 12-156 0 0,-1 1-1 0 0,1-1 1 0 0,-1 1 0 0 0,1 0-1 0 0,0-1 1 0 0,-1 1 0 0 0,1 0-1 0 0,0 0 1 0 0,-1-1 0 0 0,1 1-1 0 0,0 0 1 0 0,-1 0 0 0 0,1 0-1 0 0,0 0 1 0 0,0 0 0 0 0,-1 0-1 0 0,1 0 1 0 0,0 0 0 0 0,0 0 0 0 0,-1 0-1 0 0,1 0 1 0 0,0 0 0 0 0,-1 1-1 0 0,1-1 1 0 0,1 1 0 0 0,17 15 380 0 0,8 25-200 0 0,-19-22-183 0 0,0 0 0 0 0,-1 0 0 0 0,0 0 0 0 0,-2 1 0 0 0,0 0 0 0 0,-2 1 0 0 0,0-1 0 0 0,-1 0 0 0 0,-1 1 0 0 0,-1 0 0 0 0,-4 35 0 0 0,-3-9-530 0 0,-2-1-1 0 0,-2 0 1 0 0,-33 88 0 0 0</inkml:trace>
</inkml:ink>
</file>

<file path=ppt/ink/ink2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0.170"/>
    </inkml:context>
    <inkml:brush xml:id="br0">
      <inkml:brushProperty name="width" value="0.1" units="cm"/>
      <inkml:brushProperty name="height" value="0.1" units="cm"/>
      <inkml:brushProperty name="color" value="#F6630D"/>
    </inkml:brush>
  </inkml:definitions>
  <inkml:trace contextRef="#ctx0" brushRef="#br0">1 277 9674 0 0,'1'1'280'0'0,"0"0"0"0"0,-1 0 1 0 0,1 0-1 0 0,0 0 0 0 0,0 0 0 0 0,0-1 1 0 0,0 1-1 0 0,0 0 0 0 0,0-1 0 0 0,0 1 0 0 0,0-1 1 0 0,1 1-1 0 0,-1-1 0 0 0,0 0 0 0 0,0 1 1 0 0,0-1-1 0 0,0 0 0 0 0,1 0 0 0 0,-1 0 0 0 0,0 0 1 0 0,0 0-1 0 0,1 0 0 0 0,-1 0 0 0 0,0 0 0 0 0,0 0 1 0 0,0 0-1 0 0,1-1 0 0 0,0 0 0 0 0,1 1 75 0 0,0-1 0 0 0,0 0 0 0 0,1 0 0 0 0,-1-1 0 0 0,0 1 0 0 0,0 0 0 0 0,0-1 0 0 0,-1 0 0 0 0,5-3 0 0 0,-3 0-192 0 0,-1 0-1 0 0,1 0 1 0 0,-1-1 0 0 0,0 1-1 0 0,0-1 1 0 0,0 0 0 0 0,-1 0-1 0 0,0 0 1 0 0,0 0 0 0 0,-1 0-1 0 0,2-9 1 0 0,-1-3-171 0 0,0 0-1 0 0,-1-32 1 0 0,-1 40-40 0 0,-1 0 1 0 0,0 0-1 0 0,0 0 0 0 0,-1 0 0 0 0,0 0 1 0 0,-1 1-1 0 0,0-1 0 0 0,-6-12 1 0 0,9 22 49 0 0,0-1 1 0 0,0 1 0 0 0,0 0-1 0 0,0 0 1 0 0,0-1 0 0 0,0 1-1 0 0,0 0 1 0 0,-1 0 0 0 0,1 0-1 0 0,0-1 1 0 0,0 1-1 0 0,0 0 1 0 0,0 0 0 0 0,-1-1-1 0 0,1 1 1 0 0,0 0 0 0 0,0 0-1 0 0,0 0 1 0 0,-1 0 0 0 0,1 0-1 0 0,0-1 1 0 0,0 1 0 0 0,-1 0-1 0 0,1 0 1 0 0,0 0 0 0 0,0 0-1 0 0,-1 0 1 0 0,1 0 0 0 0,0 0-1 0 0,0 0 1 0 0,-1 0 0 0 0,1 0-1 0 0,0 0 1 0 0,0 0 0 0 0,-1 0-1 0 0,1 0 1 0 0,0 0 0 0 0,0 0-1 0 0,-1 0 1 0 0,1 0 0 0 0,-1 0-1 0 0,-4 13-124 0 0,1 18-51 0 0,4-15 157 0 0,1-1 0 0 0,0 1 0 0 0,1 0 1 0 0,0-1-1 0 0,1 0 0 0 0,1 1 1 0 0,1-1-1 0 0,11 26 0 0 0,-14-35 23 0 0,1-1 0 0 0,1 0-1 0 0,-1 0 1 0 0,1 0 0 0 0,-1 0-1 0 0,2 0 1 0 0,-1-1-1 0 0,0 1 1 0 0,1-1 0 0 0,0 0-1 0 0,6 3 1 0 0,-7-4-3 0 0,0-2 0 0 0,0 1 0 0 0,0 0 0 0 0,1-1 0 0 0,-1 0-1 0 0,0 0 1 0 0,1 0 0 0 0,-1 0 0 0 0,1-1 0 0 0,0 0 0 0 0,-1 0 0 0 0,1 0 0 0 0,-1 0 0 0 0,1-1 0 0 0,-1 1 0 0 0,9-4 0 0 0,-5 1-122 0 0,0 0 1 0 0,0 0-1 0 0,0-1 1 0 0,0 0-1 0 0,-1-1 1 0 0,0 0-1 0 0,1 0 1 0 0,6-7-1 0 0,47-52-902 0 0,-51 53 1031 0 0,17-21-33 0 0</inkml:trace>
</inkml:ink>
</file>

<file path=ppt/ink/ink2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1.234"/>
    </inkml:context>
    <inkml:brush xml:id="br0">
      <inkml:brushProperty name="width" value="0.1" units="cm"/>
      <inkml:brushProperty name="height" value="0.1" units="cm"/>
      <inkml:brushProperty name="color" value="#F6630D"/>
    </inkml:brush>
  </inkml:definitions>
  <inkml:trace contextRef="#ctx0" brushRef="#br0">24 1 10594 0 0,'-14'12'11824'0'0,"12"-10"-11038"0"0,-4 11-393 0 0,5-1 57 0 0,1 1 0 0 0,0-1 0 0 0,4 19 0 0 0,-1-16-364 0 0,1-1 0 0 0,0 0-1 0 0,7 15 1 0 0,-1-2-20 0 0,108 240-204 0 0,-21-57-5 0 0,-54-99-68 0 0,-12-28-357 0 0,3-1 1 0 0,66 113 0 0 0,-72-156 252 0 0,-3-6-883 0 0,-12-10-2504 0 0</inkml:trace>
</inkml:ink>
</file>

<file path=ppt/ink/ink2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1.566"/>
    </inkml:context>
    <inkml:brush xml:id="br0">
      <inkml:brushProperty name="width" value="0.1" units="cm"/>
      <inkml:brushProperty name="height" value="0.1" units="cm"/>
      <inkml:brushProperty name="color" value="#F6630D"/>
    </inkml:brush>
  </inkml:definitions>
  <inkml:trace contextRef="#ctx0" brushRef="#br0">43 169 4145 0 0,'-4'-3'1335'0'0,"-1"0"-1"0"0,1 0 1 0 0,0 0 0 0 0,0-1-1 0 0,1 1 1 0 0,-1-1 0 0 0,1 0-1 0 0,0 0 1 0 0,-5-9 0 0 0,8 12-1189 0 0,1 0 0 0 0,-1 1 0 0 0,1-1 1 0 0,0 0-1 0 0,0 1 0 0 0,-1-1 0 0 0,1 1 0 0 0,0-1 1 0 0,0 1-1 0 0,0-1 0 0 0,0 1 0 0 0,0 0 1 0 0,-1-1-1 0 0,1 1 0 0 0,0 0 0 0 0,0-1 0 0 0,0 1 1 0 0,0 0-1 0 0,0 0 0 0 0,0 0 0 0 0,0 0 0 0 0,0 0 1 0 0,2 1-1 0 0,24-2 524 0 0,-20 2-591 0 0,0 0-1 0 0,0 0 1 0 0,0 1-1 0 0,0 0 1 0 0,-1 0 0 0 0,1 1-1 0 0,0-1 1 0 0,-1 1-1 0 0,10 7 1 0 0,2 2-3 0 0,29 27 0 0 0,-35-28-57 0 0,-1-1-1 0 0,1-1 0 0 0,0 0 1 0 0,1-1-1 0 0,27 14 1 0 0,-39-21 0 0 0,1-1 0 0 0,0 1 1 0 0,-1 0-1 0 0,1-1 1 0 0,0 1-1 0 0,0-1 1 0 0,0 0-1 0 0,0 0 1 0 0,0 1-1 0 0,-1-1 0 0 0,1 0 1 0 0,0-1-1 0 0,0 1 1 0 0,0 0-1 0 0,0 0 1 0 0,0-1-1 0 0,-1 1 1 0 0,1-1-1 0 0,0 0 1 0 0,0 1-1 0 0,-1-1 0 0 0,1 0 1 0 0,0 0-1 0 0,-1 0 1 0 0,1 0-1 0 0,-1 0 1 0 0,0-1-1 0 0,1 1 1 0 0,-1 0-1 0 0,0-1 0 0 0,1 1 1 0 0,-1-1-1 0 0,0 1 1 0 0,0-1-1 0 0,0 0 1 0 0,-1 1-1 0 0,1-1 1 0 0,0 0-1 0 0,-1 1 1 0 0,1-1-1 0 0,-1 0 0 0 0,1-3 1 0 0,2-10 90 0 0,0 1 1 0 0,-1-1 0 0 0,-1 0-1 0 0,0-19 1 0 0,-1 19-156 0 0,2-72-2101 0 0,-1 54-5737 0 0</inkml:trace>
</inkml:ink>
</file>

<file path=ppt/ink/ink2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2.129"/>
    </inkml:context>
    <inkml:brush xml:id="br0">
      <inkml:brushProperty name="width" value="0.1" units="cm"/>
      <inkml:brushProperty name="height" value="0.1" units="cm"/>
      <inkml:brushProperty name="color" value="#F6630D"/>
    </inkml:brush>
  </inkml:definitions>
  <inkml:trace contextRef="#ctx0" brushRef="#br0">112 0 8290 0 0,'-4'0'456'0'0,"0"1"-1"0"0,0-1 1 0 0,0 0 0 0 0,0 1-1 0 0,1 0 1 0 0,-1 0 0 0 0,0 0 0 0 0,1 0-1 0 0,-1 1 1 0 0,0 0 0 0 0,1-1 0 0 0,0 1-1 0 0,-1 0 1 0 0,1 1 0 0 0,-4 2 0 0 0,3-1-169 0 0,0 1 0 0 0,0-1 1 0 0,1 1-1 0 0,-1 0 1 0 0,1 0-1 0 0,0 0 0 0 0,1 0 1 0 0,-1 0-1 0 0,-2 8 1 0 0,2 0-44 0 0,-1 0 1 0 0,1 0-1 0 0,1 1 1 0 0,1-1 0 0 0,0 1-1 0 0,0-1 1 0 0,4 27-1 0 0,-1-25-122 0 0,1 0-1 0 0,1 0 1 0 0,0-1-1 0 0,1 0 1 0 0,1 0-1 0 0,0 0 0 0 0,1 0 1 0 0,16 23-1 0 0,-18-28-102 0 0,2-1 0 0 0,-1 0 0 0 0,1-1 0 0 0,0 0 0 0 0,0 0 0 0 0,1 0 0 0 0,0-1-1 0 0,0 0 1 0 0,1 0 0 0 0,0-1 0 0 0,0 0 0 0 0,0-1 0 0 0,0 0 0 0 0,12 4 0 0 0,-17-8-176 0 0,1 1 1 0 0,-1-1-1 0 0,0 0 1 0 0,0 0 0 0 0,1 0-1 0 0,-1-1 1 0 0,0 1-1 0 0,0-1 1 0 0,0 0-1 0 0,0 0 1 0 0,0-1 0 0 0,0 1-1 0 0,0-1 1 0 0,0 0-1 0 0,-1 0 1 0 0,1 0-1 0 0,0 0 1 0 0,-1-1 0 0 0,0 1-1 0 0,0-1 1 0 0,1 0-1 0 0,-2 0 1 0 0,5-4 0 0 0,9-12-1115 0 0</inkml:trace>
</inkml:ink>
</file>

<file path=ppt/ink/ink2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2.401"/>
    </inkml:context>
    <inkml:brush xml:id="br0">
      <inkml:brushProperty name="width" value="0.1" units="cm"/>
      <inkml:brushProperty name="height" value="0.1" units="cm"/>
      <inkml:brushProperty name="color" value="#F6630D"/>
    </inkml:brush>
  </inkml:definitions>
  <inkml:trace contextRef="#ctx0" brushRef="#br0">3 0 1376 0 0,'-3'26'19739'0'0,"5"-25"-19319"0"0,9 14-1487 0 0,19 36 2785 0 0,-18-29-1504 0 0,1 0 0 0 0,17 23 0 0 0,-26-41-267 0 0,0 1 0 0 0,0 0 0 0 0,1-1-1 0 0,-1 0 1 0 0,1 0 0 0 0,-1 0 0 0 0,1-1 0 0 0,1 1-1 0 0,-1-1 1 0 0,0 0 0 0 0,1-1 0 0 0,-1 1 0 0 0,13 2-1 0 0,-17-5-154 0 0,0 0 0 0 0,0 0-1 0 0,0 0 1 0 0,0 0-1 0 0,1 0 1 0 0,-1 0-1 0 0,0 0 1 0 0,0 0-1 0 0,0 0 1 0 0,0-1 0 0 0,0 1-1 0 0,0-1 1 0 0,0 1-1 0 0,0-1 1 0 0,0 1-1 0 0,1-1 1 0 0</inkml:trace>
</inkml:ink>
</file>

<file path=ppt/ink/ink2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2.874"/>
    </inkml:context>
    <inkml:brush xml:id="br0">
      <inkml:brushProperty name="width" value="0.1" units="cm"/>
      <inkml:brushProperty name="height" value="0.1" units="cm"/>
      <inkml:brushProperty name="color" value="#F6630D"/>
    </inkml:brush>
  </inkml:definitions>
  <inkml:trace contextRef="#ctx0" brushRef="#br0">1 242 10594 0 0,'0'0'1137'0'0,"18"-26"3796"0"0,-14 18-4635 0 0,0-1 0 0 0,0 0 1 0 0,-1 0-1 0 0,0 0 0 0 0,0 0 1 0 0,-1 0-1 0 0,1-11 0 0 0,2-70-4617 0 0,-4 64 2215 0 0,-1 8-2609 0 0</inkml:trace>
</inkml:ink>
</file>

<file path=ppt/ink/ink2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3.114"/>
    </inkml:context>
    <inkml:brush xml:id="br0">
      <inkml:brushProperty name="width" value="0.1" units="cm"/>
      <inkml:brushProperty name="height" value="0.1" units="cm"/>
      <inkml:brushProperty name="color" value="#F6630D"/>
    </inkml:brush>
  </inkml:definitions>
  <inkml:trace contextRef="#ctx0" brushRef="#br0">24 0 5065 0 0,'-1'1'562'0'0,"-1"0"0"0"0,0 0 0 0 0,1 0-1 0 0,-1 0 1 0 0,1 0 0 0 0,0 0 0 0 0,-1 0 0 0 0,1 1-1 0 0,0-1 1 0 0,0 0 0 0 0,0 1 0 0 0,0-1 0 0 0,0 1-1 0 0,0 0 1 0 0,0-1 0 0 0,0 1 0 0 0,1-1 0 0 0,-1 1 0 0 0,1 0-1 0 0,-1 0 1 0 0,1 2 0 0 0,-1 0-95 0 0,1 1 0 0 0,0-1 0 0 0,0 1 0 0 0,1-1 0 0 0,0 1 0 0 0,-1-1 0 0 0,2 1 0 0 0,1 5 0 0 0,4 9-207 0 0,1-1 1 0 0,22 34-1 0 0,-28-48 44 0 0,11 17-318 0 0,1-1 0 0 0,1 0 0 0 0,1-1 0 0 0,0-1 0 0 0,1 0 0 0 0,1-1 0 0 0,21 14 0 0 0,-29-26-1491 0 0</inkml:trace>
</inkml:ink>
</file>

<file path=ppt/ink/ink2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3.492"/>
    </inkml:context>
    <inkml:brush xml:id="br0">
      <inkml:brushProperty name="width" value="0.1" units="cm"/>
      <inkml:brushProperty name="height" value="0.1" units="cm"/>
      <inkml:brushProperty name="color" value="#F6630D"/>
    </inkml:brush>
  </inkml:definitions>
  <inkml:trace contextRef="#ctx0" brushRef="#br0">0 152 3225 0 0,'7'-4'11145'0'0,"21"9"-8057"0"0,13 10-464 0 0,21 8-703 0 0,-58-21-1869 0 0,0 0 0 0 0,-1 0 0 0 0,1 0 0 0 0,-1 1 0 0 0,1-1 1 0 0,-1 1-1 0 0,0 0 0 0 0,0 0 0 0 0,0 0 0 0 0,-1 0 1 0 0,1 1-1 0 0,3 5 0 0 0,-4 1 25 0 0,-10-12 0 0 0,-10-12 29 0 0,14 6-135 0 0,0 1 0 0 0,0-1 0 0 0,1 0 1 0 0,0 0-1 0 0,1 0 0 0 0,0-1 0 0 0,0 1 0 0 0,1 0 0 0 0,-1-18 1 0 0,2 4-1220 0 0,1-1 1 0 0,5-34 0 0 0,-1 31-5661 0 0</inkml:trace>
</inkml:ink>
</file>

<file path=ppt/ink/ink2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3.920"/>
    </inkml:context>
    <inkml:brush xml:id="br0">
      <inkml:brushProperty name="width" value="0.1" units="cm"/>
      <inkml:brushProperty name="height" value="0.1" units="cm"/>
      <inkml:brushProperty name="color" value="#F6630D"/>
    </inkml:brush>
  </inkml:definitions>
  <inkml:trace contextRef="#ctx0" brushRef="#br0">0 202 1376 0 0,'10'-1'16896'0'0,"-1"2"-16406"0"0,1 1 0 0 0,-1 0 0 0 0,0 0 0 0 0,0 1 0 0 0,0 0 0 0 0,0 1 0 0 0,0 0-1 0 0,12 9 1 0 0,-12-7-435 0 0,0 0-1 0 0,-1 1 1 0 0,0 1-1 0 0,0-1 1 0 0,-1 1-1 0 0,0 1 0 0 0,-1-1 1 0 0,0 1-1 0 0,0 0 1 0 0,0 1-1 0 0,-2-1 1 0 0,6 14-1 0 0,-6-12-87 0 0,9 23-182 0 0,-13-33 208 0 0,1 0 1 0 0,-1 0-1 0 0,1 0 1 0 0,-1 0-1 0 0,1 0 1 0 0,0 0-1 0 0,-1 0 1 0 0,1 0-1 0 0,0 0 1 0 0,0 0-1 0 0,0 0 0 0 0,0 0 1 0 0,0 0-1 0 0,0-1 1 0 0,0 1-1 0 0,0 0 1 0 0,0-1-1 0 0,0 1 1 0 0,0-1-1 0 0,0 1 0 0 0,2 0 1 0 0,-3-3 23 0 0,1 0 0 0 0,-1 1 0 0 0,0-1-1 0 0,0 1 1 0 0,0-1 0 0 0,0 1 0 0 0,0-1 0 0 0,0 0 0 0 0,-1 1 0 0 0,1-1 0 0 0,-1 1-1 0 0,1-1 1 0 0,-1 1 0 0 0,1 0 0 0 0,-1-1 0 0 0,-1-1 0 0 0,1-2 32 0 0,-5-15-34 0 0,2 0 0 0 0,0-1 0 0 0,1 1 0 0 0,1-1 0 0 0,1 0-1 0 0,1 0 1 0 0,3-23 0 0 0,-1 27-374 0 0,1 1-1 0 0,1-1 1 0 0,0 1-1 0 0,1 0 1 0 0,0 0-1 0 0,2 0 1 0 0,0 1 0 0 0,0 0-1 0 0,14-19 1 0 0,-8 16-6832 0 0</inkml:trace>
</inkml:ink>
</file>

<file path=ppt/ink/ink2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4.668"/>
    </inkml:context>
    <inkml:brush xml:id="br0">
      <inkml:brushProperty name="width" value="0.1" units="cm"/>
      <inkml:brushProperty name="height" value="0.1" units="cm"/>
      <inkml:brushProperty name="color" value="#F6630D"/>
    </inkml:brush>
  </inkml:definitions>
  <inkml:trace contextRef="#ctx0" brushRef="#br0">19 463 10594 0 0,'26'-38'5203'0'0,"-20"22"-4340"0"0,0 0 0 0 0,-1 0 0 0 0,-1 0 0 0 0,0 0 0 0 0,-1-1 0 0 0,1-22 0 0 0,-3 31-810 0 0,-1 0-1 0 0,0 0 0 0 0,0 1 0 0 0,-1-1 0 0 0,0 0 0 0 0,-1 0 0 0 0,1 1 1 0 0,-1-1-1 0 0,-1 0 0 0 0,1 1 0 0 0,-2 0 0 0 0,1 0 0 0 0,-1 0 1 0 0,1 0-1 0 0,-10-10 0 0 0,13 16-77 0 0,-1 0 0 0 0,1 0 0 0 0,-1 0 0 0 0,0 0 0 0 0,1 0 0 0 0,-1 1 0 0 0,0-1 0 0 0,0 0 1 0 0,0 1-1 0 0,0-1 0 0 0,1 0 0 0 0,-1 1 0 0 0,0-1 0 0 0,0 1 0 0 0,0 0 0 0 0,0-1 0 0 0,0 1 0 0 0,0 0 0 0 0,0-1 0 0 0,0 1 1 0 0,0 0-1 0 0,-1 0 0 0 0,1 0 0 0 0,-2 0 0 0 0,2 1-24 0 0,0-1 0 0 0,1 1 0 0 0,-1 0 0 0 0,0 0 1 0 0,0-1-1 0 0,0 1 0 0 0,1 0 0 0 0,-1 0 0 0 0,0 0 0 0 0,1 0 0 0 0,-1 0 1 0 0,1 0-1 0 0,-1 0 0 0 0,1 0 0 0 0,0 0 0 0 0,-1 0 0 0 0,1 0 0 0 0,0 3 0 0 0,-1 4-171 0 0,0-1 1 0 0,0 1-1 0 0,1 0 0 0 0,0 0 0 0 0,2 11 0 0 0,0-12 174 0 0,0 1-1 0 0,0-1 1 0 0,1 0 0 0 0,0 0 0 0 0,0 0 0 0 0,1-1 0 0 0,0 1 0 0 0,0-1 0 0 0,0 0 0 0 0,1 0 0 0 0,0 0 0 0 0,0 0 0 0 0,1-1 0 0 0,0 0 0 0 0,0 0 0 0 0,0-1 0 0 0,7 5 0 0 0,-7-6 45 0 0,-1 0 0 0 0,0 0 0 0 0,1-1 0 0 0,-1 1 0 0 0,1-1 1 0 0,0-1-1 0 0,0 1 0 0 0,-1-1 0 0 0,1 0 0 0 0,0 0 0 0 0,0-1 1 0 0,0 0-1 0 0,0 0 0 0 0,0 0 0 0 0,0-1 0 0 0,0 0 0 0 0,0 0 1 0 0,0 0-1 0 0,0-1 0 0 0,0 0 0 0 0,-1 0 0 0 0,8-4 0 0 0,-8 3-256 0 0,0-1-1 0 0,0 0 0 0 0,-1 0 1 0 0,1 0-1 0 0,-1-1 1 0 0,0 1-1 0 0,0-1 0 0 0,-1 0 1 0 0,0 0-1 0 0,6-10 0 0 0,23-63-3005 0 0,-18 41 1948 0 0,0 9 208 0 0,7-21 183 0 0,-9 17 14648 0 0,-7 40-14138 0 0,0 0 531 0 0,-1 0 0 0 0,0 0 0 0 0,0 0 1 0 0,-1 1-1 0 0,3 9 0 0 0,-5-12-153 0 0,1 0 0 0 0,-1 0 1 0 0,1-1-1 0 0,1 1 0 0 0,-1-1 0 0 0,1 0 0 0 0,0 1 0 0 0,0-1 0 0 0,1 0 1 0 0,-1-1-1 0 0,6 6 0 0 0,-9-10 27 0 0,1 1 0 0 0,-1-1 0 0 0,0 0 0 0 0,1 0-1 0 0,-1 1 1 0 0,1-1 0 0 0,-1 0 0 0 0,0 0 0 0 0,1 0 0 0 0,-1 1 0 0 0,1-1 0 0 0,-1 0 0 0 0,1 0 0 0 0,-1 0 0 0 0,1 0-1 0 0,-1 0 1 0 0,1 0 0 0 0,-1 0 0 0 0,1 0 0 0 0,-1 0 0 0 0,1 0 0 0 0,-1 0 0 0 0,1-1 0 0 0,-1 1 0 0 0,0 0 0 0 0,1 0-1 0 0,-1 0 1 0 0,1 0 0 0 0,-1-1 0 0 0,1 1 0 0 0,0-1 0 0 0,11-16-284 0 0,3-23-217 0 0,-14 38 484 0 0,1-8-105 0 0,0-1 1 0 0,-1 0-1 0 0,0-13 1 0 0,-1 17 277 0 0,0 0-1 0 0,1 0 1 0 0,0 0 0 0 0,0 0 0 0 0,0 0 0 0 0,0 0 0 0 0,1 0 0 0 0,1 1 0 0 0,-1-1-1 0 0,4-6 1 0 0,-6 13-133 0 0,1 0-1 0 0,-1 0 1 0 0,1 0-1 0 0,-1 0 1 0 0,0 0 0 0 0,1 0-1 0 0,-1 0 1 0 0,1 0-1 0 0,-1 0 1 0 0,1 0-1 0 0,-1 0 1 0 0,0 0-1 0 0,1 0 1 0 0,-1 1 0 0 0,1-1-1 0 0,-1 0 1 0 0,0 0-1 0 0,1 0 1 0 0,-1 1-1 0 0,0-1 1 0 0,1 0-1 0 0,-1 0 1 0 0,0 1-1 0 0,1-1 1 0 0,-1 0 0 0 0,0 0-1 0 0,1 1 1 0 0,-1-1-1 0 0,0 0 1 0 0,0 1-1 0 0,1-1 1 0 0,-1 1-1 0 0,0 0 1 0 0,13 15-40 0 0,-12-14 53 0 0,7 8-173 0 0,0-1 1 0 0,0 0-1 0 0,1 0 1 0 0,0-1-1 0 0,0 0 1 0 0,1 0 0 0 0,0-1-1 0 0,1-1 1 0 0,-1 1-1 0 0,1-2 1 0 0,0 0-1 0 0,1 0 1 0 0,-1-1-1 0 0,1 0 1 0 0,24 4 0 0 0,-22-7-2061 0 0</inkml:trace>
</inkml:ink>
</file>

<file path=ppt/ink/ink2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4.873"/>
    </inkml:context>
    <inkml:brush xml:id="br0">
      <inkml:brushProperty name="width" value="0.1" units="cm"/>
      <inkml:brushProperty name="height" value="0.1" units="cm"/>
      <inkml:brushProperty name="color" value="#F6630D"/>
    </inkml:brush>
  </inkml:definitions>
  <inkml:trace contextRef="#ctx0" brushRef="#br0">35 76 10138 0 0,'-7'-17'691'0'0,"-7"-22"-165"0"0,0 20 7088 0 0,15 29-6083 0 0,3 11-614 0 0,4 3-568 0 0,1 0 1 0 0,2-1 0 0 0,0 1 0 0 0,2-2 0 0 0,0 0 0 0 0,18 22 0 0 0,17 7-2162 0 0,7-8-3694 0 0,-37-31-1608 0 0</inkml:trace>
</inkml:ink>
</file>

<file path=ppt/ink/ink2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5.127"/>
    </inkml:context>
    <inkml:brush xml:id="br0">
      <inkml:brushProperty name="width" value="0.1" units="cm"/>
      <inkml:brushProperty name="height" value="0.1" units="cm"/>
      <inkml:brushProperty name="color" value="#F6630D"/>
    </inkml:brush>
  </inkml:definitions>
  <inkml:trace contextRef="#ctx0" brushRef="#br0">5 65 6913 0 0,'-4'21'706'0'0,"4"-17"-78"0"0,0-1 0 0 0,0 0 0 0 0,0 0 0 0 0,0 0-1 0 0,1 0 1 0 0,-1 1 0 0 0,1-1 0 0 0,1 3 0 0 0,-2-5-373 0 0,1 0 0 0 0,-1 0 0 0 0,1 0 0 0 0,-1 0 0 0 0,1 0-1 0 0,0 0 1 0 0,-1 0 0 0 0,1 0 0 0 0,0 0 0 0 0,0 0 0 0 0,0 0 0 0 0,0-1 0 0 0,-1 1 0 0 0,1 0-1 0 0,0-1 1 0 0,0 1 0 0 0,0-1 0 0 0,1 1 0 0 0,-1-1 0 0 0,0 1 0 0 0,2 0 0 0 0,-1-1-198 0 0,0 0 0 0 0,0 0 0 0 0,0 0 0 0 0,0 0 0 0 0,0 0 0 0 0,0 0 0 0 0,0-1 0 0 0,0 1 0 0 0,0-1 0 0 0,3 0 1 0 0,4-4 177 0 0,-1 0 1 0 0,0 0 0 0 0,0-1 0 0 0,0 0-1 0 0,-1 0 1 0 0,0-1 0 0 0,0 1 0 0 0,0-2-1 0 0,-1 1 1 0 0,8-13 0 0 0,31-31-3903 0 0</inkml:trace>
</inkml:ink>
</file>

<file path=ppt/ink/ink2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1.647"/>
    </inkml:context>
    <inkml:brush xml:id="br0">
      <inkml:brushProperty name="width" value="0.1" units="cm"/>
      <inkml:brushProperty name="height" value="0.1" units="cm"/>
      <inkml:brushProperty name="color" value="#F6630D"/>
    </inkml:brush>
  </inkml:definitions>
  <inkml:trace contextRef="#ctx0" brushRef="#br0">53 61 9218 0 0,'-1'-5'759'0'0,"0"1"-1"0"0,-1-1 1 0 0,0 0-1 0 0,0 0 1 0 0,0 1 0 0 0,0-1-1 0 0,-1 1 1 0 0,0-1-1 0 0,0 1 1 0 0,0 0 0 0 0,-7-7-1 0 0,10 11-700 0 0,-1 1-1 0 0,1-1 0 0 0,0 0 1 0 0,-1 0-1 0 0,1 0 0 0 0,-1 0 1 0 0,1 1-1 0 0,-1-1 0 0 0,1 0 1 0 0,0 0-1 0 0,-1 1 1 0 0,1-1-1 0 0,0 0 0 0 0,-1 0 1 0 0,1 1-1 0 0,0-1 0 0 0,-1 0 1 0 0,1 1-1 0 0,0-1 0 0 0,-1 1 1 0 0,1-1-1 0 0,0 0 0 0 0,0 1 1 0 0,0-1-1 0 0,0 1 1 0 0,-1-1-1 0 0,1 1 0 0 0,0-1 1 0 0,0 1-1 0 0,0-1 0 0 0,0 0 1 0 0,0 1-1 0 0,0-1 0 0 0,0 1 1 0 0,-3 20 436 0 0,3-20-406 0 0,-4 56 37 0 0,2-1-1 0 0,2 1 1 0 0,4 0-1 0 0,1-1 0 0 0,3 1 1 0 0,3-2-1 0 0,1 1 1 0 0,28 70-1 0 0,-35-112-99 0 0,1-1 0 0 0,1 0-1 0 0,0 0 1 0 0,0-1-1 0 0,1 0 1 0 0,1 0 0 0 0,0-1-1 0 0,19 18 1 0 0,-24-25-76 0 0,0-1 0 0 0,0 0 0 0 0,0 0 0 0 0,1 0 1 0 0,-1-1-1 0 0,1 1 0 0 0,-1-1 0 0 0,1 0 0 0 0,0 0 0 0 0,0-1 0 0 0,0 0 1 0 0,0 1-1 0 0,0-2 0 0 0,0 1 0 0 0,0-1 0 0 0,0 1 0 0 0,0-1 0 0 0,0-1 0 0 0,0 1 1 0 0,0-1-1 0 0,0 0 0 0 0,0 0 0 0 0,0 0 0 0 0,0-1 0 0 0,0 1 0 0 0,-1-1 0 0 0,1-1 1 0 0,5-2-1 0 0,14-12-1890 0 0,-3-5-4925 0 0</inkml:trace>
</inkml:ink>
</file>

<file path=ppt/ink/ink2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1.885"/>
    </inkml:context>
    <inkml:brush xml:id="br0">
      <inkml:brushProperty name="width" value="0.1" units="cm"/>
      <inkml:brushProperty name="height" value="0.1" units="cm"/>
      <inkml:brushProperty name="color" value="#F6630D"/>
    </inkml:brush>
  </inkml:definitions>
  <inkml:trace contextRef="#ctx0" brushRef="#br0">1 1 15667 0 0,'1'0'112'0'0,"1"0"0"0"0,-1 0 0 0 0,1 0 0 0 0,0 0-1 0 0,-1 0 1 0 0,1 1 0 0 0,-1-1 0 0 0,1 1 0 0 0,0-1-1 0 0,-1 1 1 0 0,1-1 0 0 0,-1 1 0 0 0,0 0 0 0 0,1 0 0 0 0,-1 0-1 0 0,0 0 1 0 0,1 0 0 0 0,-1 0 0 0 0,0 0 0 0 0,0 0-1 0 0,0 0 1 0 0,0 0 0 0 0,0 1 0 0 0,0-1 0 0 0,0 0-1 0 0,0 1 1 0 0,-1-1 0 0 0,1 1 0 0 0,0-1 0 0 0,-1 1 0 0 0,1-1-1 0 0,-1 1 1 0 0,0 0 0 0 0,1 1 0 0 0,0 8-291 0 0,-1 0-1 0 0,0-1 1 0 0,0 1 0 0 0,-4 16 0 0 0,1 17-2022 0 0,19 21-3214 0 0,-12-43 4748 0 0</inkml:trace>
</inkml:ink>
</file>

<file path=ppt/ink/ink2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2.602"/>
    </inkml:context>
    <inkml:brush xml:id="br0">
      <inkml:brushProperty name="width" value="0.1" units="cm"/>
      <inkml:brushProperty name="height" value="0.1" units="cm"/>
      <inkml:brushProperty name="color" value="#F6630D"/>
    </inkml:brush>
  </inkml:definitions>
  <inkml:trace contextRef="#ctx0" brushRef="#br0">10 88 11058 0 0,'-9'-2'6718'0'0,"21"31"-6261"0"0,13 43 0 0 0,11 25-600 0 0,-35-95 131 0 0,-1-1 0 0 0,1 1 0 0 0,0 0 0 0 0,0-1 1 0 0,-1 0-1 0 0,1 1 0 0 0,1-1 0 0 0,-1 1 1 0 0,0-1-1 0 0,0 0 0 0 0,0 0 0 0 0,3 2 0 0 0,-4-3-10 0 0,1 0-1 0 0,-1 0 0 0 0,1 0 1 0 0,-1 0-1 0 0,1 0 0 0 0,0 0 1 0 0,-1-1-1 0 0,1 1 0 0 0,-1 0 1 0 0,1 0-1 0 0,-1 0 0 0 0,1-1 1 0 0,-1 1-1 0 0,1 0 0 0 0,-1-1 1 0 0,1 1-1 0 0,-1 0 0 0 0,1-1 1 0 0,-1 1-1 0 0,0 0 0 0 0,1-1 1 0 0,-1 1-1 0 0,0-1 0 0 0,1 1 1 0 0,-1-1-1 0 0,0 1 0 0 0,1-1 0 0 0,-1 1 1 0 0,0-1-1 0 0,0 1 0 0 0,0-1 1 0 0,0 1-1 0 0,1-1 0 0 0,-1 0 1 0 0,0 1-1 0 0,0-1 0 0 0,0 1 1 0 0,0-2-1 0 0,17-60-1354 0 0,-10 33 1622 0 0,1 1 1 0 0,2 0-1 0 0,0 0 1 0 0,2 1 0 0 0,19-33-1 0 0,-30 58-158 0 0,0 0-1 0 0,0 1 1 0 0,0-1 0 0 0,1 0-1 0 0,-1 1 1 0 0,1-1 0 0 0,-1 1-1 0 0,1-1 1 0 0,-1 1-1 0 0,1 0 1 0 0,0-1 0 0 0,-1 1-1 0 0,1 0 1 0 0,0 0 0 0 0,0 0-1 0 0,0 0 1 0 0,0 1-1 0 0,0-1 1 0 0,0 1 0 0 0,3-1-1 0 0,-3 1-20 0 0,0 1-1 0 0,0-1 0 0 0,0 1 0 0 0,0-1 1 0 0,0 1-1 0 0,0 0 0 0 0,0 0 1 0 0,-1 0-1 0 0,1 0 0 0 0,0 0 0 0 0,0 1 1 0 0,-1-1-1 0 0,1 0 0 0 0,-1 1 0 0 0,1 0 1 0 0,-1-1-1 0 0,0 1 0 0 0,1 0 1 0 0,-1-1-1 0 0,1 3 0 0 0,10 16 214 0 0,-1 1 0 0 0,-2 0 0 0 0,1 1 0 0 0,8 32 0 0 0,-12-32-1021 0 0,2 0 0 0 0,0 0 0 0 0,2-1 0 0 0,17 29 0 0 0</inkml:trace>
</inkml:ink>
</file>

<file path=ppt/ink/ink2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2.899"/>
    </inkml:context>
    <inkml:brush xml:id="br0">
      <inkml:brushProperty name="width" value="0.1" units="cm"/>
      <inkml:brushProperty name="height" value="0.1" units="cm"/>
      <inkml:brushProperty name="color" value="#F6630D"/>
    </inkml:brush>
  </inkml:definitions>
  <inkml:trace contextRef="#ctx0" brushRef="#br0">61 48 11522 0 0,'0'-1'199'0'0,"-1"0"0"0"0,0 0 0 0 0,1 0 0 0 0,-1 0-1 0 0,0 0 1 0 0,0 0 0 0 0,0 0 0 0 0,0 0-1 0 0,0 0 1 0 0,0 0 0 0 0,0 1 0 0 0,0-1-1 0 0,0 0 1 0 0,-1 1 0 0 0,1-1 0 0 0,0 1-1 0 0,-2-1 1 0 0,2 1-88 0 0,0 1-1 0 0,1-1 0 0 0,-1 0 1 0 0,0 1-1 0 0,0-1 1 0 0,0 1-1 0 0,0-1 0 0 0,1 1 1 0 0,-1-1-1 0 0,0 1 1 0 0,0 0-1 0 0,1-1 0 0 0,-1 1 1 0 0,0 0-1 0 0,1 0 1 0 0,-1-1-1 0 0,1 1 0 0 0,-1 0 1 0 0,1 0-1 0 0,-1 0 1 0 0,1 0-1 0 0,0-1 0 0 0,0 1 1 0 0,-1 0-1 0 0,1 2 1 0 0,-6 15 86 0 0,1 0 1 0 0,0 0 0 0 0,1 0 0 0 0,2 1-1 0 0,0 0 1 0 0,0-1 0 0 0,2 1 0 0 0,1 0-1 0 0,5 37 1 0 0,-6-53-202 0 0,1 1-1 0 0,0-1 1 0 0,0 0-1 0 0,0 0 0 0 0,0 0 1 0 0,1 1-1 0 0,-1-1 1 0 0,1 0-1 0 0,0 0 1 0 0,0-1-1 0 0,0 1 0 0 0,0 0 1 0 0,0-1-1 0 0,1 1 1 0 0,-1-1-1 0 0,1 0 1 0 0,-1 0-1 0 0,1 0 0 0 0,0 0 1 0 0,0 0-1 0 0,0 0 1 0 0,0-1-1 0 0,0 0 0 0 0,4 2 1 0 0,-3-3-1 0 0,-1 1-1 0 0,0-1 1 0 0,0 0-1 0 0,1 0 1 0 0,-1 0 0 0 0,0 0-1 0 0,0-1 1 0 0,1 1-1 0 0,-1-1 1 0 0,0 0 0 0 0,0 0-1 0 0,0 0 1 0 0,0 0-1 0 0,0 0 1 0 0,0-1 0 0 0,0 0-1 0 0,0 1 1 0 0,-1-1-1 0 0,1 0 1 0 0,-1 0 0 0 0,1 0-1 0 0,-1-1 1 0 0,0 1-1 0 0,0-1 1 0 0,2-2 0 0 0,1-3-13 0 0,0 0 1 0 0,0-1 0 0 0,-1 1-1 0 0,0-1 1 0 0,-1 0 0 0 0,0 0-1 0 0,-1 0 1 0 0,1 0 0 0 0,-2-1 0 0 0,1 1-1 0 0,-1-1 1 0 0,-1 1 0 0 0,0 0-1 0 0,0-1 1 0 0,-1 1 0 0 0,0-1 0 0 0,-1 1-1 0 0,0-1 1 0 0,0 1 0 0 0,-1 0-1 0 0,0 0 1 0 0,0 0 0 0 0,-1 1-1 0 0,-1-1 1 0 0,1 1 0 0 0,-1 0 0 0 0,-1 0-1 0 0,1 0 1 0 0,-2 1 0 0 0,1 0-1 0 0,-1 0 1 0 0,-11-9 0 0 0,16 15-167 0 0,0 0 0 0 0,0-1-1 0 0,1 1 1 0 0,-1 0 0 0 0,-1 0 0 0 0,1 0 0 0 0,0 1 0 0 0,0-1 0 0 0,-4 0 0 0 0,5 1-85 0 0,0 0 0 0 0,1 0 0 0 0,-1 0 0 0 0,0 0 0 0 0,1 0 0 0 0,-1 0 0 0 0,0 0 0 0 0,0 0 0 0 0,1 0 0 0 0,-1 1 0 0 0,0-1 0 0 0,1 0 0 0 0,-1 1 0 0 0,0-1 0 0 0</inkml:trace>
</inkml:ink>
</file>

<file path=ppt/ink/ink2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3.138"/>
    </inkml:context>
    <inkml:brush xml:id="br0">
      <inkml:brushProperty name="width" value="0.1" units="cm"/>
      <inkml:brushProperty name="height" value="0.1" units="cm"/>
      <inkml:brushProperty name="color" value="#F6630D"/>
    </inkml:brush>
  </inkml:definitions>
  <inkml:trace contextRef="#ctx0" brushRef="#br0">0 0 8754 0 0,'3'3'9347'0'0,"8"15"-6385"0"0,-6 6-2529 0 0,-1-1-1 0 0,0 1 1 0 0,-1 27 0 0 0,-1-22-1957 0 0,7 43 1 0 0</inkml:trace>
</inkml:ink>
</file>

<file path=ppt/ink/ink2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3.328"/>
    </inkml:context>
    <inkml:brush xml:id="br0">
      <inkml:brushProperty name="width" value="0.1" units="cm"/>
      <inkml:brushProperty name="height" value="0.1" units="cm"/>
      <inkml:brushProperty name="color" value="#F6630D"/>
    </inkml:brush>
  </inkml:definitions>
  <inkml:trace contextRef="#ctx0" brushRef="#br0">12 4 15667 0 0,'-2'-2'1529'0'0,"0"0"-1361"0"0,1 2 272 0 0,0 2 48 0 0,-1-1 16 0 0,-1 3 0 0 0,2 0-728 0 0,1 23-2937 0 0,6-20 833 0 0,3 1-65 0 0,5-2-7 0 0</inkml:trace>
</inkml:ink>
</file>

<file path=ppt/ink/ink2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3.627"/>
    </inkml:context>
    <inkml:brush xml:id="br0">
      <inkml:brushProperty name="width" value="0.1" units="cm"/>
      <inkml:brushProperty name="height" value="0.1" units="cm"/>
      <inkml:brushProperty name="color" value="#F6630D"/>
    </inkml:brush>
  </inkml:definitions>
  <inkml:trace contextRef="#ctx0" brushRef="#br0">145 0 2304 0 0,'-33'4'9190'0'0,"29"-2"-8841"0"0,1 0-1 0 0,-1-1 1 0 0,1 1 0 0 0,-1 0 0 0 0,1 1-1 0 0,0-1 1 0 0,0 0 0 0 0,0 1-1 0 0,0 0 1 0 0,-5 6 0 0 0,-2 3-19 0 0,1 1-1 0 0,0 0 1 0 0,1 0-1 0 0,-8 16 1 0 0,13-23-302 0 0,0 0-1 0 0,1 1 0 0 0,-1 0 1 0 0,1-1-1 0 0,1 1 1 0 0,-1 0-1 0 0,1 0 1 0 0,0 0-1 0 0,1 0 1 0 0,-1 0-1 0 0,2 11 1 0 0,0-15-38 0 0,0 0 1 0 0,1-1 0 0 0,-1 1 0 0 0,0 0 0 0 0,1-1-1 0 0,0 1 1 0 0,-1-1 0 0 0,1 0 0 0 0,0 1-1 0 0,0-1 1 0 0,0 0 0 0 0,1 0 0 0 0,-1 0-1 0 0,0-1 1 0 0,1 1 0 0 0,0-1 0 0 0,-1 1-1 0 0,1-1 1 0 0,4 2 0 0 0,6 2-479 0 0,1 0 0 0 0,21 5 0 0 0,-30-9 348 0 0,0 0-1 0 0,-1 0 1 0 0,1 0-1 0 0,-1 1 0 0 0,1 0 1 0 0,-1 0-1 0 0,0 0 1 0 0,0 1-1 0 0,0-1 0 0 0,0 1 1 0 0,0 0-1 0 0,0 0 1 0 0,5 7-1 0 0,-7-8 120 0 0,0 1 1 0 0,-1 0-1 0 0,1 0 1 0 0,-1 0-1 0 0,0 0 0 0 0,0 0 1 0 0,0 1-1 0 0,0-1 0 0 0,-1 0 1 0 0,1 0-1 0 0,-1 1 1 0 0,0-1-1 0 0,0 0 0 0 0,0 1 1 0 0,0-1-1 0 0,-1 0 1 0 0,1 0-1 0 0,-1 1 0 0 0,0-1 1 0 0,0 0-1 0 0,-1 4 0 0 0,-4 7-301 0 0,-1 1-1 0 0,0-2 0 0 0,-1 1 1 0 0,-1-1-1 0 0,0 0 0 0 0,-18 20 0 0 0,12-15-477 0 0</inkml:trace>
</inkml:ink>
</file>

<file path=ppt/ink/ink2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3.913"/>
    </inkml:context>
    <inkml:brush xml:id="br0">
      <inkml:brushProperty name="width" value="0.1" units="cm"/>
      <inkml:brushProperty name="height" value="0.1" units="cm"/>
      <inkml:brushProperty name="color" value="#F6630D"/>
    </inkml:brush>
  </inkml:definitions>
  <inkml:trace contextRef="#ctx0" brushRef="#br0">1 389 2304 0 0,'10'-9'1091'0'0,"0"0"-1"0"0,0-1 1 0 0,-1 0-1 0 0,0-1 1 0 0,-1 0-1 0 0,9-14 1 0 0,-6 9 311 0 0,0 0-959 0 0,-2-1 0 0 0,1 1 0 0 0,-2-2 0 0 0,0 1 0 0 0,-1-1 0 0 0,-1 0 0 0 0,-1-1 0 0 0,-1 1 0 0 0,0-1 0 0 0,-1 0 1 0 0,-1 0-1 0 0,-1-31 0 0 0,-1 49-409 0 0,0 0 1 0 0,0 0 0 0 0,0 0 0 0 0,0 0 0 0 0,0 0 0 0 0,0 1 0 0 0,0-1-1 0 0,0 0 1 0 0,0 0 0 0 0,0 0 0 0 0,-1 0 0 0 0,1 1 0 0 0,0-1-1 0 0,-1 0 1 0 0,1 0 0 0 0,-1 1 0 0 0,1-1 0 0 0,-1 0 0 0 0,1 0-1 0 0,-1 1 1 0 0,1-1 0 0 0,-1 1 0 0 0,1-1 0 0 0,-1 0 0 0 0,0 1-1 0 0,0-1 1 0 0,1 1 0 0 0,-1 0 0 0 0,0-1 0 0 0,0 1 0 0 0,1-1-1 0 0,-1 1 1 0 0,0 0 0 0 0,0 0 0 0 0,0 0 0 0 0,0-1 0 0 0,1 1 0 0 0,-1 0-1 0 0,0 0 1 0 0,0 0 0 0 0,0 0 0 0 0,0 0 0 0 0,0 0 0 0 0,1 1-1 0 0,-1-1 1 0 0,0 0 0 0 0,0 0 0 0 0,0 1 0 0 0,0-1 0 0 0,1 0-1 0 0,-1 1 1 0 0,0-1 0 0 0,0 1 0 0 0,1-1 0 0 0,-1 1 0 0 0,0-1-1 0 0,0 2 1 0 0,-4 1 103 0 0,1 0 1 0 0,0 1-1 0 0,0-1 0 0 0,0 1 0 0 0,1 0 1 0 0,-1 0-1 0 0,1 0 0 0 0,-4 6 0 0 0,5-5-51 0 0,0 0-1 0 0,0 0 0 0 0,0 0 1 0 0,1 0-1 0 0,0 0 1 0 0,0 0-1 0 0,0 1 0 0 0,1-1 1 0 0,0 0-1 0 0,0 0 0 0 0,0 1 1 0 0,0-1-1 0 0,1 0 0 0 0,0 0 1 0 0,0 0-1 0 0,0 0 0 0 0,1 0 1 0 0,0 0-1 0 0,0 0 1 0 0,0 0-1 0 0,1 0 0 0 0,-1-1 1 0 0,1 1-1 0 0,0-1 0 0 0,7 8 1 0 0,-4-5-223 0 0,1-1-1 0 0,0 1 1 0 0,0-1 0 0 0,1 0 0 0 0,-1-1 0 0 0,1 1-1 0 0,0-2 1 0 0,1 1 0 0 0,-1-1 0 0 0,1 0 0 0 0,0-1-1 0 0,0 0 1 0 0,16 3 0 0 0,-2-3-7300 0 0</inkml:trace>
</inkml:ink>
</file>

<file path=ppt/ink/ink2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4.187"/>
    </inkml:context>
    <inkml:brush xml:id="br0">
      <inkml:brushProperty name="width" value="0.1" units="cm"/>
      <inkml:brushProperty name="height" value="0.1" units="cm"/>
      <inkml:brushProperty name="color" value="#F6630D"/>
    </inkml:brush>
  </inkml:definitions>
  <inkml:trace contextRef="#ctx0" brushRef="#br0">25 0 14339 0 0,'-1'56'6290'0'0,"-4"-1"-3515"0"0,-1-1-4023 0 0,-3 0-4535 0 0,6-32-1252 0 0</inkml:trace>
</inkml:ink>
</file>

<file path=ppt/ink/ink2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4.721"/>
    </inkml:context>
    <inkml:brush xml:id="br0">
      <inkml:brushProperty name="width" value="0.1" units="cm"/>
      <inkml:brushProperty name="height" value="0.1" units="cm"/>
      <inkml:brushProperty name="color" value="#F6630D"/>
    </inkml:brush>
  </inkml:definitions>
  <inkml:trace contextRef="#ctx0" brushRef="#br0">168 43 9586 0 0,'0'-2'135'0'0,"0"0"0"0"0,0 1 0 0 0,0-1-1 0 0,0 0 1 0 0,0 1 0 0 0,-1-1 0 0 0,1 0 0 0 0,-1 1 0 0 0,1-1-1 0 0,-1 0 1 0 0,0 1 0 0 0,1-1 0 0 0,-1 1 0 0 0,0-1 0 0 0,0 1-1 0 0,0 0 1 0 0,0-1 0 0 0,0 1 0 0 0,-1 0 0 0 0,1 0 0 0 0,0 0 0 0 0,-1-1-1 0 0,1 1 1 0 0,0 1 0 0 0,-1-1 0 0 0,1 0 0 0 0,-1 0 0 0 0,0 1-1 0 0,1-1 1 0 0,-1 0 0 0 0,-1 1 0 0 0,0-1 97 0 0,0 1 0 0 0,0-1 1 0 0,0 1-1 0 0,1 0 0 0 0,-1 0 0 0 0,0 0 1 0 0,0 1-1 0 0,0-1 0 0 0,0 1 0 0 0,1-1 1 0 0,-1 1-1 0 0,0 0 0 0 0,1 0 0 0 0,-1 0 0 0 0,0 1 1 0 0,1-1-1 0 0,-4 3 0 0 0,-2 4-136 0 0,0-1 0 0 0,1 1 0 0 0,0 0-1 0 0,0 1 1 0 0,1 0 0 0 0,0 0 0 0 0,1 0-1 0 0,0 0 1 0 0,1 1 0 0 0,-1 0 0 0 0,2 0-1 0 0,0 1 1 0 0,0-1 0 0 0,0 0 0 0 0,0 16 0 0 0,3-24-147 0 0,0 1 1 0 0,1-1-1 0 0,-1 1 1 0 0,1-1-1 0 0,0 0 1 0 0,0 0-1 0 0,0 1 1 0 0,0-1 0 0 0,0 0-1 0 0,0 0 1 0 0,0 0-1 0 0,1 0 1 0 0,-1 0-1 0 0,1 0 1 0 0,0-1 0 0 0,-1 1-1 0 0,1 0 1 0 0,0-1-1 0 0,0 1 1 0 0,0-1-1 0 0,0 0 1 0 0,0 0-1 0 0,0 0 1 0 0,0 0 0 0 0,5 1-1 0 0,7 4-232 0 0,0-2-1 0 0,0 0 1 0 0,17 2-1 0 0,-10-2-104 0 0,-13-2 278 0 0,0 0 0 0 0,0 0 0 0 0,0 1 1 0 0,0 0-1 0 0,0 0 0 0 0,-1 1 0 0 0,8 4 1 0 0,-13-7 143 0 0,-1 1 1 0 0,1-1-1 0 0,0 1 1 0 0,-1 0-1 0 0,1-1 1 0 0,-1 1 0 0 0,1 0-1 0 0,-1 0 1 0 0,0 0-1 0 0,0 0 1 0 0,0 0-1 0 0,0 0 1 0 0,0 0-1 0 0,-1 0 1 0 0,1 1 0 0 0,0-1-1 0 0,-1 0 1 0 0,0 0-1 0 0,1 1 1 0 0,-1-1-1 0 0,0 0 1 0 0,0 1-1 0 0,-1-1 1 0 0,1 0 0 0 0,0 0-1 0 0,-1 1 1 0 0,1-1-1 0 0,-1 0 1 0 0,0 0-1 0 0,-1 3 1 0 0,-1 3 156 0 0,-1 0 0 0 0,0 0 0 0 0,0-1 0 0 0,-1 1 0 0 0,0-1 0 0 0,0 0 0 0 0,-1 0 0 0 0,0-1 1 0 0,0 0-1 0 0,-8 6 0 0 0,7-7-781 0 0,1 0 1 0 0,-1 0-1 0 0,-1-1 1 0 0,1 1-1 0 0,-1-2 1 0 0,-9 4 0 0 0</inkml:trace>
</inkml:ink>
</file>

<file path=ppt/ink/ink2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5.117"/>
    </inkml:context>
    <inkml:brush xml:id="br0">
      <inkml:brushProperty name="width" value="0.1" units="cm"/>
      <inkml:brushProperty name="height" value="0.1" units="cm"/>
      <inkml:brushProperty name="color" value="#F6630D"/>
    </inkml:brush>
  </inkml:definitions>
  <inkml:trace contextRef="#ctx0" brushRef="#br0">11 0 12443 0 0,'-4'19'7575'0'0,"1"29"-6405"0"0,3-43-612 0 0,-3 21-498 0 0,2 0 1 0 0,1-1-1 0 0,1 1 0 0 0,2 0 1 0 0,0-1-1 0 0,1 1 0 0 0,2-1 0 0 0,9 27 1 0 0,-14-50-91 0 0,-1 0 1 0 0,1-1 0 0 0,0 1-1 0 0,0 0 1 0 0,-1-1-1 0 0,1 1 1 0 0,0-1 0 0 0,0 1-1 0 0,0-1 1 0 0,1 1 0 0 0,-1-1-1 0 0,0 0 1 0 0,1 1-1 0 0,-1-1 1 0 0,0 0 0 0 0,1 0-1 0 0,-1 0 1 0 0,4 1 0 0 0,-4-1-11 0 0,1-1 1 0 0,-1 0 0 0 0,0-1 0 0 0,0 1 0 0 0,0 0 0 0 0,0 0-1 0 0,1 0 1 0 0,-1-1 0 0 0,0 1 0 0 0,0 0 0 0 0,0-1 0 0 0,0 1-1 0 0,0-1 1 0 0,0 0 0 0 0,0 1 0 0 0,0-1 0 0 0,0 0-1 0 0,0 1 1 0 0,0-1 0 0 0,-1 0 0 0 0,3-2 0 0 0,4-6-232 0 0,0-1 0 0 0,-1 0 0 0 0,0 0-1 0 0,6-17 1 0 0,-7 18 232 0 0,8-22-123 0 0,14-27 230 0 0,-24 54 46 0 0,-1 0 0 0 0,1 0 1 0 0,0 0-1 0 0,0 1 0 0 0,0-1 1 0 0,0 1-1 0 0,0 0 1 0 0,1 0-1 0 0,0 0 0 0 0,7-5 1 0 0,-10 8-66 0 0,0 0 1 0 0,0-1-1 0 0,0 1 1 0 0,0 0 0 0 0,0 0-1 0 0,0 0 1 0 0,0 0-1 0 0,0 0 1 0 0,0 1-1 0 0,0-1 1 0 0,0 0-1 0 0,0 0 1 0 0,0 1 0 0 0,0-1-1 0 0,0 0 1 0 0,0 1-1 0 0,0-1 1 0 0,0 1-1 0 0,0 0 1 0 0,0-1-1 0 0,0 1 1 0 0,-1 0 0 0 0,1-1-1 0 0,0 1 1 0 0,0 0-1 0 0,-1 0 1 0 0,1-1-1 0 0,0 1 1 0 0,-1 0-1 0 0,1 0 1 0 0,-1 0 0 0 0,1 0-1 0 0,-1 0 1 0 0,1 2-1 0 0,15 39 358 0 0,-14-37-325 0 0,16 55-6 0 0,6 18-806 0 0,0-28-3034 0 0,-15-36 2293 0 0</inkml:trace>
</inkml:ink>
</file>

<file path=ppt/ink/ink2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5.417"/>
    </inkml:context>
    <inkml:brush xml:id="br0">
      <inkml:brushProperty name="width" value="0.1" units="cm"/>
      <inkml:brushProperty name="height" value="0.1" units="cm"/>
      <inkml:brushProperty name="color" value="#F6630D"/>
    </inkml:brush>
  </inkml:definitions>
  <inkml:trace contextRef="#ctx0" brushRef="#br0">0 144 1376 0 0,'3'26'9340'0'0,"6"1"-4258"0"0,-7-21-4908 0 0,1-1 1 0 0,0 1 0 0 0,0-1-1 0 0,0 0 1 0 0,1 0-1 0 0,-1-1 1 0 0,1 1-1 0 0,0-1 1 0 0,1 1-1 0 0,-1-1 1 0 0,1-1-1 0 0,0 1 1 0 0,0-1-1 0 0,0 1 1 0 0,0-1-1 0 0,0-1 1 0 0,1 1 0 0 0,-1-1-1 0 0,1 0 1 0 0,0 0-1 0 0,0-1 1 0 0,9 2-1 0 0,-7-2-43 0 0,-1-1 0 0 0,0 0 0 0 0,1 0 0 0 0,-1-1 0 0 0,0 1 0 0 0,1-2 0 0 0,-1 1 0 0 0,0-1 0 0 0,0 0 0 0 0,0 0-1 0 0,0-1 1 0 0,-1 0 0 0 0,1 0 0 0 0,9-7 0 0 0,-13 8-114 0 0,1-1 1 0 0,0-1-1 0 0,-1 1 0 0 0,0 0 0 0 0,0-1 0 0 0,0 0 1 0 0,0 0-1 0 0,0 0 0 0 0,-1 0 0 0 0,0 0 0 0 0,1 0 0 0 0,-2-1 1 0 0,1 1-1 0 0,0-1 0 0 0,-1 1 0 0 0,0-1 0 0 0,0 0 1 0 0,0 1-1 0 0,-1-1 0 0 0,0 0 0 0 0,0 0 0 0 0,0 0 1 0 0,-1-4-1 0 0,0 0 50 0 0,-1 0 0 0 0,0 0 0 0 0,-1 1 0 0 0,0-1 0 0 0,0 1 0 0 0,-1 0 0 0 0,0 0 1 0 0,0 0-1 0 0,-1 0 0 0 0,0 1 0 0 0,-1 0 0 0 0,1 0 0 0 0,-1 0 0 0 0,-9-7 0 0 0,12 11-130 0 0,0 1-1 0 0,-1-1 1 0 0,1 1-1 0 0,-1 0 1 0 0,1 0-1 0 0,-1 0 1 0 0,0 0-1 0 0,0 1 1 0 0,0-1-1 0 0,0 1 1 0 0,0 0-1 0 0,0 0 1 0 0,-8 0-1 0 0,8 1-276 0 0,0 1-1 0 0,0-1 1 0 0,0 1 0 0 0,0 0-1 0 0,0 0 1 0 0,1 0-1 0 0,-1 1 1 0 0,0-1-1 0 0,1 1 1 0 0,-1 0-1 0 0,1 0 1 0 0,0 0-1 0 0,-1 0 1 0 0,1 1 0 0 0,0-1-1 0 0,0 1 1 0 0,-3 4-1 0 0</inkml:trace>
</inkml:ink>
</file>

<file path=ppt/ink/ink2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5.702"/>
    </inkml:context>
    <inkml:brush xml:id="br0">
      <inkml:brushProperty name="width" value="0.1" units="cm"/>
      <inkml:brushProperty name="height" value="0.1" units="cm"/>
      <inkml:brushProperty name="color" value="#F6630D"/>
    </inkml:brush>
  </inkml:definitions>
  <inkml:trace contextRef="#ctx0" brushRef="#br0">6 46 10594 0 0,'6'-45'3158'0'0,"-11"75"3428"0"0,-1 10-5297 0 0,6 8-1128 0 0,2 0 0 0 0,2 0-1 0 0,2 0 1 0 0,2 0 0 0 0,2-1-1 0 0,2-1 1 0 0,2 0 0 0 0,2 0 0 0 0,23 43-1 0 0,-32-76-777 0 0,0-1 1 0 0,17 22-1 0 0,-4-12-5288 0 0</inkml:trace>
</inkml:ink>
</file>

<file path=ppt/ink/ink2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5.875"/>
    </inkml:context>
    <inkml:brush xml:id="br0">
      <inkml:brushProperty name="width" value="0.1" units="cm"/>
      <inkml:brushProperty name="height" value="0.1" units="cm"/>
      <inkml:brushProperty name="color" value="#F6630D"/>
    </inkml:brush>
  </inkml:definitions>
  <inkml:trace contextRef="#ctx0" brushRef="#br0">0 177 10594 0 0,'0'0'944'0'0,"2"0"-751"0"0,-1 0-193 0 0,2 0 0 0 0,0 0 736 0 0,1-1 120 0 0,2-1 16 0 0,7-2 8 0 0,5-1 120 0 0,5-5 25 0 0,3-1 7 0 0,0-1 0 0 0,2-3-832 0 0,1-3-200 0 0,4-2 0 0 0,2-5 0 0 0,4-1 0 0 0,-2-1 0 0 0</inkml:trace>
</inkml:ink>
</file>

<file path=ppt/ink/ink2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6.369"/>
    </inkml:context>
    <inkml:brush xml:id="br0">
      <inkml:brushProperty name="width" value="0.1" units="cm"/>
      <inkml:brushProperty name="height" value="0.1" units="cm"/>
      <inkml:brushProperty name="color" value="#F6630D"/>
    </inkml:brush>
  </inkml:definitions>
  <inkml:trace contextRef="#ctx0" brushRef="#br0">4 20 14283 0 0,'-1'0'99'0'0,"1"0"0"0"0,0 0 0 0 0,0 1 1 0 0,-1-1-1 0 0,1 0 0 0 0,0 0 0 0 0,0 1 0 0 0,0-1 0 0 0,-1 0 1 0 0,1 1-1 0 0,0-1 0 0 0,0 0 0 0 0,0 1 0 0 0,0-1 0 0 0,0 0 0 0 0,-1 1 1 0 0,1-1-1 0 0,0 1 0 0 0,0-1 0 0 0,0 0 0 0 0,0 1 0 0 0,0-1 0 0 0,0 0 1 0 0,0 1-1 0 0,0-1 0 0 0,0 0 0 0 0,1 1 0 0 0,-1-1 0 0 0,0 0 0 0 0,0 1 1 0 0,0-1-1 0 0,0 0 0 0 0,0 1 0 0 0,1-1 0 0 0,-1 0 0 0 0,0 1 1 0 0,0-1-1 0 0,0 0 0 0 0,1 1 0 0 0,-1-1 0 0 0,0 0 0 0 0,1 0 0 0 0,-1 0 1 0 0,0 1-1 0 0,0-1 0 0 0,1 0 0 0 0,-1 0 0 0 0,0 0 0 0 0,1 0 0 0 0,0 1 1 0 0,0 0 76 0 0,0-1 1 0 0,1 1 0 0 0,-1 0 0 0 0,0-1 0 0 0,1 1 0 0 0,-1-1 0 0 0,1 1 0 0 0,-1-1-1 0 0,1 1 1 0 0,-1-1 0 0 0,1 0 0 0 0,-1 0 0 0 0,1 0 0 0 0,1 0 0 0 0,4-2-287 0 0,0-1-1 0 0,0 0 1 0 0,0 0 0 0 0,0-1 0 0 0,11-8 0 0 0,3-1-3090 0 0</inkml:trace>
</inkml:ink>
</file>

<file path=ppt/ink/ink2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6.512"/>
    </inkml:context>
    <inkml:brush xml:id="br0">
      <inkml:brushProperty name="width" value="0.1" units="cm"/>
      <inkml:brushProperty name="height" value="0.1" units="cm"/>
      <inkml:brushProperty name="color" value="#F6630D"/>
    </inkml:brush>
  </inkml:definitions>
  <inkml:trace contextRef="#ctx0" brushRef="#br0">14 78 9218 0 0,'-7'8'408'0'0,"3"-4"80"0"0,3 0-392 0 0,0-2-96 0 0,1-1 0 0 0,1-1 0 0 0,2 0 672 0 0,1-1 104 0 0,3-1 25 0 0,5-2 7 0 0,3-1-392 0 0,4-5-88 0 0,2-1-8 0 0,3-2-8 0 0,2-2-312 0 0,2-2 0 0 0,-2-2 0 0 0</inkml:trace>
</inkml:ink>
</file>

<file path=ppt/ink/ink2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7.515"/>
    </inkml:context>
    <inkml:brush xml:id="br0">
      <inkml:brushProperty name="width" value="0.1" units="cm"/>
      <inkml:brushProperty name="height" value="0.1" units="cm"/>
      <inkml:brushProperty name="color" value="#F6630D"/>
    </inkml:brush>
  </inkml:definitions>
  <inkml:trace contextRef="#ctx0" brushRef="#br0">125 2417 11522 0 0,'1'2'316'0'0,"0"0"-1"0"0,1 0 1 0 0,-1-1-1 0 0,1 1 0 0 0,-1 0 1 0 0,1-1-1 0 0,0 1 0 0 0,0 0 1 0 0,0-1-1 0 0,0 0 0 0 0,0 0 1 0 0,2 2-1 0 0,3 1 176 0 0,102 68 2660 0 0,24 19-1947 0 0,-18 3-971 0 0,-65-51-387 0 0,1-2-1 0 0,2-2 1 0 0,97 53 0 0 0,-120-80-341 0 0,-29-11 415 0 0,0-1 0 0 0,1 1 1 0 0,-1-1-1 0 0,0 1 1 0 0,1-1-1 0 0,-1 0 1 0 0,0 0-1 0 0,1 1 0 0 0,-1-1 1 0 0,1 0-1 0 0,-1 0 1 0 0,1-1-1 0 0,-1 1 1 0 0,0 0-1 0 0,1 0 0 0 0,-1-1 1 0 0,0 1-1 0 0,1 0 1 0 0,1-2-1 0 0,-3-1-1 0 0,-1 0 1 0 0,1 0-1 0 0,-1 0 0 0 0,1-1 0 0 0,-1 1 1 0 0,0 0-1 0 0,0 0 0 0 0,-1 0 0 0 0,1 1 1 0 0,0-1-1 0 0,-1 0 0 0 0,-3-4 0 0 0,1 0 220 0 0,-70-146 1270 0 0,-82-238-1 0 0,-4-137-231 0 0,-75-205 1027 0 0,218 689-2164 0 0,-3 0 0 0 0,-2 2 0 0 0,-1 0 0 0 0,-2 1 1 0 0,-2 2-1 0 0,-34-38 0 0 0,58 74-24 0 0,1-1 17 0 0,-1 1 0 0 0,0-1 0 0 0,0 1 0 0 0,-1 0 0 0 0,1 0 0 0 0,-1 0 0 0 0,-7-4 183 0 0,16 12-531 0 0,4 1 231 0 0,0 0-1 0 0,1-1 1 0 0,0 0-1 0 0,0-1 1 0 0,0 0 0 0 0,0-1-1 0 0,1 0 1 0 0,-1 0-1 0 0,1-1 1 0 0,0 0-1 0 0,0-1 1 0 0,0-1 0 0 0,13 0-1 0 0,20-2-228 0 0,87-17-1 0 0,-92 12 263 0 0,1776-346 161 0 0,81-4 908 0 0,-1873 353-1029 0 0,11-2-100 0 0,0 1-1 0 0,0 2 1 0 0,0 1 0 0 0,64 5 0 0 0,-94-3-124 0 0,-1 1-1 0 0,0-1 1 0 0,0 1-1 0 0,0 0 1 0 0,0 0-1 0 0,0 1 1 0 0,0-1-1 0 0,3 2 1 0 0</inkml:trace>
</inkml:ink>
</file>

<file path=ppt/ink/ink2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8.116"/>
    </inkml:context>
    <inkml:brush xml:id="br0">
      <inkml:brushProperty name="width" value="0.1" units="cm"/>
      <inkml:brushProperty name="height" value="0.1" units="cm"/>
      <inkml:brushProperty name="color" value="#F6630D"/>
    </inkml:brush>
  </inkml:definitions>
  <inkml:trace contextRef="#ctx0" brushRef="#br0">36 202 6913 0 0,'-2'1'94'0'0,"1"-1"0"0"0,0 0 1 0 0,-1 0-1 0 0,1 0 0 0 0,0 0 0 0 0,0 0 0 0 0,-1-1 0 0 0,1 1 0 0 0,0 0 0 0 0,-1-1 0 0 0,1 1 0 0 0,0 0 0 0 0,0-1 0 0 0,0 0 0 0 0,0 1 0 0 0,-1-1 0 0 0,1 0 0 0 0,0 1 0 0 0,0-1 0 0 0,0 0 0 0 0,0 0 0 0 0,1 0 0 0 0,-1 0 0 0 0,0 0 0 0 0,0 0 0 0 0,0 0 0 0 0,1 0 0 0 0,-1 0 0 0 0,1 0 0 0 0,-1-1 0 0 0,1 1 0 0 0,-1 0 0 0 0,1 0 0 0 0,0 0 0 0 0,-1-1 0 0 0,1 1 0 0 0,0 0 0 0 0,0-1 0 0 0,0 1 0 0 0,0 0 0 0 0,0-2 0 0 0,1-2 230 0 0,-1 1-1 0 0,1 0 1 0 0,1-1 0 0 0,-1 1-1 0 0,0 0 1 0 0,1 0 0 0 0,0 0-1 0 0,0 0 1 0 0,0 0-1 0 0,0 0 1 0 0,5-4 0 0 0,3-4 106 0 0,1 1 0 0 0,1 1 0 0 0,0-1 0 0 0,0 2 0 0 0,1 0 0 0 0,1 0 0 0 0,-1 2 0 0 0,27-12 1 0 0,-33 15-362 0 0,0 2 0 0 0,0-1 0 0 0,0 1 0 0 0,0 0 0 0 0,0 0 0 0 0,0 1 0 0 0,1 0 1 0 0,-1 1-1 0 0,0-1 0 0 0,1 1 0 0 0,-1 1 0 0 0,1-1 0 0 0,-1 1 0 0 0,0 0 1 0 0,0 1-1 0 0,1 0 0 0 0,-1 0 0 0 0,0 1 0 0 0,-1 0 0 0 0,12 6 0 0 0,-13-5-125 0 0,-1 0 0 0 0,0 0-1 0 0,0 0 1 0 0,0 1 0 0 0,0 0-1 0 0,-1-1 1 0 0,0 1 0 0 0,0 1-1 0 0,0-1 1 0 0,-1 0 0 0 0,0 1-1 0 0,0-1 1 0 0,0 1 0 0 0,0 0-1 0 0,-1-1 1 0 0,0 1 0 0 0,0 0-1 0 0,-1 0 1 0 0,0 0-1 0 0,0 7 1 0 0,-1 13-74 0 0,-2 1 0 0 0,0-1 0 0 0,-8 27 0 0 0,11-52 132 0 0,-49 157 1583 0 0,49-156-1520 0 0,-1-1 0 0 0,1 0 0 0 0,0 0 0 0 0,-1 0 0 0 0,1 1 0 0 0,0-1 0 0 0,0 0 0 0 0,0 0 0 0 0,0 1 0 0 0,0-1 0 0 0,0 0 0 0 0,0 0 0 0 0,0 1 0 0 0,0-1 0 0 0,1 0 0 0 0,-1 0 0 0 0,0 0 0 0 0,1 1 0 0 0,-1-1 0 0 0,1 0 0 0 0,0 0 0 0 0,-1 0 0 0 0,1 0 0 0 0,1 2 0 0 0,-1-3-17 0 0,1 1-1 0 0,-1-1 1 0 0,0 1-1 0 0,1-1 1 0 0,-1 0-1 0 0,0 1 1 0 0,1-1-1 0 0,-1 0 1 0 0,1 0-1 0 0,-1 0 1 0 0,0 0 0 0 0,1 0-1 0 0,-1 0 1 0 0,1-1-1 0 0,-1 1 1 0 0,0 0-1 0 0,3-2 1 0 0,6-1 39 0 0,-1-1 0 0 0,1-1 0 0 0,-1 0 0 0 0,12-8 0 0 0,45-35 24 0 0,47-31-2795 0 0,-80 60-4664 0 0</inkml:trace>
</inkml:ink>
</file>

<file path=ppt/ink/ink2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8.832"/>
    </inkml:context>
    <inkml:brush xml:id="br0">
      <inkml:brushProperty name="width" value="0.1" units="cm"/>
      <inkml:brushProperty name="height" value="0.1" units="cm"/>
      <inkml:brushProperty name="color" value="#F6630D"/>
    </inkml:brush>
  </inkml:definitions>
  <inkml:trace contextRef="#ctx0" brushRef="#br0">362 221 7834 0 0,'2'-8'499'0'0,"-2"-1"0"0"0,1 1 1 0 0,-1 0-1 0 0,0 0 0 0 0,-1 0 1 0 0,0 0-1 0 0,0 0 0 0 0,-1 0 0 0 0,0 0 1 0 0,-1 0-1 0 0,1 0 0 0 0,-1 1 1 0 0,-7-12-1 0 0,8 15-277 0 0,-1 0 0 0 0,0 1 0 0 0,1 0-1 0 0,-1-1 1 0 0,0 1 0 0 0,-1 1 0 0 0,1-1 0 0 0,0 0-1 0 0,-1 1 1 0 0,0-1 0 0 0,1 1 0 0 0,-1 0 0 0 0,0 0 0 0 0,0 1-1 0 0,0-1 1 0 0,0 1 0 0 0,0 0 0 0 0,-1 0 0 0 0,1 0 0 0 0,0 1-1 0 0,0-1 1 0 0,-1 1 0 0 0,1 0 0 0 0,0 0 0 0 0,-1 1 0 0 0,1-1-1 0 0,-6 2 1 0 0,0 1-120 0 0,0 0-1 0 0,0 1 1 0 0,1 0 0 0 0,-1 0-1 0 0,1 1 1 0 0,0 1 0 0 0,1-1-1 0 0,-1 1 1 0 0,1 1 0 0 0,0 0-1 0 0,0 0 1 0 0,1 0 0 0 0,0 1-1 0 0,1 0 1 0 0,-11 15-1 0 0,5-3-129 0 0,0 0-1 0 0,1 1 1 0 0,1 0-1 0 0,1 1 1 0 0,-11 43-1 0 0,17-51-63 0 0,0-1 0 0 0,1 0-1 0 0,1 1 1 0 0,0-1 0 0 0,1 1-1 0 0,2 16 1 0 0,-2-26 15 0 0,1-1 0 0 0,-1 1-1 0 0,1-1 1 0 0,0 0 0 0 0,1 1-1 0 0,-1-1 1 0 0,0 0 0 0 0,1 0 0 0 0,0 0-1 0 0,-1 0 1 0 0,1 0 0 0 0,5 5-1 0 0,-5-7-6 0 0,0 1-1 0 0,0-1 0 0 0,0 1 0 0 0,0-1 0 0 0,0 0 0 0 0,0 0 0 0 0,0 0 0 0 0,1-1 0 0 0,-1 1 1 0 0,0 0-1 0 0,1-1 0 0 0,-1 1 0 0 0,0-1 0 0 0,1 0 0 0 0,-1 0 0 0 0,0 0 0 0 0,1 0 1 0 0,-1 0-1 0 0,1-1 0 0 0,-1 1 0 0 0,3-1 0 0 0,1-1 3 0 0,0-1-1 0 0,0 1 1 0 0,-1-1 0 0 0,1 0-1 0 0,-1 0 1 0 0,1-1 0 0 0,-1 0-1 0 0,0 1 1 0 0,0-2 0 0 0,-1 1-1 0 0,1-1 1 0 0,-1 1 0 0 0,0-1-1 0 0,0 0 1 0 0,0-1 0 0 0,-1 1-1 0 0,0-1 1 0 0,4-8 0 0 0,4-12 950 0 0,-1 1 0 0 0,12-50 0 0 0,-21 73-729 0 0,0-1 0 0 0,-1 1-1 0 0,1-1 1 0 0,0 0 0 0 0,0 1-1 0 0,0-1 1 0 0,1 1-1 0 0,-1 0 1 0 0,3-4 0 0 0,-3 6-114 0 0,-1 0 1 0 0,1-1 0 0 0,0 1 0 0 0,-1 0-1 0 0,1 0 1 0 0,0-1 0 0 0,-1 1 0 0 0,1 0-1 0 0,0 0 1 0 0,-1 0 0 0 0,1 0-1 0 0,0 0 1 0 0,0 0 0 0 0,-1 0 0 0 0,1 0-1 0 0,0 0 1 0 0,-1 0 0 0 0,1 1-1 0 0,0-1 1 0 0,-1 0 0 0 0,1 0 0 0 0,0 1-1 0 0,-1-1 1 0 0,1 0 0 0 0,0 1-1 0 0,-1-1 1 0 0,1 1 0 0 0,-1-1 0 0 0,1 1-1 0 0,-1-1 1 0 0,1 1 0 0 0,-1-1-1 0 0,1 1 1 0 0,-1-1 0 0 0,0 1 0 0 0,1 0-1 0 0,-1-1 1 0 0,0 1 0 0 0,1 1-1 0 0,18 24 117 0 0,24 44 0 0 0,-27-42-210 0 0,27 37 0 0 0,-36-56 24 0 0,1-1 1 0 0,-1 0 0 0 0,1 0 0 0 0,1 0-1 0 0,0-1 1 0 0,0 0 0 0 0,19 10 0 0 0,-19-12 62 0 0,0-1 0 0 0,1 0 0 0 0,-1-1 0 0 0,1 0 1 0 0,18 4-1 0 0,-26-7 1 0 0,0 1 0 0 0,0-1 1 0 0,0 0-1 0 0,0 0 0 0 0,0 0 0 0 0,0 0 1 0 0,0 0-1 0 0,0 0 0 0 0,0 0 0 0 0,0-1 1 0 0,0 1-1 0 0,0-1 0 0 0,0 0 0 0 0,-1 1 1 0 0,1-1-1 0 0,0 0 0 0 0,0 0 0 0 0,-1 0 1 0 0,1 0-1 0 0,0 0 0 0 0,-1-1 0 0 0,1 1 1 0 0,-1 0-1 0 0,0-1 0 0 0,1 1 0 0 0,-1-1 0 0 0,0 0 1 0 0,0 1-1 0 0,0-1 0 0 0,0 0 0 0 0,0 0 1 0 0,0 1-1 0 0,-1-1 0 0 0,1 0 0 0 0,0 0 1 0 0,0-3-1 0 0,1-19 232 0 0,0 0 1 0 0,-2 0-1 0 0,-1 0 1 0 0,0 0-1 0 0,-9-38 0 0 0,0-21 2 0 0,8 51-226 0 0,-2 5-278 0 0,2 0 0 0 0,2-1 0 0 0,0 1 0 0 0,2 0 0 0 0,5-31 0 0 0,0 33-550 0 0</inkml:trace>
</inkml:ink>
</file>

<file path=ppt/ink/ink2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9.734"/>
    </inkml:context>
    <inkml:brush xml:id="br0">
      <inkml:brushProperty name="width" value="0.1" units="cm"/>
      <inkml:brushProperty name="height" value="0.1" units="cm"/>
      <inkml:brushProperty name="color" value="#F6630D"/>
    </inkml:brush>
  </inkml:definitions>
  <inkml:trace contextRef="#ctx0" brushRef="#br0">26 82 5529 0 0,'-8'-30'1628'0'0,"-9"-21"8775"0"0,50 122-7514 0 0,35 111 1 0 0,8 84-2550 0 0,55 150-1014 0 0,-84-297-2063 0 0,-38-98-4592 0 0</inkml:trace>
</inkml:ink>
</file>

<file path=ppt/ink/ink2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49.971"/>
    </inkml:context>
    <inkml:brush xml:id="br0">
      <inkml:brushProperty name="width" value="0.1" units="cm"/>
      <inkml:brushProperty name="height" value="0.1" units="cm"/>
      <inkml:brushProperty name="color" value="#F6630D"/>
    </inkml:brush>
  </inkml:definitions>
  <inkml:trace contextRef="#ctx0" brushRef="#br0">4 91 16588 0 0,'-4'0'1800'0'0,"4"-2"-1800"0"0,2 2 0 0 0,-1-1 0 0 0,2 0 352 0 0,-1-1 40 0 0,4-2 8 0 0,1-3 0 0 0,4-1-480 0 0,0 0-96 0 0,2-2-16 0 0,1 1-8 0 0,1-1-1816 0 0,0 1-369 0 0,4-1-71 0 0,-3 1-9 0 0</inkml:trace>
</inkml:ink>
</file>

<file path=ppt/ink/ink2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0.255"/>
    </inkml:context>
    <inkml:brush xml:id="br0">
      <inkml:brushProperty name="width" value="0.1" units="cm"/>
      <inkml:brushProperty name="height" value="0.1" units="cm"/>
      <inkml:brushProperty name="color" value="#F6630D"/>
    </inkml:brush>
  </inkml:definitions>
  <inkml:trace contextRef="#ctx0" brushRef="#br0">4 84 17972 0 0,'-3'0'1760'0'0,"4"-1"-1568"0"0,2 1-192 0 0,1-2 0 0 0,-1 1 0 0 0,1 0 0 0 0,4-3-160 0 0,4-2 32 0 0,5-2 8 0 0,2 0-72 0 0,1-2-8 0 0,2 1-8 0 0,0 0 0 0 0,0 1-1720 0 0,4 3-345 0 0,3-1-71 0 0,-2 1-17 0 0</inkml:trace>
</inkml:ink>
</file>

<file path=ppt/ink/ink2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0.922"/>
    </inkml:context>
    <inkml:brush xml:id="br0">
      <inkml:brushProperty name="width" value="0.1" units="cm"/>
      <inkml:brushProperty name="height" value="0.1" units="cm"/>
      <inkml:brushProperty name="color" value="#F6630D"/>
    </inkml:brush>
  </inkml:definitions>
  <inkml:trace contextRef="#ctx0" brushRef="#br0">3 21 6913 0 0,'-2'-21'8429'0'0,"2"22"-8335"0"0,3 3 2069 0 0,-3-3-2069 0 0,0-1 0 0 0,0 0 0 0 0,1 0 0 0 0,-1 0 0 0 0,0 0 0 0 0,0 0 0 0 0,1 0 0 0 0,-1 0 0 0 0,0 0 0 0 0,0 0 0 0 0,1 0 0 0 0,-1 0 0 0 0,5-2 2069 0 0,-5 1-2069 0 0,0 1 0 0 0,0 0 0 0 0,0 0 0 0 0,0 0 0 0 0,0-1 0 0 0,1 1 0 0 0,-1 0 0 0 0,0-1 0 0 0,21 34 184 0 0,-1 1-1 0 0,-1 1 1 0 0,-2 1 0 0 0,-2 0-1 0 0,19 67 1 0 0,27 197-814 0 0,-47-220 139 0 0,-7-41-848 0 0,3 1-4055 0 0,1-6-1588 0 0</inkml:trace>
</inkml:ink>
</file>

<file path=ppt/ink/ink2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1:51.522"/>
    </inkml:context>
    <inkml:brush xml:id="br0">
      <inkml:brushProperty name="width" value="0.1" units="cm"/>
      <inkml:brushProperty name="height" value="0.1" units="cm"/>
      <inkml:brushProperty name="color" value="#F6630D"/>
    </inkml:brush>
  </inkml:definitions>
  <inkml:trace contextRef="#ctx0" brushRef="#br0">62 50 4609 0 0,'-29'-3'1575'0'0,"-4"-1"3925"0"0,33 4-5345 0 0,0-1 1 0 0,0 1-1 0 0,0-1 1 0 0,1 1-1 0 0,-1-1 0 0 0,0 1 1 0 0,0 0-1 0 0,0-1 1 0 0,1 1-1 0 0,-1-1 1 0 0,0 1-1 0 0,1-1 0 0 0,-1 1 1 0 0,0 0-1 0 0,1-1 1 0 0,-1 1-1 0 0,0 0 1 0 0,1-1-1 0 0,-1 1 1 0 0,1 0-1 0 0,-1 0 0 0 0,1-1 1 0 0,-1 1-1 0 0,0 0 1 0 0,1 0-1 0 0,-1 0 1 0 0,1 0-1 0 0,-1-1 0 0 0,1 1 1 0 0,0 0-1 0 0,19-10 824 0 0,-5 5-638 0 0,-1 1 0 0 0,1 0-1 0 0,0 1 1 0 0,0 0 0 0 0,0 2 0 0 0,0-1-1 0 0,0 2 1 0 0,0 0 0 0 0,0 1 0 0 0,17 3 0 0 0,-28-4-335 0 0,1 1 0 0 0,0 0 0 0 0,0 1 0 0 0,-1-1 0 0 0,1 1 0 0 0,-1 0 0 0 0,1 0 0 0 0,-1 1-1 0 0,0-1 1 0 0,0 1 0 0 0,0 0 0 0 0,0 0 0 0 0,0 0 0 0 0,-1 0 0 0 0,1 1 0 0 0,-1 0 0 0 0,0-1 0 0 0,0 1 0 0 0,0 0 0 0 0,-1 1 0 0 0,0-1 0 0 0,1 0 0 0 0,-1 1 0 0 0,-1-1 0 0 0,1 1 0 0 0,-1 0 0 0 0,1-1 0 0 0,-1 1 0 0 0,-1 0 0 0 0,1 0 0 0 0,-1 0 0 0 0,0 0 0 0 0,0 0 0 0 0,-1 7 0 0 0,0 1-173 0 0,-1 0 0 0 0,-1 1-1 0 0,0-1 1 0 0,-1 0-1 0 0,0 0 1 0 0,-7 14 0 0 0,-42 70-1049 0 0,27-51 976 0 0,26-46 251 0 0,-1 0 1 0 0,1 1-1 0 0,0-1 1 0 0,0 0-1 0 0,0 0 1 0 0,0 0-1 0 0,0 1 1 0 0,0-1-1 0 0,0 0 1 0 0,-1 0-1 0 0,1 0 1 0 0,0 1-1 0 0,0-1 0 0 0,0 0 1 0 0,0 0-1 0 0,0 0 1 0 0,0 1-1 0 0,0-1 1 0 0,0 0-1 0 0,0 0 1 0 0,0 1-1 0 0,0-1 1 0 0,0 0-1 0 0,0 0 1 0 0,1 0-1 0 0,-1 1 0 0 0,0-1 1 0 0,0 0-1 0 0,0 0 1 0 0,0 0-1 0 0,0 1 1 0 0,0-1-1 0 0,0 0 1 0 0,1 0-1 0 0,-1 0 1 0 0,0 0-1 0 0,0 0 1 0 0,0 1-1 0 0,0-1 0 0 0,1 0 1 0 0,-1 0-1 0 0,0 0 1 0 0,0 0-1 0 0,0 0 1 0 0,0 0-1 0 0,1 0 1 0 0,-1 0-1 0 0,0 1 1 0 0,18-1 398 0 0,22-9 126 0 0,-38 8-484 0 0,14-3 79 0 0,-1 1 1 0 0,1 0-1 0 0,0 0 0 0 0,0 2 0 0 0,0 0 0 0 0,0 1 0 0 0,1 1 0 0 0,15 2 0 0 0,-22-1-117 0 0,1 1-1 0 0,-1 0 0 0 0,1 1 0 0 0,-1 0 1 0 0,0 0-1 0 0,-1 1 0 0 0,1 1 0 0 0,-1 0 1 0 0,0 0-1 0 0,0 0 0 0 0,-1 1 0 0 0,14 14 1 0 0,-15-13 46 0 0,1 0 1 0 0,-1 0 0 0 0,-1 0-1 0 0,0 1 1 0 0,0 0 0 0 0,0 1-1 0 0,-1-1 1 0 0,5 14 0 0 0,-9-18-32 0 0,0 0 0 0 0,0 0 0 0 0,0 0 0 0 0,0 1 0 0 0,-1-1 0 0 0,0 0 0 0 0,0 0 1 0 0,0 0-1 0 0,-1 1 0 0 0,0-1 0 0 0,0 0 0 0 0,0 0 0 0 0,0 0 0 0 0,-1 0 0 0 0,0 0 0 0 0,0 0 1 0 0,0-1-1 0 0,-1 1 0 0 0,-2 4 0 0 0,-20 24 134 0 0,-1 0 1 0 0,-2-2-1 0 0,-1-1 0 0 0,-50 40 1 0 0,33-28-1643 0 0</inkml:trace>
</inkml:ink>
</file>

<file path=ppt/ink/ink2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6.193"/>
    </inkml:context>
    <inkml:brush xml:id="br0">
      <inkml:brushProperty name="width" value="0.1" units="cm"/>
      <inkml:brushProperty name="height" value="0.1" units="cm"/>
      <inkml:brushProperty name="color" value="#F6630D"/>
    </inkml:brush>
  </inkml:definitions>
  <inkml:trace contextRef="#ctx0" brushRef="#br0">25 1 6913 0 0,'-23'12'4044'0'0,"23"-12"-3941"0"0,0 0-1 0 0,-1 1 1 0 0,1-1 0 0 0,0 0-1 0 0,0 0 1 0 0,0 1-1 0 0,0-1 1 0 0,0 0 0 0 0,0 1-1 0 0,0-1 1 0 0,0 0-1 0 0,0 0 1 0 0,0 1-1 0 0,0-1 1 0 0,0 0 0 0 0,0 0-1 0 0,0 1 1 0 0,0-1-1 0 0,0 0 1 0 0,0 0 0 0 0,0 1-1 0 0,1-1 1 0 0,-1 0-1 0 0,0 1 104 0 0,0-1-104 0 0,3 3 411 0 0,1-1-1 0 0,-1 0 1 0 0,0 0 0 0 0,1 0-1 0 0,-1 0 1 0 0,1 0-1 0 0,5 1 1 0 0,130 44 2681 0 0,-30-12-2654 0 0,21 12-211 0 0,257 56 1 0 0,-238-79-234 0 0,99 21 381 0 0,-203-34-848 0 0,0 2 1 0 0,0 2 0 0 0,56 28 0 0 0,-95-40-763 0 0</inkml:trace>
</inkml:ink>
</file>

<file path=ppt/ink/ink2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6.509"/>
    </inkml:context>
    <inkml:brush xml:id="br0">
      <inkml:brushProperty name="width" value="0.1" units="cm"/>
      <inkml:brushProperty name="height" value="0.1" units="cm"/>
      <inkml:brushProperty name="color" value="#F6630D"/>
    </inkml:brush>
  </inkml:definitions>
  <inkml:trace contextRef="#ctx0" brushRef="#br0">60 36 9674 0 0,'-4'-1'568'0'0,"-1"-1"-1"0"0,1 1 1 0 0,-1-1-1 0 0,1 0 1 0 0,0 0-1 0 0,-1 0 1 0 0,1 0-1 0 0,0-1 1 0 0,1 0-1 0 0,-1 0 1 0 0,0 0-1 0 0,-6-7 1 0 0,41 21 3098 0 0,-19-7-3540 0 0,-1 2 14 0 0,0 0 0 0 0,0 1-1 0 0,-1 1 1 0 0,0 0 0 0 0,0 0-1 0 0,-1 1 1 0 0,0 0 0 0 0,0 1-1 0 0,11 16 1 0 0,-5-3-81 0 0,-1 0 0 0 0,0 1 0 0 0,12 33 0 0 0,-21-45-37 0 0,-2 1 1 0 0,1-1 0 0 0,-1 1 0 0 0,-1-1-1 0 0,-1 1 1 0 0,1 0 0 0 0,-2 0-1 0 0,0 0 1 0 0,0 0 0 0 0,-2-1-1 0 0,1 1 1 0 0,-1 0 0 0 0,-1-1 0 0 0,-1 1-1 0 0,1-1 1 0 0,-8 16 0 0 0,5-14-166 0 0,-1-1 1 0 0,-1 1 0 0 0,0-1 0 0 0,0-1 0 0 0,-1 0 0 0 0,-1 0 0 0 0,0 0-1 0 0,-1-1 1 0 0,0-1 0 0 0,0 0 0 0 0,-1 0 0 0 0,-1-1 0 0 0,-19 10-1 0 0</inkml:trace>
</inkml:ink>
</file>

<file path=ppt/ink/ink2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7.030"/>
    </inkml:context>
    <inkml:brush xml:id="br0">
      <inkml:brushProperty name="width" value="0.1" units="cm"/>
      <inkml:brushProperty name="height" value="0.1" units="cm"/>
      <inkml:brushProperty name="color" value="#F6630D"/>
    </inkml:brush>
  </inkml:definitions>
  <inkml:trace contextRef="#ctx0" brushRef="#br0">5 1 7834 0 0,'-1'0'96'0'0,"1"0"1"0"0,0 0 0 0 0,0 1 0 0 0,-1-1 0 0 0,1 0 96 0 0,0 1-96 0 0,-1-1 0 0 0,1 0 0 0 0,0 0-1 0 0,0 1 1 0 0,0-1 0 0 0,0 0 0 0 0,0 0 0 0 0,-1 1-1 0 0,1-1 1 0 0,0 0 0 0 0,0 1 0 0 0,0-1-1 0 0,0 0 1 0 0,0 0 0 0 0,0 1 0 0 0,0-1 0 0 0,0 0-1 0 0,0 1 1 0 0,0-1 0 0 0,0 0 0 0 0,0 1 0 0 0,0-1-1 0 0,0 0 1 0 0,0 1 0 0 0,0-1 0 0 0,1 0 0 0 0,-1 0-1 0 0,0 1 1 0 0,4 16 1168 0 0,-2-11-752 0 0,51 261 6975 0 0,-44-194-8756 0 0,-1 127 0 0 0,-9-169-5322 0 0</inkml:trace>
</inkml:ink>
</file>

<file path=ppt/ink/ink2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7.430"/>
    </inkml:context>
    <inkml:brush xml:id="br0">
      <inkml:brushProperty name="width" value="0.1" units="cm"/>
      <inkml:brushProperty name="height" value="0.1" units="cm"/>
      <inkml:brushProperty name="color" value="#F6630D"/>
    </inkml:brush>
  </inkml:definitions>
  <inkml:trace contextRef="#ctx0" brushRef="#br0">2 222 7834 0 0,'-1'-7'182'0'0,"1"0"1"0"0,0-1 0 0 0,1 1 0 0 0,0 0 0 0 0,0 0-1 0 0,0 0 1 0 0,1 0 0 0 0,0 0 0 0 0,0 0 0 0 0,1 0-1 0 0,0 1 1 0 0,0-1 0 0 0,1 1 0 0 0,4-7 0 0 0,-7 12-134 0 0,11-16 829 0 0,1 1 0 0 0,1 0 0 0 0,16-14 0 0 0,-25 26-588 0 0,-1 0 0 0 0,1 1 0 0 0,0 0 0 0 0,1-1 0 0 0,-1 1 0 0 0,11-3 0 0 0,-14 5-125 0 0,1 0 0 0 0,0 0 1 0 0,-1 1-1 0 0,1-1 0 0 0,0 1 0 0 0,-1 0 1 0 0,1 0-1 0 0,0 0 0 0 0,0 0 0 0 0,-1 0 1 0 0,1 1-1 0 0,0-1 0 0 0,-1 1 0 0 0,1 0 0 0 0,4 2 1 0 0,-3-1-94 0 0,-1 0 1 0 0,0 1-1 0 0,0-1 0 0 0,0 1 1 0 0,0 0-1 0 0,0 0 1 0 0,0 0-1 0 0,-1 0 1 0 0,0 1-1 0 0,0-1 0 0 0,0 1 1 0 0,0-1-1 0 0,0 1 1 0 0,0 0-1 0 0,-1 0 1 0 0,0-1-1 0 0,0 1 0 0 0,0 0 1 0 0,0 0-1 0 0,-1 0 1 0 0,1 0-1 0 0,-1 0 1 0 0,-1 5-1 0 0,1 9-70 0 0,0 0 0 0 0,-2-1 1 0 0,-7 35-1 0 0,0-20-265 0 0,-24 57 1 0 0,3-13 307 0 0,31-68-14 0 0,9-13-616 0 0,18-23-1027 0 0,-18 18 1289 0 0,-3 4 216 0 0,0 1-1 0 0,0-1 1 0 0,0 1 0 0 0,1 0-1 0 0,0 1 1 0 0,14-7-1 0 0,-20 11 150 0 0,0-1-1 0 0,0 0 0 0 0,-1 1 0 0 0,1-1 1 0 0,0 1-1 0 0,0 0 0 0 0,0 0 0 0 0,0 0 0 0 0,0 0 1 0 0,0 0-1 0 0,-1 0 0 0 0,1 0 0 0 0,0 1 1 0 0,0-1-1 0 0,0 0 0 0 0,0 1 0 0 0,-1 0 0 0 0,1-1 1 0 0,0 1-1 0 0,0 0 0 0 0,-1 0 0 0 0,1 0 1 0 0,-1 0-1 0 0,1 0 0 0 0,-1 1 0 0 0,1-1 0 0 0,-1 0 1 0 0,0 1-1 0 0,1-1 0 0 0,-1 1 0 0 0,0-1 1 0 0,0 1-1 0 0,0-1 0 0 0,0 1 0 0 0,-1 0 1 0 0,1 0-1 0 0,1 2 0 0 0,0 4 90 0 0,1 1-1 0 0,-1-1 1 0 0,-1 1 0 0 0,0 0 0 0 0,0 0 0 0 0,0-1-1 0 0,-1 1 1 0 0,0 0 0 0 0,-1 0 0 0 0,0 0 0 0 0,-1-1-1 0 0,-3 14 1 0 0,1-8-579 0 0,-1 0 1 0 0,0-1-1 0 0,-1 0 0 0 0,0 0 0 0 0,-1 0 1 0 0,0-1-1 0 0,-10 12 0 0 0</inkml:trace>
</inkml:ink>
</file>

<file path=ppt/ink/ink2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8.081"/>
    </inkml:context>
    <inkml:brush xml:id="br0">
      <inkml:brushProperty name="width" value="0.1" units="cm"/>
      <inkml:brushProperty name="height" value="0.1" units="cm"/>
      <inkml:brushProperty name="color" value="#F6630D"/>
    </inkml:brush>
  </inkml:definitions>
  <inkml:trace contextRef="#ctx0" brushRef="#br0">57 169 7834 0 0,'30'-50'1349'0'0,"-27"44"-686"0"0,0 0-1 0 0,0 0 0 0 0,-1 0 0 0 0,0 0 1 0 0,-1 0-1 0 0,3-12 0 0 0,-4 18-611 0 0,0-1 0 0 0,0 1 0 0 0,0 0-1 0 0,0 0 1 0 0,0 0 0 0 0,0 0 0 0 0,0-1 0 0 0,0 1 0 0 0,0 0 0 0 0,0 0-1 0 0,0 0 1 0 0,0-1 0 0 0,0 1 0 0 0,0 0 0 0 0,0 0 0 0 0,0 0 0 0 0,0 0-1 0 0,0-1 1 0 0,0 1 0 0 0,0 0 0 0 0,0 0 0 0 0,0 0 0 0 0,0-1 0 0 0,0 1-1 0 0,0 0 1 0 0,0 0 0 0 0,0 0 0 0 0,0 0 0 0 0,-1-1 0 0 0,1 1 0 0 0,0 0 0 0 0,0 0-1 0 0,0 0 1 0 0,0 0 0 0 0,0 0 0 0 0,-1 0 0 0 0,1-1 0 0 0,0 1 0 0 0,0 0-1 0 0,0 0 1 0 0,0 0 0 0 0,-1 0 0 0 0,1 0 0 0 0,0 0 0 0 0,0 0 0 0 0,0 0-1 0 0,0 0 1 0 0,-1 0 0 0 0,1 0 0 0 0,0 0 0 0 0,0 0 0 0 0,0 0 0 0 0,-1 0-1 0 0,-11 9 1287 0 0,-8 16-132 0 0,5-2-388 0 0,-22 50 1 0 0,34-67-818 0 0,1-1 0 0 0,0 1 0 0 0,0 0 0 0 0,0 0 0 0 0,1 0-1 0 0,-1 0 1 0 0,1 0 0 0 0,1 0 0 0 0,0 1 0 0 0,-1-1 0 0 0,2 0 0 0 0,-1 0 0 0 0,1 0 0 0 0,0 0 0 0 0,2 9-1 0 0,-2-13-43 0 0,-1-1 0 0 0,1 1 0 0 0,-1 0 0 0 0,1-1 0 0 0,0 1 0 0 0,0-1 0 0 0,0 1 0 0 0,0-1-1 0 0,0 0 1 0 0,0 1 0 0 0,0-1 0 0 0,0 0 0 0 0,0 1 0 0 0,0-1 0 0 0,1 0 0 0 0,-1 0 0 0 0,1 0-1 0 0,-1 0 1 0 0,1-1 0 0 0,-1 1 0 0 0,1 0 0 0 0,-1 0 0 0 0,1-1 0 0 0,0 1 0 0 0,-1-1 0 0 0,1 0-1 0 0,0 1 1 0 0,-1-1 0 0 0,1 0 0 0 0,0 0 0 0 0,-1 0 0 0 0,1 0 0 0 0,0 0 0 0 0,0-1 0 0 0,-1 1-1 0 0,1 0 1 0 0,0-1 0 0 0,-1 1 0 0 0,1-1 0 0 0,2-1 0 0 0,1-1-140 0 0,0 0-1 0 0,0-1 1 0 0,0 1-1 0 0,0-1 1 0 0,-1 0 0 0 0,0 0-1 0 0,1-1 1 0 0,-2 1-1 0 0,1-1 1 0 0,4-6 0 0 0,13-32 169 0 0,-18 34 259 0 0,1 0 0 0 0,0 1 0 0 0,1-1 1 0 0,0 1-1 0 0,0 0 0 0 0,1 0 0 0 0,8-9 1 0 0,-13 17-210 0 0,0-1 1 0 0,0 0-1 0 0,-1 1 1 0 0,1-1-1 0 0,0 1 1 0 0,0 0-1 0 0,0-1 1 0 0,0 1-1 0 0,0 0 1 0 0,0 0-1 0 0,0-1 1 0 0,0 1-1 0 0,0 0 1 0 0,0 0 0 0 0,0 0-1 0 0,0 0 1 0 0,0 0-1 0 0,0 0 1 0 0,0 1-1 0 0,0-1 1 0 0,0 0-1 0 0,0 0 1 0 0,0 1-1 0 0,0-1 1 0 0,0 0-1 0 0,0 1 1 0 0,-1-1-1 0 0,1 1 1 0 0,0 0-1 0 0,0-1 1 0 0,0 1-1 0 0,-1-1 1 0 0,1 1-1 0 0,0 0 1 0 0,-1 0-1 0 0,1-1 1 0 0,0 1 0 0 0,-1 0-1 0 0,2 2 1 0 0,24 43 589 0 0,-18-32-432 0 0,-6-9-267 0 0,1-1-1 0 0,0 0 1 0 0,0 0 0 0 0,1 0-1 0 0,-1-1 1 0 0,1 1 0 0 0,0-1-1 0 0,0 0 1 0 0,0 0 0 0 0,0 0 0 0 0,0 0-1 0 0,6 2 1 0 0,-9-5 11 0 0,0 1 1 0 0,1-1-1 0 0,-1 0 1 0 0,0 1-1 0 0,1-1 1 0 0,-1 0-1 0 0,0 0 1 0 0,1 0-1 0 0,-1 0 1 0 0,1 0-1 0 0,-1 0 1 0 0,0 0-1 0 0,1 0 0 0 0,-1 0 1 0 0,1-1-1 0 0,-1 1 1 0 0,0-1-1 0 0,3 0 1 0 0,-3 0-1 0 0,1-1-1 0 0,-1 1 1 0 0,1 0 0 0 0,-1-1-1 0 0,0 1 1 0 0,1-1 0 0 0,-1 1-1 0 0,0-1 1 0 0,0 0 0 0 0,0 0 0 0 0,0 1-1 0 0,-1-1 1 0 0,1 0 0 0 0,0 0-1 0 0,-1 0 1 0 0,1-4 0 0 0,9-48 283 0 0,-6 28 25 0 0,10-37 1 0 0,-12 57-102 0 0,1-1 1 0 0,-1 0-1 0 0,1 1 1 0 0,0 0 0 0 0,1 0-1 0 0,-1 0 1 0 0,1 0 0 0 0,0 0-1 0 0,1 1 1 0 0,6-7 0 0 0,-10 10-91 0 0,1 1 0 0 0,-1 0 0 0 0,0-1 0 0 0,1 1 0 0 0,-1 0 0 0 0,1 0 0 0 0,-1 0 0 0 0,1 0-1 0 0,-1 0 1 0 0,1 0 0 0 0,0 0 0 0 0,-1 1 0 0 0,1-1 0 0 0,0 0 0 0 0,0 1 0 0 0,-1 0 0 0 0,1-1 0 0 0,0 1 0 0 0,0 0 0 0 0,0 0 0 0 0,0 0 0 0 0,0 0 0 0 0,-1 0 0 0 0,1 0 0 0 0,0 1 0 0 0,0-1 0 0 0,0 1 0 0 0,-1-1 0 0 0,1 1 0 0 0,0 0 0 0 0,0-1 0 0 0,-1 1 0 0 0,1 0 0 0 0,-1 0 0 0 0,1 0 0 0 0,-1 0 0 0 0,1 1 0 0 0,1 1 0 0 0,4 6-70 0 0,-1 0 0 0 0,1 0 0 0 0,-2 0 1 0 0,1 1-1 0 0,5 17 0 0 0,10 14-135 0 0,-20-39 130 0 0,0 0 0 0 0,0-1 0 0 0,0 1 0 0 0,0-1 0 0 0,1 1 0 0 0,-1-1 0 0 0,0 0 0 0 0,1 1 0 0 0,-1-1 0 0 0,1 0 0 0 0,-1 0 0 0 0,1 0 0 0 0,-1 0 0 0 0,1 0 0 0 0,0 0 0 0 0,0-1 0 0 0,-1 1 0 0 0,1 0 0 0 0,0-1 0 0 0,0 1 0 0 0,0-1 0 0 0,0 0 0 0 0,2 0 0 0 0,-1 0-66 0 0,1-1 0 0 0,-1 0 0 0 0,0 0 0 0 0,0-1 0 0 0,0 1 0 0 0,0-1 0 0 0,0 1 0 0 0,0-1 0 0 0,0 0 0 0 0,-1 0 0 0 0,1 0 0 0 0,2-3 0 0 0,29-18-1902 0 0,-17 16-3889 0 0</inkml:trace>
</inkml:ink>
</file>

<file path=ppt/ink/ink2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8.550"/>
    </inkml:context>
    <inkml:brush xml:id="br0">
      <inkml:brushProperty name="width" value="0.1" units="cm"/>
      <inkml:brushProperty name="height" value="0.1" units="cm"/>
      <inkml:brushProperty name="color" value="#F6630D"/>
    </inkml:brush>
  </inkml:definitions>
  <inkml:trace contextRef="#ctx0" brushRef="#br0">15 145 3681 0 0,'-2'-1'327'0'0,"1"0"1"0"0,0 0 0 0 0,0-1-1 0 0,0 1 1 0 0,0 0-1 0 0,0-1 1 0 0,0 1 0 0 0,0-1-1 0 0,0 1 1 0 0,1-1-1 0 0,-1 1 1 0 0,0-1 0 0 0,1 1-1 0 0,-1-1 1 0 0,1 0 0 0 0,0 1-1 0 0,0-1 1 0 0,-1 0-1 0 0,1 1 1 0 0,0-1 0 0 0,0 0-1 0 0,1 0 1 0 0,-1 1-1 0 0,0-1 1 0 0,0 0 0 0 0,1 1-1 0 0,-1-1 1 0 0,2-2-1 0 0,1-5 861 0 0,0-1 0 0 0,0 1-1 0 0,8-14 1 0 0,-9 19-934 0 0,0 1 0 0 0,1-1 1 0 0,-1 0-1 0 0,1 1 0 0 0,-1 0 1 0 0,1-1-1 0 0,0 1 0 0 0,0 0 0 0 0,1 1 1 0 0,-1-1-1 0 0,7-4 0 0 0,-8 7-249 0 0,-1-1 1 0 0,1 0-1 0 0,0 1 0 0 0,0 0 0 0 0,0-1 0 0 0,0 1 0 0 0,-1 0 0 0 0,1 0 0 0 0,0 0 0 0 0,0 0 0 0 0,0 0 0 0 0,0 0 1 0 0,0 0-1 0 0,-1 1 0 0 0,1-1 0 0 0,0 1 0 0 0,0-1 0 0 0,0 1 0 0 0,-1 0 0 0 0,1 0 0 0 0,0-1 0 0 0,-1 1 1 0 0,1 0-1 0 0,-1 1 0 0 0,1-1 0 0 0,-1 0 0 0 0,1 0 0 0 0,1 3 0 0 0,27 32-1503 0 0,-11-10-4457 0 0,-19-25 5667 0 0,10 12-5492 0 0</inkml:trace>
</inkml:ink>
</file>

<file path=ppt/ink/ink2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9.043"/>
    </inkml:context>
    <inkml:brush xml:id="br0">
      <inkml:brushProperty name="width" value="0.1" units="cm"/>
      <inkml:brushProperty name="height" value="0.1" units="cm"/>
      <inkml:brushProperty name="color" value="#F6630D"/>
    </inkml:brush>
  </inkml:definitions>
  <inkml:trace contextRef="#ctx0" brushRef="#br0">91 329 1840 0 0,'3'-14'1466'0'0,"-1"8"-199"0"0,-1-1 0 0 0,1 1 0 0 0,-1 0 0 0 0,0 0 0 0 0,-1-1 0 0 0,1 1 0 0 0,-1 0 0 0 0,0-1-1 0 0,-1 1 1 0 0,0 0 0 0 0,-3-12 0 0 0,4 18-1206 0 0,0-1 0 0 0,0 1 0 0 0,0 0 0 0 0,0-1 0 0 0,0 1 0 0 0,-1 0 0 0 0,1 0-1 0 0,0-1 1 0 0,0 1 0 0 0,0 0 0 0 0,-1 0 0 0 0,1-1 0 0 0,0 1 0 0 0,0 0 0 0 0,0 0 0 0 0,-1 0 0 0 0,1-1-1 0 0,0 1 1 0 0,-1 0 0 0 0,1 0 0 0 0,0 0 0 0 0,-1 0 0 0 0,1 0 0 0 0,0 0 0 0 0,0-1 0 0 0,-1 1 0 0 0,1 0-1 0 0,0 0 1 0 0,-1 0 0 0 0,1 0 0 0 0,0 0 0 0 0,-1 0 0 0 0,1 0 0 0 0,0 0 0 0 0,-1 1 0 0 0,1-1-1 0 0,0 0 1 0 0,-1 0 0 0 0,1 0 0 0 0,-13 13 940 0 0,-5 18-489 0 0,13-17-433 0 0,0 1 0 0 0,1-1 0 0 0,0 1-1 0 0,1 0 1 0 0,-1 15 0 0 0,3-21-85 0 0,0 1 0 0 0,1-1-1 0 0,0 0 1 0 0,1 0 0 0 0,0 0 0 0 0,0 0 0 0 0,1 0-1 0 0,0 0 1 0 0,5 14 0 0 0,-6-22-31 0 0,-1 1 0 0 0,1 0 0 0 0,0-1 0 0 0,0 1 1 0 0,0 0-1 0 0,0-1 0 0 0,0 1 0 0 0,1-1 0 0 0,-1 0 0 0 0,0 1 1 0 0,1-1-1 0 0,-1 0 0 0 0,1 0 0 0 0,-1 0 0 0 0,2 1 0 0 0,-2-1-51 0 0,0-1-1 0 0,0 0 0 0 0,0 0 0 0 0,0 0 1 0 0,0 0-1 0 0,0 1 0 0 0,0-1 0 0 0,0 0 1 0 0,0-1-1 0 0,0 1 0 0 0,0 0 0 0 0,0 0 1 0 0,0 0-1 0 0,0-1 0 0 0,0 1 0 0 0,0 0 1 0 0,0-1-1 0 0,-1 1 0 0 0,1-1 0 0 0,2 0 1 0 0,0-2-161 0 0,-1 1 1 0 0,1-1 0 0 0,0 0-1 0 0,-1 0 1 0 0,1 0 0 0 0,-1 0-1 0 0,0 0 1 0 0,0-1 0 0 0,0 1 0 0 0,-1-1-1 0 0,1 1 1 0 0,1-8 0 0 0,0-4-382 0 0,0 1 0 0 0,-1-1 0 0 0,0 0 1 0 0,-2 0-1 0 0,1 0 0 0 0,-2 0 0 0 0,0 0 0 0 0,-1 0 1 0 0,-5-21-1 0 0,-5-8 993 0 0,-32-74 1 0 0,14 44 4136 0 0,29 72-4248 0 0,-8-22 1577 0 0,8 24-1664 0 0,1-1 0 0 0,0 0 0 0 0,-1 0 0 0 0,1 0 1 0 0,0 1-1 0 0,-1-1 0 0 0,1 0 0 0 0,-1 0 0 0 0,1 1 0 0 0,-1-1 0 0 0,1 0 0 0 0,-1 1 0 0 0,0-1 0 0 0,1 0 0 0 0,-1 1 1 0 0,0-1-1 0 0,1 1 0 0 0,-1-1 0 0 0,0 1 0 0 0,0 0 0 0 0,-1-1 0 0 0,1 3-67 0 0,0 1 0 0 0,1-1 1 0 0,0 1-1 0 0,-1-1 0 0 0,1 1 0 0 0,0-1 1 0 0,0 1-1 0 0,0-1 0 0 0,0 1 0 0 0,1-1 0 0 0,-1 1 1 0 0,1-1-1 0 0,0 4 0 0 0,0-3-14 0 0,4 26 19 0 0,1 0 1 0 0,1-1-1 0 0,2 0 0 0 0,1 0 1 0 0,1-1-1 0 0,15 28 0 0 0,-15-37-2381 0 0,0-1 0 0 0,26 31 0 0 0,-16-25-5106 0 0</inkml:trace>
</inkml:ink>
</file>

<file path=ppt/ink/ink2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9.456"/>
    </inkml:context>
    <inkml:brush xml:id="br0">
      <inkml:brushProperty name="width" value="0.1" units="cm"/>
      <inkml:brushProperty name="height" value="0.1" units="cm"/>
      <inkml:brushProperty name="color" value="#F6630D"/>
    </inkml:brush>
  </inkml:definitions>
  <inkml:trace contextRef="#ctx0" brushRef="#br0">61 52 7834 0 0,'-1'-1'136'0'0,"1"1"1"0"0,-1 0-1 0 0,1-1 1 0 0,0 1-1 0 0,-1-1 1 0 0,1 1-1 0 0,-1 0 1 0 0,1 0-1 0 0,-1-1 1 0 0,1 1 0 0 0,-1 0-1 0 0,1 0 1 0 0,-1 0-1 0 0,1-1 1 0 0,-1 1-1 0 0,1 0 1 0 0,-1 0-1 0 0,0 0 1 0 0,1 0-1 0 0,-1 0 1 0 0,1 0-1 0 0,-1 0 1 0 0,1 0 0 0 0,-1 0-1 0 0,1 0 1 0 0,-1 1-1 0 0,1-1 1 0 0,-1 0-1 0 0,1 0 1 0 0,-1 0-1 0 0,0 1 1 0 0,-14 16 2346 0 0,-4 27 25 0 0,16-35-2396 0 0,1 0-1 0 0,0 1 1 0 0,1-1-1 0 0,0 1 0 0 0,0 0 1 0 0,1 13-1 0 0,0-21-115 0 0,0 0 1 0 0,0 1-1 0 0,1-1 0 0 0,-1 0 0 0 0,0 0 1 0 0,1 0-1 0 0,-1 0 0 0 0,1 0 0 0 0,0 0 0 0 0,0 0 1 0 0,-1 0-1 0 0,1 0 0 0 0,0 0 0 0 0,1 0 1 0 0,-1-1-1 0 0,0 1 0 0 0,1 0 0 0 0,-1-1 1 0 0,1 1-1 0 0,-1-1 0 0 0,1 1 0 0 0,-1-1 0 0 0,1 0 1 0 0,0 0-1 0 0,0 1 0 0 0,0-1 0 0 0,0-1 1 0 0,0 1-1 0 0,0 0 0 0 0,0 0 0 0 0,0-1 1 0 0,0 1-1 0 0,0-1 0 0 0,0 0 0 0 0,4 1 0 0 0,-4-2 9 0 0,0 1 0 0 0,0-1 0 0 0,0 0 0 0 0,1 1-1 0 0,-1-1 1 0 0,0 0 0 0 0,0 0 0 0 0,0-1 0 0 0,-1 1-1 0 0,1 0 1 0 0,0-1 0 0 0,0 1 0 0 0,-1-1-1 0 0,1 1 1 0 0,-1-1 0 0 0,1 0 0 0 0,-1 1 0 0 0,0-1-1 0 0,1 0 1 0 0,-1 0 0 0 0,1-4 0 0 0,21-50-878 0 0,-20 46 470 0 0,7-21-530 0 0,11-30-206 0 0,-19 56 1266 0 0,0 0-1 0 0,1 0 1 0 0,-1 0-1 0 0,1 1 1 0 0,0-1 0 0 0,1 1-1 0 0,-1-1 1 0 0,8-6-1 0 0,-10 11-15 0 0,-1-1-1 0 0,1 1 1 0 0,-1 0 0 0 0,1-1-1 0 0,0 1 1 0 0,-1 0-1 0 0,1 0 1 0 0,-1 0-1 0 0,1-1 1 0 0,-1 1 0 0 0,1 0-1 0 0,0 0 1 0 0,-1 0-1 0 0,1 0 1 0 0,-1 0-1 0 0,1 0 1 0 0,0 0 0 0 0,-1 0-1 0 0,1 0 1 0 0,-1 1-1 0 0,1-1 1 0 0,0 0-1 0 0,-1 0 1 0 0,1 0-1 0 0,-1 1 1 0 0,1-1 0 0 0,-1 0-1 0 0,1 1 1 0 0,-1-1-1 0 0,1 0 1 0 0,-1 1-1 0 0,1-1 1 0 0,-1 1 0 0 0,0-1-1 0 0,1 1 1 0 0,0 0-1 0 0,17 26 1817 0 0,-1-2-1162 0 0,-14-23-682 0 0,1 0 1 0 0,-1-1-1 0 0,0 1 0 0 0,0 0 1 0 0,1-1-1 0 0,-1 0 0 0 0,1 0 1 0 0,4 1-1 0 0,9-3-1093 0 0,-16 0 739 0 0,0 1-1 0 0,-1 0 1 0 0,8-12-4889 0 0,-8 10 4889 0 0</inkml:trace>
</inkml:ink>
</file>

<file path=ppt/ink/ink2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9.630"/>
    </inkml:context>
    <inkml:brush xml:id="br0">
      <inkml:brushProperty name="width" value="0.1" units="cm"/>
      <inkml:brushProperty name="height" value="0.1" units="cm"/>
      <inkml:brushProperty name="color" value="#F6630D"/>
    </inkml:brush>
  </inkml:definitions>
  <inkml:trace contextRef="#ctx0" brushRef="#br0">1 0 6913 0 0,'4'40'8178'0'0,"5"0"-4718"0"0,3 19-1500 0 0,-10-43-1966 0 0,-2-8 92 0 0,0 0-1 0 0,1-1 0 0 0,0 1 1 0 0,3 8-1 0 0,7 2-2667 0 0,-10-18 2171 0 0,0 1 0 0 0,0 0 0 0 0,0 0 0 0 0,0-1 0 0 0,0 1 0 0 0,1-1 0 0 0,-1 1 0 0 0,0-1 0 0 0,0 0 0 0 0,0 1 0 0 0,1-1 0 0 0,-1 0 0 0 0,0 0 0 0 0,0 1 0 0 0,2-1 1 0 0,6-1-2459 0 0</inkml:trace>
</inkml:ink>
</file>

<file path=ppt/ink/ink2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9.777"/>
    </inkml:context>
    <inkml:brush xml:id="br0">
      <inkml:brushProperty name="width" value="0.1" units="cm"/>
      <inkml:brushProperty name="height" value="0.1" units="cm"/>
      <inkml:brushProperty name="color" value="#F6630D"/>
    </inkml:brush>
  </inkml:definitions>
  <inkml:trace contextRef="#ctx0" brushRef="#br0">39 45 14283 0 0,'-13'-16'632'0'0,"5"4"136"0"0,3 2-616 0 0,1 5-152 0 0,2 3 0 0 0,1 2-128 0 0,0 0-64 0 0,-2 0 0 0 0,2 2-8 0 0,1 3-1176 0 0,2 5-224 0 0,5 5-57 0 0,1-2-7 0 0,2 2 1304 0 0</inkml:trace>
</inkml:ink>
</file>

<file path=ppt/ink/ink2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09.963"/>
    </inkml:context>
    <inkml:brush xml:id="br0">
      <inkml:brushProperty name="width" value="0.1" units="cm"/>
      <inkml:brushProperty name="height" value="0.1" units="cm"/>
      <inkml:brushProperty name="color" value="#F6630D"/>
    </inkml:brush>
  </inkml:definitions>
  <inkml:trace contextRef="#ctx0" brushRef="#br0">1 1 6913 0 0,'1'0'203'0'0,"0"0"-1"0"0,1 1 0 0 0,-1-1 0 0 0,0 1 1 0 0,0 0-1 0 0,0-1 0 0 0,0 1 0 0 0,0 0 1 0 0,0-1-1 0 0,0 1 0 0 0,0 0 0 0 0,0 0 1 0 0,0 0-1 0 0,0 0 0 0 0,0 0 0 0 0,-1 0 1 0 0,1 0-1 0 0,0 0 0 0 0,0 3 0 0 0,14 27 2563 0 0,-11-21-1852 0 0,32 73 2101 0 0,21 41-1048 0 0,-46-105-3686 0 0,0 0 0 0 0,18 20 0 0 0</inkml:trace>
</inkml:ink>
</file>

<file path=ppt/ink/ink2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10.107"/>
    </inkml:context>
    <inkml:brush xml:id="br0">
      <inkml:brushProperty name="width" value="0.1" units="cm"/>
      <inkml:brushProperty name="height" value="0.1" units="cm"/>
      <inkml:brushProperty name="color" value="#F6630D"/>
    </inkml:brush>
  </inkml:definitions>
  <inkml:trace contextRef="#ctx0" brushRef="#br0">4 37 3225 0 0,'-4'0'3144'0'0,"4"-1"-2568"0"0,2-2-39 0 0,0-1 607 0 0,23-15-1144 0 0,-18 9 0 0 0</inkml:trace>
</inkml:ink>
</file>

<file path=ppt/ink/ink2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11.296"/>
    </inkml:context>
    <inkml:brush xml:id="br0">
      <inkml:brushProperty name="width" value="0.1" units="cm"/>
      <inkml:brushProperty name="height" value="0.1" units="cm"/>
      <inkml:brushProperty name="color" value="#F6630D"/>
    </inkml:brush>
  </inkml:definitions>
  <inkml:trace contextRef="#ctx0" brushRef="#br0">32 7 14283 0 0,'-1'0'285'0'0,"0"-1"1"0"0,0 0-1 0 0,0 1 0 0 0,0-1 1 0 0,0 1-1 0 0,0-1 0 0 0,0 1 1 0 0,0-1-1 0 0,0 1 0 0 0,0-1 1 0 0,-1 1-1 0 0,1 0 0 0 0,0 0 1 0 0,0 0-1 0 0,0 0 0 0 0,0 0 1 0 0,0 0-1 0 0,-2 0 0 0 0,2 0-173 0 0,0 1-1 0 0,1-1 0 0 0,-1 0 1 0 0,1 1-1 0 0,-1-1 1 0 0,1 1-1 0 0,-1-1 0 0 0,1 1 1 0 0,-1-1-1 0 0,1 1 0 0 0,0-1 1 0 0,-1 1-1 0 0,1-1 0 0 0,0 1 1 0 0,-1 0-1 0 0,1-1 0 0 0,0 1 1 0 0,0-1-1 0 0,0 1 0 0 0,-1 0 1 0 0,1-1-1 0 0,0 2 0 0 0,0 2 6 0 0,0 0-1 0 0,0 0 0 0 0,0 0 0 0 0,1 0 0 0 0,-1 0 0 0 0,1-1 0 0 0,0 1 0 0 0,0 0 0 0 0,3 5 0 0 0,51 98 261 0 0,-26-54-369 0 0,26 64-1 0 0,-50-102-108 0 0,13 31-197 0 0,-17-43 229 0 0,-1-1 1 0 0,2 0-1 0 0,-1 0 1 0 0,0 0-1 0 0,0 0 1 0 0,1 0-1 0 0,-1 0 1 0 0,1-1-1 0 0,-1 1 0 0 0,1 0 1 0 0,0-1-1 0 0,0 1 1 0 0,-1-1-1 0 0,1 0 1 0 0,4 2-1 0 0,-5-2 34 0 0,-1-1 0 0 0,1 0-1 0 0,-1 0 1 0 0,1-1 0 0 0,0 1-1 0 0,-1 0 1 0 0,1 0 0 0 0,-1 0 0 0 0,1 0-1 0 0,-1 0 1 0 0,1-1 0 0 0,-1 1 0 0 0,1 0-1 0 0,-1 0 1 0 0,1-1 0 0 0,-1 1-1 0 0,1 0 1 0 0,-1-1 0 0 0,1 1 0 0 0,-1 0-1 0 0,0-1 1 0 0,1 1 0 0 0,-1-1 0 0 0,0 1-1 0 0,1-1 1 0 0,-1 1 0 0 0,0-1-1 0 0,1 1 1 0 0,-1-1 0 0 0,0 1 0 0 0,0-1-1 0 0,0 1 1 0 0,0-1 0 0 0,1 0-1 0 0,-1 1 1 0 0,0-1 0 0 0,0 0 0 0 0,3-28-413 0 0,-3 24 354 0 0,2-21 75 0 0,-1 3 93 0 0,1 0 1 0 0,9-35 0 0 0,-10 53 29 0 0,0 0 0 0 0,1 1 0 0 0,-1-1 0 0 0,1 1 0 0 0,0-1 0 0 0,0 1 0 0 0,1 0 0 0 0,-1-1 0 0 0,1 1 0 0 0,0 0 1 0 0,0 1-1 0 0,0-1 0 0 0,1 0 0 0 0,-1 1 0 0 0,1 0 0 0 0,0 0 0 0 0,0 0 0 0 0,4-2 0 0 0,-5 3-66 0 0,0 1 1 0 0,-1 0-1 0 0,1 0 0 0 0,0 0 0 0 0,0 0 0 0 0,0 0 1 0 0,-1 1-1 0 0,1-1 0 0 0,0 1 0 0 0,0 0 0 0 0,0 0 0 0 0,0 0 1 0 0,0 0-1 0 0,0 0 0 0 0,0 1 0 0 0,0-1 0 0 0,0 1 1 0 0,0 0-1 0 0,-1 0 0 0 0,1 0 0 0 0,0 0 0 0 0,4 3 1 0 0,0 1 88 0 0,0 1 0 0 0,-1 0 0 0 0,0 0 0 0 0,0 1 0 0 0,0-1 0 0 0,5 10-1 0 0,-7-9-1052 0 0,1 0-1 0 0,0-1 1 0 0,1 0-1 0 0,-1 0 1 0 0,1 0-1 0 0,0 0 1 0 0,8 4-1 0 0</inkml:trace>
</inkml:ink>
</file>

<file path=ppt/ink/ink2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16.565"/>
    </inkml:context>
    <inkml:brush xml:id="br0">
      <inkml:brushProperty name="width" value="0.1" units="cm"/>
      <inkml:brushProperty name="height" value="0.1" units="cm"/>
      <inkml:brushProperty name="color" value="#F6630D"/>
    </inkml:brush>
  </inkml:definitions>
  <inkml:trace contextRef="#ctx0" brushRef="#br0">1 80 11522 0 0,'21'5'2442'0'0,"84"-5"-737"0"0,-1-5-1 0 0,138-24 0 0 0,-205 24-1617 0 0,97-22-4612 0 0,-84 16 1745 0 0,-19 4-2350 0 0</inkml:trace>
</inkml:ink>
</file>

<file path=ppt/ink/ink2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16.852"/>
    </inkml:context>
    <inkml:brush xml:id="br0">
      <inkml:brushProperty name="width" value="0.1" units="cm"/>
      <inkml:brushProperty name="height" value="0.1" units="cm"/>
      <inkml:brushProperty name="color" value="#F6630D"/>
    </inkml:brush>
  </inkml:definitions>
  <inkml:trace contextRef="#ctx0" brushRef="#br0">0 1 11058 0 0,'45'3'2612'0'0,"36"10"-1277"0"0,-47-5-801 0 0,0 1 1 0 0,-1 1-1 0 0,0 2 1 0 0,58 30-1 0 0,-34-8 650 0 0,86 64-1 0 0,44 30-4242 0 0,-155-110-3148 0 0</inkml:trace>
</inkml:ink>
</file>

<file path=ppt/ink/ink2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17.059"/>
    </inkml:context>
    <inkml:brush xml:id="br0">
      <inkml:brushProperty name="width" value="0.1" units="cm"/>
      <inkml:brushProperty name="height" value="0.1" units="cm"/>
      <inkml:brushProperty name="color" value="#F6630D"/>
    </inkml:brush>
  </inkml:definitions>
  <inkml:trace contextRef="#ctx0" brushRef="#br0">219 35 7834 0 0,'-3'-34'9390'0'0,"2"34"-9307"0"0,-11 11 1375 0 0,-7 12-1003 0 0,2 2 0 0 0,1 0 0 0 0,0 1 0 0 0,-15 37 0 0 0,-37 116-1191 0 0,42-98-1628 0 0,16-43-4166 0 0</inkml:trace>
</inkml:ink>
</file>

<file path=ppt/ink/ink2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17.326"/>
    </inkml:context>
    <inkml:brush xml:id="br0">
      <inkml:brushProperty name="width" value="0.1" units="cm"/>
      <inkml:brushProperty name="height" value="0.1" units="cm"/>
      <inkml:brushProperty name="color" value="#F6630D"/>
    </inkml:brush>
  </inkml:definitions>
  <inkml:trace contextRef="#ctx0" brushRef="#br0">37 4 6449 0 0,'-23'-3'1147'0'0,"22"3"-1003"0"0,1 0 0 0 0,-1 0 0 0 0,1 0 0 0 0,-1 0 1 0 0,1 1-1 0 0,-1-1 0 0 0,0 0 0 0 0,1 0 0 0 0,-1 0 0 0 0,1 1 0 0 0,-1-1 0 0 0,1 0 0 0 0,-1 1 0 0 0,1-1 0 0 0,0 0 0 0 0,-1 1 0 0 0,1-1 0 0 0,-1 1 0 0 0,1-1 0 0 0,0 1 0 0 0,-1 0 0 0 0,0 2 203 0 0,0 0 0 0 0,1 1-1 0 0,-1-1 1 0 0,1 1-1 0 0,0-1 1 0 0,0 0-1 0 0,0 1 1 0 0,1-1 0 0 0,-1 0-1 0 0,2 5 1 0 0,35 327 5318 0 0,-12 172-4138 0 0,-11-173-2378 0 0,-11-285-176 0 0</inkml:trace>
</inkml:ink>
</file>

<file path=ppt/ink/ink2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17.707"/>
    </inkml:context>
    <inkml:brush xml:id="br0">
      <inkml:brushProperty name="width" value="0.1" units="cm"/>
      <inkml:brushProperty name="height" value="0.1" units="cm"/>
      <inkml:brushProperty name="color" value="#F6630D"/>
    </inkml:brush>
  </inkml:definitions>
  <inkml:trace contextRef="#ctx0" brushRef="#br0">260 1022 9218 0 0,'2'-2'376'0'0,"0"-1"-1"0"0,0 0 1 0 0,0 0-1 0 0,0 0 1 0 0,-1 0-1 0 0,1-1 1 0 0,-1 1-1 0 0,0 0 1 0 0,0-1 0 0 0,0 1-1 0 0,0-1 1 0 0,0 1-1 0 0,-1-1 1 0 0,0 1-1 0 0,1-1 1 0 0,-1 1-1 0 0,-1-1 1 0 0,1 1 0 0 0,0-1-1 0 0,-2-5 1 0 0,-3-9 350 0 0,0 1-1 0 0,-14-32 1 0 0,11 30-220 0 0,-39-107 625 0 0,-57-242 0 0 0,91 304-1461 0 0,-24-101 171 0 0,4 59-5077 0 0,27 91-871 0 0</inkml:trace>
</inkml:ink>
</file>

<file path=ppt/ink/ink2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18.040"/>
    </inkml:context>
    <inkml:brush xml:id="br0">
      <inkml:brushProperty name="width" value="0.1" units="cm"/>
      <inkml:brushProperty name="height" value="0.1" units="cm"/>
      <inkml:brushProperty name="color" value="#F6630D"/>
    </inkml:brush>
  </inkml:definitions>
  <inkml:trace contextRef="#ctx0" brushRef="#br0">24 174 3225 0 0,'-23'-9'12406'0'0,"39"8"-11219"0"0,263-7-434 0 0,-114-1-224 0 0,551-25 1575 0 0,-606 30-1985 0 0,248-4-147 0 0,-64-4-1323 0 0,-230 5 520 0 0,0-3 0 0 0,96-29 1 0 0,-109 19-301 0 0,-27 8 181 0 0</inkml:trace>
</inkml:ink>
</file>

<file path=ppt/ink/ink2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18.387"/>
    </inkml:context>
    <inkml:brush xml:id="br0">
      <inkml:brushProperty name="width" value="0.1" units="cm"/>
      <inkml:brushProperty name="height" value="0.1" units="cm"/>
      <inkml:brushProperty name="color" value="#F6630D"/>
    </inkml:brush>
  </inkml:definitions>
  <inkml:trace contextRef="#ctx0" brushRef="#br0">4 120 8290 0 0,'-1'-7'175'0'0,"0"1"0"0"0,0 0 0 0 0,0-1 0 0 0,1 1 1 0 0,1-1-1 0 0,-1 1 0 0 0,1 0 0 0 0,0-1 0 0 0,3-9 0 0 0,-3 11 254 0 0,1 1-1 0 0,-1 0 0 0 0,1 0 1 0 0,0 0-1 0 0,0 0 0 0 0,1 0 0 0 0,-1 1 1 0 0,1-1-1 0 0,3-3 0 0 0,-5 7-355 0 0,-1-1 0 0 0,1 1-1 0 0,-1 0 1 0 0,0 0-1 0 0,1-1 1 0 0,-1 1 0 0 0,1 0-1 0 0,-1 0 1 0 0,1 0-1 0 0,-1 0 1 0 0,1 0 0 0 0,-1 0-1 0 0,1 0 1 0 0,-1 0-1 0 0,1 0 1 0 0,-1 0 0 0 0,1 0-1 0 0,-1 0 1 0 0,1 0-1 0 0,-1 0 1 0 0,1 0 0 0 0,-1 0-1 0 0,0 1 1 0 0,1-1-1 0 0,-1 0 1 0 0,1 0 0 0 0,-1 0-1 0 0,1 1 1 0 0,-1-1-1 0 0,0 0 1 0 0,1 1 0 0 0,-1-1-1 0 0,0 0 1 0 0,1 1-1 0 0,-1-1 1 0 0,0 1 0 0 0,1-1-1 0 0,-1 0 1 0 0,0 1 0 0 0,0-1-1 0 0,0 1 1 0 0,1-1-1 0 0,-1 1 1 0 0,0 0 0 0 0,11 23 1122 0 0,-1 10-656 0 0,-2 1 0 0 0,-1 0 0 0 0,4 60 1 0 0,-6 111 76 0 0,-5-172-501 0 0,0 38-136 0 0,8 435 344 0 0,1-360-1053 0 0,41 211-1 0 0,4-126-1587 0 0,-28-134-3287 0 0,-12-51 166 0 0</inkml:trace>
</inkml:ink>
</file>

<file path=ppt/ink/ink2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18.942"/>
    </inkml:context>
    <inkml:brush xml:id="br0">
      <inkml:brushProperty name="width" value="0.1" units="cm"/>
      <inkml:brushProperty name="height" value="0.1" units="cm"/>
      <inkml:brushProperty name="color" value="#F6630D"/>
    </inkml:brush>
  </inkml:definitions>
  <inkml:trace contextRef="#ctx0" brushRef="#br0">31 52 7370 0 0,'-7'-13'424'0'0,"4"7"-299"0"0,0 0 1 0 0,0 0 0 0 0,-1 0-1 0 0,-7-8 1 0 0,38 29 2116 0 0,27 30-25 0 0,86 93 0 0 0,37 68-226 0 0,10 12-813 0 0,-116-144-775 0 0,4-3 1 0 0,123 93 0 0 0,-152-133-338 0 0,1-1 0 0 0,1-2 0 0 0,2-2 0 0 0,0-3 0 0 0,2-2 0 0 0,67 19 0 0 0,-72-28-176 0 0,-1-1 0 0 0,1-3-1 0 0,1-2 1 0 0,-1-2-1 0 0,1-1 1 0 0,0-3 0 0 0,64-9-1 0 0,-51 2 562 0 0,-91 42 965 0 0,-373 368 41 0 0,287-282-1443 0 0,-120 129 60 0 0,24 18-26 0 0,177-213-202 0 0,2 2 0 0 0,-44 107 0 0 0,-23 131-715 0 0,91-259-323 0 0,2-5-310 0 0</inkml:trace>
</inkml:ink>
</file>

<file path=ppt/ink/ink2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19.259"/>
    </inkml:context>
    <inkml:brush xml:id="br0">
      <inkml:brushProperty name="width" value="0.1" units="cm"/>
      <inkml:brushProperty name="height" value="0.1" units="cm"/>
      <inkml:brushProperty name="color" value="#F6630D"/>
    </inkml:brush>
  </inkml:definitions>
  <inkml:trace contextRef="#ctx0" brushRef="#br0">0 40 5065 0 0,'22'-1'2233'0'0,"0"-2"1"0"0,38-8-1 0 0,-17 2-210 0 0,-23 5-1582 0 0,50-7 918 0 0,-65 11-1436 0 0,0 0-1 0 0,0 0 1 0 0,0 0-1 0 0,0 0 1 0 0,0 1-1 0 0,0 0 0 0 0,0 0 1 0 0,0 0-1 0 0,-1 1 1 0 0,1-1-1 0 0,5 4 1 0 0,-9-4 53 0 0,1 0 1 0 0,-1-1 0 0 0,0 1 0 0 0,0 0-1 0 0,0 0 1 0 0,0 0 0 0 0,0 0-1 0 0,-1 0 1 0 0,1 0 0 0 0,0 1-1 0 0,0-1 1 0 0,-1 0 0 0 0,1 0-1 0 0,-1 0 1 0 0,1 1 0 0 0,-1-1-1 0 0,1 0 1 0 0,-1 1 0 0 0,0-1 0 0 0,0 0-1 0 0,0 1 1 0 0,1-1 0 0 0,-1 1-1 0 0,-1 1 1 0 0,-1 12 23 0 0</inkml:trace>
</inkml:ink>
</file>

<file path=ppt/ink/ink2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19.560"/>
    </inkml:context>
    <inkml:brush xml:id="br0">
      <inkml:brushProperty name="width" value="0.1" units="cm"/>
      <inkml:brushProperty name="height" value="0.1" units="cm"/>
      <inkml:brushProperty name="color" value="#F6630D"/>
    </inkml:brush>
  </inkml:definitions>
  <inkml:trace contextRef="#ctx0" brushRef="#br0">1 35 8754 0 0,'4'-2'371'0'0,"0"1"1"0"0,1-1-1 0 0,-1 1 0 0 0,1 0 1 0 0,-1 0-1 0 0,1 0 1 0 0,-1 0-1 0 0,6 1 1 0 0,7-2 448 0 0,11-4 523 0 0,-5 0 43 0 0,38-4 0 0 0,-54 10-1695 0 0,0 0 1 0 0,0 0-1 0 0,-1 0 0 0 0,1 1 0 0 0,13 3 0 0 0</inkml:trace>
</inkml:ink>
</file>

<file path=ppt/ink/ink2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19.768"/>
    </inkml:context>
    <inkml:brush xml:id="br0">
      <inkml:brushProperty name="width" value="0.1" units="cm"/>
      <inkml:brushProperty name="height" value="0.1" units="cm"/>
      <inkml:brushProperty name="color" value="#F6630D"/>
    </inkml:brush>
  </inkml:definitions>
  <inkml:trace contextRef="#ctx0" brushRef="#br0">1 7 7834 0 0,'2'-7'9283'0'0,"4"25"-8597"0"0,0 1 0 0 0,-1-1 0 0 0,-1 1 0 0 0,0 0 0 0 0,0 37-1 0 0,5 18-1175 0 0,4-6-1900 0 0,-6-32-4288 0 0</inkml:trace>
</inkml:ink>
</file>

<file path=ppt/ink/ink2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0.323"/>
    </inkml:context>
    <inkml:brush xml:id="br0">
      <inkml:brushProperty name="width" value="0.1" units="cm"/>
      <inkml:brushProperty name="height" value="0.1" units="cm"/>
      <inkml:brushProperty name="color" value="#F6630D"/>
    </inkml:brush>
  </inkml:definitions>
  <inkml:trace contextRef="#ctx0" brushRef="#br0">625 43 8754 0 0,'-4'-4'479'0'0,"0"0"0"0"0,0 1 0 0 0,0-1 0 0 0,0 1 0 0 0,-1 0 0 0 0,1 0 0 0 0,-1 0 0 0 0,1 1 0 0 0,-1-1 0 0 0,0 1 0 0 0,0 1 0 0 0,0-1 1 0 0,-1 0-1 0 0,1 1 0 0 0,0 0 0 0 0,0 1 0 0 0,-1-1 0 0 0,1 1 0 0 0,-8 0 0 0 0,-10 2-128 0 0,-1 0 0 0 0,0 2 0 0 0,-26 7 0 0 0,15-3-107 0 0,-221 50 432 0 0,147-31-3473 0 0,147-62 6268 0 0,-21 81-2973 0 0,-2 0 0 0 0,-1 1 0 0 0,6 50 0 0 0,-5-27-258 0 0,115 688 252 0 0,-122-698-502 0 0,-3 0 0 0 0,-2 0-1 0 0,-7 77 1 0 0,0-98-1867 0 0,-15 57 0 0 0,15-78-5510 0 0</inkml:trace>
</inkml:ink>
</file>

<file path=ppt/ink/ink2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0.498"/>
    </inkml:context>
    <inkml:brush xml:id="br0">
      <inkml:brushProperty name="width" value="0.1" units="cm"/>
      <inkml:brushProperty name="height" value="0.1" units="cm"/>
      <inkml:brushProperty name="color" value="#F6630D"/>
    </inkml:brush>
  </inkml:definitions>
  <inkml:trace contextRef="#ctx0" brushRef="#br0">56 105 4609 0 0,'-17'0'81'0'0,"-22"-9"12427"0"0,61-2-10755 0 0,115-43 1092 0 0,-107 44-6571 0 0,35-6-1 0 0,-41 12-2454 0 0</inkml:trace>
</inkml:ink>
</file>

<file path=ppt/ink/ink2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0.688"/>
    </inkml:context>
    <inkml:brush xml:id="br0">
      <inkml:brushProperty name="width" value="0.1" units="cm"/>
      <inkml:brushProperty name="height" value="0.1" units="cm"/>
      <inkml:brushProperty name="color" value="#F6630D"/>
    </inkml:brush>
  </inkml:definitions>
  <inkml:trace contextRef="#ctx0" brushRef="#br0">10 1 4897 0 0,'-1'1'34'0'0,"0"-1"0"0"0,0 1 0 0 0,1 0 0 0 0,-1 0-1 0 0,0 0 1 0 0,1-1 0 0 0,-1 1 0 0 0,1 0 0 0 0,-1 0 0 0 0,1 0 0 0 0,-1 0 0 0 0,1 0 0 0 0,0 0-1 0 0,-1 0 1 0 0,1 0 0 0 0,0 0 0 0 0,0 0 0 0 0,0 0 0 0 0,0 0 0 0 0,0 0 0 0 0,0 1-1 0 0,0-1 1 0 0,0 0 0 0 0,0 0 0 0 0,0 0 0 0 0,1 0 0 0 0,-1 0 0 0 0,0 0 0 0 0,1 0 0 0 0,-1 0-1 0 0,2 1 1 0 0,1 1 599 0 0,0 0 0 0 0,0 0 0 0 0,0 0 0 0 0,1 0 0 0 0,-1-1 0 0 0,8 4 0 0 0,-10-5-475 0 0,17 7 1199 0 0,0 0-1 0 0,0-1 0 0 0,0-1 1 0 0,1-1-1 0 0,33 5 1 0 0,9 3-1966 0 0,-29-4-5784 0 0</inkml:trace>
</inkml:ink>
</file>

<file path=ppt/ink/ink2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0.862"/>
    </inkml:context>
    <inkml:brush xml:id="br0">
      <inkml:brushProperty name="width" value="0.1" units="cm"/>
      <inkml:brushProperty name="height" value="0.1" units="cm"/>
      <inkml:brushProperty name="color" value="#F6630D"/>
    </inkml:brush>
  </inkml:definitions>
  <inkml:trace contextRef="#ctx0" brushRef="#br0">272 0 6913 0 0,'-3'3'441'0'0,"0"-1"-1"0"0,0 1 0 0 0,0 0 1 0 0,0 0-1 0 0,0 0 0 0 0,1 0 1 0 0,-1 0-1 0 0,1 0 0 0 0,0 1 0 0 0,-3 5 1 0 0,-6 9 618 0 0,-119 174 3530 0 0,54-56-7808 0 0,64-112 1474 0 0,1-4-14 0 0</inkml:trace>
</inkml:ink>
</file>

<file path=ppt/ink/ink2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1.370"/>
    </inkml:context>
    <inkml:brush xml:id="br0">
      <inkml:brushProperty name="width" value="0.1" units="cm"/>
      <inkml:brushProperty name="height" value="0.1" units="cm"/>
      <inkml:brushProperty name="color" value="#F6630D"/>
    </inkml:brush>
  </inkml:definitions>
  <inkml:trace contextRef="#ctx0" brushRef="#br0">1 57 10594 0 0,'4'0'435'0'0,"0"1"0"0"0,0-1 1 0 0,-1 0-1 0 0,1-1 0 0 0,0 1 0 0 0,0-1 0 0 0,0 0 0 0 0,0 0 0 0 0,7-3 0 0 0,6 0 297 0 0,44-12 1019 0 0,48-9 34 0 0,-96 23-2399 0 0,0 1 0 0 0,0 0-1 0 0,1 0 1 0 0,-1 2 0 0 0,0 0 0 0 0,16 2 0 0 0,-4 7-894 0 0,-20-5 1473 0 0</inkml:trace>
</inkml:ink>
</file>

<file path=ppt/ink/ink2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1.593"/>
    </inkml:context>
    <inkml:brush xml:id="br0">
      <inkml:brushProperty name="width" value="0.1" units="cm"/>
      <inkml:brushProperty name="height" value="0.1" units="cm"/>
      <inkml:brushProperty name="color" value="#F6630D"/>
    </inkml:brush>
  </inkml:definitions>
  <inkml:trace contextRef="#ctx0" brushRef="#br0">0 0 10138 0 0,'1'2'289'0'0,"-1"1"-1"0"0,1-1 0 0 0,-1 1 1 0 0,1-1-1 0 0,0 0 0 0 0,0 1 1 0 0,0-1-1 0 0,1 0 1 0 0,-1 0-1 0 0,0 0 0 0 0,1 0 1 0 0,-1 0-1 0 0,1 0 0 0 0,0 0 1 0 0,2 1-1 0 0,1 4 233 0 0,6 6 296 0 0,0 0 1 0 0,1-1 0 0 0,14 12-1 0 0,-16-16-1601 0 0,0 0 0 0 0,0-1 0 0 0,1 0 0 0 0,0 0 0 0 0,1-1 0 0 0,-1-1 0 0 0,1 1 0 0 0,14 2-1 0 0,-13-6 733 0 0</inkml:trace>
</inkml:ink>
</file>

<file path=ppt/ink/ink2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1.719"/>
    </inkml:context>
    <inkml:brush xml:id="br0">
      <inkml:brushProperty name="width" value="0.1" units="cm"/>
      <inkml:brushProperty name="height" value="0.1" units="cm"/>
      <inkml:brushProperty name="color" value="#F6630D"/>
    </inkml:brush>
  </inkml:definitions>
  <inkml:trace contextRef="#ctx0" brushRef="#br0">241 1 9218 0 0,'-12'9'816'0'0,"0"2"-656"0"0,4-1-160 0 0,2-2 0 0 0,1 0 472 0 0,-5 4 56 0 0,-6 10 17 0 0,-12 14-1 0 0,-5 9-624 0 0,1 5-120 0 0,0 0-24 0 0,8-8-9 0 0,2-6 233 0 0</inkml:trace>
</inkml:ink>
</file>

<file path=ppt/ink/ink2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2.370"/>
    </inkml:context>
    <inkml:brush xml:id="br0">
      <inkml:brushProperty name="width" value="0.1" units="cm"/>
      <inkml:brushProperty name="height" value="0.1" units="cm"/>
      <inkml:brushProperty name="color" value="#F6630D"/>
    </inkml:brush>
  </inkml:definitions>
  <inkml:trace contextRef="#ctx0" brushRef="#br0">80 1318 14283 0 0,'-1'2'62'0'0,"0"1"0"0"0,0 0 0 0 0,0-1 0 0 0,0 1 0 0 0,1 0 0 0 0,-1 0 0 0 0,1 0 0 0 0,0 0 0 0 0,0 0 0 0 0,0 0 0 0 0,0 0 0 0 0,0-1 0 0 0,2 7 0 0 0,-1 9-86 0 0,-3 38 378 0 0,0 6 87 0 0,2-1 0 0 0,8 63 0 0 0,-7-149 3642 0 0,-3-62-2848 0 0,-9-33-815 0 0,-2-61-117 0 0,1-84-66 0 0,1 57-174 0 0,9-81-23 0 0,-2-55-495 0 0,-5 242-244 0 0,7 91-128 0 0,0 0 0 0 0,-1 0 1 0 0,-7-19-1 0 0</inkml:trace>
</inkml:ink>
</file>

<file path=ppt/ink/ink2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2.623"/>
    </inkml:context>
    <inkml:brush xml:id="br0">
      <inkml:brushProperty name="width" value="0.1" units="cm"/>
      <inkml:brushProperty name="height" value="0.1" units="cm"/>
      <inkml:brushProperty name="color" value="#F6630D"/>
    </inkml:brush>
  </inkml:definitions>
  <inkml:trace contextRef="#ctx0" brushRef="#br0">0 211 6913 0 0,'21'-1'274'0'0,"-1"0"-1"0"0,1-2 0 0 0,-1 0 0 0 0,0-2 1 0 0,38-12-1 0 0,93-51 3932 0 0,-104 45-3301 0 0,90-32 1 0 0,-101 46-879 0 0,0 0 1 0 0,0 2-1 0 0,63-3 0 0 0,-9 13-4141 0 0,-62 0-433 0 0</inkml:trace>
</inkml:ink>
</file>

<file path=ppt/ink/ink2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3.328"/>
    </inkml:context>
    <inkml:brush xml:id="br0">
      <inkml:brushProperty name="width" value="0.1" units="cm"/>
      <inkml:brushProperty name="height" value="0.1" units="cm"/>
      <inkml:brushProperty name="color" value="#F6630D"/>
    </inkml:brush>
  </inkml:definitions>
  <inkml:trace contextRef="#ctx0" brushRef="#br0">20 344 168 0 0,'-4'-3'-452'0'0,"-11"-9"6578"0"0,16 20-2538 0 0,9-4 378 0 0,14-3-3748 0 0,-20-1 407 0 0,-2 0-536 0 0,0 0 0 0 0,0 0 0 0 0,0-1 0 0 0,1 1 0 0 0,-1 0 0 0 0,0-1 0 0 0,-1 1 0 0 0,1-1 0 0 0,0 0 0 0 0,0 1 0 0 0,0-1-1 0 0,0 0 1 0 0,0 0 0 0 0,-1 0 0 0 0,1-1 0 0 0,0 1 0 0 0,-1 0 0 0 0,1-1 0 0 0,-1 1 0 0 0,0 0 0 0 0,1-1 0 0 0,-1 0 0 0 0,0 1 0 0 0,0-1 0 0 0,0 0 0 0 0,0 0 0 0 0,0 0 0 0 0,0 1 0 0 0,-1-1 0 0 0,1 0 0 0 0,0-3 0 0 0,1-7 45 0 0,0 1 0 0 0,-1-1 1 0 0,-1 1-1 0 0,-1-20 1 0 0,0 6 23 0 0,-2-30 100 0 0,2 39-29 0 0,0 0-1 0 0,0-1 0 0 0,2 0 1 0 0,4-31-1 0 0,-5 47-199 0 0,0 0 0 0 0,0 0-1 0 0,0 1 1 0 0,0-1 0 0 0,1 0 0 0 0,-1 0-1 0 0,0 0 1 0 0,0 1 0 0 0,1-1 0 0 0,-1 0 0 0 0,0 0-1 0 0,1 1 1 0 0,-1-1 0 0 0,1 0 0 0 0,-1 1-1 0 0,1-1 1 0 0,-1 0 0 0 0,1 1 0 0 0,-1-1-1 0 0,1 0 1 0 0,-1 1 0 0 0,1-1 0 0 0,0 1-1 0 0,1-1 1 0 0,-2 1-25 0 0,1 1 0 0 0,0-1 0 0 0,0 1 0 0 0,-1-1 0 0 0,1 1 0 0 0,-1-1 0 0 0,1 1 0 0 0,0 0 0 0 0,-1-1 0 0 0,1 1 0 0 0,-1 0 0 0 0,1-1-1 0 0,-1 1 1 0 0,0 0 0 0 0,1 0 0 0 0,-1-1 0 0 0,0 1 0 0 0,1 1 0 0 0,11 44-130 0 0,-10-25 118 0 0,1 3-3 0 0,1-1-1 0 0,9 34 1 0 0,-11-52 10 0 0,-1 0 0 0 0,1 0 0 0 0,0-1 0 0 0,0 1 0 0 0,1 0 0 0 0,-1-1 0 0 0,1 1 0 0 0,0-1 0 0 0,0 0 0 0 0,0 0 0 0 0,1 0 0 0 0,0 0 0 0 0,-1-1 0 0 0,1 1 0 0 0,1-1 0 0 0,-1 0 0 0 0,6 3 0 0 0,-10-6 8 0 0,1 0 0 0 0,0 0 0 0 0,-1 1 1 0 0,1-1-1 0 0,0 0 0 0 0,0 0 0 0 0,-1 0 0 0 0,1 0 0 0 0,0 0 0 0 0,0 0 0 0 0,0 0 0 0 0,-1 0 0 0 0,1-1 0 0 0,0 1 0 0 0,-1 0 1 0 0,1 0-1 0 0,0 0 0 0 0,0-1 0 0 0,-1 1 0 0 0,1-1 0 0 0,0 1 0 0 0,-1 0 0 0 0,1-1 0 0 0,-1 1 0 0 0,1-1 0 0 0,-1 1 0 0 0,1-1 0 0 0,-1 1 1 0 0,1-1-1 0 0,-1 0 0 0 0,1 1 0 0 0,-1-1 0 0 0,0 0 0 0 0,1 1 0 0 0,-1-1 0 0 0,0 0 0 0 0,1 1 0 0 0,-1-1 0 0 0,0 0 0 0 0,0 0 0 0 0,0-1 1 0 0,8-40 458 0 0,-6 27-371 0 0,-1 7-67 0 0,1-5 21 0 0,1-1-1 0 0,0 1 1 0 0,0 0-1 0 0,2 0 1 0 0,-1 1-1 0 0,2-1 1 0 0,10-18-1 0 0,-15 30-44 0 0,0 0-1 0 0,-1 0 0 0 0,1 1 1 0 0,0-1-1 0 0,0 0 1 0 0,-1 1-1 0 0,1-1 0 0 0,0 0 1 0 0,0 1-1 0 0,0-1 1 0 0,0 1-1 0 0,0 0 1 0 0,0-1-1 0 0,0 1 0 0 0,0 0 1 0 0,0-1-1 0 0,0 1 1 0 0,0 0-1 0 0,0 0 0 0 0,0 0 1 0 0,0 0-1 0 0,0 0 1 0 0,0 0-1 0 0,0 0 0 0 0,0 0 1 0 0,0 0-1 0 0,0 1 1 0 0,0-1-1 0 0,0 0 0 0 0,0 1 1 0 0,-1-1-1 0 0,1 1 1 0 0,0-1-1 0 0,0 1 0 0 0,0-1 1 0 0,0 1-1 0 0,0 0 1 0 0,-1-1-1 0 0,1 1 1 0 0,0 0-1 0 0,0 1 0 0 0,6 5-6 0 0,-1 0-1 0 0,0 0 0 0 0,9 15 1 0 0,-5-7-40 0 0,-2-5 48 0 0,3 3-85 0 0,-1 0-1 0 0,17 15 0 0 0,-25-26 56 0 0,1 0 0 0 0,0 1 0 0 0,-1-1 0 0 0,1 0 0 0 0,0-1 0 0 0,0 1-1 0 0,0 0 1 0 0,0-1 0 0 0,0 0 0 0 0,0 1 0 0 0,1-1 0 0 0,-1-1 0 0 0,0 1 0 0 0,0 0 0 0 0,1-1 0 0 0,-1 1-1 0 0,6-1 1 0 0,-8-1 27 0 0,1 1 0 0 0,-1-1-1 0 0,0 0 1 0 0,0 0 0 0 0,0 1-1 0 0,0-1 1 0 0,0 0 0 0 0,0 0 0 0 0,0 0-1 0 0,0 0 1 0 0,0 0 0 0 0,-1 0-1 0 0,1 0 1 0 0,0 0 0 0 0,0 0-1 0 0,-1 0 1 0 0,1-1 0 0 0,0 0-1 0 0,11-30 44 0 0,-9 21-58 0 0,8-15-616 0 0,0 2-1 0 0,2-1 1 0 0,0 2 0 0 0,24-31-1 0 0,-37 53 624 0 0,0 1 0 0 0,0 0 0 0 0,0 0 0 0 0,0 0 0 0 0,1-1 0 0 0,-1 1 0 0 0,0 0 0 0 0,0 0-1 0 0,0 0 1 0 0,0 0 0 0 0,1-1 0 0 0,-1 1 0 0 0,0 0 0 0 0,0 0 0 0 0,0 0 0 0 0,1 0 0 0 0,-1 0 0 0 0,0 0 0 0 0,0 0 0 0 0,1 0 0 0 0,-1 0 0 0 0,0 0-1 0 0,0 0 1 0 0,1 0 0 0 0,-1 0 0 0 0,0 0 0 0 0,0 0 0 0 0,0 0 0 0 0,1 0 0 0 0,-1 0 0 0 0,0 0 0 0 0,0 0 0 0 0,1 0 0 0 0,-1 0 0 0 0,0 0 0 0 0,0 0-1 0 0,0 0 1 0 0,1 1 0 0 0,-1-1 0 0 0,0 0 0 0 0,0 0 0 0 0,0 0 0 0 0,1 0 0 0 0,-1 1 0 0 0,0-1 0 0 0,0 0 0 0 0,0 0 0 0 0,0 0 0 0 0,0 1 0 0 0,0-1 0 0 0,1 0-1 0 0,-1 0 1 0 0,0 0 0 0 0,0 1 0 0 0,0-1 0 0 0,0 0 0 0 0,0 0 0 0 0,0 1 0 0 0,0-1 0 0 0,0 0 0 0 0,0 0 0 0 0,0 1 0 0 0,0-1 0 0 0,0 0 0 0 0,0 0-1 0 0,0 0 1 0 0,0 1 0 0 0,0-1 0 0 0,-1 0 0 0 0,4 27-710 0 0,-2-19 415 0 0,1 6-531 0 0,1 2-180 0 0</inkml:trace>
</inkml:ink>
</file>

<file path=ppt/ink/ink2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4.465"/>
    </inkml:context>
    <inkml:brush xml:id="br0">
      <inkml:brushProperty name="width" value="0.1" units="cm"/>
      <inkml:brushProperty name="height" value="0.1" units="cm"/>
      <inkml:brushProperty name="color" value="#F6630D"/>
    </inkml:brush>
  </inkml:definitions>
  <inkml:trace contextRef="#ctx0" brushRef="#br0">196 217 3209 0 0,'-8'-3'-17'0'0,"0"0"1"0"0,0 0-1 0 0,0 0 1 0 0,-1 1 0 0 0,1 0-1 0 0,-1 1 1 0 0,1 0-1 0 0,-1 0 1 0 0,1 1 0 0 0,-1 0-1 0 0,0 0 1 0 0,1 1-1 0 0,-15 3 1 0 0,17-3 718 0 0,-1 1 0 0 0,1 0 1 0 0,0 0-1 0 0,0 0 0 0 0,0 1 1 0 0,-8 5-1 0 0,13-8-583 0 0,0 1 0 0 0,1-1-1 0 0,-1 0 1 0 0,0 1 0 0 0,0-1 0 0 0,1 1 0 0 0,-1-1-1 0 0,0 1 1 0 0,1-1 0 0 0,-1 1 0 0 0,1 0 0 0 0,-1-1-1 0 0,1 1 1 0 0,-1 0 0 0 0,1-1 0 0 0,-1 1 0 0 0,1 0-1 0 0,0 0 1 0 0,-1 0 0 0 0,1 1 0 0 0,0-2-4 0 0,0 0 0 0 0,1 1 1 0 0,-1-1-1 0 0,0 0 0 0 0,1 1 1 0 0,-1-1-1 0 0,1 0 0 0 0,-1 1 0 0 0,1-1 1 0 0,-1 0-1 0 0,1 0 0 0 0,-1 0 1 0 0,1 1-1 0 0,-1-1 0 0 0,1 0 0 0 0,-1 0 1 0 0,1 0-1 0 0,-1 0 0 0 0,1 0 1 0 0,-1 0-1 0 0,1 0 0 0 0,0 0 1 0 0,38-5 2949 0 0,122-36 293 0 0,83 1-3012 0 0,-144 30-228 0 0,41-5 336 0 0,-121 6-285 0 0,-18 8-152 0 0,-1 0 1 0 0,1 0 0 0 0,0 0 0 0 0,0 0-1 0 0,0 0 1 0 0,-1 1 0 0 0,1-1 0 0 0,0 1-1 0 0,0-1 1 0 0,0 1 0 0 0,3-1-1 0 0,-4 1-5 0 0,0 0-1 0 0,0 0 0 0 0,-1 0 0 0 0,1 0 0 0 0,0 0 0 0 0,-1 0 1 0 0,1-1-1 0 0,-1 1 0 0 0,1 0 0 0 0,0 0 0 0 0,-1-1 0 0 0,1 1 1 0 0,-1 0-1 0 0,1-1 0 0 0,0 1 0 0 0,-1 0 0 0 0,1-1 0 0 0,-1 1 1 0 0,1-1-1 0 0,0 0 0 0 0,-1 0 3 0 0,1 1 0 0 0,-1-1 0 0 0,1 0 0 0 0,-1 1 0 0 0,1-1 0 0 0,0 1 0 0 0,-1-1 0 0 0,1 1 0 0 0,0 0 0 0 0,-1-1 0 0 0,1 1 0 0 0,0 0 0 0 0,-1-1 0 0 0,1 1 0 0 0,0 0 0 0 0,0 0 0 0 0,-1 0 0 0 0,1 0 0 0 0,0 0 0 0 0,1 0 0 0 0,406-25 1471 0 0,-149 6-1354 0 0,-248 18-134 0 0,330-27-18 0 0,-299 16 65 0 0,-35 9-51 0 0,0 1-1 0 0,0 0 1 0 0,0 0 0 0 0,1 1-1 0 0,9-1 1 0 0,-16 1 7 0 0,-1 0 0 0 0,-1 1 288 0 0,3 2-273 0 0,0 0 1 0 0,0 0-1 0 0,0 0 1 0 0,-1 0-1 0 0,1 0 0 0 0,-1 0 1 0 0,1 1-1 0 0,-1-1 0 0 0,0 1 1 0 0,0-1-1 0 0,0 1 1 0 0,1 3-1 0 0,9 35 11 0 0,-2 0 1 0 0,6 75-1 0 0,-7 89-39 0 0,-7-128 19 0 0,5 183-6 0 0,35 557 0 0 0,44-344 11 0 0,-80-452 10 0 0,12 65 216 0 0,-16-76-212 0 0,0 0-1 0 0,-1-1 0 0 0,0 1 1 0 0,0 0-1 0 0,-1 0 1 0 0,-4 16-1 0 0,4-24-190 0 0,0 1 0 0 0,0-1 0 0 0,0 1 0 0 0,0-1 0 0 0,-1 0 1 0 0,1 1-1 0 0,-1-1 0 0 0,1 0 0 0 0,-1 0 0 0 0,0 0 0 0 0,-3 3 0 0 0</inkml:trace>
</inkml:ink>
</file>

<file path=ppt/ink/ink2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4.842"/>
    </inkml:context>
    <inkml:brush xml:id="br0">
      <inkml:brushProperty name="width" value="0.1" units="cm"/>
      <inkml:brushProperty name="height" value="0.1" units="cm"/>
      <inkml:brushProperty name="color" value="#F6630D"/>
    </inkml:brush>
  </inkml:definitions>
  <inkml:trace contextRef="#ctx0" brushRef="#br0">2 124 3681 0 0,'-1'-1'45'0'0,"1"1"1"0"0,0-1 0 0 0,0 0-1 0 0,-1 1 1 0 0,1-1-1 0 0,0 0 1 0 0,0 0 0 0 0,0 1-1 0 0,0-1 1 0 0,0 0 0 0 0,0 1-1 0 0,0-1 1 0 0,1 0-1 0 0,-1 1 1 0 0,0-1 0 0 0,0 0-1 0 0,0 1 1 0 0,1-1-1 0 0,-1 1 1 0 0,0-1 0 0 0,1 0-1 0 0,-1 1 1 0 0,0-1-1 0 0,1 1 1 0 0,-1-1 0 0 0,1 1-1 0 0,-1-1 1 0 0,1 1 0 0 0,-1-1-1 0 0,1 1 1 0 0,-1-1-1 0 0,1 1 1 0 0,-1 0 0 0 0,1-1-1 0 0,0 1 1 0 0,-1 0-1 0 0,1 0 1 0 0,0-1 0 0 0,-1 1-1 0 0,1 0 1 0 0,1 0-1 0 0,36-12 2227 0 0,-30 10-2001 0 0,106-23 3238 0 0,143-13 1 0 0,-222 33-3217 0 0,474-14 1497 0 0,-422 19-1687 0 0,344 14-31 0 0,-250-5-20 0 0,-122-4-95 0 0,-41-2-175 0 0,1-2-1 0 0,-1 0 1 0 0,0-1-1 0 0,0 0 1 0 0,31-6-1 0 0,-44 5-92 0 0,-1-1-1 0 0</inkml:trace>
</inkml:ink>
</file>

<file path=ppt/ink/ink2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5.225"/>
    </inkml:context>
    <inkml:brush xml:id="br0">
      <inkml:brushProperty name="width" value="0.1" units="cm"/>
      <inkml:brushProperty name="height" value="0.1" units="cm"/>
      <inkml:brushProperty name="color" value="#F6630D"/>
    </inkml:brush>
  </inkml:definitions>
  <inkml:trace contextRef="#ctx0" brushRef="#br0">85 140 4145 0 0,'-13'-14'246'0'0,"9"10"571"0"0,0-1 0 0 0,0 1-1 0 0,-1-1 1 0 0,1 1 0 0 0,-1 0-1 0 0,0 1 1 0 0,0-1 0 0 0,0 1-1 0 0,0 0 1 0 0,-8-3 0 0 0,13 7-722 0 0,-1-1 0 0 0,0 0 1 0 0,1 0-1 0 0,-1 1 0 0 0,0-1 1 0 0,1 1-1 0 0,-1-1 0 0 0,0 0 1 0 0,1 1-1 0 0,-1-1 0 0 0,1 1 1 0 0,-1-1-1 0 0,1 1 0 0 0,-1 0 1 0 0,1-1-1 0 0,-1 1 0 0 0,1-1 0 0 0,0 1 1 0 0,-1 0-1 0 0,1-1 0 0 0,0 1 1 0 0,-1 0-1 0 0,1 0 0 0 0,0-1 1 0 0,0 1-1 0 0,0 0 0 0 0,0 0 1 0 0,0-1-1 0 0,0 1 0 0 0,0 0 1 0 0,0 0-1 0 0,0 1 0 0 0,-1 26 939 0 0,2-25-1001 0 0,-1 0-1 0 0,1-1 0 0 0,-1 1 0 0 0,1-1 0 0 0,0 1 0 0 0,0-1 0 0 0,0 1 1 0 0,0-1-1 0 0,1 0 0 0 0,-1 0 0 0 0,1 1 0 0 0,-1-1 0 0 0,1 0 0 0 0,0 0 1 0 0,0 0-1 0 0,-1-1 0 0 0,2 1 0 0 0,-1 0 0 0 0,0-1 0 0 0,3 2 1 0 0,-2-1 10 0 0,1 0 0 0 0,0-1 1 0 0,0 0-1 0 0,-1 0 1 0 0,1 0-1 0 0,0 0 0 0 0,0-1 1 0 0,0 1-1 0 0,0-1 1 0 0,0 0-1 0 0,0 0 0 0 0,7-1 1 0 0,-7 0 35 0 0,0 1 1 0 0,0-1-1 0 0,0 0 1 0 0,0 0-1 0 0,-1 0 1 0 0,1-1-1 0 0,0 1 1 0 0,0-1 0 0 0,-1 0-1 0 0,1 0 1 0 0,-1 0-1 0 0,1 0 1 0 0,-1-1-1 0 0,0 0 1 0 0,0 1-1 0 0,0-1 1 0 0,0 0-1 0 0,-1 0 1 0 0,1-1-1 0 0,-1 1 1 0 0,0 0-1 0 0,0-1 1 0 0,0 0-1 0 0,0 1 1 0 0,-1-1-1 0 0,1 0 1 0 0,0-6 0 0 0,-1 5-27 0 0,-1 0 1 0 0,0 0-1 0 0,0 0 1 0 0,0-1-1 0 0,-1 1 1 0 0,0 0-1 0 0,0 0 1 0 0,0 0-1 0 0,0 0 1 0 0,-1 0-1 0 0,0 0 1 0 0,0 1 0 0 0,0-1-1 0 0,-1 0 1 0 0,1 1-1 0 0,-5-5 1 0 0,5 6-28 0 0,0 1 1 0 0,0 0 0 0 0,-1 0 0 0 0,1 1-1 0 0,0-1 1 0 0,-1 0 0 0 0,1 1 0 0 0,-1 0-1 0 0,1-1 1 0 0,-1 1 0 0 0,0 0 0 0 0,0 0-1 0 0,1 1 1 0 0,-1-1 0 0 0,0 0 0 0 0,0 1-1 0 0,0 0 1 0 0,0 0 0 0 0,0 0-1 0 0,0 0 1 0 0,0 0 0 0 0,1 0 0 0 0,-1 1-1 0 0,0 0 1 0 0,0-1 0 0 0,0 1 0 0 0,0 0-1 0 0,1 0 1 0 0,-6 3 0 0 0,5-3-27 0 0,0 0 0 0 0,1 1 0 0 0,-1-1 0 0 0,0 1 0 0 0,0-1 0 0 0,1 1 0 0 0,-1 0 0 0 0,1 0 0 0 0,0 0 0 0 0,-1 1 0 0 0,1-1 0 0 0,0 0 0 0 0,0 1 0 0 0,1-1 0 0 0,-4 6 0 0 0,5-6 0 0 0,0 0 0 0 0,-1 0 0 0 0,1 0 0 0 0,0 0 0 0 0,0 0 0 0 0,1 0 0 0 0,-1 0 0 0 0,0 0 0 0 0,1 0 0 0 0,-1 0 0 0 0,1 0 0 0 0,0 0 0 0 0,-1 0 0 0 0,1 0 0 0 0,0 0 0 0 0,0 0 0 0 0,0-1 0 0 0,1 1 0 0 0,-1 0 0 0 0,0-1 0 0 0,1 1 0 0 0,-1-1 0 0 0,0 1 0 0 0,3 0 0 0 0,25 22-158 0 0,-22-20 148 0 0</inkml:trace>
</inkml:ink>
</file>

<file path=ppt/ink/ink2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5.810"/>
    </inkml:context>
    <inkml:brush xml:id="br0">
      <inkml:brushProperty name="width" value="0.1" units="cm"/>
      <inkml:brushProperty name="height" value="0.1" units="cm"/>
      <inkml:brushProperty name="color" value="#F6630D"/>
    </inkml:brush>
  </inkml:definitions>
  <inkml:trace contextRef="#ctx0" brushRef="#br0">7 181 10594 0 0,'-1'-2'375'0'0,"0"0"-1"0"0,0 0 0 0 0,0 0 1 0 0,1-1-1 0 0,-1 1 0 0 0,0 0 1 0 0,1 0-1 0 0,0-1 0 0 0,-1 1 1 0 0,1-5-1 0 0,0 7-288 0 0,0 0-1 0 0,0-1 1 0 0,0 1-1 0 0,0 0 1 0 0,1 0-1 0 0,-1-1 1 0 0,0 1-1 0 0,0 0 1 0 0,0-1-1 0 0,0 1 0 0 0,0 0 1 0 0,1 0-1 0 0,-1-1 1 0 0,0 1-1 0 0,0 0 1 0 0,1 0-1 0 0,-1-1 1 0 0,0 1-1 0 0,0 0 1 0 0,1 0-1 0 0,-1 0 1 0 0,0 0-1 0 0,0-1 1 0 0,1 1-1 0 0,-1 0 1 0 0,0 0-1 0 0,1 0 1 0 0,0 0-1 0 0,16 4 412 0 0,-6 4-218 0 0,0 0-1 0 0,0 0 1 0 0,-1 1 0 0 0,0 1 0 0 0,0-1 0 0 0,-1 1 0 0 0,-1 1 0 0 0,12 17 0 0 0,25 28 596 0 0,-26-36-639 0 0,1-1 0 0 0,1-1 0 0 0,29 19 1 0 0,-39-29-200 0 0,0-2 1 0 0,1 1-1 0 0,0-2 1 0 0,-1 1-1 0 0,2-2 1 0 0,-1 1-1 0 0,0-2 1 0 0,1 0-1 0 0,14 2 1 0 0,-24-5-18 0 0,0 0 0 0 0,0 0 0 0 0,0 0 0 0 0,0 0 0 0 0,0-1 0 0 0,-1 0 0 0 0,1 1 0 0 0,0-1 0 0 0,0 0 0 0 0,0 0 0 0 0,-1-1 1 0 0,1 1-1 0 0,-1 0 0 0 0,1-1 0 0 0,-1 0 0 0 0,1 0 0 0 0,-1 1 0 0 0,0-1 0 0 0,0 0 0 0 0,0-1 0 0 0,0 1 0 0 0,0 0 0 0 0,-1-1 0 0 0,1 1 0 0 0,-1-1 0 0 0,1 1 0 0 0,-1-1 1 0 0,0 0-1 0 0,0 1 0 0 0,0-1 0 0 0,1-4 0 0 0,2-12 101 0 0,0 1 0 0 0,0-1 0 0 0,0-35 0 0 0,-2 26-107 0 0,3-20-336 0 0,12-49-1 0 0,-11 73-1148 0 0,1 1-1 0 0,10-23 0 0 0,-7 25-5375 0 0</inkml:trace>
</inkml:ink>
</file>

<file path=ppt/ink/ink2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6.192"/>
    </inkml:context>
    <inkml:brush xml:id="br0">
      <inkml:brushProperty name="width" value="0.1" units="cm"/>
      <inkml:brushProperty name="height" value="0.1" units="cm"/>
      <inkml:brushProperty name="color" value="#F6630D"/>
    </inkml:brush>
  </inkml:definitions>
  <inkml:trace contextRef="#ctx0" brushRef="#br0">74 82 7370 0 0,'-2'-2'281'0'0,"1"-1"1"0"0,0 1 0 0 0,-1-1 0 0 0,1 1 0 0 0,-1 0 0 0 0,1 0 0 0 0,-1 0 0 0 0,0 0 0 0 0,0 0 0 0 0,0 0 0 0 0,0 0 0 0 0,-1 0-1 0 0,1 1 1 0 0,0-1 0 0 0,-1 1 0 0 0,-2-2 0 0 0,4 3-93 0 0,0 0 0 0 0,0 0 0 0 0,0 0 0 0 0,0 0 0 0 0,1 0 0 0 0,-1 0 1 0 0,0 0-1 0 0,0 0 0 0 0,0 0 0 0 0,0 0 0 0 0,0 0 0 0 0,0 1 0 0 0,1-1 0 0 0,-1 0 0 0 0,0 1 0 0 0,0-1 0 0 0,0 0 0 0 0,1 1 0 0 0,-1-1 0 0 0,-1 1 0 0 0,1 1-94 0 0,-1 0 0 0 0,1-1-1 0 0,-1 1 1 0 0,1 0-1 0 0,0 0 1 0 0,0 0 0 0 0,0 0-1 0 0,0 0 1 0 0,0 0-1 0 0,0 0 1 0 0,-1 3 0 0 0,1-2-49 0 0,0 0 0 0 0,0-1 0 0 0,1 1 0 0 0,-1 0 0 0 0,1 0 0 0 0,-1 0 1 0 0,1 0-1 0 0,0 0 0 0 0,0 1 0 0 0,0-1 0 0 0,1 0 0 0 0,-1 0 0 0 0,1 0 0 0 0,-1 0 1 0 0,1-1-1 0 0,0 1 0 0 0,0 0 0 0 0,1 0 0 0 0,-1 0 0 0 0,0-1 0 0 0,1 1 0 0 0,0-1 1 0 0,-1 1-1 0 0,1-1 0 0 0,0 1 0 0 0,0-1 0 0 0,1 0 0 0 0,-1 0 0 0 0,0 0 0 0 0,1 0 1 0 0,-1-1-1 0 0,1 1 0 0 0,-1-1 0 0 0,6 3 0 0 0,-1-2 38 0 0,-1 1-1 0 0,1-1 1 0 0,0-1-1 0 0,-1 1 1 0 0,1-1-1 0 0,0 0 1 0 0,0-1-1 0 0,0 0 1 0 0,0 0-1 0 0,0 0 1 0 0,0-1-1 0 0,0 0 1 0 0,-1 0-1 0 0,9-3 1 0 0,-11 2-26 0 0,-1 1 1 0 0,1 0-1 0 0,-1-1 1 0 0,1 0-1 0 0,-1 0 1 0 0,0 0-1 0 0,0 0 1 0 0,0 0-1 0 0,0-1 1 0 0,0 0-1 0 0,-1 1 1 0 0,1-1-1 0 0,-1 0 1 0 0,1 0-1 0 0,-1 0 0 0 0,0-1 1 0 0,0 1-1 0 0,-1 0 1 0 0,1-1-1 0 0,-1 1 1 0 0,1-1-1 0 0,-1 0 1 0 0,0 1-1 0 0,-1-1 1 0 0,2-6-1 0 0,-2 5-248 0 0,0 0 1 0 0,0 0-1 0 0,-1-1 0 0 0,1 1 0 0 0,-1 0 0 0 0,-1 0 1 0 0,1 0-1 0 0,0 0 0 0 0,-1 0 0 0 0,0 0 0 0 0,0 1 1 0 0,-1-1-1 0 0,0 0 0 0 0,1 1 0 0 0,-1 0 1 0 0,-1 0-1 0 0,1 0 0 0 0,-5-5 0 0 0</inkml:trace>
</inkml:ink>
</file>

<file path=ppt/ink/ink2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6.591"/>
    </inkml:context>
    <inkml:brush xml:id="br0">
      <inkml:brushProperty name="width" value="0.1" units="cm"/>
      <inkml:brushProperty name="height" value="0.1" units="cm"/>
      <inkml:brushProperty name="color" value="#F6630D"/>
    </inkml:brush>
  </inkml:definitions>
  <inkml:trace contextRef="#ctx0" brushRef="#br0">6 20 2288 0 0,'1'3'132'0'0,"-1"0"0"0"0,1 1 0 0 0,-1-1 0 0 0,0 0 0 0 0,0 1 0 0 0,-1-1 0 0 0,1 0 0 0 0,-1 1 0 0 0,-1 3 0 0 0,1-3 267 0 0,0 0 0 0 0,1 1 0 0 0,-1-1 0 0 0,1 0 0 0 0,0 0 0 0 0,0 8 0 0 0,2-7-80 0 0,-1 0 0 0 0,1 0 1 0 0,0-1-1 0 0,1 1 0 0 0,-1 0 0 0 0,1-1 0 0 0,0 1 0 0 0,0-1 0 0 0,0 0 0 0 0,0 0 0 0 0,1 0 0 0 0,0 0 0 0 0,-1-1 0 0 0,9 6 0 0 0,-9-7-71 0 0,-1 0-1 0 0,1 0 1 0 0,0 0-1 0 0,0-1 0 0 0,1 1 1 0 0,-1-1-1 0 0,0 0 1 0 0,0 1-1 0 0,1-2 1 0 0,-1 1-1 0 0,1 0 0 0 0,-1-1 1 0 0,1 1-1 0 0,-1-1 1 0 0,1 0-1 0 0,-1 0 1 0 0,1 0-1 0 0,-1-1 1 0 0,1 1-1 0 0,-1-1 0 0 0,1 0 1 0 0,5-2-1 0 0,-7 2-214 0 0,-1-1 0 0 0,1 1 0 0 0,0 0 0 0 0,-1-1 0 0 0,1 1 0 0 0,-1-1 0 0 0,0 1 0 0 0,1-1 0 0 0,-1 0 0 0 0,0 1 0 0 0,0-1 0 0 0,0 0 0 0 0,0 0 0 0 0,1-3 0 0 0,8-34-612 0 0,-3 13-412 0 0,-4 15 514 0 0,2 0-1 0 0,0 1 0 0 0,0 0 0 0 0,1 0 0 0 0,9-13 0 0 0,-14 22 606 0 0,-1 0 0 0 0,1 1-1 0 0,0-1 1 0 0,0 0 0 0 0,0 1-1 0 0,0-1 1 0 0,0 1 0 0 0,-1-1 0 0 0,1 1-1 0 0,0-1 1 0 0,0 1 0 0 0,0 0 0 0 0,0-1-1 0 0,0 1 1 0 0,0 0 0 0 0,1 0 0 0 0,-1 0-1 0 0,0 0 1 0 0,0 0 0 0 0,0 0-1 0 0,0 0 1 0 0,0 0 0 0 0,0 0 0 0 0,0 0-1 0 0,0 1 1 0 0,0-1 0 0 0,0 0 0 0 0,0 1-1 0 0,0-1 1 0 0,0 0 0 0 0,0 1 0 0 0,0 0-1 0 0,-1-1 1 0 0,1 1 0 0 0,0-1-1 0 0,0 1 1 0 0,1 1 0 0 0,0 0-43 0 0,0 0 0 0 0,1 0 0 0 0,-1 1 1 0 0,0-1-1 0 0,0 1 0 0 0,0-1 0 0 0,-1 1 0 0 0,1 0 1 0 0,-1 0-1 0 0,1 0 0 0 0,0 3 0 0 0,4 9-1223 0 0,-2-12 556 0 0</inkml:trace>
</inkml:ink>
</file>

<file path=ppt/ink/ink2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7.114"/>
    </inkml:context>
    <inkml:brush xml:id="br0">
      <inkml:brushProperty name="width" value="0.1" units="cm"/>
      <inkml:brushProperty name="height" value="0.1" units="cm"/>
      <inkml:brushProperty name="color" value="#F6630D"/>
    </inkml:brush>
  </inkml:definitions>
  <inkml:trace contextRef="#ctx0" brushRef="#br0">22 2 6913 0 0,'-6'-1'11489'0'0,"0"26"-9003"0"0,-1 39-2331 0 0,5-16 620 0 0,5 74-1 0 0,-1-104-847 0 0,1 0 1 0 0,0-1-1 0 0,2 1 1 0 0,0-1-1 0 0,0 0 0 0 0,2 0 1 0 0,13 24-1 0 0,5 7-4102 0 0,-16-32 2606 0 0</inkml:trace>
</inkml:ink>
</file>

<file path=ppt/ink/ink2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27.257"/>
    </inkml:context>
    <inkml:brush xml:id="br0">
      <inkml:brushProperty name="width" value="0.1" units="cm"/>
      <inkml:brushProperty name="height" value="0.1" units="cm"/>
      <inkml:brushProperty name="color" value="#F6630D"/>
    </inkml:brush>
  </inkml:definitions>
  <inkml:trace contextRef="#ctx0" brushRef="#br0">7 114 13363 0 0,'-5'-11'592'0'0,"3"3"120"0"0,2 0-568 0 0,0 5-144 0 0,0 1 0 0 0,2 0 0 0 0,2-1 416 0 0,1-4 48 0 0,4-2 16 0 0,3-2 1 0 0,2-2-129 0 0,-1 4-16 0 0,1 1-8 0 0,0-1 0 0 0,-1 4-968 0 0,1-1-200 0 0</inkml:trace>
</inkml:ink>
</file>

<file path=ppt/ink/ink2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31.639"/>
    </inkml:context>
    <inkml:brush xml:id="br0">
      <inkml:brushProperty name="width" value="0.35" units="cm"/>
      <inkml:brushProperty name="height" value="0.35" units="cm"/>
      <inkml:brushProperty name="color" value="#008C3A"/>
    </inkml:brush>
  </inkml:definitions>
  <inkml:trace contextRef="#ctx0" brushRef="#br0">1459 423 10594 0 0,'-73'-73'1149'0'0,"-101"-78"-1"0"0,143 128-883 0 0,-1 2 1 0 0,0 1-1 0 0,-2 1 0 0 0,0 2 0 0 0,-1 2 0 0 0,-63-20 0 0 0,46 21 545 0 0,-1 2 0 0 0,-87-8 0 0 0,110 18-722 0 0,0 2 0 0 0,0 1 0 0 0,1 1 0 0 0,-1 2-1 0 0,0 0 1 0 0,-37 13 0 0 0,-158 60-1092 0 0,224-76 1069 0 0,-1-1 1 0 0,0 1-1 0 0,0 0 1 0 0,1 0-1 0 0,-1 0 1 0 0,0 0-1 0 0,1 0 1 0 0,-1 0-1 0 0,1 0 1 0 0,0 0 0 0 0,-1 1-1 0 0,1-1 1 0 0,0 0-1 0 0,0 1 1 0 0,-1-1-1 0 0,1 1 1 0 0,1 0-1 0 0,-1-1 1 0 0,0 1-1 0 0,0 0 1 0 0,0 0 0 0 0,1-1-1 0 0,-1 1 1 0 0,1 0-1 0 0,0 0 1 0 0,-1 0-1 0 0,1 0 1 0 0,0 3-1 0 0,-3 12 244 0 0,-3 11 371 0 0,1-1-738 0 0,-2-1 0 0 0,0 0-1 0 0,-17 39 1 0 0,1-14-59 0 0,1 2 1 0 0,4 1-1 0 0,1 0 0 0 0,-15 96 0 0 0,29-121 105 0 0,2 0-1 0 0,0 1 1 0 0,2-1-1 0 0,5 33 1 0 0,27 117-72 0 0,-23-131 78 0 0,4 18 27 0 0,4 0 1 0 0,2-1-1 0 0,42 92 0 0 0,-28-86 97 0 0,2-2-1 0 0,3-1 0 0 0,75 99 1 0 0,-92-140-177 0 0,0-1 0 0 0,2-2 1 0 0,1 0-1 0 0,1-2 0 0 0,1 0 1 0 0,0-2-1 0 0,2-1 0 0 0,0-2 1 0 0,1 0-1 0 0,57 21 0 0 0,-51-26 152 0 0,1 0-1 0 0,1-3 0 0 0,0-1 1 0 0,0-2-1 0 0,1-2 0 0 0,-1-1 1 0 0,73-4-1 0 0,-29-6 149 0 0,147-32-1 0 0,-179 26-154 0 0,0-2 1 0 0,-2-3-1 0 0,1-1 0 0 0,46-27 0 0 0,17-14 10 0 0,106-61 96 0 0,-196 106-135 0 0,0 0 0 0 0,-2-2 0 0 0,0-1-1 0 0,-1 0 1 0 0,-1-1 0 0 0,0-1-1 0 0,19-30 1 0 0,-17 20 38 0 0,-1-1 0 0 0,-2 0 1 0 0,-1-2-1 0 0,22-63 0 0 0,-28 59-24 0 0,-1-1 0 0 0,-2 0 0 0 0,3-68 0 0 0,-10-119 148 0 0,-1 185-179 0 0,1 2 81 0 0,-3 1 0 0 0,-13-66 1 0 0,11 83-74 0 0,0 1 1 0 0,-2-1 0 0 0,-1 1-1 0 0,0 1 1 0 0,-1-1-1 0 0,-21-30 1 0 0,-45-54-200 0 0,-104-110 0 0 0,171 204 140 0 0,-1 1-1 0 0,0 0 1 0 0,0 1-1 0 0,-1 0 1 0 0,0 0-1 0 0,0 1 1 0 0,0 0-1 0 0,-22-8 1 0 0,2 5-26 0 0,-1 0 0 0 0,-32-3 0 0 0,37 7 33 0 0,-26-7 73 0 0,36 7-458 0 0,-1 1-1 0 0,1 1 0 0 0,-1 0 1 0 0,0 1-1 0 0,-27 1 0 0 0</inkml:trace>
</inkml:ink>
</file>

<file path=ppt/ink/ink2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45.784"/>
    </inkml:context>
    <inkml:brush xml:id="br0">
      <inkml:brushProperty name="width" value="0.1" units="cm"/>
      <inkml:brushProperty name="height" value="0.1" units="cm"/>
      <inkml:brushProperty name="color" value="#004F8B"/>
    </inkml:brush>
  </inkml:definitions>
  <inkml:trace contextRef="#ctx0" brushRef="#br0">28 21 6449 0 0,'-8'-8'1316'0'0,"-7"-4"3912"0"0,14 13-5083 0 0,1 0-1 0 0,-1 0 1 0 0,1 0-1 0 0,-1 0 1 0 0,1 0-1 0 0,-1 0 1 0 0,1 1-1 0 0,0-1 1 0 0,0 0-1 0 0,-1 0 1 0 0,1 0-1 0 0,0 0 1 0 0,0 1-1 0 0,0-1 1 0 0,0 0-1 0 0,1 0 1 0 0,-1 0-1 0 0,0 0 1 0 0,1 2-1 0 0,20 205 2563 0 0,3 57-1845 0 0,-23-250-958 0 0,19 262 504 0 0,7-95-5331 0 0,-24-161-604 0 0</inkml:trace>
</inkml:ink>
</file>

<file path=ppt/ink/ink2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46.005"/>
    </inkml:context>
    <inkml:brush xml:id="br0">
      <inkml:brushProperty name="width" value="0.1" units="cm"/>
      <inkml:brushProperty name="height" value="0.1" units="cm"/>
      <inkml:brushProperty name="color" value="#004F8B"/>
    </inkml:brush>
  </inkml:definitions>
  <inkml:trace contextRef="#ctx0" brushRef="#br0">1 202 10138 0 0,'0'0'-10'0'0,"0"0"0"0"0,0 0 0 0 0,0 0-1 0 0,0-1 1 0 0,0 1 0 0 0,0 0 0 0 0,0 0 0 0 0,0 0 0 0 0,0 0-1 0 0,0 0 1 0 0,-1 0 0 0 0,1 0 0 0 0,0 0 0 0 0,0-1 0 0 0,0 1-1 0 0,0 0 1 0 0,0 0 0 0 0,0 0 0 0 0,0 0 0 0 0,0 0 0 0 0,0 0-1 0 0,0 0 1 0 0,0-1 0 0 0,0 1 0 0 0,0 0 0 0 0,0 0-1 0 0,0 0 1 0 0,0 0 0 0 0,0 0 0 0 0,0 0 0 0 0,0 0 0 0 0,1 0-1 0 0,-1-1 1 0 0,0 1 0 0 0,0 0 0 0 0,0 0 0 0 0,0 0 0 0 0,0 0-1 0 0,0 0 1 0 0,0 0 0 0 0,0 0 0 0 0,0 0 0 0 0,0 0 0 0 0,0 0-1 0 0,0-1 1 0 0,1 1 0 0 0,-1 0 0 0 0,0 0 0 0 0,0 0-1 0 0,0 0 1 0 0,0 0 0 0 0,0 0 0 0 0,0 0 0 0 0,1 0 0 0 0,11-5-396 0 0,25-5 327 0 0,-23 6 604 0 0,229-86 4427 0 0,-66 22-7731 0 0,-148 58 1255 0 0,-3 1-2335 0 0</inkml:trace>
</inkml:ink>
</file>

<file path=ppt/ink/ink2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46.576"/>
    </inkml:context>
    <inkml:brush xml:id="br0">
      <inkml:brushProperty name="width" value="0.1" units="cm"/>
      <inkml:brushProperty name="height" value="0.1" units="cm"/>
      <inkml:brushProperty name="color" value="#004F8B"/>
    </inkml:brush>
  </inkml:definitions>
  <inkml:trace contextRef="#ctx0" brushRef="#br0">17 40 2304 0 0,'-1'-1'271'0'0,"-1"0"0"0"0,1-1-1 0 0,0 1 1 0 0,0 0-1 0 0,0 0 1 0 0,0-1-1 0 0,-7-29 13161 0 0,20 50-12545 0 0,2 18-509 0 0,-2 0 0 0 0,-2 0 0 0 0,-1 1 0 0 0,6 56 0 0 0,-7-44-231 0 0,25 92 0 0 0,-29-127-146 0 0,-2-10 0 0 0,-1 1 0 0 0,1-1 0 0 0,0 0 0 0 0,0 0 0 0 0,5 9 0 0 0,3-52 206 0 0,-10 36-206 0 0,7-44 19 0 0,21-76-1 0 0,-24 109-16 0 0,1 0 0 0 0,0 1 0 0 0,0 0 0 0 0,1 0 0 0 0,1 1 0 0 0,0 0 0 0 0,0 0 0 0 0,1 0 0 0 0,0 1 0 0 0,20-18-1 0 0,-26 26 5 0 0,0-1 0 0 0,1 2-1 0 0,-1-1 1 0 0,1 0-1 0 0,0 0 1 0 0,-1 1-1 0 0,1-1 1 0 0,0 1-1 0 0,0 0 1 0 0,0 0-1 0 0,0 0 1 0 0,0 0-1 0 0,0 1 1 0 0,0-1-1 0 0,0 1 1 0 0,1-1-1 0 0,-1 1 1 0 0,0 0-1 0 0,0 1 1 0 0,4 0 0 0 0,-4 0 3 0 0,0 0 0 0 0,0 0 0 0 0,0 1 0 0 0,0 0 0 0 0,0 0 0 0 0,0 0 0 0 0,-1 0 0 0 0,1 0 0 0 0,0 0 0 0 0,-1 1 0 0 0,0-1 0 0 0,0 1 0 0 0,0-1 0 0 0,0 1 0 0 0,0 0 0 0 0,0 0 0 0 0,-1 0 0 0 0,3 5 1 0 0,9 25 283 0 0,-2 1 1 0 0,13 62 0 0 0,2 8-1711 0 0,-20-86-56 0 0,1 0-1 0 0,0-1 1 0 0,16 28-1 0 0,-14-31-4075 0 0</inkml:trace>
</inkml:ink>
</file>

<file path=ppt/ink/ink2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46.940"/>
    </inkml:context>
    <inkml:brush xml:id="br0">
      <inkml:brushProperty name="width" value="0.1" units="cm"/>
      <inkml:brushProperty name="height" value="0.1" units="cm"/>
      <inkml:brushProperty name="color" value="#004F8B"/>
    </inkml:brush>
  </inkml:definitions>
  <inkml:trace contextRef="#ctx0" brushRef="#br0">49 312 6913 0 0,'17'-12'8028'0'0,"-15"9"-7359"0"0,25-32 1832 0 0,-21 26-2464 0 0,1-1 0 0 0,-2 0 0 0 0,0-1-1 0 0,0 1 1 0 0,7-23 0 0 0,-11 24-25 0 0,0-1 1 0 0,-1 0-1 0 0,0 0 1 0 0,-1 0-1 0 0,0 1 1 0 0,0-1-1 0 0,-5-15 1 0 0,5 19-7 0 0,-1 0 0 0 0,0 0-1 0 0,0 0 1 0 0,0 1 0 0 0,-1-1 0 0 0,0 1 0 0 0,0-1 0 0 0,-1 1 0 0 0,1 0-1 0 0,-1 0 1 0 0,0 0 0 0 0,-9-7 0 0 0,12 11-18 0 0,0 0 0 0 0,0 0 0 0 0,0 1-1 0 0,0-1 1 0 0,0 0 0 0 0,-1 1 0 0 0,1-1 0 0 0,0 1 0 0 0,0 0 0 0 0,0-1-1 0 0,-1 1 1 0 0,1 0 0 0 0,0 0 0 0 0,-1-1 0 0 0,1 1 0 0 0,0 0 0 0 0,0 0-1 0 0,-1 1 1 0 0,1-1 0 0 0,0 0 0 0 0,-1 0 0 0 0,1 1 0 0 0,-2 0 0 0 0,1 0-42 0 0,-1 0 1 0 0,1 1-1 0 0,0 0 1 0 0,0-1 0 0 0,0 1-1 0 0,0 0 1 0 0,1 0-1 0 0,-1 0 1 0 0,0 0 0 0 0,1 0-1 0 0,-2 3 1 0 0,-1 3-103 0 0,0 0 1 0 0,0 0 0 0 0,1 0-1 0 0,0 1 1 0 0,-3 16 0 0 0,4-11 108 0 0,1 0 0 0 0,1 0 0 0 0,0 0 1 0 0,1-1-1 0 0,1 1 0 0 0,0 0 1 0 0,1-1-1 0 0,0 1 0 0 0,1-1 1 0 0,1 0-1 0 0,0 0 0 0 0,10 19 0 0 0,-11-25-12 0 0,0 0 0 0 0,0 0 0 0 0,1 0 0 0 0,0-1 0 0 0,0 1 0 0 0,0-1 0 0 0,1-1 0 0 0,-1 1 0 0 0,2-1 0 0 0,-1 0 0 0 0,0 0 0 0 0,1-1 0 0 0,0 0 0 0 0,0 0 0 0 0,0 0 0 0 0,1-1 0 0 0,-1 0 0 0 0,1-1 0 0 0,0 1 0 0 0,0-2 0 0 0,-1 1 0 0 0,17 0 0 0 0,-1-2-1513 0 0</inkml:trace>
</inkml:ink>
</file>

<file path=ppt/ink/ink2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47.257"/>
    </inkml:context>
    <inkml:brush xml:id="br0">
      <inkml:brushProperty name="width" value="0.1" units="cm"/>
      <inkml:brushProperty name="height" value="0.1" units="cm"/>
      <inkml:brushProperty name="color" value="#004F8B"/>
    </inkml:brush>
  </inkml:definitions>
  <inkml:trace contextRef="#ctx0" brushRef="#br0">19 192 2304 0 0,'-19'-28'9470'0'0,"32"41"-8208"0"0,-5-6-855 0 0,0 0-1 0 0,-1 1 0 0 0,0 0 1 0 0,0 0-1 0 0,0 1 1 0 0,-1 0-1 0 0,-1 0 1 0 0,0 1-1 0 0,0-1 1 0 0,0 1-1 0 0,-2 0 0 0 0,5 14 1 0 0,-8-22-351 0 0,0-1-1 0 0,0 0 1 0 0,1 0 0 0 0,-1 0 0 0 0,0 0-1 0 0,0 0 1 0 0,-1 0 0 0 0,1 0-1 0 0,0 0 1 0 0,0 1 0 0 0,0-1 0 0 0,-1 0-1 0 0,1 0 1 0 0,0 0 0 0 0,-1 0-1 0 0,1 0 1 0 0,-1 0 0 0 0,0 0 0 0 0,1 0-1 0 0,-1-1 1 0 0,0 1 0 0 0,1 0 0 0 0,-1 0-1 0 0,-1 1 1 0 0,1-2-22 0 0,1 0 0 0 0,-1 0-1 0 0,0 0 1 0 0,1 0 0 0 0,-1 0 0 0 0,1 0 0 0 0,-1 0-1 0 0,0 0 1 0 0,1 0 0 0 0,-1 0 0 0 0,0 0 0 0 0,1 0-1 0 0,-1 0 1 0 0,0 0 0 0 0,1-1 0 0 0,-1 1 0 0 0,1 0-1 0 0,-1-1 1 0 0,1 1 0 0 0,-1 0 0 0 0,0-1 0 0 0,1 1-1 0 0,-1 0 1 0 0,1-1 0 0 0,0 1 0 0 0,-1-1 0 0 0,1 1-1 0 0,-1-1 1 0 0,1 1 0 0 0,0-1 0 0 0,-1 1 0 0 0,1-1-1 0 0,0 0 1 0 0,-1 1 0 0 0,1-1 0 0 0,0 1 0 0 0,0-1-1 0 0,0 0 1 0 0,0 1 0 0 0,0-1 0 0 0,-1-1 0 0 0,-5-17 226 0 0,1-1 1 0 0,0-1-1 0 0,2 1 1 0 0,0-1-1 0 0,0-26 1 0 0,3 30-539 0 0,1 0-1 0 0,0 1 1 0 0,1-1 0 0 0,1 0 0 0 0,0 1-1 0 0,1 0 1 0 0,7-17 0 0 0,-2 14-1076 0 0</inkml:trace>
</inkml:ink>
</file>

<file path=ppt/ink/ink2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48.005"/>
    </inkml:context>
    <inkml:brush xml:id="br0">
      <inkml:brushProperty name="width" value="0.1" units="cm"/>
      <inkml:brushProperty name="height" value="0.1" units="cm"/>
      <inkml:brushProperty name="color" value="#004F8B"/>
    </inkml:brush>
  </inkml:definitions>
  <inkml:trace contextRef="#ctx0" brushRef="#br0">18 51 6913 0 0,'-1'0'99'0'0,"1"-1"0"0"0,-1 1-1 0 0,1 0 1 0 0,-1-1-1 0 0,1 1 1 0 0,-1 0-1 0 0,0 0 1 0 0,1-1 0 0 0,-1 1-1 0 0,1 0 1 0 0,-1 0-1 0 0,0 0 1 0 0,1 0-1 0 0,-1 0 1 0 0,0 0 0 0 0,1 0-1 0 0,-1 0 1 0 0,0 0-1 0 0,1 0 1 0 0,-1 0-1 0 0,0 0 1 0 0,1 0 0 0 0,-1 0-1 0 0,0 1 1 0 0,1-1-1 0 0,-2 1 1 0 0,11 13 5062 0 0,1 1-3868 0 0,8 19-191 0 0,-2 1 0 0 0,-1 0 0 0 0,17 63 0 0 0,-12-33-1007 0 0,-21-76-237 0 0,0-1 1 0 0,1 1-1 0 0,1-20 0 0 0,0-1-131 0 0,-1 24 204 0 0,0-26-98 0 0,5-38 1 0 0,-4 64 214 0 0,1-1-1 0 0,-1 0 0 0 0,1 1 1 0 0,1-1-1 0 0,0 1 1 0 0,0 0-1 0 0,1 0 0 0 0,0 0 1 0 0,8-13-1 0 0,-11 20-28 0 0,0-1 0 0 0,0 1 1 0 0,-1 0-1 0 0,1-1 0 0 0,1 1 0 0 0,-1 0 0 0 0,0 0 0 0 0,0 0 0 0 0,0 0 1 0 0,1 0-1 0 0,-1 0 0 0 0,0 0 0 0 0,1 0 0 0 0,-1 1 0 0 0,1-1 0 0 0,-1 1 0 0 0,1-1 1 0 0,-1 1-1 0 0,1-1 0 0 0,0 1 0 0 0,-1 0 0 0 0,1-1 0 0 0,-1 1 0 0 0,1 0 1 0 0,0 0-1 0 0,1 1 0 0 0,-1 0 1 0 0,1 0 0 0 0,-1 0 0 0 0,1 0 0 0 0,-1 1 0 0 0,0-1 1 0 0,0 1-1 0 0,0 0 0 0 0,0 0 0 0 0,0-1 0 0 0,0 1 0 0 0,0 0 0 0 0,-1 1 1 0 0,1-1-1 0 0,1 3 0 0 0,5 9 64 0 0,-1 0 1 0 0,-1 0-1 0 0,0 1 0 0 0,4 17 0 0 0,1 25-218 0 0,-10-46 80 0 0,1 0 0 0 0,0 0 0 0 0,0 0-1 0 0,1 0 1 0 0,1 0 0 0 0,0-1 0 0 0,8 16-1 0 0,-12-27 55 0 0,1 1 0 0 0,-1 0 0 0 0,0 0 0 0 0,1 0 0 0 0,-1-1 0 0 0,1 1 0 0 0,-1 0 0 0 0,1 0 0 0 0,-1-1 0 0 0,0 1 0 0 0,1 0 0 0 0,-1-1 0 0 0,0 1 0 0 0,1-1 0 0 0,-1 1 0 0 0,0 0 0 0 0,1-1 0 0 0,-1 1 0 0 0,0-1 0 0 0,0 1 0 0 0,0-1 0 0 0,1 1 0 0 0,-1-1 0 0 0,0 1 0 0 0,0-1 0 0 0,0 1 0 0 0,0-1 0 0 0,0 0 0 0 0,7-18 0 0 0,-1-12 34 0 0,1-6 193 0 0,16-47 0 0 0,-20 75-192 0 0,1-1 1 0 0,0 1-1 0 0,0 0 1 0 0,1 0-1 0 0,0 0 1 0 0,1 0 0 0 0,0 1-1 0 0,0 0 1 0 0,14-13-1 0 0,-19 20-29 0 0,1 0 0 0 0,-1 0-1 0 0,1 0 1 0 0,-1 0 0 0 0,1 0 0 0 0,-1 0-1 0 0,1 0 1 0 0,-1 0 0 0 0,1 1 0 0 0,0-1-1 0 0,-1 1 1 0 0,1-1 0 0 0,0 1 0 0 0,0 0-1 0 0,0-1 1 0 0,-1 1 0 0 0,1 0 0 0 0,0 0-1 0 0,0 0 1 0 0,-1 1 0 0 0,1-1 0 0 0,3 1-1 0 0,-1 1 15 0 0,-1-1-1 0 0,1 1 0 0 0,-1 0 0 0 0,0 0 0 0 0,0 0 0 0 0,0 0 0 0 0,0 1 1 0 0,0-1-1 0 0,-1 1 0 0 0,4 4 0 0 0,3 5 87 0 0,-1 0-1 0 0,0 0 1 0 0,-1 1-1 0 0,9 21 1 0 0,4 21-65 0 0,-16-39-439 0 0,2 1 1 0 0,0-1 0 0 0,1-1 0 0 0,1 1-1 0 0,15 22 1 0 0,-9-21-710 0 0</inkml:trace>
</inkml:ink>
</file>

<file path=ppt/ink/ink2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48.417"/>
    </inkml:context>
    <inkml:brush xml:id="br0">
      <inkml:brushProperty name="width" value="0.1" units="cm"/>
      <inkml:brushProperty name="height" value="0.1" units="cm"/>
      <inkml:brushProperty name="color" value="#004F8B"/>
    </inkml:brush>
  </inkml:definitions>
  <inkml:trace contextRef="#ctx0" brushRef="#br0">187 135 4145 0 0,'0'-10'4'0'0,"-3"-52"3857"0"0,3 58-3289 0 0,-1 0 1 0 0,0-1 0 0 0,0 1 0 0 0,0 0 0 0 0,0 0-1 0 0,-1 0 1 0 0,1 0 0 0 0,-1 0 0 0 0,0 0 0 0 0,-1 0-1 0 0,-2-4 1 0 0,4 7-451 0 0,0 0-1 0 0,0 1 1 0 0,1-1-1 0 0,-1 0 1 0 0,0 0-1 0 0,0 1 1 0 0,0-1-1 0 0,0 1 1 0 0,0-1-1 0 0,0 1 1 0 0,0-1-1 0 0,0 1 1 0 0,0 0-1 0 0,0-1 1 0 0,0 1-1 0 0,0 0 1 0 0,0 0-1 0 0,0 0 1 0 0,0 0-1 0 0,-1 0 1 0 0,1 0-1 0 0,0 0 1 0 0,-2 0-1 0 0,0 1 23 0 0,1 0 0 0 0,-1 0-1 0 0,0 0 1 0 0,1 1-1 0 0,0-1 1 0 0,-1 1-1 0 0,1-1 1 0 0,0 1-1 0 0,-3 2 1 0 0,-4 4 114 0 0,1 1 1 0 0,1 0-1 0 0,-9 14 0 0 0,5-6-146 0 0,0 0 1 0 0,2 1-1 0 0,-15 38 0 0 0,21-46-129 0 0,0-1 0 0 0,0 1 0 0 0,1-1 1 0 0,0 1-1 0 0,1 0 0 0 0,0 0 0 0 0,1 0 1 0 0,0 0-1 0 0,0 0 0 0 0,3 11 0 0 0,-3-19-26 0 0,0-1-1 0 0,0 0 1 0 0,0 1-1 0 0,0-1 1 0 0,1 0-1 0 0,-1 1 1 0 0,0-1-1 0 0,1 0 1 0 0,-1 1-1 0 0,1-1 1 0 0,0 0-1 0 0,-1 0 1 0 0,1 0-1 0 0,0 0 1 0 0,0 1-1 0 0,-1-1 1 0 0,1 0-1 0 0,0 0 1 0 0,0 0-1 0 0,0-1 1 0 0,0 1-1 0 0,0 0 1 0 0,1 0-1 0 0,-1 0 1 0 0,0-1-1 0 0,0 1 1 0 0,0-1-1 0 0,1 1 1 0 0,-1-1-1 0 0,0 1 1 0 0,1-1-1 0 0,-1 0 1 0 0,0 0-1 0 0,1 0 1 0 0,-1 1-1 0 0,0-1 1 0 0,1 0-1 0 0,-1-1 1 0 0,0 1-1 0 0,1 0 1 0 0,-1 0-1 0 0,0-1 1 0 0,1 1-1 0 0,-1 0 1 0 0,0-1-1 0 0,0 1 1 0 0,1-1-1 0 0,-1 0 1 0 0,0 1-1 0 0,0-1 1 0 0,0 0-1 0 0,2-1 1 0 0,2-2-129 0 0,1 0 0 0 0,-1 0 0 0 0,0-1 0 0 0,0 0 0 0 0,0 1 0 0 0,-1-2 0 0 0,0 1 0 0 0,0 0 0 0 0,5-9 1 0 0,-4 1 181 0 0,-1 1 1 0 0,0-1-1 0 0,2-14 1 0 0,-5 18 218 0 0,0 1 0 0 0,2-1 1 0 0,-1 1-1 0 0,1-1 1 0 0,0 1-1 0 0,0 0 1 0 0,1 0-1 0 0,0 0 1 0 0,6-7-1 0 0,-9 14-203 0 0,-1 0-1 0 0,1 1 1 0 0,-1-1 0 0 0,0 1-1 0 0,1-1 1 0 0,-1 1 0 0 0,1 0-1 0 0,0-1 1 0 0,-1 1 0 0 0,1-1-1 0 0,-1 1 1 0 0,1 0 0 0 0,0 0-1 0 0,-1-1 1 0 0,1 1 0 0 0,0 0-1 0 0,-1 0 1 0 0,1 0 0 0 0,0 0-1 0 0,-1 0 1 0 0,1-1 0 0 0,0 1-1 0 0,-1 0 1 0 0,1 1 0 0 0,0-1-1 0 0,-1 0 1 0 0,2 0 0 0 0,0 1 4 0 0,-1 0 0 0 0,1 0 0 0 0,-1 0 0 0 0,0 0 0 0 0,1 0 0 0 0,-1 0 0 0 0,0 0 0 0 0,0 0 0 0 0,0 1 0 0 0,1-1 0 0 0,0 2 0 0 0,20 43 258 0 0,-20-41-215 0 0,5 12 23 0 0,0 0 0 0 0,1-1-1 0 0,1 1 1 0 0,20 25-1 0 0,-26-37-323 0 0,1-1 0 0 0,0 1 0 0 0,1-1 0 0 0,-1-1 0 0 0,0 1 0 0 0,1 0 0 0 0,0-1 0 0 0,0 0 0 0 0,0 0 0 0 0,0-1 0 0 0,1 1 0 0 0,-1-1 0 0 0,1 0 0 0 0,-1-1 0 0 0,1 1 0 0 0,0-1 0 0 0,-1 0 0 0 0,1-1 0 0 0,6 1 0 0 0,-10-1-23 0 0,0-1-1 0 0,0 1 0 0 0,0 0 1 0 0,1-1-1 0 0,-1 0 0 0 0,0 0 1 0 0,0 1-1 0 0,0-1 1 0 0,0 0-1 0 0,-1 0 0 0 0,1-1 1 0 0,0 1-1 0 0,0 0 1 0 0,-1-1-1 0 0,1 1 0 0 0,0-1 1 0 0,-1 1-1 0 0,0-1 1 0 0,1 0-1 0 0,-1 0 0 0 0,0 0 1 0 0,0 1-1 0 0,1-4 1 0 0,4-11-3664 0 0</inkml:trace>
</inkml:ink>
</file>

<file path=ppt/ink/ink2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48.622"/>
    </inkml:context>
    <inkml:brush xml:id="br0">
      <inkml:brushProperty name="width" value="0.1" units="cm"/>
      <inkml:brushProperty name="height" value="0.1" units="cm"/>
      <inkml:brushProperty name="color" value="#004F8B"/>
    </inkml:brush>
  </inkml:definitions>
  <inkml:trace contextRef="#ctx0" brushRef="#br0">10 231 7834 0 0,'3'-22'46'0'0,"7"-81"2005"0"0,-9 86-414 0 0,-1-1-1 0 0,-1 0 0 0 0,-4-27 1 0 0,1 37 913 0 0,-1 16-1270 0 0,-1 14-328 0 0,4 5-760 0 0,1 0 0 0 0,2 0 0 0 0,0 0 0 0 0,2-1-1 0 0,0 1 1 0 0,9 28 0 0 0,2-3-158 0 0,2-1 1 0 0,25 52-1 0 0,76 145-1929 0 0,-102-217-5584 0 0</inkml:trace>
</inkml:ink>
</file>

<file path=ppt/ink/ink2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41.558"/>
    </inkml:context>
    <inkml:brush xml:id="br0">
      <inkml:brushProperty name="width" value="0.1" units="cm"/>
      <inkml:brushProperty name="height" value="0.1" units="cm"/>
      <inkml:brushProperty name="color" value="#004F8B"/>
    </inkml:brush>
  </inkml:definitions>
  <inkml:trace contextRef="#ctx0" brushRef="#br0">5981 1914 9674 0 0,'5'3'58'0'0,"-1"1"-1"0"0,1-1 1 0 0,-1 1-1 0 0,0 0 1 0 0,0 0-1 0 0,-1 1 1 0 0,1-1-1 0 0,-1 1 1 0 0,0 0-1 0 0,0 0 1 0 0,0 0-1 0 0,-1 0 1 0 0,1 0-1 0 0,-1 1 1 0 0,2 9-1 0 0,-13-19 2948 0 0,0-2-2960 0 0,1 0 0 0 0,0-1 0 0 0,-10-10 0 0 0,11 9 47 0 0,0 1-1 0 0,-1 0 1 0 0,0 0-1 0 0,-1 1 1 0 0,-11-6-1 0 0,-49-19 148 0 0,-2 4-1 0 0,-95-23 0 0 0,-21-8 8 0 0,-240-83 556 0 0,422 139-791 0 0,-765-287 1064 0 0,228 96-619 0 0,-12-5-5 0 0,-437-122-451 0 0,462 195-26 0 0,-149-40-12 0 0,393 94 99 0 0,-14-4 54 0 0,207 47 570 0 0,-133-58 1 0 0,197 69-675 0 0,28 17-65 0 0,-1 0 1 0 0,1-1-1 0 0,0 1 1 0 0,-1 0 0 0 0,1 0-1 0 0,-1 0 1 0 0,1-1-1 0 0,-1 1 1 0 0,1 0-1 0 0,0 0 1 0 0,-1-1-1 0 0,1 1 1 0 0,0 0-1 0 0,-1-1 1 0 0,1 1-1 0 0,0-1 1 0 0,0 1 0 0 0,-1 0-1 0 0,1-1 1 0 0,0 1-1 0 0,0-1 1 0 0,0 1-1 0 0,0 0 1 0 0,-1-1-1 0 0,1 1 1 0 0,0-1-1 0 0,0 1 1 0 0,0-1 0 0 0,0 1-1 0 0,0-1 1 0 0,0 1-1 0 0,0-1 1 0 0,0 1-1 0 0,0 0 1 0 0,0-1-1 0 0,0 1 1 0 0,1-1-1 0 0,-1 1 1 0 0,0-1 0 0 0,0 1-1 0 0,0-1 1 0 0,0 1-1 0 0,1 0 1 0 0,-1-1-1 0 0,0 1 1 0 0,1 0-1 0 0,-1-1 1 0 0,0 1-1 0 0,1 0 1 0 0,-1-1-1 0 0,0 1 1 0 0,1 0 0 0 0,-1-1-1 0 0,0 1 1 0 0,1 0-1 0 0,-1 0 1 0 0,1 0-1 0 0,-1-1 1 0 0,1 1-1 0 0,-1 0 1 0 0,1 0-1 0 0,20-10-5759 0 0,-17 9 5813 0 0</inkml:trace>
</inkml:ink>
</file>

<file path=ppt/ink/ink2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42.205"/>
    </inkml:context>
    <inkml:brush xml:id="br0">
      <inkml:brushProperty name="width" value="0.1" units="cm"/>
      <inkml:brushProperty name="height" value="0.1" units="cm"/>
      <inkml:brushProperty name="color" value="#004F8B"/>
    </inkml:brush>
  </inkml:definitions>
  <inkml:trace contextRef="#ctx0" brushRef="#br0">353 9 7458 0 0,'-1'0'89'0'0,"1"-1"0"0"0,-1 0 0 0 0,1 1 0 0 0,-1-1 0 0 0,1 1 0 0 0,-1-1 1 0 0,0 1-1 0 0,1-1 0 0 0,-1 1 0 0 0,1-1 0 0 0,-1 1 0 0 0,0-1 0 0 0,0 1 1 0 0,1 0-1 0 0,-1 0 0 0 0,0-1 0 0 0,0 1 0 0 0,1 0 0 0 0,-1 0 0 0 0,0 0 0 0 0,0 0 1 0 0,1 0-1 0 0,-1 0 0 0 0,0 0 0 0 0,-1 0 0 0 0,-11 14 2529 0 0,1 2-2794 0 0,-98 87 1965 0 0,-1 1-604 0 0,98-91-1104 0 0,2 1 0 0 0,0 0-1 0 0,0 1 1 0 0,1 0 0 0 0,1 1 0 0 0,-8 19 0 0 0,16-32-91 0 0,0 0-1 0 0,0 0 1 0 0,0 0 0 0 0,1 0 0 0 0,-1 0 0 0 0,1 0 0 0 0,0 0 0 0 0,0 0 0 0 0,0 1 0 0 0,0-1-1 0 0,1 0 1 0 0,-1 0 0 0 0,1 0 0 0 0,0 0 0 0 0,-1 0 0 0 0,2 0 0 0 0,-1 0 0 0 0,0-1 0 0 0,0 1-1 0 0,1 0 1 0 0,0 0 0 0 0,-1-1 0 0 0,1 1 0 0 0,0-1 0 0 0,0 0 0 0 0,1 0 0 0 0,-1 1 0 0 0,0-1-1 0 0,1-1 1 0 0,-1 1 0 0 0,5 2 0 0 0,9 6 161 0 0,1 0-1 0 0,0-2 1 0 0,36 13 0 0 0,-35-14 131 0 0,100 39 720 0 0,171 41 1 0 0,-275-83-2290 0 0</inkml:trace>
</inkml:ink>
</file>

<file path=ppt/ink/ink2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49.400"/>
    </inkml:context>
    <inkml:brush xml:id="br0">
      <inkml:brushProperty name="width" value="0.1" units="cm"/>
      <inkml:brushProperty name="height" value="0.1" units="cm"/>
      <inkml:brushProperty name="color" value="#004F8B"/>
    </inkml:brush>
  </inkml:definitions>
  <inkml:trace contextRef="#ctx0" brushRef="#br0">1 20 3681 0 0,'0'-1'196'0'0,"-1"0"0"0"0,1 0 0 0 0,0 0 0 0 0,0 0 0 0 0,0 0 0 0 0,0 0 0 0 0,0 0 0 0 0,0 0 0 0 0,1 0 0 0 0,-1 0 0 0 0,0 1 0 0 0,0-1 0 0 0,1 0 0 0 0,-1 0 0 0 0,0 0 0 0 0,1 0 0 0 0,-1 1 0 0 0,1-1 0 0 0,-1 0 0 0 0,2-1 0 0 0,-1 2-63 0 0,-1 0 0 0 0,1 0 0 0 0,0 0 0 0 0,-1 0 0 0 0,1 0 0 0 0,-1 0 0 0 0,1 0 0 0 0,-1 1 0 0 0,1-1 0 0 0,0 0 0 0 0,-1 0 0 0 0,1 1 0 0 0,-1-1 0 0 0,1 0 0 0 0,-1 1 0 0 0,1-1 0 0 0,-1 0 0 0 0,1 1 0 0 0,-1-1 0 0 0,0 0 0 0 0,1 1 0 0 0,-1-1 0 0 0,1 1 0 0 0,26 38 3426 0 0,-23-33-3264 0 0,15 27 381 0 0,-1 0 0 0 0,19 48 0 0 0,-9-16-223 0 0,-27-63-446 0 0,-1-1 1 0 0,0 1-1 0 0,1-1 1 0 0,0 0-1 0 0,-1 1 1 0 0,1-1 0 0 0,0 0-1 0 0,0 0 1 0 0,0 1-1 0 0,0-1 1 0 0,-1 0-1 0 0,2 0 1 0 0,-1 0-1 0 0,0 0 1 0 0,0 0-1 0 0,0 0 1 0 0,0-1 0 0 0,1 1-1 0 0,-1 0 1 0 0,0 0-1 0 0,3 0 1 0 0,-3-1 9 0 0,0-1-1 0 0,0 1 1 0 0,0 0 0 0 0,0-1 0 0 0,0 1-1 0 0,0 0 1 0 0,0-1 0 0 0,0 0 0 0 0,-1 1 0 0 0,1-1-1 0 0,0 1 1 0 0,0-1 0 0 0,0 0 0 0 0,-1 0-1 0 0,1 1 1 0 0,0-1 0 0 0,-1 0 0 0 0,1 0 0 0 0,0 0-1 0 0,-1 0 1 0 0,1-2 0 0 0,4-6 97 0 0,-2 0 1 0 0,1-1 0 0 0,-1 0-1 0 0,3-16 1 0 0,0-15 3 0 0,-5 28-40 0 0,0 1 0 0 0,1-1-1 0 0,0 1 1 0 0,1 0 0 0 0,1 0 0 0 0,0 0-1 0 0,0 0 1 0 0,1 0 0 0 0,1 1 0 0 0,6-11-1 0 0,-11 21-57 0 0,0 0 0 0 0,0 0 0 0 0,0 0 0 0 0,0 0 0 0 0,0 0 0 0 0,0 0 0 0 0,0 0-1 0 0,0 0 1 0 0,0 1 0 0 0,1-1 0 0 0,-1 0 0 0 0,0 1 0 0 0,1-1 0 0 0,-1 1-1 0 0,0-1 1 0 0,1 1 0 0 0,-1-1 0 0 0,0 1 0 0 0,1 0 0 0 0,-1 0 0 0 0,0 0 0 0 0,3 0-1 0 0,-1 0 7 0 0,0 1-1 0 0,0 0 1 0 0,0 0 0 0 0,-1 0-1 0 0,1 0 1 0 0,0 0-1 0 0,-1 1 1 0 0,1-1-1 0 0,-1 1 1 0 0,4 2-1 0 0,4 5 62 0 0,-1 0 0 0 0,0 0 0 0 0,14 20 0 0 0,-10-8 8 0 0,-1 1 0 0 0,-1 0 0 0 0,-1 0 0 0 0,-1 1 0 0 0,10 37 0 0 0,-13-37-472 0 0,1-1 1 0 0,2 0-1 0 0,0 0 1 0 0,1-1-1 0 0,1 0 1 0 0,16 23-1 0 0</inkml:trace>
</inkml:ink>
</file>

<file path=ppt/ink/ink2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49.699"/>
    </inkml:context>
    <inkml:brush xml:id="br0">
      <inkml:brushProperty name="width" value="0.1" units="cm"/>
      <inkml:brushProperty name="height" value="0.1" units="cm"/>
      <inkml:brushProperty name="color" value="#004F8B"/>
    </inkml:brush>
  </inkml:definitions>
  <inkml:trace contextRef="#ctx0" brushRef="#br0">30 65 7370 0 0,'-1'1'138'0'0,"-1"0"-1"0"0,0 0 1 0 0,1 0 0 0 0,-1 0 0 0 0,1 0 0 0 0,-1 1 0 0 0,1-1 0 0 0,-1 1 0 0 0,1-1 0 0 0,0 1 0 0 0,0 0 0 0 0,0-1 0 0 0,0 1 0 0 0,0 0 0 0 0,0 0 0 0 0,0 0 0 0 0,1-1 0 0 0,-1 1 0 0 0,0 0 0 0 0,1 0 0 0 0,0 0-1 0 0,0 0 1 0 0,-1 3 0 0 0,-4 53 1404 0 0,5-53-1297 0 0,0 4 8 0 0,0-1 0 0 0,1 0 0 0 0,0 1 0 0 0,0-1 1 0 0,1 0-1 0 0,0 0 0 0 0,1 0 0 0 0,0 0 0 0 0,0 0 0 0 0,0-1 1 0 0,1 1-1 0 0,0-1 0 0 0,1 0 0 0 0,-1 0 0 0 0,7 7 0 0 0,-7-11-179 0 0,-1 1-1 0 0,1-1 0 0 0,-1 1 0 0 0,1-1 0 0 0,0 0 1 0 0,1-1-1 0 0,-1 1 0 0 0,0-1 0 0 0,1 0 0 0 0,-1 0 0 0 0,1 0 1 0 0,0 0-1 0 0,0-1 0 0 0,-1 0 0 0 0,1 0 0 0 0,0 0 0 0 0,0-1 1 0 0,0 0-1 0 0,0 0 0 0 0,0 0 0 0 0,0 0 0 0 0,0-1 1 0 0,0 0-1 0 0,0 0 0 0 0,0 0 0 0 0,7-3 0 0 0,-8 3-14 0 0,0-1-1 0 0,0 1 0 0 0,0-1 1 0 0,-1 0-1 0 0,1 0 1 0 0,0-1-1 0 0,-1 1 0 0 0,1-1 1 0 0,-1 1-1 0 0,0-1 1 0 0,0 0-1 0 0,0 0 0 0 0,0-1 1 0 0,-1 1-1 0 0,1-1 1 0 0,-1 1-1 0 0,0-1 0 0 0,0 0 1 0 0,0 0-1 0 0,0 0 0 0 0,-1 0 1 0 0,0 0-1 0 0,0 0 1 0 0,0 0-1 0 0,0 0 0 0 0,0 0 1 0 0,-1-1-1 0 0,0 1 1 0 0,0 0-1 0 0,0-1 0 0 0,0 1 1 0 0,-1 0-1 0 0,0 0 1 0 0,-1-6-1 0 0,-2-3-5 0 0,0-1 0 0 0,0 1 0 0 0,-2 0 0 0 0,0 1 0 0 0,0-1 0 0 0,-1 1 0 0 0,0 1 0 0 0,-1-1 0 0 0,-13-14 0 0 0,12 17-266 0 0,0 0 1 0 0,0 0-1 0 0,-15-10 0 0 0,-1 4-5066 0 0,5 6-1136 0 0</inkml:trace>
</inkml:ink>
</file>

<file path=ppt/ink/ink2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49.908"/>
    </inkml:context>
    <inkml:brush xml:id="br0">
      <inkml:brushProperty name="width" value="0.1" units="cm"/>
      <inkml:brushProperty name="height" value="0.1" units="cm"/>
      <inkml:brushProperty name="color" value="#004F8B"/>
    </inkml:brush>
  </inkml:definitions>
  <inkml:trace contextRef="#ctx0" brushRef="#br0">1 6 3225 0 0,'2'-1'294'0'0,"0"1"1"0"0,0-1-1 0 0,0 0 1 0 0,1 0-1 0 0,-1 1 1 0 0,0 0-1 0 0,0-1 1 0 0,1 1 0 0 0,-1 0-1 0 0,0 0 1 0 0,1 0-1 0 0,-1 0 1 0 0,0 1-1 0 0,1-1 1 0 0,-1 1-1 0 0,0-1 1 0 0,0 1-1 0 0,1 0 1 0 0,-1 0-1 0 0,0 0 1 0 0,0 0 0 0 0,0 0-1 0 0,0 0 1 0 0,0 0-1 0 0,-1 1 1 0 0,1-1-1 0 0,0 1 1 0 0,0 0-1 0 0,-1-1 1 0 0,1 1-1 0 0,-1 0 1 0 0,0 0-1 0 0,1 0 1 0 0,-1 0 0 0 0,0 0-1 0 0,0 0 1 0 0,0 0-1 0 0,-1 0 1 0 0,2 3-1 0 0,1 5 185 0 0,0 0 0 0 0,0 1 0 0 0,-1-1 0 0 0,-1 0 1 0 0,0 1-1 0 0,0-1 0 0 0,-1 15 0 0 0,-3 50 23 0 0,6-44-6053 0 0</inkml:trace>
</inkml:ink>
</file>

<file path=ppt/ink/ink2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0.081"/>
    </inkml:context>
    <inkml:brush xml:id="br0">
      <inkml:brushProperty name="width" value="0.1" units="cm"/>
      <inkml:brushProperty name="height" value="0.1" units="cm"/>
      <inkml:brushProperty name="color" value="#004F8B"/>
    </inkml:brush>
  </inkml:definitions>
  <inkml:trace contextRef="#ctx0" brushRef="#br0">30 65 10538 0 0,'-4'-15'224'0'0,"1"3"56"0"0,2 6 8 0 0,1 5 80 0 0,0-1-368 0 0,-1-3 0 0 0,-4-5 0 0 0,3 1 345 0 0,-2 5 55 0 0,1 5 16 0 0,-1 5 0 0 0,1 4-1568 0 0,3 6-305 0 0,0 0-63 0 0,0-1-16 0 0,4 3 1288 0 0,2-3 248 0 0</inkml:trace>
</inkml:ink>
</file>

<file path=ppt/ink/ink2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0.435"/>
    </inkml:context>
    <inkml:brush xml:id="br0">
      <inkml:brushProperty name="width" value="0.1" units="cm"/>
      <inkml:brushProperty name="height" value="0.1" units="cm"/>
      <inkml:brushProperty name="color" value="#004F8B"/>
    </inkml:brush>
  </inkml:definitions>
  <inkml:trace contextRef="#ctx0" brushRef="#br0">170 6 8290 0 0,'0'0'63'0'0,"0"0"0"0"0,0-1-1 0 0,0 1 1 0 0,0 0 0 0 0,0 0 0 0 0,0-1 0 0 0,0 1 0 0 0,0 0 0 0 0,0 0 0 0 0,0-1-1 0 0,-1 1 1 0 0,1 0 0 0 0,0 0 0 0 0,0 0 0 0 0,0-1 0 0 0,0 1 0 0 0,0 0 0 0 0,-1 0 0 0 0,1 0-1 0 0,0-1 1 0 0,0 1 0 0 0,0 0 0 0 0,-1 0 0 0 0,1 0 0 0 0,0 0 0 0 0,0 0 0 0 0,-1 0 0 0 0,1-1-1 0 0,0 1 1 0 0,0 0 0 0 0,-1 0 0 0 0,1 0 0 0 0,0 0 0 0 0,0 0 0 0 0,-1 0 0 0 0,1 0-1 0 0,0 0 1 0 0,-1 0 0 0 0,-15 4 1695 0 0,-19 12 410 0 0,32-15-1857 0 0,-8 5 94 0 0,1-1 0 0 0,0 1-1 0 0,1 1 1 0 0,0 0 0 0 0,0 0 0 0 0,0 1 0 0 0,1 0-1 0 0,-10 12 1 0 0,16-18-383 0 0,1 0-1 0 0,-1 0 1 0 0,1 1-1 0 0,-1-1 1 0 0,1 0-1 0 0,0 1 1 0 0,0-1-1 0 0,0 1 1 0 0,0 0-1 0 0,0-1 1 0 0,1 1-1 0 0,-1-1 1 0 0,1 1-1 0 0,0 0 1 0 0,0 0-1 0 0,0-1 1 0 0,0 1-1 0 0,0 0 1 0 0,0-1-1 0 0,1 1 1 0 0,-1 0-1 0 0,1-1 1 0 0,0 1-1 0 0,0 0 1 0 0,0-1-1 0 0,0 1 1 0 0,0-1-1 0 0,1 0 1 0 0,-1 1 0 0 0,1-1-1 0 0,-1 0 1 0 0,1 0-1 0 0,0 0 1 0 0,0 0-1 0 0,0 0 1 0 0,0 0-1 0 0,0-1 1 0 0,0 1-1 0 0,0-1 1 0 0,3 2-1 0 0,33 23-196 0 0,47 34-182 0 0,-76-52 278 0 0,0 0 0 0 0,0 1 1 0 0,-1 0-1 0 0,0 1 1 0 0,0-1-1 0 0,7 14 0 0 0,-13-19 39 0 0,0-1 0 0 0,-1 1 0 0 0,1-1 0 0 0,-1 1 0 0 0,0-1 0 0 0,0 1 0 0 0,0 0 0 0 0,0 0 0 0 0,-1-1 0 0 0,1 1 0 0 0,-1 0 0 0 0,0 0 0 0 0,0 0 0 0 0,-1-1 0 0 0,1 1 0 0 0,-2 6 0 0 0,0-4 32 0 0,0-1-1 0 0,0 0 1 0 0,-1 0 0 0 0,0 0 0 0 0,0 0-1 0 0,0 0 1 0 0,0-1 0 0 0,-1 1-1 0 0,0-1 1 0 0,-5 5 0 0 0,-1 0-57 0 0,0-1 0 0 0,-1-1 1 0 0,0 0-1 0 0,0 0 0 0 0,0-1 0 0 0,-1 0 1 0 0,0-1-1 0 0,-1 0 0 0 0,-12 2 0 0 0,5-2-4022 0 0,2 0-1450 0 0</inkml:trace>
</inkml:ink>
</file>

<file path=ppt/ink/ink2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0.672"/>
    </inkml:context>
    <inkml:brush xml:id="br0">
      <inkml:brushProperty name="width" value="0.1" units="cm"/>
      <inkml:brushProperty name="height" value="0.1" units="cm"/>
      <inkml:brushProperty name="color" value="#004F8B"/>
    </inkml:brush>
  </inkml:definitions>
  <inkml:trace contextRef="#ctx0" brushRef="#br0">1 278 4609 0 0,'8'-4'659'0'0,"0"0"1"0"0,1 1-1 0 0,0 0 0 0 0,-1 1 1 0 0,1 0-1 0 0,0 0 1 0 0,17-1-1 0 0,14-3 2708 0 0,-33 4-2849 0 0,1 0 0 0 0,0 0 0 0 0,-1-1 0 0 0,0 0 0 0 0,0-1 0 0 0,0 1 0 0 0,0-1 0 0 0,0-1 0 0 0,0 1 0 0 0,-1-1 0 0 0,7-6 0 0 0,0-4-394 0 0,-1 0 1 0 0,0-1 0 0 0,11-20 0 0 0,-13 21-552 0 0,7-8-2579 0 0,28-31 0 0 0,-31 39-583 0 0,-4 4-724 0 0</inkml:trace>
</inkml:ink>
</file>

<file path=ppt/ink/ink2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1.117"/>
    </inkml:context>
    <inkml:brush xml:id="br0">
      <inkml:brushProperty name="width" value="0.1" units="cm"/>
      <inkml:brushProperty name="height" value="0.1" units="cm"/>
      <inkml:brushProperty name="color" value="#004F8B"/>
    </inkml:brush>
  </inkml:definitions>
  <inkml:trace contextRef="#ctx0" brushRef="#br0">147 290 3225 0 0,'5'-5'766'0'0,"0"-1"-1"0"0,0 0 1 0 0,-1-1 0 0 0,0 1 0 0 0,0-1 0 0 0,0 0 0 0 0,-1 0 0 0 0,5-13-1 0 0,-6 11-345 0 0,1 1 0 0 0,-1 0 0 0 0,-1-1 0 0 0,0 0 0 0 0,0 1 0 0 0,0-1 0 0 0,-1 0 0 0 0,-1 0 0 0 0,1 1 0 0 0,-1-1 0 0 0,-1 0 0 0 0,0 1 0 0 0,0-1 0 0 0,-1 1 0 0 0,0 0-1 0 0,0 0 1 0 0,0 0 0 0 0,-1 0 0 0 0,-1 1 0 0 0,1-1 0 0 0,-10-10 0 0 0,13 16-364 0 0,-1 0-1 0 0,1 0 0 0 0,-1 1 1 0 0,0-1-1 0 0,0 0 1 0 0,0 1-1 0 0,0-1 0 0 0,0 1 1 0 0,0-1-1 0 0,0 1 1 0 0,0 0-1 0 0,0 0 0 0 0,-1 0 1 0 0,1 0-1 0 0,-1 0 1 0 0,1 1-1 0 0,0-1 0 0 0,-1 1 1 0 0,1 0-1 0 0,-1-1 1 0 0,1 1-1 0 0,-1 0 0 0 0,1 1 1 0 0,-1-1-1 0 0,1 0 1 0 0,-1 1-1 0 0,1-1 0 0 0,-1 1 1 0 0,1 0-1 0 0,0-1 1 0 0,-1 1-1 0 0,1 1 0 0 0,0-1 1 0 0,0 0-1 0 0,0 0 1 0 0,0 1-1 0 0,0-1 0 0 0,-3 4 1 0 0,-1 1-28 0 0,0 0 1 0 0,1 1-1 0 0,-1 0 0 0 0,2 0 1 0 0,-1 0-1 0 0,1 1 0 0 0,0 0 1 0 0,0-1-1 0 0,1 1 0 0 0,-2 9 1 0 0,1-2 37 0 0,1-1 0 0 0,1 1 0 0 0,0 0 0 0 0,1 0 1 0 0,0-1-1 0 0,1 1 0 0 0,1 0 0 0 0,1 0 1 0 0,0 0-1 0 0,0-1 0 0 0,2 1 0 0 0,7 20 0 0 0,-7-25-208 0 0,0-1-1 0 0,0 0 0 0 0,1-1 0 0 0,1 1 0 0 0,-1-1 1 0 0,1 0-1 0 0,1 0 0 0 0,-1-1 0 0 0,1 0 1 0 0,13 11-1 0 0,-13-13-595 0 0,1 0 0 0 0,-1-1 0 0 0,1 1 0 0 0,0-2 0 0 0,1 1 0 0 0,-1-1 0 0 0,17 4 0 0 0,1-2-5811 0 0</inkml:trace>
</inkml:ink>
</file>

<file path=ppt/ink/ink2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1.782"/>
    </inkml:context>
    <inkml:brush xml:id="br0">
      <inkml:brushProperty name="width" value="0.1" units="cm"/>
      <inkml:brushProperty name="height" value="0.1" units="cm"/>
      <inkml:brushProperty name="color" value="#004F8B"/>
    </inkml:brush>
  </inkml:definitions>
  <inkml:trace contextRef="#ctx0" brushRef="#br0">33 39 3081 0 0,'-4'-1'31'0'0,"2"1"215"0"0,1 0-1 0 0,0-1 1 0 0,-1 1 0 0 0,1 0 0 0 0,0 0-1 0 0,-1 0 1 0 0,1 0 0 0 0,-1 0 0 0 0,1 0-1 0 0,0 0 1 0 0,-1 0 0 0 0,1 1 0 0 0,-1-1-1 0 0,1 0 1 0 0,0 1 0 0 0,0-1 0 0 0,-1 1 0 0 0,1 0-1 0 0,-2 0 1 0 0,5 0-33 0 0,-1 0-1 0 0,1 0 1 0 0,0 0-1 0 0,-1 0 1 0 0,1-1 0 0 0,0 1-1 0 0,0-1 1 0 0,0 1 0 0 0,-1-1-1 0 0,1 0 1 0 0,0 1-1 0 0,0-1 1 0 0,0 0 0 0 0,3-1-1 0 0,-3 1 38 0 0,262-9 7347 0 0,-247 7-7448 0 0,103-14-403 0 0,-42-1-4118 0 0,-60 12 2709 0 0</inkml:trace>
</inkml:ink>
</file>

<file path=ppt/ink/ink2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2.036"/>
    </inkml:context>
    <inkml:brush xml:id="br0">
      <inkml:brushProperty name="width" value="0.1" units="cm"/>
      <inkml:brushProperty name="height" value="0.1" units="cm"/>
      <inkml:brushProperty name="color" value="#004F8B"/>
    </inkml:brush>
  </inkml:definitions>
  <inkml:trace contextRef="#ctx0" brushRef="#br0">0 0 9386 0 0,'0'0'208'0'0,"14"10"3898"0"0,-10-4-3442 0 0,-1 1 0 0 0,0-1-1 0 0,0 1 1 0 0,-1-1 0 0 0,0 1-1 0 0,0 0 1 0 0,0 0 0 0 0,-1 0-1 0 0,1 11 1 0 0,-1 69 189 0 0,-1-65-497 0 0,-2 31-254 0 0,2 76 543 0 0,1-113-1221 0 0,1 1 0 0 0,1-1 0 0 0,0 1 0 0 0,1-1 0 0 0,10 26 0 0 0,-3-19-6290 0 0</inkml:trace>
</inkml:ink>
</file>

<file path=ppt/ink/ink2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2.846"/>
    </inkml:context>
    <inkml:brush xml:id="br0">
      <inkml:brushProperty name="width" value="0.1" units="cm"/>
      <inkml:brushProperty name="height" value="0.1" units="cm"/>
      <inkml:brushProperty name="color" value="#004F8B"/>
    </inkml:brush>
  </inkml:definitions>
  <inkml:trace contextRef="#ctx0" brushRef="#br0">191 48 5985 0 0,'1'-1'98'0'0,"0"0"-1"0"0,-1-1 1 0 0,1 1-1 0 0,0 0 1 0 0,-1-1 0 0 0,1 1-1 0 0,-1-1 1 0 0,1 1-1 0 0,-1-1 1 0 0,0 1-1 0 0,1-1 1 0 0,-1 1-1 0 0,0-1 1 0 0,0 1-1 0 0,0-1 1 0 0,0 1-1 0 0,0-1 1 0 0,-1 1-1 0 0,1-1 1 0 0,0 1 0 0 0,-1-1-1 0 0,1 1 1 0 0,-1-1-1 0 0,0 1 1 0 0,1 0-1 0 0,-1-1 1 0 0,0 1-1 0 0,-1-3 1 0 0,0 4 41 0 0,1-1 0 0 0,0 1 0 0 0,-1-1 1 0 0,1 1-1 0 0,-1-1 0 0 0,1 1 0 0 0,-1 0 0 0 0,1-1 1 0 0,-1 1-1 0 0,1 0 0 0 0,-1 0 0 0 0,0 0 1 0 0,1 0-1 0 0,-1 1 0 0 0,1-1 0 0 0,-1 0 0 0 0,1 1 1 0 0,-1-1-1 0 0,1 1 0 0 0,0-1 0 0 0,-1 1 0 0 0,1 0 1 0 0,-1-1-1 0 0,1 1 0 0 0,0 0 0 0 0,0 0 0 0 0,0 0 1 0 0,-2 2-1 0 0,-15 12 229 0 0,1 1 0 0 0,1 0 0 0 0,0 1 0 0 0,2 1 0 0 0,0 1 0 0 0,0 0 0 0 0,-17 36 0 0 0,30-54-370 0 0,0 1 0 0 0,0-1-1 0 0,0 1 1 0 0,1 0-1 0 0,-1-1 1 0 0,1 1 0 0 0,-1 0-1 0 0,1-1 1 0 0,-1 1 0 0 0,1 0-1 0 0,0-1 1 0 0,0 1-1 0 0,0 0 1 0 0,0 0 0 0 0,0-1-1 0 0,0 1 1 0 0,1 0 0 0 0,-1 0-1 0 0,1-1 1 0 0,-1 1-1 0 0,1 0 1 0 0,-1-1 0 0 0,1 1-1 0 0,0-1 1 0 0,0 1 0 0 0,0-1-1 0 0,0 1 1 0 0,0-1-1 0 0,0 0 1 0 0,0 1 0 0 0,0-1-1 0 0,1 0 1 0 0,-1 0 0 0 0,0 0-1 0 0,1 0 1 0 0,-1 0-1 0 0,1 0 1 0 0,-1 0 0 0 0,1 0-1 0 0,-1-1 1 0 0,3 1 0 0 0,9 4-35 0 0,0-1-1 0 0,0-1 1 0 0,0 0 0 0 0,21 1 0 0 0,1 1 2 0 0,-19-1 21 0 0,0 0 0 0 0,0 1-1 0 0,-1 1 1 0 0,28 14 0 0 0,-38-17 12 0 0,-1-1-1 0 0,0 1 1 0 0,0-1 0 0 0,0 1-1 0 0,-1 0 1 0 0,1 0 0 0 0,0 1-1 0 0,-1-1 1 0 0,0 1 0 0 0,0 0-1 0 0,0 0 1 0 0,-1 0 0 0 0,1 0-1 0 0,-1 0 1 0 0,0 0 0 0 0,0 1-1 0 0,0-1 1 0 0,-1 1 0 0 0,1 0-1 0 0,-1-1 1 0 0,1 7 0 0 0,-3-7 30 0 0,1 1 0 0 0,-1 0 0 0 0,0-1 0 0 0,0 1 0 0 0,-1 0 1 0 0,1-1-1 0 0,-1 0 0 0 0,0 1 0 0 0,0-1 0 0 0,-1 0 0 0 0,1 0 1 0 0,-1 0-1 0 0,0 0 0 0 0,-4 4 0 0 0,-7 8 323 0 0,-29 24 0 0 0,41-38-303 0 0,-7 7 58 0 0,-1-1 0 0 0,0 0 0 0 0,-1-1 0 0 0,0 0 0 0 0,0 0 1 0 0,-21 8-1 0 0,37-19-1913 0 0</inkml:trace>
</inkml:ink>
</file>

<file path=ppt/ink/ink2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3.288"/>
    </inkml:context>
    <inkml:brush xml:id="br0">
      <inkml:brushProperty name="width" value="0.1" units="cm"/>
      <inkml:brushProperty name="height" value="0.1" units="cm"/>
      <inkml:brushProperty name="color" value="#004F8B"/>
    </inkml:brush>
  </inkml:definitions>
  <inkml:trace contextRef="#ctx0" brushRef="#br0">16 0 10594 0 0,'-12'0'1308'0'0,"12"0"-1256"0"0,0 0-1 0 0,0 0 1 0 0,-1 0-1 0 0,1 1 1 0 0,0-1 0 0 0,0 0-1 0 0,0 0 1 0 0,-1 0-1 0 0,1 0 1 0 0,0 0-1 0 0,0 1 1 0 0,0-1 0 0 0,0 0-1 0 0,-1 0 1 0 0,1 0-1 0 0,0 1 1 0 0,0-1-1 0 0,0 0 1 0 0,0 0 0 0 0,0 0-1 0 0,0 1 1 0 0,0-1-1 0 0,0 0 1 0 0,0 0 0 0 0,0 1-1 0 0,0-1 1 0 0,0 0-1 0 0,0 0 1 0 0,0 1-1 0 0,0-1 1 0 0,2 4 1733 0 0,0 2-690 0 0,13 30-224 0 0,-3 1 0 0 0,-1 0 0 0 0,-1 1 0 0 0,-2 0 0 0 0,3 47 0 0 0,-10-76-921 0 0,0 12 109 0 0,2-1 0 0 0,9 37 0 0 0,-11-52-105 0 0,1-1-1 0 0,-1 0 1 0 0,1 1-1 0 0,0-1 1 0 0,0 0-1 0 0,0 0 1 0 0,0 0 0 0 0,1-1-1 0 0,-1 1 1 0 0,1 0-1 0 0,0-1 1 0 0,0 0 0 0 0,1 0-1 0 0,-1 0 1 0 0,1 0-1 0 0,-1 0 1 0 0,1-1 0 0 0,0 1-1 0 0,5 1 1 0 0,-8-4-73 0 0,0 0 0 0 0,0 0 0 0 0,0 0 0 0 0,0 0 0 0 0,0 0 0 0 0,0 0 0 0 0,0 0 0 0 0,0 0 0 0 0,0-1 0 0 0,0 1 0 0 0,0 0 0 0 0,0-1 0 0 0,0 1 0 0 0,0-1 0 0 0,0 1 0 0 0,0-1 1 0 0,0 1-1 0 0,-1-1 0 0 0,1 0 0 0 0,0 0 0 0 0,0 1 0 0 0,-1-1 0 0 0,1 0 0 0 0,0 0 0 0 0,-1 0 0 0 0,1 1 0 0 0,-1-1 0 0 0,1 0 0 0 0,-1 0 0 0 0,1 0 0 0 0,-1 0 0 0 0,1-2 0 0 0,14-39-963 0 0,-12 34 921 0 0,2-8-14 0 0,29-76 485 0 0,-30 84-6 0 0,0-1 0 0 0,0 1 0 0 0,1 1 0 0 0,0-1-1 0 0,0 1 1 0 0,1 0 0 0 0,0 0 0 0 0,8-8 0 0 0,-13 14-231 0 0,0 0 1 0 0,0 1 0 0 0,0-1 0 0 0,0 0-1 0 0,0 1 1 0 0,0-1 0 0 0,0 0 0 0 0,0 1-1 0 0,0-1 1 0 0,0 1 0 0 0,0 0 0 0 0,0-1-1 0 0,1 1 1 0 0,-1 0 0 0 0,0 0 0 0 0,0-1-1 0 0,0 1 1 0 0,0 0 0 0 0,1 0 0 0 0,-1 1-1 0 0,0-1 1 0 0,0 0 0 0 0,0 0 0 0 0,0 0-1 0 0,2 1 1 0 0,-1 0-10 0 0,-1 0-1 0 0,1 1 0 0 0,0-1 0 0 0,-1 0 1 0 0,1 1-1 0 0,-1-1 0 0 0,0 1 1 0 0,0 0-1 0 0,1-1 0 0 0,-1 1 1 0 0,0 0-1 0 0,0 0 0 0 0,1 2 1 0 0,2 8 54 0 0,0 0 1 0 0,-1 0-1 0 0,3 20 0 0 0,-6-29-91 0 0,9 81 39 0 0,3 20-107 0 0,-9-91-1305 0 0,0 0 1 0 0,0 0 0 0 0,1-1 0 0 0,1 0-1 0 0,11 22 1 0 0,-4-14-4593 0 0</inkml:trace>
</inkml:ink>
</file>

<file path=ppt/ink/ink2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3.590"/>
    </inkml:context>
    <inkml:brush xml:id="br0">
      <inkml:brushProperty name="width" value="0.1" units="cm"/>
      <inkml:brushProperty name="height" value="0.1" units="cm"/>
      <inkml:brushProperty name="color" value="#004F8B"/>
    </inkml:brush>
  </inkml:definitions>
  <inkml:trace contextRef="#ctx0" brushRef="#br0">56 271 6913 0 0,'0'-22'475'0'0,"1"5"151"0"0,-1 1-1 0 0,0-1 1 0 0,-2 1 0 0 0,0 0-1 0 0,0 0 1 0 0,-6-18 0 0 0,8 34-524 0 0,-1-1 0 0 0,1 0 0 0 0,0 1 1 0 0,0-1-1 0 0,0 1 0 0 0,0-1 0 0 0,0 1 0 0 0,0-1 1 0 0,-1 1-1 0 0,1-1 0 0 0,0 1 0 0 0,0-1 0 0 0,-1 1 0 0 0,1 0 1 0 0,0-1-1 0 0,-1 1 0 0 0,1-1 0 0 0,0 1 0 0 0,-1 0 1 0 0,1-1-1 0 0,-1 1 0 0 0,1 0 0 0 0,-1-1 0 0 0,1 1 0 0 0,-1 0 1 0 0,1 0-1 0 0,-1 0 0 0 0,1-1 0 0 0,-1 1 0 0 0,1 0 1 0 0,-1 0-1 0 0,1 0 0 0 0,-1 0 0 0 0,1 0 0 0 0,-2 0 1 0 0,1 1 3 0 0,0-1 1 0 0,0 1 0 0 0,0 0 0 0 0,0 0 0 0 0,0 0 0 0 0,0 0 0 0 0,0 0 0 0 0,0 0 0 0 0,0 0 0 0 0,0 1 0 0 0,1-1-1 0 0,-1 0 1 0 0,0 2 0 0 0,-2 3 36 0 0,0 1 0 0 0,1 0 0 0 0,-1-1 0 0 0,-1 14 0 0 0,4-15-135 0 0,0-1 0 0 0,1 1-1 0 0,0 0 1 0 0,-1 0-1 0 0,2 0 1 0 0,-1 0 0 0 0,1 0-1 0 0,-1-1 1 0 0,1 1 0 0 0,1-1-1 0 0,-1 1 1 0 0,0-1-1 0 0,1 0 1 0 0,0 0 0 0 0,0 0-1 0 0,0 0 1 0 0,1-1-1 0 0,-1 1 1 0 0,1-1 0 0 0,0 0-1 0 0,0 0 1 0 0,0 0-1 0 0,0-1 1 0 0,1 1 0 0 0,-1-1-1 0 0,1 0 1 0 0,-1 0 0 0 0,1 0-1 0 0,0-1 1 0 0,0 0-1 0 0,0 0 1 0 0,-1 0 0 0 0,9 0-1 0 0,-9 0 11 0 0,0-1-1 0 0,1 1 1 0 0,-1-1-1 0 0,0 0 1 0 0,0 0-1 0 0,1-1 1 0 0,-1 1-1 0 0,0-1 0 0 0,0 0 1 0 0,0 0-1 0 0,0 0 1 0 0,0-1-1 0 0,0 1 1 0 0,0-1-1 0 0,0 0 1 0 0,-1 0-1 0 0,1-1 1 0 0,-1 1-1 0 0,1-1 1 0 0,-1 1-1 0 0,0-1 1 0 0,0 0-1 0 0,0 0 0 0 0,0-1 1 0 0,-1 1-1 0 0,1 0 1 0 0,-1-1-1 0 0,0 0 1 0 0,0 1-1 0 0,0-1 1 0 0,-1 0-1 0 0,1 0 1 0 0,-1 0-1 0 0,0 0 1 0 0,0 0-1 0 0,0-1 1 0 0,-1 1-1 0 0,1 0 0 0 0,-1-6 1 0 0,-1 1 18 0 0,0 0-1 0 0,0-1 1 0 0,-1 1-1 0 0,0 1 1 0 0,-1-1-1 0 0,0 0 1 0 0,0 0 0 0 0,-1 1-1 0 0,0 0 1 0 0,0 0-1 0 0,-1 0 1 0 0,0 0 0 0 0,-10-10-1 0 0,12 14-138 0 0,-1-1-1 0 0,0 1 1 0 0,0 0-1 0 0,0 1 1 0 0,0-1-1 0 0,-1 1 1 0 0,1-1-1 0 0,-1 1 1 0 0,0 1-1 0 0,0-1 1 0 0,0 1-1 0 0,-1 0 1 0 0,1 0-1 0 0,0 0 1 0 0,-1 1-1 0 0,1-1 1 0 0,-1 1-1 0 0,1 1 1 0 0,-1-1-1 0 0,0 1 1 0 0,1 0-1 0 0,-1 0 1 0 0,-5 2-1 0 0,-8 3-5908 0 0</inkml:trace>
</inkml:ink>
</file>

<file path=ppt/ink/ink2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3.827"/>
    </inkml:context>
    <inkml:brush xml:id="br0">
      <inkml:brushProperty name="width" value="0.1" units="cm"/>
      <inkml:brushProperty name="height" value="0.1" units="cm"/>
      <inkml:brushProperty name="color" value="#004F8B"/>
    </inkml:brush>
  </inkml:definitions>
  <inkml:trace contextRef="#ctx0" brushRef="#br0">0 21 9218 0 0,'0'-1'94'0'0,"0"0"0"0"0,0 0 1 0 0,0 0-1 0 0,1 0 0 0 0,-1 1 0 0 0,0-1 1 0 0,0 0-1 0 0,0 0 0 0 0,0 0 0 0 0,1 1 0 0 0,-1-1 1 0 0,0 0-1 0 0,1 0 0 0 0,-1 1 0 0 0,1-1 1 0 0,-1 0-1 0 0,1 1 0 0 0,-1-1 0 0 0,1 1 1 0 0,-1-1-1 0 0,1 0 0 0 0,0 1 0 0 0,-1-1 0 0 0,1 1 1 0 0,0 0-1 0 0,-1-1 0 0 0,1 1 0 0 0,0-1 1 0 0,0 1-1 0 0,-1 0 0 0 0,1 0 0 0 0,0-1 1 0 0,0 1-1 0 0,0 0 0 0 0,-1 0 0 0 0,3 0 0 0 0,-2 1 144 0 0,0 0 0 0 0,0-1 0 0 0,1 1-1 0 0,-1 0 1 0 0,0 0 0 0 0,0 0 0 0 0,0 0-1 0 0,0 1 1 0 0,0-1 0 0 0,0 0 0 0 0,-1 0-1 0 0,1 1 1 0 0,0-1 0 0 0,-1 0 0 0 0,1 1-1 0 0,-1-1 1 0 0,1 0 0 0 0,-1 1 0 0 0,1-1-1 0 0,-1 3 1 0 0,7 39 1634 0 0,2 88 0 0 0,-9-92-1832 0 0,3 0 1 0 0,1 0 0 0 0,10 45-1 0 0,14 0-3823 0 0,-16-59-2787 0 0</inkml:trace>
</inkml:ink>
</file>

<file path=ppt/ink/ink2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4.016"/>
    </inkml:context>
    <inkml:brush xml:id="br0">
      <inkml:brushProperty name="width" value="0.1" units="cm"/>
      <inkml:brushProperty name="height" value="0.1" units="cm"/>
      <inkml:brushProperty name="color" value="#004F8B"/>
    </inkml:brush>
  </inkml:definitions>
  <inkml:trace contextRef="#ctx0" brushRef="#br0">9 126 11058 0 0,'-1'0'56'0'0,"1"-1"0"0"0,-1 0 0 0 0,0 0 0 0 0,0 1 0 0 0,1-1 0 0 0,-1 0 0 0 0,1 0 0 0 0,-1 0 0 0 0,1 0 0 0 0,-1 0 0 0 0,1 0 0 0 0,-1 0 0 0 0,1 0 0 0 0,0 0 0 0 0,0 0 0 0 0,-1 0 0 0 0,1 0 0 0 0,0 0 0 0 0,0 0 0 0 0,0 0 0 0 0,0 0 0 0 0,0-1 0 0 0,0 1 0 0 0,1-1 0 0 0,0-1 147 0 0,0 1 0 0 0,0 1 1 0 0,0-1-1 0 0,0 0 0 0 0,1 0 1 0 0,-1 0-1 0 0,0 1 0 0 0,1-1 0 0 0,0 0 1 0 0,-1 1-1 0 0,4-3 0 0 0,2-1 355 0 0,1 1 0 0 0,0-1 0 0 0,0 1-1 0 0,0 0 1 0 0,11-3 0 0 0,142-34-4586 0 0,-131 35 3679 0 0</inkml:trace>
</inkml:ink>
</file>

<file path=ppt/ink/ink2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4.810"/>
    </inkml:context>
    <inkml:brush xml:id="br0">
      <inkml:brushProperty name="width" value="0.1" units="cm"/>
      <inkml:brushProperty name="height" value="0.1" units="cm"/>
      <inkml:brushProperty name="color" value="#004F8B"/>
    </inkml:brush>
  </inkml:definitions>
  <inkml:trace contextRef="#ctx0" brushRef="#br0">38 15 3225 0 0,'-12'-6'-214'0'0,"11"5"635"0"0,0 0 0 0 0,-1 0 0 0 0,1 0 0 0 0,-1 0 0 0 0,1 1 1 0 0,-1-1-1 0 0,1 0 0 0 0,-1 1 0 0 0,0 0 0 0 0,1-1 0 0 0,-1 1 0 0 0,-3 0 0 0 0,5 1-224 0 0,-1 0 0 0 0,1 0 0 0 0,-1 0 0 0 0,1 0 0 0 0,0 1-1 0 0,0-1 1 0 0,-1 0 0 0 0,1 0 0 0 0,0 1 0 0 0,0-1 0 0 0,0 0 0 0 0,0 0 0 0 0,1 1 0 0 0,-1-1 0 0 0,0 0 0 0 0,0 0 0 0 0,1 1 0 0 0,-1-1 0 0 0,1 0 0 0 0,-1 0-1 0 0,2 2 1 0 0,16 78 1945 0 0,-15-57-1914 0 0,2 0 0 0 0,14 38 0 0 0,-19-62-228 0 0,0 1 0 0 0,0 0 0 0 0,0 0 0 0 0,1 0-1 0 0,-1-1 1 0 0,0 1 0 0 0,1 0 0 0 0,-1 0 0 0 0,1-1 0 0 0,-1 1-1 0 0,1 0 1 0 0,-1-1 0 0 0,1 1 0 0 0,0 0 0 0 0,-1-1 0 0 0,1 1-1 0 0,0-1 1 0 0,-1 1 0 0 0,1-1 0 0 0,0 1 0 0 0,0-1 0 0 0,-1 0-1 0 0,1 1 1 0 0,0-1 0 0 0,0 0 0 0 0,0 0 0 0 0,-1 1 0 0 0,3-1-1 0 0,-2 0-7 0 0,1-1-1 0 0,-1 1 1 0 0,1-1-1 0 0,-1 0 1 0 0,1 1-1 0 0,-1-1 1 0 0,0 0 0 0 0,1 0-1 0 0,-1 0 1 0 0,0 0-1 0 0,0 0 1 0 0,1 0-1 0 0,-1 0 1 0 0,1-2-1 0 0,4-4-17 0 0,-1 0 0 0 0,0-1-1 0 0,9-16 1 0 0,1-15 430 0 0,-9 22-25 0 0,1 0 0 0 0,8-15-1 0 0,-13 28-239 0 0,0 1-1 0 0,0 0 1 0 0,0 0-1 0 0,0 0 1 0 0,1 0-1 0 0,-1 0 1 0 0,1 0 0 0 0,-1 1-1 0 0,1-1 1 0 0,0 1-1 0 0,0 0 1 0 0,0 0-1 0 0,1 0 1 0 0,-1 0-1 0 0,5-1 1 0 0,-7 2-103 0 0,1 1 1 0 0,0-1 0 0 0,0 1-1 0 0,-1 0 1 0 0,1-1-1 0 0,0 1 1 0 0,0 0-1 0 0,0 0 1 0 0,-1 1 0 0 0,1-1-1 0 0,0 0 1 0 0,0 0-1 0 0,-1 1 1 0 0,1-1 0 0 0,0 1-1 0 0,-1 0 1 0 0,1-1-1 0 0,0 1 1 0 0,-1 0-1 0 0,3 1 1 0 0,-2 1 12 0 0,1-1-1 0 0,0 1 1 0 0,-1-1 0 0 0,0 1-1 0 0,1 0 1 0 0,-1 0 0 0 0,0 0-1 0 0,-1 0 1 0 0,3 6 0 0 0,2 5 108 0 0,-1 1-1 0 0,-1 0 1 0 0,4 25 0 0 0,-7-34-93 0 0,7 54 85 0 0,-7-44-534 0 0,0 0 0 0 0,2 0-1 0 0,0 0 1 0 0,0 0 0 0 0,2-1-1 0 0,0 0 1 0 0,10 22 0 0 0,-3-18-6245 0 0</inkml:trace>
</inkml:ink>
</file>

<file path=ppt/ink/ink2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5.114"/>
    </inkml:context>
    <inkml:brush xml:id="br0">
      <inkml:brushProperty name="width" value="0.1" units="cm"/>
      <inkml:brushProperty name="height" value="0.1" units="cm"/>
      <inkml:brushProperty name="color" value="#004F8B"/>
    </inkml:brush>
  </inkml:definitions>
  <inkml:trace contextRef="#ctx0" brushRef="#br0">30 167 6449 0 0,'-2'-27'4830'0'0,"0"44"-1762"0"0,2-7-2807 0 0,0 0 0 0 0,1-1 0 0 0,0 1 0 0 0,0 0 0 0 0,1 0 0 0 0,1-1 0 0 0,-1 1 0 0 0,2-1 0 0 0,-1 0 0 0 0,7 12 0 0 0,-8-17-207 0 0,0 0 0 0 0,1 0-1 0 0,-1 0 1 0 0,1-1 0 0 0,0 1 0 0 0,0-1 0 0 0,0 1 0 0 0,0-1-1 0 0,1 0 1 0 0,-1 0 0 0 0,1 0 0 0 0,0-1 0 0 0,0 1 0 0 0,0-1 0 0 0,0 0-1 0 0,0 0 1 0 0,0-1 0 0 0,1 1 0 0 0,-1-1 0 0 0,1 0 0 0 0,-1 0-1 0 0,1 0 1 0 0,-1-1 0 0 0,10 1 0 0 0,-12-1-36 0 0,1-1 1 0 0,-1 1-1 0 0,1-1 1 0 0,-1 0-1 0 0,1 1 1 0 0,-1-1-1 0 0,0 0 1 0 0,0 0-1 0 0,1-1 1 0 0,-1 1-1 0 0,0 0 0 0 0,0-1 1 0 0,0 1-1 0 0,0-1 1 0 0,0 0-1 0 0,-1 0 1 0 0,1 1-1 0 0,0-1 1 0 0,-1 0-1 0 0,0-1 1 0 0,1 1-1 0 0,-1 0 1 0 0,0 0-1 0 0,0 0 0 0 0,0-1 1 0 0,0 1-1 0 0,-1 0 1 0 0,1-1-1 0 0,0 1 1 0 0,-1-1-1 0 0,0 1 1 0 0,0-1-1 0 0,0 1 1 0 0,0-3-1 0 0,0-5 89 0 0,0 0 0 0 0,0 0 0 0 0,-1 0 0 0 0,-1 1 0 0 0,0-1 0 0 0,0 1 0 0 0,-5-14 0 0 0,-1 4-10 0 0,0 1 0 0 0,-1 1 0 0 0,-1-1 0 0 0,-13-15 0 0 0,18 26-178 0 0,0 0 1 0 0,-1 0 0 0 0,0 1-1 0 0,0 0 1 0 0,-1 0 0 0 0,0 0-1 0 0,0 1 1 0 0,0 0 0 0 0,0 0-1 0 0,-1 1 1 0 0,-12-5 0 0 0,18 8-14 0 0,1 1-1 0 0,-1-1 1 0 0,1 1 0 0 0,-1-1-1 0 0,0 1 1 0 0,1 0 0 0 0,-1 0 0 0 0,0 0-1 0 0,1 0 1 0 0,-1 0 0 0 0,0 0-1 0 0,1 0 1 0 0,-1 1 0 0 0,0-1 0 0 0,1 0-1 0 0,-1 1 1 0 0,1 0 0 0 0,-1-1-1 0 0,-1 2 1 0 0,-5 5-907 0 0</inkml:trace>
</inkml:ink>
</file>

<file path=ppt/ink/ink2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5.460"/>
    </inkml:context>
    <inkml:brush xml:id="br0">
      <inkml:brushProperty name="width" value="0.1" units="cm"/>
      <inkml:brushProperty name="height" value="0.1" units="cm"/>
      <inkml:brushProperty name="color" value="#004F8B"/>
    </inkml:brush>
  </inkml:definitions>
  <inkml:trace contextRef="#ctx0" brushRef="#br0">57 64 920 0 0,'-12'-24'4336'0'0,"0"-3"14"0"0,12 26-4158 0 0,0 0 0 0 0,-1 1-1 0 0,1-1 1 0 0,-1 0 0 0 0,0 0 0 0 0,1 0-1 0 0,-1 1 1 0 0,0-1 0 0 0,1 0 0 0 0,-1 1-1 0 0,0-1 1 0 0,0 1 0 0 0,0-1-1 0 0,0 1 1 0 0,1-1 0 0 0,-1 1 0 0 0,0 0-1 0 0,0-1 1 0 0,0 1 0 0 0,0 0 0 0 0,-2-1-1 0 0,3 1-116 0 0,-1 0-1 0 0,0 1 1 0 0,0-1-1 0 0,1 0 1 0 0,-1 0-1 0 0,0 1 1 0 0,1-1-1 0 0,-1 0 1 0 0,0 1-1 0 0,1-1 1 0 0,-1 0 0 0 0,0 1-1 0 0,1-1 1 0 0,-1 1-1 0 0,1-1 1 0 0,-1 1-1 0 0,1-1 1 0 0,-1 1-1 0 0,1 0 1 0 0,0-1-1 0 0,-1 1 1 0 0,1 0-1 0 0,0-1 1 0 0,-1 1-1 0 0,1 0 1 0 0,0-1-1 0 0,0 1 1 0 0,-1 0-1 0 0,1 0 1 0 0,0-1-1 0 0,0 1 1 0 0,0 0-1 0 0,0 0 1 0 0,0-1-1 0 0,0 1 1 0 0,0 0-1 0 0,1 1 1 0 0,5 27 2257 0 0,-1-13-2119 0 0,0-1 1 0 0,-1 1-1 0 0,-1 0 1 0 0,0 1-1 0 0,-1-1 1 0 0,-1 0-1 0 0,0 1 1 0 0,-3 18-1 0 0,3 30-110 0 0,1-43-574 0 0,5 55 1070 0 0,6-29-7568 0 0</inkml:trace>
</inkml:ink>
</file>

<file path=ppt/ink/ink2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5.635"/>
    </inkml:context>
    <inkml:brush xml:id="br0">
      <inkml:brushProperty name="width" value="0.1" units="cm"/>
      <inkml:brushProperty name="height" value="0.1" units="cm"/>
      <inkml:brushProperty name="color" value="#004F8B"/>
    </inkml:brush>
  </inkml:definitions>
  <inkml:trace contextRef="#ctx0" brushRef="#br0">30 3 10138 0 0,'-4'-2'1096'0'0,"2"2"-1096"0"0,2 1 0 0 0,-1 2 0 0 0,-1 0 224 0 0,1 2 16 0 0,0 5 9 0 0,-3 2-1 0 0,-1 4-552 0 0,1 3-113 0 0,2 1-15 0 0,-1 0-8 0 0,4-1 336 0 0,3-1 104 0 0,5-3 0 0 0</inkml:trace>
</inkml:ink>
</file>

<file path=ppt/ink/ink2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5.935"/>
    </inkml:context>
    <inkml:brush xml:id="br0">
      <inkml:brushProperty name="width" value="0.1" units="cm"/>
      <inkml:brushProperty name="height" value="0.1" units="cm"/>
      <inkml:brushProperty name="color" value="#004F8B"/>
    </inkml:brush>
  </inkml:definitions>
  <inkml:trace contextRef="#ctx0" brushRef="#br0">128 17 5985 0 0,'21'-16'6198'0'0,"-32"28"-1492"0"0,-3 4-4365 0 0,-2 0 434 0 0,2 0 0 0 0,-17 24 1 0 0,29-37-692 0 0,-1 1 0 0 0,1-1 0 0 0,0 1 0 0 0,0 0 0 0 0,0 0 0 0 0,1 0 0 0 0,-1 0 0 0 0,1 0 0 0 0,0 0 0 0 0,0 0 0 0 0,0 1 0 0 0,1-1 0 0 0,0 0 0 0 0,-1 0 0 0 0,1 1 0 0 0,1-1 0 0 0,1 9 1 0 0,0-8-142 0 0,2 0 1 0 0,-1 1-1 0 0,0-1 1 0 0,1-1-1 0 0,0 1 1 0 0,0-1-1 0 0,1 1 1 0 0,-1-1-1 0 0,1 0 1 0 0,0-1-1 0 0,0 1 1 0 0,7 3 0 0 0,18 16-216 0 0,-27-21 234 0 0,0 0-1 0 0,0 0 1 0 0,-1 1 0 0 0,1-1 0 0 0,-1 1-1 0 0,0 0 1 0 0,0 0 0 0 0,0 0-1 0 0,0 0 1 0 0,0 0 0 0 0,-1 0 0 0 0,1 0-1 0 0,-1 1 1 0 0,0-1 0 0 0,0 0-1 0 0,0 1 1 0 0,-1-1 0 0 0,1 1 0 0 0,-1 6-1 0 0,0-6 0 0 0,-2 0 0 0 0,1 0 0 0 0,0 0 0 0 0,-1 0 0 0 0,0-1 0 0 0,1 1 0 0 0,-1 0 0 0 0,-1-1 0 0 0,1 0 0 0 0,-1 1 0 0 0,1-1 0 0 0,-1 0 0 0 0,0 0-1 0 0,0 0 1 0 0,0-1 0 0 0,-7 5 0 0 0,1-1-406 0 0,0-1-1 0 0,-1 0 0 0 0,1 0 1 0 0,-1-1-1 0 0,0 0 0 0 0,0-1 0 0 0,0 0 1 0 0,-1-1-1 0 0,-13 2 0 0 0,11-1-4736 0 0</inkml:trace>
</inkml:ink>
</file>

<file path=ppt/ink/ink2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6.266"/>
    </inkml:context>
    <inkml:brush xml:id="br0">
      <inkml:brushProperty name="width" value="0.1" units="cm"/>
      <inkml:brushProperty name="height" value="0.1" units="cm"/>
      <inkml:brushProperty name="color" value="#004F8B"/>
    </inkml:brush>
  </inkml:definitions>
  <inkml:trace contextRef="#ctx0" brushRef="#br0">0 293 4609 0 0,'14'-4'992'0'0,"-1"0"1"0"0,0-1-1 0 0,0 0 1 0 0,0-1-1 0 0,-1 0 1 0 0,0-1-1 0 0,19-15 1 0 0,-27 19-680 0 0,0 0 1 0 0,0-1-1 0 0,-1 0 1 0 0,0 0 0 0 0,0 0-1 0 0,0 0 1 0 0,0 0-1 0 0,0-1 1 0 0,-1 1 0 0 0,0-1-1 0 0,0 1 1 0 0,0-1-1 0 0,-1 0 1 0 0,1 0-1 0 0,-1 0 1 0 0,0 0 0 0 0,-1 0-1 0 0,1 0 1 0 0,-1 0-1 0 0,0 0 1 0 0,0 0 0 0 0,-1 0-1 0 0,1 0 1 0 0,-2-5-1 0 0,0-2-306 0 0,-1 1 1 0 0,0 0-1 0 0,0 0 0 0 0,-1 0 0 0 0,-1 0 0 0 0,0 1 0 0 0,0 0 0 0 0,-12-17 0 0 0,17 27-6 0 0,0 0 0 0 0,0 0-1 0 0,0 0 1 0 0,0 0 0 0 0,0 0 0 0 0,0-1-1 0 0,-1 1 1 0 0,1 0 0 0 0,0 0-1 0 0,0 0 1 0 0,0 0 0 0 0,0 0-1 0 0,-1 0 1 0 0,1 0 0 0 0,0 0 0 0 0,0-1-1 0 0,0 1 1 0 0,0 0 0 0 0,-1 0-1 0 0,1 0 1 0 0,0 0 0 0 0,0 0-1 0 0,0 0 1 0 0,-1 0 0 0 0,1 0 0 0 0,0 0-1 0 0,0 0 1 0 0,0 0 0 0 0,-1 0-1 0 0,1 0 1 0 0,0 1 0 0 0,0-1-1 0 0,0 0 1 0 0,0 0 0 0 0,-1 0 0 0 0,1 0-1 0 0,0 0 1 0 0,0 0 0 0 0,0 0-1 0 0,0 0 1 0 0,-1 1 0 0 0,1-1-1 0 0,0 0 1 0 0,0 0 0 0 0,0 0 0 0 0,0 0-1 0 0,0 0 1 0 0,0 1 0 0 0,-7 14 76 0 0,1 16 59 0 0,5-22-167 0 0,-3 22 128 0 0,1 1-1 0 0,2 0 1 0 0,2 35-1 0 0,0-59-205 0 0,0 0-1 0 0,0 1 1 0 0,1-1 0 0 0,0 0-1 0 0,0 0 1 0 0,1-1-1 0 0,0 1 1 0 0,0 0-1 0 0,1-1 1 0 0,0 0-1 0 0,0 0 1 0 0,1 0 0 0 0,0 0-1 0 0,0-1 1 0 0,1 0-1 0 0,-1 0 1 0 0,10 7-1 0 0,5 0-6748 0 0</inkml:trace>
</inkml:ink>
</file>

<file path=ppt/ink/ink2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6.664"/>
    </inkml:context>
    <inkml:brush xml:id="br0">
      <inkml:brushProperty name="width" value="0.1" units="cm"/>
      <inkml:brushProperty name="height" value="0.1" units="cm"/>
      <inkml:brushProperty name="color" value="#004F8B"/>
    </inkml:brush>
  </inkml:definitions>
  <inkml:trace contextRef="#ctx0" brushRef="#br0">0 82 1840 0 0,'36'-9'3976'0'0,"74"-9"781"0"0,141-16 3030 0 0,-221 32-7838 0 0,49-5 547 0 0,-29-4-6865 0 0</inkml:trace>
</inkml:ink>
</file>

<file path=ppt/ink/ink2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6.904"/>
    </inkml:context>
    <inkml:brush xml:id="br0">
      <inkml:brushProperty name="width" value="0.1" units="cm"/>
      <inkml:brushProperty name="height" value="0.1" units="cm"/>
      <inkml:brushProperty name="color" value="#004F8B"/>
    </inkml:brush>
  </inkml:definitions>
  <inkml:trace contextRef="#ctx0" brushRef="#br0">26 5 5985 0 0,'0'-1'145'0'0,"-1"1"0"0"0,0-1 0 0 0,1 1 0 0 0,-1 0 0 0 0,0-1 0 0 0,1 1 0 0 0,-1 0 0 0 0,0 0 0 0 0,0-1 0 0 0,1 1 0 0 0,-1 0-1 0 0,0 0 1 0 0,0 0 0 0 0,1 0 0 0 0,-1 0 0 0 0,0 0 0 0 0,0 0 0 0 0,1 0 0 0 0,-1 0 0 0 0,0 1 0 0 0,0-1 0 0 0,1 0 0 0 0,-1 0 0 0 0,0 1 0 0 0,1-1-1 0 0,-1 0 1 0 0,0 1 0 0 0,1-1 0 0 0,-1 1 0 0 0,0-1 0 0 0,1 1 0 0 0,-2 0 0 0 0,2 1 308 0 0,-1 1 0 0 0,1-1 0 0 0,0 1 0 0 0,0-1 0 0 0,0 1 0 0 0,0-1 0 0 0,0 1 0 0 0,1-1 0 0 0,-1 0 0 0 0,1 3 0 0 0,12 78 3954 0 0,0 43-2651 0 0,-12-103-1791 0 0,1 0-1 0 0,1 0 1 0 0,1 0 0 0 0,1 0-1 0 0,14 39 1 0 0,-11-44-783 0 0</inkml:trace>
</inkml:ink>
</file>

<file path=ppt/ink/ink2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7.459"/>
    </inkml:context>
    <inkml:brush xml:id="br0">
      <inkml:brushProperty name="width" value="0.1" units="cm"/>
      <inkml:brushProperty name="height" value="0.1" units="cm"/>
      <inkml:brushProperty name="color" value="#004F8B"/>
    </inkml:brush>
  </inkml:definitions>
  <inkml:trace contextRef="#ctx0" brushRef="#br0">200 54 7834 0 0,'0'-2'148'0'0,"0"-1"1"0"0,-1 1-1 0 0,1-1 0 0 0,-1 1 1 0 0,1 0-1 0 0,-1 0 1 0 0,0-1-1 0 0,0 1 1 0 0,0 0-1 0 0,0 0 1 0 0,0 0-1 0 0,0 0 1 0 0,0 0-1 0 0,-1 0 0 0 0,1 0 1 0 0,-1 0-1 0 0,0 1 1 0 0,1-1-1 0 0,-1 1 1 0 0,0-1-1 0 0,0 1 1 0 0,0-1-1 0 0,0 1 1 0 0,0 0-1 0 0,0 0 0 0 0,0 0 1 0 0,-1 0-1 0 0,1 1 1 0 0,0-1-1 0 0,0 0 1 0 0,-1 1-1 0 0,1 0 1 0 0,-1 0-1 0 0,1-1 0 0 0,0 1 1 0 0,-1 0-1 0 0,1 1 1 0 0,0-1-1 0 0,-1 0 1 0 0,1 1-1 0 0,0-1 1 0 0,-1 1-1 0 0,1 0 1 0 0,0 0-1 0 0,0 0 0 0 0,0 0 1 0 0,0 0-1 0 0,0 0 1 0 0,0 1-1 0 0,0-1 1 0 0,0 1-1 0 0,0-1 1 0 0,-2 3-1 0 0,-8 9 55 0 0,0 1-1 0 0,0 0 1 0 0,2 0 0 0 0,-1 1 0 0 0,-7 16-1 0 0,14-23-186 0 0,0 0 1 0 0,0 0-1 0 0,1 0 0 0 0,0 1 0 0 0,0-1 0 0 0,1 1 0 0 0,0-1 0 0 0,0 1 0 0 0,1 0 0 0 0,1 0 0 0 0,-1-1 1 0 0,2 12-1 0 0,-1-16-22 0 0,1-1 0 0 0,0 1 1 0 0,0-1-1 0 0,0 1 1 0 0,0 0-1 0 0,0-1 0 0 0,1 0 1 0 0,0 1-1 0 0,0-1 0 0 0,0 0 1 0 0,0 0-1 0 0,0 0 1 0 0,0 0-1 0 0,1 0 0 0 0,0-1 1 0 0,-1 1-1 0 0,1-1 0 0 0,0 1 1 0 0,0-1-1 0 0,0 0 1 0 0,1 0-1 0 0,-1-1 0 0 0,0 1 1 0 0,1-1-1 0 0,-1 1 0 0 0,1-1 1 0 0,-1 0-1 0 0,1 0 1 0 0,0-1-1 0 0,-1 1 0 0 0,1-1 1 0 0,0 0-1 0 0,0 0 0 0 0,-1 0 1 0 0,6-1-1 0 0,2 0-6 0 0,-1 0 1 0 0,0-1-1 0 0,0-1 0 0 0,0 1 0 0 0,0-2 0 0 0,-1 1 1 0 0,1-1-1 0 0,-1-1 0 0 0,0 0 0 0 0,0 0 0 0 0,15-12 1 0 0,-20 12-40 0 0,0 1 0 0 0,0-1 0 0 0,0 0 0 0 0,-1 0 0 0 0,0 0 1 0 0,0 0-1 0 0,0-1 0 0 0,-1 1 0 0 0,1-1 0 0 0,-1 0 0 0 0,-1 0 1 0 0,1 0-1 0 0,-1 0 0 0 0,0 0 0 0 0,0 0 0 0 0,-1 0 1 0 0,0 0-1 0 0,0 0 0 0 0,0 0 0 0 0,-1 0 0 0 0,0 0 0 0 0,0 0 1 0 0,0 0-1 0 0,-4-8 0 0 0,4 10-152 0 0,0-1 1 0 0,-1 1-1 0 0,0 0 1 0 0,0 0-1 0 0,0 0 1 0 0,0 0-1 0 0,0 0 1 0 0,-1 1 0 0 0,0-1-1 0 0,0 1 1 0 0,0-1-1 0 0,0 1 1 0 0,0 0-1 0 0,-1 0 1 0 0,1 0-1 0 0,-1 1 1 0 0,0 0-1 0 0,0-1 1 0 0,0 1-1 0 0,0 0 1 0 0,0 1-1 0 0,0-1 1 0 0,-1 1-1 0 0,1 0 1 0 0,0 0-1 0 0,-1 0 1 0 0,1 0-1 0 0,-1 1 1 0 0,1 0-1 0 0,-1 0 1 0 0,1 0-1 0 0,-1 1 1 0 0,-5 0 0 0 0,-24 8-1488 0 0,22-6 1564 0 0</inkml:trace>
</inkml:ink>
</file>

<file path=ppt/ink/ink2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7.871"/>
    </inkml:context>
    <inkml:brush xml:id="br0">
      <inkml:brushProperty name="width" value="0.1" units="cm"/>
      <inkml:brushProperty name="height" value="0.1" units="cm"/>
      <inkml:brushProperty name="color" value="#004F8B"/>
    </inkml:brush>
  </inkml:definitions>
  <inkml:trace contextRef="#ctx0" brushRef="#br0">9 108 2304 0 0,'29'1'19821'0'0,"-28"-1"-19811"0"0,1-1 0 0 0,-1 0 1 0 0,0 0-1 0 0,0 0 0 0 0,0 0 0 0 0,1 0 1 0 0,-1 0-1 0 0,0 0 0 0 0,-1-1 0 0 0,1 1 1 0 0,0 0-1 0 0,0 0 0 0 0,0-1 0 0 0,-1 1 1 0 0,1-1-1 0 0,-1 1 0 0 0,1-1 0 0 0,-1 1 1 0 0,1-1-1 0 0,-1 1 0 0 0,0-1 1 0 0,0 1-1 0 0,0-1 0 0 0,0 1 0 0 0,0-1 1 0 0,0 1-1 0 0,0-1 0 0 0,0 1 0 0 0,-1-1 1 0 0,1 1-1 0 0,0-1 0 0 0,-1 1 0 0 0,0-1 1 0 0,1 1-1 0 0,-1 0 0 0 0,0-1 0 0 0,1 1 1 0 0,-1 0-1 0 0,0 0 0 0 0,0-1 1 0 0,0 1-1 0 0,0 0 0 0 0,0 0 0 0 0,-1 0 1 0 0,-1-1-1 0 0,2 0-5 0 0,-1 0 0 0 0,1 0 1 0 0,0 0-1 0 0,-1 0 0 0 0,1 0 1 0 0,0 0-1 0 0,0-1 0 0 0,1 1 1 0 0,-1 0-1 0 0,0 0 0 0 0,1-1 0 0 0,-1-3 1 0 0,-3-10 0 0 0,0 16 206 0 0,-3 18-43 0 0,3 7-291 0 0,0 0 1 0 0,2 1-1 0 0,0-1 0 0 0,2 1 1 0 0,1-1-1 0 0,1 1 1 0 0,1-1-1 0 0,1 0 0 0 0,1 0 1 0 0,2 0-1 0 0,0-1 0 0 0,2 0 1 0 0,0 0-1 0 0,18 31 1 0 0,-10-30-7497 0 0</inkml:trace>
</inkml:ink>
</file>

<file path=ppt/ink/ink2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8.349"/>
    </inkml:context>
    <inkml:brush xml:id="br0">
      <inkml:brushProperty name="width" value="0.1" units="cm"/>
      <inkml:brushProperty name="height" value="0.1" units="cm"/>
      <inkml:brushProperty name="color" value="#004F8B"/>
    </inkml:brush>
  </inkml:definitions>
  <inkml:trace contextRef="#ctx0" brushRef="#br0">1 342 4145 0 0,'2'-4'147'0'0,"0"0"0"0"0,0 0-1 0 0,1 1 1 0 0,-1-1 0 0 0,1 1 0 0 0,0 0 0 0 0,0 0-1 0 0,0 0 1 0 0,1 0 0 0 0,-1 1 0 0 0,1-1 0 0 0,4-2-1 0 0,54-25 2124 0 0,-38 19-1599 0 0,34-18-246 0 0,-1-4 0 0 0,-1-1 0 0 0,-2-3-1 0 0,86-77 1 0 0,-125 105 1622 0 0,-15 9-1980 0 0,0 0 1 0 0,0 0 0 0 0,1 0-1 0 0,-1 0 1 0 0,0 0 0 0 0,0 0-1 0 0,1 0 1 0 0,-1 0 0 0 0,0 0 0 0 0,1 0-1 0 0,-1 0 1 0 0,0 0 0 0 0,0 0-1 0 0,1 0 1 0 0,-1 0 0 0 0,0 0-1 0 0,0 1 1 0 0,1-1 0 0 0,-1 0-1 0 0,0 0 1 0 0,0 0 0 0 0,0 0-1 0 0,1 1 1 0 0,-1-1 0 0 0,0 0-1 0 0,0 0 1 0 0,0 0 0 0 0,0 1-1 0 0,0-1 1 0 0,1 0 0 0 0,-1 1 0 0 0,2 29 3004 0 0,-3-14-2978 0 0,2 3 5 0 0,1 19 365 0 0,5 36 0 0 0,-5-64-402 0 0,-1-1-1 0 0,2 0 1 0 0,-1 0 0 0 0,1 1-1 0 0,1-2 1 0 0,-1 1-1 0 0,2 0 1 0 0,-1-1 0 0 0,8 11-1 0 0,-11-18-84 0 0,0 0-1 0 0,-1 0 0 0 0,1-1 0 0 0,0 1 1 0 0,-1 0-1 0 0,1-1 0 0 0,0 1 1 0 0,0-1-1 0 0,0 1 0 0 0,0-1 0 0 0,-1 1 1 0 0,1-1-1 0 0,0 1 0 0 0,0-1 1 0 0,0 0-1 0 0,0 0 0 0 0,0 1 0 0 0,0-1 1 0 0,0 0-1 0 0,0 0 0 0 0,0 0 1 0 0,0 0-1 0 0,0 0 0 0 0,0 0 0 0 0,0-1 1 0 0,0 1-1 0 0,0 0 0 0 0,0 0 1 0 0,0-1-1 0 0,0 1 0 0 0,0 0 0 0 0,-1-1 1 0 0,1 1-1 0 0,0-1 0 0 0,0 1 1 0 0,0-1-1 0 0,-1 0 0 0 0,1 1 0 0 0,0-1 1 0 0,0 0-1 0 0,-1 1 0 0 0,1-1 1 0 0,-1 0-1 0 0,1 0 0 0 0,0-1 0 0 0,5-6-320 0 0,0 0 0 0 0,-1 0-1 0 0,7-14 1 0 0,-9 15 284 0 0,14-26 247 0 0,-12 21-16 0 0,1 1 0 0 0,-1-1 0 0 0,2 1 0 0 0,-1 0 0 0 0,2 1 0 0 0,-1 0 0 0 0,2 0 0 0 0,-1 0 0 0 0,16-12 1 0 0,-23 21-150 0 0,1 0 1 0 0,-1 0 0 0 0,1 0-1 0 0,-1 0 1 0 0,1 1 0 0 0,-1-1-1 0 0,1 0 1 0 0,-1 1 0 0 0,1-1-1 0 0,0 1 1 0 0,0-1 0 0 0,-1 1-1 0 0,1 0 1 0 0,0 0 0 0 0,0 0-1 0 0,-1 0 1 0 0,1 0 0 0 0,0 0-1 0 0,-1 0 1 0 0,1 0 0 0 0,0 1-1 0 0,2 0 1 0 0,-2 0 35 0 0,0 1 0 0 0,0-1 0 0 0,0 1 0 0 0,0-1 0 0 0,0 1 0 0 0,-1 0 0 0 0,1-1 0 0 0,-1 1-1 0 0,1 0 1 0 0,-1 0 0 0 0,1 0 0 0 0,-1 1 0 0 0,0-1 0 0 0,1 2 0 0 0,2 7 138 0 0,-1-1 0 0 0,0 1 0 0 0,-1-1 1 0 0,0 1-1 0 0,1 19 0 0 0,-2 16-1032 0 0,-1-27-487 0 0,0 1 1 0 0,1-1-1 0 0,5 24 0 0 0,-4-37 1035 0 0,-1-1 0 0 0,1 1 0 0 0,0-1 1 0 0,0 0-1 0 0,0 0 0 0 0,1 1 0 0 0,0-2 0 0 0,0 1 0 0 0,0 0 0 0 0,0 0 0 0 0,1-1 0 0 0,0 0 0 0 0,0 0 1 0 0,0 0-1 0 0,8 5 0 0 0,6 3-2238 0 0</inkml:trace>
</inkml:ink>
</file>

<file path=ppt/ink/ink2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8.631"/>
    </inkml:context>
    <inkml:brush xml:id="br0">
      <inkml:brushProperty name="width" value="0.1" units="cm"/>
      <inkml:brushProperty name="height" value="0.1" units="cm"/>
      <inkml:brushProperty name="color" value="#004F8B"/>
    </inkml:brush>
  </inkml:definitions>
  <inkml:trace contextRef="#ctx0" brushRef="#br0">43 239 6449 0 0,'4'-12'9210'0'0,"-3"12"-8954"0"0,21-20 1956 0 0,-16 16-2067 0 0,-1-1 0 0 0,1 0 0 0 0,-1 0 0 0 0,7-9 0 0 0,-9 7-78 0 0,0 1 0 0 0,0-1-1 0 0,-1 0 1 0 0,0 0 0 0 0,-1 0 0 0 0,1 0 0 0 0,-1 0-1 0 0,-1 0 1 0 0,1-1 0 0 0,-2-12 0 0 0,1 16-6 0 0,0 0 0 0 0,-1-1 0 0 0,0 1 0 0 0,0 0 0 0 0,0 0 0 0 0,0-1 0 0 0,0 1 0 0 0,-1 0 0 0 0,0 0 0 0 0,0 0 1 0 0,0 1-1 0 0,0-1 0 0 0,-1 0 0 0 0,1 1 0 0 0,-1-1 0 0 0,0 1 0 0 0,0 0 0 0 0,-7-5 0 0 0,9 7-49 0 0,0 1 1 0 0,0-1-1 0 0,1 1 0 0 0,-1-1 0 0 0,0 1 1 0 0,0-1-1 0 0,-1 1 0 0 0,1 0 1 0 0,0-1-1 0 0,0 1 0 0 0,0 0 0 0 0,0 0 1 0 0,0 0-1 0 0,0 0 0 0 0,0 0 0 0 0,0 0 1 0 0,0 0-1 0 0,0 0 0 0 0,0 1 1 0 0,0-1-1 0 0,0 0 0 0 0,0 1 0 0 0,0-1 1 0 0,0 0-1 0 0,-1 2 0 0 0,-1-1 46 0 0,1 1-1 0 0,0 0 1 0 0,0 0-1 0 0,0 0 1 0 0,0 0-1 0 0,0 0 1 0 0,1 0-1 0 0,-1 1 0 0 0,-2 3 1 0 0,-1 5 141 0 0,0 0 0 0 0,1 0 0 0 0,-5 17 0 0 0,7-19-351 0 0,0-1 1 0 0,0 1 0 0 0,1 0-1 0 0,0-1 1 0 0,1 1 0 0 0,-1 0-1 0 0,2 0 1 0 0,-1-1 0 0 0,1 1-1 0 0,1 0 1 0 0,2 9-1 0 0,-2-13-75 0 0,0-1 0 0 0,0 1 1 0 0,0-1-1 0 0,0 0 0 0 0,1 0 0 0 0,0 0 0 0 0,0 0 0 0 0,0 0 0 0 0,0-1 0 0 0,0 1 0 0 0,1-1 0 0 0,0 0 0 0 0,0 0 0 0 0,0 0 0 0 0,0-1 0 0 0,0 1 0 0 0,0-1 0 0 0,0 0 0 0 0,1 0 0 0 0,-1 0 0 0 0,9 1 0 0 0,8 2-6494 0 0</inkml:trace>
</inkml:ink>
</file>

<file path=ppt/ink/ink2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9.012"/>
    </inkml:context>
    <inkml:brush xml:id="br0">
      <inkml:brushProperty name="width" value="0.1" units="cm"/>
      <inkml:brushProperty name="height" value="0.1" units="cm"/>
      <inkml:brushProperty name="color" value="#004F8B"/>
    </inkml:brush>
  </inkml:definitions>
  <inkml:trace contextRef="#ctx0" brushRef="#br0">22 141 6545 0 0,'-1'0'86'0'0,"0"0"0"0"0,0 0 0 0 0,0 0-1 0 0,1 0 1 0 0,-1 0 0 0 0,0 0-1 0 0,0 0 1 0 0,0 1 0 0 0,1-1 0 0 0,-1 0-1 0 0,0 0 1 0 0,0 1 0 0 0,1-1-1 0 0,-1 0 1 0 0,0 1 0 0 0,1-1 0 0 0,-1 1-1 0 0,0-1 1 0 0,1 1 0 0 0,-1-1 0 0 0,0 1-1 0 0,1 0 1 0 0,-1-1 0 0 0,1 1-1 0 0,0 0 1 0 0,-1-1 0 0 0,1 1 0 0 0,-1 0-1 0 0,1-1 1 0 0,0 1 0 0 0,-1 1-1 0 0,1 1 147 0 0,-1 0 0 0 0,1 0 0 0 0,0-1-1 0 0,0 1 1 0 0,1 0 0 0 0,-1 0 0 0 0,0 0-1 0 0,1 0 1 0 0,1 4 0 0 0,4 8 511 0 0,0 1 0 0 0,11 19 0 0 0,-16-33-744 0 0,42 66 1408 0 0,-34-56 3620 0 0,-13-16-4854 0 0,0-1-1 0 0,0 1 1 0 0,0-1 0 0 0,1 0-1 0 0,0 0 1 0 0,0-1-1 0 0,0 1 1 0 0,1-1 0 0 0,0 1-1 0 0,0-1 1 0 0,0 0-1 0 0,1 0 1 0 0,0 0-1 0 0,0 0 1 0 0,0 0 0 0 0,1 0-1 0 0,0 0 1 0 0,0 0-1 0 0,0 0 1 0 0,2-8-1 0 0,0 2-480 0 0,0 0-1 0 0,0 1 1 0 0,1-1-1 0 0,1 1 1 0 0,0-1-1 0 0,0 1 1 0 0,1 1-1 0 0,1-1 1 0 0,10-15-1 0 0,-6 14-952 0 0,2 0 1 0 0,-1 1-1 0 0,1 0 1 0 0,16-10-1 0 0,-24 19 1252 0 0,14-13-163 0 0</inkml:trace>
</inkml:ink>
</file>

<file path=ppt/ink/ink2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2:59.820"/>
    </inkml:context>
    <inkml:brush xml:id="br0">
      <inkml:brushProperty name="width" value="0.1" units="cm"/>
      <inkml:brushProperty name="height" value="0.1" units="cm"/>
      <inkml:brushProperty name="color" value="#004F8B"/>
    </inkml:brush>
  </inkml:definitions>
  <inkml:trace contextRef="#ctx0" brushRef="#br0">0 5 3681 0 0,'3'-4'10870'0'0,"3"14"-10446"0"0,5 7-28 0 0,-1 1-1 0 0,0 0 1 0 0,-2 1-1 0 0,0 0 1 0 0,-1 0-1 0 0,0 1 1 0 0,-2 0-1 0 0,-1 0 1 0 0,3 24 0 0 0,6 20 101 0 0,-13-64-501 0 0,0 0 0 0 0,0 0 0 0 0,0 0 0 0 0,0 1 0 0 0,0-1 0 0 0,0 0 0 0 0,0 0 0 0 0,0 1 0 0 0,0-1 0 0 0,0 0 0 0 0,0 0 0 0 0,0 0 0 0 0,0 0 0 0 0,0 1 0 0 0,1-1 0 0 0,-1 0 0 0 0,0 0 0 0 0,0 0 0 0 0,0 1 1 0 0,0-1-1 0 0,0 0 0 0 0,0 0 0 0 0,1 0 0 0 0,-1 0 0 0 0,0 0 0 0 0,0 0 0 0 0,0 1 0 0 0,1-1 0 0 0,-1 0 0 0 0,0 0 0 0 0,0 0 0 0 0,0 0 0 0 0,1 0 0 0 0,-1 0 0 0 0,0 0 0 0 0,0 0 0 0 0,0 0 0 0 0,1 0 0 0 0,-1 0 0 0 0,0 0 0 0 0,9-7-380 0 0,6-17-405 0 0,-14 23 733 0 0,24-44-747 0 0,-12 18 797 0 0,2 0 0 0 0,1 1-1 0 0,1 1 1 0 0,1 1 0 0 0,31-32 0 0 0,-48 54 61 0 0,0 1 0 0 0,1-1 0 0 0,-1 1 0 0 0,0 0 0 0 0,1 0 0 0 0,-1 0 0 0 0,1 0 0 0 0,-1 0 0 0 0,1 0 0 0 0,0 0-1 0 0,-1 0 1 0 0,1 0 0 0 0,0 1 0 0 0,-1-1 0 0 0,1 1 0 0 0,0-1 0 0 0,0 1 0 0 0,0 0 0 0 0,-1 0 0 0 0,1 0 0 0 0,0 0 0 0 0,0 0 0 0 0,0 0 0 0 0,0 0 0 0 0,-1 0 0 0 0,1 1 0 0 0,0-1 0 0 0,0 1 0 0 0,-1-1 0 0 0,1 1 0 0 0,0 0 0 0 0,-1 0 0 0 0,3 1 0 0 0,-1 2 42 0 0,1-1-1 0 0,-1 1 1 0 0,0 0-1 0 0,0 0 1 0 0,-1 0-1 0 0,1 0 1 0 0,-1 1-1 0 0,0-1 1 0 0,0 1-1 0 0,0-1 0 0 0,1 8 1 0 0,12 52 305 0 0,-3-12-1851 0 0,-2-18-3771 0 0,-3-13-790 0 0</inkml:trace>
</inkml:ink>
</file>

<file path=ppt/ink/ink2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3:00.120"/>
    </inkml:context>
    <inkml:brush xml:id="br0">
      <inkml:brushProperty name="width" value="0.1" units="cm"/>
      <inkml:brushProperty name="height" value="0.1" units="cm"/>
      <inkml:brushProperty name="color" value="#004F8B"/>
    </inkml:brush>
  </inkml:definitions>
  <inkml:trace contextRef="#ctx0" brushRef="#br0">40 49 5985 0 0,'-4'-27'1102'0'0,"-3"23"356"0"0,-6 15 15 0 0,11-8-1349 0 0,0 1 1 0 0,1-1-1 0 0,-1 0 0 0 0,0 1 1 0 0,1-1-1 0 0,0 1 0 0 0,0-1 0 0 0,0 1 1 0 0,0 0-1 0 0,0 0 0 0 0,1-1 0 0 0,0 1 1 0 0,0 0-1 0 0,0 0 0 0 0,0-1 1 0 0,0 1-1 0 0,1 0 0 0 0,0 0 0 0 0,-1-1 1 0 0,2 1-1 0 0,-1-1 0 0 0,0 1 1 0 0,1-1-1 0 0,-1 1 0 0 0,1-1 0 0 0,0 0 1 0 0,0 1-1 0 0,0-1 0 0 0,1 0 0 0 0,-1-1 1 0 0,5 5-1 0 0,-5-4-37 0 0,1-1 0 0 0,0 0 0 0 0,-1 1 0 0 0,1-1 0 0 0,0 0 0 0 0,0-1 1 0 0,0 1-1 0 0,0 0 0 0 0,0-1 0 0 0,1 0 0 0 0,-1 0 0 0 0,0 0 0 0 0,1 0 0 0 0,-1 0 0 0 0,1-1 0 0 0,-1 1 0 0 0,1-1 0 0 0,-1 0 0 0 0,1 0 0 0 0,-1 0 0 0 0,1-1 0 0 0,-1 1 1 0 0,0-1-1 0 0,1 0 0 0 0,-1 0 0 0 0,0 0 0 0 0,1 0 0 0 0,-1 0 0 0 0,0-1 0 0 0,0 0 0 0 0,0 0 0 0 0,0 1 0 0 0,0-2 0 0 0,3-1 0 0 0,-5 2-58 0 0,1-1 0 0 0,-1 1 0 0 0,1 0 0 0 0,-1 0 0 0 0,0-1 0 0 0,0 1 0 0 0,0-1 0 0 0,0 1 0 0 0,0-1 0 0 0,0 0 0 0 0,-1 1 0 0 0,1-1 0 0 0,-1 1 0 0 0,0-1 0 0 0,0 0 0 0 0,0 0 0 0 0,0 1 0 0 0,0-1 0 0 0,0 0 0 0 0,-1 1 0 0 0,0-1 1 0 0,1 1-1 0 0,-1-1 0 0 0,0 0 0 0 0,0 1 0 0 0,-2-4 0 0 0,0 0-15 0 0,1 0 0 0 0,-1 1 1 0 0,-1-1-1 0 0,1 1 1 0 0,-1-1-1 0 0,0 1 0 0 0,0 0 1 0 0,-1 0-1 0 0,1 1 0 0 0,-6-5 1 0 0,6 7-126 0 0,1 0 1 0 0,-1 0 0 0 0,1 1-1 0 0,-1-1 1 0 0,0 1 0 0 0,1 0-1 0 0,-1 0 1 0 0,0 0-1 0 0,0 0 1 0 0,0 1 0 0 0,0 0-1 0 0,0-1 1 0 0,0 2 0 0 0,0-1-1 0 0,0 0 1 0 0,-6 2-1 0 0,-4 2-993 0 0</inkml:trace>
</inkml:ink>
</file>

<file path=ppt/ink/ink2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3:00.326"/>
    </inkml:context>
    <inkml:brush xml:id="br0">
      <inkml:brushProperty name="width" value="0.1" units="cm"/>
      <inkml:brushProperty name="height" value="0.1" units="cm"/>
      <inkml:brushProperty name="color" value="#004F8B"/>
    </inkml:brush>
  </inkml:definitions>
  <inkml:trace contextRef="#ctx0" brushRef="#br0">0 2 6449 0 0,'1'0'201'0'0,"1"-1"-1"0"0,-1 1 1 0 0,0 0-1 0 0,1-1 0 0 0,-1 1 1 0 0,1 0-1 0 0,-1 0 1 0 0,0 0-1 0 0,1 0 0 0 0,-1 0 1 0 0,0 0-1 0 0,1 1 1 0 0,-1-1-1 0 0,0 0 0 0 0,1 1 1 0 0,-1-1-1 0 0,0 1 1 0 0,0-1-1 0 0,1 1 0 0 0,-1 0 1 0 0,0-1-1 0 0,0 1 1 0 0,0 0-1 0 0,0 0 0 0 0,2 1 1 0 0,-2 1 121 0 0,1-1 1 0 0,-1 1-1 0 0,1 0 0 0 0,-1-1 1 0 0,0 1-1 0 0,0 0 1 0 0,0 0-1 0 0,-1 0 1 0 0,1-1-1 0 0,-1 1 0 0 0,1 5 1 0 0,-1 8 674 0 0,0 0 1 0 0,-2-1-1 0 0,-3 23 1 0 0,5-36-954 0 0,-3 12 162 0 0,1-8-240 0 0,1 0 0 0 0,-1 0 1 0 0,1 0-1 0 0,1 0 0 0 0,-1 0 1 0 0,1 0-1 0 0,0 0 0 0 0,1 1 1 0 0,-1-1-1 0 0,1 0 0 0 0,0 0 0 0 0,4 12 1 0 0,-2-15-1021 0 0,1-1-275 0 0</inkml:trace>
</inkml:ink>
</file>

<file path=ppt/ink/ink2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3:00.471"/>
    </inkml:context>
    <inkml:brush xml:id="br0">
      <inkml:brushProperty name="width" value="0.1" units="cm"/>
      <inkml:brushProperty name="height" value="0.1" units="cm"/>
      <inkml:brushProperty name="color" value="#004F8B"/>
    </inkml:brush>
  </inkml:definitions>
  <inkml:trace contextRef="#ctx0" brushRef="#br0">22 39 5529 0 0,'-8'-15'240'0'0,"4"8"56"0"0,0 0-232 0 0,1 3-64 0 0,3 1 0 0 0,-1 0 1177 0 0,0 5-753 0 0,2 3-424 0 0,-1 2-144 0 0,1 3 0 0 0,5 14 0 0 0,-2-10 232 0 0,0-2-16 0 0</inkml:trace>
</inkml:ink>
</file>

<file path=ppt/ink/ink3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3:00.994"/>
    </inkml:context>
    <inkml:brush xml:id="br0">
      <inkml:brushProperty name="width" value="0.1" units="cm"/>
      <inkml:brushProperty name="height" value="0.1" units="cm"/>
      <inkml:brushProperty name="color" value="#004F8B"/>
    </inkml:brush>
  </inkml:definitions>
  <inkml:trace contextRef="#ctx0" brushRef="#br0">207 1 1952 0 0,'-27'13'1843'0'0,"18"-8"-1004"0"0,0 1-1 0 0,0-1 1 0 0,1 2-1 0 0,-1-1 0 0 0,2 1 1 0 0,-1 0-1 0 0,-9 12 1 0 0,10-10-371 0 0,0 0 1 0 0,0 0 0 0 0,1 0 0 0 0,1 1 0 0 0,-1 0-1 0 0,-6 18 1 0 0,11-24-408 0 0,0-1-1 0 0,1 0 1 0 0,-1 0 0 0 0,1 1-1 0 0,-1-1 1 0 0,1 1-1 0 0,0-1 1 0 0,0 0 0 0 0,0 1-1 0 0,1-1 1 0 0,-1 0-1 0 0,1 1 1 0 0,0-1-1 0 0,0 0 1 0 0,0 0 0 0 0,0 0-1 0 0,0 0 1 0 0,1 0-1 0 0,0 0 1 0 0,1 3-1 0 0,4 3 187 0 0,0-1-1 0 0,1 0 0 0 0,0-1 0 0 0,16 12 0 0 0,20 21 276 0 0,-43-39-533 0 0,0 1 1 0 0,0-1-1 0 0,0 1 1 0 0,0 0-1 0 0,0 0 1 0 0,-1-1-1 0 0,1 1 1 0 0,0 0-1 0 0,-1 0 1 0 0,1 0-1 0 0,-1 0 1 0 0,0 0-1 0 0,0 0 1 0 0,1 0-1 0 0,-1 0 1 0 0,-1 0-1 0 0,1 0 1 0 0,0-1-1 0 0,0 1 1 0 0,-1 0-1 0 0,1 0 1 0 0,-1 0-1 0 0,1 0 1 0 0,-1 0-1 0 0,0-1 1 0 0,0 1-1 0 0,0 0 1 0 0,0 0-1 0 0,0-1 1 0 0,0 1-1 0 0,-1-1 1 0 0,1 1-1 0 0,0-1 1 0 0,-3 2-1 0 0,-6 6-244 0 0,0 0-1 0 0,0-1 0 0 0,-22 14 1 0 0,24-17 151 0 0,-11 7-303 0 0,-1 0-1 0 0,-25 10 0 0 0,87-59 2326 0 0,-18 20-1618 0 0,18-13 347 0 0,60-56 0 0 0,-90 75-575 0 0,-2 0 1 0 0,1-1-1 0 0,-2 0 1 0 0,0-1-1 0 0,0 0 1 0 0,-1 0 0 0 0,-1-1-1 0 0,0 0 1 0 0,9-26-1 0 0,-16 38-29 0 0,1 0 0 0 0,-1-1 0 0 0,1 1 0 0 0,-1 0 0 0 0,0 0 0 0 0,0 0 0 0 0,0-1 0 0 0,0 1 0 0 0,0 0 0 0 0,0 0 0 0 0,-1-1 0 0 0,1 1 0 0 0,-2-3 0 0 0,2 5-14 0 0,0 0 0 0 0,0-1 0 0 0,0 1 0 0 0,0 0 0 0 0,-1 0 0 0 0,1-1 0 0 0,0 1 0 0 0,0 0 0 0 0,0 0 1 0 0,-1 0-1 0 0,1-1 0 0 0,0 1 0 0 0,0 0 0 0 0,0 0 0 0 0,-1 0 0 0 0,1 0 0 0 0,0 0 0 0 0,0-1 0 0 0,-1 1 0 0 0,1 0 0 0 0,0 0 0 0 0,-1 0 1 0 0,1 0-1 0 0,0 0 0 0 0,0 0 0 0 0,-1 0 0 0 0,1 0 0 0 0,0 0 0 0 0,-1 0 0 0 0,1 0 0 0 0,0 0 0 0 0,0 0 0 0 0,-1 0 0 0 0,1 0 0 0 0,-14 15 915 0 0,7-5-873 0 0,2 0-1 0 0,-1 0 1 0 0,1 1-1 0 0,1-1 0 0 0,-1 1 1 0 0,2 1-1 0 0,0-1 0 0 0,0 0 1 0 0,1 1-1 0 0,1-1 0 0 0,-1 19 1 0 0,2-25-46 0 0,0 1 1 0 0,1 0-1 0 0,0 0 0 0 0,0-1 1 0 0,1 1-1 0 0,-1 0 1 0 0,1-1-1 0 0,0 0 1 0 0,1 1-1 0 0,-1-1 1 0 0,1 0-1 0 0,0 0 0 0 0,1 0 1 0 0,-1-1-1 0 0,1 1 1 0 0,0-1-1 0 0,0 0 1 0 0,0 0-1 0 0,0 0 1 0 0,1 0-1 0 0,0-1 0 0 0,0 0 1 0 0,0 0-1 0 0,10 4 1 0 0,19 6-1474 0 0,4-6-3284 0 0,2-4-2227 0 0</inkml:trace>
</inkml:ink>
</file>

<file path=ppt/ink/ink3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3:19.516"/>
    </inkml:context>
    <inkml:brush xml:id="br0">
      <inkml:brushProperty name="width" value="0.35" units="cm"/>
      <inkml:brushProperty name="height" value="0.35" units="cm"/>
      <inkml:brushProperty name="color" value="#008C3A"/>
    </inkml:brush>
  </inkml:definitions>
  <inkml:trace contextRef="#ctx0" brushRef="#br0">2176 570 1376 0 0,'4'-9'336'0'0,"0"-1"0"0"0,0 0 0 0 0,-1 0-1 0 0,-1 0 1 0 0,0 0 0 0 0,0 0 0 0 0,-1-1-1 0 0,0 1 1 0 0,-1 0 0 0 0,0-1 0 0 0,-1 1-1 0 0,0 0 1 0 0,0-1 0 0 0,-1 1 0 0 0,-1 0-1 0 0,1 0 1 0 0,-2 0 0 0 0,1 1 0 0 0,-2-1-1 0 0,-6-11 1 0 0,3 6 5 0 0,-1 1 1 0 0,-1 0-1 0 0,0 0 0 0 0,-1 1 1 0 0,0 1-1 0 0,-1 0 0 0 0,-1 0 0 0 0,1 1 1 0 0,-2 1-1 0 0,0 0 0 0 0,-26-13 1 0 0,-25-8-63 0 0,-2 4 1 0 0,-1 2 0 0 0,-126-27-1 0 0,85 32-847 0 0,-197-11 0 0 0,239 29 431 0 0,0 3-1 0 0,0 3 1 0 0,-99 19-1 0 0,117-13-47 0 0,1 2-1 0 0,1 3 1 0 0,0 1-1 0 0,1 3 1 0 0,-63 35-1 0 0,48-19-753 0 0,-90 68 1 0 0,130-86 908 0 0,1 1 0 0 0,1 0 0 0 0,0 2 0 0 0,1 1 0 0 0,1 0 1 0 0,2 1-1 0 0,-19 32 0 0 0,17-21 76 0 0,2 2-1 0 0,1 0 1 0 0,1 0 0 0 0,3 1-1 0 0,-10 57 1 0 0,12-40-248 0 0,3 0 0 0 0,3 0 0 0 0,5 68 1 0 0,12 16 148 0 0,7-1 0 0 0,43 147 0 0 0,-48-220-209 0 0,2 0 1 0 0,3-2 0 0 0,34 67-1 0 0,-33-85-177 0 0,1-2 0 0 0,2 0 0 0 0,2-2 0 0 0,63 69 0 0 0,-53-71 499 0 0,1-1 1 0 0,1-1-1 0 0,2-3 1 0 0,2-1-1 0 0,0-3 1 0 0,2-1-1 0 0,63 26 0 0 0,-68-36-48 0 0,0-3 1 0 0,0-1-1 0 0,2-2 0 0 0,-1-2 0 0 0,2-2 0 0 0,-1-2 0 0 0,0-2 0 0 0,1-1 0 0 0,55-6 0 0 0,-1-7 1477 0 0,184-44 0 0 0,-218 36-956 0 0,0-2 1 0 0,-2-2-1 0 0,105-57 1 0 0,-133 59-267 0 0,-1-1 1 0 0,-2-2-1 0 0,0-1 1 0 0,-2-1-1 0 0,44-51 1 0 0,-33 30-408 0 0,-3-3 1 0 0,58-102 0 0 0,-76 116 98 0 0,-3-1 0 0 0,-1-1 1 0 0,-1-1-1 0 0,-2 0 0 0 0,9-63 0 0 0,-9 17 1836 0 0,2-137 0 0 0,-14 182-1575 0 0,-2 0 1 0 0,-1 0-1 0 0,-2 1 1 0 0,-2 0-1 0 0,-2 0 1 0 0,-1 0-1 0 0,-27-65 1 0 0,23 74-362 0 0,-1 1 0 0 0,-1 0 0 0 0,-1 1-1 0 0,-2 2 1 0 0,0-1 0 0 0,-2 2 0 0 0,-1 1 0 0 0,-1 1 0 0 0,-49-39 0 0 0,25 27-929 0 0,-2 2-1 0 0,-1 3 1 0 0,-1 1 0 0 0,-99-38-1 0 0,105 52 359 0 0</inkml:trace>
</inkml:ink>
</file>

<file path=ppt/ink/ink3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3:21.198"/>
    </inkml:context>
    <inkml:brush xml:id="br0">
      <inkml:brushProperty name="width" value="0.35" units="cm"/>
      <inkml:brushProperty name="height" value="0.35" units="cm"/>
      <inkml:brushProperty name="color" value="#008C3A"/>
    </inkml:brush>
  </inkml:definitions>
  <inkml:trace contextRef="#ctx0" brushRef="#br0">1287 184 976 0 0,'37'-32'555'0'0,"-22"19"83"0"0,0 0-1 0 0,14-16 1 0 0,-26 26-551 0 0,0-1 1 0 0,0 1-1 0 0,-1-1 1 0 0,1 0-1 0 0,-1 0 1 0 0,0 0-1 0 0,0 0 0 0 0,0 0 1 0 0,-1-1-1 0 0,1 1 1 0 0,-1 0-1 0 0,0-1 1 0 0,0 1-1 0 0,0-6 1 0 0,-1 8-23 0 0,0 1 0 0 0,0 0 0 0 0,0 0 0 0 0,-1 0 0 0 0,1 0 0 0 0,0 0 0 0 0,0 0 0 0 0,-1 0 0 0 0,1 0 0 0 0,0 0-1 0 0,-1 0 1 0 0,1 0 0 0 0,-1 0 0 0 0,0 0 0 0 0,1 0 0 0 0,-1 0 0 0 0,0 0 0 0 0,1 1 0 0 0,-1-1 0 0 0,0 0 0 0 0,0 0 0 0 0,0 1 0 0 0,0-1 0 0 0,-1 0 0 0 0,0 0 22 0 0,-1 0-1 0 0,1 0 1 0 0,-1 0-1 0 0,0 0 0 0 0,0 1 1 0 0,1-1-1 0 0,-1 1 1 0 0,0 0-1 0 0,-4 0 1 0 0,-4 1 108 0 0,0 0 0 0 0,0 0 0 0 0,-19 7 1 0 0,6 0 115 0 0,1 1 1 0 0,0 1-1 0 0,-37 22 0 0 0,-59 47-25 0 0,118-78-288 0 0,-138 106 915 0 0,-191 191 0 0 0,281-249-757 0 0,2 1 0 0 0,-55 78-1 0 0,80-96 29 0 0,1 1 1 0 0,2 1-1 0 0,1 0 0 0 0,2 2 0 0 0,-21 65 0 0 0,15-34 310 0 0,-3-1 0 0 0,-3-1 0 0 0,-60 103 0 0 0,74-143-705 0 0,2 1 0 0 0,0 1 1 0 0,2 0-1 0 0,-12 49 0 0 0,14-36-2632 0 0,-3 49-1 0 0,9-56-695 0 0</inkml:trace>
</inkml:ink>
</file>

<file path=ppt/ink/ink3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3:21.324"/>
    </inkml:context>
    <inkml:brush xml:id="br0">
      <inkml:brushProperty name="width" value="0.35" units="cm"/>
      <inkml:brushProperty name="height" value="0.35" units="cm"/>
      <inkml:brushProperty name="color" value="#008C3A"/>
    </inkml:brush>
  </inkml:definitions>
  <inkml:trace contextRef="#ctx0" brushRef="#br0">1 0 6337 0 0,'0'0'0'0'0</inkml:trace>
</inkml:ink>
</file>

<file path=ppt/ink/ink3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6:28.59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84 3225 0 0,'52'-23'2904'0'0,"-15"9"-2552"0"0,1 3-1 0 0,0 1 0 0 0,1 1 0 0 0,0 3 1 0 0,0 1-1 0 0,1 1 0 0 0,-1 3 1 0 0,1 1-1 0 0,52 7 0 0 0,138 2 159 0 0,3-1 176 0 0,402 22 1177 0 0,-599-29-1849 0 0,194-7-10 0 0,-21 0 106 0 0,31 4 145 0 0,134 4 176 0 0,-167 4-337 0 0,50 2 56 0 0,116 2-136 0 0,-161-7-16 0 0,348 0 278 0 0,-22-3 1892 0 0,-314-5-1440 0 0,35 1 69 0 0,-24 2-419 0 0,-118-2-1915 0 0,142 15 1 0 0</inkml:trace>
</inkml:ink>
</file>

<file path=ppt/ink/ink3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6:29.94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0 475 7370 0 0,'45'31'2000'0'0,"-16"1"-2147"0"0,-22-24-3 0 0,0 0-1 0 0,0 0 1 0 0,15 12 0 0 0,-18-17 119 0 0,0-1 1 0 0,0 0 0 0 0,-1 0 0 0 0,2 0-1 0 0,-1 0 1 0 0,0-1 0 0 0,0 0 0 0 0,0 0-1 0 0,1 0 1 0 0,-1 0 0 0 0,0 0 0 0 0,9-1-1 0 0,26-2 1649 0 0,48-8-1 0 0,-10 0-619 0 0,406-51-284 0 0,-69 6-550 0 0,152-22 412 0 0,-352 34-265 0 0,34-5 218 0 0,330-57 23 0 0,-412 65 82 0 0,-84 19 174 0 0,136-17 0 0 0,-176 32-711 0 0,-1-2 0 0 0,66-22 0 0 0,-73 19-326 0 0,-1 1 0 0 0,1 2 0 0 0,1 2 0 0 0,60-5 1 0 0,-89 11 35 0 0,0 0 0 0 0,1 0 0 0 0,-1 1 0 0 0,0 0 0 0 0,1 0 0 0 0,-1 0 0 0 0,0 1 0 0 0,0 0 0 0 0,0 0 0 0 0,0 1 0 0 0,-1-1 0 0 0,9 6 0 0 0</inkml:trace>
</inkml:ink>
</file>

<file path=ppt/ink/ink3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6:31.66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26 30 3225 0 0,'-26'-21'3436'0'0,"30"31"-4394"0"0,-3-9 930 0 0,0 0-1 0 0,0 0 1 0 0,0 0 0 0 0,0 0 0 0 0,0 0 0 0 0,0 0 0 0 0,0 0 0 0 0,0-1 0 0 0,0 1 0 0 0,1 0 0 0 0,-1-1 0 0 0,0 1 0 0 0,0-1 0 0 0,1 1 0 0 0,-1-1 0 0 0,1 0 0 0 0,-1 1 0 0 0,2-1 0 0 0,28 2-162 0 0,5-4 1495 0 0,73-13 0 0 0,-74 9-242 0 0,0 1 0 0 0,52-1-1 0 0,359 31-487 0 0,-330-15-1014 0 0,175 7-461 0 0,158-2 927 0 0,-289-6 474 0 0,120 17 748 0 0,-41-2-621 0 0,197 25-343 0 0,79 5 22 0 0,423-61 918 0 0,-430-6-738 0 0,-336 10-450 0 0,382 9 150 0 0,-535-4-694 0 0,-1 0 1 0 0,23 6-1 0 0</inkml:trace>
</inkml:ink>
</file>

<file path=ppt/ink/ink3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5:21.823"/>
    </inkml:context>
    <inkml:brush xml:id="br0">
      <inkml:brushProperty name="width" value="0.35" units="cm"/>
      <inkml:brushProperty name="height" value="0.35" units="cm"/>
      <inkml:brushProperty name="color" value="#008C3A"/>
    </inkml:brush>
  </inkml:definitions>
  <inkml:trace contextRef="#ctx0" brushRef="#br0">1 102 7370 0 0,'37'-8'4733'0'0,"-13"-1"-3549"0"0,12-4 91 0 0,119-36 1098 0 0,-100 30-1960 0 0,-26 16 589 0 0,-28 3-968 0 0,-1 0-1 0 0,1 0 1 0 0,0 0 0 0 0,0 0-1 0 0,0 0 1 0 0,-1 0 0 0 0,1 0-1 0 0,0 0 1 0 0,0 0 0 0 0,0 0 0 0 0,-1 1-1 0 0,1-1 1 0 0,0 0 0 0 0,0 0-1 0 0,-1 1 1 0 0,1-1 0 0 0,0 1-1 0 0,0-1 1 0 0,-1 0 0 0 0,1 1 0 0 0,0-1-1 0 0,-1 1 1 0 0,1 0 0 0 0,-1-1-1 0 0,1 1 1 0 0,-1 0 0 0 0,1-1-1 0 0,-1 1 1 0 0,1 0 0 0 0,-1-1-1 0 0,1 2 1 0 0,-1-1-29 0 0,-11 7-914 0 0,5-6 768 0 0,2-1-318 0 0,-1 1 0 0 0,1 0 0 0 0,0 0 1 0 0,0 0-1 0 0,0 0 0 0 0,-3 3 0 0 0</inkml:trace>
</inkml:ink>
</file>

<file path=ppt/ink/ink3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5:22.792"/>
    </inkml:context>
    <inkml:brush xml:id="br0">
      <inkml:brushProperty name="width" value="0.35" units="cm"/>
      <inkml:brushProperty name="height" value="0.35" units="cm"/>
      <inkml:brushProperty name="color" value="#008C3A"/>
    </inkml:brush>
  </inkml:definitions>
  <inkml:trace contextRef="#ctx0" brushRef="#br0">83 520 8754 0 0,'-10'1'264'0'0,"-1"2"0"0"0,1 0-1 0 0,0 0 1 0 0,0 1 0 0 0,0 0 0 0 0,-11 7 1642 0 0,194-110 2333 0 0,-26 13-2608 0 0,293-103 737 0 0,-233 108-2015 0 0,0 11-308 0 0,-118 47-5957 0 0</inkml:trace>
</inkml:ink>
</file>

<file path=ppt/ink/ink3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5:23.060"/>
    </inkml:context>
    <inkml:brush xml:id="br0">
      <inkml:brushProperty name="width" value="0.35" units="cm"/>
      <inkml:brushProperty name="height" value="0.35" units="cm"/>
      <inkml:brushProperty name="color" value="#008C3A"/>
    </inkml:brush>
  </inkml:definitions>
  <inkml:trace contextRef="#ctx0" brushRef="#br0">1 0 12899 0 0,'34'32'3099'0'0,"-15"-9"-2490"0"0,-2 0 0 0 0,0 1 1 0 0,-2 1-1 0 0,0 0 0 0 0,-2 1 0 0 0,16 45 0 0 0,41 174-490 0 0,-50-164-1391 0 0</inkml:trace>
</inkml:ink>
</file>

<file path=ppt/ink/ink3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5:23.282"/>
    </inkml:context>
    <inkml:brush xml:id="br0">
      <inkml:brushProperty name="width" value="0.35" units="cm"/>
      <inkml:brushProperty name="height" value="0.35" units="cm"/>
      <inkml:brushProperty name="color" value="#008C3A"/>
    </inkml:brush>
  </inkml:definitions>
  <inkml:trace contextRef="#ctx0" brushRef="#br0">2 0 13363 0 0,'0'4'432'0'0,"-1"0"-1"0"0,1-1 1 0 0,0 1 0 0 0,0 0-1 0 0,0 0 1 0 0,0 0 0 0 0,0-1-1 0 0,1 1 1 0 0,1 4 0 0 0,1 8-204 0 0,4 165 1661 0 0,2 13-1500 0 0,-7-164-1251 0 0</inkml:trace>
</inkml:ink>
</file>

<file path=ppt/ink/ink3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5:23.487"/>
    </inkml:context>
    <inkml:brush xml:id="br0">
      <inkml:brushProperty name="width" value="0.35" units="cm"/>
      <inkml:brushProperty name="height" value="0.35" units="cm"/>
      <inkml:brushProperty name="color" value="#008C3A"/>
    </inkml:brush>
  </inkml:definitions>
  <inkml:trace contextRef="#ctx0" brushRef="#br0">1 7 9218 0 0,'0'-2'816'0'0,"1"-1"-656"0"0,1 2-160 0 0,-1 1 0 0 0,0 0 64 0 0,2 0-64 0 0,0 0 80 0 0,2 0-80 0 0,2 1-96 0 0,0 3-72 0 0,0 1-16 0 0,0 2 0 0 0</inkml:trace>
</inkml:ink>
</file>

<file path=ppt/ink/ink3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5:24.089"/>
    </inkml:context>
    <inkml:brush xml:id="br0">
      <inkml:brushProperty name="width" value="0.35" units="cm"/>
      <inkml:brushProperty name="height" value="0.35" units="cm"/>
      <inkml:brushProperty name="color" value="#008C3A"/>
    </inkml:brush>
  </inkml:definitions>
  <inkml:trace contextRef="#ctx0" brushRef="#br0">0 109 9298 0 0,'0'0'25'0'0,"0"0"0"0"0,0-1 1 0 0,0 1-1 0 0,0 0 0 0 0,0 0 0 0 0,0-1 0 0 0,0 1 0 0 0,0 0 1 0 0,0-1-1 0 0,1 1 0 0 0,-1 0 0 0 0,0 0 0 0 0,0-1 0 0 0,0 1 1 0 0,0 0-1 0 0,0 0 0 0 0,0-1 0 0 0,1 1 0 0 0,-1 0 0 0 0,0 0 1 0 0,0-1-1 0 0,0 1 0 0 0,1 0 0 0 0,-1 0 0 0 0,0 0 1 0 0,0 0-1 0 0,1-1 0 0 0,-1 1 0 0 0,0 0 0 0 0,0 0 0 0 0,1 0 1 0 0,-1 0-1 0 0,0 0 0 0 0,1 0 0 0 0,-1 0 0 0 0,14 3 1343 0 0,5 9 1000 0 0,-12-6-2030 0 0,2 10 167 0 0,-1 0 1 0 0,-1 1-1 0 0,0 0 1 0 0,-1 0-1 0 0,0 0 1 0 0,3 26 0 0 0,11 28-493 0 0,2-122-3112 0 0,-9 20 3221 0 0,2-5 325 0 0,-4 9-108 0 0,17-30 0 0 0,-24 50-158 0 0,1 0 0 0 0,-1 0 1 0 0,1 1-1 0 0,0 0 0 0 0,0 0 0 0 0,1 0 1 0 0,0 0-1 0 0,0 1 0 0 0,8-5 0 0 0,-12 8-86 0 0,1 1 0 0 0,-1-1 0 0 0,1 1 0 0 0,-1 0 0 0 0,1 0 0 0 0,0 0 0 0 0,-1 0 0 0 0,1 0 0 0 0,0 0 0 0 0,0 1 0 0 0,0 0 0 0 0,0-1-1 0 0,0 1 1 0 0,-1 0 0 0 0,1 0 0 0 0,0 1 0 0 0,0-1 0 0 0,0 1 0 0 0,0-1 0 0 0,3 2 0 0 0,-2 0-4 0 0,0 0 0 0 0,0 1 1 0 0,0-1-1 0 0,0 1 0 0 0,0 0 1 0 0,0 0-1 0 0,-1 0 0 0 0,0 1 1 0 0,1-1-1 0 0,-1 1 0 0 0,3 4 1 0 0,3 6-65 0 0,-1 1 1 0 0,-1-1-1 0 0,0 1 1 0 0,-1 1-1 0 0,9 30 0 0 0,-15-44-77 0 0,0 0 0 0 0,1 0 0 0 0,-1 0 0 0 0,1 0 0 0 0,0 0 0 0 0,0 0 0 0 0,0 0 0 0 0,0 0 0 0 0,0 0 0 0 0,0-1 0 0 0,0 1 0 0 0,0 0 0 0 0,1 0 0 0 0,-1-1 0 0 0,2 2 0 0 0,-2-3 22 0 0,-1 0 1 0 0,1 1 0 0 0,-1-1-1 0 0,1 0 1 0 0,-1 0-1 0 0,1 0 1 0 0,-1 0 0 0 0,1 0-1 0 0,-1 0 1 0 0,1 0 0 0 0,-1 0-1 0 0,1 0 1 0 0,-1 0-1 0 0,1 0 1 0 0,-1 0 0 0 0,1 0-1 0 0,-1 0 1 0 0,1-1-1 0 0,-1 1 1 0 0,1 0 0 0 0,-1 0-1 0 0,2-1 1 0 0,13-16-230 0 0,22-44 214 0 0,-23 34 320 0 0,2 2 0 0 0,0 0 0 0 0,37-41 0 0 0,-51 64-226 0 0,1-1 1 0 0,-1 1-1 0 0,1-1 1 0 0,-1 1-1 0 0,1 0 1 0 0,0 0 0 0 0,0 0-1 0 0,0 1 1 0 0,0-1-1 0 0,0 1 1 0 0,1 0-1 0 0,-1-1 1 0 0,0 1-1 0 0,1 1 1 0 0,-1-1-1 0 0,0 0 1 0 0,1 1 0 0 0,-1 0-1 0 0,1 0 1 0 0,-1 0-1 0 0,1 0 1 0 0,4 1-1 0 0,-3 1-12 0 0,-1-1 0 0 0,0 1 0 0 0,0 0 0 0 0,0 0 0 0 0,-1 1 0 0 0,1-1 0 0 0,-1 1-1 0 0,1 0 1 0 0,-1-1 0 0 0,0 2 0 0 0,0-1 0 0 0,0 0 0 0 0,0 1 0 0 0,0-1 0 0 0,-1 1 0 0 0,0 0 0 0 0,3 5-1 0 0,18 42-192 0 0,-16-35-646 0 0,0-1 1 0 0,0 0-1 0 0,1 0 0 0 0,16 20 1 0 0</inkml:trace>
</inkml:ink>
</file>

<file path=ppt/ink/ink3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5:24.376"/>
    </inkml:context>
    <inkml:brush xml:id="br0">
      <inkml:brushProperty name="width" value="0.35" units="cm"/>
      <inkml:brushProperty name="height" value="0.35" units="cm"/>
      <inkml:brushProperty name="color" value="#008C3A"/>
    </inkml:brush>
  </inkml:definitions>
  <inkml:trace contextRef="#ctx0" brushRef="#br0">13 333 7834 0 0,'2'-3'342'0'0,"-1"0"0"0"0,1-1 0 0 0,0 1 0 0 0,0 0 0 0 0,0 0 0 0 0,0 0 0 0 0,1 0 0 0 0,2-2 0 0 0,4-6 570 0 0,1-4-184 0 0,-1-1 0 0 0,0 1-1 0 0,-1-2 1 0 0,-1 1 0 0 0,-1-1 0 0 0,5-18 0 0 0,-8 23-598 0 0,0 0 0 0 0,-1 0 0 0 0,-1 0 0 0 0,0 0 0 0 0,0 0 0 0 0,-1 0 1 0 0,-1-1-1 0 0,0 1 0 0 0,-5-22 0 0 0,6 33-124 0 0,0 1-1 0 0,0-1 1 0 0,0 0 0 0 0,-1 0-1 0 0,1 0 1 0 0,0 1 0 0 0,0-1-1 0 0,0 0 1 0 0,-1 0 0 0 0,1 1-1 0 0,0-1 1 0 0,-1 0 0 0 0,1 1 0 0 0,-1-1-1 0 0,1 0 1 0 0,-1 1 0 0 0,1-1-1 0 0,-1 1 1 0 0,1-1 0 0 0,-1 1-1 0 0,0-1 1 0 0,1 1 0 0 0,-1-1-1 0 0,0 1 1 0 0,1-1 0 0 0,-1 1-1 0 0,0 0 1 0 0,0 0 0 0 0,0-1-1 0 0,-1 1 6 0 0,1 1-1 0 0,0-1 0 0 0,0 1 1 0 0,0-1-1 0 0,0 1 0 0 0,0 0 0 0 0,0-1 1 0 0,0 1-1 0 0,0 0 0 0 0,0 0 1 0 0,0 0-1 0 0,0 0 0 0 0,0 0 0 0 0,1 0 1 0 0,-1 0-1 0 0,0 1 0 0 0,-24 46 317 0 0,15-25-252 0 0,1 1-1 0 0,2 0 1 0 0,0 1 0 0 0,2-1-1 0 0,1 1 1 0 0,-3 38 0 0 0,7-55-57 0 0,0 0 0 0 0,0 0 0 0 0,1-1 0 0 0,0 1 0 0 0,0 0 0 0 0,1 0 0 0 0,0 0 0 0 0,0-1 0 0 0,1 1 0 0 0,0-1 0 0 0,0 0 0 0 0,1 0 0 0 0,0 0 0 0 0,0 0 0 0 0,1-1 0 0 0,0 0 0 0 0,0 1 0 0 0,0-2 0 0 0,1 1 0 0 0,-1-1 0 0 0,1 1 0 0 0,1-2 1 0 0,-1 1-1 0 0,12 5 0 0 0,-6-4-265 0 0,0-1 1 0 0,0 0-1 0 0,0-1 0 0 0,1-1 1 0 0,0 0-1 0 0,25 3 1 0 0</inkml:trace>
</inkml:ink>
</file>

<file path=ppt/ink/ink3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5:26.853"/>
    </inkml:context>
    <inkml:brush xml:id="br0">
      <inkml:brushProperty name="width" value="0.1" units="cm"/>
      <inkml:brushProperty name="height" value="0.1" units="cm"/>
      <inkml:brushProperty name="color" value="#004F8B"/>
    </inkml:brush>
  </inkml:definitions>
  <inkml:trace contextRef="#ctx0" brushRef="#br0">12 131 7202 0 0,'-6'-47'610'0'0,"1"-36"5150"0"0,5 83-5717 0 0,7 12 869 0 0,6 18-317 0 0,9 52 626 0 0,15 103-1 0 0,-3 87 156 0 0,8 47-1061 0 0,-29-248-654 0 0,4 0-1 0 0,36 98 0 0 0,-44-141-2574 0 0</inkml:trace>
</inkml:ink>
</file>

<file path=ppt/ink/ink3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5:27.078"/>
    </inkml:context>
    <inkml:brush xml:id="br0">
      <inkml:brushProperty name="width" value="0.1" units="cm"/>
      <inkml:brushProperty name="height" value="0.1" units="cm"/>
      <inkml:brushProperty name="color" value="#004F8B"/>
    </inkml:brush>
  </inkml:definitions>
  <inkml:trace contextRef="#ctx0" brushRef="#br0">13 458 6449 0 0,'-4'-18'768'0'0,"0"-1"-1"0"0,2 0 1 0 0,0 0-1 0 0,1 0 0 0 0,1 0 1 0 0,1 0-1 0 0,1 0 1 0 0,4-21-1 0 0,-4 31-432 0 0,1 1-1 0 0,0 0 1 0 0,0 0-1 0 0,1 1 1 0 0,0-1 0 0 0,1 1-1 0 0,-1 0 1 0 0,1 0-1 0 0,0 0 1 0 0,1 1-1 0 0,0 0 1 0 0,0 0-1 0 0,0 0 1 0 0,1 1 0 0 0,12-8-1 0 0,9-5 248 0 0,2 2 0 0 0,50-20-1 0 0,-63 29-444 0 0,-9 3-71 0 0,38-15 289 0 0,51-15 1 0 0,-85 30-358 0 0,1 1 0 0 0,0 0-1 0 0,0 1 1 0 0,0 1-1 0 0,1 0 1 0 0,-1 0 0 0 0,0 1-1 0 0,0 1 1 0 0,17 3 0 0 0,-24-2-89 0 0,-1-1 1 0 0,0 1 0 0 0,0 1 0 0 0,0-1 0 0 0,0 1 0 0 0,0 0 0 0 0,-1 0-1 0 0,1 0 1 0 0,-1 0 0 0 0,0 1 0 0 0,0 0 0 0 0,0 0 0 0 0,5 6 0 0 0,-3-2-854 0 0,0 1 1 0 0,-1 0-1 0 0,7 14 1 0 0,-1 4-5140 0 0</inkml:trace>
</inkml:ink>
</file>

<file path=ppt/ink/ink3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5:27.233"/>
    </inkml:context>
    <inkml:brush xml:id="br0">
      <inkml:brushProperty name="width" value="0.1" units="cm"/>
      <inkml:brushProperty name="height" value="0.1" units="cm"/>
      <inkml:brushProperty name="color" value="#004F8B"/>
    </inkml:brush>
  </inkml:definitions>
  <inkml:trace contextRef="#ctx0" brushRef="#br0">35 180 6913 0 0,'-7'2'-369'0'0,"-20"-5"5777"0"0,35-9-2594 0 0,3 1-1697 0 0,2-1 0 0 0,-1 1 1 0 0,20-12-1 0 0,90-45-1274 0 0,-100 56-309 0 0,11-4-4078 0 0,-2 2-1506 0 0</inkml:trace>
</inkml:ink>
</file>

<file path=ppt/ink/ink3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5:27.583"/>
    </inkml:context>
    <inkml:brush xml:id="br0">
      <inkml:brushProperty name="width" value="0.1" units="cm"/>
      <inkml:brushProperty name="height" value="0.1" units="cm"/>
      <inkml:brushProperty name="color" value="#004F8B"/>
    </inkml:brush>
  </inkml:definitions>
  <inkml:trace contextRef="#ctx0" brushRef="#br0">19 195 4609 0 0,'-18'6'5130'0'0,"33"17"-28"0"0,-12-19-5735 0 0,191 229 3053 0 0,-191-229-2420 0 0,5 7-7 0 0,1 0 1 0 0,1 0 0 0 0,20 18-1 0 0,-40-91 4800 0 0,8 25-4748 0 0,1 0-1 0 0,2 0 1 0 0,2 0-1 0 0,1 0 1 0 0,1 0-1 0 0,3 1 0 0 0,1 0 1 0 0,16-43-1 0 0,-25 78-58 0 0,25-57-1627 0 0,-1 25-2274 0 0</inkml:trace>
</inkml:ink>
</file>

<file path=ppt/ink/ink3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5:27.902"/>
    </inkml:context>
    <inkml:brush xml:id="br0">
      <inkml:brushProperty name="width" value="0.1" units="cm"/>
      <inkml:brushProperty name="height" value="0.1" units="cm"/>
      <inkml:brushProperty name="color" value="#004F8B"/>
    </inkml:brush>
  </inkml:definitions>
  <inkml:trace contextRef="#ctx0" brushRef="#br0">1 491 6449 0 0,'1'2'149'0'0,"0"-1"0"0"0,1 1 0 0 0,-1 0 0 0 0,1-1 0 0 0,-1 1 0 0 0,1-1 0 0 0,0 1 0 0 0,0-1 0 0 0,0 0 0 0 0,0 0 0 0 0,0 0 0 0 0,0 0 1 0 0,0 0-1 0 0,0 0 0 0 0,0 0 0 0 0,0-1 0 0 0,0 1 0 0 0,1-1 0 0 0,-1 0 0 0 0,0 1 0 0 0,0-1 0 0 0,1 0 0 0 0,-1 0 0 0 0,0-1 0 0 0,0 1 0 0 0,1 0 0 0 0,-1-1 0 0 0,0 1 0 0 0,0-1 0 0 0,0 0 0 0 0,0 0 0 0 0,4-1 0 0 0,1-2 337 0 0,1 0 0 0 0,-1 0 0 0 0,0-1 0 0 0,0 0 0 0 0,-1 0 0 0 0,1 0 0 0 0,7-10 0 0 0,12-15 297 0 0,-1-2 0 0 0,-2 0 0 0 0,24-45 0 0 0,-35 56-869 0 0,-2 0 0 0 0,0-1 0 0 0,-2 0 0 0 0,0-1 0 0 0,-2 0 0 0 0,7-42 0 0 0,-12 61-89 0 0,-1-1-1 0 0,0 0 0 0 0,0 1 1 0 0,-1-1-1 0 0,1 0 0 0 0,-1 1 1 0 0,0-1-1 0 0,0 1 0 0 0,-1-1 1 0 0,1 1-1 0 0,-1-1 1 0 0,0 1-1 0 0,0 0 0 0 0,-1 0 1 0 0,-3-5-1 0 0,5 8 71 0 0,0 0 0 0 0,0-1 0 0 0,0 1 0 0 0,-1 0 0 0 0,1 0 0 0 0,0 0 0 0 0,-1 0 0 0 0,1 0 0 0 0,-1 0 0 0 0,0 0 0 0 0,1 1 0 0 0,-1-1 0 0 0,0 0 0 0 0,1 1 0 0 0,-1 0 0 0 0,0-1 0 0 0,-2 1 0 0 0,2 0 53 0 0,-1 0-1 0 0,1 1 1 0 0,-1-1-1 0 0,1 1 1 0 0,-1-1 0 0 0,1 1-1 0 0,0 0 1 0 0,-1 0-1 0 0,1 0 1 0 0,0 0 0 0 0,0 1-1 0 0,0-1 1 0 0,0 0-1 0 0,0 1 1 0 0,-3 3 0 0 0,-2 2-46 0 0,0 0 0 0 0,1 1 0 0 0,0 0 0 0 0,0 1 0 0 0,1-1 0 0 0,0 1 0 0 0,1 0 0 0 0,0 0 0 0 0,0 1 0 0 0,-2 12 0 0 0,0-1-18 0 0,1 1-1 0 0,2-1 0 0 0,-2 39 0 0 0,4-54 48 0 0,2 0 1 0 0,-1 1-1 0 0,1-1 0 0 0,0 0 0 0 0,0 0 0 0 0,0 0 0 0 0,1 0 0 0 0,0 0 1 0 0,0 0-1 0 0,1 0 0 0 0,0-1 0 0 0,0 1 0 0 0,0-1 0 0 0,0 0 0 0 0,1 0 1 0 0,0 0-1 0 0,0 0 0 0 0,0-1 0 0 0,1 1 0 0 0,0-1 0 0 0,-1 0 0 0 0,1 0 1 0 0,1-1-1 0 0,-1 0 0 0 0,1 0 0 0 0,-1 0 0 0 0,1 0 0 0 0,0-1 0 0 0,10 3 1 0 0,17 5-3096 0 0</inkml:trace>
</inkml:ink>
</file>

<file path=ppt/ink/ink3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5:28.474"/>
    </inkml:context>
    <inkml:brush xml:id="br0">
      <inkml:brushProperty name="width" value="0.1" units="cm"/>
      <inkml:brushProperty name="height" value="0.1" units="cm"/>
      <inkml:brushProperty name="color" value="#004F8B"/>
    </inkml:brush>
  </inkml:definitions>
  <inkml:trace contextRef="#ctx0" brushRef="#br0">496 77 4089 0 0,'-1'0'-11'0'0,"-22"-15"1468"0"0,-2 1 0 0 0,0 1 0 0 0,-28-9 0 0 0,44 19-888 0 0,1 0-1 0 0,-1 1 1 0 0,-1 1-1 0 0,1-1 0 0 0,0 1 1 0 0,0 1-1 0 0,0 0 0 0 0,-1 0 1 0 0,1 0-1 0 0,0 2 1 0 0,0-1-1 0 0,0 1 0 0 0,-13 4 1 0 0,7 0-389 0 0,0 1 1 0 0,1 0-1 0 0,-1 1 0 0 0,1 0 1 0 0,1 1-1 0 0,-1 1 0 0 0,2 0 1 0 0,-15 15-1 0 0,17-15-60 0 0,1 1 0 0 0,0-1-1 0 0,0 1 1 0 0,1 1 0 0 0,1 0 0 0 0,0 0-1 0 0,1 0 1 0 0,0 1 0 0 0,0 0 0 0 0,-3 14-1 0 0,9-26-149 0 0,-1 1 0 0 0,1 0-1 0 0,-1-1 1 0 0,1 1 0 0 0,-1 0-1 0 0,1 0 1 0 0,0 0-1 0 0,0-1 1 0 0,0 1 0 0 0,0 0-1 0 0,0 0 1 0 0,0 0 0 0 0,1-1-1 0 0,-1 1 1 0 0,0 0-1 0 0,1 0 1 0 0,0-1 0 0 0,-1 1-1 0 0,1-1 1 0 0,0 1 0 0 0,0 0-1 0 0,0-1 1 0 0,0 1-1 0 0,0-1 1 0 0,0 0 0 0 0,2 2-1 0 0,-2-2-7 0 0,1 0-1 0 0,0-1 1 0 0,0 1-1 0 0,0-1 1 0 0,0 1-1 0 0,0-1 1 0 0,0 0-1 0 0,-1 0 1 0 0,1 0-1 0 0,0 0 1 0 0,0 0-1 0 0,0 0 1 0 0,0 0-1 0 0,0-1 1 0 0,0 1-1 0 0,0-1 1 0 0,0 1-1 0 0,0-1 1 0 0,-1 0-1 0 0,1 1 1 0 0,0-1-1 0 0,0 0 1 0 0,1-2-1 0 0,8-4 13 0 0,-1 1-1 0 0,-1-2 1 0 0,0 1-1 0 0,0-2 1 0 0,0 1-1 0 0,11-15 1 0 0,38-63 1036 0 0,-38 55-555 0 0,-20 30-425 0 0,1 0-1 0 0,-1 0 1 0 0,1 0 0 0 0,-1 0-1 0 0,1 0 1 0 0,-1 0-1 0 0,1 0 1 0 0,0 1-1 0 0,0-1 1 0 0,-1 0-1 0 0,1 0 1 0 0,0 1 0 0 0,0-1-1 0 0,0 0 1 0 0,0 1-1 0 0,0-1 1 0 0,0 1-1 0 0,0 0 1 0 0,0-1 0 0 0,0 1-1 0 0,0 0 1 0 0,0-1-1 0 0,0 1 1 0 0,0 0-1 0 0,0 0 1 0 0,0 0-1 0 0,0 0 1 0 0,2 0 0 0 0,-1 1-13 0 0,0 0 1 0 0,0 0-1 0 0,-1 0 1 0 0,1 0-1 0 0,0 0 1 0 0,-1 1-1 0 0,1-1 1 0 0,-1 0-1 0 0,1 1 1 0 0,-1-1 0 0 0,0 1-1 0 0,1 0 1 0 0,1 3-1 0 0,4 7-11 0 0,-1 1-1 0 0,-1 0 0 0 0,6 17 1 0 0,3 12 49 0 0,7 27-178 0 0,3-2 1 0 0,57 112 0 0 0,-53-125-3 0 0,-16-29 8 0 0,1-1 0 0 0,1-1 1 0 0,1 0-1 0 0,32 37 0 0 0,-47-60 121 0 0,0 0 1 0 0,0 0-1 0 0,0 0 0 0 0,0 0 0 0 0,0 1 0 0 0,1-1 0 0 0,-1 0 0 0 0,0 0 1 0 0,0 0-1 0 0,0 0 0 0 0,0 0 0 0 0,1 0 0 0 0,-1 0 0 0 0,0 0 0 0 0,0 1 0 0 0,0-1 1 0 0,1 0-1 0 0,-1 0 0 0 0,0 0 0 0 0,0 0 0 0 0,0 0 0 0 0,1 0 0 0 0,-1 0 0 0 0,0 0 1 0 0,0 0-1 0 0,0 0 0 0 0,1 0 0 0 0,-1 0 0 0 0,0-1 0 0 0,0 1 0 0 0,0 0 0 0 0,0 0 1 0 0,1 0-1 0 0,-1 0 0 0 0,0 0 0 0 0,0 0 0 0 0,0 0 0 0 0,0 0 0 0 0,1-1 1 0 0,-1 1-1 0 0,0 0 0 0 0,0 0 0 0 0,0 0 0 0 0,0 0 0 0 0,0-1 0 0 0,0 1 0 0 0,1 0 1 0 0,-1 0-1 0 0,0 0 0 0 0,5-17 474 0 0,0-24 449 0 0,-5 39-881 0 0,40-302 1548 0 0,-27 248-1812 0 0,2 1-1 0 0,2 0 0 0 0,33-69 0 0 0,-42 106-507 0 0,-1 1-188 0 0</inkml:trace>
</inkml:ink>
</file>

<file path=ppt/ink/ink3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03.529"/>
    </inkml:context>
    <inkml:brush xml:id="br0">
      <inkml:brushProperty name="width" value="0.1" units="cm"/>
      <inkml:brushProperty name="height" value="0.1" units="cm"/>
      <inkml:brushProperty name="color" value="#004F8B"/>
    </inkml:brush>
  </inkml:definitions>
  <inkml:trace contextRef="#ctx0" brushRef="#br0">51 355 8290 0 0,'-6'-5'551'0'0,"0"-2"0"0"0,1 1 0 0 0,0 0-1 0 0,0-1 1 0 0,0 0 0 0 0,0 0 0 0 0,1 0 0 0 0,1-1 0 0 0,-4-13 1659 0 0,7 21-2177 0 0,7 7 639 0 0,6 14-167 0 0,101 287 421 0 0,6 13-140 0 0,-109-299-783 0 0,0-1 0 0 0,2 0 0 0 0,19 25 0 0 0,-26-39 0 0 0,0 0 1 0 0,0 0-1 0 0,0-1 1 0 0,0 0-1 0 0,1 0 1 0 0,0-1-1 0 0,1 1 1 0 0,-1-2-1 0 0,1 1 1 0 0,0-1-1 0 0,0 0 1 0 0,11 3-1 0 0,-16-6 63 0 0,1-1-1 0 0,-1 0 1 0 0,1 1 0 0 0,0-2-1 0 0,-1 1 1 0 0,1 0-1 0 0,-1-1 1 0 0,1 1-1 0 0,-1-1 1 0 0,1 0-1 0 0,-1 0 1 0 0,0-1 0 0 0,1 1-1 0 0,-1-1 1 0 0,0 1-1 0 0,0-1 1 0 0,0 0-1 0 0,0 0 1 0 0,0 0 0 0 0,-1-1-1 0 0,1 1 1 0 0,-1-1-1 0 0,1 1 1 0 0,-1-1-1 0 0,0 0 1 0 0,3-4-1 0 0,5-9 308 0 0,1-1 0 0 0,-2-1-1 0 0,11-25 1 0 0,-18 37-306 0 0,22-55 388 0 0,-2-2 0 0 0,16-78 0 0 0,13-136 6 0 0,8-32-410 0 0,-55 291-104 0 0,-2 10-28 0 0,-1-1 0 0 0,1 0 0 0 0,1 0 0 0 0,0 1 0 0 0,0-1 0 0 0,0 1 0 0 0,1 0 0 0 0,1 0 0 0 0,-1 0 0 0 0,9-9 0 0 0,-13 16 15 0 0,0 1 0 0 0,1 0 0 0 0,-1-1 0 0 0,1 1-1 0 0,-1 0 1 0 0,0-1 0 0 0,1 1 0 0 0,-1 0 0 0 0,1 0 0 0 0,-1 0 0 0 0,1-1-1 0 0,-1 1 1 0 0,1 0 0 0 0,-1 0 0 0 0,1 0 0 0 0,-1 0 0 0 0,1 0-1 0 0,-1 0 1 0 0,1 0 0 0 0,0 0 0 0 0,-1 0 0 0 0,1 0 0 0 0,-1 0 0 0 0,1 0-1 0 0,-1 0 1 0 0,1 1 0 0 0</inkml:trace>
</inkml:ink>
</file>

<file path=ppt/ink/ink3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1.662"/>
    </inkml:context>
    <inkml:brush xml:id="br0">
      <inkml:brushProperty name="width" value="0.1" units="cm"/>
      <inkml:brushProperty name="height" value="0.1" units="cm"/>
      <inkml:brushProperty name="color" value="#004F8B"/>
    </inkml:brush>
  </inkml:definitions>
  <inkml:trace contextRef="#ctx0" brushRef="#br0">1 132 10138 0 0,'0'-1'182'0'0,"0"0"1"0"0,1 0-1 0 0,-1-1 0 0 0,1 1 0 0 0,-1 0 0 0 0,1 0 0 0 0,0 0 1 0 0,-1 0-1 0 0,1 0 0 0 0,0 0 0 0 0,-1 0 0 0 0,1 0 1 0 0,0 0-1 0 0,0 0 0 0 0,0 1 0 0 0,0-1 0 0 0,0 0 1 0 0,0 1-1 0 0,0-1 0 0 0,0 0 0 0 0,0 1 0 0 0,1-1 0 0 0,-1 1 1 0 0,0 0-1 0 0,0-1 0 0 0,2 1 0 0 0,-1-1-60 0 0,-1 1 1 0 0,1-1-1 0 0,0 1 0 0 0,-1 0 0 0 0,1 0 0 0 0,-1 0 0 0 0,1 0 1 0 0,0 0-1 0 0,-1 0 0 0 0,1 0 0 0 0,-1 0 0 0 0,1 0 1 0 0,0 1-1 0 0,-1-1 0 0 0,1 1 0 0 0,-1-1 0 0 0,1 1 0 0 0,-1 0 1 0 0,1 0-1 0 0,-1-1 0 0 0,2 2 0 0 0,3 7-37 0 0,0 1 0 0 0,-1-1 0 0 0,0 1 0 0 0,0 0-1 0 0,-1 0 1 0 0,-1 0 0 0 0,1 1 0 0 0,-2-1 0 0 0,3 17 0 0 0,14 40-274 0 0,-14-54 151 0 0,-3-6 22 0 0,1 1-1 0 0,0-1 1 0 0,0 0-1 0 0,0 0 1 0 0,1-1-1 0 0,0 1 0 0 0,0-1 1 0 0,1 0-1 0 0,0 0 1 0 0,10 10-1 0 0,-14-16 5 0 0,-1 0 0 0 0,1 0-1 0 0,0 0 1 0 0,-1 0 0 0 0,1 0 0 0 0,-1 0-1 0 0,1 0 1 0 0,0 0 0 0 0,-1 0-1 0 0,1-1 1 0 0,-1 1 0 0 0,1 0 0 0 0,-1 0-1 0 0,1-1 1 0 0,-1 1 0 0 0,1 0 0 0 0,-1-1-1 0 0,1 1 1 0 0,-1-1 0 0 0,1 1-1 0 0,-1 0 1 0 0,1-1 0 0 0,-1 1 0 0 0,0-1-1 0 0,1 1 1 0 0,-1-1 0 0 0,0 1 0 0 0,1-1-1 0 0,-1 1 1 0 0,0-1 0 0 0,0 0-1 0 0,0 1 1 0 0,0-1 0 0 0,1 1 0 0 0,-1-1-1 0 0,0 0 1 0 0,0 1 0 0 0,0-2 0 0 0,8-29-475 0 0,-7 28 399 0 0,13-73 138 0 0,12-46 1036 0 0,-22 104-709 0 0,2 1 1 0 0,0-1-1 0 0,2 1 1 0 0,14-26-1 0 0,-21 40-273 0 0,1 0 0 0 0,0 0 0 0 0,0 1-1 0 0,0-1 1 0 0,1 0 0 0 0,-1 1 0 0 0,0-1 0 0 0,1 1 0 0 0,0 0-1 0 0,0-1 1 0 0,3 0 0 0 0,-5 2-78 0 0,0 1-1 0 0,0 0 1 0 0,0 0 0 0 0,1 0-1 0 0,-1 0 1 0 0,0 0 0 0 0,0 0-1 0 0,0 0 1 0 0,1 0 0 0 0,-1 0-1 0 0,0 1 1 0 0,0-1 0 0 0,0 0-1 0 0,0 1 1 0 0,0-1 0 0 0,0 1-1 0 0,1-1 1 0 0,-1 1 0 0 0,0 0-1 0 0,-1-1 1 0 0,1 1 0 0 0,0 0-1 0 0,0 0 1 0 0,0 0 0 0 0,0 0-1 0 0,-1-1 1 0 0,1 1 0 0 0,0 0-1 0 0,-1 0 1 0 0,1 1 0 0 0,0-1-1 0 0,-1 0 1 0 0,0 0 0 0 0,1 2-1 0 0,9 17 29 0 0,0 0-1 0 0,-2 1 0 0 0,-1 0 1 0 0,6 27-1 0 0,11 90-2394 0 0,-18-97-27 0 0,-2-14-4223 0 0</inkml:trace>
</inkml:ink>
</file>

<file path=ppt/ink/ink3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1.964"/>
    </inkml:context>
    <inkml:brush xml:id="br0">
      <inkml:brushProperty name="width" value="0.1" units="cm"/>
      <inkml:brushProperty name="height" value="0.1" units="cm"/>
      <inkml:brushProperty name="color" value="#004F8B"/>
    </inkml:brush>
  </inkml:definitions>
  <inkml:trace contextRef="#ctx0" brushRef="#br0">33 79 2761 0 0,'3'-13'174'0'0,"5"-27"713"0"0,-11 17 3343 0 0,3 23-4183 0 0,0 0-1 0 0,-1 0 1 0 0,1 0-1 0 0,0-1 1 0 0,0 1-1 0 0,0 0 1 0 0,0 0-1 0 0,0 0 1 0 0,0 0-1 0 0,0 0 1 0 0,0 0-1 0 0,-1-1 1 0 0,1 1-1 0 0,0 0 0 0 0,0 0 1 0 0,0 0-1 0 0,0 0 1 0 0,0 0-1 0 0,-1 0 1 0 0,1 0-1 0 0,0 0 1 0 0,0 0-1 0 0,0 0 1 0 0,0 0-1 0 0,0 0 1 0 0,-1 0-1 0 0,1 0 1 0 0,0 0-1 0 0,0 0 1 0 0,0 0-1 0 0,0 0 0 0 0,-1 0 1 0 0,1 0-1 0 0,0 0 1 0 0,0 0-1 0 0,0 0 1 0 0,0 0-1 0 0,-1 0 1 0 0,1 0-1 0 0,0 0 1 0 0,0 0-1 0 0,0 1 1 0 0,0-1-1 0 0,0 0 1 0 0,0 0-1 0 0,-1 0 1 0 0,1 0-1 0 0,0 0 0 0 0,0 1 1 0 0,-8 10 914 0 0,-4 13-65 0 0,8-12-721 0 0,1 0-1 0 0,1 0 0 0 0,0 1 0 0 0,1-1 1 0 0,0 0-1 0 0,1 1 0 0 0,0-1 0 0 0,1 0 1 0 0,0 1-1 0 0,1-1 0 0 0,0 0 0 0 0,1 0 1 0 0,5 12-1 0 0,-6-16-99 0 0,1 0 1 0 0,1 0-1 0 0,-1 0 0 0 0,1 0 1 0 0,1-1-1 0 0,-1 1 0 0 0,1-1 1 0 0,1 0-1 0 0,-1-1 0 0 0,1 1 1 0 0,0-1-1 0 0,0 0 0 0 0,1-1 1 0 0,0 0-1 0 0,0 0 0 0 0,0 0 0 0 0,1-1 1 0 0,-1 0-1 0 0,13 5 0 0 0,-16-8-41 0 0,-1 0-1 0 0,1 0 0 0 0,-1-1 0 0 0,1 1 0 0 0,-1-1 0 0 0,1 1 0 0 0,-1-1 0 0 0,1 0 0 0 0,-1-1 0 0 0,1 1 0 0 0,-1-1 1 0 0,1 1-1 0 0,-1-1 0 0 0,0 0 0 0 0,1 0 0 0 0,-1-1 0 0 0,0 1 0 0 0,0-1 0 0 0,1 1 0 0 0,-1-1 0 0 0,0 0 1 0 0,-1 0-1 0 0,1 0 0 0 0,0-1 0 0 0,-1 1 0 0 0,1-1 0 0 0,-1 1 0 0 0,0-1 0 0 0,0 0 0 0 0,0 0 0 0 0,0 0 0 0 0,0 0 1 0 0,-1 0-1 0 0,2-4 0 0 0,0 0 61 0 0,-1 1 1 0 0,1-1-1 0 0,-2 0 0 0 0,1 0 1 0 0,-1 0-1 0 0,0 0 1 0 0,0 0-1 0 0,-1 0 0 0 0,0 0 1 0 0,0 0-1 0 0,-1 0 1 0 0,0 0-1 0 0,0 0 0 0 0,0 0 1 0 0,-1 0-1 0 0,-3-8 1 0 0,-3 0 52 0 0,0 0 1 0 0,-1 0-1 0 0,-1 1 1 0 0,0 0-1 0 0,-1 1 1 0 0,0 0-1 0 0,-1 1 1 0 0,-1 0-1 0 0,-27-20 1 0 0,28 26-1281 0 0,-1 3-3652 0 0</inkml:trace>
</inkml:ink>
</file>

<file path=ppt/ink/ink3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2.171"/>
    </inkml:context>
    <inkml:brush xml:id="br0">
      <inkml:brushProperty name="width" value="0.1" units="cm"/>
      <inkml:brushProperty name="height" value="0.1" units="cm"/>
      <inkml:brushProperty name="color" value="#004F8B"/>
    </inkml:brush>
  </inkml:definitions>
  <inkml:trace contextRef="#ctx0" brushRef="#br0">28 1 8754 0 0,'-3'14'6239'0'0,"-3"6"-3606"0"0,-7 27-1131 0 0,10-15-1215 0 0,0 49 0 0 0,3-71-661 0 0,1 0 1 0 0,0 0-1 0 0,0 0 0 0 0,1 0 0 0 0,1 0 0 0 0,-1-1 0 0 0,2 1 0 0 0,-1-1 0 0 0,7 12 0 0 0</inkml:trace>
</inkml:ink>
</file>

<file path=ppt/ink/ink3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2.364"/>
    </inkml:context>
    <inkml:brush xml:id="br0">
      <inkml:brushProperty name="width" value="0.1" units="cm"/>
      <inkml:brushProperty name="height" value="0.1" units="cm"/>
      <inkml:brushProperty name="color" value="#004F8B"/>
    </inkml:brush>
  </inkml:definitions>
  <inkml:trace contextRef="#ctx0" brushRef="#br0">15 73 15667 0 0,'-3'-14'798'0'0,"0"5"-14"0"0,0-1-1 0 0,1 1 0 0 0,1 0 0 0 0,-2-12 1 0 0,4 25-891 0 0,0 0 0 0 0,0 0 1 0 0,0 0-1 0 0,0 0 1 0 0,1 0-1 0 0,0 0 0 0 0,0 0 1 0 0,0-1-1 0 0,0 1 1 0 0,0 0-1 0 0,1-1 0 0 0,3 4 1 0 0,47 50-3358 0 0,-13-15 3585 0 0,-22-17-35 0 0</inkml:trace>
</inkml:ink>
</file>

<file path=ppt/ink/ink3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2.646"/>
    </inkml:context>
    <inkml:brush xml:id="br0">
      <inkml:brushProperty name="width" value="0.1" units="cm"/>
      <inkml:brushProperty name="height" value="0.1" units="cm"/>
      <inkml:brushProperty name="color" value="#004F8B"/>
    </inkml:brush>
  </inkml:definitions>
  <inkml:trace contextRef="#ctx0" brushRef="#br0">130 73 2016 0 0,'2'-4'178'0'0,"-1"0"-1"0"0,1 0 0 0 0,-1-1 1 0 0,1 1-1 0 0,-2-1 0 0 0,1 1 0 0 0,0 0 1 0 0,-1-1-1 0 0,0 1 0 0 0,0-7 0 0 0,0 10-36 0 0,0 0-1 0 0,0 0 0 0 0,0 1 0 0 0,-1-1 0 0 0,1 0 1 0 0,0 0-1 0 0,0 0 0 0 0,-1 0 0 0 0,1 1 0 0 0,-1-1 0 0 0,1 0 1 0 0,-1 0-1 0 0,1 1 0 0 0,-1-1 0 0 0,1 0 0 0 0,-1 1 1 0 0,0-1-1 0 0,1 0 0 0 0,-1 1 0 0 0,0-1 0 0 0,1 1 0 0 0,-2-1 1 0 0,0 1 30 0 0,1-1 0 0 0,-1 1 1 0 0,1 0-1 0 0,-1 0 0 0 0,0 0 0 0 0,1 0 1 0 0,-1 0-1 0 0,1 0 0 0 0,-1 1 1 0 0,1-1-1 0 0,-1 0 0 0 0,1 1 1 0 0,-1 0-1 0 0,1-1 0 0 0,-1 1 1 0 0,1 0-1 0 0,-2 1 0 0 0,-5 2 31 0 0,1 1 0 0 0,0 1 0 0 0,0 0-1 0 0,1 0 1 0 0,-1 0 0 0 0,2 0 0 0 0,-1 1 0 0 0,1 0 0 0 0,-1 0-1 0 0,2 1 1 0 0,-1 0 0 0 0,1-1 0 0 0,1 1 0 0 0,-1 1 0 0 0,1-1-1 0 0,1 0 1 0 0,-3 13 0 0 0,3-15-78 0 0,1 1 0 0 0,0-1 0 0 0,0 0-1 0 0,1 1 1 0 0,-1-1 0 0 0,2 1 0 0 0,-1-1 0 0 0,1 1 0 0 0,-1-1 0 0 0,2 1 0 0 0,-1-1-1 0 0,1 0 1 0 0,0 1 0 0 0,0-1 0 0 0,1 0 0 0 0,0-1 0 0 0,0 1 0 0 0,0 0-1 0 0,1-1 1 0 0,-1 1 0 0 0,1-1 0 0 0,1 0 0 0 0,-1-1 0 0 0,6 5 0 0 0,36 18-483 0 0,4 1-302 0 0,-47-26 623 0 0,0 1 1 0 0,1-1-1 0 0,-1 1 0 0 0,0-1 0 0 0,-1 1 0 0 0,1 0 0 0 0,0 1 0 0 0,-1-1 0 0 0,0 0 0 0 0,3 6 0 0 0,-4-7 15 0 0,0 0 0 0 0,-1 0 0 0 0,1 0 0 0 0,-1 0 0 0 0,1 0 0 0 0,-1 1 0 0 0,0-1 0 0 0,0 0 0 0 0,0 0 0 0 0,0 0 0 0 0,-1 0 0 0 0,1 0 0 0 0,0 0 0 0 0,-1 0 0 0 0,1 1 0 0 0,-1-1 1 0 0,0 0-1 0 0,0-1 0 0 0,0 1 0 0 0,-2 3 0 0 0,0 0-102 0 0,-1 1 1 0 0,0-1-1 0 0,0-1 1 0 0,-1 1-1 0 0,-7 6 1 0 0,0-1-539 0 0</inkml:trace>
</inkml:ink>
</file>

<file path=ppt/ink/ink3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2.946"/>
    </inkml:context>
    <inkml:brush xml:id="br0">
      <inkml:brushProperty name="width" value="0.1" units="cm"/>
      <inkml:brushProperty name="height" value="0.1" units="cm"/>
      <inkml:brushProperty name="color" value="#004F8B"/>
    </inkml:brush>
  </inkml:definitions>
  <inkml:trace contextRef="#ctx0" brushRef="#br0">0 346 4609 0 0,'28'-10'919'0'0,"-1"-2"0"0"0,-1-1 0 0 0,0 0 0 0 0,-1-2 0 0 0,27-21 0 0 0,-46 31-680 0 0,1 0 1 0 0,-1-1-1 0 0,0 1 1 0 0,0-1-1 0 0,0-1 1 0 0,-1 1-1 0 0,0-1 1 0 0,0 0-1 0 0,-1 0 1 0 0,0-1-1 0 0,0 1 1 0 0,-1-1-1 0 0,0 0 1 0 0,0 0-1 0 0,-1 0 1 0 0,0 0-1 0 0,0 0 1 0 0,-1 0-1 0 0,0-1 1 0 0,0 1-1 0 0,-1-1 1 0 0,-1-13-1 0 0,0 19-203 0 0,1 0 0 0 0,-1 0 0 0 0,0 0-1 0 0,0 0 1 0 0,0 0 0 0 0,0 0 0 0 0,0 0 0 0 0,0 0-1 0 0,-1 0 1 0 0,0 0 0 0 0,1 1 0 0 0,-1-1 0 0 0,0 1-1 0 0,0-1 1 0 0,0 1 0 0 0,-1 0 0 0 0,1-1-1 0 0,-1 1 1 0 0,1 1 0 0 0,-1-1 0 0 0,0 0 0 0 0,1 1-1 0 0,-1-1 1 0 0,0 1 0 0 0,0 0 0 0 0,0 0 0 0 0,0 0-1 0 0,0 0 1 0 0,0 0 0 0 0,-1 1 0 0 0,1-1-1 0 0,0 1 1 0 0,0 0 0 0 0,0 0 0 0 0,-1 0 0 0 0,1 1-1 0 0,0-1 1 0 0,0 1 0 0 0,0 0 0 0 0,0-1 0 0 0,-4 3-1 0 0,4-1 21 0 0,1 0-1 0 0,-1 0 1 0 0,1 0-1 0 0,0 1 1 0 0,-1-1-1 0 0,1 0 0 0 0,0 1 1 0 0,1 0-1 0 0,-1-1 1 0 0,0 1-1 0 0,1 0 1 0 0,-1 0-1 0 0,1 0 0 0 0,0 0 1 0 0,0 0-1 0 0,0 0 1 0 0,1 1-1 0 0,-1 2 1 0 0,-5 61 49 0 0,6-65-98 0 0,0 15-242 0 0,0 0 0 0 0,2 0 0 0 0,0 1 0 0 0,1-2 0 0 0,1 1 0 0 0,0 0 0 0 0,14 30 0 0 0,-5-19-5663 0 0</inkml:trace>
</inkml:ink>
</file>

<file path=ppt/ink/ink3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3.136"/>
    </inkml:context>
    <inkml:brush xml:id="br0">
      <inkml:brushProperty name="width" value="0.1" units="cm"/>
      <inkml:brushProperty name="height" value="0.1" units="cm"/>
      <inkml:brushProperty name="color" value="#004F8B"/>
    </inkml:brush>
  </inkml:definitions>
  <inkml:trace contextRef="#ctx0" brushRef="#br0">169 1 11058 0 0,'-16'82'3868'0'0,"-5"-19"-3171"0"0,-42 82 0 0 0,1-4-6387 0 0,56-125 5222 0 0</inkml:trace>
</inkml:ink>
</file>

<file path=ppt/ink/ink3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3.486"/>
    </inkml:context>
    <inkml:brush xml:id="br0">
      <inkml:brushProperty name="width" value="0.1" units="cm"/>
      <inkml:brushProperty name="height" value="0.1" units="cm"/>
      <inkml:brushProperty name="color" value="#004F8B"/>
    </inkml:brush>
  </inkml:definitions>
  <inkml:trace contextRef="#ctx0" brushRef="#br0">44 97 3801 0 0,'-3'-11'617'0'0,"0"-1"0"0"0,0 1 0 0 0,-8-17 0 0 0,8 23 1270 0 0,0 0-1 0 0,1 0 0 0 0,-2 1 0 0 0,1-1 0 0 0,-6-5 0 0 0,12 43 2329 0 0,20 218-2191 0 0,-9-65-3317 0 0,7-64-4900 0 0,-15-97-840 0 0</inkml:trace>
</inkml:ink>
</file>

<file path=ppt/ink/ink3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3.691"/>
    </inkml:context>
    <inkml:brush xml:id="br0">
      <inkml:brushProperty name="width" value="0.1" units="cm"/>
      <inkml:brushProperty name="height" value="0.1" units="cm"/>
      <inkml:brushProperty name="color" value="#004F8B"/>
    </inkml:brush>
  </inkml:definitions>
  <inkml:trace contextRef="#ctx0" brushRef="#br0">0 167 4609 0 0,'4'-6'558'0'0,"-1"0"0"0"0,1 0 1 0 0,0 0-1 0 0,1 0 0 0 0,-1 1 0 0 0,1 0 0 0 0,0 0 1 0 0,0 0-1 0 0,10-7 0 0 0,1-1 229 0 0,-3 1-88 0 0,1 0 0 0 0,0 1 0 0 0,23-13-1 0 0,-29 20-808 0 0,0 0 0 0 0,0 0-1 0 0,1 1 1 0 0,-1 0-1 0 0,1 1 1 0 0,-1 0 0 0 0,1 0-1 0 0,17-1 1 0 0,36 0-27 0 0,-42 0 137 0 0</inkml:trace>
</inkml:ink>
</file>

<file path=ppt/ink/ink3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3.993"/>
    </inkml:context>
    <inkml:brush xml:id="br0">
      <inkml:brushProperty name="width" value="0.1" units="cm"/>
      <inkml:brushProperty name="height" value="0.1" units="cm"/>
      <inkml:brushProperty name="color" value="#004F8B"/>
    </inkml:brush>
  </inkml:definitions>
  <inkml:trace contextRef="#ctx0" brushRef="#br0">95 79 5065 0 0,'-4'0'266'0'0,"1"1"1"0"0,-1 0-1 0 0,0 0 1 0 0,1 0-1 0 0,-1 0 0 0 0,0 0 1 0 0,1 1-1 0 0,0-1 0 0 0,-1 1 1 0 0,1 0-1 0 0,0 0 0 0 0,0 1 1 0 0,0-1-1 0 0,0 1 1 0 0,0-1-1 0 0,1 1 0 0 0,-1 0 1 0 0,1 0-1 0 0,-1 0 0 0 0,1 0 1 0 0,0 0-1 0 0,0 1 0 0 0,1-1 1 0 0,-1 1-1 0 0,-1 5 1 0 0,-1 1 173 0 0,1 1 0 0 0,0-1 1 0 0,0 0-1 0 0,1 1 0 0 0,1 0 1 0 0,-1 0-1 0 0,2-1 1 0 0,0 12-1 0 0,0-18-382 0 0,0 0-1 0 0,1 0 1 0 0,-1 0 0 0 0,1 0-1 0 0,0 0 1 0 0,0 0-1 0 0,0 0 1 0 0,1 0 0 0 0,-1 0-1 0 0,1 0 1 0 0,0-1-1 0 0,0 1 1 0 0,0-1 0 0 0,1 0-1 0 0,-1 1 1 0 0,1-1 0 0 0,0 0-1 0 0,-1 0 1 0 0,1-1-1 0 0,1 1 1 0 0,-1-1 0 0 0,0 1-1 0 0,1-1 1 0 0,-1 0-1 0 0,1 0 1 0 0,0-1 0 0 0,-1 1-1 0 0,1-1 1 0 0,0 1-1 0 0,0-1 1 0 0,0-1 0 0 0,0 1-1 0 0,0 0 1 0 0,0-1 0 0 0,5 0-1 0 0,-1 0 45 0 0,0-1 0 0 0,0 1 0 0 0,0-2-1 0 0,0 1 1 0 0,0-1 0 0 0,-1 0 0 0 0,1-1-1 0 0,-1 1 1 0 0,1-2 0 0 0,-1 1 0 0 0,0-1 0 0 0,0 0-1 0 0,0 0 1 0 0,-1-1 0 0 0,0 0 0 0 0,0 0-1 0 0,8-8 1 0 0,-8 4-56 0 0,0 0-1 0 0,0 0 0 0 0,0 0 1 0 0,-1-1-1 0 0,-1 0 0 0 0,0 0 1 0 0,0 0-1 0 0,-1 0 0 0 0,0-1 1 0 0,0 0-1 0 0,-2 1 0 0 0,1-1 1 0 0,-1 0-1 0 0,-1 0 0 0 0,0 1 1 0 0,0-1-1 0 0,-1 0 0 0 0,0 0 1 0 0,-1 0-1 0 0,-1 1 0 0 0,1-1 1 0 0,-2 1-1 0 0,-4-12 0 0 0,7 20-144 0 0,0 1 0 0 0,1 0 0 0 0,-1-1 0 0 0,0 1 0 0 0,0-1-1 0 0,0 1 1 0 0,0 0 0 0 0,0 0 0 0 0,0-1 0 0 0,0 1-1 0 0,0 0 1 0 0,0 0 0 0 0,0 0 0 0 0,-1 0 0 0 0,1 0 0 0 0,0 1-1 0 0,-1-1 1 0 0,1 0 0 0 0,-1 1 0 0 0,1-1 0 0 0,-1 1-1 0 0,1-1 1 0 0,-1 1 0 0 0,1 0 0 0 0,-1-1 0 0 0,-3 1 0 0 0</inkml:trace>
</inkml:ink>
</file>

<file path=ppt/ink/ink3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4.247"/>
    </inkml:context>
    <inkml:brush xml:id="br0">
      <inkml:brushProperty name="width" value="0.1" units="cm"/>
      <inkml:brushProperty name="height" value="0.1" units="cm"/>
      <inkml:brushProperty name="color" value="#004F8B"/>
    </inkml:brush>
  </inkml:definitions>
  <inkml:trace contextRef="#ctx0" brushRef="#br0">0 1 11058 0 0,'7'11'8876'0'0,"18"43"-7303"0"0,-5 5-1128 0 0,-3 1 0 0 0,16 101 0 0 0,-19-86-2086 0 0,25 81-1 0 0,-31-131-5450 0 0</inkml:trace>
</inkml:ink>
</file>

<file path=ppt/ink/ink3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4.438"/>
    </inkml:context>
    <inkml:brush xml:id="br0">
      <inkml:brushProperty name="width" value="0.1" units="cm"/>
      <inkml:brushProperty name="height" value="0.1" units="cm"/>
      <inkml:brushProperty name="color" value="#004F8B"/>
    </inkml:brush>
  </inkml:definitions>
  <inkml:trace contextRef="#ctx0" brushRef="#br0">90 82 8290 0 0,'-2'0'15'0'0,"-8"-1"672"0"0,-1-1 0 0 0,0 0 1 0 0,-11-3-1 0 0,20 4-495 0 0,0 1 1 0 0,1 0 0 0 0,-1-1-1 0 0,1 1 1 0 0,-1-1 0 0 0,1 0 0 0 0,-1 1-1 0 0,1-1 1 0 0,-1 0 0 0 0,1 0-1 0 0,0 0 1 0 0,-1 0 0 0 0,1 0 0 0 0,0 0-1 0 0,0 0 1 0 0,0-1 0 0 0,0 1-1 0 0,0 0 1 0 0,0-1 0 0 0,0 1 0 0 0,0 0-1 0 0,0-1 1 0 0,1 1 0 0 0,-1-1-1 0 0,1 0 1 0 0,-1 1 0 0 0,1-1 0 0 0,-1 1-1 0 0,1-1 1 0 0,0-2 0 0 0,1 3-116 0 0,-1-1 1 0 0,1 1-1 0 0,0-1 1 0 0,0 0-1 0 0,-1 1 1 0 0,1 0-1 0 0,1-1 1 0 0,-1 1-1 0 0,0-1 1 0 0,0 1-1 0 0,0 0 1 0 0,1 0 0 0 0,-1 0-1 0 0,1 0 1 0 0,-1 0-1 0 0,1 0 1 0 0,-1 0-1 0 0,1 0 1 0 0,-1 1-1 0 0,1-1 1 0 0,0 0-1 0 0,-1 1 1 0 0,1 0-1 0 0,0-1 1 0 0,2 1-1 0 0,47-7-343 0 0,-49 7 178 0 0,25-1-4379 0 0,1 2-1633 0 0</inkml:trace>
</inkml:ink>
</file>

<file path=ppt/ink/ink3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5.121"/>
    </inkml:context>
    <inkml:brush xml:id="br0">
      <inkml:brushProperty name="width" value="0.1" units="cm"/>
      <inkml:brushProperty name="height" value="0.1" units="cm"/>
      <inkml:brushProperty name="color" value="#004F8B"/>
    </inkml:brush>
  </inkml:definitions>
  <inkml:trace contextRef="#ctx0" brushRef="#br0">66 34 5529 0 0,'7'-23'2733'0'0,"-7"22"-2531"0"0,0 1-1 0 0,1-1 0 0 0,-1 0 1 0 0,0 1-1 0 0,1-1 0 0 0,-1 1 1 0 0,1-1-1 0 0,-1 1 0 0 0,0-1 1 0 0,1 1-1 0 0,0-1 0 0 0,-1 1 1 0 0,1-1-1 0 0,-1 1 0 0 0,1 0 0 0 0,-1-1 1 0 0,1 1-1 0 0,0 0 0 0 0,-1-1 1 0 0,1 1-1 0 0,0 0 0 0 0,-1 0 1 0 0,1 0-1 0 0,0 0 0 0 0,0 0 1 0 0,-1 0-1 0 0,1-1 0 0 0,0 2 1 0 0,-1-1-1 0 0,1 0 0 0 0,1 0 0 0 0,-2 1-106 0 0,1-1 0 0 0,-1 1-1 0 0,0-1 1 0 0,0 1-1 0 0,0-1 1 0 0,1 1-1 0 0,-1-1 1 0 0,0 1 0 0 0,0 0-1 0 0,0-1 1 0 0,0 1-1 0 0,0-1 1 0 0,0 1-1 0 0,0 0 1 0 0,0-1-1 0 0,0 1 1 0 0,0-1 0 0 0,0 1-1 0 0,-1 0 1 0 0,1-1-1 0 0,0 1 1 0 0,0-1-1 0 0,-1 1 1 0 0,1-1-1 0 0,-1 2 1 0 0,-7 16 822 0 0,8-18-798 0 0,-28 48 1034 0 0,-12 23-373 0 0,37-66-730 0 0,1 0 0 0 0,0 1 1 0 0,0-1-1 0 0,1 1 0 0 0,-1-1 0 0 0,1 1 1 0 0,0-1-1 0 0,1 1 0 0 0,0 0 0 0 0,0 11 0 0 0,0-16-44 0 0,0 0 0 0 0,0 1-1 0 0,0-1 1 0 0,1 1 0 0 0,-1-1 0 0 0,0 0-1 0 0,0 1 1 0 0,1-1 0 0 0,-1 0-1 0 0,1 1 1 0 0,0-1 0 0 0,-1 0-1 0 0,1 0 1 0 0,0 1 0 0 0,0-1-1 0 0,-1 0 1 0 0,1 0 0 0 0,0 0-1 0 0,0 0 1 0 0,0 0 0 0 0,0 0-1 0 0,0-1 1 0 0,1 1 0 0 0,-1 0 0 0 0,0 0-1 0 0,0-1 1 0 0,1 1 0 0 0,-1-1-1 0 0,0 1 1 0 0,1-1 0 0 0,-1 1-1 0 0,0-1 1 0 0,1 0 0 0 0,-1 0-1 0 0,0 0 1 0 0,1 0 0 0 0,-1 0-1 0 0,1 0 1 0 0,-1 0 0 0 0,0 0-1 0 0,1 0 1 0 0,-1-1 0 0 0,1 1-1 0 0,-1 0 1 0 0,0-1 0 0 0,0 1 0 0 0,1-1-1 0 0,-1 0 1 0 0,0 1 0 0 0,0-1-1 0 0,0 0 1 0 0,1 0 0 0 0,-1 0-1 0 0,0 0 1 0 0,0 0 0 0 0,0 0-1 0 0,-1 0 1 0 0,1 0 0 0 0,0 0-1 0 0,0 0 1 0 0,0 0 0 0 0,-1-1-1 0 0,1 1 1 0 0,0-2 0 0 0,6-10 224 0 0,1 0-1 0 0,19-23 1 0 0,-10 15-2146 0 0,-17 21 1941 0 0,18-29-4128 0 0,-15 13 2867 0 0,-3 15 1335 0 0,0 1 1 0 0,0 0 0 0 0,0-1 0 0 0,0 1 0 0 0,-1 0 0 0 0,1-1 0 0 0,0 1-1 0 0,0 0 1 0 0,0-1 0 0 0,-1 1 0 0 0,1 0 0 0 0,0-1 0 0 0,-1 1 0 0 0,1 0-1 0 0,0 0 1 0 0,-1-1 0 0 0,1 1 0 0 0,0 0 0 0 0,-1 0 0 0 0,1 0 0 0 0,0-1-1 0 0,-1 1 1 0 0,1 0 0 0 0,-1 0 0 0 0,1 0 0 0 0,0 0 0 0 0,-1 0 0 0 0,1 0 0 0 0,-1 0-1 0 0,1 0 1 0 0,-1 0 0 0 0,1 0 0 0 0,-1 0 0 0 0,-6 18 1097 0 0,7-14-1081 0 0,1 0-1 0 0,0 0 0 0 0,0 0 0 0 0,0 0 0 0 0,1 0 1 0 0,-1 0-1 0 0,1 0 0 0 0,0-1 0 0 0,0 1 0 0 0,0-1 0 0 0,0 1 1 0 0,1-1-1 0 0,4 5 0 0 0,-5-5-66 0 0,8 9-19 0 0,1 0 0 0 0,23 20 0 0 0,8-1-2732 0 0,-24-20-3915 0 0</inkml:trace>
</inkml:ink>
</file>

<file path=ppt/ink/ink3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5.391"/>
    </inkml:context>
    <inkml:brush xml:id="br0">
      <inkml:brushProperty name="width" value="0.1" units="cm"/>
      <inkml:brushProperty name="height" value="0.1" units="cm"/>
      <inkml:brushProperty name="color" value="#004F8B"/>
    </inkml:brush>
  </inkml:definitions>
  <inkml:trace contextRef="#ctx0" brushRef="#br0">14 0 14283 0 0,'-2'1'97'0'0,"1"0"0"0"0,0 0-1 0 0,0 0 1 0 0,0 0 0 0 0,1 0 0 0 0,-1 0-1 0 0,0 1 1 0 0,0-1 0 0 0,1 0-1 0 0,-1 0 1 0 0,0 1 0 0 0,1-1 0 0 0,-1 0-1 0 0,1 1 1 0 0,0-1 0 0 0,-1 0 0 0 0,1 1-1 0 0,0-1 1 0 0,0 1 0 0 0,0-1 0 0 0,0 0-1 0 0,0 1 1 0 0,0 1 0 0 0,7 43 1065 0 0,-4-26-814 0 0,30 192 2815 0 0,-7-106-4533 0 0,-16-75-2254 0 0,17 36 0 0 0,-6-23-938 0 0</inkml:trace>
</inkml:ink>
</file>

<file path=ppt/ink/ink3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5.895"/>
    </inkml:context>
    <inkml:brush xml:id="br0">
      <inkml:brushProperty name="width" value="0.1" units="cm"/>
      <inkml:brushProperty name="height" value="0.1" units="cm"/>
      <inkml:brushProperty name="color" value="#004F8B"/>
    </inkml:brush>
  </inkml:definitions>
  <inkml:trace contextRef="#ctx0" brushRef="#br0">1 3 13827 0 0,'7'3'4377'0'0,"34"1"-2883"0"0,4-9-2044 0 0,2 1-3459 0 0,-33 3-1608 0 0</inkml:trace>
</inkml:ink>
</file>

<file path=ppt/ink/ink3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6.053"/>
    </inkml:context>
    <inkml:brush xml:id="br0">
      <inkml:brushProperty name="width" value="0.1" units="cm"/>
      <inkml:brushProperty name="height" value="0.1" units="cm"/>
      <inkml:brushProperty name="color" value="#004F8B"/>
    </inkml:brush>
  </inkml:definitions>
  <inkml:trace contextRef="#ctx0" brushRef="#br0">9 1 10138 0 0,'-4'1'896'0'0,"1"-1"-712"0"0,1 2-184 0 0,2-1 448 0 0,2-1 49 0 0,-1 1 15 0 0,1-1 0 0 0,2 2-216 0 0,1-2-40 0 0,2 1 0 0 0,1-1-8 0 0,0-1-1208 0 0,3-1-232 0 0,0 2-57 0 0,2-1 1 0 0,-1 0 1040 0 0,-3-1 208 0 0</inkml:trace>
</inkml:ink>
</file>

<file path=ppt/ink/ink3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6.591"/>
    </inkml:context>
    <inkml:brush xml:id="br0">
      <inkml:brushProperty name="width" value="0.1" units="cm"/>
      <inkml:brushProperty name="height" value="0.1" units="cm"/>
      <inkml:brushProperty name="color" value="#004F8B"/>
    </inkml:brush>
  </inkml:definitions>
  <inkml:trace contextRef="#ctx0" brushRef="#br0">3 1799 13827 0 0,'0'0'21'0'0,"0"0"-1"0"0,0 1 1 0 0,0-1 0 0 0,0 0-1 0 0,-1 0 1 0 0,1 0 0 0 0,0 0-1 0 0,0 0 1 0 0,0 0 0 0 0,0 0-1 0 0,0 1 1 0 0,-1-1 0 0 0,1 0-1 0 0,0 0 1 0 0,0 0 0 0 0,0 0-1 0 0,0 1 1 0 0,0-1 0 0 0,0 0-1 0 0,0 0 1 0 0,0 0 0 0 0,0 0-1 0 0,0 1 1 0 0,0-1 0 0 0,0 0-1 0 0,0 0 1 0 0,-1 0 0 0 0,1 1-1 0 0,1-1 1 0 0,-1 0 0 0 0,0 0-1 0 0,0 0 1 0 0,0 0 0 0 0,0 1-1 0 0,0-1 1 0 0,0 0 0 0 0,0 0-1 0 0,0 0 1 0 0,0 0 0 0 0,0 1-1 0 0,0-1 1 0 0,0 0 0 0 0,0 0-1 0 0,1 0 1 0 0,-1 0 0 0 0,0 1-1 0 0,0-1 1 0 0,0 0 0 0 0,0 0-1 0 0,0 0 1 0 0,1 0 0 0 0,-1 0-1 0 0,0 0 1 0 0,0 0 0 0 0,17 17 823 0 0,34 22 397 0 0,-38-30-806 0 0,143 114 2986 0 0,68 69-2505 0 0,-134-114-531 0 0,-86-75-375 0 0,-2 0-10 0 0,1 0 1 0 0,0-1-1 0 0,-1 1 1 0 0,1-1-1 0 0,0 0 1 0 0,0 0-1 0 0,0 0 0 0 0,1 0 1 0 0,-1-1-1 0 0,5 2 1 0 0,-8-6-1 0 0,0 0 1 0 0,0 0 0 0 0,-1 0-1 0 0,1 0 1 0 0,-1-1 0 0 0,1 1-1 0 0,-1 0 1 0 0,0 0 0 0 0,-2-4-1 0 0,2 4 10 0 0,-182-633 934 0 0,111 322-776 0 0,14-3 0 0 0,-18-348 0 0 0,73 619-388 0 0,-7-81-89 0 0,7 112 50 0 0,0 1-1 0 0,0 0 1 0 0,-1-1-1 0 0,-1 1 0 0 0,0 1 1 0 0,-10-19-1 0 0,13 29 1 0 0,0 0 0 0 0,0 0 0 0 0,0 0 0 0 0,0 1 0 0 0,0-1 0 0 0,-1 0-1 0 0,-4-3 1 0 0,5 5-36 0 0,1 0-1 0 0,0 0 0 0 0,-1 1 0 0 0,1-1 0 0 0,0 1 0 0 0,-1-1 0 0 0,1 1 1 0 0,-1-1-1 0 0,1 1 0 0 0,-1 0 0 0 0,1-1 0 0 0,-1 1 0 0 0,-1 0 1 0 0,-11 2-5444 0 0</inkml:trace>
</inkml:ink>
</file>

<file path=ppt/ink/ink3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6.973"/>
    </inkml:context>
    <inkml:brush xml:id="br0">
      <inkml:brushProperty name="width" value="0.1" units="cm"/>
      <inkml:brushProperty name="height" value="0.1" units="cm"/>
      <inkml:brushProperty name="color" value="#004F8B"/>
    </inkml:brush>
  </inkml:definitions>
  <inkml:trace contextRef="#ctx0" brushRef="#br0">0 641 3225 0 0,'2'-3'130'0'0,"0"0"0"0"0,0 0 0 0 0,0 0 1 0 0,0 0-1 0 0,0 1 0 0 0,1-1 0 0 0,-1 1 1 0 0,1-1-1 0 0,0 1 0 0 0,0 0 0 0 0,0 0 1 0 0,0 0-1 0 0,6-3 0 0 0,50-18 2081 0 0,-39 16-1562 0 0,121-41 2390 0 0,3 7 0 0 0,149-23 0 0 0,302-11-1140 0 0,235 33-1575 0 0,-231 16-176 0 0,406-46 264 0 0,-6-45-54 0 0,-876 99-642 0 0,356-47-2774 0 0,-435 60-3044 0 0</inkml:trace>
</inkml:ink>
</file>

<file path=ppt/ink/ink3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7.876"/>
    </inkml:context>
    <inkml:brush xml:id="br0">
      <inkml:brushProperty name="width" value="0.1" units="cm"/>
      <inkml:brushProperty name="height" value="0.1" units="cm"/>
      <inkml:brushProperty name="color" value="#004F8B"/>
    </inkml:brush>
  </inkml:definitions>
  <inkml:trace contextRef="#ctx0" brushRef="#br0">1 389 9218 0 0,'0'-1'65'0'0,"0"0"0"0"0,0 0 0 0 0,1 0 0 0 0,-1 1 0 0 0,0-1 0 0 0,1 0 0 0 0,-1 0-1 0 0,1 1 1 0 0,-1-1 0 0 0,1 0 0 0 0,-1 0 0 0 0,1 1 0 0 0,-1-1 0 0 0,1 0 0 0 0,0 1 0 0 0,-1-1 0 0 0,1 1 0 0 0,0-1 0 0 0,-1 1 0 0 0,1-1 0 0 0,0 1 0 0 0,0 0-1 0 0,0-1 1 0 0,-1 1 0 0 0,1 0 0 0 0,0-1 0 0 0,0 1 0 0 0,0 0 0 0 0,0 0 0 0 0,0 0 0 0 0,-1 0 0 0 0,1 0 0 0 0,0 0 0 0 0,0 0 0 0 0,0 0 0 0 0,1 1 0 0 0,0-1 74 0 0,1 0 0 0 0,-1 0 0 0 0,1 0 0 0 0,-1 1 1 0 0,0-1-1 0 0,1 1 0 0 0,-1 0 0 0 0,0-1 0 0 0,0 1 1 0 0,1 0-1 0 0,-1 1 0 0 0,0-1 0 0 0,3 2 1 0 0,3 7 200 0 0,-1 0 1 0 0,0 0-1 0 0,0 1 0 0 0,-1 0 1 0 0,7 16-1 0 0,8 13 11 0 0,4 4-156 0 0,56 71-1 0 0,-68-100-160 0 0,0 0-1 0 0,1-1 1 0 0,1 0 0 0 0,0-1 0 0 0,1-1 0 0 0,0 0-1 0 0,28 14 1 0 0,-42-24 38 0 0,0-1 0 0 0,0 0 0 0 0,0 0 0 0 0,0 0 0 0 0,1 0 0 0 0,-1 0 0 0 0,0-1 0 0 0,0 1 0 0 0,1-1 0 0 0,-1 1 0 0 0,1-1 0 0 0,-1 0 0 0 0,0 0 0 0 0,1 0 0 0 0,-1 0 0 0 0,1 0 0 0 0,-1-1 0 0 0,0 1 0 0 0,1-1 0 0 0,-1 0 0 0 0,0 1 0 0 0,1-1 0 0 0,-1 0 0 0 0,3-2 0 0 0,-2 0 114 0 0,0 0-1 0 0,0 0 1 0 0,-1 0-1 0 0,0 0 1 0 0,1-1-1 0 0,-1 1 1 0 0,-1-1-1 0 0,1 1 1 0 0,0-1-1 0 0,-1 0 1 0 0,0 1-1 0 0,0-1 1 0 0,0 0-1 0 0,1-6 1 0 0,20-133 1761 0 0,26-115-1382 0 0,-32 196-783 0 0,-2 6-588 0 0,3-1 1 0 0,32-74-1 0 0,-39 112-6777 0 0</inkml:trace>
</inkml:ink>
</file>

<file path=ppt/ink/ink3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8.414"/>
    </inkml:context>
    <inkml:brush xml:id="br0">
      <inkml:brushProperty name="width" value="0.1" units="cm"/>
      <inkml:brushProperty name="height" value="0.1" units="cm"/>
      <inkml:brushProperty name="color" value="#004F8B"/>
    </inkml:brush>
  </inkml:definitions>
  <inkml:trace contextRef="#ctx0" brushRef="#br0">12 13 1376 0 0,'-11'-13'17975'0'0,"17"25"-17573"0"0,-1 0 0 0 0,1 0 1 0 0,-2 0-1 0 0,0 0 0 0 0,0 1 1 0 0,2 18-1 0 0,5 78-90 0 0,-10-87-200 0 0,3 96 138 0 0,0-15-1391 0 0,2-35-4657 0 0,-2-34-1038 0 0</inkml:trace>
</inkml:ink>
</file>

<file path=ppt/ink/ink3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8.763"/>
    </inkml:context>
    <inkml:brush xml:id="br0">
      <inkml:brushProperty name="width" value="0.1" units="cm"/>
      <inkml:brushProperty name="height" value="0.1" units="cm"/>
      <inkml:brushProperty name="color" value="#004F8B"/>
    </inkml:brush>
  </inkml:definitions>
  <inkml:trace contextRef="#ctx0" brushRef="#br0">2 188 5065 0 0,'0'-1'133'0'0,"0"-1"1"0"0,-1 0-1 0 0,1 0 0 0 0,0 1 0 0 0,0-1 0 0 0,0 0 1 0 0,0 0-1 0 0,0 0 0 0 0,0 1 0 0 0,0-1 0 0 0,1 0 1 0 0,-1 0-1 0 0,1 1 0 0 0,-1-1 0 0 0,1 0 1 0 0,0 1-1 0 0,0-1 0 0 0,0 1 0 0 0,-1-1 0 0 0,3-1 1 0 0,22-32 2093 0 0,-16 27-1558 0 0,-1 0 0 0 0,1 1 0 0 0,1 0 0 0 0,-1 1 0 0 0,1 0 0 0 0,0 0-1 0 0,19-7 1 0 0,82-21 2491 0 0,-60 20-3264 0 0,-34 7 520 0 0,-27 8-433 0 0,-27 9-4421 0 0</inkml:trace>
</inkml:ink>
</file>

<file path=ppt/ink/ink3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9.128"/>
    </inkml:context>
    <inkml:brush xml:id="br0">
      <inkml:brushProperty name="width" value="0.1" units="cm"/>
      <inkml:brushProperty name="height" value="0.1" units="cm"/>
      <inkml:brushProperty name="color" value="#004F8B"/>
    </inkml:brush>
  </inkml:definitions>
  <inkml:trace contextRef="#ctx0" brushRef="#br0">5 37 3225 0 0,'-4'-17'828'0'0,"4"16"-556"0"0,0 1 0 0 0,-1-1 0 0 0,1 0-1 0 0,0 0 1 0 0,1 1 0 0 0,-1-1-1 0 0,0 0 1 0 0,0 1 0 0 0,0-1 0 0 0,0 0-1 0 0,3-4 2175 0 0,-1 3-2174 0 0,14-2 5619 0 0,-1 5-4732 0 0,13 6 1232 0 0,-4 0-4028 0 0,-20-6 292 0 0</inkml:trace>
</inkml:ink>
</file>

<file path=ppt/ink/ink3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9.489"/>
    </inkml:context>
    <inkml:brush xml:id="br0">
      <inkml:brushProperty name="width" value="0.1" units="cm"/>
      <inkml:brushProperty name="height" value="0.1" units="cm"/>
      <inkml:brushProperty name="color" value="#004F8B"/>
    </inkml:brush>
  </inkml:definitions>
  <inkml:trace contextRef="#ctx0" brushRef="#br0">1 107 1376 0 0,'16'-17'2073'0'0,"44"-39"3329"0"0,-55 52-4682 0 0,-1 0-1 0 0,1 0 0 0 0,0 1 0 0 0,1 0 0 0 0,-1 0 0 0 0,1 1 0 0 0,-1-1 0 0 0,1 1 0 0 0,0 0 0 0 0,8-1 0 0 0,-11 3-571 0 0,-1 0 1 0 0,0 1-1 0 0,1-1 0 0 0,-1 1 1 0 0,0-1-1 0 0,1 1 0 0 0,-1 0 1 0 0,0 0-1 0 0,0 0 0 0 0,0 1 1 0 0,0-1-1 0 0,0 0 0 0 0,0 1 1 0 0,0-1-1 0 0,0 1 0 0 0,-1 0 1 0 0,1-1-1 0 0,0 1 0 0 0,-1 0 1 0 0,0 0-1 0 0,1 0 0 0 0,-1 0 1 0 0,0 0-1 0 0,0 1 0 0 0,0-1 1 0 0,0 3-1 0 0,5 7 72 0 0,-1 1 0 0 0,-1 1 0 0 0,3 13 0 0 0,12 76 486 0 0,-3-14-1091 0 0,-1-30-2790 0 0</inkml:trace>
</inkml:ink>
</file>

<file path=ppt/ink/ink3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19.771"/>
    </inkml:context>
    <inkml:brush xml:id="br0">
      <inkml:brushProperty name="width" value="0.1" units="cm"/>
      <inkml:brushProperty name="height" value="0.1" units="cm"/>
      <inkml:brushProperty name="color" value="#004F8B"/>
    </inkml:brush>
  </inkml:definitions>
  <inkml:trace contextRef="#ctx0" brushRef="#br0">1 7 7834 0 0,'0'-1'129'0'0,"0"1"0"0"0,1-1 1 0 0,-1 1-1 0 0,0 0 0 0 0,1-1 0 0 0,-1 1 1 0 0,0 0-1 0 0,1-1 0 0 0,-1 1 1 0 0,1 0-1 0 0,-1-1 0 0 0,1 1 0 0 0,-1 0 1 0 0,1 0-1 0 0,-1-1 0 0 0,1 1 1 0 0,-1 0-1 0 0,1 0 0 0 0,-1 0 1 0 0,1 0-1 0 0,-1 0 0 0 0,1 0 0 0 0,-1 0 1 0 0,1 0-1 0 0,-1 0 0 0 0,1 0 1 0 0,-1 0-1 0 0,1 0 0 0 0,-1 0 0 0 0,1 0 1 0 0,-1 0-1 0 0,1 1 0 0 0,-1-1 1 0 0,1 0-1 0 0,-1 0 0 0 0,1 1 1 0 0,-1-1-1 0 0,1 0 0 0 0,-1 1 0 0 0,1-1 1 0 0,-1 0-1 0 0,0 1 0 0 0,1-1 1 0 0,-1 0-1 0 0,0 1 0 0 0,1-1 0 0 0,-1 1 1 0 0,0-1-1 0 0,0 1 0 0 0,1-1 1 0 0,-1 1-1 0 0,16 26 4038 0 0,-15-14-3750 0 0,0 1 1 0 0,-1-1-1 0 0,0 1 1 0 0,-1-1-1 0 0,-1 1 1 0 0,0-1-1 0 0,-1 0 0 0 0,-6 19 1 0 0,-7 47-1862 0 0,15-73 1033 0 0,1-1 1 0 0,-1 1-1 0 0,1 0 1 0 0,1 0-1 0 0,-1-1 1 0 0,1 1-1 0 0,0 0 1 0 0,1 0-1 0 0,3 10 1 0 0,0-6 282 0 0</inkml:trace>
</inkml:ink>
</file>

<file path=ppt/ink/ink3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0.183"/>
    </inkml:context>
    <inkml:brush xml:id="br0">
      <inkml:brushProperty name="width" value="0.1" units="cm"/>
      <inkml:brushProperty name="height" value="0.1" units="cm"/>
      <inkml:brushProperty name="color" value="#004F8B"/>
    </inkml:brush>
  </inkml:definitions>
  <inkml:trace contextRef="#ctx0" brushRef="#br0">1 55 8290 0 0,'2'-6'511'0'0,"0"-1"1"0"0,1 1-1 0 0,-1 0 1 0 0,1 0-1 0 0,6-9 1 0 0,-8 15-360 0 0,-1-1 0 0 0,1 0 0 0 0,-1 1 1 0 0,1-1-1 0 0,-1 1 0 0 0,1-1 0 0 0,-1 1 0 0 0,1-1 1 0 0,-1 1-1 0 0,1-1 0 0 0,0 1 0 0 0,-1-1 1 0 0,1 1-1 0 0,0 0 0 0 0,-1-1 0 0 0,1 1 1 0 0,0 0-1 0 0,-1 0 0 0 0,1 0 0 0 0,0-1 0 0 0,0 1 1 0 0,-1 0-1 0 0,2 0 0 0 0,-1 1 24 0 0,0-1 0 0 0,0 1 0 0 0,0 0 0 0 0,0 0 0 0 0,0-1 0 0 0,0 1 0 0 0,0 0 0 0 0,0 0 0 0 0,-1 0 0 0 0,1 0 0 0 0,0 0 0 0 0,-1 0 0 0 0,1 0 0 0 0,-1 0 0 0 0,1 0 0 0 0,-1 1 0 0 0,1-1 0 0 0,-1 0 0 0 0,0 0 0 0 0,1 2 0 0 0,7 31 417 0 0,-2 0 1 0 0,-1 1-1 0 0,-1-1 0 0 0,-2 42 1 0 0,2 11 32 0 0,-4-76-658 0 0,5 54-3570 0 0,19 96 1 0 0,-19-143-2103 0 0</inkml:trace>
</inkml:ink>
</file>

<file path=ppt/ink/ink3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0.724"/>
    </inkml:context>
    <inkml:brush xml:id="br0">
      <inkml:brushProperty name="width" value="0.1" units="cm"/>
      <inkml:brushProperty name="height" value="0.1" units="cm"/>
      <inkml:brushProperty name="color" value="#004F8B"/>
    </inkml:brush>
  </inkml:definitions>
  <inkml:trace contextRef="#ctx0" brushRef="#br0">7 207 6913 0 0,'-6'-4'109'0'0,"13"-1"-733"0"0,-2 3 1274 0 0,233-122 3184 0 0,-221 114-3772 0 0,62-31 1107 0 0,-70 37-1025 0 0,0 0 0 0 0,0 1 0 0 0,0 1 0 0 0,0-1 0 0 0,1 2 0 0 0,-1-1 0 0 0,12 0 1 0 0,-20 3-7 0 0,-1-1 0 0 0,1 0 0 0 0,0 0 1 0 0,0 1-1 0 0,-1-1 0 0 0,1 0 0 0 0,0 1 1 0 0,-1-1-1 0 0,1 1 0 0 0,0-1 1 0 0,-1 1-1 0 0,1-1 0 0 0,0 1 0 0 0,-1 0 1 0 0,1-1-1 0 0,-1 1 0 0 0,1 0 0 0 0,-1-1 1 0 0,0 1-1 0 0,1 0 0 0 0,-1 0 1 0 0,0-1-1 0 0,1 1 0 0 0,-1 0 0 0 0,0 0 1 0 0,0 0-1 0 0,0-1 0 0 0,1 1 0 0 0,-1 0 1 0 0,0 0-1 0 0,0 0 0 0 0,-1 1 1 0 0,1 35 1733 0 0,-1-25-1489 0 0,2 20-218 0 0,0-1 0 0 0,3 0 0 0 0,0-1-1 0 0,2 1 1 0 0,1-1 0 0 0,1 0 0 0 0,2 0 0 0 0,16 34-1 0 0,-24-60-160 0 0,0 0 1 0 0,1 0-1 0 0,-1 0 0 0 0,1 0 0 0 0,0 0 1 0 0,0-1-1 0 0,0 0 0 0 0,0 1 0 0 0,7 4 0 0 0,-9-8-13 0 0,0 1-1 0 0,1 0 0 0 0,-1-1 0 0 0,0 1 0 0 0,1-1 0 0 0,-1 0 0 0 0,0 0 0 0 0,1 1 0 0 0,-1-1 0 0 0,1 0 0 0 0,-1 0 0 0 0,0 0 0 0 0,1 0 0 0 0,-1 0 0 0 0,1-1 0 0 0,-1 1 0 0 0,0 0 0 0 0,1-1 0 0 0,-1 1 0 0 0,0-1 0 0 0,1 1 0 0 0,-1-1 0 0 0,0 1 0 0 0,0-1 0 0 0,0 0 0 0 0,1 0 0 0 0,-1 0 0 0 0,0 0 0 0 0,0 0 0 0 0,0 0 0 0 0,0 0 0 0 0,0 0 0 0 0,-1 0 0 0 0,2-2 1 0 0,5-7 68 0 0,-1 0 0 0 0,-1 0 0 0 0,0 0 0 0 0,0-1 1 0 0,-1 0-1 0 0,0 0 0 0 0,-1 0 0 0 0,3-18 1 0 0,-3 14 46 0 0,1 1 0 0 0,0-1 0 0 0,1 1 1 0 0,9-18-1 0 0,-14 31-97 0 0,0 1-1 0 0,1-1 1 0 0,-1 1 0 0 0,0-1 0 0 0,0 1-1 0 0,0-1 1 0 0,1 1 0 0 0,-1-1 0 0 0,0 1 0 0 0,1 0-1 0 0,-1-1 1 0 0,0 1 0 0 0,1 0 0 0 0,-1-1-1 0 0,0 1 1 0 0,1 0 0 0 0,-1-1 0 0 0,1 1 0 0 0,-1 0-1 0 0,1 0 1 0 0,-1-1 0 0 0,1 1 0 0 0,-1 0-1 0 0,0 0 1 0 0,1 0 0 0 0,-1 0 0 0 0,1 0 0 0 0,-1 0-1 0 0,1-1 1 0 0,0 1 0 0 0,0 1 0 0 0,10 12 168 0 0,2 31-33 0 0,-11-39-135 0 0,8 37-732 0 0,31 76 0 0 0,-35-105-83 0 0</inkml:trace>
</inkml:ink>
</file>

<file path=ppt/ink/ink3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1.801"/>
    </inkml:context>
    <inkml:brush xml:id="br0">
      <inkml:brushProperty name="width" value="0.1" units="cm"/>
      <inkml:brushProperty name="height" value="0.1" units="cm"/>
      <inkml:brushProperty name="color" value="#004F8B"/>
    </inkml:brush>
  </inkml:definitions>
  <inkml:trace contextRef="#ctx0" brushRef="#br0">75 30 4145 0 0,'-9'-13'2154'0'0,"-2"-3"1135"0"0,10 16-3219 0 0,1 0 0 0 0,-1 0-1 0 0,0 0 1 0 0,1 0 0 0 0,-1 0-1 0 0,0 0 1 0 0,1 0 0 0 0,-1 0 0 0 0,0 0-1 0 0,1 1 1 0 0,-1-1 0 0 0,0 0-1 0 0,1 0 1 0 0,-1 1 0 0 0,1-1-1 0 0,-1 0 1 0 0,1 1 0 0 0,-1-1-1 0 0,1 0 1 0 0,-1 1 0 0 0,1-1 0 0 0,-1 1-1 0 0,1-1 1 0 0,-1 1 0 0 0,1-1-1 0 0,0 1 1 0 0,-1-1 0 0 0,1 1-1 0 0,0 0 1 0 0,-1-1 0 0 0,1 2 0 0 0,-5 6 153 0 0,0 1 0 0 0,1 0 1 0 0,0 0-1 0 0,1 0 0 0 0,0 1 1 0 0,0-1-1 0 0,1 1 0 0 0,-2 16 1 0 0,-1 85 457 0 0,5-91-500 0 0,1 42-33 0 0,2 0-1 0 0,3-1 1 0 0,3 1-1 0 0,2-2 0 0 0,3 0 1 0 0,25 68-1 0 0,-22-83-52 0 0,2-1-1 0 0,1 0 0 0 0,3-2 0 0 0,1-1 1 0 0,3 0-1 0 0,1-2 0 0 0,1-1 0 0 0,52 50 1 0 0,131 93-506 0 0,-141-130-75 0 0</inkml:trace>
</inkml:ink>
</file>

<file path=ppt/ink/ink3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2.150"/>
    </inkml:context>
    <inkml:brush xml:id="br0">
      <inkml:brushProperty name="width" value="0.1" units="cm"/>
      <inkml:brushProperty name="height" value="0.1" units="cm"/>
      <inkml:brushProperty name="color" value="#004F8B"/>
    </inkml:brush>
  </inkml:definitions>
  <inkml:trace contextRef="#ctx0" brushRef="#br0">1 2 9674 0 0,'0'0'49'0'0,"1"0"0"0"0,0 0 0 0 0,0-1 0 0 0,0 1-1 0 0,0 0 1 0 0,-1 0 0 0 0,1 0 0 0 0,0 0 0 0 0,0 0 0 0 0,0 0 0 0 0,0 0-1 0 0,0 0 1 0 0,-1 0 0 0 0,1 0 0 0 0,0 0 0 0 0,0 1 0 0 0,0-1 0 0 0,0 0 0 0 0,-1 1-1 0 0,1-1 1 0 0,0 0 0 0 0,0 1 0 0 0,22 12-149 0 0,-21-12 236 0 0,22 16 464 0 0,-2 0 0 0 0,0 1-1 0 0,-1 1 1 0 0,-1 1-1 0 0,-1 1 1 0 0,-1 0 0 0 0,-1 1-1 0 0,-1 2 1 0 0,0-1 0 0 0,15 35-1 0 0,11 31 772 0 0,47 146 0 0 0,-72-183-1378 0 0,-1 1-1 0 0,9 66 0 0 0,-21-87-1291 0 0,-1 1 1 0 0,-3 56-1 0 0,-3-44-4728 0 0</inkml:trace>
</inkml:ink>
</file>

<file path=ppt/ink/ink3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2.546"/>
    </inkml:context>
    <inkml:brush xml:id="br0">
      <inkml:brushProperty name="width" value="0.1" units="cm"/>
      <inkml:brushProperty name="height" value="0.1" units="cm"/>
      <inkml:brushProperty name="color" value="#004F8B"/>
    </inkml:brush>
  </inkml:definitions>
  <inkml:trace contextRef="#ctx0" brushRef="#br0">0 88 5065 0 0,'8'0'594'0'0,"-1"-1"1"0"0,1 1-1 0 0,-1 0 0 0 0,1 1 0 0 0,-1-1 1 0 0,1 2-1 0 0,-1-1 0 0 0,12 5 1 0 0,-2-2 371 0 0,-3-1-255 0 0,-1 0 0 0 0,1 1-1 0 0,-1 1 1 0 0,0 0 0 0 0,-1 1 0 0 0,1 0 0 0 0,-1 1 0 0 0,-1 0 0 0 0,1 1 0 0 0,16 15-1 0 0,-18-13-420 0 0,-1 0-1 0 0,0 0 0 0 0,-1 1 0 0 0,0 1 1 0 0,-1-1-1 0 0,-1 1 0 0 0,1 0 0 0 0,-2 1 0 0 0,0-1 1 0 0,7 26-1 0 0,-12-37-270 0 0,0 0 1 0 0,0 0 0 0 0,0 0-1 0 0,1 0 1 0 0,-1 0-1 0 0,1 1 1 0 0,-1-1 0 0 0,1 0-1 0 0,-1 0 1 0 0,1 0-1 0 0,-1 0 1 0 0,1 0 0 0 0,0-1-1 0 0,-1 1 1 0 0,1 0-1 0 0,1 1 1 0 0,-1-2-6 0 0,-1 0-1 0 0,0 0 1 0 0,1 0 0 0 0,-1 0-1 0 0,1 0 1 0 0,-1 0 0 0 0,0-1-1 0 0,1 1 1 0 0,-1 0 0 0 0,0 0-1 0 0,1 0 1 0 0,-1 0 0 0 0,1-1-1 0 0,-1 1 1 0 0,0 0-1 0 0,1 0 1 0 0,-1-1 0 0 0,0 1-1 0 0,0 0 1 0 0,1-1 0 0 0,-1 1-1 0 0,0 0 1 0 0,0 0 0 0 0,1-1-1 0 0,-1 1 1 0 0,0-1 0 0 0,0 1-1 0 0,0 0 1 0 0,1-1 0 0 0,14-43 642 0 0,-12 33-591 0 0,5-10-217 0 0,1 0-1 0 0,1 0 1 0 0,1 1 0 0 0,0 0 0 0 0,2 1-1 0 0,0 0 1 0 0,1 1 0 0 0,1 1-1 0 0,0 0 1 0 0,2 1 0 0 0,0 1-1 0 0,0 1 1 0 0,24-15 0 0 0,-12 12-1149 0 0</inkml:trace>
</inkml:ink>
</file>

<file path=ppt/ink/ink3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3.086"/>
    </inkml:context>
    <inkml:brush xml:id="br0">
      <inkml:brushProperty name="width" value="0.1" units="cm"/>
      <inkml:brushProperty name="height" value="0.1" units="cm"/>
      <inkml:brushProperty name="color" value="#004F8B"/>
    </inkml:brush>
  </inkml:definitions>
  <inkml:trace contextRef="#ctx0" brushRef="#br0">25 132 12443 0 0,'-5'1'423'0'0,"-13"6"528"0"0,17-4-656 0 0,12-1 21 0 0,22-3 460 0 0,0-1-1 0 0,-1-1 1 0 0,1-1-1 0 0,48-14 0 0 0,-26 6 168 0 0,-34 7-789 0 0,198-43 1218 0 0,-77 5-6940 0 0,-122 35-100 0 0</inkml:trace>
</inkml:ink>
</file>

<file path=ppt/ink/ink3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3.323"/>
    </inkml:context>
    <inkml:brush xml:id="br0">
      <inkml:brushProperty name="width" value="0.1" units="cm"/>
      <inkml:brushProperty name="height" value="0.1" units="cm"/>
      <inkml:brushProperty name="color" value="#004F8B"/>
    </inkml:brush>
  </inkml:definitions>
  <inkml:trace contextRef="#ctx0" brushRef="#br0">36 0 11058 0 0,'-2'1'177'0'0,"0"0"-1"0"0,0-1 0 0 0,0 1 1 0 0,0 0-1 0 0,0 0 0 0 0,0 0 0 0 0,0 0 1 0 0,0 0-1 0 0,0 0 0 0 0,1 0 1 0 0,-1 1-1 0 0,1-1 0 0 0,-1 1 0 0 0,1-1 1 0 0,-1 1-1 0 0,1 0 0 0 0,-2 2 1 0 0,2-1 98 0 0,1 0 1 0 0,-1 0 0 0 0,1 0 0 0 0,-1-1 0 0 0,1 1 0 0 0,0 0-1 0 0,0 0 1 0 0,0 0 0 0 0,1 0 0 0 0,-1-1 0 0 0,1 1 0 0 0,-1 0-1 0 0,3 4 1 0 0,42 145 3948 0 0,38 72-3808 0 0,-73-202-1112 0 0,24 40 0 0 0,-18-37-561 0 0</inkml:trace>
</inkml:ink>
</file>

<file path=ppt/ink/ink3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3.831"/>
    </inkml:context>
    <inkml:brush xml:id="br0">
      <inkml:brushProperty name="width" value="0.1" units="cm"/>
      <inkml:brushProperty name="height" value="0.1" units="cm"/>
      <inkml:brushProperty name="color" value="#004F8B"/>
    </inkml:brush>
  </inkml:definitions>
  <inkml:trace contextRef="#ctx0" brushRef="#br0">97 0 9218 0 0,'-2'1'6347'0'0,"0"6"-3666"0"0,-3 12-2233 0 0,4-16-139 0 0,-25 108 72 0 0,4 1-1 0 0,5 1 1 0 0,5 0 0 0 0,5 1 0 0 0,5 1 0 0 0,14 133 0 0 0,-7-206-381 0 0,1-1 0 0 0,2-1 0 0 0,2 1 0 0 0,2-1 0 0 0,19 43 0 0 0,-22-63 0 0 0,1 0 0 0 0,1-1 0 0 0,1 0 0 0 0,0-1 0 0 0,1 0 0 0 0,2-1 0 0 0,-1 0 0 0 0,2-2 0 0 0,0 1 0 0 0,1-2 0 0 0,23 15 0 0 0,-22-17 4 0 0,1 0 0 0 0,1-2 0 0 0,0 0 0 0 0,0-1 0 0 0,1-1 0 0 0,0-1 0 0 0,36 6 0 0 0,-41-10-245 0 0,-1-2-1 0 0,1 0 1 0 0,-1-1-1 0 0,1 0 1 0 0,0-1-1 0 0,-1-1 0 0 0,1-1 1 0 0,-1 0-1 0 0,0-1 1 0 0,0 0-1 0 0,23-11 1 0 0,14-10-6583 0 0</inkml:trace>
</inkml:ink>
</file>

<file path=ppt/ink/ink3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4.580"/>
    </inkml:context>
    <inkml:brush xml:id="br0">
      <inkml:brushProperty name="width" value="0.1" units="cm"/>
      <inkml:brushProperty name="height" value="0.1" units="cm"/>
      <inkml:brushProperty name="color" value="#004F8B"/>
    </inkml:brush>
  </inkml:definitions>
  <inkml:trace contextRef="#ctx0" brushRef="#br0">1 123 8754 0 0,'4'-44'3606'0'0,"-4"41"-3320"0"0,0 1 0 0 0,1 0-1 0 0,0-1 1 0 0,-1 1 0 0 0,1 0 0 0 0,0 0-1 0 0,0-1 1 0 0,0 1 0 0 0,0 0-1 0 0,0 0 1 0 0,1 0 0 0 0,-1 0 0 0 0,1 0-1 0 0,-1 0 1 0 0,4-2 0 0 0,-4 4-223 0 0,-1 0 0 0 0,1 0 0 0 0,0-1 1 0 0,0 1-1 0 0,-1 0 0 0 0,1 0 1 0 0,0 0-1 0 0,0 0 0 0 0,0 0 0 0 0,-1 0 1 0 0,1 1-1 0 0,0-1 0 0 0,0 0 0 0 0,0 0 1 0 0,-1 1-1 0 0,1-1 0 0 0,0 0 1 0 0,-1 1-1 0 0,1-1 0 0 0,0 0 0 0 0,-1 1 1 0 0,1-1-1 0 0,0 1 0 0 0,-1-1 0 0 0,1 1 1 0 0,-1 0-1 0 0,1-1 0 0 0,-1 1 0 0 0,1 1 1 0 0,16 21 542 0 0,-16-21-510 0 0,30 54 571 0 0,-3 2-1 0 0,23 68 1 0 0,15 30-475 0 0,-52-126-160 0 0,2-1-1 0 0,0-1 1 0 0,24 29-1 0 0,-33-49 13 0 0,0 0-1 0 0,0 0 1 0 0,1-1-1 0 0,0 0 1 0 0,0 0-1 0 0,1-1 1 0 0,14 8 0 0 0,-21-12-19 0 0,0-1 1 0 0,0 0-1 0 0,1 1 1 0 0,-1-1 0 0 0,1-1-1 0 0,-1 1 1 0 0,1 0 0 0 0,0 0-1 0 0,-1-1 1 0 0,1 0-1 0 0,-1 1 1 0 0,1-1 0 0 0,0 0-1 0 0,-1 0 1 0 0,1-1 0 0 0,0 1-1 0 0,-1-1 1 0 0,1 1 0 0 0,-1-1-1 0 0,1 0 1 0 0,-1 0-1 0 0,1 0 1 0 0,-1 0 0 0 0,1 0-1 0 0,-1 0 1 0 0,0-1 0 0 0,0 1-1 0 0,1-1 1 0 0,-1 0-1 0 0,0 1 1 0 0,-1-1 0 0 0,1 0-1 0 0,0 0 1 0 0,2-4 0 0 0,4-7 84 0 0,-1 0 1 0 0,0-1 0 0 0,-1 0 0 0 0,0 0 0 0 0,-1 0 0 0 0,4-25 0 0 0,11-96 219 0 0,-14 79-291 0 0,-5 52-145 0 0,24-157 297 0 0,-5 81-1670 0 0,8 4-4931 0 0,-13 47-665 0 0</inkml:trace>
</inkml:ink>
</file>

<file path=ppt/ink/ink3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5.164"/>
    </inkml:context>
    <inkml:brush xml:id="br0">
      <inkml:brushProperty name="width" value="0.1" units="cm"/>
      <inkml:brushProperty name="height" value="0.1" units="cm"/>
      <inkml:brushProperty name="color" value="#004F8B"/>
    </inkml:brush>
  </inkml:definitions>
  <inkml:trace contextRef="#ctx0" brushRef="#br0">3 30 5985 0 0,'0'0'57'0'0,"-1"0"1"0"0,1 0-1 0 0,0 0 171 0 0,0-1-171 0 0,-1 1 0 0 0,1 0 0 0 0,0 0 1 0 0,0 0-1 0 0,0 0 0 0 0,0 0 0 0 0,0-1 0 0 0,0 1 0 0 0,0 0 0 0 0,0 0 0 0 0,0 0 1 0 0,0 0-1 0 0,0-1 0 0 0,0 1 0 0 0,0 0 0 0 0,0 0 0 0 0,0 0 0 0 0,0-1 0 0 0,0 1 1 0 0,0 0-1 0 0,0 0 0 0 0,0 0 0 0 0,0 0 0 0 0,0-1 0 0 0,0 1 0 0 0,0 0 0 0 0,0 0 1 0 0,0 0-1 0 0,0 0 0 0 0,0-1 0 0 0,1 1 0 0 0,-1 0 171 0 0,0 0-170 0 0,0 0-1 0 0,0-1 0 0 0,1 1 0 0 0,-1 0 0 0 0,0 0 0 0 0,0 0 0 0 0,0 0 0 0 0,0 0 1 0 0,1 0-1 0 0,-1 0 0 0 0,0 0 0 0 0,0 0 0 0 0,0 0 0 0 0,0 0 0 0 0,1 0 0 0 0,-1 0 1 0 0,0 0-1 0 0,0 0 0 0 0,1 0 0 0 0,-1 0 175 0 0,1 0 0 0 0,0 0 0 0 0,-1 0 0 0 0,1 0 1 0 0,0 0-1 0 0,0 0 0 0 0,-1 1 0 0 0,1-1 0 0 0,0 0 0 0 0,-1 0 0 0 0,1 1 1 0 0,0-1-1 0 0,-1 0 0 0 0,1 1 0 0 0,1 1 929 0 0,-1-1-929 0 0,-1-1 0 0 0,1 1 0 0 0,0 0 0 0 0,6 12 302 0 0,0 1 0 0 0,-1-1 0 0 0,-1 1-1 0 0,0 1 1 0 0,3 14 0 0 0,13 85 722 0 0,-7-32-1010 0 0,-5-49-337 0 0,-6-21-296 0 0,0-1 0 0 0,0 1 0 0 0,1 23 0 0 0,-9-92-842 0 0,3 40 923 0 0,1-1 1 0 0,0-19-1 0 0,2 9 518 0 0,2 0-1 0 0,1 0 0 0 0,1 0 0 0 0,1 0 0 0 0,2 1 1 0 0,1 0-1 0 0,16-36 0 0 0,-24 60-120 0 0,1 1 1 0 0,-1-1-1 0 0,0 1 0 0 0,1-1 0 0 0,0 1 1 0 0,-1 0-1 0 0,1-1 0 0 0,0 1 0 0 0,0 0 1 0 0,1 0-1 0 0,-1 1 0 0 0,0-1 1 0 0,0 0-1 0 0,1 1 0 0 0,-1-1 0 0 0,1 1 1 0 0,0 0-1 0 0,-1 0 0 0 0,1 0 0 0 0,0 0 1 0 0,-1 0-1 0 0,1 1 0 0 0,0-1 0 0 0,0 1 1 0 0,0 0-1 0 0,0 0 0 0 0,-1 0 0 0 0,1 0 1 0 0,5 1-1 0 0,-4 0-17 0 0,1 1 0 0 0,-1 0 0 0 0,0 0 0 0 0,0 0 0 0 0,0 0 0 0 0,0 1 0 0 0,0-1 0 0 0,-1 1 0 0 0,1 0 0 0 0,-1 0 0 0 0,0 1 0 0 0,1-1 0 0 0,-1 0 0 0 0,-1 1 0 0 0,1 0 0 0 0,-1 0 0 0 0,1 0 0 0 0,1 4 0 0 0,4 12 126 0 0,-2 0 0 0 0,0 0 0 0 0,0 1 0 0 0,-2 0 1 0 0,2 26-1 0 0,3 13-1711 0 0,6-1-4171 0 0,-7-35-1169 0 0</inkml:trace>
</inkml:ink>
</file>

<file path=ppt/ink/ink3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5.387"/>
    </inkml:context>
    <inkml:brush xml:id="br0">
      <inkml:brushProperty name="width" value="0.1" units="cm"/>
      <inkml:brushProperty name="height" value="0.1" units="cm"/>
      <inkml:brushProperty name="color" value="#004F8B"/>
    </inkml:brush>
  </inkml:definitions>
  <inkml:trace contextRef="#ctx0" brushRef="#br0">11 13 5529 0 0,'1'-1'186'0'0,"0"0"0"0"0,0 0 1 0 0,-1 0-1 0 0,1 0 0 0 0,0 0 0 0 0,0 1 0 0 0,0-1 0 0 0,0 0 0 0 0,0 1 1 0 0,0-1-1 0 0,0 1 0 0 0,0-1 0 0 0,0 1 0 0 0,0-1 0 0 0,0 1 1 0 0,0 0-1 0 0,0-1 0 0 0,0 1 0 0 0,0 0 0 0 0,1 0 0 0 0,-1 0 0 0 0,0 0 1 0 0,0 0-1 0 0,0 0 0 0 0,0 0 0 0 0,0 0 0 0 0,0 1 0 0 0,2-1 0 0 0,-2 1 153 0 0,1 1-1 0 0,0-1 1 0 0,-1 0-1 0 0,1 1 1 0 0,-1 0 0 0 0,1-1-1 0 0,-1 1 1 0 0,0-1-1 0 0,0 1 1 0 0,0 0-1 0 0,0 0 1 0 0,0 0-1 0 0,0 0 1 0 0,0 2-1 0 0,2 6 473 0 0,0 0-1 0 0,-1 0 0 0 0,0 0 0 0 0,0 0 1 0 0,-1 16-1 0 0,-3-3-544 0 0,0 0-1 0 0,-2 1 1 0 0,-1-1 0 0 0,-10 28-1 0 0,-18 41-3105 0 0,21-64-4192 0 0</inkml:trace>
</inkml:ink>
</file>

<file path=ppt/ink/ink3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6.359"/>
    </inkml:context>
    <inkml:brush xml:id="br0">
      <inkml:brushProperty name="width" value="0.1" units="cm"/>
      <inkml:brushProperty name="height" value="0.1" units="cm"/>
      <inkml:brushProperty name="color" value="#004F8B"/>
    </inkml:brush>
  </inkml:definitions>
  <inkml:trace contextRef="#ctx0" brushRef="#br0">165 1 6913 0 0,'-29'26'6589'0'0,"-9"7"-4868"0"0,35-30-1671 0 0,-10 11 352 0 0,0 0-1 0 0,1 1 1 0 0,0 0 0 0 0,1 1-1 0 0,-11 22 1 0 0,20-33-367 0 0,0-1 1 0 0,0 1-1 0 0,1-1 1 0 0,0 1-1 0 0,0 0 0 0 0,0-1 1 0 0,0 1-1 0 0,1 0 0 0 0,0 0 1 0 0,0 0-1 0 0,0-1 0 0 0,0 1 1 0 0,1 0-1 0 0,0 0 0 0 0,0-1 1 0 0,0 1-1 0 0,1 0 0 0 0,-1-1 1 0 0,1 1-1 0 0,0-1 0 0 0,1 0 1 0 0,-1 0-1 0 0,1 0 0 0 0,-1 0 1 0 0,1 0-1 0 0,6 6 0 0 0,1-1-324 0 0,0 0-1 0 0,1-1 0 0 0,0 0 1 0 0,0-1-1 0 0,1 0 0 0 0,0-1 1 0 0,15 6-1 0 0,-15-7 5 0 0,0 1 1 0 0,0 0-1 0 0,-1 0 1 0 0,0 1-1 0 0,0 1 0 0 0,-1-1 1 0 0,14 15-1 0 0,-22-21 336 0 0,0 1 0 0 0,-1 0 1 0 0,1 0-1 0 0,0 0 0 0 0,-1 0 0 0 0,0 1 0 0 0,1-1 0 0 0,-1 0 1 0 0,0 1-1 0 0,0-1 0 0 0,0 1 0 0 0,0-1 0 0 0,-1 1 0 0 0,1-1 1 0 0,-1 1-1 0 0,0-1 0 0 0,1 1 0 0 0,-1 0 0 0 0,0-1 0 0 0,0 1 1 0 0,-1-1-1 0 0,1 1 0 0 0,-1 0 0 0 0,1-1 0 0 0,-1 1 1 0 0,0-1-1 0 0,0 1 0 0 0,0-1 0 0 0,0 0 0 0 0,0 1 0 0 0,0-1 1 0 0,-1 0-1 0 0,1 0 0 0 0,-1 0 0 0 0,0 0 0 0 0,0 0 0 0 0,1 0 1 0 0,-5 2-1 0 0,1 0 0 0 0,0 0-1 0 0,0 0 1 0 0,-1-1 0 0 0,1 1 0 0 0,-1-2 0 0 0,0 1-1 0 0,0 0 1 0 0,0-1 0 0 0,0 0 0 0 0,-1-1 0 0 0,1 1-1 0 0,0-1 1 0 0,-1-1 0 0 0,-11 1 0 0 0,-8-5-3809 0 0</inkml:trace>
</inkml:ink>
</file>

<file path=ppt/ink/ink3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6.768"/>
    </inkml:context>
    <inkml:brush xml:id="br0">
      <inkml:brushProperty name="width" value="0.1" units="cm"/>
      <inkml:brushProperty name="height" value="0.1" units="cm"/>
      <inkml:brushProperty name="color" value="#004F8B"/>
    </inkml:brush>
  </inkml:definitions>
  <inkml:trace contextRef="#ctx0" brushRef="#br0">0 36 4609 0 0,'15'-16'2360'0'0,"-13"14"-1716"0"0,-1 0 0 0 0,1 0-1 0 0,-1 1 1 0 0,1-1 0 0 0,0 1 0 0 0,0-1 0 0 0,0 1 0 0 0,0 0 0 0 0,0 0 0 0 0,0 0 0 0 0,0 0-1 0 0,5-1 1 0 0,-6 4-314 0 0,0 0 0 0 0,0 0 0 0 0,0 1 0 0 0,0-1 0 0 0,0 1 0 0 0,0-1 0 0 0,-1 1 0 0 0,1 0 0 0 0,-1-1 0 0 0,0 1 0 0 0,0 3 0 0 0,2 2 109 0 0,24 100 1624 0 0,-13-59-1861 0 0,10 79 0 0 0,-22-113-439 0 0,4 28-525 0 0,4-22-3143 0 0,-8-51-1553 0 0,0 19 4663 0 0,-2-16 1274 0 0,2 0 1 0 0,2 0 0 0 0,9-51 0 0 0,-10 71-111 0 0,0-1 0 0 0,0 1 0 0 0,1 0 0 0 0,0 0 0 0 0,0 0 1 0 0,1 0-1 0 0,-1 0 0 0 0,2 1 0 0 0,-1-1 0 0 0,1 1 0 0 0,0 0 0 0 0,0 1 0 0 0,0-1 1 0 0,1 1-1 0 0,0 0 0 0 0,0 0 0 0 0,0 1 0 0 0,11-6 0 0 0,-15 9-285 0 0,-1 0 0 0 0,1 1 0 0 0,-1-1 0 0 0,1 1 0 0 0,-1 0 0 0 0,1-1 0 0 0,0 1 0 0 0,-1 0 0 0 0,1 0 0 0 0,-1 0 0 0 0,1 0 0 0 0,0 0 0 0 0,-1 0 0 0 0,1 1 0 0 0,-1-1 0 0 0,1 1 0 0 0,-1-1-1 0 0,1 1 1 0 0,-1-1 0 0 0,1 1 0 0 0,1 1 0 0 0,1 0 3 0 0,-1 1 0 0 0,0-1 0 0 0,0 1-1 0 0,0 0 1 0 0,0 0 0 0 0,0 1-1 0 0,0-1 1 0 0,2 4 0 0 0,2 6-2 0 0,0 0 0 0 0,0 0 1 0 0,7 25-1 0 0,8 38-383 0 0,-12-24-3961 0 0</inkml:trace>
</inkml:ink>
</file>

<file path=ppt/ink/ink3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7.091"/>
    </inkml:context>
    <inkml:brush xml:id="br0">
      <inkml:brushProperty name="width" value="0.1" units="cm"/>
      <inkml:brushProperty name="height" value="0.1" units="cm"/>
      <inkml:brushProperty name="color" value="#004F8B"/>
    </inkml:brush>
  </inkml:definitions>
  <inkml:trace contextRef="#ctx0" brushRef="#br0">0 85 5529 0 0,'1'-11'3940'0'0,"2"35"2842"0"0,-3-14-7539 0 0,3 4 1096 0 0,-1 0 1 0 0,2 0-1 0 0,0-1 0 0 0,0 1 1 0 0,2-1-1 0 0,-1 0 1 0 0,2-1-1 0 0,7 13 0 0 0,-9-17-224 0 0,1 0 0 0 0,-1-1-1 0 0,1 0 1 0 0,1 1 0 0 0,-1-2-1 0 0,1 1 1 0 0,0-1 0 0 0,1 0-1 0 0,0-1 1 0 0,0 0 0 0 0,0 0-1 0 0,14 6 1 0 0,-18-10-101 0 0,0 0 1 0 0,0 1-1 0 0,-1-1 1 0 0,1-1-1 0 0,0 1 1 0 0,0-1 0 0 0,1 1-1 0 0,-1-1 1 0 0,0-1-1 0 0,0 1 1 0 0,0 0-1 0 0,0-1 1 0 0,0 0-1 0 0,0 0 1 0 0,0 0-1 0 0,-1 0 1 0 0,1-1-1 0 0,0 1 1 0 0,-1-1-1 0 0,1 0 1 0 0,-1 0-1 0 0,1-1 1 0 0,-1 1-1 0 0,0-1 1 0 0,0 1-1 0 0,0-1 1 0 0,0 0-1 0 0,0 0 1 0 0,-1 0-1 0 0,1-1 1 0 0,-1 1-1 0 0,3-7 1 0 0,-1 4 1 0 0,-1-1 1 0 0,0 0 0 0 0,0-1-1 0 0,-1 1 1 0 0,0 0 0 0 0,0-1-1 0 0,0 0 1 0 0,-1 1-1 0 0,0-1 1 0 0,-1 0 0 0 0,0 1-1 0 0,0-1 1 0 0,-1 0 0 0 0,1 0-1 0 0,-2 1 1 0 0,-2-11-1 0 0,0 6-9 0 0,-1 0 0 0 0,0 0-1 0 0,-1 0 1 0 0,0 1 0 0 0,0 0-1 0 0,-17-20 1 0 0,20 27-273 0 0,-1 0 0 0 0,0 1-1 0 0,0-1 1 0 0,0 1 0 0 0,0 0 0 0 0,-1 0-1 0 0,1 0 1 0 0,-1 0 0 0 0,0 1 0 0 0,1 0-1 0 0,-1 0 1 0 0,0 0 0 0 0,0 0-1 0 0,-1 1 1 0 0,1 0 0 0 0,0 0 0 0 0,0 1-1 0 0,-1-1 1 0 0,-6 1 0 0 0</inkml:trace>
</inkml:ink>
</file>

<file path=ppt/ink/ink3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7.344"/>
    </inkml:context>
    <inkml:brush xml:id="br0">
      <inkml:brushProperty name="width" value="0.1" units="cm"/>
      <inkml:brushProperty name="height" value="0.1" units="cm"/>
      <inkml:brushProperty name="color" value="#004F8B"/>
    </inkml:brush>
  </inkml:definitions>
  <inkml:trace contextRef="#ctx0" brushRef="#br0">2 10 11979 0 0,'-2'-9'2083'0'0,"10"22"2875"0"0,29 123-2102 0 0,6 21-2106 0 0,1-20-1200 0 0,-26-79-3387 0 0</inkml:trace>
</inkml:ink>
</file>

<file path=ppt/ink/ink3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7.519"/>
    </inkml:context>
    <inkml:brush xml:id="br0">
      <inkml:brushProperty name="width" value="0.1" units="cm"/>
      <inkml:brushProperty name="height" value="0.1" units="cm"/>
      <inkml:brushProperty name="color" value="#004F8B"/>
    </inkml:brush>
  </inkml:definitions>
  <inkml:trace contextRef="#ctx0" brushRef="#br0">1 168 10594 0 0,'83'-35'7226'0'0,"-54"24"-5669"0"0,48-26 0 0 0,49-37-4327 0 0,-104 63 2490 0 0</inkml:trace>
</inkml:ink>
</file>

<file path=ppt/ink/ink3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8.119"/>
    </inkml:context>
    <inkml:brush xml:id="br0">
      <inkml:brushProperty name="width" value="0.1" units="cm"/>
      <inkml:brushProperty name="height" value="0.1" units="cm"/>
      <inkml:brushProperty name="color" value="#004F8B"/>
    </inkml:brush>
  </inkml:definitions>
  <inkml:trace contextRef="#ctx0" brushRef="#br0">6 19 9218 0 0,'0'0'112'0'0,"0"0"1"0"0,-1 0-1 0 0,1 0 0 0 0,0-1 1 0 0,-1 1-1 0 0,1 0 0 0 0,0 0 1 0 0,-1-1-1 0 0,1 1 0 0 0,0 0 1 0 0,0-1-1 0 0,-1 1 0 0 0,1 0 1 0 0,0-1-1 0 0,0 1 0 0 0,0 0 1 0 0,-1-1-1 0 0,1 1 0 0 0,0-1 1 0 0,0 1-1 0 0,0 0 0 0 0,0-1 1 0 0,0 1-1 0 0,0 0 0 0 0,0-1 1 0 0,0 1-1 0 0,0-1 0 0 0,0 1 1 0 0,0-1-1 0 0,0 1 0 0 0,0 0 1 0 0,0-1-1 0 0,0 1 0 0 0,0 0 1 0 0,1-1-1 0 0,-1 1 0 0 0,0-1 0 0 0,0 1 1 0 0,1-1-1 0 0,18-4 1997 0 0,26 9-600 0 0,-31 0-1395 0 0,0 0-1 0 0,0 1 1 0 0,-1 1 0 0 0,0 0-1 0 0,0 1 1 0 0,-1 0 0 0 0,0 1-1 0 0,16 14 1 0 0,-11-7 252 0 0,-1 1 0 0 0,0 0-1 0 0,-2 2 1 0 0,23 33 0 0 0,-11-8 140 0 0,-2 2-1 0 0,-3 1 1 0 0,-1 1-1 0 0,14 52 1 0 0,-3 5-1111 0 0,28 171 0 0 0,-50-209 237 0 0,-2 0 0 0 0,-4 1 1 0 0,-9 121-1 0 0,0-146-152 0 0,-1-2 0 0 0</inkml:trace>
</inkml:ink>
</file>

<file path=ppt/ink/ink3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8.801"/>
    </inkml:context>
    <inkml:brush xml:id="br0">
      <inkml:brushProperty name="width" value="0.1" units="cm"/>
      <inkml:brushProperty name="height" value="0.1" units="cm"/>
      <inkml:brushProperty name="color" value="#004F8B"/>
    </inkml:brush>
  </inkml:definitions>
  <inkml:trace contextRef="#ctx0" brushRef="#br0">1 80 8290 0 0,'4'-1'215'0'0,"-1"-1"0"0"0,1 1 0 0 0,0 0 0 0 0,0 0 0 0 0,0 0 0 0 0,0 1 0 0 0,0-1 0 0 0,0 1 0 0 0,0 0 0 0 0,5 1 0 0 0,6-2 696 0 0,3-1-270 0 0,-6 0 175 0 0,-1 1 0 0 0,1 0 0 0 0,-1 1 0 0 0,22 2 0 0 0,-30-1-691 0 0,-1-1 0 0 0,1 1 0 0 0,-1 0 0 0 0,1-1 0 0 0,-1 1 0 0 0,1 0-1 0 0,-1 1 1 0 0,1-1 0 0 0,-1 0 0 0 0,0 1 0 0 0,0-1 0 0 0,0 1 0 0 0,0 0 0 0 0,0 0-1 0 0,0 0 1 0 0,0 0 0 0 0,0 0 0 0 0,-1 0 0 0 0,1 0 0 0 0,-1 0 0 0 0,0 1 0 0 0,1-1-1 0 0,-1 1 1 0 0,0-1 0 0 0,0 1 0 0 0,0 2 0 0 0,18 81 294 0 0,11 38 309 0 0,-9-163 1146 0 0,-6 14-1903 0 0,1 1 1 0 0,1 1-1 0 0,1 0 1 0 0,1 1 0 0 0,0 1-1 0 0,2 1 1 0 0,1 0 0 0 0,0 2-1 0 0,2 1 1 0 0,0 0 0 0 0,51-25-1 0 0,-42 28-521 0 0</inkml:trace>
</inkml:ink>
</file>

<file path=ppt/ink/ink3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9.483"/>
    </inkml:context>
    <inkml:brush xml:id="br0">
      <inkml:brushProperty name="width" value="0.1" units="cm"/>
      <inkml:brushProperty name="height" value="0.1" units="cm"/>
      <inkml:brushProperty name="color" value="#004F8B"/>
    </inkml:brush>
  </inkml:definitions>
  <inkml:trace contextRef="#ctx0" brushRef="#br0">1 71 10138 0 0,'79'-6'6223'0'0,"41"-18"-3515"0"0,-36 7-1981 0 0,-74 15-961 0 0,84-14 541 0 0,-32 11-6976 0 0,-47 4 975 0 0</inkml:trace>
</inkml:ink>
</file>

<file path=ppt/ink/ink3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29.704"/>
    </inkml:context>
    <inkml:brush xml:id="br0">
      <inkml:brushProperty name="width" value="0.1" units="cm"/>
      <inkml:brushProperty name="height" value="0.1" units="cm"/>
      <inkml:brushProperty name="color" value="#004F8B"/>
    </inkml:brush>
  </inkml:definitions>
  <inkml:trace contextRef="#ctx0" brushRef="#br0">0 1 12443 0 0,'10'13'5891'0'0,"-2"-6"-5423"0"0,-1 1 1 0 0,0 0-1 0 0,-1 1 0 0 0,0 0 1 0 0,0 0-1 0 0,7 15 1 0 0,-6 7-335 0 0,-2 1 1 0 0,0 0 0 0 0,-2 0 0 0 0,-3 57 0 0 0,2 11-2123 0 0,2-55-5316 0 0</inkml:trace>
</inkml:ink>
</file>

<file path=ppt/ink/ink3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30.402"/>
    </inkml:context>
    <inkml:brush xml:id="br0">
      <inkml:brushProperty name="width" value="0.1" units="cm"/>
      <inkml:brushProperty name="height" value="0.1" units="cm"/>
      <inkml:brushProperty name="color" value="#004F8B"/>
    </inkml:brush>
  </inkml:definitions>
  <inkml:trace contextRef="#ctx0" brushRef="#br0">222 150 9218 0 0,'3'-15'403'0'0,"7"-49"3539"0"0,-10 58-3547 0 0,1 0 1 0 0,-1 0 0 0 0,0 1-1 0 0,-1-1 1 0 0,0 0 0 0 0,0 0-1 0 0,0 0 1 0 0,-3-7 0 0 0,4 12-348 0 0,0 1 0 0 0,0-1 1 0 0,-1 0-1 0 0,1 1 0 0 0,0-1 1 0 0,-1 1-1 0 0,1-1 0 0 0,-1 1 1 0 0,1-1-1 0 0,0 1 0 0 0,-1-1 1 0 0,1 1-1 0 0,-1 0 0 0 0,0-1 1 0 0,1 1-1 0 0,-1 0 0 0 0,1-1 1 0 0,-1 1-1 0 0,1 0 0 0 0,-1-1 1 0 0,0 1-1 0 0,1 0 0 0 0,-1 0 0 0 0,0 0 1 0 0,1 0-1 0 0,-1 0 0 0 0,0 0 1 0 0,1 0-1 0 0,-1 0 0 0 0,0 0 1 0 0,1 0-1 0 0,-1 0 0 0 0,0 0 1 0 0,1 0-1 0 0,-1 0 0 0 0,1 1 1 0 0,-1-1-1 0 0,0 0 0 0 0,1 1 1 0 0,-1-1-1 0 0,1 0 0 0 0,-1 1 1 0 0,1-1-1 0 0,-1 0 0 0 0,1 1 1 0 0,-1-1-1 0 0,1 1 0 0 0,-1-1 1 0 0,1 1-1 0 0,-1 0 0 0 0,-24 27 921 0 0,25-27-951 0 0,-15 21 180 0 0,1 1 0 0 0,1 1 0 0 0,1 0 0 0 0,1 1 0 0 0,1 0 0 0 0,-10 42 0 0 0,-23 161 163 0 0,7 139-123 0 0,34-309-161 0 0,3 1 0 0 0,2 0-1 0 0,3 0 1 0 0,17 71 0 0 0,-18-111-64 0 0,1 0 0 0 0,1 0 0 0 0,0 0 0 0 0,2-1 1 0 0,0 0-1 0 0,1 0 0 0 0,0-1 0 0 0,2 0 0 0 0,0-1 1 0 0,16 16-1 0 0,-11-15-15 0 0,0-2 0 0 0,1 0 0 0 0,1-1 0 0 0,1-1 0 0 0,-1-1 0 0 0,2 0 0 0 0,0-2 1 0 0,31 12-1 0 0,-37-16-169 0 0,2-1 1 0 0,-1 0 0 0 0,0-1-1 0 0,1-1 1 0 0,0 0 0 0 0,0-1-1 0 0,0-1 1 0 0,0-1 0 0 0,0 0-1 0 0,24-5 1 0 0,-6-3-1104 0 0</inkml:trace>
</inkml:ink>
</file>

<file path=ppt/ink/ink3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30.847"/>
    </inkml:context>
    <inkml:brush xml:id="br0">
      <inkml:brushProperty name="width" value="0.1" units="cm"/>
      <inkml:brushProperty name="height" value="0.1" units="cm"/>
      <inkml:brushProperty name="color" value="#004F8B"/>
    </inkml:brush>
  </inkml:definitions>
  <inkml:trace contextRef="#ctx0" brushRef="#br0">54 502 9218 0 0,'-10'-18'1338'0'0,"-14"-38"0"0"0,19 42 285 0 0,0-1-1 0 0,2 0 1 0 0,-3-20-1 0 0,6 35-1575 0 0,0 0 1 0 0,-1 0-1 0 0,1-1 0 0 0,0 1 0 0 0,0 0 1 0 0,0 0-1 0 0,0-1 0 0 0,0 1 1 0 0,0 0-1 0 0,0 0 0 0 0,0-1 0 0 0,0 1 1 0 0,0 0-1 0 0,0 0 0 0 0,0 0 1 0 0,1-1-1 0 0,-1 1 0 0 0,0 0 1 0 0,0 0-1 0 0,0-1 0 0 0,0 1 0 0 0,0 0 1 0 0,0 0-1 0 0,0 0 0 0 0,1-1 1 0 0,-1 1-1 0 0,0 0 0 0 0,0 0 0 0 0,0 0 1 0 0,0 0-1 0 0,1 0 0 0 0,-1-1 1 0 0,0 1-1 0 0,0 0 0 0 0,0 0 0 0 0,1 0 1 0 0,-1 0-1 0 0,0 0 0 0 0,0 0 1 0 0,1 0-1 0 0,-1 0 0 0 0,0 0 1 0 0,0 0-1 0 0,1 0 0 0 0,-1 0 0 0 0,15 5 883 0 0,16 17-382 0 0,-30-21-427 0 0,105 88 751 0 0,-72-57-678 0 0,2-2 1 0 0,1-2 0 0 0,68 41 0 0 0,-101-67-182 0 0,0 0-1 0 0,0 0 1 0 0,1 0 0 0 0,-1 0-1 0 0,1-1 1 0 0,0 1-1 0 0,-1-1 1 0 0,1-1 0 0 0,0 1-1 0 0,0-1 1 0 0,0 1-1 0 0,6-2 1 0 0,-9 1 5 0 0,1-1 0 0 0,-1 0-1 0 0,1 0 1 0 0,-1 0 0 0 0,1 0 0 0 0,-1 0 0 0 0,0-1-1 0 0,1 1 1 0 0,-1-1 0 0 0,0 1 0 0 0,0-1-1 0 0,0 0 1 0 0,0 0 0 0 0,-1 0 0 0 0,1 0 0 0 0,0 0-1 0 0,-1 0 1 0 0,1-1 0 0 0,-1 1 0 0 0,0 0 0 0 0,0-1-1 0 0,0 1 1 0 0,1-4 0 0 0,8-28 138 0 0,-1 0 0 0 0,-1-1 0 0 0,3-50 0 0 0,4-18-432 0 0,-9 70 56 0 0,21-88-429 0 0,-22 105 177 0 0,0-1 0 0 0,2 1 0 0 0,0 0 0 0 0,0 1 0 0 0,11-16 0 0 0,5 6-2469 0 0,-22 24 2824 0 0,0 0 1 0 0,0 0-1 0 0,0 1 0 0 0,0-1 1 0 0,0 0-1 0 0,0 1 1 0 0,0-1-1 0 0,0 1 0 0 0,1 0 1 0 0,-1-1-1 0 0,0 1 1 0 0,0 0-1 0 0,0 0 0 0 0,1-1 1 0 0,-1 1-1 0 0,0 0 1 0 0,0 0-1 0 0,1 1 0 0 0,-1-1 1 0 0,0 0-1 0 0,0 0 0 0 0,1 0 1 0 0,1 2-1 0 0,6 4-43 0 0</inkml:trace>
</inkml:ink>
</file>

<file path=ppt/ink/ink3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31.369"/>
    </inkml:context>
    <inkml:brush xml:id="br0">
      <inkml:brushProperty name="width" value="0.1" units="cm"/>
      <inkml:brushProperty name="height" value="0.1" units="cm"/>
      <inkml:brushProperty name="color" value="#004F8B"/>
    </inkml:brush>
  </inkml:definitions>
  <inkml:trace contextRef="#ctx0" brushRef="#br0">6 10 8754 0 0,'-6'-9'3734'0'0,"23"29"-979"0"0,5 14-1757 0 0,-2 1-1 0 0,-1 1 1 0 0,-2 0-1 0 0,-2 2 1 0 0,16 57 0 0 0,-26-129-1034 0 0,2 0 0 0 0,20-57 0 0 0,-27 90 41 0 0,25-56 288 0 0,-25 55-255 0 0,1 0 0 0 0,0 0 0 0 0,0 1 0 0 0,0-1 0 0 0,0 0 0 0 0,0 1 0 0 0,0-1 0 0 0,0 1 0 0 0,1-1 0 0 0,-1 1 0 0 0,0-1 0 0 0,1 1 0 0 0,-1 0 0 0 0,1 0 0 0 0,0 0 0 0 0,-1 0 0 0 0,1 0 0 0 0,0 0 0 0 0,0 0-1 0 0,-1 1 1 0 0,1-1 0 0 0,0 0 0 0 0,0 1 0 0 0,0 0 0 0 0,0-1 0 0 0,0 1 0 0 0,3 0 0 0 0,-3 1-18 0 0,0 0 0 0 0,1 0 1 0 0,-1 1-1 0 0,0-1 0 0 0,0 1 0 0 0,0-1 0 0 0,-1 1 0 0 0,1 0 1 0 0,0 0-1 0 0,-1-1 0 0 0,1 1 0 0 0,-1 0 0 0 0,1 0 0 0 0,-1 1 1 0 0,0-1-1 0 0,2 4 0 0 0,14 42 170 0 0,-13-36-135 0 0,10 32-74 0 0,-6-18-1036 0 0,0 0 0 0 0,17 32 0 0 0,-14-37-6172 0 0</inkml:trace>
</inkml:ink>
</file>

<file path=ppt/ink/ink3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31.849"/>
    </inkml:context>
    <inkml:brush xml:id="br0">
      <inkml:brushProperty name="width" value="0.1" units="cm"/>
      <inkml:brushProperty name="height" value="0.1" units="cm"/>
      <inkml:brushProperty name="color" value="#004F8B"/>
    </inkml:brush>
  </inkml:definitions>
  <inkml:trace contextRef="#ctx0" brushRef="#br0">102 1 17508 0 0,'-1'19'870'0'0,"0"0"1"0"0,-1 0 0 0 0,-2 0-1 0 0,-6 23 1 0 0,-29 71-579 0 0,5-14-2786 0 0,26-61 1455 0 0,6-25 1007 0 0</inkml:trace>
</inkml:ink>
</file>

<file path=ppt/ink/ink3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33.052"/>
    </inkml:context>
    <inkml:brush xml:id="br0">
      <inkml:brushProperty name="width" value="0.1" units="cm"/>
      <inkml:brushProperty name="height" value="0.1" units="cm"/>
      <inkml:brushProperty name="color" value="#004F8B"/>
    </inkml:brush>
  </inkml:definitions>
  <inkml:trace contextRef="#ctx0" brushRef="#br0">102 24 9218 0 0,'-1'-2'206'0'0,"0"0"1"0"0,0 0-1 0 0,-1 1 1 0 0,1-1-1 0 0,0 1 1 0 0,-1-1-1 0 0,0 1 1 0 0,1 0-1 0 0,-1 0 1 0 0,0 0-1 0 0,1 0 1 0 0,-1 0-1 0 0,0 0 1 0 0,0 0-1 0 0,0 0 1 0 0,0 1-1 0 0,0-1 1 0 0,0 1-1 0 0,0-1 1 0 0,0 1-1 0 0,0 0 1 0 0,0 0-1 0 0,0 0 0 0 0,0 0 1 0 0,0 0-1 0 0,0 0 1 0 0,0 1-1 0 0,0-1 1 0 0,0 1-1 0 0,0-1 1 0 0,0 1-1 0 0,0 0 1 0 0,0 0-1 0 0,0-1 1 0 0,0 1-1 0 0,1 1 1 0 0,-1-1-1 0 0,0 0 1 0 0,1 0-1 0 0,-1 1 1 0 0,1-1-1 0 0,-1 1 1 0 0,1-1-1 0 0,0 1 1 0 0,0 0-1 0 0,-1-1 1 0 0,1 1-1 0 0,0 0 0 0 0,1 0 1 0 0,-1 0-1 0 0,-1 3 1 0 0,-4 25 387 0 0,2 0 0 0 0,0 0 1 0 0,2 37-1 0 0,9 92-364 0 0,-6-137-155 0 0,24 172-1075 0 0,6-68-7313 0 0,-25-111 4051 0 0</inkml:trace>
</inkml:ink>
</file>

<file path=ppt/ink/ink3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33.241"/>
    </inkml:context>
    <inkml:brush xml:id="br0">
      <inkml:brushProperty name="width" value="0.1" units="cm"/>
      <inkml:brushProperty name="height" value="0.1" units="cm"/>
      <inkml:brushProperty name="color" value="#004F8B"/>
    </inkml:brush>
  </inkml:definitions>
  <inkml:trace contextRef="#ctx0" brushRef="#br0">1 152 10138 0 0,'0'-1'70'0'0,"0"1"0"0"0,0-1 0 0 0,-1 0 0 0 0,1 1 0 0 0,0-1-1 0 0,0 0 1 0 0,0 0 0 0 0,0 1 0 0 0,0-1 0 0 0,0 0 0 0 0,0 0 0 0 0,0 1 0 0 0,1-1 0 0 0,-1 0-1 0 0,0 1 1 0 0,0-1 0 0 0,1 0 0 0 0,-1 1 0 0 0,0-1 0 0 0,1 0 0 0 0,-1 1 0 0 0,0-1-1 0 0,1 0 1 0 0,-1 1 0 0 0,1-1 0 0 0,-1 1 0 0 0,1-1 0 0 0,0 1 0 0 0,-1-1 0 0 0,1 1-1 0 0,-1 0 1 0 0,2-1 0 0 0,27-18 2323 0 0,-19 13-2085 0 0,21-15 520 0 0,1 2 1 0 0,51-23 0 0 0,-70 37-1197 0 0,0 1 0 0 0,0 0 0 0 0,1 0 0 0 0,13-1 0 0 0,-17 4-512 0 0,0 1 0 0 0,-1 0 0 0 0,1 0 0 0 0,0 0 0 0 0,0 2 0 0 0,15 3 0 0 0,-7-1-1573 0 0,-3-1-12 0 0</inkml:trace>
</inkml:ink>
</file>

<file path=ppt/ink/ink3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33.451"/>
    </inkml:context>
    <inkml:brush xml:id="br0">
      <inkml:brushProperty name="width" value="0.1" units="cm"/>
      <inkml:brushProperty name="height" value="0.1" units="cm"/>
      <inkml:brushProperty name="color" value="#004F8B"/>
    </inkml:brush>
  </inkml:definitions>
  <inkml:trace contextRef="#ctx0" brushRef="#br0">0 1 10594 0 0,'11'10'5453'0'0,"6"21"-2073"0"0,-14-25-2661 0 0,5 15-183 0 0,0 1 0 0 0,0 0 0 0 0,-2 0 0 0 0,-1 1 0 0 0,-1-1-1 0 0,2 42 1 0 0,7 35-1561 0 0,-10-84-251 0 0,1 0-1 0 0,0 0 0 0 0,1 0 1 0 0,9 18-1 0 0</inkml:trace>
</inkml:ink>
</file>

<file path=ppt/ink/ink3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33.747"/>
    </inkml:context>
    <inkml:brush xml:id="br0">
      <inkml:brushProperty name="width" value="0.1" units="cm"/>
      <inkml:brushProperty name="height" value="0.1" units="cm"/>
      <inkml:brushProperty name="color" value="#004F8B"/>
    </inkml:brush>
  </inkml:definitions>
  <inkml:trace contextRef="#ctx0" brushRef="#br0">0 0 8754 0 0,'27'21'6894'0'0,"-23"-18"-6268"0"0,1 0 0 0 0,0 1 0 0 0,-1-1-1 0 0,0 1 1 0 0,7 8 0 0 0,-6-5-416 0 0,0 0 1 0 0,-1 0-1 0 0,0 0 0 0 0,-1 1 1 0 0,1 0-1 0 0,-1-1 1 0 0,-1 1-1 0 0,0 0 1 0 0,2 14-1 0 0,-2-8-2541 0 0,-1 0 1 0 0,-1 23-1 0 0</inkml:trace>
</inkml:ink>
</file>

<file path=ppt/ink/ink3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33.889"/>
    </inkml:context>
    <inkml:brush xml:id="br0">
      <inkml:brushProperty name="width" value="0.1" units="cm"/>
      <inkml:brushProperty name="height" value="0.1" units="cm"/>
      <inkml:brushProperty name="color" value="#004F8B"/>
    </inkml:brush>
  </inkml:definitions>
  <inkml:trace contextRef="#ctx0" brushRef="#br0">1 0 9218 0 0,'0'0'816'0'0,"1"0"-656"0"0,2 2-160 0 0,0-2 0 0 0,-1 0 0 0 0,1 1-80 0 0,4 0 8 0 0,1 1 0 0 0,3 2 72 0 0,3 1 0 0 0,-5 2 0 0 0</inkml:trace>
</inkml:ink>
</file>

<file path=ppt/ink/ink3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35.114"/>
    </inkml:context>
    <inkml:brush xml:id="br0">
      <inkml:brushProperty name="width" value="0.1" units="cm"/>
      <inkml:brushProperty name="height" value="0.1" units="cm"/>
      <inkml:brushProperty name="color" value="#004F8B"/>
    </inkml:brush>
  </inkml:definitions>
  <inkml:trace contextRef="#ctx0" brushRef="#br0">122 93 6449 0 0,'-29'-25'695'0'0,"14"11"1530"0"0,-1 1 0 0 0,0 1 0 0 0,-30-17-1 0 0,106 60 2360 0 0,-35-18-4221 0 0,-1 2 0 0 0,0 1 0 0 0,30 26 0 0 0,23 29-49 0 0,-3 4 0 0 0,82 106-1 0 0,-114-125-346 0 0,-3 1-1 0 0,-2 1 1 0 0,-4 3-1 0 0,40 94 1 0 0,-62-124-99 0 0,-1 1 0 0 0,-1 0 0 0 0,-2 0 0 0 0,-2 1 1 0 0,0-1-1 0 0,-3 1 0 0 0,-1 48 0 0 0,-2-58-16 0 0,-1-1 1 0 0,-1 1-1 0 0,-1-1 1 0 0,-1 0 0 0 0,-1-1-1 0 0,-1 1 1 0 0,0-1-1 0 0,-2 0 1 0 0,-1-1-1 0 0,0 0 1 0 0,-24 33-1 0 0,11-26-1539 0 0,-1-4-4955 0 0</inkml:trace>
</inkml:ink>
</file>

<file path=ppt/ink/ink3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35.596"/>
    </inkml:context>
    <inkml:brush xml:id="br0">
      <inkml:brushProperty name="width" value="0.1" units="cm"/>
      <inkml:brushProperty name="height" value="0.1" units="cm"/>
      <inkml:brushProperty name="color" value="#004F8B"/>
    </inkml:brush>
  </inkml:definitions>
  <inkml:trace contextRef="#ctx0" brushRef="#br0">4 38 7834 0 0,'0'0'146'0'0,"-1"-1"0"0"0,1 0 0 0 0,-1 0 0 0 0,1 0 1 0 0,0 1-1 0 0,-1-1 0 0 0,1 0 0 0 0,0 0 0 0 0,0 0 0 0 0,0 0 1 0 0,-1 0-1 0 0,1 0 0 0 0,0 0 0 0 0,0 1 0 0 0,0-1 1 0 0,0 0-1 0 0,1 0 0 0 0,-1 0 0 0 0,0 0 0 0 0,0 0 0 0 0,0 0 1 0 0,1 0-1 0 0,-1 1 0 0 0,1-1 0 0 0,-1 0 0 0 0,0 0 1 0 0,1 0-1 0 0,0 0 0 0 0,1 0 43 0 0,-1-1 1 0 0,1 1-1 0 0,0 0 1 0 0,0 0-1 0 0,-1 0 1 0 0,1 0-1 0 0,0 1 1 0 0,0-1-1 0 0,0 0 1 0 0,0 1-1 0 0,0-1 1 0 0,2 1-1 0 0,5-1 298 0 0,0 0-1 0 0,-1 1 0 0 0,1 0 0 0 0,-1 1 0 0 0,11 1 0 0 0,-12 0-327 0 0,-1 0 0 0 0,0 0 0 0 0,1 0 0 0 0,-1 1 0 0 0,0 0 0 0 0,0 0 0 0 0,-1 0 0 0 0,1 1 0 0 0,-1 0 0 0 0,0 0 0 0 0,0 0 0 0 0,0 1 1 0 0,0-1-1 0 0,-1 1 0 0 0,0 0 0 0 0,0 1 0 0 0,0-1 0 0 0,0 1 0 0 0,-1 0 0 0 0,0 0 0 0 0,0 0 0 0 0,-1 0 0 0 0,3 9 0 0 0,-3-6-123 0 0,1 1 0 0 0,-2-1 0 0 0,1 1 0 0 0,-2 0 0 0 0,1 0-1 0 0,-1-1 1 0 0,-1 1 0 0 0,1 0 0 0 0,-2-1 0 0 0,1 1 0 0 0,-1 0 0 0 0,-1-1 0 0 0,0 0 0 0 0,0 1 0 0 0,-6 9 0 0 0,-18 25 801 0 0,37-74 382 0 0,3 10-1230 0 0,1 0-1 0 0,25-26 0 0 0,-11 16-169 0 0</inkml:trace>
</inkml:ink>
</file>

<file path=ppt/ink/ink3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41.946"/>
    </inkml:context>
    <inkml:brush xml:id="br0">
      <inkml:brushProperty name="width" value="0.1" units="cm"/>
      <inkml:brushProperty name="height" value="0.1" units="cm"/>
      <inkml:brushProperty name="color" value="#004F8B"/>
    </inkml:brush>
  </inkml:definitions>
  <inkml:trace contextRef="#ctx0" brushRef="#br0">0 1 2761 0 0,'4'1'166'0'0,"-1"0"0"0"0,0 1 0 0 0,0-1 0 0 0,0 1 0 0 0,0 0 0 0 0,0 0 0 0 0,-1 0 0 0 0,1 1 0 0 0,2 2 0 0 0,-1 1 74 0 0,0 1 0 0 0,-1 0 0 0 0,1 0 0 0 0,-2 0 1 0 0,1 0-1 0 0,-1 1 0 0 0,0-1 0 0 0,0 1 0 0 0,0 10 0 0 0,1 12 729 0 0,-3 34-1 0 0,0-6-113 0 0,2-33-654 0 0,5 101 685 0 0,-16 218-1 0 0,-13-108 250 0 0,13 359 0 0 0,21-283-745 0 0,40 649 1735 0 0,16 178-748 0 0,-27-376-689 0 0,-38 288-749 0 0,-7-894 58 0 0,3 655-702 0 0,4-591 610 0 0,-2 79 95 0 0,35 963 0 0 0,-20-1056-227 0 0,77 734 479 0 0,4-222 2150 0 0,-92-679-3328 0 0,1 1-3735 0 0,-1-3-1533 0 0</inkml:trace>
</inkml:ink>
</file>

<file path=ppt/ink/ink3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42.711"/>
    </inkml:context>
    <inkml:brush xml:id="br0">
      <inkml:brushProperty name="width" value="0.1" units="cm"/>
      <inkml:brushProperty name="height" value="0.1" units="cm"/>
      <inkml:brushProperty name="color" value="#004F8B"/>
    </inkml:brush>
  </inkml:definitions>
  <inkml:trace contextRef="#ctx0" brushRef="#br0">0 691 1840 0 0,'199'-63'1287'0'0,"-74"21"-1313"0"0,112-34-33 0 0,109-33 502 0 0,135-21-10 0 0,10 39-22 0 0,789-15 1735 0 0,-550 55-2500 0 0,-123 29-303 0 0,-565 23 835 0 0,25 0-688 0 0,116 18-1 0 0,-180-19 509 0 0,1 0 0 0 0,-1 1 0 0 0,0 0 0 0 0,1 0 0 0 0,-1 0 0 0 0,0 0 0 0 0,1 1 0 0 0,-1-1 0 0 0,0 1 0 0 0,0 0 1 0 0,0 0-1 0 0,3 2 0 0 0,-3 2-65 0 0</inkml:trace>
</inkml:ink>
</file>

<file path=ppt/ink/ink3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28:43.832"/>
    </inkml:context>
    <inkml:brush xml:id="br0">
      <inkml:brushProperty name="width" value="0.1" units="cm"/>
      <inkml:brushProperty name="height" value="0.1" units="cm"/>
      <inkml:brushProperty name="color" value="#004F8B"/>
    </inkml:brush>
  </inkml:definitions>
  <inkml:trace contextRef="#ctx0" brushRef="#br0">4501 1 5985 0 0,'-1'0'134'0'0,"1"1"1"0"0,-1-1-1 0 0,1 1 0 0 0,-1-1 0 0 0,1 1 0 0 0,0-1 1 0 0,-1 1-1 0 0,1 0 0 0 0,0-1 0 0 0,-1 1 0 0 0,1-1 1 0 0,0 1-1 0 0,0 0 0 0 0,0-1 0 0 0,0 1 0 0 0,0 0 1 0 0,0-1-1 0 0,0 1 0 0 0,0 0 0 0 0,0-1 0 0 0,0 1 0 0 0,0 0 1 0 0,0-1-1 0 0,0 1 0 0 0,0 0 0 0 0,0-1 0 0 0,1 1 1 0 0,-1 0-1 0 0,1 0 0 0 0,3 28 1433 0 0,-4-29-1565 0 0,10 56 665 0 0,-3 1 0 0 0,-2 0 0 0 0,-4 97 0 0 0,-34 896-1061 0 0,34-882 355 0 0,-18 575-80 0 0,-1-513-111 0 0,-29 603-367 0 0,34-288 2047 0 0,1 172-808 0 0,36 541 59 0 0,-18-1024-776 0 0,71 780 1498 0 0,-75-1002-1420 0 0,94 903 84 0 0,17 74 385 0 0,13-448-1184 0 0,-96-426-26 0 0,-12-46 559 0 0,3 7-329 0 0,-4 0 0 0 0,16 156 0 0 0,-32-215 392 0 0,-1 51-1352 0 0,0-64 1405 0 0,0 0 0 0 0,-1 0 0 0 0,0 0 1 0 0,0 0-1 0 0,0 0 0 0 0,0 0 0 0 0,0 0 0 0 0,-1 0 0 0 0,0-1 0 0 0,0 1 0 0 0,0 0 0 0 0,0-1 0 0 0,-4 5 1 0 0,0-5 402 0 0,1 0 0 0 0,-1-1 0 0 0,0 1 0 0 0,0-1 0 0 0,0-1 0 0 0,0 1 0 0 0,0-1 1 0 0,-13 1-1 0 0,6 0-49 0 0,-392 43-137 0 0,-2-35 222 0 0,-115 8 224 0 0,-818 25 3553 0 0,1336-43-4150 0 0,-574-21 1017 0 0,48-5 209 0 0,-261 12-1634 0 0,566 8-1652 0 0,179 3 1089 0 0</inkml:trace>
</inkml:ink>
</file>

<file path=ppt/ink/ink3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5:53.708"/>
    </inkml:context>
    <inkml:brush xml:id="br0">
      <inkml:brushProperty name="width" value="0.1" units="cm"/>
      <inkml:brushProperty name="height" value="0.1" units="cm"/>
      <inkml:brushProperty name="color" value="#F6630D"/>
    </inkml:brush>
  </inkml:definitions>
  <inkml:trace contextRef="#ctx0" brushRef="#br0">548 43 4145 0 0,'0'-9'1065'0'0,"-6"-24"6462"0"0,-6 41-5314 0 0,-3 10-1723 0 0,1 1 0 0 0,2 0 0 0 0,0 1 1 0 0,0 0-1 0 0,2 1 0 0 0,-9 26 0 0 0,8-22-231 0 0,-230 475 416 0 0,69-154 37 0 0,170-341-1002 0 0,0 0 0 0 0,0 0-1 0 0,1 0 1 0 0,0 0 0 0 0,-1 0 0 0 0,1 7 0 0 0,2-9-1110 0 0</inkml:trace>
</inkml:ink>
</file>

<file path=ppt/ink/ink3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5:54.181"/>
    </inkml:context>
    <inkml:brush xml:id="br0">
      <inkml:brushProperty name="width" value="0.1" units="cm"/>
      <inkml:brushProperty name="height" value="0.1" units="cm"/>
      <inkml:brushProperty name="color" value="#F6630D"/>
    </inkml:brush>
  </inkml:definitions>
  <inkml:trace contextRef="#ctx0" brushRef="#br0">564 29 4609 0 0,'-21'-16'1549'0'0,"18"7"1439"0"0,15 5 1041 0 0,-9 5-3776 0 0,0-1 0 0 0,0 1 1 0 0,-1-1-1 0 0,1 1 0 0 0,0 0 0 0 0,-1 0 1 0 0,1 0-1 0 0,-1 1 0 0 0,1-1 1 0 0,-1 1-1 0 0,0-1 0 0 0,1 1 0 0 0,-1 0 1 0 0,3 3-1 0 0,29 34 969 0 0,-27-30-815 0 0,151 222 1919 0 0,8 9-1453 0 0,-128-194-792 0 0,180 204 127 0 0,-217-250-205 0 0,-1 1-1 0 0,1-1 0 0 0,-1 0 0 0 0,0 1 1 0 0,1-1-1 0 0,-1 1 0 0 0,1-1 0 0 0,-1 1 1 0 0,0-1-1 0 0,0 1 0 0 0,1-1 0 0 0,-1 1 1 0 0,0-1-1 0 0,0 1 0 0 0,0-1 1 0 0,0 1-1 0 0,1 0 0 0 0,-1-1 0 0 0,0 1 1 0 0,0-1-1 0 0,0 1 0 0 0,0 0 0 0 0,0-1 1 0 0,0 1-1 0 0,-1-1 0 0 0,1 1 0 0 0,0-1 1 0 0,0 2-1 0 0,-16 12 102 0 0,-31 4 70 0 0,39-16-164 0 0,-61 17-143 0 0,0-3 0 0 0,-126 11 0 0 0,-11 2-26 0 0,-219 42 43 0 0,263-42-4053 0 0,141-24-2295 0 0</inkml:trace>
</inkml:ink>
</file>

<file path=ppt/ink/ink3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5:55.021"/>
    </inkml:context>
    <inkml:brush xml:id="br0">
      <inkml:brushProperty name="width" value="0.1" units="cm"/>
      <inkml:brushProperty name="height" value="0.1" units="cm"/>
      <inkml:brushProperty name="color" value="#F6630D"/>
    </inkml:brush>
  </inkml:definitions>
  <inkml:trace contextRef="#ctx0" brushRef="#br0">347 183 4833 0 0,'32'-12'520'0'0,"-233"49"-83"0"0,171-32-64 0 0,-93 11 2282 0 0,98-13 1218 0 0,445-43-1326 0 0,-263 22-1588 0 0,804-137 1696 0 0,-820 138-6739 0 0,-121 16-1394 0 0</inkml:trace>
</inkml:ink>
</file>

<file path=ppt/ink/ink3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5:55.472"/>
    </inkml:context>
    <inkml:brush xml:id="br0">
      <inkml:brushProperty name="width" value="0.1" units="cm"/>
      <inkml:brushProperty name="height" value="0.1" units="cm"/>
      <inkml:brushProperty name="color" value="#F6630D"/>
    </inkml:brush>
  </inkml:definitions>
  <inkml:trace contextRef="#ctx0" brushRef="#br0">111 1346 5985 0 0,'-10'-7'6398'0'0,"3"-12"-4609"0"0,6 15-1694 0 0,-25-98 2154 0 0,-23-194-1 0 0,35 114-1781 0 0,11-220 1 0 0,5 197-2899 0 0,-2 177 1611 0 0,-1 14-55 0 0,1 1 1 0 0,0-1-1 0 0,1 0 0 0 0,0 1 0 0 0,4-14 1 0 0,-2 21-843 0 0</inkml:trace>
</inkml:ink>
</file>

<file path=ppt/ink/ink3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5:55.886"/>
    </inkml:context>
    <inkml:brush xml:id="br0">
      <inkml:brushProperty name="width" value="0.1" units="cm"/>
      <inkml:brushProperty name="height" value="0.1" units="cm"/>
      <inkml:brushProperty name="color" value="#F6630D"/>
    </inkml:brush>
  </inkml:definitions>
  <inkml:trace contextRef="#ctx0" brushRef="#br0">168 310 2761 0 0,'-85'0'-489'0'0,"2"0"5883"0"0,98-2-4588 0 0,0-1 1 0 0,-1-1 0 0 0,26-9 0 0 0,-18 6-447 0 0,138-36 1695 0 0,225-29 1 0 0,-229 46-1601 0 0,441-42-419 0 0,2 40-2850 0 0,-533 26 2336 0 0,-60 2 420 0 0,62-1-744 0 0,-1-4 0 0 0,0-2 1 0 0,66-16-1 0 0,-112 17-2583 0 0</inkml:trace>
</inkml:ink>
</file>

<file path=ppt/ink/ink3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5:56.349"/>
    </inkml:context>
    <inkml:brush xml:id="br0">
      <inkml:brushProperty name="width" value="0.1" units="cm"/>
      <inkml:brushProperty name="height" value="0.1" units="cm"/>
      <inkml:brushProperty name="color" value="#F6630D"/>
    </inkml:brush>
  </inkml:definitions>
  <inkml:trace contextRef="#ctx0" brushRef="#br0">15 32 2304 0 0,'-15'-32'10256'0'0,"18"38"-10000"0"0,0-1 0 0 0,0 1-1 0 0,-1-1 1 0 0,1 1 0 0 0,-1 0 0 0 0,-1 0-1 0 0,1 0 1 0 0,0 8 0 0 0,4 53 815 0 0,-5-47-754 0 0,19 408 1987 0 0,9 121-1606 0 0,6 210-116 0 0,-30-614-312 0 0,7-1 0 0 0,51 249 0 0 0,-51-325-30 0 0,-8-43-927 0 0,0 0 1 0 0,15 45-1 0 0,-15-62-1323 0 0</inkml:trace>
</inkml:ink>
</file>

<file path=ppt/ink/ink3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5:57.012"/>
    </inkml:context>
    <inkml:brush xml:id="br0">
      <inkml:brushProperty name="width" value="0.1" units="cm"/>
      <inkml:brushProperty name="height" value="0.1" units="cm"/>
      <inkml:brushProperty name="color" value="#F6630D"/>
    </inkml:brush>
  </inkml:definitions>
  <inkml:trace contextRef="#ctx0" brushRef="#br0">0 1 5529 0 0,'54'28'2665'0'0,"136"63"2086"0"0,28 13-2590 0 0,-53-33-1551 0 0,-4 7 1 0 0,-4 7-1 0 0,155 111 1 0 0,2 5-802 0 0,-251-168 181 0 0,1-3 1 0 0,1-2-1 0 0,87 24 0 0 0,-141-49 239 0 0,-6-1-51 0 0,-1 0 1 0 0,1-1-1 0 0,0 1 0 0 0,0-1 0 0 0,0 0 1 0 0,-1-1-1 0 0,1 1 0 0 0,0-1 1 0 0,0 0-1 0 0,10-1 236 0 0,-42 4-194 0 0,15 3-314 0 0,1 0 0 0 0,-1 1 1 0 0,1 0-1 0 0,1 0 0 0 0,-1 2 0 0 0,1-1 0 0 0,1 1 0 0 0,-10 11 0 0 0,-65 91 111 0 0,38-47 15 0 0,-261 281 354 0 0,-38 51-142 0 0,106-115 520 0 0,231-272-845 0 0,-21 24-734 0 0,-33 46 0 0 0,86-94-6470 0 0,-15-6 6657 0 0</inkml:trace>
</inkml:ink>
</file>

<file path=ppt/ink/ink3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5:57.281"/>
    </inkml:context>
    <inkml:brush xml:id="br0">
      <inkml:brushProperty name="width" value="0.1" units="cm"/>
      <inkml:brushProperty name="height" value="0.1" units="cm"/>
      <inkml:brushProperty name="color" value="#F6630D"/>
    </inkml:brush>
  </inkml:definitions>
  <inkml:trace contextRef="#ctx0" brushRef="#br0">0 95 6913 0 0,'1'-1'36'0'0,"-1"0"-1"0"0,1 0 1 0 0,-1 0-1 0 0,0 1 1 0 0,1-1-1 0 0,-1 0 1 0 0,1 1-1 0 0,0-1 1 0 0,-1 0-1 0 0,1 1 1 0 0,-1-1-1 0 0,1 1 1 0 0,0-1-1 0 0,0 1 0 0 0,-1-1 1 0 0,1 1-1 0 0,0 0 1 0 0,0-1-1 0 0,-1 1 1 0 0,1 0-1 0 0,0-1 1 0 0,2 1-1 0 0,26-7-82 0 0,-18 4 135 0 0,199-49 3631 0 0,-166 44-4757 0 0,54-3 0 0 0,-86 11 542 0 0,-1 0 1 0 0,1 1 0 0 0,0 0-1 0 0,16 3 1 0 0,-8 2 392 0 0</inkml:trace>
</inkml:ink>
</file>

<file path=ppt/ink/ink3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5:57.534"/>
    </inkml:context>
    <inkml:brush xml:id="br0">
      <inkml:brushProperty name="width" value="0.1" units="cm"/>
      <inkml:brushProperty name="height" value="0.1" units="cm"/>
      <inkml:brushProperty name="color" value="#F6630D"/>
    </inkml:brush>
  </inkml:definitions>
  <inkml:trace contextRef="#ctx0" brushRef="#br0">0 112 6913 0 0,'8'-4'290'0'0,"0"1"0"0"0,0-1 0 0 0,0 1 0 0 0,1 1 0 0 0,-1 0 0 0 0,14-2 0 0 0,16-5 440 0 0,56-25 1557 0 0,42-11-2495 0 0,-119 43-1903 0 0,-12 4 1024 0 0</inkml:trace>
</inkml:ink>
</file>

<file path=ppt/ink/ink3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5:57.773"/>
    </inkml:context>
    <inkml:brush xml:id="br0">
      <inkml:brushProperty name="width" value="0.1" units="cm"/>
      <inkml:brushProperty name="height" value="0.1" units="cm"/>
      <inkml:brushProperty name="color" value="#F6630D"/>
    </inkml:brush>
  </inkml:definitions>
  <inkml:trace contextRef="#ctx0" brushRef="#br0">0 1 5529 0 0,'2'1'211'0'0,"0"0"0"0"0,0-1 0 0 0,-1 1 0 0 0,1 0-1 0 0,0 0 1 0 0,-1 1 0 0 0,1-1 0 0 0,-1 0 0 0 0,1 0 0 0 0,-1 1 0 0 0,0-1-1 0 0,0 1 1 0 0,0-1 0 0 0,0 1 0 0 0,0 0 0 0 0,2 2 0 0 0,14 29 3239 0 0,-10-15-1693 0 0,-1 1 1 0 0,0 0-1 0 0,4 30 0 0 0,-6-18-1587 0 0,0 51-1 0 0,-6-21-3448 0 0,-17 99 1 0 0,11-120 3130 0 0</inkml:trace>
</inkml:ink>
</file>

<file path=ppt/ink/ink3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5:58.679"/>
    </inkml:context>
    <inkml:brush xml:id="br0">
      <inkml:brushProperty name="width" value="0.1" units="cm"/>
      <inkml:brushProperty name="height" value="0.1" units="cm"/>
      <inkml:brushProperty name="color" value="#F6630D"/>
    </inkml:brush>
  </inkml:definitions>
  <inkml:trace contextRef="#ctx0" brushRef="#br0">1 6 8754 0 0,'3'-5'5266'0'0,"-2"5"-5159"0"0,7 6 2142 0 0,4 9-1695 0 0,-2 2-201 0 0,-2 0-1 0 0,0 1 0 0 0,0 0 0 0 0,-2 0 1 0 0,0 0-1 0 0,-1 1 0 0 0,3 28 1 0 0,0-8-98 0 0,36 271 834 0 0,-16-86-937 0 0,-22-192-220 0 0,1-1 0 0 0,2-1 0 0 0,1 1 0 0 0,23 46 0 0 0,36 47-3901 0 0,-62-111-290 0 0</inkml:trace>
</inkml:ink>
</file>

<file path=ppt/ink/ink3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5:59.219"/>
    </inkml:context>
    <inkml:brush xml:id="br0">
      <inkml:brushProperty name="width" value="0.1" units="cm"/>
      <inkml:brushProperty name="height" value="0.1" units="cm"/>
      <inkml:brushProperty name="color" value="#F6630D"/>
    </inkml:brush>
  </inkml:definitions>
  <inkml:trace contextRef="#ctx0" brushRef="#br0">0 136 8290 0 0,'19'-2'674'0'0,"-1"0"0"0"0,1-1 1 0 0,31-10-1 0 0,0 0 456 0 0,51-8 513 0 0,172-33 612 0 0,-90 28-7405 0 0,-164 24 3647 0 0</inkml:trace>
</inkml:ink>
</file>

<file path=ppt/ink/ink3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5:59.457"/>
    </inkml:context>
    <inkml:brush xml:id="br0">
      <inkml:brushProperty name="width" value="0.1" units="cm"/>
      <inkml:brushProperty name="height" value="0.1" units="cm"/>
      <inkml:brushProperty name="color" value="#F6630D"/>
    </inkml:brush>
  </inkml:definitions>
  <inkml:trace contextRef="#ctx0" brushRef="#br0">1 1 14283 0 0,'7'5'272'0'0,"1"0"0"0"0,-1 0 0 0 0,1 0 0 0 0,0-1 0 0 0,1-1 0 0 0,-1 1 0 0 0,0-1 0 0 0,17 3 0 0 0,11 5 755 0 0,-5 3-912 0 0,0 1 0 0 0,-1 2 0 0 0,-1 1 0 0 0,43 34-1 0 0,26 16-5006 0 0,-81-59-106 0 0</inkml:trace>
</inkml:ink>
</file>

<file path=ppt/ink/ink3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5:59.647"/>
    </inkml:context>
    <inkml:brush xml:id="br0">
      <inkml:brushProperty name="width" value="0.1" units="cm"/>
      <inkml:brushProperty name="height" value="0.1" units="cm"/>
      <inkml:brushProperty name="color" value="#F6630D"/>
    </inkml:brush>
  </inkml:definitions>
  <inkml:trace contextRef="#ctx0" brushRef="#br0">257 0 4145 0 0,'-6'8'1158'0'0,"-1"1"1"0"0,1-1-1 0 0,1 1 1 0 0,-7 13-1 0 0,-4 6 123 0 0,-74 110 1971 0 0,-9-5-4318 0 0,87-110-1419 0 0,12-23 2384 0 0,-1 1-1 0 0,1-1 1 0 0,0 0 0 0 0,-1 1-1 0 0,1-1 1 0 0,0 0 0 0 0,0 1-1 0 0,-1-1 1 0 0,1 1 0 0 0,0-1-1 0 0,0 1 1 0 0,0-1 0 0 0,-1 1-1 0 0,1-1 1 0 0,0 0 0 0 0,0 1-1 0 0,0-1 1 0 0,0 1 0 0 0,0-1-1 0 0,0 1 1 0 0,0-1 0 0 0,0 1-1 0 0,0-1 1 0 0,0 1 0 0 0,1-1-1 0 0,-1 1 1 0 0,0-1 0 0 0,0 1-1 0 0,0-1 1 0 0,0 1-1 0 0,1-1 1 0 0,-1 0 0 0 0,0 1-1 0 0,0-1 1 0 0,1 1 0 0 0,-1-1-1 0 0,0 0 1 0 0,1 1 0 0 0,-1-1-1 0 0,0 0 1 0 0,1 0 0 0 0,-1 1-1 0 0,1-1 1 0 0,-1 0 0 0 0,1 1-1 0 0,5-3-50 0 0</inkml:trace>
</inkml:ink>
</file>

<file path=ppt/ink/ink3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00.106"/>
    </inkml:context>
    <inkml:brush xml:id="br0">
      <inkml:brushProperty name="width" value="0.1" units="cm"/>
      <inkml:brushProperty name="height" value="0.1" units="cm"/>
      <inkml:brushProperty name="color" value="#F6630D"/>
    </inkml:brush>
  </inkml:definitions>
  <inkml:trace contextRef="#ctx0" brushRef="#br0">599 0 4609 0 0,'-1'0'353'0'0,"-20"1"2288"0"0,0 0-1 0 0,-38 9 0 0 0,-90 34-842 0 0,90-24-1188 0 0,-196 54-1925 0 0,238-67-222 0 0,0 1-3060 0 0</inkml:trace>
</inkml:ink>
</file>

<file path=ppt/ink/ink3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00.464"/>
    </inkml:context>
    <inkml:brush xml:id="br0">
      <inkml:brushProperty name="width" value="0.1" units="cm"/>
      <inkml:brushProperty name="height" value="0.1" units="cm"/>
      <inkml:brushProperty name="color" value="#F6630D"/>
    </inkml:brush>
  </inkml:definitions>
  <inkml:trace contextRef="#ctx0" brushRef="#br0">56 11 4145 0 0,'-1'-1'158'0'0,"1"0"-1"0"0,-1 0 1 0 0,1 1 0 0 0,-1-1-1 0 0,1 0 1 0 0,-1 1 0 0 0,0-1-1 0 0,1 1 1 0 0,-1-1 0 0 0,0 1-1 0 0,0-1 1 0 0,0 1-1 0 0,1-1 1 0 0,-1 1 0 0 0,0 0-1 0 0,0-1 1 0 0,0 1 0 0 0,0 0-1 0 0,0 0 1 0 0,1 0 0 0 0,-1 0-1 0 0,0 0 1 0 0,0 0 0 0 0,0 0-1 0 0,0 0 1 0 0,0 0 0 0 0,0 0-1 0 0,0 0 1 0 0,1 1 0 0 0,-1-1-1 0 0,0 0 1 0 0,0 0 0 0 0,0 1-1 0 0,0-1 1 0 0,1 1 0 0 0,-1-1-1 0 0,0 1 1 0 0,1-1 0 0 0,-1 1-1 0 0,0-1 1 0 0,1 1 0 0 0,-1 0-1 0 0,0-1 1 0 0,1 1 0 0 0,-1 1-1 0 0,-1 1 376 0 0,0 0-1 0 0,0 1 0 0 0,0-1 1 0 0,1 1-1 0 0,-1-1 1 0 0,1 1-1 0 0,0 0 0 0 0,-1 6 1 0 0,-1 23 162 0 0,1 0 1 0 0,2 1 0 0 0,1-1 0 0 0,1 0-1 0 0,8 35 1 0 0,95 529 1140 0 0,-77-460-1629 0 0,8 60-640 0 0,-35-185 312 0 0,1 4-710 0 0,0 0 0 0 0,-2 1 0 0 0,-1 27 0 0 0,-2-29-661 0 0</inkml:trace>
</inkml:ink>
</file>

<file path=ppt/ink/ink3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00.724"/>
    </inkml:context>
    <inkml:brush xml:id="br0">
      <inkml:brushProperty name="width" value="0.1" units="cm"/>
      <inkml:brushProperty name="height" value="0.1" units="cm"/>
      <inkml:brushProperty name="color" value="#F6630D"/>
    </inkml:brush>
  </inkml:definitions>
  <inkml:trace contextRef="#ctx0" brushRef="#br0">0 98 7370 0 0,'46'-24'3591'0'0,"111"-31"2133"0"0,-135 49-5577 0 0,39-4-1 0 0,-47 8-1044 0 0,0 2 1 0 0,0-1-1 0 0,25 5 0 0 0,-24-2-4079 0 0</inkml:trace>
</inkml:ink>
</file>

<file path=ppt/ink/ink3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00.969"/>
    </inkml:context>
    <inkml:brush xml:id="br0">
      <inkml:brushProperty name="width" value="0.1" units="cm"/>
      <inkml:brushProperty name="height" value="0.1" units="cm"/>
      <inkml:brushProperty name="color" value="#F6630D"/>
    </inkml:brush>
  </inkml:definitions>
  <inkml:trace contextRef="#ctx0" brushRef="#br0">1 1 2761 0 0,'0'2'3598'0'0,"7"3"-602"0"0,21 7 1429 0 0,3 2-1267 0 0,-9 2-2338 0 0,-1 1 0 0 0,-1 1 0 0 0,0 1 0 0 0,30 38 0 0 0,-25-28-1483 0 0,42 37 0 0 0,-58-59-528 0 0,0-3-310 0 0</inkml:trace>
</inkml:ink>
</file>

<file path=ppt/ink/ink3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01.124"/>
    </inkml:context>
    <inkml:brush xml:id="br0">
      <inkml:brushProperty name="width" value="0.1" units="cm"/>
      <inkml:brushProperty name="height" value="0.1" units="cm"/>
      <inkml:brushProperty name="color" value="#F6630D"/>
    </inkml:brush>
  </inkml:definitions>
  <inkml:trace contextRef="#ctx0" brushRef="#br0">175 51 3193 0 0,'2'-6'51'0'0,"-1"4"-16"0"0,1 0 0 0 0,-1 0 0 0 0,0 0 1 0 0,0 0-1 0 0,-1-1 0 0 0,1 1 0 0 0,0 0 1 0 0,-1 0-1 0 0,0-1 0 0 0,1 1 0 0 0,-1 0 1 0 0,0-1-1 0 0,0 1 0 0 0,0 0 0 0 0,-3-6 766 0 0,3 8-610 0 0,-1-1 1 0 0,1 1-1 0 0,-1 0 0 0 0,1-1 1 0 0,-1 1-1 0 0,1 0 1 0 0,-1-1-1 0 0,1 1 0 0 0,-1 0 1 0 0,1 0-1 0 0,-1 0 0 0 0,1 0 1 0 0,-1 0-1 0 0,0 0 1 0 0,1 0-1 0 0,-1 0 0 0 0,1 0 1 0 0,-1 0-1 0 0,0 0 0 0 0,1 0 1 0 0,-1 0-1 0 0,1 0 0 0 0,-1 0 1 0 0,1 0-1 0 0,-1 1 1 0 0,1-1-1 0 0,-1 0 0 0 0,1 0 1 0 0,-1 1-1 0 0,1-1 0 0 0,-2 2 575 0 0,1-1-575 0 0,-21 18 1833 0 0,20-18-1599 0 0,-23 24 1300 0 0,-24 31 0 0 0,37-41-2318 0 0,1 0 0 0 0,0 1 0 0 0,-13 30 0 0 0,16-28-4866 0 0</inkml:trace>
</inkml:ink>
</file>

<file path=ppt/ink/ink3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01.913"/>
    </inkml:context>
    <inkml:brush xml:id="br0">
      <inkml:brushProperty name="width" value="0.1" units="cm"/>
      <inkml:brushProperty name="height" value="0.1" units="cm"/>
      <inkml:brushProperty name="color" value="#F6630D"/>
    </inkml:brush>
  </inkml:definitions>
  <inkml:trace contextRef="#ctx0" brushRef="#br0">143 1469 6449 0 0,'0'1'122'0'0,"1"-1"0"0"0,-1 0-1 0 0,1 1 1 0 0,0-1-1 0 0,-1 0 1 0 0,1 0-1 0 0,-1 1 1 0 0,1-1 0 0 0,0 0-1 0 0,-1 0 1 0 0,1 0-1 0 0,0 0 1 0 0,-1 0 0 0 0,1 0-1 0 0,-1 0 1 0 0,1 0-1 0 0,0 0 1 0 0,-1 0-1 0 0,1 0 1 0 0,0 0 0 0 0,-1-1-1 0 0,1 1 1 0 0,-1 0-1 0 0,1 0 1 0 0,0-1 0 0 0,-1 1-1 0 0,1 0 1 0 0,-1-1-1 0 0,1 1 1 0 0,-1 0-1 0 0,1-1 1 0 0,-1 1 0 0 0,1-1-1 0 0,-1 1 1 0 0,0-1-1 0 0,1 1 1 0 0,-1-1 0 0 0,0 1-1 0 0,1-1 1 0 0,-1 0-1 0 0,0 1 1 0 0,0-1-1 0 0,1 1 1 0 0,-1-1 0 0 0,0-1-1 0 0,12-27 2445 0 0,-10 15-2112 0 0,-1 0 0 0 0,0 0-1 0 0,-1 0 1 0 0,-1 0 0 0 0,0 0-1 0 0,-3-16 1 0 0,-24-86 105 0 0,19 79-441 0 0,8 35-115 0 0,-80-332 409 0 0,61 229-112 0 0,-9-128 0 0 0,22-159-1661 0 0,7 382 724 0 0,1 0 1 0 0,0 1 0 0 0,0-1 0 0 0,1 1 0 0 0,1-1 0 0 0,4-12 0 0 0,2 6-4448 0 0</inkml:trace>
</inkml:ink>
</file>

<file path=ppt/ink/ink3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02.230"/>
    </inkml:context>
    <inkml:brush xml:id="br0">
      <inkml:brushProperty name="width" value="0.1" units="cm"/>
      <inkml:brushProperty name="height" value="0.1" units="cm"/>
      <inkml:brushProperty name="color" value="#F6630D"/>
    </inkml:brush>
  </inkml:definitions>
  <inkml:trace contextRef="#ctx0" brushRef="#br0">50 131 3225 0 0,'-17'4'-63'0'0,"-15"10"10017"0"0,55-12-8064 0 0,97-2-701 0 0,-1-6 0 0 0,1-6 1 0 0,197-44-1 0 0,-298 52-1262 0 0,210-49 382 0 0,-76 33-4907 0 0,-144 20 2557 0 0</inkml:trace>
</inkml:ink>
</file>

<file path=ppt/ink/ink3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02.772"/>
    </inkml:context>
    <inkml:brush xml:id="br0">
      <inkml:brushProperty name="width" value="0.1" units="cm"/>
      <inkml:brushProperty name="height" value="0.1" units="cm"/>
      <inkml:brushProperty name="color" value="#F6630D"/>
    </inkml:brush>
  </inkml:definitions>
  <inkml:trace contextRef="#ctx0" brushRef="#br0">0 407 5065 0 0,'7'-9'5459'0'0,"5"-36"-4645"0"0,-3-35 147 0 0,8-43-101 0 0,-13 105-564 0 0,0 1 0 0 0,1 0 0 0 0,1 0 0 0 0,15-29 0 0 0,-21 45-257 0 0,0 1 0 0 0,0-1 0 0 0,0 0 0 0 0,1 1 0 0 0,-1-1 0 0 0,0 1 0 0 0,1-1 0 0 0,-1 0 0 0 0,1 1 0 0 0,-1-1 0 0 0,0 1 0 0 0,1-1 0 0 0,-1 1 0 0 0,1 0 0 0 0,-1-1 0 0 0,1 1 0 0 0,0-1 0 0 0,-1 1 0 0 0,1 0 0 0 0,-1 0 0 0 0,1-1 0 0 0,0 1 0 0 0,-1 0 0 0 0,1 0 0 0 0,0 0 0 0 0,-1-1-1 0 0,2 1 1 0 0,-1 1 5 0 0,0-1-1 0 0,-1 1 1 0 0,1-1-1 0 0,0 1 1 0 0,0-1-1 0 0,-1 1 0 0 0,1 0 1 0 0,0-1-1 0 0,-1 1 1 0 0,1 0-1 0 0,0-1 0 0 0,-1 1 1 0 0,1 0-1 0 0,-1 0 1 0 0,1 0-1 0 0,0 1 1 0 0,14 47 583 0 0,-14-42-609 0 0,7 23-4 0 0,14 53-74 0 0,-19-74 52 0 0,1 0 0 0 0,0 0 0 0 0,0 0 0 0 0,1 0 0 0 0,0 0 0 0 0,7 8 0 0 0,-11-15 12 0 0,0-1 0 0 0,0 1 0 0 0,1 0 0 0 0,-1-1 0 0 0,1 1 0 0 0,-1-1 0 0 0,1 0 0 0 0,0 1 0 0 0,-1-1-1 0 0,1 0 1 0 0,0 0 0 0 0,0 0 0 0 0,0 0 0 0 0,0 0 0 0 0,0-1 0 0 0,0 1 0 0 0,0-1 0 0 0,0 1 0 0 0,0-1 0 0 0,0 1 0 0 0,0-1 0 0 0,0 0 0 0 0,0 0 0 0 0,0 0 0 0 0,0 0 0 0 0,0-1 0 0 0,1 1 0 0 0,-1-1 0 0 0,0 1 0 0 0,0-1 0 0 0,0 0 0 0 0,0 1 0 0 0,-1-1 0 0 0,1 0 0 0 0,0 0 0 0 0,0 0 0 0 0,0-1 0 0 0,-1 1 0 0 0,1 0 0 0 0,-1-1 0 0 0,1 1 0 0 0,-1-1 0 0 0,2-1 0 0 0,4-5 28 0 0,0 0 1 0 0,-1-1-1 0 0,0 0 1 0 0,-1 0-1 0 0,0 0 1 0 0,0-1-1 0 0,3-11 0 0 0,10-39 565 0 0,-14 43-392 0 0,1 1 1 0 0,0 0-1 0 0,1 0 0 0 0,1 0 0 0 0,13-21 1 0 0,-20 35-192 0 0,1 1 0 0 0,0 0 0 0 0,-1 0 1 0 0,1 0-1 0 0,0 0 0 0 0,0 0 0 0 0,0 0 0 0 0,0 0 1 0 0,0 0-1 0 0,0 1 0 0 0,0-1 0 0 0,0 0 0 0 0,0 0 1 0 0,0 1-1 0 0,0-1 0 0 0,0 1 0 0 0,1-1 0 0 0,-1 1 1 0 0,0 0-1 0 0,0-1 0 0 0,1 1 0 0 0,-1 0 0 0 0,0 0 1 0 0,1 0-1 0 0,-1 0 0 0 0,0 0 0 0 0,2 0 0 0 0,-1 1 10 0 0,1 0 0 0 0,-1 0 0 0 0,1 0 0 0 0,-1 0 0 0 0,0 1 0 0 0,1-1 0 0 0,-1 1 0 0 0,0-1 0 0 0,0 1 0 0 0,0 0 0 0 0,0 0 0 0 0,2 3 0 0 0,4 5 44 0 0,-1 0 0 0 0,0 1 0 0 0,-1 0 0 0 0,8 17 0 0 0,-5-1-185 0 0,13 55 0 0 0,-16-55-809 0 0,1-1 0 0 0,12 31 0 0 0,-19-55 704 0 0,1 0-1 0 0,0-1 1 0 0,0 1 0 0 0,0-1 0 0 0,0 1 0 0 0,0-1-1 0 0,0 1 1 0 0,0-1 0 0 0,0 1 0 0 0,0-1 0 0 0,3 2 0 0 0,-4-3-14 0 0,1 1 1 0 0,-1-1-1 0 0,1 0 0 0 0,0 0 1 0 0,-1 0-1 0 0,1 1 1 0 0,0-1-1 0 0,-1 0 1 0 0,1 0-1 0 0,-1 0 1 0 0,1 0-1 0 0,0 0 1 0 0,-1 0-1 0 0,1 0 0 0 0,0 0 1 0 0,-1-1-1 0 0,1 1 1 0 0,-1 0-1 0 0,1 0 1 0 0,0 0-1 0 0,-1-1 1 0 0,1 1-1 0 0,0-1 1 0 0</inkml:trace>
</inkml:ink>
</file>

<file path=ppt/ink/ink3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02.974"/>
    </inkml:context>
    <inkml:brush xml:id="br0">
      <inkml:brushProperty name="width" value="0.1" units="cm"/>
      <inkml:brushProperty name="height" value="0.1" units="cm"/>
      <inkml:brushProperty name="color" value="#F6630D"/>
    </inkml:brush>
  </inkml:definitions>
  <inkml:trace contextRef="#ctx0" brushRef="#br0">0 148 1840 0 0,'10'-31'-102'0'0,"13"-30"1570"0"0,-20 54-746 0 0,0 0 0 0 0,0 1-1 0 0,1 0 1 0 0,0-1 0 0 0,0 1-1 0 0,7-7 1 0 0,-11 13-658 0 0,1-1 0 0 0,-1 1 0 0 0,1 0 0 0 0,-1-1 0 0 0,1 1 0 0 0,-1 0 0 0 0,1 0 0 0 0,-1-1 0 0 0,1 1 0 0 0,0 0 0 0 0,-1 0 0 0 0,1 0 0 0 0,-1-1 0 0 0,1 1 0 0 0,0 0 0 0 0,-1 0 1 0 0,1 0-1 0 0,-1 0 0 0 0,1 0 0 0 0,0 0 0 0 0,-1 0 0 0 0,1 1 0 0 0,-1-1 0 0 0,1 0 0 0 0,-1 0 0 0 0,1 0 0 0 0,0 1 0 0 0,-1-1 0 0 0,1 0 0 0 0,-1 0 0 0 0,1 1 0 0 0,-1-1 0 0 0,1 0 0 0 0,-1 1 0 0 0,0-1 0 0 0,1 1 0 0 0,-1-1 1 0 0,1 1-1 0 0,-1-1 0 0 0,0 1 0 0 0,1-1 0 0 0,-1 1 0 0 0,0-1 0 0 0,0 1 0 0 0,1-1 0 0 0,-1 1 0 0 0,0-1 0 0 0,0 1 0 0 0,0 0 0 0 0,13 33 623 0 0,-12-31-585 0 0,8 35 114 0 0,-1-1 0 0 0,-2 1 0 0 0,2 56 0 0 0,-10 45-5201 0 0,2-127 1874 0 0</inkml:trace>
</inkml:ink>
</file>

<file path=ppt/ink/ink3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03.813"/>
    </inkml:context>
    <inkml:brush xml:id="br0">
      <inkml:brushProperty name="width" value="0.1" units="cm"/>
      <inkml:brushProperty name="height" value="0.1" units="cm"/>
      <inkml:brushProperty name="color" value="#F6630D"/>
    </inkml:brush>
  </inkml:definitions>
  <inkml:trace contextRef="#ctx0" brushRef="#br0">7 270 1376 0 0,'-6'0'7319'0'0,"21"1"-5391"0"0,30-3-464 0 0,180-43-95 0 0,196-26 1394 0 0,251-23-4043 0 0,-663 92 874 0 0,1 0 0 0 0,-1-1 0 0 0,0 0 0 0 0,0-1 0 0 0,0 0 0 0 0,0 0 0 0 0,0-1-1 0 0,-1 0 1 0 0,0 0 0 0 0,0-1 0 0 0,10-9 0 0 0,-18 15 438 0 0,1 0-1 0 0,-1 0 1 0 0,0 0-1 0 0,0 0 1 0 0,1 0-1 0 0,-1 0 1 0 0,0 0 0 0 0,0 0-1 0 0,1 0 1 0 0,-1 0-1 0 0,0 0 1 0 0,0 0-1 0 0,1 0 1 0 0,-1 0-1 0 0,0 0 1 0 0,0 0 0 0 0,1 0-1 0 0,-1 0 1 0 0,0 0-1 0 0,0 1 1 0 0,1-1-1 0 0,-1 0 1 0 0,0 0-1 0 0,0 0 1 0 0,0 0-1 0 0,1 1 1 0 0,-1-1 0 0 0,0 0-1 0 0,0 0 1 0 0,0 0-1 0 0,0 1 1 0 0,1-1-1 0 0,-1 0 1 0 0,0 0-1 0 0,0 1 1 0 0,0-1 0 0 0,0 0-1 0 0,0 1 1 0 0,11 20 2840 0 0,9 32 2883 0 0,-17-42-5171 0 0,10 29-235 0 0,-2 0-1 0 0,-2 0 0 0 0,7 63 1 0 0,-3 127-170 0 0,-9-127 25 0 0,7 84-192 0 0,64 340 0 0 0,-31-210 545 0 0,-15-80-210 0 0,-24-209-379 0 0,-2-12-708 0 0,0 0 0 0 0,-1 0 0 0 0,-1 1 0 0 0,-1 19 0 0 0,0-32-516 0 0,0 1 0 0 0,0-1 0 0 0,0 0-1 0 0,1 0 1 0 0,0 0 0 0 0,-1 1-1 0 0,1-1 1 0 0,1 0 0 0 0,-1 0-1 0 0,4 7 1 0 0,9 7-140 0 0,-11-14 1307 0 0</inkml:trace>
</inkml:ink>
</file>

<file path=ppt/ink/ink3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05.086"/>
    </inkml:context>
    <inkml:brush xml:id="br0">
      <inkml:brushProperty name="width" value="0.1" units="cm"/>
      <inkml:brushProperty name="height" value="0.1" units="cm"/>
      <inkml:brushProperty name="color" value="#F6630D"/>
    </inkml:brush>
  </inkml:definitions>
  <inkml:trace contextRef="#ctx0" brushRef="#br0">19 402 5065 0 0,'-18'2'1129'0'0,"25"-7"1753"0"0,30-8-428 0 0,465-63 1227 0 0,-403 63-4017 0 0,160-42 0 0 0,-59 9 4 0 0,-182 43 245 0 0,-11 2-30 0 0,1 0 1 0 0,0 0-1 0 0,0-1 0 0 0,-1 0 1 0 0,1 0-1 0 0,-1-1 1 0 0,0 0-1 0 0,1 0 1 0 0,-1-1-1 0 0,8-6 0 0 0,-13 8-950 0 0,-1 1 889 0 0,-1 1 1 0 0,0-1-1 0 0,0 1 0 0 0,0-1 0 0 0,1 1 0 0 0,-1-1 0 0 0,0 1 0 0 0,0-1 1 0 0,0 1-1 0 0,0-1 0 0 0,0 1 0 0 0,0-1 0 0 0,0 1 0 0 0,0-1 0 0 0,0 1 0 0 0,0-1 1 0 0,0 1-1 0 0,0-1 0 0 0,-1 0 0 0 0,1 0 67 0 0,0 1 0 0 0,-1-1 0 0 0,1 1 0 0 0,0-1 0 0 0,0 1 0 0 0,0 0 0 0 0,0-1 0 0 0,0 1 0 0 0,0-1 0 0 0,0 1 0 0 0,0-1 0 0 0,0 1 0 0 0,0-1 0 0 0,0 1 0 0 0,0-1 0 0 0,0 1 0 0 0,1 0 0 0 0,-1-1 0 0 0,0 1 0 0 0,0-1 0 0 0,0 1 0 0 0,1-1 1 0 0,-1 1-1 0 0,0 0 0 0 0,0-1 0 0 0,1 1 0 0 0,-1 0 0 0 0,0-1 0 0 0,1 1 0 0 0,-1 0 0 0 0,0-1 0 0 0,1 1 0 0 0,-1 0 0 0 0,1 0 0 0 0,-1 0 0 0 0,0-1 0 0 0,1 1 0 0 0,0 0 0 0 0,4-2-1170 0 0,28-19 4146 0 0,-33 21-2755 0 0,0 0 0 0 0,0 0-1 0 0,0-1 1 0 0,0 1 0 0 0,0 0 0 0 0,0-1-1 0 0,1 1 1 0 0,-1 0 0 0 0,0-1 0 0 0,0 1-1 0 0,0 0 1 0 0,0 0 0 0 0,0-1-1 0 0,0 1 1 0 0,0 0 0 0 0,0-1 0 0 0,0 1-1 0 0,0 0 1 0 0,0-1 0 0 0,-1 1-1 0 0,1 0 1 0 0,0-1 0 0 0,-18-6 3057 0 0,12 7-3041 0 0,1 0 0 0 0,-1 0 0 0 0,1 1 0 0 0,-1 0 0 0 0,1 0 0 0 0,0 0-1 0 0,-1 0 1 0 0,1 1 0 0 0,0 0 0 0 0,0 0 0 0 0,0 0 0 0 0,0 1 0 0 0,0 0 0 0 0,1-1 0 0 0,-1 2 0 0 0,1-1 0 0 0,0 1 0 0 0,0-1 0 0 0,0 1 0 0 0,0 0 0 0 0,-5 7 0 0 0,9-10-113 0 0,-1 0-1 0 0,1 0 1 0 0,-1 0 0 0 0,1 0 0 0 0,-1-1-1 0 0,1 1 1 0 0,0 0 0 0 0,0 0-1 0 0,-1 0 1 0 0,1 0 0 0 0,0 0-1 0 0,0 0 1 0 0,0 0 0 0 0,0 0 0 0 0,0 0-1 0 0,0 0 1 0 0,0 0 0 0 0,0 0-1 0 0,1 0 1 0 0,-1 0 0 0 0,0 0 0 0 0,0 0-1 0 0,1 0 1 0 0,-1 0 0 0 0,1 1-1 0 0,1-1 50 0 0,-1 1-1 0 0,1-1 1 0 0,-1 1-1 0 0,1-1 1 0 0,-1 0-1 0 0,1 0 1 0 0,0 0-1 0 0,-1 0 0 0 0,1 0 1 0 0,0 0-1 0 0,3 1 1 0 0,2 0 106 0 0,-1 0-1 0 0,1-1 1 0 0,-1 0 0 0 0,1 0-1 0 0,-1-1 1 0 0,12 0 0 0 0,-17 0-143 0 0,1 0 0 0 0,0 0 0 0 0,-1 0 0 0 0,1-1 0 0 0,-1 1 0 0 0,1 0 1 0 0,-1-1-1 0 0,1 1 0 0 0,-1-1 0 0 0,1 0 0 0 0,-1 0 0 0 0,1 1 0 0 0,-1-1 0 0 0,0 0 1 0 0,1 0-1 0 0,-1 0 0 0 0,0 0 0 0 0,0-1 0 0 0,0 1 0 0 0,0 0 0 0 0,0 0 0 0 0,0-1 0 0 0,1-1 1 0 0,-1 0-38 0 0,-1 1 1 0 0,1-1 0 0 0,-1 1 0 0 0,1-1 0 0 0,-1 0 0 0 0,0 1 0 0 0,0-1 0 0 0,0 1 0 0 0,0-1-1 0 0,-1 0 1 0 0,1 1 0 0 0,-1-1 0 0 0,0-2 0 0 0,-2-3-97 0 0,0 0 0 0 0,0 1 0 0 0,0 0 0 0 0,-1 0 0 0 0,0 0 0 0 0,-1 0-1 0 0,1 1 1 0 0,-11-11 0 0 0,10 13 77 0 0,-1-1-1 0 0,1 2 1 0 0,-1-1-1 0 0,0 1 0 0 0,0 0 1 0 0,-1 0-1 0 0,1 0 1 0 0,0 1-1 0 0,-1 0 0 0 0,0 0 1 0 0,1 1-1 0 0,-13-1 1 0 0,14 1-18 0 0,1 1 0 0 0,-1 0 0 0 0,0 0 0 0 0,0 0 0 0 0,0 1 0 0 0,1 0 1 0 0,-1-1-1 0 0,0 2 0 0 0,1-1 0 0 0,-1 0 0 0 0,1 1 0 0 0,-1 0 0 0 0,1 0 0 0 0,0 0 0 0 0,0 1 1 0 0,0 0-1 0 0,0-1 0 0 0,0 1 0 0 0,-3 4 0 0 0,5-5 45 0 0,1-1 0 0 0,0 0 0 0 0,0 0 0 0 0,0 1 0 0 0,0-1 0 0 0,1 1 0 0 0,-1-1-1 0 0,0 1 1 0 0,0-1 0 0 0,1 1 0 0 0,-1 0 0 0 0,1-1 0 0 0,0 1 0 0 0,-1-1 0 0 0,1 1 0 0 0,0 0 0 0 0,0 0 0 0 0,0-1 0 0 0,0 1 0 0 0,0 0 0 0 0,1 2-1 0 0,0-1-3 0 0,0-1-1 0 0,0 1 0 0 0,0-1 1 0 0,1 1-1 0 0,-1-1 0 0 0,1 0 0 0 0,-1 0 1 0 0,1 0-1 0 0,0 1 0 0 0,0-2 1 0 0,0 1-1 0 0,3 2 0 0 0,1 1 16 0 0,1-1 0 0 0,-1 0 1 0 0,1 0-1 0 0,0-1 0 0 0,0 0 0 0 0,1 0 0 0 0,-1 0 0 0 0,11 1 0 0 0,-11-2 64 0 0,0-2-1 0 0,0 1 1 0 0,0-1-1 0 0,0 0 1 0 0,1 0-1 0 0,-1-1 0 0 0,0 0 1 0 0,9-3-1 0 0,-14 4-15 0 0,0-1-1 0 0,0 1 1 0 0,0-1-1 0 0,0 0 1 0 0,-1 0-1 0 0,1 0 1 0 0,0 0-1 0 0,-1 0 0 0 0,1 0 1 0 0,-1-1-1 0 0,1 1 1 0 0,-1 0-1 0 0,1-1 1 0 0,-1 1-1 0 0,0-1 1 0 0,0 0-1 0 0,0 1 1 0 0,0-1-1 0 0,0 0 1 0 0,0 0-1 0 0,0 1 1 0 0,-1-1-1 0 0,1 0 1 0 0,-1 0-1 0 0,1 0 0 0 0,-1 0 1 0 0,0 0-1 0 0,1 0 1 0 0,-1 0-1 0 0,0 0 1 0 0,-1 0-1 0 0,1 0 1 0 0,0-2-1 0 0,-2-3 140 0 0,1 0-1 0 0,-1 0 1 0 0,0 0 0 0 0,0 0-1 0 0,-1 0 1 0 0,0 1-1 0 0,0-1 1 0 0,-1 1 0 0 0,-7-11-1 0 0,9 15-188 0 0,1 0 0 0 0,-1 0 0 0 0,0 0 0 0 0,1 0 0 0 0,-1 1 0 0 0,0-1 0 0 0,0 1 0 0 0,0-1 0 0 0,0 1 0 0 0,0 0 0 0 0,-1-1 0 0 0,1 1 0 0 0,0 0 0 0 0,-1 0 0 0 0,1 1 0 0 0,0-1 0 0 0,-1 0 0 0 0,1 1 0 0 0,-1 0 0 0 0,1-1 0 0 0,-1 1 0 0 0,1 0 0 0 0,-1 0 0 0 0,1 1 0 0 0,-1-1-1 0 0,1 0 1 0 0,-1 1 0 0 0,1-1 0 0 0,0 1 0 0 0,-1 0 0 0 0,-3 2 0 0 0,2-1-65 0 0,1-1 0 0 0,0 1 1 0 0,-1 0-1 0 0,1 1 0 0 0,0-1 0 0 0,0 0 0 0 0,0 1 0 0 0,1 0 0 0 0,-1 0 0 0 0,1 0 0 0 0,-1 0 0 0 0,1 0 0 0 0,0 0 0 0 0,0 1 0 0 0,0-1 0 0 0,1 0 0 0 0,-1 1 1 0 0,1 0-1 0 0,0-1 0 0 0,0 1 0 0 0,0 0 0 0 0,0 0 0 0 0,1-1 0 0 0,-1 1 0 0 0,1 0 0 0 0,0 0 0 0 0,0 0 0 0 0,2 7 0 0 0,-1-4 31 0 0,1 0-1 0 0,0-1 1 0 0,0 1 0 0 0,1-1-1 0 0,-1 1 1 0 0,2-1-1 0 0,-1 0 1 0 0,1 0 0 0 0,-1 0-1 0 0,1-1 1 0 0,1 1-1 0 0,-1-1 1 0 0,1 0 0 0 0,0-1-1 0 0,7 6 1 0 0,-11-8 35 0 0,1-1-1 0 0,-1 0 1 0 0,0 0 0 0 0,0 0-1 0 0,1 0 1 0 0,-1 0 0 0 0,1-1-1 0 0,-1 1 1 0 0,1 0 0 0 0,-1-1-1 0 0,1 1 1 0 0,-1-1 0 0 0,1 1-1 0 0,0-1 1 0 0,-1 0 0 0 0,1 0-1 0 0,-1 0 1 0 0,1 1 0 0 0,0-2-1 0 0,-1 1 1 0 0,1 0 0 0 0,0 0 0 0 0,-1 0-1 0 0,1-1 1 0 0,-1 1 0 0 0,3-1-1 0 0,-2-1 123 0 0,0 0 0 0 0,-1 0 0 0 0,1 0 0 0 0,0 0 0 0 0,-1-1-1 0 0,1 1 1 0 0,-1 0 0 0 0,1-1 0 0 0,-1 1 0 0 0,0-1 0 0 0,0 1 0 0 0,0-1-1 0 0,-1 1 1 0 0,1-1 0 0 0,0-4 0 0 0,0 4-12 0 0,-1-1 1 0 0,1 0-1 0 0,-1 0 0 0 0,0 0 0 0 0,0 0 1 0 0,0 1-1 0 0,0-1 0 0 0,-1 0 1 0 0,1 0-1 0 0,-1 0 0 0 0,0 1 0 0 0,0-1 1 0 0,0 0-1 0 0,-1 1 0 0 0,-2-6 1 0 0,2 7-123 0 0,1 1 1 0 0,0-1 0 0 0,0 1 0 0 0,-1 0-1 0 0,1-1 1 0 0,-1 1 0 0 0,1 0 0 0 0,-1 0 0 0 0,1 0-1 0 0,-1 0 1 0 0,0 0 0 0 0,0 0 0 0 0,1 1-1 0 0,-1-1 1 0 0,0 0 0 0 0,0 1 0 0 0,0-1 0 0 0,0 1-1 0 0,0 0 1 0 0,0 0 0 0 0,1 0 0 0 0,-1 0 0 0 0,0 0-1 0 0,0 0 1 0 0,0 0 0 0 0,0 1 0 0 0,0-1-1 0 0,0 1 1 0 0,0-1 0 0 0,1 1 0 0 0,-1 0 0 0 0,-2 1-1 0 0,-1 0-36 0 0,1 0 0 0 0,0 0 0 0 0,0 0 0 0 0,0 0-1 0 0,1 1 1 0 0,-1 0 0 0 0,1 0 0 0 0,-1 0 0 0 0,1 0 0 0 0,-4 4-1 0 0,7-6 13 0 0,-1 1 0 0 0,0-1 0 0 0,1 0-1 0 0,-1 0 1 0 0,1 0 0 0 0,-1 0-1 0 0,1 0 1 0 0,0 1 0 0 0,-1-1 0 0 0,1 0-1 0 0,0 0 1 0 0,0 1 0 0 0,0-1-1 0 0,0 0 1 0 0,0 0 0 0 0,0 1 0 0 0,0-1-1 0 0,0 0 1 0 0,1 0 0 0 0,-1 1-1 0 0,0-1 1 0 0,1 0 0 0 0,-1 0 0 0 0,1 0-1 0 0,0 0 1 0 0,-1 0 0 0 0,1 1-1 0 0,0-1 1 0 0,-1 0 0 0 0,1-1 0 0 0,0 1-1 0 0,0 0 1 0 0,0 0 0 0 0,0 0-1 0 0,0 0 1 0 0,0-1 0 0 0,0 1-1 0 0,0 0 1 0 0,0-1 0 0 0,2 2 0 0 0,22 11-985 0 0,-16-9 647 0 0</inkml:trace>
</inkml:ink>
</file>

<file path=ppt/ink/ink3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16.671"/>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68 1 1376 0 0,'-9'1'26'0'0,"3"0"190"0"0,-1 0-1 0 0,1 0 1 0 0,0 0 0 0 0,0 1 0 0 0,0 0 0 0 0,0 0 0 0 0,-10 6 0 0 0,17-8-208 0 0,-1 0 1 0 0,0 1 0 0 0,0-1-1 0 0,0 1 1 0 0,1-1 0 0 0,-1 0-1 0 0,0 1 1 0 0,1-1 0 0 0,-1 0-1 0 0,0 1 1 0 0,1-1 0 0 0,-1 0-1 0 0,0 1 1 0 0,1-1 0 0 0,-1 0-1 0 0,1 0 1 0 0,-1 0 0 0 0,1 1-1 0 0,-1-1 1 0 0,0 0 0 0 0,1 0-1 0 0,-1 0 1 0 0,1 0 0 0 0,-1 0-1 0 0,1 0 1 0 0,-1 0 0 0 0,1 0-1 0 0,-1 0 1 0 0,1 0 0 0 0,-1 0-1 0 0,1 0 1 0 0,0 0 0 0 0,20 3 53 0 0,176-1 1665 0 0,31 3 1055 0 0,-132 2-1837 0 0,417 18 526 0 0,-28-15-339 0 0,-160 0-338 0 0,149-11 23 0 0,-163 19-503 0 0,-181-6-421 0 0,-127-12 113 0 0,-1 0 0 0 0,1 1 0 0 0,-1-1 0 0 0,1 1 0 0 0,-1 0 0 0 0,1-1 0 0 0,-1 1 0 0 0,0 0 0 0 0,1 0 0 0 0,-1 1 0 0 0,3 1 0 0 0,-5-3-5 0 0,0 0 0 0 0,0 0 0 0 0,1 0 0 0 0,-1 0 0 0 0,0 0 0 0 0,0 1 0 0 0,0-1 0 0 0,0 0 0 0 0,0 0 0 0 0,0 0 0 0 0,0 0 0 0 0,1 1 0 0 0,-1-1 0 0 0,0 0 0 0 0,0 0 0 0 0,0 0 0 0 0,0 0 0 0 0,0 1 0 0 0,0-1 0 0 0,0 0 0 0 0,0 0 0 0 0,0 0 0 0 0,0 1 0 0 0,0-1 0 0 0,0 0-1 0 0,0 0 1 0 0,0 0 0 0 0,0 1 0 0 0,0-1 0 0 0,0 0 0 0 0,0 0 0 0 0,0 0 0 0 0,-1 0 0 0 0,1 1 0 0 0,0-1 0 0 0,0 0 0 0 0,0 0 0 0 0,0 0 0 0 0,0 0 0 0 0,0 1 0 0 0,0-1 0 0 0,-1 0 0 0 0,1 0 0 0 0,-19 6-36 0 0,-371 31-2645 0 0,187-20 1706 0 0,-132-1 574 0 0,98-8 103 0 0,28-2-36 0 0,-116 10 195 0 0,222-5 131 0 0,-171 25-428 0 0,226-27 113 0 0,2 2 0 0 0,-80 30 0 0 0,98-30 10 0 0,1 2 0 0 0,0 1 0 0 0,0 1-1 0 0,2 2 1 0 0,-35 27 0 0 0,58-43 304 0 0,1 1 1 0 0,-1-1-1 0 0,1 0 0 0 0,-1 1 0 0 0,1-1 0 0 0,-1 1 1 0 0,1 0-1 0 0,0-1 0 0 0,-1 1 0 0 0,1 0 0 0 0,0 0 1 0 0,0-1-1 0 0,1 1 0 0 0,-1 0 0 0 0,0 0 1 0 0,1 0-1 0 0,-1 0 0 0 0,1 0 0 0 0,-1 1 0 0 0,1-1 1 0 0,0 0-1 0 0,0 0 0 0 0,0 3 0 0 0,1-3-4 0 0,0 0 0 0 0,0 0 0 0 0,0 0 0 0 0,0 0 0 0 0,1 0 0 0 0,-1 0 0 0 0,1 0 0 0 0,-1 0 0 0 0,1-1 0 0 0,0 1 0 0 0,-1 0 0 0 0,1-1 0 0 0,0 0 0 0 0,0 1 0 0 0,0-1 0 0 0,0 0 0 0 0,1 0 0 0 0,-1 0 0 0 0,0 0 0 0 0,3 1 0 0 0,15 4 42 0 0,0-1 0 0 0,0 0 0 0 0,1-2 0 0 0,30 2 0 0 0,86-4 252 0 0,-127-1-283 0 0,359-16 697 0 0,-57 2 510 0 0,112 11 831 0 0,-22 2-1778 0 0,-1-26 137 0 0,409-54 1709 0 0,-704 72-2026 0 0,20-3-51 0 0,168-39 0 0 0,-286 50-17 0 0,1-2 0 0 0,-1 1 1 0 0,0-1-1 0 0,1 0 1 0 0,-1-1-1 0 0,10-6 1 0 0,-18 10-7 0 0,0-1 1 0 0,0 1 0 0 0,0-1-1 0 0,1 0 1 0 0,-1 1-1 0 0,0-1 1 0 0,0 1 0 0 0,0-1-1 0 0,0 1 1 0 0,0-1 0 0 0,0 1-1 0 0,0-1 1 0 0,0 0-1 0 0,0 1 1 0 0,-1-1 0 0 0,1 1-1 0 0,0-1 1 0 0,0 1 0 0 0,0-1-1 0 0,-1 1 1 0 0,1-1 0 0 0,0 1-1 0 0,0-1 1 0 0,-1 1-1 0 0,1-1 1 0 0,0 1 0 0 0,-1 0-1 0 0,1-1 1 0 0,-1 1 0 0 0,1-1-1 0 0,-1 1 1 0 0,1 0-1 0 0,0 0 1 0 0,-1-1 0 0 0,1 1-1 0 0,-1 0 1 0 0,0-1 0 0 0,-19-13 268 0 0,6 7-227 0 0,-1-1 0 0 0,0 2 0 0 0,0 0 1 0 0,0 1-1 0 0,-1 0 0 0 0,0 1 1 0 0,0 1-1 0 0,0 1 0 0 0,0 0 0 0 0,-1 1 1 0 0,-27 2-1 0 0,-15 4-996 0 0,-112 25 1 0 0,63-8-179 0 0,-298 14-625 0 0,243-27 1768 0 0,10 0 114 0 0,-277 27-1522 0 0,393-31 1021 0 0</inkml:trace>
</inkml:ink>
</file>

<file path=ppt/ink/ink3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18.022"/>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30 236 3673 0 0,'-2'0'97'0'0,"0"0"0"0"0,1 0 0 0 0,-1 1 1 0 0,0-1-1 0 0,1 1 0 0 0,-1-1 0 0 0,1 1 1 0 0,-1-1-1 0 0,1 1 0 0 0,-1 0 0 0 0,1 0 0 0 0,-1 0 1 0 0,1 0-1 0 0,-1 0 0 0 0,1 0 0 0 0,0 0 1 0 0,0 1-1 0 0,-1 0 0 0 0,5 6 993 0 0,-2-8-1047 0 0,-1 0 1 0 0,0 0 0 0 0,0 0-1 0 0,1 1 1 0 0,22 5 314 0 0,33 0 336 0 0,1-3 0 0 0,-1-3 0 0 0,72-8 0 0 0,64 0 444 0 0,-78 12-692 0 0,192-1 643 0 0,-53-3-192 0 0,77-4 408 0 0,-176 0-629 0 0,-86 3-434 0 0,1-2-1 0 0,80-14 1 0 0,-141 15-295 0 0,61-15-156 0 0,-64 16 177 0 0,0-1 1 0 0,0 0 0 0 0,0 0-1 0 0,0-1 1 0 0,-1 1 0 0 0,1-1 0 0 0,-1 0-1 0 0,0 0 1 0 0,0-1 0 0 0,7-6-1 0 0,-10 9 8 0 0,-1 0-1 0 0,1-1 0 0 0,-1 1 1 0 0,1 0-1 0 0,-1 0 0 0 0,0-1 1 0 0,1 1-1 0 0,-1 0 0 0 0,0-1 1 0 0,0 1-1 0 0,0 0 0 0 0,0-1 1 0 0,0 1-1 0 0,0 0 0 0 0,0 0 1 0 0,-1-1-1 0 0,1 1 0 0 0,0 0 1 0 0,-1-1-1 0 0,1 1 0 0 0,-1 0 1 0 0,1 0-1 0 0,-1 0 0 0 0,0 0 1 0 0,0-1-1 0 0,1 1 0 0 0,-1 0 1 0 0,0 0-1 0 0,0 0 0 0 0,0 0 1 0 0,0 1-1 0 0,0-1 0 0 0,0 0 1 0 0,0 0-1 0 0,-2 0 0 0 0,-41-28-342 0 0,11 14 147 0 0,0 1 0 0 0,0 2-1 0 0,-1 1 1 0 0,-1 1 0 0 0,-46-5 0 0 0,-181-11-616 0 0,47 18-912 0 0,-386 35 0 0 0,376 7 873 0 0,199-28 817 0 0,-1 1-1 0 0,1 2 0 0 0,1 0 1 0 0,0 2-1 0 0,0 0 0 0 0,-30 21 1 0 0,41-21 23 0 0,2 0 1 0 0,0 0-1 0 0,0 1 1 0 0,1 1-1 0 0,0 0 1 0 0,1 1-1 0 0,1 0 1 0 0,0 0-1 0 0,1 1 1 0 0,0 0-1 0 0,2 0 1 0 0,-1 1-1 0 0,2 0 1 0 0,-7 32-1 0 0,11-44 5 0 0,1 1 1 0 0,-1-1-1 0 0,1 0 0 0 0,0 0 0 0 0,0 1 0 0 0,0-1 1 0 0,1 0-1 0 0,0 0 0 0 0,-1 0 0 0 0,2 1 0 0 0,-1-1 1 0 0,0 0-1 0 0,1 0 0 0 0,0-1 0 0 0,4 8 0 0 0,-2-5 51 0 0,1 0 0 0 0,0 0 0 0 0,0 0 0 0 0,0-1 0 0 0,1 0 0 0 0,0 0 0 0 0,0 0 0 0 0,9 4 0 0 0,7 3 171 0 0,1-1 0 0 0,0-1-1 0 0,1-2 1 0 0,33 9 0 0 0,-11-7 152 0 0,1-1 0 0 0,1-2 0 0 0,50 0 0 0 0,146-10 1557 0 0,-153 1-1207 0 0,455-36 1709 0 0,-448 29-2402 0 0,366-55 151 0 0,-445 60-137 0 0,42-9 49 0 0,-58 12-61 0 0,1 0 0 0 0,-1 0-1 0 0,1 0 1 0 0,-1-1 0 0 0,1 0 0 0 0,-1 0 0 0 0,0 0 0 0 0,0 0 0 0 0,0 0 0 0 0,0 0 0 0 0,0-1 0 0 0,4-4 0 0 0,-7 7-2 0 0,0-1 0 0 0,1 1-1 0 0,-1 0 1 0 0,0-1 0 0 0,0 1 0 0 0,1 0-1 0 0,-1-1 1 0 0,0 1 0 0 0,0-1 0 0 0,0 1 0 0 0,0 0-1 0 0,0-1 1 0 0,0 1 0 0 0,0-1 0 0 0,0 1-1 0 0,0 0 1 0 0,0-1 0 0 0,0 1 0 0 0,0-1 0 0 0,0 1-1 0 0,0 0 1 0 0,0-1 0 0 0,0 1 0 0 0,0-1-1 0 0,0 1 1 0 0,0 0 0 0 0,0-1 0 0 0,-1 1 0 0 0,1-1-1 0 0,0 1 1 0 0,0 0 0 0 0,-1-1 0 0 0,1 1-1 0 0,-16-7 48 0 0,-20 4-81 0 0,-57 12-4306 0 0,49-2 67 0 0</inkml:trace>
</inkml:ink>
</file>

<file path=ppt/ink/ink3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19.27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1424 51 2240 0 0,'-349'-33'476'0'0,"283"28"-62"0"0,31 3-180 0 0,-194-9 1520 0 0,184 12-1429 0 0,-1 1 0 0 0,1 2 0 0 0,-46 11-1 0 0,55-4-233 0 0,0 2-1 0 0,1 1 0 0 0,0 2 0 0 0,1 1 1 0 0,-45 31-1 0 0,78-48-45 0 0,1 1 1 0 0,-1-1-1 0 0,1 0 0 0 0,-1 0 1 0 0,1 1-1 0 0,-1-1 0 0 0,1 0 1 0 0,-1 1-1 0 0,1-1 0 0 0,-1 0 1 0 0,1 1-1 0 0,0-1 1 0 0,-1 1-1 0 0,1-1 0 0 0,0 1 1 0 0,-1-1-1 0 0,1 1 0 0 0,0-1 1 0 0,0 1-1 0 0,-1-1 0 0 0,1 1 1 0 0,0-1-1 0 0,0 1 1 0 0,0 0-1 0 0,0-1 0 0 0,-1 1 1 0 0,1-1-1 0 0,0 1 0 0 0,0 0 1 0 0,1 0-1 0 0,-1 0-16 0 0,1 0-1 0 0,0 0 1 0 0,-1 0-1 0 0,1 0 1 0 0,0 0-1 0 0,0 0 1 0 0,0-1 0 0 0,0 1-1 0 0,-1 0 1 0 0,1-1-1 0 0,0 1 1 0 0,0 0-1 0 0,1-1 1 0 0,0 1 0 0 0,44 13 42 0 0,-44-13-11 0 0,98 16 516 0 0,1-4 0 0 0,137 0 1 0 0,-225-12-525 0 0,660 35 2005 0 0,4-9-33 0 0,-123-19-1324 0 0,-66-35-376 0 0,-395 17-324 0 0,77-12 0 0 0,-166 22-2 0 0,-1-1-9 0 0,0 1-1 0 0,1 0 1 0 0,-1-1-1 0 0,0 0 1 0 0,1 0-1 0 0,-1 0 1 0 0,0 0-1 0 0,0 0 1 0 0,0-1-1 0 0,0 0 0 0 0,0 1 1 0 0,0-1-1 0 0,0 0 1 0 0,-1 0-1 0 0,4-4 1 0 0,-6 6-7 0 0,0-1 0 0 0,0 0 0 0 0,-1 0 0 0 0,1 0 0 0 0,0 1 0 0 0,0-1 0 0 0,-1 0 0 0 0,1 0 0 0 0,0 0 0 0 0,-1 1 1 0 0,1-1-1 0 0,-1 0 0 0 0,1 1 0 0 0,-1-1 0 0 0,1 0 0 0 0,-1 1 0 0 0,1-1 0 0 0,-1 1 0 0 0,0-1 0 0 0,1 1 0 0 0,-1-1 0 0 0,0 1 1 0 0,1-1-1 0 0,-1 1 0 0 0,0 0 0 0 0,0-1 0 0 0,1 1 0 0 0,-1 0 0 0 0,0 0 0 0 0,-1-1 0 0 0,-27-8-128 0 0,28 8 130 0 0,-34-6-315 0 0,1 0-1 0 0,-1 2 1 0 0,-38 0-1 0 0,-107 7-943 0 0,142-1 1140 0 0,-561 29-2002 0 0,4 53 1625 0 0,451-53 376 0 0,-290 66-615 0 0,381-82 478 0 0,-516 137-1357 0 0,9 29 74 0 0,542-175 1294 0 0,13-3 178 0 0,-1-1 0 0 0,0 1 0 0 0,0 0 0 0 0,1 0 0 0 0,-1 1 0 0 0,1 0 0 0 0,0 0 0 0 0,-1 0 0 0 0,-6 6 0 0 0,11-8 88 0 0,1 0 0 0 0,0-1-1 0 0,0 1 1 0 0,-1 0 0 0 0,1-1-1 0 0,0 1 1 0 0,0 0 0 0 0,0-1-1 0 0,0 1 1 0 0,0 0 0 0 0,0-1 0 0 0,0 1-1 0 0,0 0 1 0 0,0-1 0 0 0,0 1-1 0 0,1 0 1 0 0,-1-1 0 0 0,0 1-1 0 0,0 0 1 0 0,1-1 0 0 0,-1 1-1 0 0,0 0 1 0 0,1-1 0 0 0,-1 1 0 0 0,0-1-1 0 0,1 1 1 0 0,-1-1 0 0 0,1 1-1 0 0,-1-1 1 0 0,1 1 0 0 0,-1-1-1 0 0,1 1 1 0 0,-1-1 0 0 0,1 0-1 0 0,0 1 1 0 0,-1-1 0 0 0,1 0 0 0 0,-1 0-1 0 0,1 1 1 0 0,1-1 0 0 0,28 12 97 0 0,-28-11-120 0 0,35 8 84 0 0,1-2 1 0 0,0-1 0 0 0,0-2 0 0 0,60-1-1 0 0,6 1 543 0 0,412 12 2158 0 0,35-42-1775 0 0,-519 23-982 0 0,495-68 1966 0 0,-450 58-1576 0 0,273-58 1749 0 0,-285 53-1394 0 0,-1-2 0 0 0,-1-3 0 0 0,79-40 0 0 0,-123 49-655 0 0,-18 6-297 0 0,-12 2-641 0 0,-8 3-152 0 0</inkml:trace>
</inkml:ink>
</file>

<file path=ppt/ink/ink3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6:47.85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226 328 920 0 0,'-9'-13'530'0'0,"-1"0"0"0"0,0 1-1 0 0,-1 1 1 0 0,0 0 0 0 0,-20-15-1 0 0,29 25-487 0 0,1 1-1 0 0,-1 0 0 0 0,1-1 1 0 0,-1 1-1 0 0,1 0 1 0 0,-1 0-1 0 0,1-1 1 0 0,-1 1-1 0 0,0 0 0 0 0,1 1 1 0 0,-1-1-1 0 0,1 0 1 0 0,-1 0-1 0 0,1 1 0 0 0,-1-1 1 0 0,1 1-1 0 0,-1-1 1 0 0,1 1-1 0 0,0 0 0 0 0,-1-1 1 0 0,1 1-1 0 0,0 0 1 0 0,-1 0-1 0 0,1 0 1 0 0,0 0-1 0 0,0 0 0 0 0,-2 2 1 0 0,-30 36-519 0 0,29-34 409 0 0,-9 11-36 0 0,2 0 1 0 0,-14 26-1 0 0,23-38 138 0 0,-1 0 0 0 0,1 0 0 0 0,1 1 0 0 0,-1-1-1 0 0,0 1 1 0 0,1-1 0 0 0,0 1 0 0 0,0 0 0 0 0,1-1 0 0 0,-1 1 0 0 0,1 0 0 0 0,0 0 0 0 0,0-1 0 0 0,1 1 0 0 0,-1 0-1 0 0,2 5 1 0 0,-1-9-6 0 0,0 1 0 0 0,0-1 0 0 0,0 1-1 0 0,0-1 1 0 0,0 1 0 0 0,0-1 0 0 0,0 0 0 0 0,0 0-1 0 0,0 0 1 0 0,1 0 0 0 0,-1 0 0 0 0,0 0-1 0 0,1 0 1 0 0,-1 0 0 0 0,1 0 0 0 0,-1 0-1 0 0,1-1 1 0 0,-1 1 0 0 0,1-1 0 0 0,0 1-1 0 0,-1-1 1 0 0,1 0 0 0 0,0 1 0 0 0,-1-1 0 0 0,1 0-1 0 0,0 0 1 0 0,-1 0 0 0 0,1 0 0 0 0,0-1-1 0 0,-1 1 1 0 0,4-1 0 0 0,6-2 117 0 0,1 1 1 0 0,-1-2-1 0 0,16-6 1 0 0,-15 5 70 0 0,3 0-187 0 0,-1-1 0 0 0,0-1 0 0 0,0 0 0 0 0,0-1 0 0 0,-1-1 0 0 0,0 0 0 0 0,-1 0 0 0 0,0-2 0 0 0,0 1 0 0 0,-1-1 0 0 0,-1-1 0 0 0,0 0 1 0 0,0-1-1 0 0,-2 1 0 0 0,12-23 0 0 0,-19 23 888 0 0,-2 12-875 0 0,0 1 0 0 0,-1 0 0 0 0,1 0 0 0 0,0 0 0 0 0,0 0 0 0 0,0 0 0 0 0,0 0 0 0 0,0 1-1 0 0,0-1 1 0 0,0 0 0 0 0,0 0 0 0 0,1 1 0 0 0,-2 1 0 0 0,-20 36-123 0 0,-3 5-190 0 0,2 1 0 0 0,-19 51 0 0 0,37-83 318 0 0,1-1 0 0 0,0 1-1 0 0,1 0 1 0 0,0 0 0 0 0,1 1-1 0 0,1-1 1 0 0,0 0 0 0 0,1 1-1 0 0,0-1 1 0 0,1 0 0 0 0,1 1-1 0 0,0-1 1 0 0,4 15 0 0 0,-3-21 85 0 0,-1-1 0 0 0,1 1 0 0 0,0 0 0 0 0,0-1 0 0 0,1 0 0 0 0,0 0 1 0 0,0 0-1 0 0,0 0 0 0 0,1-1 0 0 0,7 8 0 0 0,-9-11-63 0 0,1 1 1 0 0,-1-1-1 0 0,1 0 1 0 0,-1 0-1 0 0,1 0 0 0 0,0 0 1 0 0,0-1-1 0 0,-1 1 0 0 0,1-1 1 0 0,0 0-1 0 0,0 0 0 0 0,0-1 1 0 0,1 1-1 0 0,-1-1 1 0 0,0 0-1 0 0,0 0 0 0 0,0 0 1 0 0,0-1-1 0 0,6-1 0 0 0,5-1-29 0 0,0-2 0 0 0,0 0 0 0 0,0-1 0 0 0,-1 0 0 0 0,0-1 0 0 0,0-1 0 0 0,0 0 0 0 0,-1-1 0 0 0,-1-1 0 0 0,0 1 0 0 0,0-2 1 0 0,-1 0-1 0 0,0 0 0 0 0,0-1 0 0 0,-2-1 0 0 0,1 1 0 0 0,-2-2 0 0 0,0 1 0 0 0,0-1 0 0 0,-1 0 0 0 0,-1-1 0 0 0,0 1 0 0 0,-2-1 0 0 0,1 0 0 0 0,-2-1 0 0 0,0 1 0 0 0,0-1 0 0 0,-2 1 0 0 0,0-29 0 0 0,-1 40-96 0 0,0-1 1 0 0,-1 1 0 0 0,0 0-1 0 0,0-1 1 0 0,0 1 0 0 0,0 0-1 0 0,-1-1 1 0 0,0 1 0 0 0,0 0-1 0 0,0 0 1 0 0,0 0 0 0 0,0 1-1 0 0,-1-1 1 0 0,0 0 0 0 0,1 1-1 0 0,-6-5 1 0 0,6 7 20 0 0,-1-1-1 0 0,0 0 1 0 0,0 1 0 0 0,1-1 0 0 0,-1 1-1 0 0,0 0 1 0 0,0 0 0 0 0,0 0 0 0 0,0 1-1 0 0,0-1 1 0 0,0 1 0 0 0,0-1 0 0 0,-1 1 0 0 0,1 0-1 0 0,0 0 1 0 0,0 0 0 0 0,0 1 0 0 0,0-1-1 0 0,0 1 1 0 0,0 0 0 0 0,0 0 0 0 0,0 0-1 0 0,0 0 1 0 0,-4 2 0 0 0,-9 5 17 0 0,0 1 1 0 0,1 0-1 0 0,0 2 0 0 0,1-1 0 0 0,0 2 1 0 0,0 0-1 0 0,1 0 0 0 0,-15 20 1 0 0,18-20 37 0 0,1 0 1 0 0,0 1 0 0 0,1 0 0 0 0,0 1 0 0 0,1 0-1 0 0,1 0 1 0 0,0 0 0 0 0,0 1 0 0 0,2-1-1 0 0,-4 17 1 0 0,8-26-24 0 0,-1 0-1 0 0,1 0 1 0 0,0 0-1 0 0,0 0 1 0 0,0 0-1 0 0,0 0 1 0 0,1 0 0 0 0,0-1-1 0 0,0 1 1 0 0,2 5-1 0 0,-2-8-24 0 0,0-1 0 0 0,-1 0 1 0 0,1 1-1 0 0,0-1 0 0 0,0 0 0 0 0,0 0 0 0 0,0 0 0 0 0,0 1 1 0 0,0-1-1 0 0,0 0 0 0 0,0 0 0 0 0,0 0 0 0 0,1-1 0 0 0,-1 1 1 0 0,0 0-1 0 0,1 0 0 0 0,-1-1 0 0 0,0 1 0 0 0,1-1 0 0 0,-1 1 1 0 0,1-1-1 0 0,-1 0 0 0 0,1 1 0 0 0,-1-1 0 0 0,1 0 0 0 0,-1 0 1 0 0,1 0-1 0 0,-1 0 0 0 0,1 0 0 0 0,0-1 0 0 0,-1 1 0 0 0,1 0 1 0 0,-1-1-1 0 0,0 1 0 0 0,3-1 0 0 0,10-5 162 0 0,0 1 0 0 0,0-2-1 0 0,-1 0 1 0 0,0-1 0 0 0,0 0 0 0 0,0 0-1 0 0,-1-2 1 0 0,12-11 0 0 0,-10 8-97 0 0,0-1 0 0 0,-1-1 0 0 0,-1-1 0 0 0,0 1 0 0 0,17-32 0 0 0,-22 33 34 0 0,-1 0 1 0 0,-1-1 0 0 0,-1 0 0 0 0,0 0 0 0 0,-1 0-1 0 0,0 0 1 0 0,-1-1 0 0 0,-1 1 0 0 0,0-1-1 0 0,-1 1 1 0 0,-1-1 0 0 0,-1 1 0 0 0,0 0 0 0 0,-1-1-1 0 0,0 1 1 0 0,-11-27 0 0 0,13 39-88 0 0,0 1 0 0 0,0-1-1 0 0,0 1 1 0 0,-1 0 0 0 0,1-1 0 0 0,-1 1 0 0 0,0 0-1 0 0,1 0 1 0 0,-1 0 0 0 0,0 0 0 0 0,0 0 0 0 0,0 1-1 0 0,0-1 1 0 0,-1 0 0 0 0,1 1 0 0 0,0 0 0 0 0,-1 0-1 0 0,-4-2 1 0 0,4 2 7 0 0,1 1-1 0 0,-1 0 1 0 0,1 0 0 0 0,-1 0-1 0 0,0 0 1 0 0,1 0 0 0 0,-1 1-1 0 0,1-1 1 0 0,-1 1 0 0 0,0 0-1 0 0,1-1 1 0 0,0 1-1 0 0,-1 0 1 0 0,1 1 0 0 0,0-1-1 0 0,-3 2 1 0 0,-2 2 13 0 0,0 0 0 0 0,1 1 0 0 0,0-1 1 0 0,0 1-1 0 0,0 1 0 0 0,1-1 0 0 0,0 1 0 0 0,0 0 0 0 0,0 0 0 0 0,-6 15 1 0 0,-4 13-550 0 0,2 1 1 0 0,1 0 0 0 0,2 1 0 0 0,2 0 0 0 0,-6 54 0 0 0,14-79 570 0 0,0 0 1 0 0,1 0-1 0 0,1 0 1 0 0,0 0 0 0 0,0-1-1 0 0,1 1 1 0 0,1 0-1 0 0,0-1 1 0 0,0 0-1 0 0,1 0 1 0 0,1 0-1 0 0,0-1 1 0 0,0 1-1 0 0,1-1 1 0 0,0-1-1 0 0,1 1 1 0 0,0-1-1 0 0,16 13 1 0 0,-21-19-30 0 0,0-1-1 0 0,0 0 1 0 0,0 0 0 0 0,1-1 0 0 0,-1 1-1 0 0,0-1 1 0 0,1 1 0 0 0,-1-1 0 0 0,1 0-1 0 0,0-1 1 0 0,-1 1 0 0 0,1 0 0 0 0,0-1 0 0 0,-1 0-1 0 0,8 0 1 0 0,-5-1-8 0 0,0 0-1 0 0,1-1 1 0 0,-1 0 0 0 0,0 0 0 0 0,0 0-1 0 0,0-1 1 0 0,0 1 0 0 0,8-6 0 0 0,0-2 6 0 0,0-1 1 0 0,0 0 0 0 0,-1-1 0 0 0,-1 0-1 0 0,19-25 1 0 0,-21 23 274 0 0,0 0-1 0 0,-1-1 0 0 0,-1-1 1 0 0,-1 1-1 0 0,0-1 0 0 0,-1-1 1 0 0,-1 1-1 0 0,0-1 0 0 0,-1 0 1 0 0,-1 0-1 0 0,-1 0 0 0 0,0 0 1 0 0,-2-34-1 0 0,-1 35-264 0 0,0 1 0 0 0,-1-1 0 0 0,-1 1 0 0 0,0 0 0 0 0,-1 0 0 0 0,-1 0 0 0 0,0 0 0 0 0,-1 1 0 0 0,-1-1 0 0 0,0 1 0 0 0,-1 1 1 0 0,0 0-1 0 0,-1 0 0 0 0,0 1 0 0 0,-20-20 0 0 0,21 25-55 0 0,0 1 1 0 0,-1-1 0 0 0,1 2 0 0 0,-2-1-1 0 0,1 1 1 0 0,0 1 0 0 0,-1 0-1 0 0,0 0 1 0 0,0 1 0 0 0,0 0-1 0 0,0 0 1 0 0,-1 1 0 0 0,1 1-1 0 0,0 0 1 0 0,-12 0 0 0 0,14 1-85 0 0,-1 1 1 0 0,0-1-1 0 0,0 2 1 0 0,1-1-1 0 0,-1 1 1 0 0,1 0-1 0 0,-1 1 1 0 0,1 0-1 0 0,0 0 1 0 0,0 1-1 0 0,0 0 0 0 0,0 1 1 0 0,1-1-1 0 0,0 1 1 0 0,0 1-1 0 0,0-1 1 0 0,1 1-1 0 0,-8 9 1 0 0,-1 4-195 0 0,1 2 0 0 0,0 0 1 0 0,2 1-1 0 0,0 0 1 0 0,1 0-1 0 0,-8 30 0 0 0,14-37 185 0 0,0 0 1 0 0,1-1-1 0 0,1 2 0 0 0,1-1 0 0 0,0 0 0 0 0,1 1 0 0 0,1-1 1 0 0,0 0-1 0 0,1 1 0 0 0,0-1 0 0 0,6 19 0 0 0,-6-29 139 0 0,0 0-1 0 0,1 0 0 0 0,0 0 1 0 0,0 0-1 0 0,0 0 0 0 0,1-1 1 0 0,0 1-1 0 0,0-1 1 0 0,0 1-1 0 0,0-1 0 0 0,0 0 1 0 0,1-1-1 0 0,0 1 1 0 0,0-1-1 0 0,0 1 0 0 0,0-1 1 0 0,1 0-1 0 0,-1 0 0 0 0,1-1 1 0 0,0 0-1 0 0,-1 0 1 0 0,1 0-1 0 0,6 2 0 0 0,-3-3 130 0 0,0 0-1 0 0,0 0 1 0 0,1 0-1 0 0,-1-1 1 0 0,0 0-1 0 0,0-1 1 0 0,0 0-1 0 0,0 0 1 0 0,0-1-1 0 0,0 0 1 0 0,0 0-1 0 0,0-1 1 0 0,-1 0-1 0 0,10-6 1 0 0,-4 4 64 0 0,-1-2 1 0 0,-1 0-1 0 0,1 0 1 0 0,-1-1-1 0 0,0 0 1 0 0,-1-1-1 0 0,0 0 1 0 0,0-1-1 0 0,-1 0 0 0 0,-1 0 1 0 0,1-1-1 0 0,-2 0 1 0 0,1-1-1 0 0,-2 1 1 0 0,1-1-1 0 0,-2-1 1 0 0,0 1-1 0 0,0-1 1 0 0,-1 0-1 0 0,0 0 1 0 0,1-14-1 0 0,0-12 154 0 0,-1 1-1 0 0,-2 0 1 0 0,-2-1 0 0 0,-1 0-1 0 0,-11-60 1 0 0,11 92-393 0 0,0 0 1 0 0,0 1-1 0 0,-1-1 1 0 0,0 0 0 0 0,-1 1-1 0 0,1 0 1 0 0,-1-1-1 0 0,0 1 1 0 0,-1 0 0 0 0,-5-8-1 0 0,6 12-12 0 0,1 0 0 0 0,-1 0-1 0 0,1 0 1 0 0,-1 0 0 0 0,0 1 0 0 0,1-1-1 0 0,-1 1 1 0 0,0-1 0 0 0,0 1-1 0 0,0 0 1 0 0,0 0 0 0 0,0 0 0 0 0,0 1-1 0 0,-1-1 1 0 0,1 1 0 0 0,0-1-1 0 0,0 1 1 0 0,0 0 0 0 0,-1 1 0 0 0,1-1-1 0 0,0 0 1 0 0,0 1 0 0 0,0 0-1 0 0,-5 1 1 0 0,-3 2-7 0 0,0 0 1 0 0,1 1-1 0 0,0 0 0 0 0,0 1 1 0 0,0 0-1 0 0,0 0 0 0 0,1 1 1 0 0,0 0-1 0 0,1 1 0 0 0,0 0 1 0 0,0 0-1 0 0,-9 13 0 0 0,-5 8-114 0 0,1 2 0 0 0,-24 48-1 0 0,34-60-269 0 0,2 1-1 0 0,0 0 1 0 0,1 1-1 0 0,1 0 1 0 0,1 0 0 0 0,-5 33-1 0 0,10-47 228 0 0,0 1-1 0 0,1 0 1 0 0,0-1 0 0 0,0 1-1 0 0,1-1 1 0 0,0 1 0 0 0,0-1-1 0 0,0 1 1 0 0,1-1-1 0 0,0 0 1 0 0,1 0 0 0 0,0 0-1 0 0,0 0 1 0 0,0 0 0 0 0,1 0-1 0 0,0-1 1 0 0,0 0-1 0 0,1 0 1 0 0,-1 0 0 0 0,2 0-1 0 0,-1-1 1 0 0,10 8 0 0 0,-12-11 340 0 0,1 0 1 0 0,-1 0-1 0 0,1 0 1 0 0,-1-1-1 0 0,1 1 1 0 0,-1-1-1 0 0,1 0 1 0 0,0 0 0 0 0,0-1-1 0 0,0 1 1 0 0,0-1-1 0 0,-1 0 1 0 0,1 0-1 0 0,0 0 1 0 0,0 0-1 0 0,0-1 1 0 0,0 0-1 0 0,0 1 1 0 0,-1-1 0 0 0,1-1-1 0 0,7-2 1 0 0,-7 2-35 0 0,0 0 0 0 0,0 0 0 0 0,0 0 0 0 0,0 0 1 0 0,-1-1-1 0 0,1 1 0 0 0,0-1 0 0 0,-1 0 0 0 0,0 0 0 0 0,0-1 1 0 0,0 1-1 0 0,0 0 0 0 0,0-1 0 0 0,-1 0 0 0 0,0 0 1 0 0,0 0-1 0 0,0 0 0 0 0,3-7 0 0 0,-1-9 459 0 0,-1-1-1 0 0,-1 1 0 0 0,0-1 1 0 0,-2 1-1 0 0,0-1 0 0 0,-1 1 1 0 0,-1-1-1 0 0,-1 1 0 0 0,-1 0 1 0 0,-1 0-1 0 0,-8-23 0 0 0,12 41-538 0 0,0 0-1 0 0,0 1 1 0 0,1-1-1 0 0,-1 0 1 0 0,0 1-1 0 0,0-1 1 0 0,-1 0-1 0 0,1 1 1 0 0,0-1-1 0 0,0 1 1 0 0,-1 0-1 0 0,1 0 1 0 0,-1-1-1 0 0,1 1 0 0 0,-1 0 1 0 0,1 0-1 0 0,-1 0 1 0 0,0 0-1 0 0,0 1 1 0 0,1-1-1 0 0,-1 0 1 0 0,0 1-1 0 0,-2-1 1 0 0,1 1-17 0 0,0 0-1 0 0,0 0 1 0 0,0 1 0 0 0,0-1-1 0 0,-1 1 1 0 0,1 0 0 0 0,0 0-1 0 0,0 0 1 0 0,0 0 0 0 0,1 0-1 0 0,-1 0 1 0 0,-5 4 0 0 0,-3 3-48 0 0,1 0 0 0 0,-1 0 0 0 0,1 1 0 0 0,1 1 0 0 0,-13 15 0 0 0,12-12-54 0 0,0 0 0 0 0,0 1-1 0 0,1 0 1 0 0,1 0-1 0 0,1 1 1 0 0,0 0 0 0 0,1 1-1 0 0,0 0 1 0 0,1-1-1 0 0,1 2 1 0 0,1-1-1 0 0,0 0 1 0 0,1 1 0 0 0,1-1-1 0 0,0 1 1 0 0,2 0-1 0 0,-1-1 1 0 0,2 1-1 0 0,0-1 1 0 0,2 1 0 0 0,7 24-1 0 0,-5-20 278 0 0,2-1 0 0 0,1 0 1 0 0,1 0-1 0 0,17 27 0 0 0,-22-40-148 0 0,0 0 0 0 0,0-1 0 0 0,0 1-1 0 0,1-1 1 0 0,0 0 0 0 0,1-1 0 0 0,-1 1 0 0 0,1-1 0 0 0,0-1 0 0 0,0 1 0 0 0,1-1-1 0 0,-1-1 1 0 0,1 1 0 0 0,14 3 0 0 0,-20-6 9 0 0,0-1 0 0 0,0 1-1 0 0,0-1 1 0 0,0 0 0 0 0,0 0 0 0 0,0 0-1 0 0,0 0 1 0 0,0 0 0 0 0,0 0-1 0 0,0-1 1 0 0,-1 1 0 0 0,1-1 0 0 0,0 1-1 0 0,0-1 1 0 0,0 0 0 0 0,0 0 0 0 0,-1 0-1 0 0,1 0 1 0 0,2-1 0 0 0,-1-1 60 0 0,0 0 1 0 0,0 1-1 0 0,-1-1 0 0 0,1 0 1 0 0,-1-1-1 0 0,0 1 0 0 0,0 0 1 0 0,0-1-1 0 0,2-4 0 0 0,1-4 150 0 0,-1 0 0 0 0,-1-1 0 0 0,0 1 0 0 0,3-25 0 0 0,-4 14-247 0 0,-1 0 1 0 0,-1 0 0 0 0,-1 0-1 0 0,-1 0 1 0 0,-6-28 0 0 0,8 51-9 0 0,0 0 1 0 0,0-1-1 0 0,0 1 1 0 0,0-1 0 0 0,-1 1-1 0 0,1 0 1 0 0,0-1-1 0 0,0 1 1 0 0,0-1 0 0 0,0 1-1 0 0,0 0 1 0 0,-1-1-1 0 0,1 1 1 0 0,0 0 0 0 0,0-1-1 0 0,-1 1 1 0 0,1 0-1 0 0,0-1 1 0 0,0 1 0 0 0,-1 0-1 0 0,1 0 1 0 0,0-1-1 0 0,-1 1 1 0 0,1 0 0 0 0,-1 0-1 0 0,1 0 1 0 0,0 0-1 0 0,-1-1 1 0 0,1 1 0 0 0,0 0-1 0 0,-1 0 1 0 0,1 0-1 0 0,-1 0 1 0 0,1 0 0 0 0,0 0-1 0 0,-1 0 1 0 0,0 0-1 0 0,-16 10-804 0 0,-11 20-328 0 0,21-20 881 0 0,0-1 0 0 0,1 2 1 0 0,0-1-1 0 0,0 1 1 0 0,1 0-1 0 0,0 0 0 0 0,1 0 1 0 0,1 1-1 0 0,-1 0 0 0 0,2-1 1 0 0,4 16 1172 0 0,-2-27-878 0 0,14-13 1403 0 0,9-20 480 0 0,-17 21-1430 0 0,-2-1 0 0 0,0 1 0 0 0,0-1 0 0 0,-1 0 0 0 0,-1 0 0 0 0,2-22-1 0 0,-3 9-106 0 0,-1-1-1 0 0,-4-34 0 0 0,4 60-438 0 0,0 0-1 0 0,0 0 0 0 0,0 0 1 0 0,0 0-1 0 0,0 0 0 0 0,-1 0 1 0 0,1 0-1 0 0,0 1 0 0 0,0-1 1 0 0,-1 0-1 0 0,1 0 0 0 0,0 0 1 0 0,-1 0-1 0 0,1 0 0 0 0,-1 0 1 0 0,1 1-1 0 0,-1-1 0 0 0,0 0 1 0 0,1 0-1 0 0,-1 1 0 0 0,0-1 1 0 0,1 0-1 0 0,-1 1 0 0 0,0-1 1 0 0,0 1-1 0 0,0-1 0 0 0,-1 0 1 0 0,1 1-51 0 0,-1 0 0 0 0,1 0 0 0 0,-1 0 1 0 0,1 1-1 0 0,-1-1 0 0 0,1 0 0 0 0,0 1 0 0 0,-1-1 1 0 0,1 1-1 0 0,0 0 0 0 0,-1-1 0 0 0,1 1 1 0 0,0 0-1 0 0,0 0 0 0 0,-3 1 0 0 0,-4 6-439 0 0,0-1-1 0 0,0 2 1 0 0,-11 14-1 0 0,7-4-323 0 0,-20 38 0 0 0,8-6 1 0 0</inkml:trace>
</inkml:ink>
</file>

<file path=ppt/ink/ink3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03.52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1003 480 7834 0 0,'-5'-8'133'0'0,"-1"0"1"0"0,-1 0-1 0 0,1 0 1 0 0,-2 1-1 0 0,1 0 1 0 0,-1 1-1 0 0,1 0 1 0 0,-14-8-1 0 0,15 11-68 0 0,0 0 0 0 0,-1 1 1 0 0,1-1-1 0 0,-1 2 0 0 0,1-1 0 0 0,-1 1 0 0 0,0-1 0 0 0,0 2 0 0 0,1-1 0 0 0,-1 1 0 0 0,0 0 0 0 0,0 1 0 0 0,-10 1 0 0 0,0 2-78 0 0,0 1 0 0 0,0 0 1 0 0,0 1-1 0 0,1 1 0 0 0,-1 0 0 0 0,2 2 0 0 0,-1 0 0 0 0,1 0 0 0 0,1 1 1 0 0,-1 1-1 0 0,2 1 0 0 0,0 0 0 0 0,-15 17 0 0 0,3 0-17 0 0,2 0 0 0 0,1 2 0 0 0,1 1 0 0 0,2 0 0 0 0,-20 44 0 0 0,34-65 61 0 0,0 1-1 0 0,1 1 1 0 0,1-1-1 0 0,-1 0 1 0 0,2 1-1 0 0,0 0 1 0 0,0-1-1 0 0,1 1 1 0 0,1 0-1 0 0,0 0 1 0 0,3 17-1 0 0,-2-24-11 0 0,0 1-1 0 0,1-1 0 0 0,0 0 0 0 0,0 0 1 0 0,0 0-1 0 0,1 0 0 0 0,0 0 1 0 0,0 0-1 0 0,1-1 0 0 0,-1 0 0 0 0,1 1 1 0 0,0-1-1 0 0,1-1 0 0 0,-1 1 0 0 0,1 0 1 0 0,0-1-1 0 0,0 0 0 0 0,0 0 0 0 0,1-1 1 0 0,-1 0-1 0 0,1 1 0 0 0,0-2 0 0 0,0 1 1 0 0,7 2-1 0 0,2-2 92 0 0,0 0 0 0 0,0 0 0 0 0,0-2 0 0 0,0 1 0 0 0,0-2-1 0 0,0 0 1 0 0,0-1 0 0 0,0-1 0 0 0,0 0 0 0 0,0-1 0 0 0,0 0 0 0 0,25-10 0 0 0,-22 6-10 0 0,0-1 0 0 0,0 0 1 0 0,-1-1-1 0 0,0-1 0 0 0,-1-1 0 0 0,0 0 0 0 0,-1-1 1 0 0,0-1-1 0 0,19-21 0 0 0,-23 20 47 0 0,0 0 0 0 0,-2-1 0 0 0,0 0 1 0 0,0 0-1 0 0,-1-1 0 0 0,-1 0 0 0 0,-1-1 0 0 0,0 0 0 0 0,-2 0 0 0 0,1 0 0 0 0,2-33 0 0 0,-6 37-14 0 0,0 1 0 0 0,-1-1 0 0 0,0 0-1 0 0,-1 0 1 0 0,0 1 0 0 0,-2-1-1 0 0,1 0 1 0 0,-1 1 0 0 0,-1 0 0 0 0,0 0-1 0 0,-1 0 1 0 0,0 0 0 0 0,-1 1-1 0 0,0 0 1 0 0,-1 0 0 0 0,0 0 0 0 0,-9-9-1 0 0,9 14-151 0 0,0 0 0 0 0,0 0 0 0 0,-1 1 0 0 0,1 0-1 0 0,-1 1 1 0 0,0 0 0 0 0,-1 0 0 0 0,1 0 0 0 0,-1 1 0 0 0,1 0-1 0 0,-1 1 1 0 0,0 0 0 0 0,0 1 0 0 0,0 0 0 0 0,0 0 0 0 0,-10 1-1 0 0,-7 0-46 0 0,0 1-1 0 0,0 1 0 0 0,0 1 0 0 0,-35 10 0 0 0,-49 18-1555 0 0,-141 61 1 0 0,246-90 1674 0 0,0 0 0 0 0,0 1 0 0 0,0 0 1 0 0,0-1-1 0 0,1 2 0 0 0,-1-1 0 0 0,1 0 0 0 0,0 1 1 0 0,-7 7-1 0 0,10-10-20 0 0,1 0 0 0 0,-1 0 0 0 0,0 0 0 0 0,1 0 0 0 0,-1 1 0 0 0,1-1 0 0 0,-1 0 1 0 0,1 0-1 0 0,0 0 0 0 0,-1 0 0 0 0,1 1 0 0 0,0-1 0 0 0,0 0 0 0 0,0 0 0 0 0,0 1 0 0 0,0-1 0 0 0,0 0 0 0 0,0 0 0 0 0,1 2 1 0 0,0-1-42 0 0,0 0 1 0 0,0-1-1 0 0,0 1 1 0 0,0 0-1 0 0,0 0 0 0 0,0-1 1 0 0,1 1-1 0 0,-1-1 1 0 0,0 1-1 0 0,1-1 1 0 0,0 0-1 0 0,-1 0 1 0 0,1 1-1 0 0,0-1 1 0 0,2 1-1 0 0,2 1-1 0 0,1-1-1 0 0,-1 0 0 0 0,1 0 0 0 0,-1 0 0 0 0,1-1 0 0 0,0 0 1 0 0,0 0-1 0 0,-1-1 0 0 0,1 0 0 0 0,0 0 0 0 0,0 0 1 0 0,0-1-1 0 0,-1 0 0 0 0,1 0 0 0 0,12-5 0 0 0,3-1 340 0 0,0-2-1 0 0,-1 0 0 0 0,28-16 1 0 0,-15 5 367 0 0,0-2 0 0 0,58-48 0 0 0,-77 56-513 0 0,0 0 0 0 0,-1-2 0 0 0,0 1 0 0 0,-1-2 0 0 0,-1 0 0 0 0,0 0 0 0 0,11-25 0 0 0,-18 30-149 0 0,-1 1 0 0 0,-1-1 0 0 0,0 0 0 0 0,-1 1 0 0 0,0-1 0 0 0,-1-1 0 0 0,0 1 0 0 0,-1 0-1 0 0,0 0 1 0 0,-1 0 0 0 0,0 0 0 0 0,-1 0 0 0 0,0 0 0 0 0,-7-18 0 0 0,7 23-75 0 0,0 0 0 0 0,-1 0-1 0 0,0 0 1 0 0,0 0 0 0 0,-1 0 0 0 0,0 1 0 0 0,0 0-1 0 0,0 0 1 0 0,-1 0 0 0 0,0 0 0 0 0,0 1-1 0 0,0-1 1 0 0,-1 1 0 0 0,0 1 0 0 0,0-1 0 0 0,0 1-1 0 0,-1 0 1 0 0,1 0 0 0 0,-1 1 0 0 0,0 0-1 0 0,0 0 1 0 0,0 1 0 0 0,0 0 0 0 0,-10-2 0 0 0,-1 3-192 0 0,-1 1 1 0 0,1 0-1 0 0,0 1 1 0 0,0 1-1 0 0,0 1 1 0 0,0 1-1 0 0,0 0 1 0 0,1 1-1 0 0,-1 1 1 0 0,1 1-1 0 0,1 1 1 0 0,-24 13-1 0 0,4 1 51 0 0,1 1 0 0 0,1 2-1 0 0,1 2 1 0 0,-38 38 0 0 0,46-41 183 0 0,2 2 1 0 0,1 1-1 0 0,-26 39 0 0 0,42-58-8 0 0,1 0-1 0 0,0 1 0 0 0,1 0 1 0 0,0 0-1 0 0,0 0 0 0 0,1 1 1 0 0,0-1-1 0 0,1 1 0 0 0,0-1 1 0 0,0 1-1 0 0,1 0 0 0 0,0 0 1 0 0,1 0-1 0 0,0 0 0 0 0,1 0 1 0 0,2 14-1 0 0,-1-18-23 0 0,-1-1-1 0 0,1 0 0 0 0,0 1 1 0 0,1-1-1 0 0,-1 0 1 0 0,1 0-1 0 0,0 0 1 0 0,0 0-1 0 0,1-1 1 0 0,-1 1-1 0 0,1-1 1 0 0,0 0-1 0 0,0 0 0 0 0,1-1 1 0 0,5 5-1 0 0,-2-3 12 0 0,0-1 0 0 0,0 0 0 0 0,0-1 0 0 0,0 0-1 0 0,0 0 1 0 0,1-1 0 0 0,0 0 0 0 0,-1 0-1 0 0,11 0 1 0 0,3-1 89 0 0,0-1 0 0 0,0-1 1 0 0,0-1-1 0 0,-1-1 0 0 0,1-1 0 0 0,-1-1 0 0 0,24-8 0 0 0,15-8 433 0 0,0-3 0 0 0,65-38 0 0 0,-95 45-362 0 0,0-2-1 0 0,-1-1 1 0 0,0-1-1 0 0,-2-2 1 0 0,38-39 0 0 0,-56 51-112 0 0,0-1 0 0 0,0 1 0 0 0,-2-1 1 0 0,13-24-1 0 0,-17 31-4 0 0,-1-1 1 0 0,0 0-1 0 0,0 1 1 0 0,0-1-1 0 0,-1 0 1 0 0,0 0-1 0 0,0 0 1 0 0,0 0-1 0 0,-1 0 1 0 0,0 0-1 0 0,0 0 0 0 0,-1 0 1 0 0,-2-12-1 0 0,2 15-3 0 0,0 1-1 0 0,0-1 0 0 0,0 1 1 0 0,-1-1-1 0 0,1 1 0 0 0,-1-1 1 0 0,0 1-1 0 0,0 0 0 0 0,0 0 0 0 0,0 0 1 0 0,0 0-1 0 0,0 0 0 0 0,-1 0 1 0 0,1 1-1 0 0,-1-1 0 0 0,1 1 1 0 0,-1 0-1 0 0,1-1 0 0 0,-1 1 1 0 0,0 0-1 0 0,0 1 0 0 0,1-1 0 0 0,-1 0 1 0 0,0 1-1 0 0,0 0 0 0 0,0-1 1 0 0,0 1-1 0 0,-4 1 0 0 0,-10-1-66 0 0,-1 1 1 0 0,1 1-1 0 0,-26 6 0 0 0,28-5-72 0 0,-21 4-60 0 0,1 3-1 0 0,0 0 1 0 0,0 3 0 0 0,1 0 0 0 0,0 3-1 0 0,2 0 1 0 0,0 3 0 0 0,0 0 0 0 0,2 2 0 0 0,-28 25-1 0 0,35-26 38 0 0,1 2 0 0 0,1 0-1 0 0,1 1 1 0 0,1 1 0 0 0,1 1-1 0 0,1 1 1 0 0,1 0-1 0 0,1 1 1 0 0,2 0 0 0 0,1 1-1 0 0,1 1 1 0 0,-11 43 0 0 0,20-62-9 0 0,0 1 1 0 0,0 0-1 0 0,1 0 0 0 0,1 0 1 0 0,0 0-1 0 0,0 1 1 0 0,1-1-1 0 0,1 0 1 0 0,-1 0-1 0 0,2-1 1 0 0,0 1-1 0 0,4 12 1 0 0,-1-9-29 0 0,1-1 1 0 0,1 0 0 0 0,-1 0-1 0 0,2-1 1 0 0,0 0 0 0 0,0 0-1 0 0,1-1 1 0 0,17 14-1 0 0,-4-5 122 0 0,1 0 0 0 0,1-2 0 0 0,1-1-1 0 0,0-1 1 0 0,1-2 0 0 0,1 0 0 0 0,0-2-1 0 0,1-1 1 0 0,0-1 0 0 0,55 11-1 0 0,-47-15 390 0 0,0-2 0 0 0,0-2 0 0 0,0-1 0 0 0,1-2 0 0 0,-1-2-1 0 0,0-1 1 0 0,-1-1 0 0 0,59-18 0 0 0,-54 11 97 0 0,-2-1 1 0 0,0-3-1 0 0,-1-1 1 0 0,0-1-1 0 0,-1-2 0 0 0,-2-2 1 0 0,50-40-1 0 0,-67 47-221 0 0,-2-1 0 0 0,0 0 1 0 0,-1-1-1 0 0,-1-1 0 0 0,0 0 0 0 0,17-32 0 0 0,-23 35 43 0 0,-1-1 0 0 0,0-1-1 0 0,-1 1 1 0 0,-1-1-1 0 0,-1 0 1 0 0,0 0 0 0 0,-1-1-1 0 0,-1 1 1 0 0,0-25-1 0 0,-2 36-247 0 0,-1-1-1 0 0,1 0 0 0 0,-1 1 0 0 0,0-1 1 0 0,-1 1-1 0 0,1-1 0 0 0,-1 1 1 0 0,-1 0-1 0 0,1-1 0 0 0,-1 1 1 0 0,0 0-1 0 0,-1 1 0 0 0,1-1 0 0 0,-9-10 1 0 0,5 9-118 0 0,-1 0 1 0 0,0 0-1 0 0,0 1 1 0 0,0 0-1 0 0,0 1 1 0 0,-1-1-1 0 0,0 1 1 0 0,0 1-1 0 0,-11-4 0 0 0,-3 1-279 0 0,-1 0-1 0 0,1 2 0 0 0,-2 0 0 0 0,1 2 0 0 0,0 1 0 0 0,-1 0 1 0 0,-34 4-1 0 0,19 3-97 0 0,0 1 1 0 0,1 3 0 0 0,1 1 0 0 0,-1 1 0 0 0,1 3-1 0 0,1 1 1 0 0,1 1 0 0 0,0 3 0 0 0,1 0 0 0 0,1 3-1 0 0,-50 40 1 0 0,78-57 491 0 0,0 0-1 0 0,0 0 0 0 0,1 1 1 0 0,0-1-1 0 0,0 1 0 0 0,0 1 1 0 0,1-1-1 0 0,0 0 1 0 0,0 1-1 0 0,1 0 0 0 0,0 0 1 0 0,0 0-1 0 0,-3 13 1 0 0,5-13-12 0 0,0-1 1 0 0,1 1-1 0 0,0 0 1 0 0,0 0 0 0 0,0-1-1 0 0,1 1 1 0 0,0 0 0 0 0,1-1-1 0 0,-1 1 1 0 0,1-1-1 0 0,1 0 1 0 0,-1 1 0 0 0,1-1-1 0 0,0 0 1 0 0,7 10-1 0 0,-3-6-42 0 0,0-1 0 0 0,0 0 0 0 0,0 0 0 0 0,1-1 0 0 0,1 0 0 0 0,0-1 0 0 0,0 0 0 0 0,0 0 0 0 0,1 0 0 0 0,13 6 0 0 0,-7-6 16 0 0,1 0 0 0 0,0-1 1 0 0,0 0-1 0 0,1-2 1 0 0,-1 0-1 0 0,21 2 1 0 0,-7-4 219 0 0,0-1 1 0 0,0-1-1 0 0,0-2 1 0 0,0-1 0 0 0,0-1-1 0 0,0-2 1 0 0,41-13-1 0 0,-38 9 525 0 0,-1-2 0 0 0,0-1-1 0 0,-1-1 1 0 0,58-37-1 0 0,-81 45-538 0 0,-1 0 0 0 0,0 0-1 0 0,0-1 1 0 0,-1 0 0 0 0,0 0 0 0 0,0-1-1 0 0,-1 0 1 0 0,1 0 0 0 0,-2-1-1 0 0,1 0 1 0 0,-1 1 0 0 0,-1-2-1 0 0,0 1 1 0 0,0-1 0 0 0,-1 1-1 0 0,0-1 1 0 0,0 0 0 0 0,-1 0-1 0 0,-1 0 1 0 0,0-1 0 0 0,0-14-1 0 0,-1 4-57 0 0,-2 0 0 0 0,-1 1 0 0 0,0 0 0 0 0,-1-1 0 0 0,-2 2 0 0 0,0-1 0 0 0,-1 0 0 0 0,0 1 0 0 0,-2 0 0 0 0,0 1 0 0 0,-22-32 0 0 0,24 41-196 0 0,-1 0 0 0 0,1 0 0 0 0,-2 0 0 0 0,1 1-1 0 0,-1 0 1 0 0,0 1 0 0 0,0 0 0 0 0,-1 1 0 0 0,0-1 0 0 0,-1 2 0 0 0,1 0 0 0 0,-1 0 0 0 0,0 1 0 0 0,0 0 0 0 0,0 1 0 0 0,-1 0 0 0 0,1 0 0 0 0,-1 2 0 0 0,1-1 0 0 0,-1 2 0 0 0,0-1 0 0 0,-13 3 0 0 0,2 1-200 0 0,0 1 0 0 0,1 2 1 0 0,0 0-1 0 0,0 1 0 0 0,0 1 0 0 0,1 2 0 0 0,0 0 1 0 0,0 1-1 0 0,2 1 0 0 0,-1 0 0 0 0,-31 28 0 0 0,11-4-333 0 0,2 1 0 0 0,1 2 1 0 0,-62 86-1 0 0,85-105 320 0 0,1 0 0 0 0,1 1 1 0 0,1 0-1 0 0,1 1 1 0 0,0 0-1 0 0,-6 26 0 0 0,14-40 181 0 0,0 0 1 0 0,1 0-1 0 0,0 1 0 0 0,0-1 0 0 0,1 1 1 0 0,0-1-1 0 0,0 0 0 0 0,1 1 0 0 0,2 9 0 0 0,-1-13 35 0 0,0 1 0 0 0,-1-1-1 0 0,2 0 1 0 0,-1 0 0 0 0,1 0-1 0 0,-1-1 1 0 0,1 1 0 0 0,1 0-1 0 0,-1-1 1 0 0,1 0 0 0 0,-1 0-1 0 0,1 0 1 0 0,0 0 0 0 0,1-1-1 0 0,5 5 1 0 0,-2-4 79 0 0,-1-1 0 0 0,1 0 0 0 0,0 0 0 0 0,0 0 0 0 0,0-1 0 0 0,0 0 0 0 0,0-1 0 0 0,0 1-1 0 0,0-2 1 0 0,1 1 0 0 0,-1-1 0 0 0,0 0 0 0 0,1-1 0 0 0,-1 0 0 0 0,0-1 0 0 0,12-3 0 0 0,7-2 459 0 0,0-1 0 0 0,-1-2 1 0 0,41-21-1 0 0,-32 12-17 0 0,0-1 0 0 0,-1-2 0 0 0,-2-1 0 0 0,0-2-1 0 0,-1-1 1 0 0,-2-1 0 0 0,-1-2 0 0 0,27-34 0 0 0,-41 45-326 0 0,-2 0 1 0 0,0-1-1 0 0,-1 0 0 0 0,-1 0 0 0 0,0-1 1 0 0,-2-1-1 0 0,0 0 0 0 0,-2 0 0 0 0,0 0 0 0 0,-1-1 1 0 0,-2 1-1 0 0,0-1 0 0 0,-1 0 0 0 0,-1 0 1 0 0,-1-1-1 0 0,-4-26 0 0 0,3 39-69 0 0,-1-1 0 0 0,-1 2 0 0 0,1-1 1 0 0,-1 0-1 0 0,-1 0 0 0 0,0 1 0 0 0,0 0 0 0 0,-1 0 0 0 0,0 0 0 0 0,-1 0 1 0 0,0 1-1 0 0,0 0 0 0 0,-13-13 0 0 0,13 16-46 0 0,-1-1 0 0 0,0 1 0 0 0,0 0 0 0 0,0 1 0 0 0,-1 0 0 0 0,1 0 0 0 0,-1 0 0 0 0,0 1 0 0 0,0 0 0 0 0,0 1 0 0 0,-1 0 0 0 0,1 0 0 0 0,0 1 0 0 0,-1 0 0 0 0,1 0 0 0 0,-16 1 0 0 0,2 2-109 0 0,1 2-1 0 0,0 0 1 0 0,0 1 0 0 0,0 0 0 0 0,0 2-1 0 0,-21 11 1 0 0,-114 63-395 0 0,143-73 472 0 0,-39 23 59 0 0,1 3 0 0 0,2 1 0 0 0,2 3 0 0 0,1 2-1 0 0,2 2 1 0 0,2 1 0 0 0,-69 95 0 0 0,102-127 37 0 0,1 2 0 0 0,1 0 0 0 0,-1 0-1 0 0,2 0 1 0 0,0 0 0 0 0,-7 25 0 0 0,12-31-72 0 0,-1-1 0 0 0,1 1-1 0 0,1 0 1 0 0,-1 0 0 0 0,1 0 0 0 0,1 0 0 0 0,-1-1 0 0 0,1 1-1 0 0,0 0 1 0 0,1 0 0 0 0,-1-1 0 0 0,1 1 0 0 0,1-1 0 0 0,-1 1-1 0 0,1-1 1 0 0,6 9 0 0 0,4 3-407 0 0,1 0 0 0 0,0-2 0 0 0,2 0 0 0 0,0 0 0 0 0,1-2 0 0 0,0 0-1 0 0,1 0 1 0 0,0-2 0 0 0,37 18 0 0 0,24 9 52 0 0</inkml:trace>
</inkml:ink>
</file>

<file path=ppt/ink/ink3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1.983"/>
    </inkml:context>
    <inkml:brush xml:id="br0">
      <inkml:brushProperty name="width" value="0.1" units="cm"/>
      <inkml:brushProperty name="height" value="0.1" units="cm"/>
    </inkml:brush>
  </inkml:definitions>
  <inkml:trace contextRef="#ctx0" brushRef="#br0">1 8 5529 0 0,'2'-3'327'0'0,"5"-2"2368"0"0,-5 20 310 0 0,-2 32-1613 0 0,9 231 1138 0 0,-4-224-2612 0 0,5 45-341 0 0,0-35-2689 0 0</inkml:trace>
</inkml:ink>
</file>

<file path=ppt/ink/ink3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2.427"/>
    </inkml:context>
    <inkml:brush xml:id="br0">
      <inkml:brushProperty name="width" value="0.1" units="cm"/>
      <inkml:brushProperty name="height" value="0.1" units="cm"/>
    </inkml:brush>
  </inkml:definitions>
  <inkml:trace contextRef="#ctx0" brushRef="#br0">5 194 3225 0 0,'-2'-20'1358'0'0,"0"0"-1"0"0,2 0 1 0 0,0 0 0 0 0,1 0 0 0 0,6-31 0 0 0,-7 51-1265 0 0,0-1 0 0 0,0 1 1 0 0,0-1-1 0 0,0 1 0 0 0,0 0 1 0 0,0-1-1 0 0,1 1 0 0 0,-1-1 0 0 0,0 1 1 0 0,0-1-1 0 0,0 1 0 0 0,0 0 1 0 0,0-1-1 0 0,1 1 0 0 0,-1 0 1 0 0,0-1-1 0 0,0 1 0 0 0,1 0 0 0 0,-1-1 1 0 0,0 1-1 0 0,1 0 0 0 0,-1-1 1 0 0,0 1-1 0 0,1 0 0 0 0,-1 0 1 0 0,0-1-1 0 0,1 1 0 0 0,-1 0 1 0 0,0 0-1 0 0,1 0 0 0 0,-1-1 0 0 0,1 1 1 0 0,10 11 1235 0 0,8 28-622 0 0,-17-33-374 0 0,22 43 192 0 0,3-1 0 0 0,48 66 0 0 0,-37-58-217 0 0,-36-53-273 0 0,0 0 0 0 0,0 0 1 0 0,0 0-1 0 0,1 0 1 0 0,0 0-1 0 0,-1 0 0 0 0,1-1 1 0 0,0 1-1 0 0,0-1 0 0 0,0 0 1 0 0,0 0-1 0 0,1 0 1 0 0,4 2-1 0 0,-6-4-28 0 0,0 1 0 0 0,0-1 0 0 0,0 0 0 0 0,0 0 1 0 0,0 0-1 0 0,0 0 0 0 0,0-1 0 0 0,0 1 0 0 0,0 0 0 0 0,0-1 0 0 0,0 1 0 0 0,0-1 0 0 0,0 0 1 0 0,0 0-1 0 0,-1 1 0 0 0,1-1 0 0 0,0 0 0 0 0,0-1 0 0 0,-1 1 0 0 0,1 0 0 0 0,-1 0 0 0 0,1-1 0 0 0,-1 1 1 0 0,1-1-1 0 0,1-2 0 0 0,8-10-105 0 0,-1 0 0 0 0,-1-1 0 0 0,0 0 0 0 0,-1-1 0 0 0,8-17 0 0 0,26-87-67 0 0,-35 98 166 0 0,4-19 154 0 0,-7 26 81 0 0,1-1-1 0 0,0 1 1 0 0,10-21-1 0 0,-15 36-217 0 0,0 1 0 0 0,0-1 1 0 0,0 0-1 0 0,0 1 0 0 0,0-1 0 0 0,1 0 0 0 0,-1 1 0 0 0,0-1 0 0 0,0 0 0 0 0,0 1 0 0 0,0-1 1 0 0,1 0-1 0 0,-1 1 0 0 0,0-1 0 0 0,0 0 0 0 0,1 1 0 0 0,-1-1 0 0 0,0 0 0 0 0,0 0 0 0 0,1 1 1 0 0,-1-1-1 0 0,0 0 0 0 0,1 0 0 0 0,-1 0 0 0 0,0 0 0 0 0,1 1 0 0 0,-1-1 0 0 0,0 0 0 0 0,1 0 1 0 0,-1 0-1 0 0,0 0 0 0 0,1 0 0 0 0,-1 0 0 0 0,1 0 0 0 0,-1 0 0 0 0,0 0 0 0 0,1 0 0 0 0,-1 0 1 0 0,0 0-1 0 0,1 0 0 0 0,-1 0 0 0 0,1 0 0 0 0,-1-1 0 0 0,0 1 0 0 0,1 0 0 0 0,-1 0 0 0 0,0 0 1 0 0,1 0-1 0 0,-1-1 0 0 0,0 1 0 0 0,0 0 0 0 0,1 0 0 0 0,-1-1 0 0 0,0 1 0 0 0,0 0 0 0 0,1-1 1 0 0,-1 1-1 0 0,0 0 0 0 0,0 0 0 0 0,0-1 0 0 0,1 1 0 0 0,-1-1 0 0 0,0 1 0 0 0,0 0 0 0 0,0-1 1 0 0,0 1-1 0 0,0-1 0 0 0,8 34 475 0 0,-8-30-463 0 0,6 29 230 0 0,6 42-166 0 0,4 0 0 0 0,38 109 0 0 0,5-49-4338 0 0,-50-116-2271 0 0</inkml:trace>
</inkml:ink>
</file>

<file path=ppt/ink/ink3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2.792"/>
    </inkml:context>
    <inkml:brush xml:id="br0">
      <inkml:brushProperty name="width" value="0.1" units="cm"/>
      <inkml:brushProperty name="height" value="0.1" units="cm"/>
    </inkml:brush>
  </inkml:definitions>
  <inkml:trace contextRef="#ctx0" brushRef="#br0">95 65 7834 0 0,'-3'4'199'0'0,"1"0"1"0"0,0-1 0 0 0,-1 1 0 0 0,1 0 0 0 0,1 0-1 0 0,-1 0 1 0 0,1 0 0 0 0,-1 1 0 0 0,1-1-1 0 0,1 0 1 0 0,-1 0 0 0 0,0 7 0 0 0,0 1 430 0 0,1 1 1 0 0,0-1 0 0 0,2 14-1 0 0,-2-21-538 0 0,1-1-1 0 0,0-1 1 0 0,0 1-1 0 0,1 0 1 0 0,-1 0-1 0 0,1 0 1 0 0,0-1-1 0 0,0 1 1 0 0,0 0-1 0 0,0-1 1 0 0,0 0-1 0 0,1 0 0 0 0,0 0 1 0 0,0 0-1 0 0,-1 0 1 0 0,2 0-1 0 0,-1-1 1 0 0,0 1-1 0 0,0-1 1 0 0,1 0-1 0 0,0 0 1 0 0,6 3-1 0 0,-8-4 12 0 0,1 0 0 0 0,0-1-1 0 0,0 1 1 0 0,0-1 0 0 0,0 1 0 0 0,0-1-1 0 0,0 0 1 0 0,0 0 0 0 0,0 0 0 0 0,0 0-1 0 0,0-1 1 0 0,0 1 0 0 0,-1-1 0 0 0,1 0-1 0 0,0 1 1 0 0,0-1 0 0 0,0-1 0 0 0,-1 1-1 0 0,1 0 1 0 0,0-1 0 0 0,-1 1 0 0 0,1-1-1 0 0,-1 0 1 0 0,0 0 0 0 0,0 0 0 0 0,0 0-1 0 0,0 0 1 0 0,0 0 0 0 0,0-1 0 0 0,0 1-1 0 0,2-5 1 0 0,-1-1 64 0 0,0-1 0 0 0,0 1-1 0 0,0-1 1 0 0,-1 0 0 0 0,-1 0-1 0 0,1 0 1 0 0,-1 0 0 0 0,-1 0 0 0 0,0 0-1 0 0,0 0 1 0 0,-1-1 0 0 0,0 1-1 0 0,-1 0 1 0 0,1 1 0 0 0,-2-1-1 0 0,1 0 1 0 0,-1 0 0 0 0,-1 1 0 0 0,0 0-1 0 0,-5-9 1 0 0,6 13-191 0 0,0 1 0 0 0,-1 0 0 0 0,0 0 0 0 0,1 0 0 0 0,-1 0 0 0 0,0 1 0 0 0,0-1 0 0 0,-1 1 0 0 0,1 0 0 0 0,0 0 0 0 0,-1 1 0 0 0,1-1 0 0 0,-1 1 0 0 0,1 0 0 0 0,-1 0 0 0 0,0 1 0 0 0,0-1 0 0 0,1 1 0 0 0,-1 0 0 0 0,0 1 0 0 0,-6 0 0 0 0,3 0-386 0 0,1 0 0 0 0,-1 1 0 0 0,1 0 0 0 0,0 0 0 0 0,-12 6 0 0 0,14-6-433 0 0,0 1 0 0 0,1 0 0 0 0,-1 0 0 0 0,1 0 0 0 0,-1 0 0 0 0,1 1 1 0 0,-7 7-1 0 0,2 2-4399 0 0</inkml:trace>
</inkml:ink>
</file>

<file path=ppt/ink/ink3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3.139"/>
    </inkml:context>
    <inkml:brush xml:id="br0">
      <inkml:brushProperty name="width" value="0.1" units="cm"/>
      <inkml:brushProperty name="height" value="0.1" units="cm"/>
    </inkml:brush>
  </inkml:definitions>
  <inkml:trace contextRef="#ctx0" brushRef="#br0">126 44 2761 0 0,'1'-1'184'0'0,"1"0"0"0"0,-1-1 0 0 0,0 1 0 0 0,0 0 0 0 0,1-1 0 0 0,-1 1 0 0 0,0-1 0 0 0,-1 1 0 0 0,1-1 1 0 0,0 0-1 0 0,0 1 0 0 0,-1-1 0 0 0,1 0 0 0 0,-1 0 0 0 0,1 1 0 0 0,-1-1 0 0 0,0 0 0 0 0,0 0 0 0 0,0-2 0 0 0,0 3-37 0 0,0 1 0 0 0,0-1 0 0 0,0 1 0 0 0,-1-1 0 0 0,1 1 0 0 0,0-1 0 0 0,0 1-1 0 0,-1 0 1 0 0,1-1 0 0 0,0 1 0 0 0,-1-1 0 0 0,1 1 0 0 0,0 0 0 0 0,-1-1-1 0 0,1 1 1 0 0,0 0 0 0 0,-1 0 0 0 0,1-1 0 0 0,-1 1 0 0 0,1 0 0 0 0,-1 0-1 0 0,1-1 1 0 0,-1 1 0 0 0,1 0 0 0 0,-1 0 0 0 0,-1 0-3 0 0,0 0 0 0 0,0 0-1 0 0,0 0 1 0 0,0 0 0 0 0,1 0 0 0 0,-1 1 0 0 0,0-1-1 0 0,0 1 1 0 0,1-1 0 0 0,-1 1 0 0 0,-1 1 0 0 0,-5 2 156 0 0,0 1 0 0 0,1 0 0 0 0,-1 0 0 0 0,1 1 1 0 0,1 0-1 0 0,-1 0 0 0 0,1 1 0 0 0,0 0 0 0 0,0 0 0 0 0,1 0 1 0 0,0 1-1 0 0,1-1 0 0 0,-1 1 0 0 0,1 0 0 0 0,1 1 1 0 0,0-1-1 0 0,0 1 0 0 0,0-1 0 0 0,1 1 0 0 0,-1 9 1 0 0,3-15-275 0 0,0 0 1 0 0,0-1-1 0 0,1 1 1 0 0,-1-1 0 0 0,1 1-1 0 0,-1-1 1 0 0,1 1-1 0 0,0-1 1 0 0,0 1 0 0 0,0-1-1 0 0,0 0 1 0 0,1 1-1 0 0,-1-1 1 0 0,1 0-1 0 0,-1 0 1 0 0,1 0 0 0 0,0 0-1 0 0,-1 0 1 0 0,1 0-1 0 0,0-1 1 0 0,0 1 0 0 0,0 0-1 0 0,1-1 1 0 0,-1 0-1 0 0,0 1 1 0 0,5 0 0 0 0,7 4-28 0 0,0-1 1 0 0,0-1 0 0 0,26 5-1 0 0,3 1 82 0 0,-41-9-86 0 0,0-1 0 0 0,0 1 0 0 0,-1 0 0 0 0,1 0 0 0 0,0-1 0 0 0,0 1-1 0 0,-1 0 1 0 0,1 0 0 0 0,-1 0 0 0 0,1 1 0 0 0,-1-1 0 0 0,1 0 0 0 0,-1 1 0 0 0,1-1 0 0 0,-1 1 0 0 0,0-1 0 0 0,0 1-1 0 0,0-1 1 0 0,0 1 0 0 0,0 0 0 0 0,0 0 0 0 0,0 3 0 0 0,0-3-3 0 0,-1 1 0 0 0,0 0-1 0 0,0 0 1 0 0,-1-1 0 0 0,1 1-1 0 0,0 0 1 0 0,-1 0 0 0 0,0-1 0 0 0,1 1-1 0 0,-1 0 1 0 0,0-1 0 0 0,-1 1 0 0 0,1-1-1 0 0,-2 3 1 0 0,-5 7-158 0 0,0-1-1 0 0,-1 0 0 0 0,0-1 1 0 0,-1 0-1 0 0,-12 10 1 0 0,-6 2-1953 0 0,14-13-3608 0 0</inkml:trace>
</inkml:ink>
</file>

<file path=ppt/ink/ink3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3.362"/>
    </inkml:context>
    <inkml:brush xml:id="br0">
      <inkml:brushProperty name="width" value="0.1" units="cm"/>
      <inkml:brushProperty name="height" value="0.1" units="cm"/>
    </inkml:brush>
  </inkml:definitions>
  <inkml:trace contextRef="#ctx0" brushRef="#br0">0 11 9674 0 0,'4'-10'2187'0'0,"-2"18"265"0"0,-3 24 958 0 0,1-28-3289 0 0,1 280 3950 0 0,22-4-8428 0 0,-20-258 2770 0 0</inkml:trace>
</inkml:ink>
</file>

<file path=ppt/ink/ink3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3.551"/>
    </inkml:context>
    <inkml:brush xml:id="br0">
      <inkml:brushProperty name="width" value="0.1" units="cm"/>
      <inkml:brushProperty name="height" value="0.1" units="cm"/>
    </inkml:brush>
  </inkml:definitions>
  <inkml:trace contextRef="#ctx0" brushRef="#br0">5 94 9218 0 0,'-1'-2'80'0'0,"0"1"-1"0"0,1-1 1 0 0,-1 1 0 0 0,1-1-1 0 0,-1 1 1 0 0,1-1 0 0 0,0 0 0 0 0,-1 1-1 0 0,1-1 1 0 0,0 0 0 0 0,0 1-1 0 0,0-1 1 0 0,0 0 0 0 0,1 1 0 0 0,-1-1-1 0 0,0 0 1 0 0,1 1 0 0 0,-1-1-1 0 0,1 1 1 0 0,0-1 0 0 0,-1 1-1 0 0,1-1 1 0 0,0 1 0 0 0,0-1 0 0 0,1-1-1 0 0,3-1 299 0 0,-1 0 0 0 0,1 0 1 0 0,0 0-1 0 0,0 1 0 0 0,11-6 0 0 0,-10 5-242 0 0,0 1 0 0 0,0 0 0 0 0,0 1 0 0 0,1 0 0 0 0,-1 0 0 0 0,1 0 0 0 0,0 0 0 0 0,-1 1 0 0 0,1 1 0 0 0,0-1 0 0 0,0 1 0 0 0,10 0 0 0 0,-7 2-1176 0 0,0 0 1 0 0,-1 0-1 0 0,1 1 1 0 0,0 0-1 0 0,-1 1 1 0 0,1 0-1 0 0,14 9 1 0 0,-5-1 253 0 0</inkml:trace>
</inkml:ink>
</file>

<file path=ppt/ink/ink3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3.853"/>
    </inkml:context>
    <inkml:brush xml:id="br0">
      <inkml:brushProperty name="width" value="0.1" units="cm"/>
      <inkml:brushProperty name="height" value="0.1" units="cm"/>
    </inkml:brush>
  </inkml:definitions>
  <inkml:trace contextRef="#ctx0" brushRef="#br0">59 22 9674 0 0,'0'-1'174'0'0,"0"0"0"0"0,-1-1 0 0 0,1 1 0 0 0,-1 0 0 0 0,1 0 0 0 0,-1 0 0 0 0,0 0 0 0 0,1 0 0 0 0,-1 0 0 0 0,0 0 0 0 0,0 0 0 0 0,1 0 0 0 0,-1 0-1 0 0,0 0 1 0 0,0 0 0 0 0,0 1 0 0 0,0-1 0 0 0,0 0 0 0 0,0 1 0 0 0,0-1 0 0 0,-1 1 0 0 0,1-1 0 0 0,0 1 0 0 0,-1-1 0 0 0,0 2 47 0 0,1 0 1 0 0,0 0-1 0 0,0 0 0 0 0,-1 0 1 0 0,1 0-1 0 0,0 0 0 0 0,0 0 1 0 0,0 0-1 0 0,0 0 0 0 0,1 1 0 0 0,-1-1 1 0 0,0 0-1 0 0,0 1 0 0 0,1-1 1 0 0,-1 1-1 0 0,1-1 0 0 0,-1 0 1 0 0,1 1-1 0 0,0-1 0 0 0,-1 3 1 0 0,-5 27 5 0 0,0 1 0 0 0,2-1 1 0 0,2 1-1 0 0,1-1 0 0 0,1 1 1 0 0,2 0-1 0 0,1-1 0 0 0,1 1 1 0 0,2-1-1 0 0,14 45 0 0 0,3-11-1862 0 0,-12-38-3689 0 0,-3-8-798 0 0</inkml:trace>
</inkml:ink>
</file>

<file path=ppt/ink/ink3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4.236"/>
    </inkml:context>
    <inkml:brush xml:id="br0">
      <inkml:brushProperty name="width" value="0.1" units="cm"/>
      <inkml:brushProperty name="height" value="0.1" units="cm"/>
    </inkml:brush>
  </inkml:definitions>
  <inkml:trace contextRef="#ctx0" brushRef="#br0">19 17 3681 0 0,'-2'3'345'0'0,"-1"0"0"0"0,1 1 0 0 0,0-1-1 0 0,1 1 1 0 0,-1-1 0 0 0,1 1 0 0 0,-1 0 0 0 0,1-1 0 0 0,0 1 0 0 0,1 0 0 0 0,-1 0 0 0 0,1 0 0 0 0,-1 0 0 0 0,1 0 0 0 0,0 0 0 0 0,1 0 0 0 0,-1 0-1 0 0,1 0 1 0 0,1 5 0 0 0,-2-5-28 0 0,1 1-1 0 0,1 0 1 0 0,-1-1 0 0 0,1 1-1 0 0,-1 0 1 0 0,1-1-1 0 0,1 0 1 0 0,-1 1 0 0 0,0-1-1 0 0,1 0 1 0 0,0 0-1 0 0,0-1 1 0 0,0 1 0 0 0,1 0-1 0 0,5 4 1 0 0,-7-7-253 0 0,0 1 1 0 0,0-1-1 0 0,0 0 1 0 0,0 0-1 0 0,0 0 1 0 0,1 0 0 0 0,-1-1-1 0 0,0 1 1 0 0,0 0-1 0 0,1-1 1 0 0,-1 0-1 0 0,0 1 1 0 0,1-1-1 0 0,-1 0 1 0 0,0 0-1 0 0,1-1 1 0 0,-1 1 0 0 0,0 0-1 0 0,0-1 1 0 0,1 1-1 0 0,-1-1 1 0 0,0 0-1 0 0,0 0 1 0 0,0 1-1 0 0,0-2 1 0 0,0 1-1 0 0,0 0 1 0 0,0 0 0 0 0,0-1-1 0 0,0 1 1 0 0,0-1-1 0 0,-1 1 1 0 0,1-1-1 0 0,0 0 1 0 0,-1 1-1 0 0,2-3 1 0 0,5-9 120 0 0,0 0 0 0 0,-1-1-1 0 0,0 1 1 0 0,8-26 0 0 0,2-2 786 0 0,-17 40-930 0 0,1-1 0 0 0,-1 1 1 0 0,1 0-1 0 0,-1 0 0 0 0,1 0 0 0 0,0 0 0 0 0,-1 0 0 0 0,1 0 0 0 0,0 0 0 0 0,0 0 0 0 0,-1 0 0 0 0,1 0 0 0 0,0 0 1 0 0,0 0-1 0 0,0 1 0 0 0,0-1 0 0 0,0 0 0 0 0,0 1 0 0 0,1-1 0 0 0,-1 1 0 0 0,0-1 0 0 0,0 1 0 0 0,0-1 0 0 0,0 1 0 0 0,2 0 1 0 0,-2 0 3 0 0,0 1 0 0 0,1-1 0 0 0,-1 1 0 0 0,0 0 0 0 0,0-1 0 0 0,0 1 0 0 0,0 0 0 0 0,0 0 0 0 0,0 0 0 0 0,0 0 1 0 0,0 0-1 0 0,0 0 0 0 0,-1 0 0 0 0,1 0 0 0 0,0 0 0 0 0,-1 0 0 0 0,1 0 0 0 0,0 3 0 0 0,4 7 159 0 0,-1 0-1 0 0,-1 1 1 0 0,4 20 0 0 0,-3-6-317 0 0,-2 1 1 0 0,-1 0 0 0 0,-1 1 0 0 0,-2-1-1 0 0,0-1 1 0 0,-2 1 0 0 0,-1 0 0 0 0,-1-1-1 0 0,-1 0 1 0 0,-1 0 0 0 0,-2 0 0 0 0,-13 25 0 0 0,13-30-1845 0 0,1 0-5060 0 0</inkml:trace>
</inkml:ink>
</file>

<file path=ppt/ink/ink3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4.635"/>
    </inkml:context>
    <inkml:brush xml:id="br0">
      <inkml:brushProperty name="width" value="0.1" units="cm"/>
      <inkml:brushProperty name="height" value="0.1" units="cm"/>
    </inkml:brush>
  </inkml:definitions>
  <inkml:trace contextRef="#ctx0" brushRef="#br0">132 0 5985 0 0,'-5'1'252'0'0,"0"-1"0"0"0,0 1 0 0 0,0 0-1 0 0,0 0 1 0 0,0 0 0 0 0,1 1-1 0 0,-1 0 1 0 0,1-1 0 0 0,-1 2 0 0 0,1-1-1 0 0,0 0 1 0 0,-1 1 0 0 0,1 0 0 0 0,1 0-1 0 0,-1 0 1 0 0,0 1 0 0 0,1-1 0 0 0,0 1-1 0 0,-1 0 1 0 0,2 0 0 0 0,-1 0 0 0 0,0 0-1 0 0,-3 9 1 0 0,0-1 276 0 0,1-1 0 0 0,1 1 0 0 0,0 1 0 0 0,0-1 0 0 0,2 1 0 0 0,-1-1-1 0 0,2 1 1 0 0,-1 14 0 0 0,2-4-81 0 0,2 0 0 0 0,1-1 0 0 0,0 1 0 0 0,2 0-1 0 0,0-1 1 0 0,2 0 0 0 0,17 41 0 0 0,10 5-2148 0 0,42 65 0 0 0,-67-117 783 0 0,2 1-5001 0 0</inkml:trace>
</inkml:ink>
</file>

<file path=ppt/ink/ink3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4.821"/>
    </inkml:context>
    <inkml:brush xml:id="br0">
      <inkml:brushProperty name="width" value="0.1" units="cm"/>
      <inkml:brushProperty name="height" value="0.1" units="cm"/>
    </inkml:brush>
  </inkml:definitions>
  <inkml:trace contextRef="#ctx0" brushRef="#br0">12 122 6913 0 0,'-11'-6'638'0'0,"11"0"318"0"0,20-5 1111 0 0,-10 6-1455 0 0,4-1 324 0 0,119-52 3570 0 0,-116 51-5081 0 0,1 2-1 0 0,-1 0 1 0 0,1 1 0 0 0,0 1-1 0 0,33-2 1 0 0,-30 6-622 0 0</inkml:trace>
</inkml:ink>
</file>

<file path=ppt/ink/ink3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5.391"/>
    </inkml:context>
    <inkml:brush xml:id="br0">
      <inkml:brushProperty name="width" value="0.1" units="cm"/>
      <inkml:brushProperty name="height" value="0.1" units="cm"/>
    </inkml:brush>
  </inkml:definitions>
  <inkml:trace contextRef="#ctx0" brushRef="#br0">8 206 1952 0 0,'-7'-4'16208'0'0,"28"5"-8160"0"0,-8 5-11520 0 0,-4 3 3497 0 0,0-1 0 0 0,-1 2 0 0 0,0-1 0 0 0,-1 1 0 0 0,0 0 0 0 0,7 13 1 0 0,32 71 167 0 0,-38-77-64 0 0,-4-4-170 0 0,-13-21 248 0 0,-11-20 78 0 0,16 18-255 0 0,-1-1-1 0 0,1 1 1 0 0,1-1-1 0 0,0 0 1 0 0,1 0-1 0 0,0 0 1 0 0,1-1-1 0 0,0 1 1 0 0,0 0 0 0 0,1 0-1 0 0,1-1 1 0 0,0 1-1 0 0,1 0 1 0 0,5-21-1 0 0,-1 11-688 0 0,0 2 0 0 0,1-1 0 0 0,2 1 0 0 0,0 0-1 0 0,1 0 1 0 0,0 1 0 0 0,16-19 0 0 0,-12 20-6297 0 0</inkml:trace>
</inkml:ink>
</file>

<file path=ppt/ink/ink3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5.867"/>
    </inkml:context>
    <inkml:brush xml:id="br0">
      <inkml:brushProperty name="width" value="0.1" units="cm"/>
      <inkml:brushProperty name="height" value="0.1" units="cm"/>
    </inkml:brush>
  </inkml:definitions>
  <inkml:trace contextRef="#ctx0" brushRef="#br0">72 0 1376 0 0,'-1'3'475'0'0,"-1"-1"0"0"0,-1 0 0 0 0,1 0-1 0 0,0 1 1 0 0,0-1 0 0 0,-1-1 0 0 0,1 1 0 0 0,-4 2-1 0 0,-5 4 1747 0 0,7-3-1570 0 0,0 0 0 0 0,0 1 1 0 0,1-1-1 0 0,0 1 0 0 0,0 0 0 0 0,0-1 1 0 0,1 1-1 0 0,0 1 0 0 0,0-1 1 0 0,0 0-1 0 0,0 12 0 0 0,0-5 11 0 0,1 1 0 0 0,0-1 0 0 0,1 1 0 0 0,3 22 0 0 0,-2-29-516 0 0,1 0 0 0 0,0 0 0 0 0,1-1 0 0 0,-1 1 0 0 0,1 0 0 0 0,1-1 0 0 0,-1 1 0 0 0,6 6 0 0 0,-8-11-109 0 0,1 0 1 0 0,-1 0-1 0 0,1 0 0 0 0,-1 0 1 0 0,1 0-1 0 0,0 0 1 0 0,-1 0-1 0 0,1-1 0 0 0,0 1 1 0 0,0-1-1 0 0,1 0 1 0 0,-1 1-1 0 0,0-1 1 0 0,0 0-1 0 0,1 0 0 0 0,-1 0 1 0 0,0-1-1 0 0,1 1 1 0 0,-1 0-1 0 0,1-1 1 0 0,-1 0-1 0 0,1 0 0 0 0,-1 1 1 0 0,1-1-1 0 0,-1-1 1 0 0,1 1-1 0 0,2-1 1 0 0,-3 1-37 0 0,-1-1 0 0 0,1 0 0 0 0,0 0 0 0 0,-1 0 0 0 0,1-1 0 0 0,-1 1 0 0 0,1 0 0 0 0,-1 0 0 0 0,0-1 0 0 0,1 1 0 0 0,-1-1 0 0 0,0 1 0 0 0,0-1 0 0 0,0 0 0 0 0,0 1 0 0 0,0-1 0 0 0,-1 0 0 0 0,1 0 0 0 0,0 0 0 0 0,-1 1 0 0 0,1-1 0 0 0,-1 0 0 0 0,0 0 0 0 0,1 0 0 0 0,-1 0 0 0 0,0 0 1 0 0,0 0-1 0 0,-1 0 0 0 0,1-2 0 0 0,-1-8 17 0 0,-1-1 1 0 0,0 1-1 0 0,-4-15 1 0 0,4 20-4 0 0,-2-12 12 0 0,1 4-395 0 0,0 0 1 0 0,-1-1-1 0 0,-1 1 1 0 0,0 1-1 0 0,-1-1 1 0 0,-1 1-1 0 0,-14-23 1 0 0,13 32-3022 0 0,21 8 687 0 0,-7-3 1346 0 0,25 3 453 0 0,-16-2 665 0 0,-1 0 1 0 0,1 0-1 0 0,23-3 0 0 0,-27-6 250 0 0</inkml:trace>
</inkml:ink>
</file>

<file path=ppt/ink/ink3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6.519"/>
    </inkml:context>
    <inkml:brush xml:id="br0">
      <inkml:brushProperty name="width" value="0.1" units="cm"/>
      <inkml:brushProperty name="height" value="0.1" units="cm"/>
    </inkml:brush>
  </inkml:definitions>
  <inkml:trace contextRef="#ctx0" brushRef="#br0">1 0 9674 0 0,'1'1'80'0'0,"0"-1"0"0"0,0 0 0 0 0,0 1 0 0 0,0-1 0 0 0,0 1 0 0 0,0-1 0 0 0,-1 1 0 0 0,1 0 0 0 0,0-1-1 0 0,0 1 1 0 0,-1 0 0 0 0,1 0 0 0 0,0-1 0 0 0,-1 1 0 0 0,1 0 0 0 0,0 0 0 0 0,-1 0 0 0 0,1 0 0 0 0,-1 0 0 0 0,0 0 0 0 0,1 0 0 0 0,-1 0 0 0 0,1 1 0 0 0,6 27 2340 0 0,-6-27-2295 0 0,21 195 1219 0 0,-21-176-1171 0 0,-2-41 5 0 0,0 0 0 0 0,1 0 0 0 0,1 1 0 0 0,1-1 0 0 0,0 0-1 0 0,2 1 1 0 0,0 0 0 0 0,1 0 0 0 0,1 0 0 0 0,12-24 0 0 0,-18 41-121 0 0,1 1 1 0 0,0-1-1 0 0,0 1 1 0 0,0-1-1 0 0,0 1 1 0 0,0 0-1 0 0,0-1 1 0 0,0 1-1 0 0,0 0 1 0 0,0 0-1 0 0,0-1 1 0 0,1 1-1 0 0,-1 0 1 0 0,1 1-1 0 0,-1-1 1 0 0,1 0-1 0 0,-1 0 1 0 0,1 0-1 0 0,-1 1 1 0 0,1-1-1 0 0,1 0 1 0 0,-1 2-15 0 0,-1-1 0 0 0,1 0 0 0 0,-1 0 0 0 0,1 1 0 0 0,-1-1 0 0 0,1 1 0 0 0,-1-1 0 0 0,0 1 0 0 0,1 0 0 0 0,-1 0 0 0 0,0-1 0 0 0,1 1 0 0 0,-1 0 0 0 0,0 0 0 0 0,0 0 0 0 0,0 0 0 0 0,0 1 0 0 0,1 1 0 0 0,4 5 33 0 0,0 1 1 0 0,-1 0 0 0 0,0 0-1 0 0,-1 1 1 0 0,4 11 0 0 0,5 20-206 0 0,-10-28 17 0 0,0-1 1 0 0,1 0-1 0 0,0 1 0 0 0,1-1 1 0 0,1-1-1 0 0,0 1 0 0 0,0-1 1 0 0,15 18-1 0 0,-12-75-536 0 0,-4 24 978 0 0,1 1 0 0 0,16-36 0 0 0,-20 51-266 0 0,1 1 0 0 0,-1 0 1 0 0,1 0-1 0 0,0 0 0 0 0,0 1 0 0 0,0-1 0 0 0,1 1 0 0 0,0-1 0 0 0,0 1 0 0 0,0 0 1 0 0,0 1-1 0 0,0-1 0 0 0,1 1 0 0 0,0 0 0 0 0,-1 0 0 0 0,8-3 0 0 0,-10 5 19 0 0,1 0 1 0 0,-1 1-1 0 0,1-1 0 0 0,-1 1 0 0 0,1 0 0 0 0,0 0 0 0 0,-1 0 0 0 0,1 0 0 0 0,-1 0 0 0 0,1 0 0 0 0,0 1 0 0 0,-1-1 0 0 0,1 1 0 0 0,-1 0 0 0 0,1 0 0 0 0,-1 0 0 0 0,0 0 0 0 0,1 0 1 0 0,-1 0-1 0 0,0 1 0 0 0,4 2 0 0 0,1 2-400 0 0,-1 1 1 0 0,1 0-1 0 0,-1 0 1 0 0,8 14-1 0 0,2 1-4674 0 0</inkml:trace>
</inkml:ink>
</file>

<file path=ppt/ink/ink3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6.806"/>
    </inkml:context>
    <inkml:brush xml:id="br0">
      <inkml:brushProperty name="width" value="0.1" units="cm"/>
      <inkml:brushProperty name="height" value="0.1" units="cm"/>
    </inkml:brush>
  </inkml:definitions>
  <inkml:trace contextRef="#ctx0" brushRef="#br0">9 1 6913 0 0,'-4'43'7653'0'0,"-1"15"-5250"0"0,7-16-1508 0 0,1 0 0 0 0,2 0 0 0 0,17 70 0 0 0,12 2-1587 0 0,7 0-5007 0 0,-28-81-393 0 0</inkml:trace>
</inkml:ink>
</file>

<file path=ppt/ink/ink3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7.296"/>
    </inkml:context>
    <inkml:brush xml:id="br0">
      <inkml:brushProperty name="width" value="0.1" units="cm"/>
      <inkml:brushProperty name="height" value="0.1" units="cm"/>
    </inkml:brush>
  </inkml:definitions>
  <inkml:trace contextRef="#ctx0" brushRef="#br0">1 216 2761 0 0,'8'-7'288'0'0,"1"2"1"0"0,0-1-1 0 0,0 1 0 0 0,0 1 1 0 0,1 0-1 0 0,0 0 1 0 0,0 1-1 0 0,19-5 1 0 0,6-2 263 0 0,18-8 508 0 0,59-30-1 0 0,-84 34-1360 0 0,-1-2 1 0 0,0 0-1 0 0,46-28 8927 0 0,-79 58-8052 0 0,5-6-412 0 0,0 1 1 0 0,0 0-1 0 0,1-1 0 0 0,0 1 0 0 0,1 0 0 0 0,0 0 1 0 0,0-1-1 0 0,1 1 0 0 0,0-1 0 0 0,0 1 0 0 0,1-1 0 0 0,0 0 1 0 0,1 0-1 0 0,-1 0 0 0 0,2 0 0 0 0,-1-1 0 0 0,1 1 1 0 0,0-1-1 0 0,1 0 0 0 0,6 6 0 0 0,-11-12-151 0 0,-1-1 0 0 0,1 1-1 0 0,-1-1 1 0 0,1 1-1 0 0,0-1 1 0 0,-1 0 0 0 0,1 1-1 0 0,0-1 1 0 0,0 0 0 0 0,-1 1-1 0 0,1-1 1 0 0,0 0 0 0 0,0 0-1 0 0,0 0 1 0 0,-1 1 0 0 0,1-1-1 0 0,0 0 1 0 0,0 0-1 0 0,0 0 1 0 0,-1 0 0 0 0,1-1-1 0 0,0 1 1 0 0,0 0 0 0 0,0 0-1 0 0,1-1 1 0 0,-1 0 10 0 0,1 0 0 0 0,-1 0-1 0 0,1 0 1 0 0,-1 0 0 0 0,0 0 0 0 0,1-1-1 0 0,-1 1 1 0 0,0-1 0 0 0,0 1 0 0 0,0-1-1 0 0,1-1 1 0 0,4-9 132 0 0,0 1 1 0 0,6-24-1 0 0,-6 17 37 0 0,-1 6-69 0 0,1 1-1 0 0,0-1 0 0 0,0 1 0 0 0,13-17 0 0 0,-17 26-94 0 0,0-1-1 0 0,-1 1 1 0 0,1 0 0 0 0,0 0 0 0 0,0 0 0 0 0,1 0-1 0 0,-1 0 1 0 0,0 0 0 0 0,1 0 0 0 0,-1 1-1 0 0,1-1 1 0 0,-1 1 0 0 0,1 0 0 0 0,0 0-1 0 0,-1 0 1 0 0,1 0 0 0 0,0 0 0 0 0,0 0 0 0 0,0 1-1 0 0,0 0 1 0 0,-1-1 0 0 0,1 1 0 0 0,0 0-1 0 0,0 0 1 0 0,0 1 0 0 0,5 0 0 0 0,-5 1 3 0 0,0-1-1 0 0,0 1 1 0 0,0 0 0 0 0,-1 0 0 0 0,1 0 0 0 0,0 0 0 0 0,-1 0 0 0 0,1 1-1 0 0,-1-1 1 0 0,0 1 0 0 0,0 0 0 0 0,0 0 0 0 0,0-1 0 0 0,-1 1 0 0 0,3 5-1 0 0,19 55-85 0 0,-15-40-66 0 0,1 2-168 0 0,3 8-898 0 0,-4-11-4126 0 0,0-5-1430 0 0</inkml:trace>
</inkml:ink>
</file>

<file path=ppt/ink/ink3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7.595"/>
    </inkml:context>
    <inkml:brush xml:id="br0">
      <inkml:brushProperty name="width" value="0.1" units="cm"/>
      <inkml:brushProperty name="height" value="0.1" units="cm"/>
    </inkml:brush>
  </inkml:definitions>
  <inkml:trace contextRef="#ctx0" brushRef="#br0">51 191 1840 0 0,'22'-24'7531'0'0,"-19"18"-6783"0"0,0 0 0 0 0,0 0-1 0 0,-1 0 1 0 0,1 0-1 0 0,-1-1 1 0 0,2-11-1 0 0,-3 10-427 0 0,0 0-1 0 0,0 0 0 0 0,-1 0 0 0 0,0 0 0 0 0,0 1 0 0 0,-1-1 0 0 0,0 0 1 0 0,-1 0-1 0 0,-3-12 0 0 0,5 19-276 0 0,0 0-1 0 0,0 0 1 0 0,-1 0 0 0 0,1 0 0 0 0,0 0 0 0 0,0 0 0 0 0,-1 1-1 0 0,1-1 1 0 0,-1 0 0 0 0,1 0 0 0 0,-1 0 0 0 0,1 1-1 0 0,-1-1 1 0 0,1 0 0 0 0,-1 1 0 0 0,1-1 0 0 0,-1 0-1 0 0,0 1 1 0 0,1-1 0 0 0,-1 1 0 0 0,0-1 0 0 0,0 1 0 0 0,0-1-1 0 0,1 1 1 0 0,-1-1 0 0 0,0 1 0 0 0,0 0 0 0 0,0 0-1 0 0,0-1 1 0 0,0 1 0 0 0,0 0 0 0 0,1 0 0 0 0,-1 0 0 0 0,0 0-1 0 0,0 0 1 0 0,0 0 0 0 0,0 0 0 0 0,0 0 0 0 0,0 1-1 0 0,0-1 1 0 0,0 0 0 0 0,1 0 0 0 0,-1 1 0 0 0,0-1-1 0 0,0 0 1 0 0,0 1 0 0 0,1-1 0 0 0,-1 1 0 0 0,0-1 0 0 0,0 1-1 0 0,1 0 1 0 0,-1-1 0 0 0,0 1 0 0 0,1 0 0 0 0,-1-1-1 0 0,1 1 1 0 0,-1 0 0 0 0,0 1 0 0 0,-4 3 159 0 0,1 1-1 0 0,-1 1 1 0 0,1-1 0 0 0,1 0 0 0 0,-6 12 0 0 0,6-9-110 0 0,0 0 0 0 0,0 0 0 0 0,1 0 0 0 0,0 0 0 0 0,1 0 0 0 0,-1 0 0 0 0,2 0 0 0 0,0 1 0 0 0,0 9 1 0 0,1-13-225 0 0,0-1 0 0 0,0 1 0 0 0,1-1 1 0 0,0 1-1 0 0,0-1 0 0 0,4 9 0 0 0,-3-9-596 0 0,0-1 1 0 0,0 1-1 0 0,0-1 0 0 0,0 0 0 0 0,1 0 0 0 0,0 0 0 0 0,8 6 1 0 0</inkml:trace>
</inkml:ink>
</file>

<file path=ppt/ink/ink3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8.357"/>
    </inkml:context>
    <inkml:brush xml:id="br0">
      <inkml:brushProperty name="width" value="0.1" units="cm"/>
      <inkml:brushProperty name="height" value="0.1" units="cm"/>
    </inkml:brush>
  </inkml:definitions>
  <inkml:trace contextRef="#ctx0" brushRef="#br0">90 49 4609 0 0,'-14'-18'1903'0'0,"11"14"-1225"0"0,1 1 0 0 0,-1-1 0 0 0,0 1 0 0 0,0 0 0 0 0,0 0 0 0 0,0 0 0 0 0,-6-3 0 0 0,9 5-589 0 0,-1 1 0 0 0,1 0 0 0 0,-1 0 0 0 0,1 0 0 0 0,-1 0 0 0 0,1-1 0 0 0,-1 1-1 0 0,1 0 1 0 0,0 0 0 0 0,-1 0 0 0 0,1 0 0 0 0,-1 0 0 0 0,1 0 0 0 0,-1 0 0 0 0,1 1 0 0 0,-1-1 0 0 0,1 0 0 0 0,-1 0 0 0 0,1 0 0 0 0,-1 0 0 0 0,1 0 0 0 0,0 1 0 0 0,-1-1 0 0 0,1 0 0 0 0,-1 0 0 0 0,1 1 0 0 0,-1 0 0 0 0,0 0 53 0 0,0 1 1 0 0,-1 0 0 0 0,1-1-1 0 0,0 1 1 0 0,0 0-1 0 0,0 0 1 0 0,1 0 0 0 0,-1 0-1 0 0,0 0 1 0 0,0 3-1 0 0,-6 23 656 0 0,2 1 0 0 0,0 0 0 0 0,2 1 0 0 0,1 45-1 0 0,2-61-678 0 0,1 0-1 0 0,1 0 0 0 0,0 0 1 0 0,1 0-1 0 0,1-1 0 0 0,0 0 1 0 0,1 1-1 0 0,0-1 1 0 0,1-1-1 0 0,0 1 0 0 0,14 19 1 0 0,-12-20-488 0 0,1-1 1 0 0,0 0-1 0 0,1-1 1 0 0,0 0 0 0 0,0-1-1 0 0,1 0 1 0 0,0 0 0 0 0,23 13-1 0 0,-24-18-1044 0 0</inkml:trace>
</inkml:ink>
</file>

<file path=ppt/ink/ink3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8.545"/>
    </inkml:context>
    <inkml:brush xml:id="br0">
      <inkml:brushProperty name="width" value="0.1" units="cm"/>
      <inkml:brushProperty name="height" value="0.1" units="cm"/>
    </inkml:brush>
  </inkml:definitions>
  <inkml:trace contextRef="#ctx0" brushRef="#br0">1 165 7834 0 0,'0'-3'124'0'0,"1"1"1"0"0,-1 0-1 0 0,1 0 1 0 0,0 0-1 0 0,0 0 1 0 0,0-1-1 0 0,0 1 1 0 0,0 0-1 0 0,0 1 1 0 0,1-1-1 0 0,-1 0 1 0 0,1 0-1 0 0,-1 1 1 0 0,1-1-1 0 0,-1 0 1 0 0,1 1-1 0 0,0 0 1 0 0,0-1-1 0 0,2 0 1 0 0,47-26 1582 0 0,-33 19-1433 0 0,13-7-380 0 0,0 1-1 0 0,1 2 0 0 0,62-18 1 0 0,-79 27-57 0 0,1 0-1 0 0,-1 2 1 0 0,1 0 0 0 0,0 1 0 0 0,0 0 0 0 0,-1 1 0 0 0,1 1 0 0 0,0 0 0 0 0,0 2 0 0 0,26 6 0 0 0,-22-1 96 0 0</inkml:trace>
</inkml:ink>
</file>

<file path=ppt/ink/ink3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8.880"/>
    </inkml:context>
    <inkml:brush xml:id="br0">
      <inkml:brushProperty name="width" value="0.1" units="cm"/>
      <inkml:brushProperty name="height" value="0.1" units="cm"/>
    </inkml:brush>
  </inkml:definitions>
  <inkml:trace contextRef="#ctx0" brushRef="#br0">56 205 3225 0 0,'0'1'37'0'0,"0"-1"0"0"0,0 0 0 0 0,0 1 0 0 0,0-1 0 0 0,0 0 0 0 0,0 1 0 0 0,0-1-1 0 0,0 0 1 0 0,0 1 0 0 0,0-1 0 0 0,0 0 0 0 0,0 1 0 0 0,0-1 0 0 0,0 0 0 0 0,1 1 0 0 0,-1-1 0 0 0,0 0 0 0 0,0 1 0 0 0,0-1 0 0 0,0 0 0 0 0,1 1 0 0 0,-1-1 0 0 0,0 0 0 0 0,0 0 0 0 0,1 1 0 0 0,-1-1 0 0 0,0 0 0 0 0,0 0 0 0 0,1 1 0 0 0,-1-1 0 0 0,0 0 0 0 0,1 0 0 0 0,-1 0 0 0 0,0 0 0 0 0,0 0 0 0 0,1 1 0 0 0,8-4 3904 0 0,-6-2-3245 0 0,-1-2-258 0 0,1 0 0 0 0,-1 0-1 0 0,0 0 1 0 0,0-1 0 0 0,-1 1 0 0 0,0-1 0 0 0,0 0 0 0 0,-1 1-1 0 0,-1-15 1 0 0,1 16-128 0 0,2-24 1460 0 0,-1 24-1283 0 0,0-1 0 0 0,-1 1-1 0 0,0-1 1 0 0,0 1 0 0 0,0-1-1 0 0,-1 1 1 0 0,0-1 0 0 0,0 1-1 0 0,-3-11 1 0 0,4 17-459 0 0,-1-1 0 0 0,1 1 0 0 0,0-1 0 0 0,0 1 0 0 0,-1-1 0 0 0,1 1 0 0 0,0-1 0 0 0,-1 1 0 0 0,1 0 0 0 0,0-1 0 0 0,-1 1 0 0 0,1 0 0 0 0,-1-1 0 0 0,1 1 0 0 0,0 0 0 0 0,-1-1 0 0 0,1 1 0 0 0,-1 0 0 0 0,1 0 0 0 0,-1-1 0 0 0,1 1 0 0 0,-1 0 0 0 0,1 0 0 0 0,-1 0 0 0 0,0 0 0 0 0,1 0 0 0 0,-1 0 0 0 0,1 0 0 0 0,-1 0 0 0 0,1 0-1 0 0,-1 0 1 0 0,-17 11 241 0 0,-8 23-194 0 0,22-28-60 0 0,1 0-1 0 0,0-1 1 0 0,0 2 0 0 0,1-1-1 0 0,-1 0 1 0 0,1 1 0 0 0,1-1-1 0 0,-1 1 1 0 0,1-1 0 0 0,0 1-1 0 0,1 0 1 0 0,-1-1 0 0 0,2 1-1 0 0,-1 0 1 0 0,1 0 0 0 0,-1-1-1 0 0,2 1 1 0 0,-1-1 0 0 0,3 8-1 0 0,-2-9-3 0 0,1 0 0 0 0,-1-1-1 0 0,1 1 1 0 0,-1-1 0 0 0,1 1-1 0 0,1-1 1 0 0,-1 0 0 0 0,1 0-1 0 0,-1 0 1 0 0,1-1 0 0 0,0 1-1 0 0,0-1 1 0 0,1 0 0 0 0,-1 0-1 0 0,1-1 1 0 0,-1 1 0 0 0,1-1-1 0 0,0 0 1 0 0,0 0 0 0 0,0-1-1 0 0,0 1 1 0 0,0-1 0 0 0,1 0-1 0 0,-1-1 1 0 0,5 1 0 0 0,2-1-251 0 0,0 0 1 0 0,-1-1 0 0 0,1 0-1 0 0,0-1 1 0 0,-1-1-1 0 0,0 1 1 0 0,1-2 0 0 0,-1 0-1 0 0,-1 0 1 0 0,1-1 0 0 0,15-9-1 0 0,-2 2-6833 0 0</inkml:trace>
</inkml:ink>
</file>

<file path=ppt/ink/ink3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9.227"/>
    </inkml:context>
    <inkml:brush xml:id="br0">
      <inkml:brushProperty name="width" value="0.1" units="cm"/>
      <inkml:brushProperty name="height" value="0.1" units="cm"/>
    </inkml:brush>
  </inkml:definitions>
  <inkml:trace contextRef="#ctx0" brushRef="#br0">89 200 3681 0 0,'1'0'202'0'0,"-1"1"1"0"0,1-1-1 0 0,0 1 1 0 0,-1-1-1 0 0,1 1 1 0 0,0-1-1 0 0,0 1 1 0 0,0-1-1 0 0,-1 0 1 0 0,1 1-1 0 0,0-1 1 0 0,0 0 0 0 0,0 0-1 0 0,0 0 1 0 0,0 1-1 0 0,-1-1 1 0 0,1 0-1 0 0,0 0 1 0 0,0 0-1 0 0,0-1 1 0 0,0 1-1 0 0,0 0 1 0 0,0 0-1 0 0,-1 0 1 0 0,1-1-1 0 0,0 1 1 0 0,0 0-1 0 0,0-1 1 0 0,0 1-1 0 0,-1-1 1 0 0,1 1-1 0 0,0-1 1 0 0,-1 1-1 0 0,1-1 1 0 0,0 1-1 0 0,-1-1 1 0 0,1 0-1 0 0,0 1 1 0 0,-1-1 0 0 0,1 0-1 0 0,-1 0 1 0 0,1-1-1 0 0,2-1 495 0 0,-1-1-1 0 0,1 0 1 0 0,-1 0-1 0 0,0-1 1 0 0,0 1-1 0 0,2-8 1 0 0,-3 4-518 0 0,1 0 0 0 0,-1 0 0 0 0,-1 0 0 0 0,0 0 0 0 0,0 0 0 0 0,-1-1 0 0 0,1 1 0 0 0,-2 0 0 0 0,1 0 0 0 0,-1 0 0 0 0,-1 1 0 0 0,1-1 0 0 0,-1 0 0 0 0,-1 1 0 0 0,1-1 0 0 0,-8-10 0 0 0,10 17-161 0 0,0 0-1 0 0,0 0 0 0 0,1 1 0 0 0,-1-1 0 0 0,0 0 0 0 0,-1 0 1 0 0,1 0-1 0 0,0 1 0 0 0,0-1 0 0 0,0 0 0 0 0,0 1 1 0 0,0-1-1 0 0,-1 1 0 0 0,1 0 0 0 0,0-1 0 0 0,0 1 0 0 0,-1 0 1 0 0,1 0-1 0 0,0 0 0 0 0,-1 0 0 0 0,1 0 0 0 0,0 0 1 0 0,-1 0-1 0 0,-1 0 0 0 0,1 1-10 0 0,-1 1 0 0 0,0-1 0 0 0,1 0 0 0 0,-1 0 0 0 0,0 1 0 0 0,1 0 0 0 0,0-1 0 0 0,-1 1 0 0 0,1 0 0 0 0,-3 4 0 0 0,-1 1-33 0 0,0 0-1 0 0,0 0 0 0 0,1 1 0 0 0,0 0 1 0 0,1 0-1 0 0,-4 10 0 0 0,5-9 4 0 0,1 1 0 0 0,0 0-1 0 0,1-1 1 0 0,0 1-1 0 0,0 0 1 0 0,1 0-1 0 0,0 0 1 0 0,1 0 0 0 0,0 0-1 0 0,1-1 1 0 0,0 1-1 0 0,0 0 1 0 0,1-1-1 0 0,1 0 1 0 0,7 16-1 0 0,-7-17-226 0 0,0 0-1 0 0,1 0 1 0 0,0-1-1 0 0,0 0 1 0 0,1 0-1 0 0,0 0 1 0 0,13 11-1 0 0,-14-14-317 0 0,-1-1 1 0 0,1 0-1 0 0,0 0 0 0 0,0 0 0 0 0,0-1 0 0 0,0 1 1 0 0,1-1-1 0 0,-1-1 0 0 0,1 1 0 0 0,-1-1 0 0 0,1 0 0 0 0,10 1 1 0 0,6-2-4140 0 0</inkml:trace>
</inkml:ink>
</file>

<file path=ppt/ink/ink3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9.641"/>
    </inkml:context>
    <inkml:brush xml:id="br0">
      <inkml:brushProperty name="width" value="0.1" units="cm"/>
      <inkml:brushProperty name="height" value="0.1" units="cm"/>
    </inkml:brush>
  </inkml:definitions>
  <inkml:trace contextRef="#ctx0" brushRef="#br0">52 425 1376 0 0,'10'-10'310'0'0,"0"0"-1"0"0,-2-1 1 0 0,1 0-1 0 0,7-13 1 0 0,-15 21-51 0 0,1 0 0 0 0,0 1 1 0 0,-1-1-1 0 0,1 0 0 0 0,-1 0 0 0 0,0 0 0 0 0,0 0 0 0 0,0 0 1 0 0,0 0-1 0 0,-1-1 0 0 0,1 1 0 0 0,-1 0 0 0 0,0 0 0 0 0,0 0 1 0 0,0 0-1 0 0,0-1 0 0 0,-1 1 0 0 0,1 0 0 0 0,-1 0 0 0 0,0 0 1 0 0,1 0-1 0 0,-2 0 0 0 0,1 0 0 0 0,-2-3 0 0 0,3 5-53 0 0,-1 1 0 0 0,1-1 0 0 0,-1 0-1 0 0,1 1 1 0 0,-1-1 0 0 0,0 0-1 0 0,1 1 1 0 0,-1-1 0 0 0,0 1 0 0 0,1-1-1 0 0,-1 1 1 0 0,0 0 0 0 0,0-1 0 0 0,0 1-1 0 0,1 0 1 0 0,-1-1 0 0 0,0 1-1 0 0,0 0 1 0 0,0 0 0 0 0,0 0 0 0 0,0 0-1 0 0,1 0 1 0 0,-1 0 0 0 0,0 0 0 0 0,-1 0-1 0 0,-1 1 119 0 0,1-1 1 0 0,-1 1-1 0 0,1 0 0 0 0,0 0 0 0 0,-1 0 0 0 0,1 1 0 0 0,0-1 0 0 0,-4 3 1 0 0,0 2 74 0 0,0-1 0 0 0,0 0 1 0 0,1 1-1 0 0,-9 13 1 0 0,10-14-330 0 0,1 1 1 0 0,-1 0 0 0 0,1 1-1 0 0,1-1 1 0 0,-1 0-1 0 0,1 1 1 0 0,0-1 0 0 0,1 1-1 0 0,0 0 1 0 0,0 0-1 0 0,0 8 1 0 0,1-13-97 0 0,0 1 1 0 0,0 0-1 0 0,1-1 1 0 0,0 1-1 0 0,-1 0 1 0 0,1-1-1 0 0,0 1 0 0 0,0-1 1 0 0,0 1-1 0 0,1-1 1 0 0,-1 0-1 0 0,0 1 1 0 0,1-1-1 0 0,0 0 1 0 0,-1 0-1 0 0,1 0 0 0 0,0 0 1 0 0,0 0-1 0 0,0 0 1 0 0,0-1-1 0 0,1 1 1 0 0,-1-1-1 0 0,0 0 1 0 0,1 1-1 0 0,-1-1 1 0 0,1 0-1 0 0,-1 0 0 0 0,1 0 1 0 0,-1-1-1 0 0,1 1 1 0 0,3 0-1 0 0,-3-1-92 0 0,0 0 0 0 0,1 1 0 0 0,-1-1 0 0 0,0-1 0 0 0,1 1 0 0 0,-1 0 0 0 0,0-1 0 0 0,0 0 0 0 0,0 1-1 0 0,1-1 1 0 0,-1-1 0 0 0,0 1 0 0 0,0 0 0 0 0,0-1 0 0 0,-1 1 0 0 0,1-1 0 0 0,0 0 0 0 0,-1 0 0 0 0,1 0 0 0 0,-1 0 0 0 0,1-1 0 0 0,-1 1-1 0 0,0-1 1 0 0,0 1 0 0 0,0-1 0 0 0,0 0 0 0 0,-1 0 0 0 0,1 0 0 0 0,1-3 0 0 0,1-4-74 0 0,1 0 0 0 0,-1 0 0 0 0,-1 0 1 0 0,0 0-1 0 0,-1 0 0 0 0,0-1 0 0 0,2-19 0 0 0,-5-1 636 0 0,-1 1 0 0 0,-1-1 0 0 0,-2 1 1 0 0,-1-1-1 0 0,-1 1 0 0 0,-2 1 0 0 0,-22-54 0 0 0,30 81-245 0 0,-1 0 1 0 0,1-1 0 0 0,-1 1-1 0 0,1 0 1 0 0,-1-1-1 0 0,0 1 1 0 0,0 0-1 0 0,-3-2 1 0 0,5 3-165 0 0,0 1 0 0 0,0 0 1 0 0,0 0-1 0 0,-1 0 0 0 0,1 0 0 0 0,0 0 1 0 0,0 0-1 0 0,0-1 0 0 0,0 1 0 0 0,0 0 1 0 0,-1 0-1 0 0,1 0 0 0 0,0 0 0 0 0,0 0 1 0 0,0 0-1 0 0,-1 0 0 0 0,1 0 0 0 0,0 0 1 0 0,0 0-1 0 0,0 0 0 0 0,0 0 0 0 0,-1 0 1 0 0,1 0-1 0 0,0 0 0 0 0,0 0 1 0 0,0 0-1 0 0,-1 0 0 0 0,1 0 0 0 0,0 0 1 0 0,0 0-1 0 0,0 0 0 0 0,0 0 0 0 0,-1 0 1 0 0,1 1-1 0 0,0-1 0 0 0,0 0 0 0 0,0 0 1 0 0,0 0-1 0 0,0 0 0 0 0,-1 0 0 0 0,3 16 713 0 0,13 30-538 0 0,2-1 1 0 0,39 70 0 0 0,-29-61-191 0 0,-7-15-1306 0 0,48 69-1 0 0,-49-83-6030 0 0</inkml:trace>
</inkml:ink>
</file>

<file path=ppt/ink/ink3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39.988"/>
    </inkml:context>
    <inkml:brush xml:id="br0">
      <inkml:brushProperty name="width" value="0.1" units="cm"/>
      <inkml:brushProperty name="height" value="0.1" units="cm"/>
    </inkml:brush>
  </inkml:definitions>
  <inkml:trace contextRef="#ctx0" brushRef="#br0">38 7 6913 0 0,'-6'-5'2821'0'0,"6"4"-2586"0"0,-1 1 0 0 0,1 0 0 0 0,-1 0 0 0 0,1 0 0 0 0,-1-1 0 0 0,0 1 0 0 0,1 0 0 0 0,-1 0 0 0 0,1 0 0 0 0,-1 0 0 0 0,0 0 0 0 0,1 0 0 0 0,-1 0 0 0 0,0 0 0 0 0,1 0 0 0 0,-1 1 0 0 0,1-1 0 0 0,-1 0 0 0 0,0 0 0 0 0,0 1 46 0 0,0 0 0 0 0,-1 1-1 0 0,2-1 1 0 0,-1 0 0 0 0,0 0-1 0 0,0 0 1 0 0,0 1 0 0 0,0-1-1 0 0,1 0 1 0 0,-1 1 0 0 0,0-1 0 0 0,0 2-1 0 0,-7 43 1696 0 0,9-28-1853 0 0,0-1 0 0 0,1 0 0 0 0,1 1 0 0 0,0-1 0 0 0,1-1 0 0 0,1 1 1 0 0,1 0-1 0 0,0-1 0 0 0,1 0 0 0 0,1-1 0 0 0,1 0 0 0 0,0 0 0 0 0,1 0 0 0 0,0-1 0 0 0,1-1 0 0 0,20 20 0 0 0,-30-32-112 0 0,0 0 0 0 0,-1-1-1 0 0,1 1 1 0 0,0 0 0 0 0,0 0 0 0 0,0-1-1 0 0,-1 1 1 0 0,1-1 0 0 0,0 1-1 0 0,0-1 1 0 0,0 1 0 0 0,0-1-1 0 0,0 1 1 0 0,0-1 0 0 0,0 0-1 0 0,0 0 1 0 0,0 1 0 0 0,0-1 0 0 0,0 0-1 0 0,0 0 1 0 0,0 0 0 0 0,0 0-1 0 0,0 0 1 0 0,1 0 0 0 0,-1-1-1 0 0,0 1 1 0 0,1-1 0 0 0,0 0-23 0 0,-1 0 0 0 0,0 0 0 0 0,1-1 0 0 0,-1 1 0 0 0,0 0 1 0 0,1-1-1 0 0,-1 1 0 0 0,0-1 0 0 0,0 1 0 0 0,0-1 0 0 0,-1 0 0 0 0,1 0 0 0 0,0 1 1 0 0,0-3-1 0 0,2-8-264 0 0,0-1 1 0 0,0 1-1 0 0,0-18 1 0 0,-3 29 247 0 0,8-42-4370 0 0</inkml:trace>
</inkml:ink>
</file>

<file path=ppt/ink/ink3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0.357"/>
    </inkml:context>
    <inkml:brush xml:id="br0">
      <inkml:brushProperty name="width" value="0.1" units="cm"/>
      <inkml:brushProperty name="height" value="0.1" units="cm"/>
    </inkml:brush>
  </inkml:definitions>
  <inkml:trace contextRef="#ctx0" brushRef="#br0">212 42 5985 0 0,'-4'-4'351'0'0,"-1"0"0"0"0,1 0 0 0 0,-1 0 0 0 0,0 1-1 0 0,1 0 1 0 0,-2 0 0 0 0,1 0 0 0 0,0 1 0 0 0,-1-1 0 0 0,1 1-1 0 0,-1 0 1 0 0,1 1 0 0 0,-1 0 0 0 0,0 0 0 0 0,0 0 0 0 0,0 0 0 0 0,1 1-1 0 0,-1 0 1 0 0,0 0 0 0 0,-12 3 0 0 0,14-2-78 0 0,-1 0 0 0 0,0 1 0 0 0,1 0 0 0 0,-1 0 0 0 0,1 0 0 0 0,0 0 0 0 0,0 1 0 0 0,0 0 0 0 0,0 0 0 0 0,0 0 0 0 0,0 0 1 0 0,1 0-1 0 0,-1 1 0 0 0,1 0 0 0 0,0-1 0 0 0,0 1 0 0 0,1 1 0 0 0,-1-1 0 0 0,1 0 0 0 0,0 0 0 0 0,0 1 0 0 0,0 0 0 0 0,0-1 0 0 0,1 1 0 0 0,-1 8 0 0 0,1-10-358 0 0,0 0-1 0 0,1 0 0 0 0,0 1 0 0 0,0-1 0 0 0,0 0 0 0 0,0 0 0 0 0,0 0 1 0 0,1 0-1 0 0,-1 1 0 0 0,1-1 0 0 0,0 0 0 0 0,0 0 0 0 0,0 0 0 0 0,1 0 1 0 0,-1-1-1 0 0,0 1 0 0 0,1 0 0 0 0,0 0 0 0 0,0-1 0 0 0,0 1 0 0 0,0-1 1 0 0,0 0-1 0 0,0 1 0 0 0,1-1 0 0 0,-1 0 0 0 0,1-1 0 0 0,-1 1 1 0 0,1 0-1 0 0,0-1 0 0 0,0 1 0 0 0,-1-1 0 0 0,1 0 0 0 0,0 0 0 0 0,0 0 1 0 0,6 1-1 0 0,-1 0-174 0 0,1 0 1 0 0,-1-1-1 0 0,1 0 0 0 0,0 0 1 0 0,-1-1-1 0 0,1 0 1 0 0,0-1-1 0 0,0 0 0 0 0,-1 0 1 0 0,1-1-1 0 0,-1 0 1 0 0,9-3-1 0 0,12-10-786 0 0,-23 11 951 0 0,1 0-1 0 0,0 0 0 0 0,0 1 1 0 0,8-3-1 0 0,-12 6 62 0 0,-1-1 0 0 0,0 1 0 0 0,0-1 0 0 0,1 1 1 0 0,-1 0-1 0 0,0 0 0 0 0,0 0 0 0 0,1 0 0 0 0,-1 1 0 0 0,0-1 0 0 0,0 1 0 0 0,1-1 0 0 0,-1 1 0 0 0,0 0 0 0 0,0-1 0 0 0,0 1 0 0 0,0 0 0 0 0,3 2 1 0 0,1 3-504 0 0</inkml:trace>
</inkml:ink>
</file>

<file path=ppt/ink/ink3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0.877"/>
    </inkml:context>
    <inkml:brush xml:id="br0">
      <inkml:brushProperty name="width" value="0.1" units="cm"/>
      <inkml:brushProperty name="height" value="0.1" units="cm"/>
    </inkml:brush>
  </inkml:definitions>
  <inkml:trace contextRef="#ctx0" brushRef="#br0">190 50 7834 0 0,'-1'-3'287'0'0,"0"0"1"0"0,0 1 0 0 0,0-1-1 0 0,0 0 1 0 0,0 0 0 0 0,-1 1-1 0 0,1-1 1 0 0,-1 1 0 0 0,0-1-1 0 0,0 1 1 0 0,0-1 0 0 0,0 1-1 0 0,0 0 1 0 0,0 0 0 0 0,-1 0-1 0 0,1 1 1 0 0,-1-1 0 0 0,-3-1-1 0 0,4 2-93 0 0,-1 0-1 0 0,0 1 0 0 0,1-1 1 0 0,-1 1-1 0 0,0-1 0 0 0,1 1 1 0 0,-1 0-1 0 0,0 1 1 0 0,0-1-1 0 0,1 0 0 0 0,-1 1 1 0 0,0-1-1 0 0,1 1 0 0 0,-1 0 1 0 0,1 0-1 0 0,-5 2 0 0 0,-1 1 9 0 0,0 1 1 0 0,1 0-1 0 0,-1 0 0 0 0,1 1 0 0 0,0 0 1 0 0,0 0-1 0 0,1 1 0 0 0,0 0 0 0 0,0 0 0 0 0,-8 14 1 0 0,11-16-155 0 0,0 0 0 0 0,1 0 0 0 0,0 0 1 0 0,0 1-1 0 0,0-1 0 0 0,0 1 0 0 0,1 0 1 0 0,0-1-1 0 0,0 1 0 0 0,1 0 0 0 0,-1 0 1 0 0,1 0-1 0 0,1-1 0 0 0,-1 1 0 0 0,2 6 0 0 0,-1-9-257 0 0,0 0 0 0 0,0 1 0 0 0,0-1 0 0 0,0 0 0 0 0,1-1 0 0 0,-1 1 0 0 0,1 0 0 0 0,0 0 0 0 0,0-1 0 0 0,0 1 0 0 0,0-1 0 0 0,0 1 0 0 0,1-1 0 0 0,-1 0 0 0 0,1 0 0 0 0,-1 0 0 0 0,1 0 0 0 0,0 0 0 0 0,-1-1 0 0 0,1 1 0 0 0,0-1 0 0 0,0 0-1 0 0,0 0 1 0 0,1 0 0 0 0,-1 0 0 0 0,0-1 0 0 0,0 1 0 0 0,4-1 0 0 0,8 1-4853 0 0</inkml:trace>
</inkml:ink>
</file>

<file path=ppt/ink/ink3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1.036"/>
    </inkml:context>
    <inkml:brush xml:id="br0">
      <inkml:brushProperty name="width" value="0.1" units="cm"/>
      <inkml:brushProperty name="height" value="0.1" units="cm"/>
    </inkml:brush>
  </inkml:definitions>
  <inkml:trace contextRef="#ctx0" brushRef="#br0">9 14 456 0 0,'3'-14'7950'0'0,"-5"17"-7799"0"0,1 0 0 0 0,-1-1 0 0 0,1 1 0 0 0,0 0 0 0 0,0 0 0 0 0,0 0 0 0 0,0 0 0 0 0,0 0 0 0 0,1 0 0 0 0,-1 0 0 0 0,1 4 0 0 0,0-6-291 0 0,0 1 1 0 0,1-1-1 0 0,-1 0 0 0 0,0 1 0 0 0,1-1 0 0 0,-1 0 0 0 0,1 0 0 0 0,-1 1 1 0 0,1-1-1 0 0,0 0 0 0 0,-1 0 0 0 0,1 0 0 0 0,2 2 0 0 0</inkml:trace>
</inkml:ink>
</file>

<file path=ppt/ink/ink3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1.254"/>
    </inkml:context>
    <inkml:brush xml:id="br0">
      <inkml:brushProperty name="width" value="0.1" units="cm"/>
      <inkml:brushProperty name="height" value="0.1" units="cm"/>
    </inkml:brush>
  </inkml:definitions>
  <inkml:trace contextRef="#ctx0" brushRef="#br0">1 61 4345 0 0,'2'-21'136'0'0,"5"-19"10177"0"0,-4 62-5160 0 0,-1-3-4617 0 0,1 31-220 0 0,4 151 763 0 0,-9-67-7063 0 0,2-119 28 0 0</inkml:trace>
</inkml:ink>
</file>

<file path=ppt/ink/ink3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1.448"/>
    </inkml:context>
    <inkml:brush xml:id="br0">
      <inkml:brushProperty name="width" value="0.1" units="cm"/>
      <inkml:brushProperty name="height" value="0.1" units="cm"/>
    </inkml:brush>
  </inkml:definitions>
  <inkml:trace contextRef="#ctx0" brushRef="#br0">83 3 3681 0 0,'-1'-1'275'0'0,"-1"1"0"0"0,0 0 0 0 0,0-1 1 0 0,1 1-1 0 0,-1 0 0 0 0,0-1 0 0 0,0 1 0 0 0,0 0 0 0 0,1 1 1 0 0,-1-1-1 0 0,0 0 0 0 0,0 0 0 0 0,1 1 0 0 0,-1-1 1 0 0,0 1-1 0 0,0-1 0 0 0,1 1 0 0 0,-1 0 0 0 0,1 0 0 0 0,-4 1 1 0 0,2 1 114 0 0,0 0 1 0 0,-1-1 0 0 0,1 1 0 0 0,1 0 0 0 0,-1 1-1 0 0,0-1 1 0 0,1 0 0 0 0,0 1 0 0 0,-3 5 0 0 0,3-6-188 0 0,0 0 0 0 0,0 0 1 0 0,1 1-1 0 0,-1-1 0 0 0,1 1 1 0 0,0-1-1 0 0,0 1 0 0 0,1-1 1 0 0,-1 1-1 0 0,1 0 0 0 0,-1-1 1 0 0,1 1-1 0 0,0 0 1 0 0,1 0-1 0 0,-1-1 0 0 0,1 1 1 0 0,-1-1-1 0 0,1 1 0 0 0,0 0 1 0 0,0-1-1 0 0,1 1 0 0 0,-1-1 1 0 0,3 5-1 0 0,0-4-128 0 0,0-1 0 0 0,-1 0 0 0 0,1 0 0 0 0,0 0 0 0 0,0 0 0 0 0,0-1 0 0 0,1 0 0 0 0,-1 0-1 0 0,1 0 1 0 0,-1 0 0 0 0,1-1 0 0 0,4 2 0 0 0,37 3-5735 0 0,-23-4-164 0 0</inkml:trace>
</inkml:ink>
</file>

<file path=ppt/ink/ink3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4.129"/>
    </inkml:context>
    <inkml:brush xml:id="br0">
      <inkml:brushProperty name="width" value="0.1" units="cm"/>
      <inkml:brushProperty name="height" value="0.1" units="cm"/>
    </inkml:brush>
  </inkml:definitions>
  <inkml:trace contextRef="#ctx0" brushRef="#br0">29 208 10594 0 0,'-22'-15'1501'0'0,"22"15"-1393"0"0,-1 0 0 0 0,1-1-1 0 0,-1 1 1 0 0,1-1 0 0 0,-1 1-1 0 0,1-1 1 0 0,-1 1-1 0 0,1-1 1 0 0,0 1 0 0 0,-1-1-1 0 0,1 1 1 0 0,0-1-1 0 0,-1 0 1 0 0,1 1 0 0 0,0-1-1 0 0,0 1 1 0 0,0-1 0 0 0,-1 0-1 0 0,1 1 1 0 0,0-1-1 0 0,0 0 1 0 0,0 1 0 0 0,0-1-1 0 0,0 0 1 0 0,0 1-1 0 0,0-1 1 0 0,1 1 0 0 0,-1-1-1 0 0,0 0 1 0 0,0 1-1 0 0,0-1 1 0 0,1 0 0 0 0,-1 1-1 0 0,0-1 1 0 0,1 1 0 0 0,-1-1-1 0 0,1 0 1 0 0,0 1-45 0 0,0-1 0 0 0,0 1 0 0 0,-1 0 0 0 0,1 0 0 0 0,0 0 0 0 0,0 0 0 0 0,0 0 0 0 0,0 0 1 0 0,0 0-1 0 0,-1 0 0 0 0,1 0 0 0 0,0 0 0 0 0,0 1 0 0 0,0-1 0 0 0,0 0 0 0 0,-1 1 0 0 0,1-1 0 0 0,0 0 0 0 0,0 1 0 0 0,-1-1 1 0 0,1 1-1 0 0,0-1 0 0 0,-1 1 0 0 0,1-1 0 0 0,0 1 0 0 0,-1 0 0 0 0,1-1 0 0 0,-1 1 0 0 0,1 0 0 0 0,0 1 0 0 0,19 21 101 0 0,-20-22-137 0 0,21 28 69 0 0,5 7 224 0 0,50 54 1 0 0,-79-92-141 0 0,0-1 0 0 0,0 1 1 0 0,0 0-1 0 0,0-1 0 0 0,1 0 0 0 0,-1 0 0 0 0,1 0 1 0 0,-3-4-1 0 0,2-1-51 0 0,0 1 1 0 0,1 0 0 0 0,0-1-1 0 0,1 0 1 0 0,-1 1 0 0 0,2-1-1 0 0,-1 0 1 0 0,1 0 0 0 0,0 1-1 0 0,1-1 1 0 0,-1 0 0 0 0,5-14-1 0 0,-1 5-105 0 0,1-1-1 0 0,1 1 1 0 0,0 0-1 0 0,13-23 1 0 0,-14 29-203 0 0,2 1 1 0 0,-1-1 0 0 0,2 1-1 0 0,-1 0 1 0 0,17-15-1 0 0,9 1-6254 0 0,-14 16-26 0 0</inkml:trace>
</inkml:ink>
</file>

<file path=ppt/ink/ink3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4.448"/>
    </inkml:context>
    <inkml:brush xml:id="br0">
      <inkml:brushProperty name="width" value="0.1" units="cm"/>
      <inkml:brushProperty name="height" value="0.1" units="cm"/>
    </inkml:brush>
  </inkml:definitions>
  <inkml:trace contextRef="#ctx0" brushRef="#br0">14 228 4145 0 0,'-2'4'259'0'0,"0"0"1"0"0,1 0 0 0 0,0 1-1 0 0,-1-1 1 0 0,1 1-1 0 0,0 8 1 0 0,1-13-143 0 0,0 1 0 0 0,0 0 1 0 0,0 0-1 0 0,0 0 0 0 0,0 0 1 0 0,0 0-1 0 0,1-1 0 0 0,-1 1 1 0 0,0 0-1 0 0,1 0 0 0 0,-1-1 1 0 0,0 1-1 0 0,1 0 0 0 0,-1 0 1 0 0,1-1-1 0 0,-1 1 0 0 0,1 0 1 0 0,0-1-1 0 0,-1 1 0 0 0,1-1 1 0 0,-1 1-1 0 0,1 0 0 0 0,0-1 0 0 0,0 0 1 0 0,-1 1-1 0 0,1-1 0 0 0,0 1 1 0 0,0-1-1 0 0,-1 0 0 0 0,1 0 1 0 0,0 1-1 0 0,0-1 0 0 0,0 0 1 0 0,0 0-1 0 0,-1 0 0 0 0,1 0 1 0 0,0 0-1 0 0,0 0 0 0 0,0 0 1 0 0,0 0-1 0 0,0 0 0 0 0,-1 0 0 0 0,1-1 1 0 0,0 1-1 0 0,1-1 0 0 0,1 0 19 0 0,0 0 0 0 0,1 0 0 0 0,-1-1-1 0 0,0 1 1 0 0,0-1 0 0 0,0 0-1 0 0,0 0 1 0 0,0 0 0 0 0,-1 0 0 0 0,1 0-1 0 0,0-1 1 0 0,-1 1 0 0 0,0-1-1 0 0,0 0 1 0 0,0 1 0 0 0,0-1 0 0 0,0 0-1 0 0,2-6 1 0 0,4-7 32 0 0,-1-1-1 0 0,6-22 1 0 0,-10 33-69 0 0,0-6 115 0 0,0 1 0 0 0,-1-1-1 0 0,0 0 1 0 0,-1 0 0 0 0,-1-23 0 0 0,0 31-98 0 0,0 0 0 0 0,-1 0 0 0 0,0 0 0 0 0,0-1 1 0 0,0 1-1 0 0,0 0 0 0 0,-1 0 0 0 0,1 1 1 0 0,-4-6-1 0 0,4 7-52 0 0,0 1 0 0 0,0-1 0 0 0,0 1 1 0 0,-1-1-1 0 0,1 1 0 0 0,-1 0 0 0 0,1-1 0 0 0,-1 1 1 0 0,0 0-1 0 0,1 0 0 0 0,-1 0 0 0 0,0 0 0 0 0,0 0 1 0 0,0 1-1 0 0,1-1 0 0 0,-1 0 0 0 0,0 1 0 0 0,0-1 1 0 0,0 1-1 0 0,-3 0 0 0 0,3 0-32 0 0,-1 0-1 0 0,0 0 1 0 0,0 1-1 0 0,0 0 1 0 0,0-1 0 0 0,0 1-1 0 0,1 0 1 0 0,-1 0 0 0 0,0 1-1 0 0,1-1 1 0 0,-1 0-1 0 0,1 1 1 0 0,-1 0 0 0 0,1-1-1 0 0,0 1 1 0 0,0 0-1 0 0,0 0 1 0 0,0 0 0 0 0,0 1-1 0 0,0-1 1 0 0,0 0 0 0 0,1 1-1 0 0,-1-1 1 0 0,1 1-1 0 0,0-1 1 0 0,0 1 0 0 0,0 0-1 0 0,0 0 1 0 0,-1 4 0 0 0,-1 2-5 0 0,1 0 0 0 0,0 1 0 0 0,0-1 0 0 0,1 1 0 0 0,0 0 0 0 0,0-1 0 0 0,3 18 1 0 0,-1-18-62 0 0,1 0 1 0 0,0 1 0 0 0,1-1-1 0 0,0-1 1 0 0,0 1 0 0 0,1 0 0 0 0,0-1-1 0 0,1 0 1 0 0,0 0 0 0 0,0 0 0 0 0,1 0-1 0 0,0-1 1 0 0,11 12 0 0 0,-11-15-396 0 0,-1 1-1 0 0,1-1 1 0 0,0 0-1 0 0,0 0 1 0 0,1 0-1 0 0,-1-1 1 0 0,1 0 0 0 0,0 0-1 0 0,0-1 1 0 0,0 0-1 0 0,10 2 1 0 0,2-2-4752 0 0</inkml:trace>
</inkml:ink>
</file>

<file path=ppt/ink/ink3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4.764"/>
    </inkml:context>
    <inkml:brush xml:id="br0">
      <inkml:brushProperty name="width" value="0.1" units="cm"/>
      <inkml:brushProperty name="height" value="0.1" units="cm"/>
    </inkml:brush>
  </inkml:definitions>
  <inkml:trace contextRef="#ctx0" brushRef="#br0">153 7 6913 0 0,'-1'-1'84'0'0,"0"0"-1"0"0,0 1 0 0 0,0-1 1 0 0,0 1-1 0 0,0-1 0 0 0,0 0 1 0 0,0 1-1 0 0,-1 0 0 0 0,1-1 1 0 0,0 1-1 0 0,0 0 0 0 0,0-1 1 0 0,0 1-1 0 0,-1 0 0 0 0,1 0 1 0 0,0 0-1 0 0,0 0 0 0 0,0 0 1 0 0,-1 0-1 0 0,1 1 0 0 0,0-1 1 0 0,0 0-1 0 0,0 0 0 0 0,0 1 0 0 0,-1-1 1 0 0,1 1-1 0 0,0-1 0 0 0,0 1 1 0 0,-2 1-1 0 0,-34 18 2948 0 0,30-15-2603 0 0,0 1 0 0 0,1 0 1 0 0,-1 0-1 0 0,1 0 0 0 0,1 0 0 0 0,-1 1 0 0 0,1 0 1 0 0,0 0-1 0 0,1 1 0 0 0,0 0 0 0 0,-6 13 0 0 0,9-18-357 0 0,-1 1 0 0 0,1-1 1 0 0,0 1-1 0 0,0 0 0 0 0,1-1 0 0 0,-1 1 0 0 0,1 0 0 0 0,0 0 0 0 0,0 0 0 0 0,0-1 0 0 0,0 1 0 0 0,1 0 1 0 0,-1 0-1 0 0,1-1 0 0 0,0 1 0 0 0,0 0 0 0 0,0-1 0 0 0,1 1 0 0 0,-1-1 0 0 0,1 1 0 0 0,0-1 1 0 0,0 0-1 0 0,0 0 0 0 0,1 0 0 0 0,-1 0 0 0 0,1 0 0 0 0,-1 0 0 0 0,5 2 0 0 0,2 2-13 0 0,0-1 1 0 0,1-1-1 0 0,-1 0 0 0 0,1 0 0 0 0,1-1 0 0 0,10 3 1 0 0,20 8 59 0 0,-41-15-114 0 0,0 0-1 0 0,1 0 1 0 0,-1 1 0 0 0,0-1 0 0 0,1 0 0 0 0,-1 0 0 0 0,0 0 0 0 0,0 0 0 0 0,1 0 0 0 0,-1 1 0 0 0,0-1 0 0 0,1 0-1 0 0,-1 0 1 0 0,0 1 0 0 0,0-1 0 0 0,1 0 0 0 0,-1 0 0 0 0,0 1 0 0 0,0-1 0 0 0,0 0 0 0 0,1 1 0 0 0,-1-1-1 0 0,0 0 1 0 0,0 1 0 0 0,0-1 0 0 0,0 0 0 0 0,0 1 0 0 0,0-1 0 0 0,0 0 0 0 0,0 1 0 0 0,0-1 0 0 0,0 0 0 0 0,0 1-1 0 0,0-1 1 0 0,0 0 0 0 0,0 1 0 0 0,0-1 0 0 0,0 0 0 0 0,0 1 0 0 0,0-1 0 0 0,0 1 0 0 0,-15 12 13 0 0,-25 8-340 0 0,38-20 283 0 0,-35 13-2782 0 0</inkml:trace>
</inkml:ink>
</file>

<file path=ppt/ink/ink3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5"/>
    </inkml:context>
    <inkml:brush xml:id="br0">
      <inkml:brushProperty name="width" value="0.1" units="cm"/>
      <inkml:brushProperty name="height" value="0.1" units="cm"/>
    </inkml:brush>
  </inkml:definitions>
  <inkml:trace contextRef="#ctx0" brushRef="#br0">82 1 4753 0 0,'-9'8'282'0'0,"1"2"-1"0"0,0-1 1 0 0,0 1-1 0 0,1 1 1 0 0,0-1-1 0 0,0 1 1 0 0,1 0-1 0 0,-4 13 1 0 0,7-15 189 0 0,1-1 0 0 0,0 0 1 0 0,0 1-1 0 0,1-1 0 0 0,0 1 1 0 0,0-1-1 0 0,1 1 0 0 0,0 0 0 0 0,1-1 1 0 0,0 1-1 0 0,0-1 0 0 0,6 17 1 0 0,24 67-287 0 0</inkml:trace>
</inkml:ink>
</file>

<file path=ppt/ink/ink3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5.191"/>
    </inkml:context>
    <inkml:brush xml:id="br0">
      <inkml:brushProperty name="width" value="0.1" units="cm"/>
      <inkml:brushProperty name="height" value="0.1" units="cm"/>
    </inkml:brush>
  </inkml:definitions>
  <inkml:trace contextRef="#ctx0" brushRef="#br0">0 15 11634 0 0,'1'-1'107'0'0,"0"0"0"0"0,0 0-1 0 0,0 0 1 0 0,0 0 0 0 0,0 0-1 0 0,0 0 1 0 0,0 0 0 0 0,0 0-1 0 0,0 0 1 0 0,1 1 0 0 0,-1-1-1 0 0,0 0 1 0 0,0 1 0 0 0,1-1-1 0 0,-1 1 1 0 0,0-1 0 0 0,1 1-1 0 0,-1 0 1 0 0,3-1 0 0 0,-3 2-309 0 0,0 0 0 0 0,0 0 0 0 0,0 0 0 0 0,1 0 0 0 0,-1 0 0 0 0,0 0 0 0 0,0 0 0 0 0,-1 1 0 0 0,1-1 0 0 0,0 0 0 0 0,0 0 0 0 0,0 1 0 0 0,-1-1 0 0 0,1 2 0 0 0,5 8-1925 0 0,11 17-1515 0 0,-8-12 2970 0 0</inkml:trace>
</inkml:ink>
</file>

<file path=ppt/ink/ink3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5.555"/>
    </inkml:context>
    <inkml:brush xml:id="br0">
      <inkml:brushProperty name="width" value="0.1" units="cm"/>
      <inkml:brushProperty name="height" value="0.1" units="cm"/>
    </inkml:brush>
  </inkml:definitions>
  <inkml:trace contextRef="#ctx0" brushRef="#br0">121 9 6449 0 0,'0'0'130'0'0,"0"-1"-1"0"0,0 1 0 0 0,0-1 0 0 0,-1 1 0 0 0,1-1 1 0 0,0 1-1 0 0,-1-1 0 0 0,1 1 0 0 0,0-1 1 0 0,-1 1-1 0 0,1 0 0 0 0,0-1 0 0 0,-1 1 0 0 0,1 0 1 0 0,-1-1-1 0 0,1 1 0 0 0,-1 0 0 0 0,1-1 1 0 0,-1 1-1 0 0,1 0 0 0 0,-1 0 0 0 0,1 0 0 0 0,-2-1 1 0 0,-13 9 3295 0 0,4 2-2489 0 0,1 0 0 0 0,0 0 0 0 0,1 1-1 0 0,-12 17 1 0 0,16-21-807 0 0,1 0-1 0 0,0-1 0 0 0,0 2 1 0 0,1-1-1 0 0,0 0 0 0 0,0 1 1 0 0,1-1-1 0 0,0 1 0 0 0,-2 12 1 0 0,4-17-122 0 0,-1 0 0 0 0,2 0 0 0 0,-1 0 0 0 0,0-1 0 0 0,0 1 0 0 0,1 0 0 0 0,0 0 0 0 0,-1-1 0 0 0,1 1 0 0 0,0 0 0 0 0,0-1 0 0 0,1 1 0 0 0,-1-1 0 0 0,1 1 0 0 0,-1-1 0 0 0,1 1 0 0 0,0-1 0 0 0,-1 0 0 0 0,1 0 1 0 0,0 0-1 0 0,1 0 0 0 0,-1 0 0 0 0,0-1 0 0 0,3 3 0 0 0,6 1 18 0 0,-1 0 0 0 0,1 0-1 0 0,0-1 1 0 0,19 4 0 0 0,17 7 23 0 0,-47-14-47 0 0,1-1 0 0 0,0 0 0 0 0,0 0 0 0 0,0 1 0 0 0,-1-1 0 0 0,1 1 0 0 0,0-1 0 0 0,-1 1 0 0 0,1-1 0 0 0,0 1 0 0 0,-1-1 0 0 0,1 1 0 0 0,-1 0 0 0 0,1-1 0 0 0,-1 1 0 0 0,1 0 0 0 0,-1-1 0 0 0,1 1 0 0 0,-1 0 0 0 0,0 0 0 0 0,1-1 0 0 0,-1 1 0 0 0,0 0 0 0 0,0 0 0 0 0,1 0 0 0 0,-1-1 0 0 0,0 1 0 0 0,0 1 0 0 0,0 0-3 0 0,-1 0 1 0 0,1 0-1 0 0,-1-1 1 0 0,0 1-1 0 0,0 0 1 0 0,1-1-1 0 0,-1 1 0 0 0,0 0 1 0 0,0-1-1 0 0,0 1 1 0 0,-1-1-1 0 0,-1 2 1 0 0,-4 5-213 0 0,-1-1 1 0 0,0-1 0 0 0,-12 8 0 0 0,20-14 203 0 0,-41 23-1947 0 0,28-18 732 0 0</inkml:trace>
</inkml:ink>
</file>

<file path=ppt/ink/ink3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6.045"/>
    </inkml:context>
    <inkml:brush xml:id="br0">
      <inkml:brushProperty name="width" value="0.1" units="cm"/>
      <inkml:brushProperty name="height" value="0.1" units="cm"/>
    </inkml:brush>
  </inkml:definitions>
  <inkml:trace contextRef="#ctx0" brushRef="#br0">0 0 12443 0 0,'0'32'1715'0'0,"2"-1"0"0"0,1 1 0 0 0,1-1 0 0 0,2 1 0 0 0,17 52 0 0 0,-7-46-5454 0 0,23 41 0 0 0,-29-59-2834 0 0</inkml:trace>
</inkml:ink>
</file>

<file path=ppt/ink/ink3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6.458"/>
    </inkml:context>
    <inkml:brush xml:id="br0">
      <inkml:brushProperty name="width" value="0.1" units="cm"/>
      <inkml:brushProperty name="height" value="0.1" units="cm"/>
    </inkml:brush>
  </inkml:definitions>
  <inkml:trace contextRef="#ctx0" brushRef="#br0">75 166 4145 0 0,'-10'-5'-21'0'0,"-29"-18"2380"0"0,37 21-1962 0 0,0 1-1 0 0,-1-1 1 0 0,1 0-1 0 0,0 0 1 0 0,0 0 0 0 0,0 0-1 0 0,0 0 1 0 0,0-1 0 0 0,0 1-1 0 0,0-1 1 0 0,-1-2-1 0 0,3 4-356 0 0,0 0 0 0 0,1 1 0 0 0,-1-1 0 0 0,0 0 0 0 0,0 1 0 0 0,1-1 0 0 0,-1 1 0 0 0,0-1 1 0 0,1 0-1 0 0,-1 1 0 0 0,1-1 0 0 0,-1 1 0 0 0,0-1 0 0 0,1 1 0 0 0,-1 0 0 0 0,1-1 0 0 0,0 1 0 0 0,-1-1 0 0 0,1 1 0 0 0,-1 0 0 0 0,1-1 0 0 0,-1 1 0 0 0,1 0 0 0 0,0 0 0 0 0,-1 0 0 0 0,1-1 0 0 0,0 1 0 0 0,-1 0 0 0 0,1 0 0 0 0,0 0 0 0 0,27-6-357 0 0,-25 6 326 0 0,340-79-4605 0 0,-299 68 2818 0 0,-50 13 3006 0 0,0 0 0 0 0,0 1 0 0 0,0 0 0 0 0,0 0 0 0 0,-11 8 0 0 0,10-6-893 0 0,0 0 1 0 0,0 1-1 0 0,1 0 0 0 0,0 1 0 0 0,-8 9 0 0 0,12-14-322 0 0,0 1-1 0 0,0-1 1 0 0,0 1 0 0 0,1-1-1 0 0,-1 1 1 0 0,1 0-1 0 0,-1 0 1 0 0,1-1-1 0 0,0 1 1 0 0,0 0 0 0 0,0 0-1 0 0,1 0 1 0 0,-1 0-1 0 0,1 1 1 0 0,0-1 0 0 0,-1 0-1 0 0,1 0 1 0 0,1 0-1 0 0,-1 0 1 0 0,0 0-1 0 0,1 0 1 0 0,-1 0 0 0 0,1 0-1 0 0,0 0 1 0 0,0 0-1 0 0,0 0 1 0 0,1 0-1 0 0,-1 0 1 0 0,1-1 0 0 0,-1 1-1 0 0,1 0 1 0 0,0-1-1 0 0,0 0 1 0 0,0 1-1 0 0,0-1 1 0 0,1 0 0 0 0,-1 0-1 0 0,0 0 1 0 0,4 1-1 0 0,-3 0 111 0 0,1-1 0 0 0,0 0 0 0 0,0-1 0 0 0,1 1 0 0 0,-1-1 0 0 0,0 0 0 0 0,0 0 0 0 0,1 0 0 0 0,-1 0 0 0 0,0-1 0 0 0,9 0 0 0 0,-10 1-153 0 0,-1-1 1 0 0,1-1 0 0 0,-1 1-1 0 0,0 0 1 0 0,1 0-1 0 0,-1-1 1 0 0,0 0 0 0 0,0 1-1 0 0,1-1 1 0 0,-1 0-1 0 0,0 0 1 0 0,0 0-1 0 0,0 0 1 0 0,0 0 0 0 0,0-1-1 0 0,0 1 1 0 0,0-1-1 0 0,0 1 1 0 0,-1-1 0 0 0,1 0-1 0 0,-1 0 1 0 0,1 1-1 0 0,-1-1 1 0 0,2-3 0 0 0,-3 3-71 0 0,1 0 0 0 0,-1-1 0 0 0,0 1 1 0 0,0-1-1 0 0,0 1 0 0 0,0-1 0 0 0,0 1 1 0 0,-1-1-1 0 0,1 1 0 0 0,-1-1 1 0 0,1 1-1 0 0,-1-1 0 0 0,0 1 0 0 0,0 0 1 0 0,-2-4-1 0 0,-22-38-932 0 0,19 35 508 0 0,-2-4-804 0 0,0 2-3054 0 0</inkml:trace>
</inkml:ink>
</file>

<file path=ppt/ink/ink3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6.743"/>
    </inkml:context>
    <inkml:brush xml:id="br0">
      <inkml:brushProperty name="width" value="0.1" units="cm"/>
      <inkml:brushProperty name="height" value="0.1" units="cm"/>
    </inkml:brush>
  </inkml:definitions>
  <inkml:trace contextRef="#ctx0" brushRef="#br0">0 91 1840 0 0,'7'2'437'0'0,"-1"0"-1"0"0,0 0 0 0 0,1 0 0 0 0,-1 1 0 0 0,0 0 1 0 0,-1 1-1 0 0,1-1 0 0 0,-1 1 0 0 0,1 0 0 0 0,-1 0 0 0 0,0 0 1 0 0,0 1-1 0 0,4 6 0 0 0,-5-7-136 0 0,-1 0 0 0 0,1 1 0 0 0,-1-1 1 0 0,0 1-1 0 0,0 0 0 0 0,-1 0 0 0 0,1 0 0 0 0,-1 0 0 0 0,0 1 0 0 0,0-1 1 0 0,-1 0-1 0 0,0 1 0 0 0,0 0 0 0 0,0-1 0 0 0,-1 1 0 0 0,1 5 0 0 0,-1-10-163 0 0,0-1-1 0 0,0 1 0 0 0,0 0 0 0 0,0-1 0 0 0,0 1 0 0 0,0-1 0 0 0,-1 1 0 0 0,1-1 0 0 0,0 1 0 0 0,0-1 0 0 0,0 1 0 0 0,0-1 0 0 0,-1 1 1 0 0,1-1-1 0 0,0 1 0 0 0,0-1 0 0 0,-1 1 0 0 0,1-1 0 0 0,0 1 0 0 0,-1-1 0 0 0,1 1 0 0 0,-1-1 0 0 0,1 0 0 0 0,0 1 0 0 0,-1-1 1 0 0,1 0-1 0 0,-1 1 0 0 0,1-1 0 0 0,-1 0 0 0 0,1 0 0 0 0,-1 0 0 0 0,0 1 0 0 0,0-1 63 0 0,-1 0-1 0 0,1-1 1 0 0,0 1-1 0 0,-1 0 0 0 0,1-1 1 0 0,0 1-1 0 0,0-1 1 0 0,0 1-1 0 0,0-1 1 0 0,-1 0-1 0 0,1 1 1 0 0,0-1-1 0 0,-1-1 1 0 0,-2-2 98 0 0,0 1 1 0 0,1 0 0 0 0,-1-1 0 0 0,1 0 0 0 0,0 0 0 0 0,-5-8-1 0 0,6 5-197 0 0,1 1-1 0 0,-1 0 0 0 0,1-1 0 0 0,1 1 0 0 0,-1-1 1 0 0,1 1-1 0 0,0-1 0 0 0,0 1 0 0 0,1-1 0 0 0,0 1 0 0 0,0 0 1 0 0,1-1-1 0 0,2-8 0 0 0,17-33-1252 0 0,6 7-5014 0 0,-10 21-911 0 0</inkml:trace>
</inkml:ink>
</file>

<file path=ppt/ink/ink3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49.575"/>
    </inkml:context>
    <inkml:brush xml:id="br0">
      <inkml:brushProperty name="width" value="0.1" units="cm"/>
      <inkml:brushProperty name="height" value="0.1" units="cm"/>
    </inkml:brush>
  </inkml:definitions>
  <inkml:trace contextRef="#ctx0" brushRef="#br0">10515 94 5065 0 0,'1'-1'69'0'0,"-1"1"0"0"0,0 0 0 0 0,1 0 0 0 0,-1 0-1 0 0,1-1 1 0 0,-1 1 0 0 0,0 0 0 0 0,1 0 0 0 0,-1-1 0 0 0,0 1 0 0 0,0 0 0 0 0,1-1-1 0 0,-1 1 1 0 0,0 0 0 0 0,0-1 0 0 0,1 1 0 0 0,-1 0 0 0 0,0-1 0 0 0,0 1 0 0 0,0-1-1 0 0,1 1 1 0 0,-1 0 0 0 0,0-1 0 0 0,0 1 0 0 0,0-1 0 0 0,0 1 0 0 0,0-1 0 0 0,0 1-1 0 0,0 0 1 0 0,0-1 0 0 0,0 0 0 0 0,-9-14 1391 0 0,-19-5-771 0 0,-16 9 424 0 0,-1 2 1 0 0,0 1-1 0 0,-79-2 1 0 0,74 7-440 0 0,-138-2-197 0 0,-213 21 1 0 0,319-11 2 0 0,-84 7 563 0 0,-178 7 332 0 0,-170 31-751 0 0,412-36-595 0 0,-198 44-31 0 0,83-13 196 0 0,-242 59 36 0 0,355-78-236 0 0,-419 113-193 0 0,317-83 81 0 0,51-12 11 0 0,-120 30 14 0 0,-107 22-806 0 0,154-38 349 0 0,-616 219 412 0 0,835-273 138 0 0,-208 66-323 0 0,-88 36-238 0 0,46 0 567 0 0,-94 41-591 0 0,111-29-3 0 0,-248 109-834 0 0,428-200 1099 0 0,2 2-1 0 0,1 3 1 0 0,1 2 0 0 0,-89 71 0 0 0,-70 49-610 0 0,42-33 655 0 0,93-52 728 0 0,-129 136 0 0 0,93-85-129 0 0,19-20 1126 0 0,-170 226 0 0 0,211-252-1030 0 0,-130 124 1 0 0,45-52 406 0 0,-132 171-1923 0 0,197-222 374 0 0,-52 55-199 0 0,107-126 702 0 0,2 2 0 0 0,0 0 0 0 0,2 1 0 0 0,1 1 0 0 0,-21 43 1 0 0,-56 158-562 0 0,75-174-105 0 0,7-20-81 0 0,-15 38 2673 0 0,26-71-1633 0 0,0 1 1 0 0,1-1-1 0 0,-1 1 1 0 0,0-1-1 0 0,0 0 1 0 0,0 1-1 0 0,0-1 1 0 0,-5 3 0 0 0,6-4-67 0 0,1-1 0 0 0,-1 0 1 0 0,1 1-1 0 0,-1-1 1 0 0,1 0-1 0 0,-1 1 0 0 0,1-1 1 0 0,-1 0-1 0 0,1 0 1 0 0,-1 0-1 0 0,1 1 0 0 0,-1-1 1 0 0,1 0-1 0 0,-1 0 0 0 0,0 0 1 0 0,1 0-1 0 0,-1 0 1 0 0,1 0-1 0 0,-1 0 0 0 0,0 0 1 0 0,1 0-1 0 0,-1 0 1 0 0,1 0-1 0 0,-1 0 0 0 0,1-1 1 0 0,-1 1-1 0 0,1 0 1 0 0,-1 0-1 0 0,1-1 0 0 0,-1 1 1 0 0,1 0-1 0 0,-1 0 0 0 0,1-1 1 0 0,-1 1-1 0 0,1-1 1 0 0,-1 1-1 0 0,1 0 0 0 0,0-1 1 0 0,-1 1-1 0 0,1-1 1 0 0,0 1-1 0 0,-1-1 0 0 0,1 1 1 0 0,0-1-1 0 0,0 1 1 0 0,-1-1-1 0 0,1 1 0 0 0,0-2 1 0 0,-7-21 4 0 0,2-1 1 0 0,1 1-1 0 0,0-1 1 0 0,2 0-1 0 0,1-27 0 0 0,1 42 599 0 0,2 0 0 0 0,-1 0 0 0 0,5-15 0 0 0,-4 19-342 0 0,0-1 0 0 0,0 0 0 0 0,-1 1-1 0 0,0-1 1 0 0,0 0 0 0 0,-1 0 0 0 0,1 0 0 0 0,-1 0-1 0 0,-1 0 1 0 0,0-7 0 0 0,1 13-245 0 0,0 0 1 0 0,0-1-1 0 0,0 1 1 0 0,0 0-1 0 0,0 0 1 0 0,0 0-1 0 0,0 0 1 0 0,-1-1 0 0 0,1 1-1 0 0,0 0 1 0 0,0 0-1 0 0,0 0 1 0 0,0-1-1 0 0,0 1 1 0 0,0 0-1 0 0,0 0 1 0 0,-1 0-1 0 0,1 0 1 0 0,0 0-1 0 0,0-1 1 0 0,0 1-1 0 0,0 0 1 0 0,-1 0-1 0 0,1 0 1 0 0,0 0-1 0 0,0 0 1 0 0,0 0-1 0 0,0 0 1 0 0,-1 0-1 0 0,1 0 1 0 0,0 0-1 0 0,0-1 1 0 0,0 1-1 0 0,-1 0 1 0 0,1 0-1 0 0,0 0 1 0 0,0 0-1 0 0,-1 0 1 0 0,1 1-1 0 0,0-1 1 0 0,0 0 0 0 0,0 0-1 0 0,-1 0 1 0 0,1 0-1 0 0,-9 9 373 0 0,-2 14-369 0 0,7-4 257 0 0,3-14-195 0 0,0 1 0 0 0,0-1 0 0 0,0 0 0 0 0,1 1 0 0 0,0-1 0 0 0,0 0 1 0 0,0 1-1 0 0,3 9 0 0 0,0 3-117 0 0,0 0-1 0 0,0 19 1 0 0,-3-23 32 0 0,1-1 0 0 0,1 1 0 0 0,0-1-1 0 0,1 1 1 0 0,5 13 0 0 0,-7-25 12 0 0,-1-1-1 0 0,1 1 1 0 0,0 0-1 0 0,0-1 0 0 0,0 1 1 0 0,0-1-1 0 0,1 0 1 0 0,-1 1-1 0 0,0-1 1 0 0,0 0-1 0 0,1 0 1 0 0,-1 0-1 0 0,1 0 1 0 0,-1 0-1 0 0,1 0 1 0 0,0 0-1 0 0,-1 0 1 0 0,4 0-1 0 0,-1 1 55 0 0,0-1 0 0 0,1-1 0 0 0,0 1 0 0 0,-1 0-1 0 0,1-1 1 0 0,-1 0 0 0 0,7-1 0 0 0,3-1 127 0 0,-1 0 0 0 0,1-1 0 0 0,24-9 0 0 0,11-7-1104 0 0,-31 11-81 0 0</inkml:trace>
</inkml:ink>
</file>

<file path=ppt/ink/ink3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50.874"/>
    </inkml:context>
    <inkml:brush xml:id="br0">
      <inkml:brushProperty name="width" value="0.1" units="cm"/>
      <inkml:brushProperty name="height" value="0.1" units="cm"/>
    </inkml:brush>
  </inkml:definitions>
  <inkml:trace contextRef="#ctx0" brushRef="#br0">245 132 3225 0 0,'0'-5'153'0'0,"0"1"1"0"0,0 0 0 0 0,0-1 0 0 0,0 1 0 0 0,-1 0-1 0 0,1-1 1 0 0,-1 1 0 0 0,0 0 0 0 0,-1 0-1 0 0,1 0 1 0 0,-1 0 0 0 0,0 0 0 0 0,-2-5 0 0 0,-33-48 3166 0 0,37 57-3241 0 0,0-1 1 0 0,-1 0-1 0 0,1 1 1 0 0,0-1 0 0 0,0 1-1 0 0,-1-1 1 0 0,1 1-1 0 0,0-1 1 0 0,-1 1-1 0 0,1-1 1 0 0,-1 1-1 0 0,1-1 1 0 0,-1 1-1 0 0,1-1 1 0 0,-1 1-1 0 0,1 0 1 0 0,-1-1 0 0 0,1 1-1 0 0,-1 0 1 0 0,0-1-1 0 0,1 1 1 0 0,-1 0-1 0 0,1 0 1 0 0,-1 0-1 0 0,0 0 1 0 0,1-1-1 0 0,-1 1 1 0 0,0 0 0 0 0,1 0-1 0 0,-1 0 1 0 0,1 0-1 0 0,-1 0 1 0 0,0 1-1 0 0,1-1 1 0 0,-1 0-1 0 0,0 0 1 0 0,1 0-1 0 0,-2 1 1 0 0,-11 24 1745 0 0,10-19-1991 0 0,-12 38 483 0 0,1 1 0 0 0,2 0-1 0 0,-9 67 1 0 0,-3 142 137 0 0,9-62-487 0 0,-10 393 368 0 0,24-479-188 0 0,-1 134 137 0 0,-16 421 543 0 0,12-571-465 0 0,3 0 1 0 0,15 160 0 0 0,-11-243-358 0 0,52 364 670 0 0,-51-356-729 0 0,9 38-554 0 0,-10-50 566 0 0,0-1 0 0 0,0 1-1 0 0,0-1 1 0 0,0 1-1 0 0,0-1 1 0 0,0 0-1 0 0,0 1 1 0 0,1-1 0 0 0,-1 0-1 0 0,1 0 1 0 0,0 0-1 0 0,0 0 1 0 0,-1 0-1 0 0,1-1 1 0 0,1 1-1 0 0,2 2 1 0 0,-3-4-132 0 0,-1 0 0 0 0,1 1 1 0 0,0-1-1 0 0,-1 0 0 0 0,1 0 0 0 0,-1-1 0 0 0,1 1 0 0 0,0 0 1 0 0,-1 0-1 0 0,1-1 0 0 0,-1 1 0 0 0,1-1 0 0 0,-1 1 1 0 0,1-1-1 0 0,-1 0 0 0 0,1 0 0 0 0,-1 1 0 0 0,0-1 0 0 0,1 0 1 0 0,-1 0-1 0 0,0-1 0 0 0,0 1 0 0 0,0 0 0 0 0,0 0 1 0 0,0 0-1 0 0,0-1 0 0 0,0 1 0 0 0,0 0 0 0 0,0-1 1 0 0,0-1-1 0 0,27-51-3988 0 0,-26 47 3539 0 0,10-24-1488 0 0</inkml:trace>
</inkml:ink>
</file>

<file path=ppt/ink/ink3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7:54.190"/>
    </inkml:context>
    <inkml:brush xml:id="br0">
      <inkml:brushProperty name="width" value="0.1" units="cm"/>
      <inkml:brushProperty name="height" value="0.1" units="cm"/>
    </inkml:brush>
  </inkml:definitions>
  <inkml:trace contextRef="#ctx0" brushRef="#br0">80 860 4633 0 0,'29'-23'184'0'0,"1"0"0"0"0,0 2 1 0 0,2 1-1 0 0,1 1 0 0 0,0 2 0 0 0,1 1 0 0 0,0 2 0 0 0,2 1 1 0 0,46-9-1 0 0,244-49-838 0 0,72 4 1563 0 0,-176 34-283 0 0,47-7 200 0 0,54-9-390 0 0,290-32-1750 0 0,-149 24 626 0 0,-112 1 1064 0 0,192-26 322 0 0,-413 64-689 0 0,288-28 46 0 0,-228 29-199 0 0,69-3-120 0 0,193 4 125 0 0,168-3 486 0 0,-133 37 21 0 0,-199 27 1786 0 0,-108-13-989 0 0,151 27-514 0 0,52 7-1101 0 0,-155-42 914 0 0,0-10 0 0 0,407-27-1 0 0,-46-10-403 0 0,0 27 2573 0 0,-16 33-442 0 0,-23-1-1743 0 0,-175-17-320 0 0,18 0-1816 0 0,-130-25 3638 0 0,-201 2-1952 0 0,598-31 810 0 0,-615 34-829 0 0,65-2 909 0 0,113 12 1 0 0,-218-8-851 0 0,0 0 0 0 0,0 0 0 0 0,0 1 0 0 0,0 0 0 0 0,-1 0 1 0 0,1 0-1 0 0,-1 1 0 0 0,1-1 0 0 0,-1 1 0 0 0,0 1 0 0 0,0-1 1 0 0,0 1-1 0 0,0 0 0 0 0,-1 0 0 0 0,0 0 0 0 0,0 0 1 0 0,0 1-1 0 0,0 0 0 0 0,0 0 0 0 0,-1 0 0 0 0,0 0 0 0 0,0 0 1 0 0,3 10-1 0 0,3 10 120 0 0,-2 0-1 0 0,0 0 1 0 0,-2 1 0 0 0,3 32 0 0 0,-1-9 313 0 0,19 108-539 0 0,-7 1-1 0 0,-1 209 1 0 0,-18-357 71 0 0,3 267 62 0 0,1-223-97 0 0,2-1 0 0 0,2 0 1 0 0,19 61-1 0 0,-13-67-7 0 0,-3 1 0 0 0,-2 0 0 0 0,5 67 0 0 0,-13-80 41 0 0,-1 0 0 0 0,-2 0 0 0 0,-2-1 0 0 0,0 1 0 0 0,-15 51 0 0 0,-24 55-10 0 0,-22 90 36 0 0,58-199-28 0 0,2 0 0 0 0,1 1 0 0 0,2 0 0 0 0,1-1 0 0 0,4 43 0 0 0,-1-59 157 0 0,4 25-96 0 0,-2-1 0 0 0,-2 1 0 0 0,-2-1 1 0 0,-8 73-1 0 0,8-112-43 0 0,0 1 0 0 0,0-1 1 0 0,-1 0-1 0 0,1 1 0 0 0,0-1 0 0 0,-1 0 1 0 0,1 0-1 0 0,-1 1 0 0 0,1-1 1 0 0,-1 0-1 0 0,1 0 0 0 0,-1 0 1 0 0,0 0-1 0 0,0 0 0 0 0,0 0 0 0 0,0 0 1 0 0,1 0-1 0 0,-1 0 0 0 0,0 0 1 0 0,0 0-1 0 0,-1-1 0 0 0,1 1 1 0 0,0 0-1 0 0,-2 0 0 0 0,0-1 2 0 0,0 1-1 0 0,0-1 0 0 0,0 0 1 0 0,-1 0-1 0 0,1 0 0 0 0,0 0 1 0 0,0-1-1 0 0,-4 0 1 0 0,-16-3-42 0 0,-74-2 56 0 0,-37-5 95 0 0,-165 10-1 0 0,-271 55-523 0 0,503-47 382 0 0,-336 56-485 0 0,129-16 15 0 0,50-23 401 0 0,-105 19 89 0 0,-238 61-945 0 0,407-81 1021 0 0,-178 34 180 0 0,-239 52-1231 0 0,180-72 533 0 0,6-1 790 0 0,305-24 37 0 0,-2-3 0 0 0,1-4 0 0 0,-126-8 0 0 0,113-2-565 0 0,1 4 0 0 0,0 5 1 0 0,-108 17-1 0 0,106-11 973 0 0,-201-8 0 0 0,-17 1-941 0 0,1 46-34 0 0,164-20 694 0 0,73-20-254 0 0,1-3 0 0 0,-86-6 0 0 0,-44 3-132 0 0,-26 7-435 0 0,-100 7 154 0 0,34-17 363 0 0,59-3-652 0 0,166 3 442 0 0,-114-15 0 0 0,-35-2-39 0 0,-336-1-22 0 0,296 10-82 0 0,95 5 28 0 0,-127 11-94 0 0,228-7 18 0 0,-128-12 1 0 0,137 5 30 0 0,-1 2 0 0 0,-118 9 0 0 0,-86 6-11 0 0,20-3 20 0 0,169-2 100 0 0,0-4 1 0 0,0-3 0 0 0,-80-12-1 0 0,99 10-32 0 0,0 3-1 0 0,0 2 0 0 0,-62 11 0 0 0,26-3-464 0 0,65-7 347 0 0,5 0 158 0 0,1 0 1 0 0,-1-2-1 0 0,1-1 1 0 0,-1-1-1 0 0,1 0 1 0 0,-1-2-1 0 0,-25-6 0 0 0,25 3-13 0 0,0 2-1 0 0,-1 1 0 0 0,1 2 0 0 0,-1 0 0 0 0,0 1 0 0 0,1 1 0 0 0,-32 6 0 0 0,22-3-77 0 0,-1-1 0 0 0,-61-3 0 0 0,52-4-172 0 0,-1-2 1 0 0,1-2-1 0 0,-77-24 1 0 0,111 29 316 0 0,-1 1 0 0 0,1 0 0 0 0,-1 0 0 0 0,-20 1 1 0 0,22 1 329 0 0,0-1 1 0 0,-1 0 0 0 0,1 0 0 0 0,0-1 0 0 0,0 0 0 0 0,-11-4 0 0 0,12 3 113 0 0,15 7-656 0 0,16 6-2560 0 0</inkml:trace>
</inkml:ink>
</file>

<file path=ppt/ink/ink3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8:44.192"/>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752 76 5529 0 0,'-22'-9'145'0'0,"-1"1"0"0"0,1 1 0 0 0,-2 0 0 0 0,1 2 0 0 0,0 1 0 0 0,-1 1 0 0 0,0 0 0 0 0,1 2 0 0 0,-1 1 0 0 0,-42 5 0 0 0,60-4 2 0 0,0 0 0 0 0,-1 0 0 0 0,1 0 0 0 0,0 1 0 0 0,-1 0 0 0 0,1 0 0 0 0,0 1 0 0 0,0-1 0 0 0,1 1 0 0 0,-1 0-1 0 0,0 1 1 0 0,1 0 0 0 0,0 0 0 0 0,0 0 0 0 0,0 0 0 0 0,1 1 0 0 0,-1-1 0 0 0,1 1 0 0 0,0 1 0 0 0,0-1 0 0 0,1 0 0 0 0,0 1 0 0 0,0 0 0 0 0,0 0-1 0 0,0 0 1 0 0,1 0 0 0 0,0 0 0 0 0,0 0 0 0 0,1 0 0 0 0,0 1 0 0 0,0-1 0 0 0,0 1 0 0 0,1-1 0 0 0,0 1 0 0 0,0-1 0 0 0,1 1 0 0 0,0-1 0 0 0,0 0 0 0 0,2 8-1 0 0,1 0-101 0 0,1-1-1 0 0,0 1 1 0 0,1-1-1 0 0,0 0 1 0 0,1 0-1 0 0,1 0 1 0 0,0-1-1 0 0,0-1 1 0 0,1 1-1 0 0,1-1 1 0 0,0-1-1 0 0,1 0 1 0 0,-1 0-1 0 0,2-1 0 0 0,-1 0 1 0 0,2-1-1 0 0,12 7 1 0 0,-11-7 69 0 0,0-1 1 0 0,1 0 0 0 0,-1-1-1 0 0,1-1 1 0 0,0 0-1 0 0,1-1 1 0 0,-1 0 0 0 0,1-2-1 0 0,0 0 1 0 0,-1 0-1 0 0,1-2 1 0 0,0 0 0 0 0,0 0-1 0 0,0-2 1 0 0,22-4-1 0 0,-28 2-167 0 0,0 0 0 0 0,0 0 0 0 0,-1-1 0 0 0,1 0 1 0 0,-1-1-1 0 0,0 0 0 0 0,0-1 0 0 0,-1 1 0 0 0,0-2 0 0 0,0 1 0 0 0,-1-1 0 0 0,0 0 0 0 0,0-1 0 0 0,-1 0 0 0 0,0 0 0 0 0,-1 0 0 0 0,0 0 0 0 0,0-1 0 0 0,-1 0 0 0 0,6-18 0 0 0,-6 16-26 0 0,-1-1-1 0 0,0 0 0 0 0,0 0 1 0 0,-2 0-1 0 0,1 0 1 0 0,-2 0-1 0 0,1 0 1 0 0,-2 0-1 0 0,0 0 1 0 0,0 0-1 0 0,-1 0 1 0 0,-1 0-1 0 0,0 1 0 0 0,-1-1 1 0 0,0 1-1 0 0,-11-21 1 0 0,12 28-80 0 0,0 0 1 0 0,-1 0-1 0 0,1 1 1 0 0,-1-1-1 0 0,0 1 0 0 0,0 0 1 0 0,0 0-1 0 0,0 0 1 0 0,-1 1-1 0 0,0-1 1 0 0,0 1-1 0 0,0 1 0 0 0,0-1 1 0 0,0 0-1 0 0,0 1 1 0 0,-6-1-1 0 0,2 1-71 0 0,0 0 0 0 0,0 1 0 0 0,0 0 0 0 0,-1 1 0 0 0,1 0 0 0 0,0 0 0 0 0,0 1 0 0 0,0 0 0 0 0,-12 3 0 0 0,-6 4-167 0 0,-1 1 0 0 0,1 2-1 0 0,1 1 1 0 0,0 0 0 0 0,-33 23 0 0 0,17-9 716 0 0,1 2 1 0 0,1 1-1 0 0,-52 51 0 0 0,80-67 47 0 0,0-1 0 0 0,1 2-1 0 0,1 0 1 0 0,0 0-1 0 0,1 0 1 0 0,0 1 0 0 0,1 1-1 0 0,1-1 1 0 0,0 1 0 0 0,1 1-1 0 0,1-1 1 0 0,1 1-1 0 0,-4 26 1 0 0,7-31-178 0 0,0 1 0 0 0,1 0 0 0 0,0 0 0 0 0,1 0-1 0 0,0 0 1 0 0,1-1 0 0 0,1 1 0 0 0,0 0 0 0 0,1-1 0 0 0,0 0 0 0 0,12 23 0 0 0,-13-29-145 0 0,0-1 1 0 0,1 0-1 0 0,-1 0 1 0 0,1-1-1 0 0,0 1 0 0 0,0-1 1 0 0,1 0-1 0 0,0 0 1 0 0,-1 0-1 0 0,1 0 1 0 0,0-1-1 0 0,1 0 1 0 0,-1 0-1 0 0,1 0 0 0 0,-1-1 1 0 0,1 0-1 0 0,0 0 1 0 0,0 0-1 0 0,0-1 1 0 0,0 0-1 0 0,0 0 1 0 0,0-1-1 0 0,0 1 1 0 0,0-1-1 0 0,0 0 0 0 0,0-1 1 0 0,8-1-1 0 0,-6 1-15 0 0,0-1-1 0 0,0 0 1 0 0,0 0-1 0 0,-1-1 1 0 0,1 1-1 0 0,-1-2 0 0 0,0 1 1 0 0,0-1-1 0 0,0 0 1 0 0,0-1-1 0 0,-1 1 1 0 0,0-1-1 0 0,0-1 0 0 0,0 1 1 0 0,6-8-1 0 0,-6 5-105 0 0,1-2-1 0 0,-1 1 1 0 0,-1-1-1 0 0,0 0 1 0 0,0 0-1 0 0,-1-1 1 0 0,0 1-1 0 0,-1-1 1 0 0,4-22-1 0 0,-4 15-19 0 0,-2 0 0 0 0,0-1-1 0 0,-1 1 1 0 0,0 0 0 0 0,-2-1-1 0 0,0 1 1 0 0,-1 0 0 0 0,-1 0-1 0 0,-1 0 1 0 0,0 0 0 0 0,-1 1-1 0 0,-17-33 1 0 0,21 46 43 0 0,0 0-1 0 0,-1 0 1 0 0,1 1-1 0 0,-1-1 1 0 0,0 1-1 0 0,0-1 1 0 0,0 1 0 0 0,0 0-1 0 0,-1 0 1 0 0,1 1-1 0 0,-1-1 1 0 0,0 1 0 0 0,0-1-1 0 0,0 1 1 0 0,0 0-1 0 0,0 1 1 0 0,0-1-1 0 0,0 1 1 0 0,-1 0 0 0 0,1 0-1 0 0,0 0 1 0 0,-1 0-1 0 0,1 1 1 0 0,-1 0-1 0 0,1 0 1 0 0,-1 0 0 0 0,1 0-1 0 0,-1 1 1 0 0,1 0-1 0 0,0 0 1 0 0,-1 0-1 0 0,1 0 1 0 0,0 1 0 0 0,-6 2-1 0 0,1 1 23 0 0,0-1 0 0 0,1 1 0 0 0,-1 1 0 0 0,1-1 0 0 0,0 2 0 0 0,0-1 0 0 0,1 1 0 0 0,0 0 0 0 0,0 1 0 0 0,1-1 0 0 0,0 1 0 0 0,0 0 0 0 0,1 1 0 0 0,-7 13 0 0 0,4 0 269 0 0,1 0 1 0 0,1 1-1 0 0,1-1 1 0 0,1 1-1 0 0,1 0 1 0 0,1 1-1 0 0,0-1 1 0 0,2 0-1 0 0,5 39 1 0 0,0-31-19 0 0,0 0 0 0 0,2-1 0 0 0,1 0 0 0 0,2 0 0 0 0,0-1 0 0 0,27 49 0 0 0,-25-58-181 0 0,0 1-1 0 0,2-2 0 0 0,1 0 1 0 0,0-1-1 0 0,1 0 1 0 0,1-2-1 0 0,1 0 0 0 0,0 0 1 0 0,1-2-1 0 0,1 0 1 0 0,26 13-1 0 0,-34-21 1 0 0,0 0 0 0 0,0 0 0 0 0,1-1-1 0 0,0-1 1 0 0,0 0 0 0 0,0-1 0 0 0,1-1 0 0 0,-1 0 0 0 0,1-1 0 0 0,-1 0 0 0 0,1-1-1 0 0,-1 0 1 0 0,1-1 0 0 0,-1-1 0 0 0,1 0 0 0 0,-1-1 0 0 0,0 0 0 0 0,0-1-1 0 0,0 0 1 0 0,23-12 0 0 0,-16 4-53 0 0,0-1-1 0 0,-1-1 0 0 0,0 0 1 0 0,-1-1-1 0 0,-1-1 0 0 0,0-1 1 0 0,-1 0-1 0 0,-1-1 0 0 0,-1-1 1 0 0,0 0-1 0 0,-2-1 0 0 0,13-27 1 0 0,-18 34-136 0 0,-2-1 1 0 0,1 0 0 0 0,-2 0 0 0 0,0 0 0 0 0,0 0 0 0 0,-2 0-1 0 0,0-1 1 0 0,0 1 0 0 0,-1-1 0 0 0,-1 0 0 0 0,-1 1-1 0 0,0-1 1 0 0,-1 1 0 0 0,0-1 0 0 0,-1 1 0 0 0,-1 0 0 0 0,0 0-1 0 0,-1 0 1 0 0,0 0 0 0 0,-13-22 0 0 0,13 29-36 0 0,1 0 0 0 0,-1 0-1 0 0,0 0 1 0 0,-1 1 0 0 0,0 0 0 0 0,0 0 0 0 0,0 0 0 0 0,-1 1 0 0 0,1 0-1 0 0,-1 0 1 0 0,-1 1 0 0 0,1 0 0 0 0,-15-6 0 0 0,10 6-102 0 0,-1 1 0 0 0,1 0 0 0 0,0 1 0 0 0,-1 0 0 0 0,1 1 0 0 0,-1 1 1 0 0,0 0-1 0 0,-18 2 0 0 0,0 3-272 0 0,1 1 0 0 0,0 2 0 0 0,0 1 0 0 0,1 1 1 0 0,0 2-1 0 0,-49 26 0 0 0,25-6 787 0 0,1 2 0 0 0,1 2 1 0 0,-90 84-1 0 0,111-90 346 0 0,1 1 0 0 0,2 2 0 0 0,1 0 0 0 0,1 2 0 0 0,2 1 0 0 0,-32 67 0 0 0,49-88-410 0 0,0 1 0 0 0,0 0-1 0 0,2 0 1 0 0,0 0 0 0 0,1 0 0 0 0,0 1 0 0 0,2 0 0 0 0,0-1-1 0 0,1 25 1 0 0,2-28-65 0 0,0 0 0 0 0,1 0 0 0 0,0 0 0 0 0,1 0 0 0 0,0 0 0 0 0,1 0-1 0 0,0-1 1 0 0,1 0 0 0 0,1 0 0 0 0,0-1 0 0 0,0 0 0 0 0,11 12 0 0 0,-5-8-77 0 0,2 0 0 0 0,0 0 0 0 0,0-1 0 0 0,1-1 1 0 0,1-1-1 0 0,0-1 0 0 0,1 0 0 0 0,0-1 0 0 0,0 0 0 0 0,1-2 1 0 0,0 0-1 0 0,1-2 0 0 0,0 0 0 0 0,0-1 0 0 0,32 4 0 0 0,-24-7 199 0 0,-1 0-1 0 0,1-2 1 0 0,-1-1-1 0 0,1-2 0 0 0,-1 0 1 0 0,0-2-1 0 0,0-1 1 0 0,0-1-1 0 0,-1-1 0 0 0,0-2 1 0 0,30-14-1 0 0,-19 5 158 0 0,-1-1 0 0 0,-1-2-1 0 0,53-43 1 0 0,-68 48-321 0 0,-1-1 1 0 0,-1-1-1 0 0,-1 0 1 0 0,0-1-1 0 0,-2-1 1 0 0,25-44-1 0 0,-23 32 142 0 0,-2 0-1 0 0,-1-2 0 0 0,18-64 1 0 0,-29 85-167 0 0,0 0 1 0 0,-1 0 0 0 0,0 0 0 0 0,-1 0 0 0 0,0-1 0 0 0,-2 1 0 0 0,1 0 0 0 0,-2 0-1 0 0,0 0 1 0 0,0 0 0 0 0,-2 0 0 0 0,1 0 0 0 0,-7-14 0 0 0,7 23-87 0 0,0 0 0 0 0,0-1-1 0 0,0 1 1 0 0,-1 0 0 0 0,0 0 0 0 0,0 1 0 0 0,0-1 0 0 0,0 1 0 0 0,-1 0-1 0 0,0 0 1 0 0,0 1 0 0 0,0-1 0 0 0,-8-4 0 0 0,3 4-52 0 0,0 0 0 0 0,0 1 0 0 0,0 0 0 0 0,0 0 0 0 0,-1 1 0 0 0,1 0 0 0 0,-14 0 0 0 0,-6 2-160 0 0,0 1 1 0 0,0 1-1 0 0,0 2 0 0 0,-46 11 0 0 0,27-2-192 0 0,1 3-1 0 0,0 1 1 0 0,-49 27 0 0 0,-128 84-1992 0 0,203-113 2263 0 0,0 0-1 0 0,2 1 0 0 0,0 1 0 0 0,0 0 0 0 0,2 2 1 0 0,1 0-1 0 0,-17 23 0 0 0,25-29 277 0 0,1 1-1 0 0,0-1 1 0 0,1 1-1 0 0,1 1 1 0 0,0-1-1 0 0,1 1 1 0 0,0 0-1 0 0,1 1 1 0 0,1-1-1 0 0,1 1 1 0 0,0-1-1 0 0,0 32 1 0 0,4-27-159 0 0,-1-1 1 0 0,2 0-1 0 0,1 0 0 0 0,0 0 1 0 0,1 0-1 0 0,1-1 0 0 0,1 0 1 0 0,1 0-1 0 0,0-1 0 0 0,12 19 1 0 0,-13-25 103 0 0,1 0 1 0 0,0-1 0 0 0,0 0-1 0 0,1-1 1 0 0,0 0-1 0 0,1 0 1 0 0,0-1-1 0 0,0 0 1 0 0,1-1 0 0 0,0 0-1 0 0,0 0 1 0 0,0-1-1 0 0,1-1 1 0 0,0 0 0 0 0,25 6-1 0 0,-11-6 392 0 0,0-2-1 0 0,0-1 0 0 0,0-1 1 0 0,0-1-1 0 0,0-1 1 0 0,1-1-1 0 0,-1-1 1 0 0,-1-2-1 0 0,1-1 0 0 0,-1-1 1 0 0,40-16-1 0 0,-35 11-34 0 0,-1-2-1 0 0,0-1 1 0 0,-1-1 0 0 0,-1-2-1 0 0,0-1 1 0 0,-1 0 0 0 0,-1-2-1 0 0,-1-1 1 0 0,21-26-1 0 0,-28 26-302 0 0,-1-1 0 0 0,-1-1 0 0 0,0 0 1 0 0,-2-1-1 0 0,-1-1 0 0 0,-1 0 0 0 0,-2 0 0 0 0,8-31 0 0 0,-7 14 3 0 0,-1-1 0 0 0,-3 1 0 0 0,-2-1 0 0 0,-1-65 1 0 0,-3 91-112 0 0,-2 0 1 0 0,0 1-1 0 0,0-1 1 0 0,-2 0-1 0 0,0 1 1 0 0,-1-1-1 0 0,-12-26 1 0 0,12 34-64 0 0,-1 0-1 0 0,0 0 1 0 0,0 1-1 0 0,-1 0 1 0 0,0 0 0 0 0,-1 0-1 0 0,0 1 1 0 0,0 0 0 0 0,-1 1-1 0 0,1 0 1 0 0,-2 0-1 0 0,1 1 1 0 0,-12-6 0 0 0,1 3-42 0 0,0 1 1 0 0,0 1-1 0 0,0 1 1 0 0,-1 1-1 0 0,0 0 1 0 0,0 2-1 0 0,0 0 1 0 0,-38 1-1 0 0,25 3 77 0 0,0 1 0 0 0,1 2 0 0 0,-1 1 0 0 0,-58 17 0 0 0,68-14 48 0 0,0 1-1 0 0,0 1 1 0 0,1 1-1 0 0,1 1 1 0 0,0 1-1 0 0,0 1 1 0 0,-29 25-1 0 0,42-30-81 0 0,0 0 0 0 0,1 0 0 0 0,0 0 0 0 0,0 1 0 0 0,1 0 0 0 0,0 1 0 0 0,-8 17 0 0 0,11-20-109 0 0,1 0 0 0 0,1 0 0 0 0,-1 0 0 0 0,1 0 0 0 0,1 1 0 0 0,0-1 0 0 0,0 1 0 0 0,0-1 0 0 0,1 1 0 0 0,1-1 0 0 0,-1 1-1 0 0,3 9 1 0 0</inkml:trace>
</inkml:ink>
</file>

<file path=ppt/ink/ink3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8:45.705"/>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267 352 12443 0 0,'-21'-11'2337'0'0,"13"6"-1943"0"0,-1 0-1 0 0,1 1 1 0 0,-1 0 0 0 0,0 1-1 0 0,-13-3 1 0 0,19 5-408 0 0,0 1 0 0 0,0 0 0 0 0,0 0 0 0 0,-1 0 0 0 0,1 0 0 0 0,0 0 0 0 0,0 1 1 0 0,0-1-1 0 0,0 1 0 0 0,0 0 0 0 0,0 0 0 0 0,1 0 0 0 0,-1 0 0 0 0,0 1 0 0 0,0-1 0 0 0,1 1 0 0 0,-1-1 0 0 0,1 1 0 0 0,-1 0 0 0 0,1 0 1 0 0,-3 3-1 0 0,-9 11 34 0 0,1 1 0 0 0,1 1 1 0 0,1 0-1 0 0,0 0 0 0 0,1 1 1 0 0,2 0-1 0 0,-1 0 1 0 0,2 1-1 0 0,1 1 0 0 0,-5 25 1 0 0,10-44 16 0 0,0 1 0 0 0,1-1 1 0 0,-1 1-1 0 0,1 0 1 0 0,0-1-1 0 0,0 1 1 0 0,0 0-1 0 0,0-1 0 0 0,0 1 1 0 0,1-1-1 0 0,-1 1 1 0 0,1 0-1 0 0,0-1 0 0 0,-1 1 1 0 0,1-1-1 0 0,0 1 1 0 0,0-1-1 0 0,1 0 1 0 0,-1 0-1 0 0,1 1 0 0 0,-1-1 1 0 0,3 2-1 0 0,-2-2-3 0 0,0-1-1 0 0,0 0 1 0 0,0 0-1 0 0,0 0 0 0 0,0 0 1 0 0,1 0-1 0 0,-1-1 1 0 0,0 1-1 0 0,0-1 1 0 0,1 1-1 0 0,-1-1 0 0 0,1 0 1 0 0,-1 0-1 0 0,0 0 1 0 0,1 0-1 0 0,-1 0 1 0 0,0-1-1 0 0,1 1 0 0 0,-1-1 1 0 0,0 1-1 0 0,1-1 1 0 0,-1 0-1 0 0,0 0 1 0 0,4-2-1 0 0,7-4-122 0 0,-1-1-1 0 0,1 0 1 0 0,-1 0 0 0 0,-1-1 0 0 0,0-1-1 0 0,0 0 1 0 0,-1 0 0 0 0,15-20 0 0 0,-3 0-353 0 0,-1-1 0 0 0,20-39 1 0 0,-24 37 252 0 0,-2 0 1 0 0,0-1 0 0 0,-3-1 0 0 0,0 0 0 0 0,-3-1-1 0 0,-1 0 1 0 0,4-42 0 0 0,-11 74 257 0 0,-1 0 0 0 0,0 0 0 0 0,0 1 0 0 0,-1-1-1 0 0,1 0 1 0 0,-1 0 0 0 0,0 1 0 0 0,0-1 0 0 0,0 0 0 0 0,0 1 0 0 0,-1-1 0 0 0,1 1 0 0 0,-1-1 0 0 0,0 1 0 0 0,-3-5 0 0 0,3 7-24 0 0,1-1 1 0 0,-1 1 0 0 0,1 0 0 0 0,-1 0 0 0 0,1 0 0 0 0,-1 0 0 0 0,0 0 0 0 0,1 0 0 0 0,-1 1 0 0 0,0-1 0 0 0,0 1 0 0 0,1-1-1 0 0,-1 1 1 0 0,0-1 0 0 0,0 1 0 0 0,0 0 0 0 0,0 0 0 0 0,0 0 0 0 0,0 0 0 0 0,0 0 0 0 0,1 1 0 0 0,-1-1 0 0 0,0 0 0 0 0,0 1-1 0 0,0-1 1 0 0,0 1 0 0 0,1 0 0 0 0,-1 0 0 0 0,0 0 0 0 0,1-1 0 0 0,-1 2 0 0 0,-2 1 0 0 0,-9 6 70 0 0,0 1 1 0 0,1 0-1 0 0,1 1 1 0 0,0 0 0 0 0,0 1-1 0 0,1 0 1 0 0,-13 20-1 0 0,5-3-170 0 0,1 1 0 0 0,-18 43-1 0 0,25-48-11 0 0,1 0-1 0 0,2 1 1 0 0,0-1-1 0 0,2 1 1 0 0,-4 48-1 0 0,8-58-23 0 0,0-1 0 0 0,2 1 0 0 0,0-1 0 0 0,1 1 0 0 0,0-1 0 0 0,1 1 0 0 0,1-1 0 0 0,0 0 0 0 0,1-1 0 0 0,1 1 0 0 0,9 16 0 0 0,-13-27 28 0 0,0-1 0 0 0,0 0 0 0 0,0 1 0 0 0,0-1-1 0 0,1 0 1 0 0,-1 0 0 0 0,1 0 0 0 0,0-1 0 0 0,0 1 0 0 0,0-1-1 0 0,0 1 1 0 0,1-1 0 0 0,-1 0 0 0 0,0 0 0 0 0,1-1-1 0 0,0 1 1 0 0,-1-1 0 0 0,1 0 0 0 0,0 0 0 0 0,-1 0 0 0 0,7 1-1 0 0,-6-2 44 0 0,0-1-1 0 0,0 1 0 0 0,0-1 0 0 0,1 0 1 0 0,-1 0-1 0 0,0 0 0 0 0,0-1 0 0 0,0 1 1 0 0,-1-1-1 0 0,1 0 0 0 0,0 0 0 0 0,-1 0 1 0 0,1-1-1 0 0,-1 1 0 0 0,0-1 0 0 0,0 0 1 0 0,0 0-1 0 0,0 0 0 0 0,4-6 0 0 0,3-5 80 0 0,-1 0-1 0 0,0 0 1 0 0,-2-1-1 0 0,0-1 1 0 0,0 1-1 0 0,-1-1 1 0 0,-1 0-1 0 0,-1 0 1 0 0,3-17-1 0 0,1-24-4 0 0,2-72-1 0 0,-9 115-54 0 0,-1 0 0 0 0,0 0 0 0 0,-1 0 0 0 0,0-1 0 0 0,-1 1 0 0 0,-1 0 0 0 0,-5-18 0 0 0,8 31-14 0 0,0 1 0 0 0,-1-1 0 0 0,1 1 0 0 0,0-1 0 0 0,0 1 0 0 0,0-1 0 0 0,0 1 0 0 0,-1-1 0 0 0,1 1 0 0 0,0 0 0 0 0,0-1 0 0 0,-1 1 0 0 0,1-1 0 0 0,0 1 0 0 0,-1 0 0 0 0,1-1 0 0 0,0 1 0 0 0,-1 0 0 0 0,1-1 0 0 0,-1 1 0 0 0,1 0 0 0 0,0 0 0 0 0,-1-1 0 0 0,1 1 0 0 0,-1 0 0 0 0,1 0 0 0 0,-1 0 0 0 0,1 0 0 0 0,-1-1 0 0 0,1 1 0 0 0,-1 0 0 0 0,1 0 0 0 0,-1 0 0 0 0,1 0 0 0 0,-1 0 0 0 0,1 0 0 0 0,-1 0 0 0 0,1 1 0 0 0,-1-1 0 0 0,1 0 0 0 0,-1 0 0 0 0,1 0 0 0 0,-1 0 0 0 0,1 1 0 0 0,-1-1 0 0 0,1 0 0 0 0,0 0 0 0 0,-1 1 0 0 0,1-1 0 0 0,-1 0 0 0 0,1 1 0 0 0,0-1 0 0 0,-1 0 0 0 0,1 1 0 0 0,0-1 0 0 0,0 1 0 0 0,-1-1 0 0 0,1 1 0 0 0,-19 30-497 0 0,17-27 488 0 0,-82 179 299 0 0,73-154 29 0 0,1 0 0 0 0,2 1 0 0 0,0 0 0 0 0,-4 47 0 0 0,12-63-275 0 0,0-1 0 0 0,1 1 0 0 0,0 0 0 0 0,1-1 0 0 0,0 1 0 0 0,1-1 0 0 0,1 0 1 0 0,0 0-1 0 0,12 24 0 0 0,-7-19-291 0 0,1-1-1 0 0,0 0 1 0 0,1-1-1 0 0,1 0 1 0 0,1-1 0 0 0,18 17-1 0 0,-29-29 263 0 0,1 0-1 0 0,-1-1 1 0 0,1 1 0 0 0,0-1-1 0 0,0 0 1 0 0,0 0-1 0 0,0 0 1 0 0,1 0 0 0 0,-1-1-1 0 0,0 1 1 0 0,1-1-1 0 0,-1 0 1 0 0,1 0 0 0 0,0 0-1 0 0,-1 0 1 0 0,1-1-1 0 0,0 1 1 0 0,-1-1-1 0 0,1 0 1 0 0,0 0 0 0 0,0 0-1 0 0,-1-1 1 0 0,1 1-1 0 0,0-1 1 0 0,-1 0 0 0 0,1 0-1 0 0,-1 0 1 0 0,1-1-1 0 0,-1 1 1 0 0,0-1 0 0 0,1 0-1 0 0,-1 0 1 0 0,4-3-1 0 0,0-1 267 0 0,0 0-1 0 0,-1-1 0 0 0,0 1 0 0 0,0-1 0 0 0,0-1 0 0 0,-1 1 0 0 0,0-1 0 0 0,-1 0 0 0 0,1 0 0 0 0,-2 0 0 0 0,1-1 1 0 0,3-13-1 0 0,-1-5 7 0 0,-1 0 0 0 0,-1-1 1 0 0,-1 0-1 0 0,-2 1 1 0 0,-1-1-1 0 0,-4-36 0 0 0,-1 23-516 0 0,-2 1-1 0 0,-2 0 0 0 0,-23-64 0 0 0,30 98 166 0 0,-1-1-1 0 0,0 1 0 0 0,0 0 1 0 0,0 0-1 0 0,-1 0 0 0 0,0 1 0 0 0,0-1 1 0 0,-1 1-1 0 0,-7-7 0 0 0,11 11 65 0 0,-1-1-1 0 0,0 1 0 0 0,1 0 0 0 0,-1 0 0 0 0,0 0 1 0 0,1 0-1 0 0,-1 0 0 0 0,0 1 0 0 0,0-1 0 0 0,0 0 1 0 0,0 1-1 0 0,0-1 0 0 0,0 1 0 0 0,0 0 0 0 0,0 0 1 0 0,0 0-1 0 0,0 0 0 0 0,0 0 0 0 0,0 0 0 0 0,0 0 0 0 0,0 1 1 0 0,0-1-1 0 0,1 1 0 0 0,-1-1 0 0 0,0 1 0 0 0,0 0 1 0 0,0 0-1 0 0,0 0 0 0 0,1 0 0 0 0,-1 0 0 0 0,0 0 1 0 0,1 0-1 0 0,-1 0 0 0 0,1 1 0 0 0,0-1 0 0 0,-1 1 1 0 0,0 1-1 0 0,-10 13 175 0 0,1 1 0 0 0,0 0 0 0 0,2 1 0 0 0,0-1 1 0 0,1 2-1 0 0,1-1 0 0 0,-7 27 0 0 0,3-12-46 0 0,-38 124 749 0 0,43-132-1142 0 0,1 0 1 0 0,1 0-1 0 0,2 1 0 0 0,0 35 0 0 0</inkml:trace>
</inkml:ink>
</file>

<file path=ppt/ink/ink3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1.292"/>
    </inkml:context>
    <inkml:brush xml:id="br0">
      <inkml:brushProperty name="width" value="0.1" units="cm"/>
      <inkml:brushProperty name="height" value="0.1" units="cm"/>
      <inkml:brushProperty name="color" value="#FF0066"/>
    </inkml:brush>
  </inkml:definitions>
  <inkml:trace contextRef="#ctx0" brushRef="#br0">22 0 9674 0 0,'-2'1'217'0'0,"1"1"0"0"0,-1-1 1 0 0,0 0-1 0 0,1 1 0 0 0,-1-1 0 0 0,1 1 0 0 0,0 0 1 0 0,0 0-1 0 0,-1-1 0 0 0,1 1 0 0 0,0 0 0 0 0,0 0 1 0 0,1 0-1 0 0,-1 0 0 0 0,0 0 0 0 0,1 0 1 0 0,-1 0-1 0 0,1 0 0 0 0,0 1 0 0 0,-1-1 0 0 0,1 3 1 0 0,3 50 673 0 0,-1-45-498 0 0,7 50 542 0 0,4 0 1 0 0,22 67 0 0 0,17 76-3910 0 0,-51-191 1683 0 0,-1-4-185 0 0</inkml:trace>
</inkml:ink>
</file>

<file path=ppt/ink/ink3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1.547"/>
    </inkml:context>
    <inkml:brush xml:id="br0">
      <inkml:brushProperty name="width" value="0.1" units="cm"/>
      <inkml:brushProperty name="height" value="0.1" units="cm"/>
      <inkml:brushProperty name="color" value="#FF0066"/>
    </inkml:brush>
  </inkml:definitions>
  <inkml:trace contextRef="#ctx0" brushRef="#br0">0 61 5985 0 0,'0'-2'85'0'0,"0"1"0"0"0,1-1 0 0 0,-1 1 0 0 0,0-1 1 0 0,1 1-1 0 0,-1-1 0 0 0,1 1 0 0 0,-1-1 0 0 0,1 1 0 0 0,0-1 0 0 0,0 1 0 0 0,-1 0 0 0 0,1-1 0 0 0,0 1 0 0 0,0 0 0 0 0,0 0 0 0 0,0 0 0 0 0,1 0 0 0 0,1-2 0 0 0,1 1 158 0 0,0-1 0 0 0,0 0 0 0 0,1 1 1 0 0,-1 0-1 0 0,1 0 0 0 0,6-1 0 0 0,5-1 878 0 0,1 0 0 0 0,30-1 0 0 0,-40 4-844 0 0,0 1 0 0 0,0 0 0 0 0,0 0 0 0 0,0 0 0 0 0,1 1 0 0 0,12 4 0 0 0,-18-5-232 0 0,-1 1-1 0 0,1-1 1 0 0,0 1-1 0 0,-1 0 0 0 0,1 0 1 0 0,0 0-1 0 0,-1 0 0 0 0,1 0 1 0 0,-1 0-1 0 0,0 0 0 0 0,1 0 1 0 0,-1 1-1 0 0,0-1 1 0 0,0 0-1 0 0,1 1 0 0 0,-1-1 1 0 0,0 1-1 0 0,-1 0 0 0 0,1-1 1 0 0,0 1-1 0 0,0 0 0 0 0,-1-1 1 0 0,1 1-1 0 0,-1 0 1 0 0,1 0-1 0 0,-1-1 0 0 0,0 1 1 0 0,0 0-1 0 0,0 0 0 0 0,0 0 1 0 0,0 3-1 0 0,-2 5 109 0 0,0 1 1 0 0,-1-1-1 0 0,0 0 1 0 0,-1-1-1 0 0,0 1 0 0 0,-1-1 1 0 0,0 1-1 0 0,0-1 0 0 0,-1-1 1 0 0,-11 15-1 0 0,-1-2 76 0 0,-1 0 0 0 0,-39 32 0 0 0,35-38-3612 0 0</inkml:trace>
</inkml:ink>
</file>

<file path=ppt/ink/ink3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2.100"/>
    </inkml:context>
    <inkml:brush xml:id="br0">
      <inkml:brushProperty name="width" value="0.1" units="cm"/>
      <inkml:brushProperty name="height" value="0.1" units="cm"/>
      <inkml:brushProperty name="color" value="#FF0066"/>
    </inkml:brush>
  </inkml:definitions>
  <inkml:trace contextRef="#ctx0" brushRef="#br0">18 118 10138 0 0,'-4'-10'748'0'0,"0"-1"0"0"0,1 0 0 0 0,-2-14-1 0 0,4 21-343 0 0,1 0-1 0 0,-1-1 0 0 0,1 1 0 0 0,0-1 0 0 0,1 1 0 0 0,-1 0 0 0 0,1-1 0 0 0,-1 1 0 0 0,1 0 0 0 0,0-1 0 0 0,3-4 1 0 0,-4 8-381 0 0,0 1 1 0 0,0 0 0 0 0,0 0 0 0 0,0 0 0 0 0,0 0 0 0 0,0 0 0 0 0,0 0 0 0 0,0-1 0 0 0,0 1 0 0 0,1 0 0 0 0,-1 0 0 0 0,0 0 0 0 0,0 0 0 0 0,0 0 0 0 0,0 0 0 0 0,0 0 0 0 0,0-1 0 0 0,0 1 0 0 0,1 0 0 0 0,-1 0 0 0 0,0 0 0 0 0,0 0 0 0 0,0 0 0 0 0,0 0 0 0 0,0 0 0 0 0,1 0 0 0 0,-1 0 0 0 0,0 0 0 0 0,0 0 0 0 0,0 0 0 0 0,0 0 0 0 0,0 0 0 0 0,1 0 0 0 0,-1 0 0 0 0,0 0 0 0 0,0 0 0 0 0,0 0 0 0 0,0 0 0 0 0,0 0 0 0 0,1 0 0 0 0,-1 0 0 0 0,0 0 0 0 0,0 0 0 0 0,0 1 0 0 0,0-1 0 0 0,0 0 0 0 0,1 0 0 0 0,5 9 526 0 0,4 13-71 0 0,-1 19 55 0 0,-2-1-1 0 0,2 53 1 0 0,-7-59-519 0 0,2 1 0 0 0,1-1 0 0 0,1-1 0 0 0,13 37 0 0 0,-19-68-59 0 0,1 0 0 0 0,-1 0 0 0 0,1 0 0 0 0,0 0 0 0 0,-1 0 0 0 0,1-1-1 0 0,0 1 1 0 0,0 0 0 0 0,1 0 0 0 0,-1-1 0 0 0,0 1 0 0 0,0 0 0 0 0,1-1-1 0 0,-1 0 1 0 0,1 1 0 0 0,-1-1 0 0 0,1 0 0 0 0,0 0 0 0 0,0 1 0 0 0,-1-1 0 0 0,3 0-1 0 0,-2-1-17 0 0,-1 0 0 0 0,1 0 0 0 0,-1 0 0 0 0,1 0 0 0 0,-1-1 0 0 0,1 1 0 0 0,-1-1 0 0 0,1 1 0 0 0,-1-1 0 0 0,1 1 0 0 0,-1-1 0 0 0,0 0 0 0 0,1 0 0 0 0,-1 0 0 0 0,0 0 0 0 0,0 0 0 0 0,1 0 0 0 0,-1 0 0 0 0,0 0 0 0 0,1-2 0 0 0,6-8-146 0 0,-1 1 1 0 0,0-1-1 0 0,-1 0 0 0 0,0 0 1 0 0,5-14-1 0 0,-4 5 159 0 0,-5 12 171 0 0,1 0 0 0 0,0 0 0 0 0,0 0 0 0 0,0 0 0 0 0,1 0 0 0 0,1 1 0 0 0,-1 0 0 0 0,1 0 0 0 0,1 0 0 0 0,9-10 1 0 0,-14 16-68 0 0,0 0 0 0 0,0 1 0 0 0,0-1 1 0 0,0 1-1 0 0,0-1 0 0 0,0 1 1 0 0,0-1-1 0 0,0 1 0 0 0,0-1 1 0 0,1 1-1 0 0,-1 0 0 0 0,0 0 0 0 0,0 0 1 0 0,0 0-1 0 0,1 0 0 0 0,-1 0 1 0 0,0 0-1 0 0,0 0 0 0 0,0 0 1 0 0,1 0-1 0 0,-1 1 0 0 0,0-1 1 0 0,0 0-1 0 0,0 1 0 0 0,0-1 0 0 0,2 2 1 0 0,-1 0 4 0 0,1 0-1 0 0,-1 0 1 0 0,0 0 0 0 0,0 0 0 0 0,0 1 0 0 0,0-1 0 0 0,0 1 0 0 0,-1-1-1 0 0,1 1 1 0 0,1 4 0 0 0,2 5-1 0 0,0 1 1 0 0,-1 0-1 0 0,4 22 0 0 0,-7-25-479 0 0,0-1-1 0 0,1 1 1 0 0,1-1 0 0 0,-1 1-1 0 0,2-1 1 0 0,-1 0-1 0 0,1 0 1 0 0,1 0 0 0 0,-1-1-1 0 0,1 1 1 0 0,1-1 0 0 0,0-1-1 0 0,12 14 1 0 0,-5-9-1294 0 0</inkml:trace>
</inkml:ink>
</file>

<file path=ppt/ink/ink3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2.390"/>
    </inkml:context>
    <inkml:brush xml:id="br0">
      <inkml:brushProperty name="width" value="0.1" units="cm"/>
      <inkml:brushProperty name="height" value="0.1" units="cm"/>
      <inkml:brushProperty name="color" value="#FF0066"/>
    </inkml:brush>
  </inkml:definitions>
  <inkml:trace contextRef="#ctx0" brushRef="#br0">1 156 3889 0 0,'8'-32'104'0'0,"-1"-1"1720"0"0,5 4 4286 0 0,-11 29-5821 0 0,0 1 0 0 0,0 0 0 0 0,0 0 0 0 0,0 0 0 0 0,0 0 0 0 0,-1 0 1 0 0,1 0-1 0 0,0 0 0 0 0,-1 0 0 0 0,1 0 0 0 0,0 0 0 0 0,-1 0 0 0 0,0 0 1 0 0,1 0-1 0 0,-1 0 0 0 0,0 1 0 0 0,1 0 0 0 0,10 28 949 0 0,-9-23-1044 0 0,1 0 0 0 0,0 0 0 0 0,1 0-1 0 0,-1-1 1 0 0,1 1 0 0 0,0-1 0 0 0,1 0-1 0 0,0 0 1 0 0,0-1 0 0 0,0 1 0 0 0,1-1 0 0 0,-1 0-1 0 0,1-1 1 0 0,12 8 0 0 0,-15-10-182 0 0,2 0 0 0 0,-1 0 0 0 0,0-1 1 0 0,0 1-1 0 0,0-1 0 0 0,1 0 0 0 0,-1 0 0 0 0,0-1 0 0 0,1 1 1 0 0,-1-1-1 0 0,1 0 0 0 0,-1 0 0 0 0,1 0 0 0 0,-1-1 1 0 0,1 1-1 0 0,-1-1 0 0 0,0 0 0 0 0,1-1 0 0 0,-1 1 0 0 0,0-1 1 0 0,0 0-1 0 0,0 0 0 0 0,0 0 0 0 0,0 0 0 0 0,-1-1 0 0 0,6-3 1 0 0,-7 4-23 0 0,1 0 0 0 0,-1 0 0 0 0,0 0 0 0 0,0-1 1 0 0,1 1-1 0 0,-2 0 0 0 0,1-1 0 0 0,0 0 0 0 0,0 1 0 0 0,-1-1 1 0 0,0 0-1 0 0,1 0 0 0 0,-1 0 0 0 0,0 0 0 0 0,0 0 1 0 0,-1 0-1 0 0,1 0 0 0 0,-1 0 0 0 0,1 0 0 0 0,-1-5 1 0 0,-1 3 14 0 0,1 0 1 0 0,-2 0 0 0 0,1 0 0 0 0,0 0-1 0 0,-1 0 1 0 0,0 1 0 0 0,0-1 0 0 0,0 1-1 0 0,0-1 1 0 0,-1 1 0 0 0,0 0 0 0 0,-4-5-1 0 0,3 3-45 0 0,-1 1-1 0 0,-1-1 0 0 0,1 1 1 0 0,-1 0-1 0 0,0 0 0 0 0,0 0 0 0 0,0 1 1 0 0,-1 0-1 0 0,0 0 0 0 0,1 1 1 0 0,-1 0-1 0 0,0 0 0 0 0,-1 0 0 0 0,1 1 1 0 0,0 0-1 0 0,-1 1 0 0 0,-10-1 0 0 0,13 2-316 0 0,-1 1 0 0 0,0 0 0 0 0,1 0-1 0 0,-1 0 1 0 0,1 1 0 0 0,-1 0-1 0 0,1 0 1 0 0,0 0 0 0 0,-6 5 0 0 0</inkml:trace>
</inkml:ink>
</file>

<file path=ppt/ink/ink3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2.605"/>
    </inkml:context>
    <inkml:brush xml:id="br0">
      <inkml:brushProperty name="width" value="0.1" units="cm"/>
      <inkml:brushProperty name="height" value="0.1" units="cm"/>
      <inkml:brushProperty name="color" value="#FF0066"/>
    </inkml:brush>
  </inkml:definitions>
  <inkml:trace contextRef="#ctx0" brushRef="#br0">23 4 12899 0 0,'-1'-1'127'0'0,"1"1"0"0"0,-1-1 0 0 0,0 1 0 0 0,1 0 1 0 0,-1 0-1 0 0,0-1 0 0 0,1 1 0 0 0,-1 0 0 0 0,0 0 0 0 0,1 0 1 0 0,-1 0-1 0 0,0-1 0 0 0,1 1 0 0 0,-1 0 0 0 0,0 0 1 0 0,1 0-1 0 0,-1 1 0 0 0,0-1 0 0 0,1 0 0 0 0,-1 0 0 0 0,0 0 1 0 0,1 0-1 0 0,-1 1 0 0 0,0-1 0 0 0,1 0 0 0 0,-1 1 0 0 0,1-1 1 0 0,-1 0-1 0 0,0 1 0 0 0,1-1 0 0 0,-1 1 0 0 0,1-1 0 0 0,-1 1 1 0 0,1-1-1 0 0,-1 1 0 0 0,7 25 4243 0 0,-4-18-4736 0 0,19 64 1051 0 0,15 107 1 0 0,-10-43-1024 0 0,-18-107-864 0 0,0-1-3971 0 0,1-3-1764 0 0</inkml:trace>
</inkml:ink>
</file>

<file path=ppt/ink/ink3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2.810"/>
    </inkml:context>
    <inkml:brush xml:id="br0">
      <inkml:brushProperty name="width" value="0.1" units="cm"/>
      <inkml:brushProperty name="height" value="0.1" units="cm"/>
      <inkml:brushProperty name="color" value="#FF0066"/>
    </inkml:brush>
  </inkml:definitions>
  <inkml:trace contextRef="#ctx0" brushRef="#br0">2 146 12899 0 0,'-1'-2'145'0'0,"1"0"0"0"0,0 0 0 0 0,0-1 0 0 0,0 1 0 0 0,0 0 1 0 0,0 0-1 0 0,0 0 0 0 0,1-1 0 0 0,-1 1 0 0 0,1 0 0 0 0,-1 0 0 0 0,1 0 1 0 0,0 0-1 0 0,0 0 0 0 0,0 0 0 0 0,0 0 0 0 0,0 0 0 0 0,1 0 0 0 0,-1 1 1 0 0,0-1-1 0 0,1 0 0 0 0,-1 1 0 0 0,1-1 0 0 0,2-1 0 0 0,47-37 1913 0 0,-45 35-1922 0 0,5-3 136 0 0,1 1 0 0 0,0 0 0 0 0,0 1 0 0 0,15-6 0 0 0,-21 10-607 0 0,0 0 0 0 0,0 0-1 0 0,0 1 1 0 0,0 0 0 0 0,0 0 0 0 0,1 1-1 0 0,-1-1 1 0 0,0 1 0 0 0,1 1 0 0 0,-1-1-1 0 0,8 3 1 0 0,2 1-5593 0 0</inkml:trace>
</inkml:ink>
</file>

<file path=ppt/ink/ink3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3.158"/>
    </inkml:context>
    <inkml:brush xml:id="br0">
      <inkml:brushProperty name="width" value="0.1" units="cm"/>
      <inkml:brushProperty name="height" value="0.1" units="cm"/>
      <inkml:brushProperty name="color" value="#FF0066"/>
    </inkml:brush>
  </inkml:definitions>
  <inkml:trace contextRef="#ctx0" brushRef="#br0">92 85 6913 0 0,'-4'-1'330'0'0,"1"1"-1"0"0,-1-1 1 0 0,0 1-1 0 0,1 0 0 0 0,-1 0 1 0 0,0 0-1 0 0,1 0 0 0 0,-1 1 1 0 0,0-1-1 0 0,1 1 1 0 0,-1 0-1 0 0,1 0 0 0 0,-1 0 1 0 0,1 1-1 0 0,0-1 0 0 0,-1 1 1 0 0,1 0-1 0 0,0 0 1 0 0,0 0-1 0 0,-3 3 0 0 0,4-3-191 0 0,0 1 0 0 0,1-1 0 0 0,-1 1-1 0 0,1-1 1 0 0,-1 1 0 0 0,1 0 0 0 0,0-1 0 0 0,0 1-1 0 0,1 0 1 0 0,-1 0 0 0 0,0 0 0 0 0,1 0 0 0 0,0 0-1 0 0,-1 0 1 0 0,1-1 0 0 0,0 1 0 0 0,1 0 0 0 0,-1 0-1 0 0,0 0 1 0 0,1 0 0 0 0,0 0 0 0 0,0 0 0 0 0,0-1-1 0 0,0 1 1 0 0,2 5 0 0 0,1-2 25 0 0,-1 0 0 0 0,1 0 0 0 0,1 0 0 0 0,-1 0 0 0 0,1-1 0 0 0,0 0 0 0 0,0 0-1 0 0,0 0 1 0 0,1-1 0 0 0,-1 1 0 0 0,1-1 0 0 0,0 0 0 0 0,1-1 0 0 0,-1 0 0 0 0,0 0 0 0 0,1 0 0 0 0,12 3 0 0 0,-12-4-119 0 0,-1-1 0 0 0,0 0 0 0 0,0 1 1 0 0,1-2-1 0 0,-1 1 0 0 0,0-1 1 0 0,1 0-1 0 0,-1 0 0 0 0,1-1 0 0 0,-1 0 1 0 0,0 0-1 0 0,0 0 0 0 0,0-1 0 0 0,1 0 1 0 0,-1 0-1 0 0,-1-1 0 0 0,1 1 0 0 0,0-1 1 0 0,-1-1-1 0 0,7-3 0 0 0,-10 4-24 0 0,1 0-1 0 0,0 0 1 0 0,-1 0-1 0 0,0-1 1 0 0,0 1-1 0 0,0-1 1 0 0,0 1-1 0 0,0-1 1 0 0,-1 0-1 0 0,1 1 1 0 0,-1-1-1 0 0,0 0 1 0 0,0 0-1 0 0,-1 0 1 0 0,1 0 0 0 0,-1 0-1 0 0,0 0 1 0 0,0 0-1 0 0,0 0 1 0 0,0 0-1 0 0,-1 0 1 0 0,0 0-1 0 0,-2-6 1 0 0,1 1 13 0 0,-1 0-1 0 0,0 0 1 0 0,-1 0 0 0 0,0 0 0 0 0,0 1 0 0 0,-1 0 0 0 0,0 0 0 0 0,-12-14-1 0 0,12 16-186 0 0,0 1-1 0 0,-1 0 1 0 0,0 0-1 0 0,0 0 1 0 0,0 1-1 0 0,0 0 1 0 0,-1 1-1 0 0,0-1 1 0 0,1 1-1 0 0,-1 0 1 0 0,0 1-1 0 0,-1-1 1 0 0,1 2-1 0 0,-13-3 1 0 0,1 4-1116 0 0</inkml:trace>
</inkml:ink>
</file>

<file path=ppt/ink/ink3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3.697"/>
    </inkml:context>
    <inkml:brush xml:id="br0">
      <inkml:brushProperty name="width" value="0.1" units="cm"/>
      <inkml:brushProperty name="height" value="0.1" units="cm"/>
      <inkml:brushProperty name="color" value="#FF0066"/>
    </inkml:brush>
  </inkml:definitions>
  <inkml:trace contextRef="#ctx0" brushRef="#br0">246 372 8290 0 0,'-1'-1'237'0'0,"-1"-1"0"0"0,1 0 0 0 0,-1 1 0 0 0,1-1 0 0 0,-1 1 0 0 0,0 0 0 0 0,0-1 0 0 0,1 1 0 0 0,-1 0 0 0 0,0 0 0 0 0,0 0 0 0 0,0 0 0 0 0,0 1 0 0 0,0-1 0 0 0,-1 1 0 0 0,1-1 0 0 0,0 1 0 0 0,0-1 0 0 0,0 1 0 0 0,0 0 0 0 0,-1 0 0 0 0,1 0 0 0 0,0 0 0 0 0,0 1 0 0 0,0-1 0 0 0,-3 1 0 0 0,-7 2 599 0 0,0-1 0 0 0,0 1 0 0 0,-14 6 0 0 0,13-4-546 0 0,1 1 1 0 0,-1 1-1 0 0,1 0 0 0 0,0 0 1 0 0,-19 16-1 0 0,28-20-181 0 0,-1 1 0 0 0,1-1 0 0 0,-1 1 0 0 0,1 0 1 0 0,0 0-1 0 0,1 0 0 0 0,-1 0 0 0 0,-3 9 0 0 0,5-11-87 0 0,0 1-1 0 0,1-1 1 0 0,-1 0-1 0 0,1 1 1 0 0,-1-1-1 0 0,1 0 1 0 0,0 1 0 0 0,0-1-1 0 0,0 0 1 0 0,0 1-1 0 0,1-1 1 0 0,-1 0 0 0 0,0 1-1 0 0,1-1 1 0 0,0 0-1 0 0,0 1 1 0 0,0-1-1 0 0,0 0 1 0 0,1 2 0 0 0,-1-1-50 0 0,0-1 0 0 0,1 0 1 0 0,-1 0-1 0 0,1 0 0 0 0,-1-1 1 0 0,1 1-1 0 0,0 0 0 0 0,-1 0 1 0 0,1-1-1 0 0,0 1 0 0 0,0-1 1 0 0,0 0-1 0 0,0 0 1 0 0,1 0-1 0 0,-1 0 0 0 0,0 0 1 0 0,0 0-1 0 0,1 0 0 0 0,2 0 1 0 0,-1-1-76 0 0,0 1-1 0 0,0-1 1 0 0,0-1 0 0 0,0 1 0 0 0,0-1 0 0 0,-1 1 0 0 0,1-1 0 0 0,0 0 0 0 0,0-1-1 0 0,-1 1 1 0 0,5-2 0 0 0,3-3-183 0 0,0-1 0 0 0,-1 0 0 0 0,1 0 0 0 0,-2-1 0 0 0,1 0 0 0 0,11-13 0 0 0,-12 10 170 0 0,0-1 1 0 0,0 0-1 0 0,-1 0 0 0 0,-1-1 1 0 0,0 0-1 0 0,-1-1 1 0 0,0 1-1 0 0,-1-1 0 0 0,0 0 1 0 0,-2 0-1 0 0,1-1 0 0 0,-2 1 1 0 0,2-20-1 0 0,-3-11 951 0 0,-1 1 0 0 0,-3-1-1 0 0,-8-48 1 0 0,11 91-697 0 0,-5-22 772 0 0,5 23-846 0 0,0 0 0 0 0,0 1 0 0 0,0-1 0 0 0,0 0 0 0 0,0 0 0 0 0,-1 1 0 0 0,1-1 0 0 0,0 0 0 0 0,0 0 0 0 0,-1 1 0 0 0,1-1 0 0 0,-1 0 0 0 0,1 1 0 0 0,-1-1 0 0 0,1 1 0 0 0,-1-1 0 0 0,1 1 0 0 0,-1-1 0 0 0,1 1 0 0 0,-1-1 1 0 0,0 1-1 0 0,1-1 0 0 0,-1 1 0 0 0,0-1 0 0 0,0 3-1 0 0,0 0 0 0 0,0-1 0 0 0,1 1 0 0 0,-1 0 1 0 0,1 0-1 0 0,-1 0 0 0 0,1 0 0 0 0,0-1 0 0 0,0 1 0 0 0,0 0 1 0 0,0 2-1 0 0,0 0 27 0 0,-2 29 16 0 0,1 0 0 0 0,1 0 0 0 0,3 0 0 0 0,0 0 1 0 0,2 0-1 0 0,1-1 0 0 0,16 48 0 0 0,-14-58-444 0 0,0-1 1 0 0,2 1-1 0 0,0-1 0 0 0,2-1 0 0 0,0 0 1 0 0,1-1-1 0 0,1 0 0 0 0,0-1 1 0 0,2-1-1 0 0,0 0 0 0 0,28 22 0 0 0,-29-29-1794 0 0,0-3-4255 0 0</inkml:trace>
</inkml:ink>
</file>

<file path=ppt/ink/ink3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3.839"/>
    </inkml:context>
    <inkml:brush xml:id="br0">
      <inkml:brushProperty name="width" value="0.1" units="cm"/>
      <inkml:brushProperty name="height" value="0.1" units="cm"/>
      <inkml:brushProperty name="color" value="#FF0066"/>
    </inkml:brush>
  </inkml:definitions>
  <inkml:trace contextRef="#ctx0" brushRef="#br0">1 35 2761 0 0,'2'-34'16270'0'0,"2"49"-15816"0"0,-3-10-217 0 0,0 4-308 0 0,1 1 0 0 0,1-1 1 0 0,0 0-1 0 0,6 14 0 0 0</inkml:trace>
</inkml:ink>
</file>

<file path=ppt/ink/ink3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4.049"/>
    </inkml:context>
    <inkml:brush xml:id="br0">
      <inkml:brushProperty name="width" value="0.1" units="cm"/>
      <inkml:brushProperty name="height" value="0.1" units="cm"/>
      <inkml:brushProperty name="color" value="#FF0066"/>
    </inkml:brush>
  </inkml:definitions>
  <inkml:trace contextRef="#ctx0" brushRef="#br0">18 88 14747 0 0,'-3'-9'232'0'0,"0"2"229"0"0,1 0 0 0 0,-1-1 0 0 0,1 0 0 0 0,1 1 1 0 0,0-1-1 0 0,0 0 0 0 0,0-14 0 0 0,4 18-830 0 0,3 11-532 0 0,2 12-1264 0 0,9 18-1310 0 0,16 17 3074 0 0,-22-37 478 0 0</inkml:trace>
</inkml:ink>
</file>

<file path=ppt/ink/ink3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4.410"/>
    </inkml:context>
    <inkml:brush xml:id="br0">
      <inkml:brushProperty name="width" value="0.1" units="cm"/>
      <inkml:brushProperty name="height" value="0.1" units="cm"/>
      <inkml:brushProperty name="color" value="#FF0066"/>
    </inkml:brush>
  </inkml:definitions>
  <inkml:trace contextRef="#ctx0" brushRef="#br0">106 10 6913 0 0,'-3'0'343'0'0,"-1"0"-1"0"0,1 0 0 0 0,0 0 0 0 0,0 1 1 0 0,0-1-1 0 0,-1 1 0 0 0,1 0 0 0 0,0 0 1 0 0,0 0-1 0 0,0 0 0 0 0,0 0 0 0 0,0 1 1 0 0,0-1-1 0 0,1 1 0 0 0,-1 0 0 0 0,0 0 1 0 0,1 0-1 0 0,-1 0 0 0 0,-3 5 0 0 0,1-2 110 0 0,0-1-1 0 0,1 1 1 0 0,0 1 0 0 0,0-1-1 0 0,0 1 1 0 0,1-1-1 0 0,0 1 1 0 0,-5 12-1 0 0,7-13-362 0 0,0-1 0 0 0,1 1 0 0 0,0 0 0 0 0,0-1-1 0 0,0 1 1 0 0,0-1 0 0 0,1 1 0 0 0,0-1 0 0 0,0 1-1 0 0,0-1 1 0 0,0 1 0 0 0,1-1 0 0 0,0 0 0 0 0,0 0-1 0 0,0 0 1 0 0,0 0 0 0 0,1 0 0 0 0,-1 0 0 0 0,1 0-1 0 0,0-1 1 0 0,0 1 0 0 0,0-1 0 0 0,1 0 0 0 0,-1 0-1 0 0,8 4 1 0 0,-7-4-102 0 0,0 0-1 0 0,0 0 1 0 0,0-1-1 0 0,0 0 1 0 0,0 0-1 0 0,1 0 1 0 0,-1 0-1 0 0,1-1 1 0 0,-1 0-1 0 0,1 0 1 0 0,-1 0-1 0 0,1 0 1 0 0,0-1-1 0 0,-1 1 1 0 0,1-1-1 0 0,0-1 1 0 0,-1 1-1 0 0,1 0 1 0 0,0-1-1 0 0,-1 0 1 0 0,1 0-1 0 0,-1-1 1 0 0,1 1-1 0 0,-1-1 1 0 0,7-3-1 0 0,-9 3 40 0 0,0 0 1 0 0,1 0-1 0 0,-1 1 0 0 0,0-1 0 0 0,0-1 0 0 0,0 1 0 0 0,0 0 0 0 0,-1 0 1 0 0,1-1-1 0 0,0 1 0 0 0,-1-1 0 0 0,0 1 0 0 0,0-1 0 0 0,1 0 0 0 0,-2 0 0 0 0,1 1 1 0 0,0-1-1 0 0,0-3 0 0 0,-1 1 54 0 0,1-1 1 0 0,-1 1 0 0 0,-1 0-1 0 0,1 0 1 0 0,-1-1-1 0 0,0 1 1 0 0,0 0 0 0 0,0 0-1 0 0,-4-8 1 0 0,1 5-86 0 0,1 0 0 0 0,-1 0 1 0 0,-1 1-1 0 0,1-1 1 0 0,-1 1-1 0 0,-1 0 0 0 0,1 0 1 0 0,-1 1-1 0 0,0 0 0 0 0,-1 0 1 0 0,-13-10-1 0 0,16 14-224 0 0,-1-1 0 0 0,1 1-1 0 0,-1 0 1 0 0,1 0 0 0 0,-1 1 0 0 0,-9-2-1 0 0,11 2-122 0 0,1 1-1 0 0,0 0 1 0 0,-1 0-1 0 0,1 0 1 0 0,0 1-1 0 0,-1-1 1 0 0,1 0-1 0 0,0 1 1 0 0,0-1-1 0 0,-4 2 1 0 0</inkml:trace>
</inkml:ink>
</file>

<file path=ppt/ink/ink3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6.004"/>
    </inkml:context>
    <inkml:brush xml:id="br0">
      <inkml:brushProperty name="width" value="0.1" units="cm"/>
      <inkml:brushProperty name="height" value="0.1" units="cm"/>
      <inkml:brushProperty name="color" value="#FF0066"/>
    </inkml:brush>
  </inkml:definitions>
  <inkml:trace contextRef="#ctx0" brushRef="#br0">221 450 2304 0 0,'0'-2'165'0'0,"-1"0"0"0"0,0 1 0 0 0,1-1 0 0 0,-1 1-1 0 0,0-1 1 0 0,0 0 0 0 0,0 1 0 0 0,0-1 0 0 0,0 1-1 0 0,0 0 1 0 0,0-1 0 0 0,0 1 0 0 0,-1 0 0 0 0,1 0-1 0 0,0 0 1 0 0,-1 0 0 0 0,1 0 0 0 0,-1 0 0 0 0,0 0-1 0 0,1 0 1 0 0,-1 0 0 0 0,-1 0 0 0 0,-3-1 410 0 0,1 0 1 0 0,-1 0 0 0 0,0 0-1 0 0,1 0 1 0 0,-10 0 0 0 0,8 2-43 0 0,0 1 0 0 0,0-1 0 0 0,1 1 0 0 0,-1 1 0 0 0,1-1 0 0 0,-1 1 0 0 0,1 1 0 0 0,0-1 0 0 0,-1 1 0 0 0,1 0 0 0 0,-10 7 0 0 0,11-7-375 0 0,0 0 0 0 0,0 1 0 0 0,1-1 0 0 0,-1 1 0 0 0,1 0 0 0 0,0 1 0 0 0,0-1 0 0 0,1 1 1 0 0,-1-1-1 0 0,1 1 0 0 0,0 0 0 0 0,0 0 0 0 0,1 1 0 0 0,-3 5 0 0 0,5-10-142 0 0,-1 1-1 0 0,1 0 1 0 0,-1-1-1 0 0,1 1 1 0 0,0 0 0 0 0,0-1-1 0 0,-1 1 1 0 0,1 0 0 0 0,0-1-1 0 0,1 1 1 0 0,-1-1 0 0 0,0 1-1 0 0,0 0 1 0 0,1-1-1 0 0,-1 1 1 0 0,1 0 0 0 0,-1-1-1 0 0,1 1 1 0 0,0-1 0 0 0,0 1-1 0 0,0-1 1 0 0,0 0 0 0 0,1 3-1 0 0,0-3-17 0 0,1 1 0 0 0,-1-1 0 0 0,0 1 1 0 0,0-1-1 0 0,1 0 0 0 0,-1 0 0 0 0,0 0 0 0 0,1 0 0 0 0,-1-1 0 0 0,1 1 0 0 0,-1-1 0 0 0,1 1 0 0 0,4-1 1 0 0,1 0-64 0 0,-1 0 0 0 0,1-1 1 0 0,-1 1-1 0 0,0-1 1 0 0,1-1-1 0 0,-1 0 0 0 0,0 0 1 0 0,0 0-1 0 0,12-7 1 0 0,-11 4-72 0 0,0-1-1 0 0,0 1 1 0 0,-1-2 0 0 0,0 1 0 0 0,-1-1 0 0 0,1 0 0 0 0,-1-1 0 0 0,-1 1 0 0 0,1-1 0 0 0,-1-1 0 0 0,-1 1 0 0 0,0 0 0 0 0,0-1 0 0 0,0 0 0 0 0,-1 0 0 0 0,0 0 0 0 0,-1 0 0 0 0,0-1 0 0 0,-1 1 0 0 0,0-1 0 0 0,0 1 0 0 0,-1-18 0 0 0,-3-7 553 0 0,-1 0 0 0 0,-1 0 1 0 0,-2 0-1 0 0,-2 1 0 0 0,-12-32 0 0 0,-4 4 1432 0 0,23 58-1724 0 0,1 0 1 0 0,-1-1-1 0 0,0 2 0 0 0,0-1 0 0 0,0 0 1 0 0,0 0-1 0 0,-1 0 0 0 0,1 1 0 0 0,-1 0 1 0 0,1-1-1 0 0,-1 1 0 0 0,0 0 0 0 0,0 0 1 0 0,0 0-1 0 0,0 1 0 0 0,-3-2 0 0 0,5 3-92 0 0,0-1-1 0 0,0 1 1 0 0,0 0-1 0 0,1 0 1 0 0,-1 0 0 0 0,0 0-1 0 0,0 0 1 0 0,0 0-1 0 0,0 0 1 0 0,1 0-1 0 0,-1 0 1 0 0,0 1-1 0 0,0-1 1 0 0,0 0 0 0 0,1 1-1 0 0,-1-1 1 0 0,0 0-1 0 0,0 1 1 0 0,1-1-1 0 0,-1 1 1 0 0,0-1-1 0 0,1 1 1 0 0,-1-1 0 0 0,1 1-1 0 0,-2 1 1 0 0,-8 23 315 0 0,8-16-301 0 0,1 0-1 0 0,1 1 0 0 0,0 16 1 0 0,5 9-22 0 0,1 0 0 0 0,1 0 0 0 0,2-1 0 0 0,2 0 0 0 0,19 43 0 0 0,4-6-175 0 0,56 88-1 0 0,-82-147-870 0 0,0 0 1 0 0,17 19-1 0 0</inkml:trace>
</inkml:ink>
</file>

<file path=ppt/ink/ink3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6.287"/>
    </inkml:context>
    <inkml:brush xml:id="br0">
      <inkml:brushProperty name="width" value="0.1" units="cm"/>
      <inkml:brushProperty name="height" value="0.1" units="cm"/>
      <inkml:brushProperty name="color" value="#FF0066"/>
    </inkml:brush>
  </inkml:definitions>
  <inkml:trace contextRef="#ctx0" brushRef="#br0">78 247 9674 0 0,'5'-1'191'0'0,"0"-1"0"0"0,0 0-1 0 0,0-1 1 0 0,0 1 0 0 0,0-1 0 0 0,0 0-1 0 0,-1 0 1 0 0,0-1 0 0 0,1 1 0 0 0,-1-1 0 0 0,6-8-1 0 0,-4 6 195 0 0,2-1-92 0 0,-2-1 1 0 0,1 0-1 0 0,-1 0 1 0 0,0 0-1 0 0,-1-1 1 0 0,0 0-1 0 0,6-16 1 0 0,-9 20-42 0 0,0 1 0 0 0,0-1 0 0 0,-1 0 0 0 0,0 0 0 0 0,0 1 0 0 0,0-1 1 0 0,-1 0-1 0 0,1 0 0 0 0,-1 0 0 0 0,0 0 0 0 0,-1 0 0 0 0,1 0 0 0 0,-1 0 0 0 0,0 1 0 0 0,0-1 0 0 0,-1 0 0 0 0,1 0 0 0 0,-3-4 0 0 0,3 8-160 0 0,0-1-1 0 0,1 1 0 0 0,-1 0 0 0 0,0-1 1 0 0,0 1-1 0 0,0 0 0 0 0,-1 0 0 0 0,1 0 0 0 0,0 0 1 0 0,0 0-1 0 0,0 0 0 0 0,-1 0 0 0 0,1 0 0 0 0,0 0 1 0 0,-1 1-1 0 0,1-1 0 0 0,-1 1 0 0 0,1-1 1 0 0,-1 1-1 0 0,1-1 0 0 0,-1 1 0 0 0,-2 0 0 0 0,0 0-9 0 0,1 0-1 0 0,-1 1 1 0 0,1-1-1 0 0,0 1 1 0 0,-1 0-1 0 0,1 0 1 0 0,0 0-1 0 0,0 1 1 0 0,-6 2-1 0 0,-4 4 35 0 0,1 1 0 0 0,0 0-1 0 0,-17 17 1 0 0,22-19-86 0 0,0-1-1 0 0,1 1 1 0 0,0 0 0 0 0,1 0-1 0 0,0 1 1 0 0,0 0 0 0 0,0 0-1 0 0,1 0 1 0 0,-6 17 0 0 0,9-21-34 0 0,0 0-1 0 0,0 0 1 0 0,1 0 0 0 0,-1 0-1 0 0,1 0 1 0 0,0 0 0 0 0,0 0-1 0 0,1 0 1 0 0,-1 0 0 0 0,1 0 0 0 0,0 0-1 0 0,0 0 1 0 0,0 0 0 0 0,0 0-1 0 0,1-1 1 0 0,0 1 0 0 0,0 0-1 0 0,0-1 1 0 0,0 1 0 0 0,0-1-1 0 0,1 0 1 0 0,-1 0 0 0 0,1 0 0 0 0,6 5-1 0 0,-2-1-151 0 0,1-1 0 0 0,0-1-1 0 0,1 0 1 0 0,-1 0 0 0 0,13 5 0 0 0,3 0-624 0 0</inkml:trace>
</inkml:ink>
</file>

<file path=ppt/ink/ink3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6.952"/>
    </inkml:context>
    <inkml:brush xml:id="br0">
      <inkml:brushProperty name="width" value="0.1" units="cm"/>
      <inkml:brushProperty name="height" value="0.1" units="cm"/>
      <inkml:brushProperty name="color" value="#FF0066"/>
    </inkml:brush>
  </inkml:definitions>
  <inkml:trace contextRef="#ctx0" brushRef="#br0">61 12 4609 0 0,'0'-1'244'0'0,"-1"0"1"0"0,0 0-1 0 0,0 0 1 0 0,1 0-1 0 0,-1 1 1 0 0,0-1-1 0 0,0 0 1 0 0,0 1 0 0 0,0-1-1 0 0,0 1 1 0 0,0-1-1 0 0,0 1 1 0 0,0-1-1 0 0,0 1 1 0 0,0 0-1 0 0,0-1 1 0 0,0 1-1 0 0,0 0 1 0 0,0 0-1 0 0,-1 0 1 0 0,1 0-1 0 0,0 0 1 0 0,0 0-1 0 0,0 0 1 0 0,0 0-1 0 0,0 0 1 0 0,-2 1-1 0 0,2 0-22 0 0,-1 0 1 0 0,1 0-1 0 0,-1 0 1 0 0,1 1-1 0 0,-1-1 1 0 0,1 0-1 0 0,0 1 1 0 0,0-1-1 0 0,0 1 1 0 0,-1 0-1 0 0,1-1 0 0 0,1 1 1 0 0,-1 0-1 0 0,-1 2 1 0 0,-1 3 119 0 0,1 0 1 0 0,0 1-1 0 0,0-1 1 0 0,1 1-1 0 0,0-1 1 0 0,0 1-1 0 0,1 10 1 0 0,0-14-234 0 0,1 0 1 0 0,0 0 0 0 0,0 0-1 0 0,0 0 1 0 0,0 0 0 0 0,1 0-1 0 0,-1 0 1 0 0,1 0 0 0 0,0-1-1 0 0,0 1 1 0 0,1-1 0 0 0,-1 1-1 0 0,1-1 1 0 0,-1 0 0 0 0,6 5-1 0 0,-3-4-11 0 0,1 0-1 0 0,-1-1 1 0 0,1 1-1 0 0,0-1 1 0 0,0 0-1 0 0,0 0 1 0 0,0-1-1 0 0,1 0 1 0 0,7 2-1 0 0,-5-2-100 0 0,0 0-1 0 0,0-1 0 0 0,0 0 0 0 0,0-1 0 0 0,0 0 1 0 0,0 0-1 0 0,0-1 0 0 0,0 0 0 0 0,0 0 0 0 0,0-1 1 0 0,0 0-1 0 0,0-1 0 0 0,-1 0 0 0 0,13-7 0 0 0,-13 5-96 0 0,-1-1 0 0 0,0 0 0 0 0,-1 0 0 0 0,1-1 0 0 0,-1 0 0 0 0,0 0 0 0 0,-1 0-1 0 0,0-1 1 0 0,0 0 0 0 0,4-10 0 0 0,5-6 859 0 0,-14 23-708 0 0,0 1 0 0 0,0-1 0 0 0,1 1 0 0 0,-1-1 0 0 0,0 1 0 0 0,0-1 0 0 0,1 1 0 0 0,-1-1 0 0 0,1 1 0 0 0,-1-1 0 0 0,0 1 0 0 0,1 0 0 0 0,-1-1-1 0 0,1 1 1 0 0,-1 0 0 0 0,1-1 0 0 0,-1 1 0 0 0,1 0 0 0 0,-1-1 0 0 0,1 1 0 0 0,-1 0 0 0 0,1 0 0 0 0,-1 0 0 0 0,1 0 0 0 0,-1-1 0 0 0,1 1 0 0 0,-1 0 0 0 0,1 0 0 0 0,0 0 0 0 0,0 0 0 0 0,11 14 730 0 0,-1 24-418 0 0,-6-15-192 0 0,0-1 0 0 0,1 1 0 0 0,1-1-1 0 0,13 26 1 0 0,-16-39-397 0 0,1 0 0 0 0,1-1 0 0 0,-1 0 0 0 0,2 1-1 0 0,6 6 1 0 0,-7-9-644 0 0,-1-1 0 0 0,1-1 0 0 0,0 1 0 0 0,0-1-1 0 0,1 0 1 0 0,-1 0 0 0 0,12 5 0 0 0,1-3-5650 0 0</inkml:trace>
</inkml:ink>
</file>

<file path=ppt/ink/ink3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7.696"/>
    </inkml:context>
    <inkml:brush xml:id="br0">
      <inkml:brushProperty name="width" value="0.1" units="cm"/>
      <inkml:brushProperty name="height" value="0.1" units="cm"/>
      <inkml:brushProperty name="color" value="#FF0066"/>
    </inkml:brush>
  </inkml:definitions>
  <inkml:trace contextRef="#ctx0" brushRef="#br0">1 167 4609 0 0,'5'0'393'0'0,"1"-1"0"0"0,-1 0 1 0 0,0-1-1 0 0,1 1 0 0 0,-1-1 0 0 0,0 0 0 0 0,0 0 1 0 0,0-1-1 0 0,0 1 0 0 0,0-1 0 0 0,0-1 0 0 0,-1 1 1 0 0,0 0-1 0 0,1-1 0 0 0,5-7 0 0 0,-4 5 284 0 0,0-1-1 0 0,0 0 0 0 0,-1-1 1 0 0,0 1-1 0 0,0-1 1 0 0,-1 0-1 0 0,0 0 0 0 0,6-16 1 0 0,-10 22-642 0 0,1 1 0 0 0,-1-1 0 0 0,0 1 1 0 0,0 0-1 0 0,0-1 0 0 0,0 1 1 0 0,0-1-1 0 0,-1 1 0 0 0,1 0 0 0 0,0-1 1 0 0,-1 1-1 0 0,1 0 0 0 0,-1-1 0 0 0,1 1 1 0 0,-1 0-1 0 0,1 0 0 0 0,-1 0 0 0 0,0-1 1 0 0,0 1-1 0 0,0 0 0 0 0,1 0 1 0 0,-1 0-1 0 0,0 0 0 0 0,0 0 0 0 0,-1 0 1 0 0,1 1-1 0 0,0-1 0 0 0,0 0 0 0 0,0 0 1 0 0,0 1-1 0 0,-1-1 0 0 0,1 1 0 0 0,0-1 1 0 0,-1 1-1 0 0,1-1 0 0 0,0 1 0 0 0,-1 0 1 0 0,1 0-1 0 0,0 0 0 0 0,-1 0 1 0 0,1 0-1 0 0,-1 0 0 0 0,1 0 0 0 0,-3 1 1 0 0,4-1 81 0 0,-1 1 1 0 0,0 0-1 0 0,1-1 1 0 0,-1 1-1 0 0,1 0 1 0 0,0 0 0 0 0,-1 0-1 0 0,1 0 1 0 0,-1-1-1 0 0,1 1 1 0 0,0 0-1 0 0,0 0 1 0 0,0 0-1 0 0,-1 0 1 0 0,1 0 0 0 0,0 0-1 0 0,0 0 1 0 0,0-1-1 0 0,0 1 1 0 0,0 0-1 0 0,1 0 1 0 0,-1 0-1 0 0,0 0 1 0 0,1 1 0 0 0,5 28 714 0 0,-5-26-687 0 0,7 24 88 0 0,0-1 0 0 0,2 0-1 0 0,17 36 1 0 0,-18-46-905 0 0,1-1 1 0 0,0 0-1 0 0,19 20 0 0 0</inkml:trace>
</inkml:ink>
</file>

<file path=ppt/ink/ink3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8.076"/>
    </inkml:context>
    <inkml:brush xml:id="br0">
      <inkml:brushProperty name="width" value="0.1" units="cm"/>
      <inkml:brushProperty name="height" value="0.1" units="cm"/>
      <inkml:brushProperty name="color" value="#FF0066"/>
    </inkml:brush>
  </inkml:definitions>
  <inkml:trace contextRef="#ctx0" brushRef="#br0">1 43 7370 0 0,'10'0'918'0'0,"0"0"0"0"0,0 2 0 0 0,0-1 0 0 0,0 1 0 0 0,0 1 0 0 0,-1-1 1 0 0,1 2-1 0 0,-1-1 0 0 0,0 1 0 0 0,0 1 0 0 0,15 9 0 0 0,-17-9-628 0 0,0 1 0 0 0,0-1 0 0 0,-1 1-1 0 0,1 1 1 0 0,-1-1 0 0 0,-1 1-1 0 0,1 0 1 0 0,-1 1 0 0 0,0-1 0 0 0,-1 1-1 0 0,0 0 1 0 0,0 0 0 0 0,4 13-1 0 0,-8-21-279 0 0,0 1-1 0 0,1-1 0 0 0,-1 1 0 0 0,0-1 1 0 0,0 1-1 0 0,0-1 0 0 0,1 1 0 0 0,-1 0 1 0 0,0-1-1 0 0,0 1 0 0 0,0-1 0 0 0,0 1 1 0 0,0-1-1 0 0,0 1 0 0 0,0-1 0 0 0,0 1 1 0 0,0-1-1 0 0,0 1 0 0 0,-1 0 0 0 0,1-1 1 0 0,0 1-1 0 0,0-1 0 0 0,0 1 0 0 0,-1-1 0 0 0,1 1 1 0 0,-1 0-1 0 0,-11-5 306 0 0,-13-19 18 0 0,21 15-458 0 0,1 0-1 0 0,0 0 1 0 0,0-1 0 0 0,0 1-1 0 0,1-1 1 0 0,0 0-1 0 0,1 1 1 0 0,0-1 0 0 0,0 0-1 0 0,1 0 1 0 0,0 0 0 0 0,1 0-1 0 0,0 0 1 0 0,0 0 0 0 0,1 1-1 0 0,0-1 1 0 0,4-11 0 0 0,-2 7-1044 0 0</inkml:trace>
</inkml:ink>
</file>

<file path=ppt/ink/ink3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8.471"/>
    </inkml:context>
    <inkml:brush xml:id="br0">
      <inkml:brushProperty name="width" value="0.1" units="cm"/>
      <inkml:brushProperty name="height" value="0.1" units="cm"/>
      <inkml:brushProperty name="color" value="#FF0066"/>
    </inkml:brush>
  </inkml:definitions>
  <inkml:trace contextRef="#ctx0" brushRef="#br0">1 41 5985 0 0,'0'0'542'0'0,"0"0"-446"0"0,22 14 7474 0 0,-19-13-7309 0 0,-1 0-1 0 0,1 0 1 0 0,-1 0 0 0 0,1 1 0 0 0,-1-1-1 0 0,1 1 1 0 0,-1 0 0 0 0,2 2 0 0 0,3 4 250 0 0,-1-1 0 0 0,0 1 1 0 0,0 0-1 0 0,-1 1 0 0 0,5 9 1 0 0,-8-13-327 0 0,1-1 1 0 0,-1 1 0 0 0,-1 0 0 0 0,1-1-1 0 0,-1 1 1 0 0,1 0 0 0 0,-2 0 0 0 0,1 0-1 0 0,0 0 1 0 0,-1 0 0 0 0,0 9 0 0 0,0-14-171 0 0,0 0 1 0 0,0 1 0 0 0,0-1 0 0 0,0 0-1 0 0,0 0 1 0 0,0 0 0 0 0,0 1 0 0 0,0-1-1 0 0,0 0 1 0 0,0 0 0 0 0,0 0 0 0 0,0 0 0 0 0,0 1-1 0 0,-1-1 1 0 0,1 0 0 0 0,0 0 0 0 0,0 0-1 0 0,0 1 1 0 0,0-1 0 0 0,0 0 0 0 0,0 0-1 0 0,0 0 1 0 0,0 0 0 0 0,-1 0 0 0 0,1 0-1 0 0,0 1 1 0 0,0-1 0 0 0,0 0 0 0 0,0 0-1 0 0,0 0 1 0 0,-1 0 0 0 0,1 0 0 0 0,0 0-1 0 0,0 0 1 0 0,0 0 0 0 0,0 0 0 0 0,-1 0 0 0 0,1 1-1 0 0,0-1 1 0 0,0 0 0 0 0,0 0 0 0 0,-1 0-1 0 0,1 0 1 0 0,0 0 0 0 0,0 0 0 0 0,0-1-1 0 0,-1 1 1 0 0,1 0 0 0 0,0 0 0 0 0,0 0-1 0 0,0 0 1 0 0,0 0 0 0 0,-1 0 0 0 0,1 0-1 0 0,0 0 1 0 0,0 0 0 0 0,0 0 0 0 0,0 0-1 0 0,0-1 1 0 0,-1 1 0 0 0,1 0 0 0 0,-6-17 634 0 0,6 11-649 0 0,0-1 1 0 0,1 1-1 0 0,0 0 1 0 0,0 0-1 0 0,0 0 1 0 0,1 0-1 0 0,0 0 1 0 0,0 0-1 0 0,0 0 1 0 0,1 0-1 0 0,0 1 1 0 0,0-1-1 0 0,0 1 1 0 0,6-7-1 0 0,28-28-1950 0 0,6 5-5028 0 0,-28 23 691 0 0</inkml:trace>
</inkml:ink>
</file>

<file path=ppt/ink/ink3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9.124"/>
    </inkml:context>
    <inkml:brush xml:id="br0">
      <inkml:brushProperty name="width" value="0.1" units="cm"/>
      <inkml:brushProperty name="height" value="0.1" units="cm"/>
      <inkml:brushProperty name="color" value="#FF0066"/>
    </inkml:brush>
  </inkml:definitions>
  <inkml:trace contextRef="#ctx0" brushRef="#br0">8 161 2304 0 0,'0'0'102'0'0,"1"0"-1"0"0,3-2 712 0 0,-1-1 1 0 0,1 1-1 0 0,0-1 0 0 0,-1 0 1 0 0,1 0-1 0 0,-1-1 0 0 0,0 1 0 0 0,0-1 1 0 0,0 0-1 0 0,3-6 0 0 0,0 1-39 0 0,25-39 2109 0 0,-29 45-2717 0 0,-1 0 0 0 0,0 0 0 0 0,1 0 0 0 0,-1 0 0 0 0,0-1 0 0 0,0 1 0 0 0,-1 0 0 0 0,1-1 0 0 0,-1 1 0 0 0,1-1 0 0 0,-1 1 0 0 0,0-1 0 0 0,-1-5 0 0 0,1 9-158 0 0,-1-1 1 0 0,1 1-1 0 0,0-1 0 0 0,0 1 0 0 0,0-1 0 0 0,-1 1 0 0 0,1-1 0 0 0,0 1 0 0 0,0-1 0 0 0,-1 1 0 0 0,1-1 0 0 0,0 1 0 0 0,-1 0 1 0 0,1-1-1 0 0,0 1 0 0 0,-1 0 0 0 0,1-1 0 0 0,-1 1 0 0 0,1 0 0 0 0,-1-1 0 0 0,1 1 0 0 0,-1 0 0 0 0,1 0 0 0 0,-1 0 0 0 0,1-1 0 0 0,-1 1 1 0 0,1 0-1 0 0,-1 0 0 0 0,1 0 0 0 0,-1 0 0 0 0,0 0 0 0 0,-22 7-204 0 0,-14 20-600 0 0,35-25 778 0 0,-1 1 1 0 0,1 0-1 0 0,0 0 0 0 0,0 0 1 0 0,0 0-1 0 0,1 0 0 0 0,-1 0 1 0 0,1 0-1 0 0,0 1 0 0 0,0-1 1 0 0,0 0-1 0 0,0 1 0 0 0,0-1 1 0 0,1 1-1 0 0,-1-1 0 0 0,1 1 1 0 0,0 0-1 0 0,0-1 0 0 0,1 1 1 0 0,-1-1-1 0 0,1 1 0 0 0,-1-1 1 0 0,1 1-1 0 0,0-1 0 0 0,0 0 1 0 0,1 1-1 0 0,-1-1 0 0 0,1 0 1 0 0,0 0-1 0 0,0 0 0 0 0,0 0 1 0 0,0 0-1 0 0,0 0 0 0 0,0-1 1 0 0,4 4-1 0 0,-2-2-116 0 0,0-1 0 0 0,-1 1 0 0 0,2-1 0 0 0,-1 0 0 0 0,0 0 0 0 0,1 0 0 0 0,-1-1 1 0 0,1 1-1 0 0,0-1 0 0 0,-1 0 0 0 0,1 0 0 0 0,0-1 0 0 0,1 0 0 0 0,-1 0 0 0 0,0 0 0 0 0,0 0 0 0 0,0-1 0 0 0,1 0 0 0 0,-1 0 0 0 0,0 0 1 0 0,0-1-1 0 0,0 1 0 0 0,9-4 0 0 0,-8 1 140 0 0,1 0 1 0 0,-1-1 0 0 0,-1 0-1 0 0,1 0 1 0 0,0 0-1 0 0,-1-1 1 0 0,0 1 0 0 0,0-2-1 0 0,0 1 1 0 0,-1 0-1 0 0,0-1 1 0 0,0 0 0 0 0,4-8-1 0 0,-3 6 518 0 0,0 0 0 0 0,1 1 0 0 0,-1 0 0 0 0,1 0 0 0 0,1 0-1 0 0,13-11 1 0 0,-19 17-465 0 0,0 0 0 0 0,1 0 0 0 0,-1 0 0 0 0,1 0 0 0 0,0 0 0 0 0,-1 0 0 0 0,1 0 0 0 0,0 0 0 0 0,0 1 0 0 0,-1-1 0 0 0,1 0 0 0 0,0 1 0 0 0,0 0 0 0 0,0 0 0 0 0,0-1 0 0 0,0 1 0 0 0,-1 0 0 0 0,1 0-1 0 0,0 1 1 0 0,0-1 0 0 0,0 0 0 0 0,0 1 0 0 0,0-1 0 0 0,-1 1 0 0 0,1-1 0 0 0,0 1 0 0 0,0 0 0 0 0,-1 0 0 0 0,1 0 0 0 0,0 0 0 0 0,-1 0 0 0 0,1 0 0 0 0,-1 0 0 0 0,1 0 0 0 0,-1 1 0 0 0,0-1 0 0 0,0 1 0 0 0,1-1 0 0 0,-1 1 0 0 0,1 2 0 0 0,4 7 53 0 0,0 0 0 0 0,-1 0 1 0 0,-1 1-1 0 0,0-1 0 0 0,3 13 0 0 0,-3-8-250 0 0,-3-13-87 0 0,0 1-1 0 0,1-1 1 0 0,-1 1 0 0 0,1-1-1 0 0,0 1 1 0 0,0-1 0 0 0,0 0 0 0 0,0 0-1 0 0,0 0 1 0 0,1 0 0 0 0,2 3 0 0 0,-4-6 214 0 0,-1-1 0 0 0,1 1 0 0 0,0 0 0 0 0,0 0 0 0 0,-1 0 0 0 0,1-1 0 0 0,0 1 0 0 0,-1 0 0 0 0,1-1 0 0 0,0 1 0 0 0,-1-1 0 0 0,1 1 0 0 0,-1-1 0 0 0,1 1 0 0 0,-1-1 0 0 0,1 1 0 0 0,-1-1 0 0 0,1 1 0 0 0,-1-1 0 0 0,1 0 0 0 0,-1 1 0 0 0,1-2 0 0 0,11-19 398 0 0,-9 16-208 0 0,10-20 505 0 0,9-17 613 0 0,-21 40-1215 0 0,1 0 1 0 0,-1 0 0 0 0,1 0-1 0 0,-1 1 1 0 0,1-1 0 0 0,0 0-1 0 0,-1 0 1 0 0,1 1 0 0 0,0-1-1 0 0,0 1 1 0 0,0 0 0 0 0,0 0-1 0 0,0 0 1 0 0,5-2 0 0 0,-5 3-64 0 0,-1 0 1 0 0,1 0 0 0 0,0 0 0 0 0,-1 0-1 0 0,1 0 1 0 0,0 1 0 0 0,-1-1 0 0 0,1 1-1 0 0,-1-1 1 0 0,1 1 0 0 0,-1-1-1 0 0,1 1 1 0 0,-1 0 0 0 0,1 0 0 0 0,-1 0-1 0 0,0 0 1 0 0,1 0 0 0 0,1 2 0 0 0,27 29-740 0 0,-11-11-446 0 0,-8-11-140 0 0,1-3-308 0 0</inkml:trace>
</inkml:ink>
</file>

<file path=ppt/ink/ink3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9.373"/>
    </inkml:context>
    <inkml:brush xml:id="br0">
      <inkml:brushProperty name="width" value="0.1" units="cm"/>
      <inkml:brushProperty name="height" value="0.1" units="cm"/>
      <inkml:brushProperty name="color" value="#FF0066"/>
    </inkml:brush>
  </inkml:definitions>
  <inkml:trace contextRef="#ctx0" brushRef="#br0">1 5 7370 0 0,'0'0'58'0'0,"0"0"0"0"0,0 0 1 0 0,0-1-1 0 0,0 1 0 0 0,0 0 1 0 0,0 0-1 0 0,0 0 0 0 0,1-1 1 0 0,-1 1-1 0 0,0 0 0 0 0,0 0 1 0 0,0-1-1 0 0,0 1 0 0 0,1 0 1 0 0,-1 0-1 0 0,0 0 0 0 0,0 0 1 0 0,1 0-1 0 0,-1-1 0 0 0,0 1 1 0 0,0 0-1 0 0,1 0 0 0 0,-1 0 1 0 0,0 0-1 0 0,0 0 0 0 0,1 0 1 0 0,-1 0-1 0 0,0 0 0 0 0,0 0 1 0 0,1 0-1 0 0,-1 0 0 0 0,0 0 1 0 0,1 0-1 0 0,-1 0 0 0 0,0 0 1 0 0,0 0-1 0 0,1 0 0 0 0,-1 0 1 0 0,0 0-1 0 0,0 1 0 0 0,1-1 1 0 0,-1 0-1 0 0,0 0 0 0 0,0 0 1 0 0,0 0-1 0 0,1 0 0 0 0,-1 1 1 0 0,0-1-1 0 0,6 20 2200 0 0,-1 45 707 0 0,-4-40-2107 0 0,1-4-366 0 0,2-1 0 0 0,1 0 0 0 0,0 0 0 0 0,1-1 0 0 0,1 0 0 0 0,19 35 0 0 0,71 103 744 0 0,-76-126-1541 0 0,12 14-1238 0 0,-17-24 38 0 0</inkml:trace>
</inkml:ink>
</file>

<file path=ppt/ink/ink3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09.578"/>
    </inkml:context>
    <inkml:brush xml:id="br0">
      <inkml:brushProperty name="width" value="0.1" units="cm"/>
      <inkml:brushProperty name="height" value="0.1" units="cm"/>
      <inkml:brushProperty name="color" value="#FF0066"/>
    </inkml:brush>
  </inkml:definitions>
  <inkml:trace contextRef="#ctx0" brushRef="#br0">43 79 6449 0 0,'-10'-1'200'0'0,"8"1"-146"0"0,-1 0-1 0 0,0 0 0 0 0,1-1 1 0 0,-1 1-1 0 0,1-1 1 0 0,-1 1-1 0 0,1-1 0 0 0,-1 0 1 0 0,1 0-1 0 0,-1 0 0 0 0,-1-1 1 0 0,4 1 62 0 0,0 1 0 0 0,0 0 1 0 0,0-1-1 0 0,0 1 1 0 0,0 0-1 0 0,0-1 1 0 0,0 1-1 0 0,0-1 1 0 0,0 1-1 0 0,0 0 1 0 0,0-1-1 0 0,0 1 0 0 0,0 0 1 0 0,0-1-1 0 0,1 1 1 0 0,-1 0-1 0 0,0-1 1 0 0,0 1-1 0 0,0 0 1 0 0,1-1 232 0 0,-1 1-233 0 0,1 0 1 0 0,-1-1-1 0 0,0 1 1 0 0,1 0-1 0 0,-1 0 1 0 0,0 0-1 0 0,1-1 1 0 0,-1 1-1 0 0,0 0 0 0 0,1 0 1 0 0,-1 0-1 0 0,0 0 1 0 0,1 0-1 0 0,-1 0 1 0 0,0 0-1 0 0,2 0 1 0 0,14-6 1130 0 0,127-21 2174 0 0,-32 7-4854 0 0,-76 13-4020 0 0</inkml:trace>
</inkml:ink>
</file>

<file path=ppt/ink/ink3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10.865"/>
    </inkml:context>
    <inkml:brush xml:id="br0">
      <inkml:brushProperty name="width" value="0.1" units="cm"/>
      <inkml:brushProperty name="height" value="0.1" units="cm"/>
      <inkml:brushProperty name="color" value="#FF0066"/>
    </inkml:brush>
  </inkml:definitions>
  <inkml:trace contextRef="#ctx0" brushRef="#br0">11240 16 5209 0 0,'-4'-4'106'0'0,"-25"-8"10338"0"0,30 14-10243 0 0,0-1 0 0 0,-1 1-1 0 0,1-1 1 0 0,0 1-1 0 0,0 0 1 0 0,-1 0 0 0 0,1-1-1 0 0,-1 1 1 0 0,1 0-1 0 0,-1 2 1 0 0,1-1 113 0 0,17 47 1185 0 0,72 236 615 0 0,-69-211-2674 0 0,4-1-1 0 0,48 101 1 0 0,61 174-1776 0 0,-132-343 2387 0 0,0 0 1 0 0,0 0 0 0 0,-1 0-1 0 0,0 1 1 0 0,0-1 0 0 0,0 0-1 0 0,-1 1 1 0 0,0-1 0 0 0,-1 8-1 0 0,0-11-46 0 0,0-1 0 0 0,1 0 0 0 0,-1 1 0 0 0,0-1-1 0 0,0 0 1 0 0,0 0 0 0 0,-1 0 0 0 0,1 0-1 0 0,0 0 1 0 0,-1 0 0 0 0,0 0 0 0 0,1 0-1 0 0,-1 0 1 0 0,0-1 0 0 0,0 1 0 0 0,0-1 0 0 0,0 1-1 0 0,0-1 1 0 0,0 0 0 0 0,0 0 0 0 0,0 0-1 0 0,-1 0 1 0 0,1 0 0 0 0,0 0 0 0 0,-1-1 0 0 0,-3 1-1 0 0,-260 41 1815 0 0,-131 14-955 0 0,267-42-983 0 0,-786 75-1305 0 0,601-61-113 0 0,-495 52 2540 0 0,-830 66-2630 0 0,1162-101 1435 0 0,-84 6-338 0 0,346-33-463 0 0,-50 5-581 0 0,-378 47 2204 0 0,153-37 2098 0 0,-2-33-2354 0 0,232-1 479 0 0,-664-35-1237 0 0,658 9 361 0 0,-265-18-98 0 0,87 30 497 0 0,150-13-1060 0 0,10 0-355 0 0,107 19 1552 0 0,40 0-564 0 0,-191 13 0 0 0,230 0-268 0 0,-28 3 1742 0 0,106 2-67 0 0,11-4-5423 0 0</inkml:trace>
</inkml:ink>
</file>

<file path=ppt/ink/ink3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11.896"/>
    </inkml:context>
    <inkml:brush xml:id="br0">
      <inkml:brushProperty name="width" value="0.1" units="cm"/>
      <inkml:brushProperty name="height" value="0.1" units="cm"/>
      <inkml:brushProperty name="color" value="#FF0066"/>
    </inkml:brush>
  </inkml:definitions>
  <inkml:trace contextRef="#ctx0" brushRef="#br0">168 95 8290 0 0,'0'-6'290'0'0,"-1"1"1"0"0,0 0-1 0 0,-1 0 0 0 0,1 0 1 0 0,-1 1-1 0 0,0-1 1 0 0,0 0-1 0 0,0 1 1 0 0,-1-1-1 0 0,1 1 1 0 0,-1-1-1 0 0,0 1 0 0 0,-1 0 1 0 0,1 1-1 0 0,-7-7 1 0 0,9 9-247 0 0,-1-1 0 0 0,1 1-1 0 0,-1 0 1 0 0,1-1 0 0 0,-1 1 0 0 0,1 0 0 0 0,-1 0 0 0 0,0 0 0 0 0,0 0 0 0 0,0 0 0 0 0,0 1 0 0 0,1-1 0 0 0,-1 1 0 0 0,0-1 0 0 0,0 1 0 0 0,0-1 0 0 0,0 1-1 0 0,0 0 1 0 0,0 0 0 0 0,0 0 0 0 0,0 0 0 0 0,0 1 0 0 0,0-1 0 0 0,0 0 0 0 0,0 1 0 0 0,0-1 0 0 0,0 1 0 0 0,0 0 0 0 0,0 0 0 0 0,0-1 0 0 0,1 1-1 0 0,-1 1 1 0 0,0-1 0 0 0,1 0 0 0 0,-1 0 0 0 0,1 0 0 0 0,-1 1 0 0 0,1-1 0 0 0,-1 1 0 0 0,1-1 0 0 0,-2 4 0 0 0,-2 6 373 0 0,0 0 1 0 0,1 0-1 0 0,1 0 0 0 0,0 0 1 0 0,0 0-1 0 0,1 1 0 0 0,0-1 1 0 0,0 17-1 0 0,0-9-60 0 0,-12 358 1778 0 0,12-178-1944 0 0,-3 380-761 0 0,11-457 563 0 0,5-1 1 0 0,47 209-1 0 0,-54-314-167 0 0,-4-10-7 0 0,2 0 0 0 0,-1 0 1 0 0,0 0-1 0 0,1-1 0 0 0,0 1 0 0 0,1 0 0 0 0,-1-1 0 0 0,1 1 1 0 0,0-1-1 0 0,7 9 0 0 0,-5-10-947 0 0</inkml:trace>
</inkml:ink>
</file>

<file path=ppt/ink/ink3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12.973"/>
    </inkml:context>
    <inkml:brush xml:id="br0">
      <inkml:brushProperty name="width" value="0.1" units="cm"/>
      <inkml:brushProperty name="height" value="0.1" units="cm"/>
      <inkml:brushProperty name="color" value="#FF0066"/>
    </inkml:brush>
  </inkml:definitions>
  <inkml:trace contextRef="#ctx0" brushRef="#br0">5 395 2761 0 0,'0'0'8'0'0,"-1"0"1"0"0,1 0 0 0 0,0 0-1 0 0,0 0 1 0 0,-1-1 0 0 0,1 1-1 0 0,0 0 1 0 0,0 0 0 0 0,-1-1-1 0 0,1 1 1 0 0,0 0 0 0 0,0 0-1 0 0,0-1 1 0 0,0 1 0 0 0,-1 0-1 0 0,1-1 1 0 0,0 1-1 0 0,0 0 1 0 0,0-1 0 0 0,0 1-1 0 0,0 0 1 0 0,0 0 0 0 0,0-1-1 0 0,0 1 1 0 0,0 0 0 0 0,0-1-1 0 0,0 1 1 0 0,0 0 0 0 0,0-1-1 0 0,0 1 1 0 0,0 0 0 0 0,0-1-1 0 0,0 1 1 0 0,1 0 0 0 0,-1-1-1 0 0,0 1 1 0 0,0 0 0 0 0,0 0-1 0 0,1-1 1 0 0,13-12 213 0 0,23-6 445 0 0,33-4 2517 0 0,1 2 0 0 0,131-19 0 0 0,-192 38-3020 0 0,439-41 978 0 0,-298 33-1449 0 0,64-2-1 0 0,170-16-240 0 0,-182 5 544 0 0,901-86-56 0 0,-532 104 428 0 0,-153 8-79 0 0,-113-22 754 0 0,-16 1 382 0 0,-197 16-1163 0 0,105 12 0 0 0,-134-3-275 0 0,481 28 754 0 0,-219-46 131 0 0,74-1 200 0 0,-236 7-1033 0 0,-85 1 27 0 0,1 3 0 0 0,99 12-1 0 0,143 16 468 0 0,-202-20-534 0 0,-5 3 85 0 0,66 3-212 0 0,13-2-375 0 0,1 0 982 0 0,212 7 484 0 0,-194-6-436 0 0,11-7-442 0 0,-128-10-4127 0 0</inkml:trace>
</inkml:ink>
</file>

<file path=ppt/ink/ink3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14.783"/>
    </inkml:context>
    <inkml:brush xml:id="br0">
      <inkml:brushProperty name="width" value="0.1" units="cm"/>
      <inkml:brushProperty name="height" value="0.1" units="cm"/>
      <inkml:brushProperty name="color" value="#FF0066"/>
    </inkml:brush>
  </inkml:definitions>
  <inkml:trace contextRef="#ctx0" brushRef="#br0">1563 229 7370 0 0,'0'0'568'0'0,"-31"18"3685"0"0,-57 15 1423 0 0,67-26-5330 0 0,1-1 0 0 0,-1-1-1 0 0,0-1 1 0 0,-35 2 0 0 0,-7-1-66 0 0,-72 15 0 0 0,10 0-1256 0 0,95-18 853 0 0,-1 0-1 0 0,0-3 1 0 0,-51-5-1 0 0,-92-26-2544 0 0,45 7 785 0 0,121 24 1828 0 0,-12-1 180 0 0,0-1 0 0 0,1-1 1 0 0,-1-1-1 0 0,1 0 0 0 0,0-2 0 0 0,0 0 1 0 0,-30-17-1 0 0,-3 0 565 0 0,42 20-348 0 0,1 1 1 0 0,0-1 0 0 0,0-1 0 0 0,0 0 0 0 0,1 0 0 0 0,-15-12 0 0 0,22 14-240 0 0,-1 0 0 0 0,1 0 0 0 0,0 0 0 0 0,0 0 1 0 0,0-1-1 0 0,1 1 0 0 0,-1 0 0 0 0,1-1 0 0 0,-1 1 0 0 0,1 0 1 0 0,0-1-1 0 0,1 1 0 0 0,-1 0 0 0 0,1-1 0 0 0,0-4 0 0 0,1-25-17 0 0,-3 28-116 0 0,0-1 1 0 0,0 1-1 0 0,0 0 0 0 0,-1 0 0 0 0,0 1 0 0 0,-5-10 1 0 0,7 13 18 0 0,-1 0 1 0 0,1 1 0 0 0,-1-1-1 0 0,1 0 1 0 0,-1 1 0 0 0,1-1-1 0 0,-1 0 1 0 0,1 1 0 0 0,-1-1-1 0 0,0 1 1 0 0,1 0 0 0 0,-1-1-1 0 0,0 1 1 0 0,1-1 0 0 0,-1 1-1 0 0,0 0 1 0 0,0-1 0 0 0,1 1-1 0 0,-1 0 1 0 0,0 0 0 0 0,-1 0-1 0 0,1 0 7 0 0,0 0 0 0 0,0 1 0 0 0,-1-1 0 0 0,1 1 0 0 0,0-1-1 0 0,0 1 1 0 0,0-1 0 0 0,0 1 0 0 0,0 0 0 0 0,0 0 0 0 0,0-1 0 0 0,0 1-1 0 0,0 0 1 0 0,0 0 0 0 0,0 0 0 0 0,0 0 0 0 0,1 0 0 0 0,-2 2-1 0 0,-13 16 306 0 0,1 2-1 0 0,1-1 1 0 0,1 2 0 0 0,1 0-1 0 0,-14 39 1 0 0,24-59-347 0 0,0 0 0 0 0,0 0 0 0 0,0-1 1 0 0,0 1-1 0 0,0 0 0 0 0,0-1 0 0 0,0 1 0 0 0,-1-1 1 0 0,1 0-1 0 0,0 1 0 0 0,-1-1 0 0 0,0 0 1 0 0,1 0-1 0 0,-1 0 0 0 0,1 0 0 0 0,-3 1 1 0 0,4-2 23 0 0,-1 0 0 0 0,1 0 1 0 0,-1 1-1 0 0,1-1 1 0 0,-1 0-1 0 0,1 0 0 0 0,-1 0 1 0 0,1 0-1 0 0,-1 0 0 0 0,1 0 1 0 0,0 0-1 0 0,-1 0 0 0 0,1 0 1 0 0,-1 0-1 0 0,1 0 0 0 0,-1 0 1 0 0,1 0-1 0 0,-1 0 1 0 0,1 0-1 0 0,-1 0 0 0 0,1-1 1 0 0,0 1-1 0 0,-1 0 0 0 0,0-1 1 0 0,1 1 9 0 0,0-1 0 0 0,-1 1 0 0 0,1-1 1 0 0,0 0-1 0 0,-1 0 0 0 0,1 1 0 0 0,0-1 1 0 0,0 0-1 0 0,0 1 0 0 0,0-1 0 0 0,0 0 1 0 0,0 0-1 0 0,0 1 0 0 0,0-1 0 0 0,0 0 0 0 0,0 0 1 0 0,0 1-1 0 0,0-1 0 0 0,1 0 0 0 0,-1 1 1 0 0,1-2-1 0 0,11-63 18 0 0,3-9 169 0 0,-13 68-74 0 0,0 0 0 0 0,1 0 0 0 0,0 0 1 0 0,0 0-1 0 0,0 0 0 0 0,1 0 1 0 0,-1 1-1 0 0,1 0 0 0 0,6-6 0 0 0,-9 10-54 0 0,0 0 1 0 0,0 0-1 0 0,0 0 0 0 0,0 1 0 0 0,0-1 0 0 0,0 0 0 0 0,0 1 0 0 0,0-1 0 0 0,0 1 0 0 0,0-1 0 0 0,0 1 0 0 0,1 0 0 0 0,-1-1 0 0 0,0 1 0 0 0,0 0 0 0 0,1 0 0 0 0,-1 0 0 0 0,0 0 0 0 0,0 0 0 0 0,1 0 0 0 0,-1 0 0 0 0,0 0 0 0 0,0 0 0 0 0,0 1 0 0 0,1-1 1 0 0,-1 0-1 0 0,0 1 0 0 0,0-1 0 0 0,0 1 0 0 0,0-1 0 0 0,0 1 0 0 0,0 0 0 0 0,0 0 0 0 0,0-1 0 0 0,2 3 0 0 0,4 3 67 0 0,-1 1 1 0 0,1-1-1 0 0,-1 2 1 0 0,5 7-1 0 0,6 6-27 0 0,3-1 65 0 0,30 22 1 0 0,-44-37-128 0 0,1 0 1 0 0,-1-1-1 0 0,1 1 1 0 0,0-2-1 0 0,0 1 1 0 0,1-1-1 0 0,-1 0 1 0 0,1-1 0 0 0,11 3-1 0 0,-17-5-55 0 0,1 0-1 0 0,-1 0 1 0 0,0 0-1 0 0,0 0 1 0 0,0-1-1 0 0,0 1 1 0 0,1-1-1 0 0,-1 1 1 0 0,0-1-1 0 0,0 0 1 0 0,0 0 0 0 0,0 0-1 0 0,2-2 1 0 0,7-2-640 0 0,-1 2 254 0 0</inkml:trace>
</inkml:ink>
</file>

<file path=ppt/ink/ink3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16.376"/>
    </inkml:context>
    <inkml:brush xml:id="br0">
      <inkml:brushProperty name="width" value="0.1" units="cm"/>
      <inkml:brushProperty name="height" value="0.1" units="cm"/>
      <inkml:brushProperty name="color" value="#FF0066"/>
    </inkml:brush>
  </inkml:definitions>
  <inkml:trace contextRef="#ctx0" brushRef="#br0">15 1383 5985 0 0,'-11'26'921'0'0,"11"-26"-805"0"0,-1 1-1 0 0,1-1 1 0 0,-1 1-1 0 0,1 0 0 0 0,0-1 1 0 0,0 1-1 0 0,-1 0 1 0 0,1 0-1 0 0,0-1 0 0 0,0 1 1 0 0,0 0-1 0 0,0 0 1 0 0,-1-1-1 0 0,1 1 1 0 0,0 0-1 0 0,0 0 0 0 0,1-1 1 0 0,-1 1-1 0 0,0 0 1 0 0,0 0-1 0 0,0-1 1 0 0,0 1-1 0 0,1 0 0 0 0,-1 0 1 0 0,0-1-1 0 0,1 1 1 0 0,-1 0-1 0 0,1-1 0 0 0,0 2 1 0 0,2-4 228 0 0,1 1 0 0 0,-1-1 0 0 0,0 0 0 0 0,0-1 0 0 0,0 1 0 0 0,0 0 0 0 0,0-1 0 0 0,0 0 0 0 0,0 0 0 0 0,3-5 0 0 0,-5 7-181 0 0,17-22 1305 0 0,0 0 0 0 0,18-34 0 0 0,49-115 431 0 0,-46 87-1475 0 0,177-336 174 0 0,-178 344-360 0 0,-4 0 0 0 0,36-120 0 0 0,-10 25 87 0 0,-48 126-291 0 0,-11 43-33 0 0,-1 1 0 0 0,1 0 0 0 0,-1 0 0 0 0,0 0 0 0 0,0-1 0 0 0,0 1 0 0 0,0 0 0 0 0,-1 0 0 0 0,1-1 0 0 0,-1 1 0 0 0,1 0 0 0 0,-1 0 0 0 0,0 0 0 0 0,1 0 0 0 0,-1 0 0 0 0,0 0 0 0 0,-1 0 0 0 0,-1-3 0 0 0,1 5-41 0 0,1 0 0 0 0,-1 0 1 0 0,0 0-1 0 0,1 0 0 0 0,-1 0 1 0 0,1 1-1 0 0,-1-1 0 0 0,0 1 0 0 0,1-1 1 0 0,-1 1-1 0 0,1 0 0 0 0,-1-1 1 0 0,1 1-1 0 0,0 0 0 0 0,-1 0 1 0 0,1 0-1 0 0,0 0 0 0 0,0 0 0 0 0,-1 0 1 0 0,0 2-1 0 0,-4 2-54 0 0,-87 69-49 0 0,-21 15-114 0 0,94-75 223 0 0,-1-1 0 0 0,-1-1 0 0 0,-39 17 0 0 0,45-26 6 0 0,16-3 26 0 0,0-1 1 0 0,0 1-1 0 0,-1 0 1 0 0,1 0-1 0 0,0-1 1 0 0,0 1-1 0 0,-1 0 1 0 0,1 0 0 0 0,0-1-1 0 0,0 1 1 0 0,0 0-1 0 0,0-1 1 0 0,0 1-1 0 0,0 0 1 0 0,-1 0-1 0 0,1-1 1 0 0,0 1 0 0 0,0 0-1 0 0,0-1 1 0 0,0 1-1 0 0,0 0 1 0 0,0-1-1 0 0,0 1 1 0 0,0 0-1 0 0,0-1 1 0 0,0 1 0 0 0,1 0-1 0 0,-1-1 1 0 0,0 1-1 0 0,0 0 1 0 0,0 0-1 0 0,0-1 1 0 0,0 1-1 0 0,0 0 1 0 0,1-1 0 0 0,-1 0-79 0 0,4-2-1 0 0,199-160 62 0 0,-170 138 295 0 0,-20 16 49 0 0,0-1 1 0 0,0 2 0 0 0,1-1-1 0 0,25-9 1 0 0,-38 18-311 0 0,-1 0-1 0 0,1 0 1 0 0,0 0 0 0 0,0 0-1 0 0,-1 0 1 0 0,1 0 0 0 0,0 1-1 0 0,0-1 1 0 0,-1 0 0 0 0,1 1-1 0 0,0-1 1 0 0,-1 0 0 0 0,1 1 0 0 0,0-1-1 0 0,-1 1 1 0 0,1-1 0 0 0,0 1-1 0 0,-1-1 1 0 0,1 1 0 0 0,-1 0-1 0 0,1-1 1 0 0,-1 1 0 0 0,0-1-1 0 0,1 1 1 0 0,-1 0 0 0 0,0 0-1 0 0,1-1 1 0 0,-1 1 0 0 0,0 0 0 0 0,0 0-1 0 0,1-1 1 0 0,-1 1 0 0 0,0 0-1 0 0,0 1 1 0 0,5 28 202 0 0,-4-11-65 0 0,11 86 461 0 0,-10-91-508 0 0,2-1 0 0 0,-1 0 1 0 0,2-1-1 0 0,0 1 1 0 0,12 23-1 0 0,1-9-41 0 0,1 3-890 0 0,-9-8-6131 0 0</inkml:trace>
</inkml:ink>
</file>

<file path=ppt/ink/ink3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24.818"/>
    </inkml:context>
    <inkml:brush xml:id="br0">
      <inkml:brushProperty name="width" value="0.1" units="cm"/>
      <inkml:brushProperty name="height" value="0.1" units="cm"/>
      <inkml:brushProperty name="color" value="#FF0066"/>
    </inkml:brush>
  </inkml:definitions>
  <inkml:trace contextRef="#ctx0" brushRef="#br0">289 45 4145 0 0,'-90'2'2386'0'0,"-16"0"1336"0"0,35-6 1810 0 0,50 7-3531 0 0,24-1-1507 0 0,21-1-330 0 0,499-7 797 0 0,-377 6-834 0 0,39 3 0 0 0,207-7 381 0 0,-199-14 195 0 0,85-5-104 0 0,-216 21-364 0 0,0 3-1 0 0,91 13 1 0 0,-130-11-171 0 0,0 2 1 0 0,-1 1-1 0 0,1 0 1 0 0,38 18-1 0 0,-54-19-380 0 0</inkml:trace>
</inkml:ink>
</file>

<file path=ppt/ink/ink3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26.353"/>
    </inkml:context>
    <inkml:brush xml:id="br0">
      <inkml:brushProperty name="width" value="0.1" units="cm"/>
      <inkml:brushProperty name="height" value="0.1" units="cm"/>
      <inkml:brushProperty name="color" value="#FF0066"/>
    </inkml:brush>
  </inkml:definitions>
  <inkml:trace contextRef="#ctx0" brushRef="#br0">25 272 7370 0 0,'-1'-17'1595'0'0,"-1"0"1"0"0,-1-1 0 0 0,0 1 0 0 0,-9-27-1 0 0,8 31-374 0 0,10 57 2549 0 0,1 11-3579 0 0,4 0 62 0 0,1 0 1 0 0,4-1 0 0 0,35 85-1 0 0,-40-115-181 0 0,0-1 0 0 0,2-1 0 0 0,0 0 0 0 0,1-1 0 0 0,2-1 0 0 0,0 0 0 0 0,1-1 0 0 0,1-1 0 0 0,0 0 0 0 0,29 20-1 0 0,-40-33-66 0 0,-1-1 0 0 0,1 0 0 0 0,0 0 0 0 0,0-1-1 0 0,0 0 1 0 0,1 0 0 0 0,-1 0 0 0 0,1-1 0 0 0,0 0-1 0 0,0-1 1 0 0,-1 0 0 0 0,16 1 0 0 0,-18-3 46 0 0,0 0 0 0 0,0 1-1 0 0,0-1 1 0 0,0-1 0 0 0,-1 1 0 0 0,1-1 0 0 0,0 0 0 0 0,-1 0 0 0 0,1 0 0 0 0,-1-1-1 0 0,0 0 1 0 0,0 1 0 0 0,0-1 0 0 0,0-1 0 0 0,0 1 0 0 0,-1-1 0 0 0,0 1 0 0 0,1-1-1 0 0,-1 0 1 0 0,0 0 0 0 0,3-6 0 0 0,3-8 79 0 0,-1 1-1 0 0,0-1 0 0 0,-2 0 1 0 0,0 0-1 0 0,7-38 1 0 0,6-101 211 0 0,-15 121-284 0 0,19-368-1133 0 0,-23 404 887 0 0,3-27-321 0 0</inkml:trace>
</inkml:ink>
</file>

<file path=ppt/ink/ink3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26.780"/>
    </inkml:context>
    <inkml:brush xml:id="br0">
      <inkml:brushProperty name="width" value="0.1" units="cm"/>
      <inkml:brushProperty name="height" value="0.1" units="cm"/>
      <inkml:brushProperty name="color" value="#FF0066"/>
    </inkml:brush>
  </inkml:definitions>
  <inkml:trace contextRef="#ctx0" brushRef="#br0">156 194 5065 0 0,'-6'-15'1249'0'0,"-2"0"0"0"0,1 0-1 0 0,-13-17 1 0 0,17 28-832 0 0,-1-1 0 0 0,1 0 0 0 0,-1 1 0 0 0,0 0-1 0 0,0-1 1 0 0,0 2 0 0 0,-1-1 0 0 0,0 0 0 0 0,1 1 0 0 0,-1 0 0 0 0,0 0-1 0 0,-10-4 1 0 0,14 7-318 0 0,0 0 0 0 0,0 0 0 0 0,0 0 0 0 0,0-1 0 0 0,0 1 0 0 0,0 0 0 0 0,0 0 0 0 0,0 0 0 0 0,0 0 0 0 0,0 1 0 0 0,0-1 0 0 0,0 0 0 0 0,0 0 0 0 0,0 1 0 0 0,0-1 0 0 0,0 0 0 0 0,0 1 0 0 0,0-1 0 0 0,0 1 0 0 0,0 0 0 0 0,0-1 0 0 0,0 1 0 0 0,1-1 0 0 0,-2 2 0 0 0,0 0 5 0 0,0 1 0 0 0,0-1 0 0 0,1 1 0 0 0,-1-1 0 0 0,1 1 0 0 0,-1 0 0 0 0,1 0 0 0 0,-1 4 0 0 0,-1 3-6 0 0,1 0 0 0 0,0 0-1 0 0,1 0 1 0 0,0 13 0 0 0,1-14-58 0 0,1 1 0 0 0,1 0 0 0 0,0-1 0 0 0,0 1 0 0 0,1-1 0 0 0,0 0 0 0 0,0 0 0 0 0,1 0 0 0 0,1 0 0 0 0,-1-1 0 0 0,1 1 0 0 0,1-1 0 0 0,-1-1 0 0 0,1 1 0 0 0,1-1 0 0 0,-1 0 0 0 0,1 0 0 0 0,1 0 0 0 0,-1-1 0 0 0,11 6 0 0 0,-10-7 60 0 0,0 0 0 0 0,0 0-1 0 0,0-1 1 0 0,0 0 0 0 0,1-1-1 0 0,0 1 1 0 0,0-2-1 0 0,0 1 1 0 0,0-1 0 0 0,0-1-1 0 0,0 0 1 0 0,0 0 0 0 0,1-1-1 0 0,-1 0 1 0 0,0 0 0 0 0,1-1-1 0 0,-1 0 1 0 0,0-1 0 0 0,0 0-1 0 0,0-1 1 0 0,11-4-1 0 0,-15 5-79 0 0,-1 0 0 0 0,1-1-1 0 0,-1 1 1 0 0,0-1-1 0 0,0 0 1 0 0,-1-1 0 0 0,1 1-1 0 0,0 0 1 0 0,-1-1-1 0 0,0 0 1 0 0,0 0-1 0 0,0 0 1 0 0,0 0 0 0 0,-1 0-1 0 0,3-7 1 0 0,-2 3 16 0 0,-1 1 1 0 0,0-1-1 0 0,0 1 0 0 0,0-1 1 0 0,-1 0-1 0 0,-1 1 0 0 0,1-1 1 0 0,-1 0-1 0 0,-2-9 0 0 0,1 3-19 0 0,-2 1 0 0 0,1-1 0 0 0,-2 1 0 0 0,0 0 0 0 0,-1 0 0 0 0,0 0 0 0 0,0 0 0 0 0,-2 1 0 0 0,0 0-1 0 0,-15-20 1 0 0,17 26-23 0 0,-1 0-1 0 0,0 0 0 0 0,0 1 1 0 0,-1-1-1 0 0,0 2 0 0 0,-13-8 0 0 0,17 10-207 0 0,-1 0-1 0 0,1 1 0 0 0,-1 0 1 0 0,0 0-1 0 0,1 0 0 0 0,-1 0 1 0 0,-6 0-1 0 0,8 1-243 0 0,0 0-1 0 0,0 0 1 0 0,0 0 0 0 0,0 0 0 0 0,-1 1 0 0 0,1-1-1 0 0,0 1 1 0 0,1-1 0 0 0,-1 1 0 0 0,0 0-1 0 0,0 0 1 0 0,0 0 0 0 0,0 0 0 0 0,-3 2-1 0 0</inkml:trace>
</inkml:ink>
</file>

<file path=ppt/ink/ink3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27.082"/>
    </inkml:context>
    <inkml:brush xml:id="br0">
      <inkml:brushProperty name="width" value="0.1" units="cm"/>
      <inkml:brushProperty name="height" value="0.1" units="cm"/>
      <inkml:brushProperty name="color" value="#FF0066"/>
    </inkml:brush>
  </inkml:definitions>
  <inkml:trace contextRef="#ctx0" brushRef="#br0">1 137 8290 0 0,'4'-54'803'0'0,"2"-28"7101"0"0,-1 122-2393 0 0,13 46-4619 0 0,1 7-838 0 0,-19-93-55 0 0,40 205 101 0 0,-29-166-395 0 0,1 1-1 0 0,2-2 1 0 0,20 40-1 0 0,2-11-4495 0 0,-24-49-1763 0 0</inkml:trace>
</inkml:ink>
</file>

<file path=ppt/ink/ink3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27.574"/>
    </inkml:context>
    <inkml:brush xml:id="br0">
      <inkml:brushProperty name="width" value="0.1" units="cm"/>
      <inkml:brushProperty name="height" value="0.1" units="cm"/>
      <inkml:brushProperty name="color" value="#FF0066"/>
    </inkml:brush>
  </inkml:definitions>
  <inkml:trace contextRef="#ctx0" brushRef="#br0">1 9 11979 0 0,'0'-9'8462'0'0,"11"32"-6729"0"0,15 39-1869 0 0,51 215 784 0 0,-36-115-916 0 0,-35-141-201 0 0,1-1-1 0 0,0 1 0 0 0,15 25 1 0 0,-16-36-653 0 0,0 0 0 0 0,1 0 0 0 0,0 0 0 0 0,13 11 0 0 0,-10-11-789 0 0</inkml:trace>
</inkml:ink>
</file>

<file path=ppt/ink/ink3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28.126"/>
    </inkml:context>
    <inkml:brush xml:id="br0">
      <inkml:brushProperty name="width" value="0.1" units="cm"/>
      <inkml:brushProperty name="height" value="0.1" units="cm"/>
      <inkml:brushProperty name="color" value="#FF0066"/>
    </inkml:brush>
  </inkml:definitions>
  <inkml:trace contextRef="#ctx0" brushRef="#br0">35 172 3225 0 0,'-5'0'533'0'0,"-25"7"3709"0"0,58-7-2024 0 0,37-9-1331 0 0,-1-3-1 0 0,0-3 0 0 0,-1-2 0 0 0,94-39 1 0 0,-9-10 2179 0 0,-148 66-3050 0 0,0 0 0 0 0,0 0 1 0 0,-1 0-1 0 0,1 0 1 0 0,0 0-1 0 0,0 0 0 0 0,0 0 1 0 0,0 0-1 0 0,0 0 0 0 0,0 0 1 0 0,0 0-1 0 0,0 0 0 0 0,0 0 1 0 0,0 0-1 0 0,0 0 0 0 0,-1 0 1 0 0,1 0-1 0 0,0 0 1 0 0,0 0-1 0 0,0 0 0 0 0,0 0 1 0 0,0 0-1 0 0,0 0 0 0 0,0 0 1 0 0,0 0-1 0 0,0 0 0 0 0,0 0 1 0 0,0 0-1 0 0,0 0 0 0 0,0 0 1 0 0,0 0-1 0 0,0 0 1 0 0,0 0-1 0 0,0-1 0 0 0,0 1 1 0 0,-1 0-1 0 0,1 0 0 0 0,0 0 1 0 0,0 0-1 0 0,0 0 0 0 0,0 0 1 0 0,0 0-1 0 0,0 0 0 0 0,0 0 1 0 0,0 0-1 0 0,0 0 0 0 0,0 0 1 0 0,0-1-1 0 0,0 1 1 0 0,0 0-1 0 0,0 0 0 0 0,0 0 1 0 0,1 0-1 0 0,-1 0 0 0 0,0 0 1 0 0,0 0-1 0 0,0 0 0 0 0,-15-1 838 0 0,-16 3 444 0 0,23 0-1242 0 0,0 1-1 0 0,0 0 0 0 0,1 1 0 0 0,-1-1 0 0 0,1 1 1 0 0,0 1-1 0 0,0-1 0 0 0,0 1 0 0 0,1 1 0 0 0,-1-1 0 0 0,1 1 1 0 0,1 0-1 0 0,-1 0 0 0 0,1 1 0 0 0,0 0 0 0 0,0 0 1 0 0,1 0-1 0 0,0 0 0 0 0,-5 14 0 0 0,7-15-74 0 0,0 0 0 0 0,1 0 0 0 0,-1 1-1 0 0,1-1 1 0 0,0 0 0 0 0,1 1 0 0 0,0-1-1 0 0,0 1 1 0 0,0-1 0 0 0,1 1 0 0 0,0-1 0 0 0,0 1-1 0 0,1-1 1 0 0,-1 0 0 0 0,1 0 0 0 0,1 0 0 0 0,-1 0-1 0 0,1 0 1 0 0,0 0 0 0 0,0-1 0 0 0,1 1-1 0 0,0-1 1 0 0,0 0 0 0 0,0 0 0 0 0,9 8 0 0 0,-11-11-28 0 0,0 0 0 0 0,0-1 1 0 0,0 1-1 0 0,0 0 1 0 0,0-1-1 0 0,0 1 0 0 0,1-1 1 0 0,-1 0-1 0 0,0 0 0 0 0,1 0 1 0 0,0 0-1 0 0,-1 0 1 0 0,1 0-1 0 0,-1-1 0 0 0,1 1 1 0 0,0-1-1 0 0,-1 0 1 0 0,1 0-1 0 0,0 0 0 0 0,4 0 1 0 0,-4-1 24 0 0,1-1 0 0 0,-1 1-1 0 0,1-1 1 0 0,-1 1 0 0 0,1-1 0 0 0,-1 0 0 0 0,0 0 0 0 0,0 0 0 0 0,0-1 0 0 0,0 1 0 0 0,0-1 0 0 0,4-5 0 0 0,3-6 42 0 0,0-1 1 0 0,-1 0 0 0 0,-1 0 0 0 0,0 0-1 0 0,6-20 1 0 0,0-6 40 0 0,7-19 742 0 0,-21 60-772 0 0,0-1 0 0 0,0 1 0 0 0,0-1-1 0 0,1 1 1 0 0,-1-1 0 0 0,0 1 0 0 0,0-1-1 0 0,1 1 1 0 0,-1-1 0 0 0,0 1 0 0 0,1-1 0 0 0,-1 1-1 0 0,0 0 1 0 0,1-1 0 0 0,-1 1 0 0 0,0-1-1 0 0,1 1 1 0 0,-1 0 0 0 0,1 0 0 0 0,-1-1-1 0 0,1 1 1 0 0,-1 0 0 0 0,1 0 0 0 0,-1-1 0 0 0,1 1-1 0 0,-1 0 1 0 0,1 0 0 0 0,-1 0 0 0 0,1 0-1 0 0,-1 0 1 0 0,1 0 0 0 0,0 0 0 0 0,-1 0 0 0 0,2 0-1 0 0,-1 1-1 0 0,0 0 0 0 0,0 0-1 0 0,0 0 1 0 0,1 0 0 0 0,-1 0 0 0 0,0 0-1 0 0,0 0 1 0 0,0 0 0 0 0,-1 0-1 0 0,1 1 1 0 0,0-1 0 0 0,1 2-1 0 0,14 42 87 0 0,-11-27-130 0 0,0 0 0 0 0,1 0 0 0 0,1-1 1 0 0,1 0-1 0 0,1 0 0 0 0,12 18 0 0 0,11 4-2341 0 0,7-6-3373 0 0,-18-18-540 0 0</inkml:trace>
</inkml:ink>
</file>

<file path=ppt/ink/ink3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28.603"/>
    </inkml:context>
    <inkml:brush xml:id="br0">
      <inkml:brushProperty name="width" value="0.1" units="cm"/>
      <inkml:brushProperty name="height" value="0.1" units="cm"/>
      <inkml:brushProperty name="color" value="#FF0066"/>
    </inkml:brush>
  </inkml:definitions>
  <inkml:trace contextRef="#ctx0" brushRef="#br0">170 34 456 0 0,'-1'-1'283'0'0,"1"-1"0"0"0,-1 0 1 0 0,0 0-1 0 0,0 1 0 0 0,0-1 0 0 0,-1 0 0 0 0,1 1 0 0 0,0 0 0 0 0,-1-1 0 0 0,1 1 1 0 0,-1-1-1 0 0,1 1 0 0 0,-1 0 0 0 0,1 0 0 0 0,-1 0 0 0 0,0 0 0 0 0,0 0 1 0 0,1 1-1 0 0,-1-1 0 0 0,0 0 0 0 0,0 1 0 0 0,0-1 0 0 0,0 1 0 0 0,0 0 1 0 0,0-1-1 0 0,0 1 0 0 0,0 0 0 0 0,0 0 0 0 0,0 1 0 0 0,1-1 0 0 0,-1 0 1 0 0,0 0-1 0 0,0 1 0 0 0,0 0 0 0 0,0-1 0 0 0,0 1 0 0 0,0 0 0 0 0,1 0 1 0 0,-1 0-1 0 0,0 0 0 0 0,1 0 0 0 0,-1 0 0 0 0,-1 2 0 0 0,-5 2 350 0 0,1 1 0 0 0,0 0 0 0 0,0 1 0 0 0,1-1 0 0 0,0 1 0 0 0,0 0 0 0 0,-9 15 1 0 0,8-9-236 0 0,1-1 1 0 0,0 1 0 0 0,-4 14-1 0 0,9-24-357 0 0,0-1-1 0 0,0 1 0 0 0,0-1 0 0 0,1 1 0 0 0,-1 0 0 0 0,1-1 0 0 0,-1 1 0 0 0,1-1 0 0 0,0 1 0 0 0,0 0 0 0 0,0-1 0 0 0,1 1 0 0 0,-1 0 0 0 0,0-1 0 0 0,1 1 0 0 0,0-1 1 0 0,0 1-1 0 0,0-1 0 0 0,0 1 0 0 0,0-1 0 0 0,0 1 0 0 0,0-1 0 0 0,1 0 0 0 0,1 3 0 0 0,-2-5-38 0 0,-1 1 0 0 0,1-1 0 0 0,-1 1 1 0 0,1-1-1 0 0,-1 1 0 0 0,1-1 0 0 0,0 1 0 0 0,-1-1 0 0 0,1 0 0 0 0,0 1 0 0 0,-1-1 0 0 0,1 0 1 0 0,0 0-1 0 0,-1 0 0 0 0,1 1 0 0 0,0-1 0 0 0,0 0 0 0 0,-1 0 0 0 0,1 0 0 0 0,0 0 1 0 0,-1 0-1 0 0,1 0 0 0 0,0 0 0 0 0,0 0 0 0 0,-1-1 0 0 0,1 1 0 0 0,0 0 0 0 0,-1 0 1 0 0,1 0-1 0 0,0-1 0 0 0,1 0-14 0 0,-1 0 1 0 0,0-1-1 0 0,0 1 0 0 0,0 0 1 0 0,0-1-1 0 0,0 1 0 0 0,0-1 1 0 0,0 1-1 0 0,-1-1 1 0 0,1 1-1 0 0,-1-1 0 0 0,2-2 1 0 0,5-50-78 0 0,-7 52 131 0 0,1-17 177 0 0,1 1 0 0 0,5-21 0 0 0,-6 35-173 0 0,0 0 0 0 0,0 1-1 0 0,0-1 1 0 0,0 0 0 0 0,1 0-1 0 0,0 0 1 0 0,-1 1 0 0 0,1-1-1 0 0,1 1 1 0 0,-1-1 0 0 0,0 1-1 0 0,1 0 1 0 0,0 0 0 0 0,0 0-1 0 0,0 0 1 0 0,4-3 0 0 0,-5 6-25 0 0,0-1 0 0 0,-1 0 0 0 0,1 1-1 0 0,0-1 1 0 0,0 1 0 0 0,0-1 0 0 0,0 1 0 0 0,0 0 0 0 0,0 0 0 0 0,0 0 0 0 0,0 0 0 0 0,0 0 0 0 0,0 1 0 0 0,0-1 0 0 0,0 1 0 0 0,0-1 0 0 0,0 1 0 0 0,-1-1 0 0 0,1 1 0 0 0,0 0 0 0 0,0 0 0 0 0,-1 0 0 0 0,1 0 0 0 0,0 0-1 0 0,-1 1 1 0 0,3 1 0 0 0,5 6 41 0 0,0-1-1 0 0,-1 1 0 0 0,9 14 1 0 0,-4-6-69 0 0,-5-8 64 0 0,12 14-114 0 0,-1 1 0 0 0,0 0 0 0 0,-2 2-1 0 0,14 27 1 0 0,-28-45 42 0 0,1-1 0 0 0,-1 1 0 0 0,-1 0-1 0 0,1 1 1 0 0,-1-1 0 0 0,-1 0 0 0 0,1 0 0 0 0,-2 1 0 0 0,1-1-1 0 0,-1 1 1 0 0,0-1 0 0 0,-1 1 0 0 0,0-1 0 0 0,0 0 0 0 0,-1 1-1 0 0,0-1 1 0 0,0 0 0 0 0,-1 0 0 0 0,-5 11 0 0 0,0-4 21 0 0,0-1 1 0 0,-2 1 0 0 0,0-1-1 0 0,0-1 1 0 0,-1 0 0 0 0,-1-1-1 0 0,0 0 1 0 0,-1 0 0 0 0,0-1-1 0 0,-1-1 1 0 0,0-1 0 0 0,0 0-1 0 0,-29 14 1 0 0,24-17-620 0 0</inkml:trace>
</inkml:ink>
</file>

<file path=ppt/ink/ink3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29.052"/>
    </inkml:context>
    <inkml:brush xml:id="br0">
      <inkml:brushProperty name="width" value="0.1" units="cm"/>
      <inkml:brushProperty name="height" value="0.1" units="cm"/>
      <inkml:brushProperty name="color" value="#FF0066"/>
    </inkml:brush>
  </inkml:definitions>
  <inkml:trace contextRef="#ctx0" brushRef="#br0">1 268 1376 0 0,'0'1'296'0'0,"0"0"1"0"0,0 0-1 0 0,0 0 0 0 0,0 1 0 0 0,0-1 0 0 0,0 0 1 0 0,0 0-1 0 0,1 0 0 0 0,-1 0 0 0 0,0 0 0 0 0,0 0 1 0 0,1 0-1 0 0,-1 0 0 0 0,1 0 0 0 0,-1 0 0 0 0,1 0 1 0 0,0 0-1 0 0,-1 0 0 0 0,1 0 0 0 0,0-1 0 0 0,-1 1 1 0 0,1 0-1 0 0,0 0 0 0 0,0-1 0 0 0,0 1 0 0 0,0 0 1 0 0,0-1-1 0 0,0 1 0 0 0,0-1 0 0 0,0 1 0 0 0,0-1 1 0 0,0 0-1 0 0,0 1 0 0 0,0-1 0 0 0,0 0 0 0 0,0 0 1 0 0,0 0-1 0 0,1 0 0 0 0,1 0 30 0 0,-1 0 1 0 0,0 0-1 0 0,1-1 0 0 0,-1 1 0 0 0,0-1 1 0 0,1 1-1 0 0,-1-1 0 0 0,0 0 0 0 0,0 0 1 0 0,0 0-1 0 0,0 0 0 0 0,0-1 1 0 0,0 1-1 0 0,0 0 0 0 0,0-1 0 0 0,2-2 1 0 0,5-7 45 0 0,0-1 0 0 0,-1 0 1 0 0,-1 0-1 0 0,0-1 0 0 0,-1 0 1 0 0,0 0-1 0 0,7-27 0 0 0,-9 29-305 0 0,-2-1 0 0 0,1 1-1 0 0,-2-1 1 0 0,1 0-1 0 0,-2 0 1 0 0,1 0 0 0 0,-2 0-1 0 0,1 1 1 0 0,-6-24-1 0 0,6 34-62 0 0,0 1-1 0 0,0-1 1 0 0,0 1-1 0 0,0-1 1 0 0,0 0 0 0 0,0 1-1 0 0,-1-1 1 0 0,1 1-1 0 0,0-1 1 0 0,0 1-1 0 0,-1-1 1 0 0,1 1-1 0 0,0-1 1 0 0,-1 1-1 0 0,1-1 1 0 0,-1 1-1 0 0,1-1 1 0 0,-1 1-1 0 0,1 0 1 0 0,0-1-1 0 0,-1 1 1 0 0,1 0-1 0 0,-1-1 1 0 0,0 1 0 0 0,1 0-1 0 0,-1 0 1 0 0,1 0-1 0 0,-1-1 1 0 0,1 1-1 0 0,-1 0 1 0 0,0 0-1 0 0,1 0 1 0 0,-1 0-1 0 0,0 0 1 0 0,-1 0 16 0 0,0 1 0 0 0,0 0 0 0 0,0-1 0 0 0,1 1-1 0 0,-1 0 1 0 0,0 0 0 0 0,1 0 0 0 0,-1 0 0 0 0,0 0 0 0 0,-2 3 0 0 0,-29 36 283 0 0,27-29-291 0 0,0-1 0 0 0,1 1 0 0 0,1 0 1 0 0,0 0-1 0 0,0 0 0 0 0,1 0 0 0 0,1 1 0 0 0,0 0 0 0 0,0-1 1 0 0,1 1-1 0 0,1 0 0 0 0,0 0 0 0 0,0 0 0 0 0,1-1 0 0 0,4 19 1 0 0,-3-22-4 0 0,0 0 0 0 0,1 1 0 0 0,0-2 0 0 0,0 1 0 0 0,1 0 1 0 0,0-1-1 0 0,0 1 0 0 0,1-1 0 0 0,0 0 0 0 0,0-1 0 0 0,1 1 1 0 0,0-1-1 0 0,0 0 0 0 0,0 0 0 0 0,1-1 0 0 0,-1 0 0 0 0,1 0 0 0 0,1-1 1 0 0,-1 1-1 0 0,1-2 0 0 0,-1 1 0 0 0,11 2 0 0 0,-8-3-30 0 0,0 0 0 0 0,0-1 0 0 0,0-1 0 0 0,1 0 0 0 0,-1 0 0 0 0,0-1 0 0 0,1 0 0 0 0,-1-1 0 0 0,0 0 0 0 0,16-3 0 0 0,-3-3-779 0 0,0 0 0 0 0,-1-2 0 0 0,31-15 0 0 0,-14 4-6376 0 0</inkml:trace>
</inkml:ink>
</file>

<file path=ppt/ink/ink3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31.176"/>
    </inkml:context>
    <inkml:brush xml:id="br0">
      <inkml:brushProperty name="width" value="0.1" units="cm"/>
      <inkml:brushProperty name="height" value="0.1" units="cm"/>
      <inkml:brushProperty name="color" value="#FF0066"/>
    </inkml:brush>
  </inkml:definitions>
  <inkml:trace contextRef="#ctx0" brushRef="#br0">145 11 8290 0 0,'-44'-5'3709'0'0,"-56"0"-1"0"0,118 10-588 0 0,72 19-2980 0 0,27-7 34 0 0,130 1 0 0 0,121-16 404 0 0,-103-2-203 0 0,-109 2-129 0 0,692 28 450 0 0,125 4 667 0 0,-401-67-465 0 0,-383 17-836 0 0,-159 13-65 0 0,-1 0 0 0 0,47-13-1 0 0,-21-5-2901 0 0</inkml:trace>
</inkml:ink>
</file>

<file path=ppt/ink/ink3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32.207"/>
    </inkml:context>
    <inkml:brush xml:id="br0">
      <inkml:brushProperty name="width" value="0.1" units="cm"/>
      <inkml:brushProperty name="height" value="0.1" units="cm"/>
      <inkml:brushProperty name="color" value="#FF0066"/>
    </inkml:brush>
  </inkml:definitions>
  <inkml:trace contextRef="#ctx0" brushRef="#br0">399 50 10594 0 0,'-15'-8'840'0'0,"1"1"0"0"0,-1 0 0 0 0,0 2 0 0 0,-1-1 0 0 0,1 2 0 0 0,-1 0 0 0 0,0 1-1 0 0,0 1 1 0 0,-22-1 0 0 0,27 3-630 0 0,0 0 0 0 0,1 0 1 0 0,-1 2-1 0 0,1-1 0 0 0,-1 1 0 0 0,1 1 0 0 0,0 0 0 0 0,0 0 0 0 0,0 1 1 0 0,0 1-1 0 0,1-1 0 0 0,-1 1 0 0 0,1 1 0 0 0,0 0 0 0 0,-10 9 0 0 0,14-10-189 0 0,0-1 0 0 0,1 1 0 0 0,-1 1 0 0 0,1-1 0 0 0,0 0 0 0 0,1 1-1 0 0,0 0 1 0 0,-1 0 0 0 0,2 0 0 0 0,-1 0 0 0 0,1 0 0 0 0,0 1 0 0 0,0-1-1 0 0,1 1 1 0 0,-1 0 0 0 0,2-1 0 0 0,-1 1 0 0 0,1 0 0 0 0,0-1 0 0 0,0 1-1 0 0,1 0 1 0 0,0-1 0 0 0,0 1 0 0 0,0-1 0 0 0,1 1 0 0 0,4 9 0 0 0,-1-4-19 0 0,0 0 1 0 0,1-1-1 0 0,0 0 1 0 0,1 0-1 0 0,0 0 1 0 0,1-1-1 0 0,0 0 1 0 0,0-1 0 0 0,1 0-1 0 0,1 0 1 0 0,-1-1-1 0 0,2 0 1 0 0,11 7-1 0 0,-5-6 1 0 0,0-1 0 0 0,0-1 0 0 0,1-1 0 0 0,0 0 0 0 0,0-1 0 0 0,1-1 0 0 0,-1-1 0 0 0,1-1 0 0 0,0 0 0 0 0,0-1 0 0 0,0-1 1 0 0,0-1-1 0 0,-1-1 0 0 0,30-6 0 0 0,-32 5-1 0 0,0-2 1 0 0,-1 0-1 0 0,1-1 1 0 0,-1 0-1 0 0,0-1 1 0 0,-1 0 0 0 0,22-16-1 0 0,-27 16-1 0 0,0-1 0 0 0,0 0-1 0 0,0 0 1 0 0,-1-1 0 0 0,-1 0 0 0 0,1 0-1 0 0,-1-1 1 0 0,-1 0 0 0 0,0 0-1 0 0,0 0 1 0 0,3-12 0 0 0,-7 19-119 0 0,-1 0 1 0 0,0 0 0 0 0,0 0-1 0 0,0 0 1 0 0,0 0-1 0 0,0 0 1 0 0,-1 0 0 0 0,0-1-1 0 0,1 1 1 0 0,-1 0-1 0 0,0 0 1 0 0,0 0-1 0 0,-1 0 1 0 0,1-1 0 0 0,-1 1-1 0 0,0 0 1 0 0,1 0-1 0 0,-1 0 1 0 0,-1 0-1 0 0,-2-5 1 0 0,0 3-770 0 0</inkml:trace>
</inkml:ink>
</file>

<file path=ppt/ink/ink3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32.661"/>
    </inkml:context>
    <inkml:brush xml:id="br0">
      <inkml:brushProperty name="width" value="0.1" units="cm"/>
      <inkml:brushProperty name="height" value="0.1" units="cm"/>
      <inkml:brushProperty name="color" value="#FF0066"/>
    </inkml:brush>
  </inkml:definitions>
  <inkml:trace contextRef="#ctx0" brushRef="#br0">42 1 2304 0 0,'-37'2'11726'0'0,"32"18"-16914"0"0</inkml:trace>
</inkml:ink>
</file>

<file path=ppt/ink/ink3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32.819"/>
    </inkml:context>
    <inkml:brush xml:id="br0">
      <inkml:brushProperty name="width" value="0.1" units="cm"/>
      <inkml:brushProperty name="height" value="0.1" units="cm"/>
      <inkml:brushProperty name="color" value="#FF0066"/>
    </inkml:brush>
  </inkml:definitions>
  <inkml:trace contextRef="#ctx0" brushRef="#br0">0 0 6209 0 0,'0'0'0'0'0,"0"2"0"0"0,2-4 0 0 0</inkml:trace>
</inkml:ink>
</file>

<file path=ppt/ink/ink3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33.248"/>
    </inkml:context>
    <inkml:brush xml:id="br0">
      <inkml:brushProperty name="width" value="0.1" units="cm"/>
      <inkml:brushProperty name="height" value="0.1" units="cm"/>
      <inkml:brushProperty name="color" value="#FF0066"/>
    </inkml:brush>
  </inkml:definitions>
  <inkml:trace contextRef="#ctx0" brushRef="#br0">0 69 1840 0 0,'4'-23'11525'0'0,"-3"22"-11165"0"0,0 0-69 0 0,0 0 0 0 0,0 0 1 0 0,0 0-1 0 0,0 0 1 0 0,0 0-1 0 0,0 1 0 0 0,0-1 1 0 0,0 0-1 0 0,0 0 0 0 0,0 1 1 0 0,0-1-1 0 0,1 1 1 0 0,-1-1-1 0 0,0 1 0 0 0,0-1 1 0 0,1 1-1 0 0,0 0 0 0 0,4 2 62 0 0,-2 1 0 0 0,1 0 0 0 0,0 0 0 0 0,0 1 0 0 0,-1-1 0 0 0,0 1 0 0 0,0 0 0 0 0,0 0 0 0 0,6 8 0 0 0,-1-1 17 0 0,4 5-172 0 0,-1 0 0 0 0,12 21 0 0 0,20 26-252 0 0,-40-57 34 0 0,1-1 0 0 0,0 0 0 0 0,0 0 0 0 0,0-1 0 0 0,1 0 0 0 0,-1 1 0 0 0,1-2 0 0 0,9 5 0 0 0,-14-7 22 0 0,0 0 0 0 0,1 0 1 0 0,-1-1-1 0 0,1 1 0 0 0,0-1 0 0 0,-1 0 1 0 0,1 1-1 0 0,-1-1 0 0 0,1 0 0 0 0,-1 0 1 0 0,1 0-1 0 0,0 0 0 0 0,-1 0 0 0 0,1 0 0 0 0,-1-1 1 0 0,1 1-1 0 0,0 0 0 0 0,-1-1 0 0 0,1 1 1 0 0,-1-1-1 0 0,3-1 0 0 0,-2 0-34 0 0,0 1 0 0 0,0-1 0 0 0,0 0 0 0 0,0 0 0 0 0,0 0 0 0 0,0 0-1 0 0,-1 0 1 0 0,1-1 0 0 0,-1 1 0 0 0,0 0 0 0 0,2-6 0 0 0,0 0-20 0 0,0 0 0 0 0,-1 0 0 0 0,0-1 0 0 0,-1 1 0 0 0,0-1 0 0 0,0 1 0 0 0,-1-10 0 0 0,-8-39 31 0 0,5 45 98 0 0,1 0 0 0 0,0 0-1 0 0,1-1 1 0 0,1 1 0 0 0,0-18 0 0 0,0 30-73 0 0,0 0 1 0 0,0-1-1 0 0,0 1 0 0 0,0 0 1 0 0,0-1-1 0 0,0 1 0 0 0,0 0 1 0 0,0-1-1 0 0,0 1 0 0 0,0 0 1 0 0,1-1-1 0 0,-1 1 0 0 0,0 0 1 0 0,0-1-1 0 0,0 1 0 0 0,0 0 1 0 0,0 0-1 0 0,1-1 0 0 0,-1 1 1 0 0,0 0-1 0 0,0 0 0 0 0,0-1 1 0 0,1 1-1 0 0,-1 0 0 0 0,0 0 1 0 0,0 0-1 0 0,1-1 0 0 0,-1 1 1 0 0,0 0-1 0 0,1 0 0 0 0,-1 0 1 0 0,0 0-1 0 0,0 0 1 0 0,1 0-1 0 0,-1-1 0 0 0,1 1 1 0 0,9 8 83 0 0,7 17 26 0 0,-7-5-61 0 0,-2-2-9 0 0,0-1-1 0 0,2 0 1 0 0,0-1-1 0 0,24 30 1 0 0,-30-42-42 0 0,-1-1 0 0 0,2 1 0 0 0,-1 0 0 0 0,0-1 0 0 0,1 0 0 0 0,-1 0 0 0 0,1 0 0 0 0,0-1 0 0 0,0 0 0 0 0,0 0 0 0 0,0 0 0 0 0,1 0 0 0 0,-1-1 0 0 0,0 0 0 0 0,1 0 0 0 0,-1 0 0 0 0,1-1 0 0 0,-1 1 0 0 0,1-1 0 0 0,-1-1 0 0 0,1 1 0 0 0,7-3 0 0 0,-7 2-3 0 0,0-1 0 0 0,0 0 0 0 0,0 0 0 0 0,0 0 0 0 0,-1-1 0 0 0,1 0 0 0 0,-1 0 0 0 0,1-1 0 0 0,-1 0 0 0 0,0 1 0 0 0,0-2 0 0 0,7-7 0 0 0,2-5-190 0 0,0-1-1 0 0,15-26 1 0 0,13-17-4295 0 0</inkml:trace>
</inkml:ink>
</file>

<file path=ppt/ink/ink3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33.665"/>
    </inkml:context>
    <inkml:brush xml:id="br0">
      <inkml:brushProperty name="width" value="0.1" units="cm"/>
      <inkml:brushProperty name="height" value="0.1" units="cm"/>
      <inkml:brushProperty name="color" value="#FF0066"/>
    </inkml:brush>
  </inkml:definitions>
  <inkml:trace contextRef="#ctx0" brushRef="#br0">8 97 6913 0 0,'-7'-6'5381'0'0,"14"5"-2055"0"0,19 8-1178 0 0,-17 0-1770 0 0,-1 1 0 0 0,0-1 0 0 0,0 1 1 0 0,-1 1-1 0 0,0 0 0 0 0,0 0 0 0 0,-1 0 0 0 0,6 13 1 0 0,1 4-40 0 0,-1 0 0 0 0,9 29 0 0 0,-19-35-94 0 0,-3-20-231 0 0,1 1 0 0 0,0-1-1 0 0,0 0 1 0 0,0 1 0 0 0,0-1 0 0 0,-1 0 0 0 0,1 0-1 0 0,0 1 1 0 0,0-1 0 0 0,-1 0 0 0 0,1 1 0 0 0,0-1-1 0 0,0 0 1 0 0,-1 0 0 0 0,1 0 0 0 0,0 1 0 0 0,-1-1 0 0 0,1 0-1 0 0,0 0 1 0 0,-1 0 0 0 0,1 0 0 0 0,0 0 0 0 0,-1 0-1 0 0,1 0 1 0 0,0 1 0 0 0,-1-1 0 0 0,1 0 0 0 0,0 0 0 0 0,-2-1-1 0 0,1 1 8 0 0,0 0-1 0 0,-1-1 1 0 0,1 1 0 0 0,-1-1-1 0 0,1 0 1 0 0,0 0-1 0 0,-1 1 1 0 0,1-1 0 0 0,0 0-1 0 0,0 0 1 0 0,0 0-1 0 0,0 0 1 0 0,-1-1-1 0 0,2 1 1 0 0,-1 0 0 0 0,0 0-1 0 0,0 0 1 0 0,0-1-1 0 0,0 1 1 0 0,1-1-1 0 0,-1-1 1 0 0,-3-7-51 0 0,2-1 0 0 0,-1 0 0 0 0,1 0 0 0 0,1 0 0 0 0,0 0 0 0 0,1 0 0 0 0,0 0 0 0 0,0 0 0 0 0,1 0 0 0 0,4-16 0 0 0,-2 11-826 0 0,1-1 0 0 0,1 1-1 0 0,0 0 1 0 0,2 0 0 0 0,-1 0-1 0 0,12-16 1 0 0,-8 17-1403 0 0,1 2-3289 0 0</inkml:trace>
</inkml:ink>
</file>

<file path=ppt/ink/ink3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34.092"/>
    </inkml:context>
    <inkml:brush xml:id="br0">
      <inkml:brushProperty name="width" value="0.1" units="cm"/>
      <inkml:brushProperty name="height" value="0.1" units="cm"/>
      <inkml:brushProperty name="color" value="#FF0066"/>
    </inkml:brush>
  </inkml:definitions>
  <inkml:trace contextRef="#ctx0" brushRef="#br0">3 117 10594 0 0,'-2'-2'1083'0'0,"2"2"-1011"0"0,0 0 0 0 0,0 0 0 0 0,0-1 0 0 0,-1 1 0 0 0,1 0 0 0 0,0 0 1 0 0,0 0-1 0 0,0-1 0 0 0,0 1 0 0 0,0 0 0 0 0,0 0 0 0 0,0 0 1 0 0,0-1-1 0 0,0 1 0 0 0,0 0 0 0 0,0 0 0 0 0,0 0 0 0 0,0-1 0 0 0,0 1 1 0 0,0 0-1 0 0,0 0 0 0 0,0 0 0 0 0,0-1 0 0 0,1 1 0 0 0,-1 0 1 0 0,0 0-1 0 0,0 0 0 0 0,0-1 0 0 0,0 1 0 0 0,12-1 2200 0 0,16 7-824 0 0,-8 4-1014 0 0,-1 2 0 0 0,-1 0 1 0 0,0 1-1 0 0,-1 1 0 0 0,0 0 0 0 0,-1 2 0 0 0,0 0 0 0 0,20 28 1 0 0,-33-41-391 0 0,5 7 601 0 0,-9-14 298 0 0,-8-29-191 0 0,9 23-749 0 0,1 0 0 0 0,0 0 0 0 0,1 0-1 0 0,0 1 1 0 0,0-1 0 0 0,1 0 0 0 0,0 1 0 0 0,1-1 0 0 0,0 1-1 0 0,0 0 1 0 0,10-14 0 0 0,-5 10-497 0 0,1-1 0 0 0,0 2-1 0 0,0 0 1 0 0,1 0 0 0 0,1 1-1 0 0,20-16 1 0 0,-16 16-881 0 0</inkml:trace>
</inkml:ink>
</file>

<file path=ppt/ink/ink3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34.724"/>
    </inkml:context>
    <inkml:brush xml:id="br0">
      <inkml:brushProperty name="width" value="0.1" units="cm"/>
      <inkml:brushProperty name="height" value="0.1" units="cm"/>
      <inkml:brushProperty name="color" value="#FF0066"/>
    </inkml:brush>
  </inkml:definitions>
  <inkml:trace contextRef="#ctx0" brushRef="#br0">29 217 3225 0 0,'3'0'425'0'0,"0"-1"1"0"0,0 1-1 0 0,-1-1 0 0 0,1 0 1 0 0,0 0-1 0 0,-1 0 1 0 0,1-1-1 0 0,-1 1 0 0 0,1-1 1 0 0,-1 1-1 0 0,0-1 1 0 0,0 0-1 0 0,0 0 0 0 0,0 0 1 0 0,0 0-1 0 0,0 0 1 0 0,0 0-1 0 0,0 0 0 0 0,-1-1 1 0 0,1 1-1 0 0,-1-1 1 0 0,1-3-1 0 0,3-2 378 0 0,-2 0 0 0 0,1 0 0 0 0,-2-1 0 0 0,1 0 0 0 0,2-15-1 0 0,-4 20-626 0 0,-1 1-1 0 0,0-1 1 0 0,0 1-1 0 0,0-1 1 0 0,0 1-1 0 0,-1 0 1 0 0,0-1-1 0 0,1 1 0 0 0,-1-1 1 0 0,0 1-1 0 0,0 0 1 0 0,-1 0-1 0 0,1 0 1 0 0,-4-6-1 0 0,4 8-128 0 0,0 0 0 0 0,1 0 0 0 0,-1 1-1 0 0,0-1 1 0 0,0 0 0 0 0,0 1 0 0 0,1-1 0 0 0,-1 0 0 0 0,0 1 0 0 0,0-1 0 0 0,0 1-1 0 0,0-1 1 0 0,0 1 0 0 0,0 0 0 0 0,0-1 0 0 0,0 1 0 0 0,0 0 0 0 0,-1 0-1 0 0,0 0 1 0 0,0 0-23 0 0,0 0-1 0 0,0 1 1 0 0,0-1-1 0 0,0 1 1 0 0,0-1-1 0 0,0 1 1 0 0,1 0-1 0 0,-1 0 0 0 0,0 0 1 0 0,0 0-1 0 0,1 0 1 0 0,-1 0-1 0 0,1 1 1 0 0,-3 1-1 0 0,0 1-54 0 0,0 0 0 0 0,1 0-1 0 0,-1 1 1 0 0,1-1-1 0 0,0 1 1 0 0,0 0 0 0 0,0 0-1 0 0,1 0 1 0 0,0 0-1 0 0,0 0 1 0 0,0 1 0 0 0,1-1-1 0 0,-1 1 1 0 0,1-1 0 0 0,1 1-1 0 0,-1-1 1 0 0,1 1-1 0 0,0-1 1 0 0,1 9 0 0 0,-1-10-44 0 0,1 0 0 0 0,0 0 1 0 0,0 0-1 0 0,0 1 0 0 0,0-1 0 0 0,1 0 1 0 0,-1-1-1 0 0,1 1 0 0 0,0 0 1 0 0,1 0-1 0 0,-1-1 0 0 0,1 1 1 0 0,-1-1-1 0 0,1 0 0 0 0,0 0 0 0 0,0 0 1 0 0,0 0-1 0 0,1 0 0 0 0,-1-1 1 0 0,1 1-1 0 0,-1-1 0 0 0,1 0 1 0 0,0 0-1 0 0,0-1 0 0 0,7 3 0 0 0,-3-2-190 0 0,0 0-1 0 0,-1-1 1 0 0,1 0-1 0 0,0 0 0 0 0,0-1 1 0 0,0 0-1 0 0,0 0 0 0 0,0-1 1 0 0,-1 0-1 0 0,1 0 0 0 0,0-1 1 0 0,-1 0-1 0 0,1-1 1 0 0,-1 1-1 0 0,1-2 0 0 0,-1 1 1 0 0,0-1-1 0 0,0 0 0 0 0,-1 0 1 0 0,10-8-1 0 0,-5 3-204 0 0,-1-1 1 0 0,1-1-1 0 0,-2 0 1 0 0,0 0-1 0 0,0-1 1 0 0,-1 0-1 0 0,0 0 1 0 0,-1-1-1 0 0,-1 0 0 0 0,7-17 1 0 0,-8 13 1484 0 0,-5 13-602 0 0,1 1 0 0 0,0-1-1 0 0,0 0 1 0 0,0 1 0 0 0,0-1-1 0 0,1 1 1 0 0,-1-1 0 0 0,1 1-1 0 0,0 0 1 0 0,0-1 0 0 0,0 1-1 0 0,1 0 1 0 0,-1 1 0 0 0,5-5-1 0 0,-6 6-302 0 0,0 1 0 0 0,-1 0 0 0 0,1 0-1 0 0,0 0 1 0 0,0 1 0 0 0,-1-1 0 0 0,1 0 0 0 0,0 0-1 0 0,-1 0 1 0 0,1 0 0 0 0,0 1 0 0 0,0-1 0 0 0,-1 0-1 0 0,1 1 1 0 0,0-1 0 0 0,-1 0 0 0 0,1 1-1 0 0,-1-1 1 0 0,1 1 0 0 0,-1-1 0 0 0,1 1 0 0 0,-1-1-1 0 0,1 1 1 0 0,-1 0 0 0 0,1-1 0 0 0,-1 1 0 0 0,0 0-1 0 0,1 0 1 0 0,14 27 544 0 0,-10-17-375 0 0,4 2-163 0 0,0-2-1 0 0,0 1 1 0 0,18 15 0 0 0,-15-15-340 0 0,-1 0 1 0 0,14 20-1 0 0,-23-34 191 0 0,-1 1-1 0 0,1-1 0 0 0,-1 0 1 0 0,0 0-1 0 0,0 0 0 0 0,0 0 1 0 0,0-1-1 0 0,0 1 0 0 0,0 0 1 0 0,0 0-1 0 0,-1 0 0 0 0,1-3 1 0 0,0 2 22 0 0,5-15 340 0 0,1 0 0 0 0,11-20-1 0 0,-16 34-259 0 0,0 0-1 0 0,0 0 0 0 0,1 0 1 0 0,-1 0-1 0 0,1 1 1 0 0,0 0-1 0 0,0-1 0 0 0,0 1 1 0 0,1 0-1 0 0,-1 0 1 0 0,1 1-1 0 0,-1-1 0 0 0,1 1 1 0 0,0-1-1 0 0,7-2 1 0 0,-9 5-13 0 0,0 0 0 0 0,1 0 0 0 0,-1 0 1 0 0,0 0-1 0 0,0 0 0 0 0,1 1 1 0 0,-1-1-1 0 0,0 1 0 0 0,0-1 0 0 0,0 1 1 0 0,1 0-1 0 0,-1-1 0 0 0,0 1 1 0 0,0 1-1 0 0,0-1 0 0 0,0 0 0 0 0,-1 0 1 0 0,5 4-1 0 0,34 35 375 0 0,-19-19-464 0 0,-14-15-168 0 0,1-1 1 0 0,-1 1 0 0 0,1-2 0 0 0,0 1 0 0 0,1-1 0 0 0,-1-1 0 0 0,1 1 0 0 0,15 3 0 0 0,42 4-5028 0 0,-50-11-637 0 0</inkml:trace>
</inkml:ink>
</file>

<file path=ppt/ink/ink3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35.015"/>
    </inkml:context>
    <inkml:brush xml:id="br0">
      <inkml:brushProperty name="width" value="0.1" units="cm"/>
      <inkml:brushProperty name="height" value="0.1" units="cm"/>
      <inkml:brushProperty name="color" value="#FF0066"/>
    </inkml:brush>
  </inkml:definitions>
  <inkml:trace contextRef="#ctx0" brushRef="#br0">65 79 7370 0 0,'0'-8'337'0'0,"-1"1"1"0"0,0-1 0 0 0,0 0 0 0 0,-6-13 0 0 0,7 19-67 0 0,-1 1 1 0 0,1-1-1 0 0,-1 1 0 0 0,1-1 0 0 0,-1 1 1 0 0,0 0-1 0 0,0-1 0 0 0,0 1 1 0 0,0 0-1 0 0,0 0 0 0 0,0 0 0 0 0,0 0 1 0 0,0 0-1 0 0,-1 0 0 0 0,1 0 0 0 0,0 0 1 0 0,-1 0-1 0 0,1 0 0 0 0,-1 1 1 0 0,1-1-1 0 0,0 0 0 0 0,-1 1 0 0 0,1-1 1 0 0,-1 1-1 0 0,0 0 0 0 0,1 0 0 0 0,-1-1 1 0 0,1 1-1 0 0,-1 0 0 0 0,1 0 1 0 0,-3 1-1 0 0,3-1-160 0 0,0 1 0 0 0,0 0 1 0 0,0 0-1 0 0,0 0 0 0 0,0-1 1 0 0,0 1-1 0 0,0 0 0 0 0,0 0 0 0 0,1 0 1 0 0,-1 0-1 0 0,0 1 0 0 0,1-1 1 0 0,-1 0-1 0 0,1 0 0 0 0,-1 0 1 0 0,1 0-1 0 0,0 1 0 0 0,-1-1 0 0 0,1 0 1 0 0,0 0-1 0 0,0 1 0 0 0,0-1 1 0 0,0 0-1 0 0,0 1 0 0 0,0-1 1 0 0,0 0-1 0 0,1 2 0 0 0,3 37 243 0 0,1-18-258 0 0,2 1 1 0 0,0-2-1 0 0,1 1 0 0 0,1-1 1 0 0,14 22-1 0 0,66 98 656 0 0,-52-86-647 0 0,-25-39-2045 0 0,0 1 0 0 0,1-2-1 0 0,1 0 1 0 0,28 24 0 0 0,-42-39 1922 0 0,1 1-1 0 0,-1-1 1 0 0,0 0 0 0 0,1 1-1 0 0,-1-1 1 0 0,1 1 0 0 0,-1-1 0 0 0,1 0-1 0 0,-1 1 1 0 0,1-1 0 0 0,-1 0-1 0 0,1 0 1 0 0,-1 0 0 0 0,1 1-1 0 0,-1-1 1 0 0,1 0 0 0 0,-1 0-1 0 0,1 0 1 0 0,0 0 0 0 0,-1 0-1 0 0,1 0 1 0 0,-1 0 0 0 0,1 0-1 0 0,-1 0 1 0 0,1 0 0 0 0,0 0-1 0 0,-1 0 1 0 0,1 0 0 0 0,-1-1-1 0 0,1 1 1 0 0,-1 0 0 0 0,1 0-1 0 0,-1-1 1 0 0,1 1 0 0 0,-1 0-1 0 0,1-1 1 0 0,-1 1 0 0 0,1 0 0 0 0,-1-1-1 0 0,0 1 1 0 0,1-1 0 0 0,-1 1-1 0 0,0-1 1 0 0,1 1 0 0 0,-1-1-1 0 0,0-7-47 0 0</inkml:trace>
</inkml:ink>
</file>

<file path=ppt/ink/ink3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35.200"/>
    </inkml:context>
    <inkml:brush xml:id="br0">
      <inkml:brushProperty name="width" value="0.1" units="cm"/>
      <inkml:brushProperty name="height" value="0.1" units="cm"/>
      <inkml:brushProperty name="color" value="#FF0066"/>
    </inkml:brush>
  </inkml:definitions>
  <inkml:trace contextRef="#ctx0" brushRef="#br0">50 166 3225 0 0,'-14'-1'170'0'0,"-21"-6"13492"0"0,49 0-11646 0 0,-3 2-933 0 0,175-78 2195 0 0,-123 57-5053 0 0,0 1-3366 0 0,-29 13-1959 0 0</inkml:trace>
</inkml:ink>
</file>

<file path=ppt/ink/ink3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47.679"/>
    </inkml:context>
    <inkml:brush xml:id="br0">
      <inkml:brushProperty name="width" value="0.1" units="cm"/>
      <inkml:brushProperty name="height" value="0.1" units="cm"/>
      <inkml:brushProperty name="color" value="#FF0066"/>
    </inkml:brush>
  </inkml:definitions>
  <inkml:trace contextRef="#ctx0" brushRef="#br0">199 56 5985 0 0,'-8'-13'1611'0'0,"6"8"-883"0"0,-1 0 0 0 0,0 1 1 0 0,-1-1-1 0 0,1 0 0 0 0,-1 1 0 0 0,-6-6 0 0 0,9 9-634 0 0,0 1-1 0 0,0-1 1 0 0,0 1-1 0 0,0-1 1 0 0,0 1-1 0 0,-1-1 0 0 0,1 1 1 0 0,0 0-1 0 0,0-1 1 0 0,0 1-1 0 0,0 0 0 0 0,0 0 1 0 0,-1 0-1 0 0,1 0 1 0 0,0 0-1 0 0,0 0 1 0 0,0 0-1 0 0,0 1 0 0 0,0-1 1 0 0,-1 0-1 0 0,1 1 1 0 0,0-1-1 0 0,0 0 1 0 0,0 1-1 0 0,0 0 0 0 0,0-1 1 0 0,0 1-1 0 0,0-1 1 0 0,0 1-1 0 0,0 0 0 0 0,1 0 1 0 0,-1 0-1 0 0,0-1 1 0 0,0 1-1 0 0,1 0 1 0 0,-1 0-1 0 0,0 0 0 0 0,0 2 1 0 0,-11 16 379 0 0,0 0 0 0 0,1 0 0 0 0,-13 33 0 0 0,-4 9-179 0 0,22-50-189 0 0,0 1 0 0 0,1-1 0 0 0,0 1 0 0 0,-5 21 1 0 0,10-31-71 0 0,-1 1 0 0 0,1-1 0 0 0,-1 0 0 0 0,1 1 0 0 0,0-1 0 0 0,0 0 0 0 0,0 1 0 0 0,0-1 0 0 0,0 0 0 0 0,0 1 0 0 0,1-1 0 0 0,-1 0 0 0 0,1 1 0 0 0,0-1 0 0 0,-1 0 0 0 0,1 0 1 0 0,0 0-1 0 0,0 0 0 0 0,1 0 0 0 0,-1 0 0 0 0,0 0 0 0 0,1 0 0 0 0,-1 0 0 0 0,1 0 0 0 0,-1-1 0 0 0,1 1 0 0 0,0-1 0 0 0,0 1 0 0 0,0-1 0 0 0,0 0 0 0 0,0 1 0 0 0,0-1 0 0 0,2 1 0 0 0,12 2 38 0 0,0 0 1 0 0,0 0-1 0 0,20 0 0 0 0,-22-3-81 0 0,-1 1 1 0 0,1 0-1 0 0,-1 1 1 0 0,1 1-1 0 0,-1 0 1 0 0,16 7-1 0 0,-25-9 8 0 0,-1 1-1 0 0,0-1 1 0 0,0 0-1 0 0,0 1 1 0 0,0 0-1 0 0,0-1 0 0 0,0 1 1 0 0,-1 0-1 0 0,0 0 1 0 0,1 1-1 0 0,-1-1 1 0 0,0 1-1 0 0,-1-1 1 0 0,1 1-1 0 0,0-1 1 0 0,-1 1-1 0 0,0 0 1 0 0,0 0-1 0 0,0-1 0 0 0,0 1 1 0 0,-1 0-1 0 0,0 0 1 0 0,0 0-1 0 0,0 0 1 0 0,0 0-1 0 0,-1 7 1 0 0,-2 8 108 0 0,-1-1 0 0 0,-1 0 1 0 0,0 0-1 0 0,-2 0 1 0 0,0-1-1 0 0,0 0 0 0 0,-2 0 1 0 0,0-1-1 0 0,-1 0 1 0 0,-1 0-1 0 0,0-1 0 0 0,-1-1 1 0 0,0 0-1 0 0,-22 18 0 0 0,15-20-239 0 0,9-9-962 0 0</inkml:trace>
</inkml:ink>
</file>

<file path=ppt/ink/ink3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48.157"/>
    </inkml:context>
    <inkml:brush xml:id="br0">
      <inkml:brushProperty name="width" value="0.1" units="cm"/>
      <inkml:brushProperty name="height" value="0.1" units="cm"/>
      <inkml:brushProperty name="color" value="#FF0066"/>
    </inkml:brush>
  </inkml:definitions>
  <inkml:trace contextRef="#ctx0" brushRef="#br0">2 31 5985 0 0,'0'-1'156'0'0,"0"0"0"0"0,0 0 0 0 0,-1 0 0 0 0,1 0-1 0 0,0 0 1 0 0,0 0 0 0 0,0 0 0 0 0,0 0 0 0 0,0 0-1 0 0,0 0 1 0 0,0 0 0 0 0,0 0 0 0 0,0 0 0 0 0,1 0-1 0 0,-1 0 1 0 0,0 0 0 0 0,1 0 0 0 0,-1 0 0 0 0,1 0 0 0 0,-1 1-1 0 0,1-1 1 0 0,-1 0 0 0 0,2-1 0 0 0,-2 1-47 0 0,1 1 0 0 0,-1-1 0 0 0,0 1 0 0 0,1-1 0 0 0,-1 1 0 0 0,1 0 0 0 0,-1-1 0 0 0,1 1 0 0 0,-1 0 0 0 0,1-1 0 0 0,-1 1 0 0 0,1 0 0 0 0,-1-1 1 0 0,1 1-1 0 0,0 0 0 0 0,-1 0 0 0 0,1 0 0 0 0,-1 0 0 0 0,1-1 0 0 0,0 1 0 0 0,-1 0 0 0 0,1 0 0 0 0,-1 0 0 0 0,1 0 0 0 0,0 0 0 0 0,-1 1 0 0 0,1-1 0 0 0,-1 0 0 0 0,1 0 0 0 0,0 0 0 0 0,-1 0 0 0 0,1 1 1 0 0,-1-1-1 0 0,1 0 0 0 0,-1 1 0 0 0,1-1 0 0 0,-1 0 0 0 0,1 1 0 0 0,-1-1 0 0 0,1 0 0 0 0,-1 1 0 0 0,1-1 0 0 0,0 2 0 0 0,3 3 325 0 0,0 1 0 0 0,-1 0 1 0 0,1-1-1 0 0,-1 2 0 0 0,0-1 0 0 0,-1 0 0 0 0,4 13 0 0 0,10 53 711 0 0,-10-35-787 0 0,3 4-233 0 0,2 0 0 0 0,1-1 0 0 0,2 0 0 0 0,31 60 0 0 0,-28-75-246 0 0,-17-24 83 0 0,1 0 0 0 0,0 0-1 0 0,0 0 1 0 0,0 0 0 0 0,0 0 0 0 0,0 0-1 0 0,0 0 1 0 0,0 0 0 0 0,0 0 0 0 0,0 0-1 0 0,0 0 1 0 0,0-1 0 0 0,0 1-1 0 0,1 0 1 0 0,-1-1 0 0 0,0 1 0 0 0,1-1-1 0 0,1 1 1 0 0,-2-2 16 0 0,0 0 1 0 0,0 0-1 0 0,0 1 1 0 0,-1-1-1 0 0,1 0 0 0 0,0 0 1 0 0,-1 0-1 0 0,1 0 0 0 0,0 0 1 0 0,-1 0-1 0 0,1 0 0 0 0,-1 0 1 0 0,1-1-1 0 0,-1 1 0 0 0,0 0 1 0 0,0 0-1 0 0,1-2 0 0 0,4-28-60 0 0,-3 22 18 0 0,1-8 247 0 0,0 1 1 0 0,2-1-1 0 0,0 1 1 0 0,1 0-1 0 0,1 0 0 0 0,0 1 1 0 0,1-1-1 0 0,1 2 0 0 0,10-15 1 0 0,-18 28-126 0 0,-1 0 0 0 0,1 0 0 0 0,0 0 0 0 0,0 0 0 0 0,-1 0 0 0 0,1 0 0 0 0,0 1 0 0 0,0-1 0 0 0,0 0 0 0 0,0 0 0 0 0,0 1 0 0 0,0-1 0 0 0,0 1 0 0 0,0-1 0 0 0,0 1 0 0 0,0-1 0 0 0,0 1 0 0 0,0 0 0 0 0,0 0 0 0 0,0-1 0 0 0,0 1 0 0 0,1 0 0 0 0,-1 0 0 0 0,0 0 0 0 0,0 0 0 0 0,2 1 0 0 0,-2-1 11 0 0,1 1 1 0 0,0 0-1 0 0,-1 0 0 0 0,1 0 0 0 0,-1 0 0 0 0,0 1 0 0 0,1-1 1 0 0,-1 0-1 0 0,0 1 0 0 0,0-1 0 0 0,0 1 0 0 0,0-1 0 0 0,0 1 1 0 0,2 2-1 0 0,2 8-3 0 0,0 0 0 0 0,-1 0 0 0 0,4 19 1 0 0,-8-29-116 0 0,4 15 139 0 0,0 3-632 0 0,1 0 0 0 0,1 0 0 0 0,1-1-1 0 0,0 0 1 0 0,13 24 0 0 0,-8-27-981 0 0</inkml:trace>
</inkml:ink>
</file>

<file path=ppt/ink/ink3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48.491"/>
    </inkml:context>
    <inkml:brush xml:id="br0">
      <inkml:brushProperty name="width" value="0.1" units="cm"/>
      <inkml:brushProperty name="height" value="0.1" units="cm"/>
      <inkml:brushProperty name="color" value="#FF0066"/>
    </inkml:brush>
  </inkml:definitions>
  <inkml:trace contextRef="#ctx0" brushRef="#br0">76 84 4145 0 0,'-1'-20'-343'0'0,"0"19"638"0"0,1-1 0 0 0,-1 0 0 0 0,0 1 0 0 0,0-1 0 0 0,1 1 0 0 0,-1-1-1 0 0,0 1 1 0 0,0-1 0 0 0,0 1 0 0 0,-1 0 0 0 0,1 0 0 0 0,0-1 0 0 0,-2 0 0 0 0,2 1-89 0 0,0 1 0 0 0,0-1 1 0 0,0 1-1 0 0,0-1 1 0 0,0 1-1 0 0,0 0 0 0 0,0 0 1 0 0,0-1-1 0 0,0 1 0 0 0,-1 0 1 0 0,1 0-1 0 0,0 0 0 0 0,0 0 1 0 0,0 0-1 0 0,0 0 0 0 0,0 0 1 0 0,0 1-1 0 0,0-1 0 0 0,0 0 1 0 0,0 0-1 0 0,0 1 0 0 0,0-1 1 0 0,0 1-1 0 0,0-1 1 0 0,0 1-1 0 0,0-1 0 0 0,0 1 1 0 0,0 0-1 0 0,1-1 0 0 0,-1 1 1 0 0,0 0-1 0 0,0 0 0 0 0,1 0 1 0 0,-1 0-1 0 0,0-1 0 0 0,1 1 1 0 0,-1 0-1 0 0,1 0 0 0 0,-1 2 1 0 0,-2 2-58 0 0,1 0 1 0 0,1 0 0 0 0,-1 0 0 0 0,1 0-1 0 0,0 0 1 0 0,0 0 0 0 0,0 0-1 0 0,1 1 1 0 0,0-1 0 0 0,0 0-1 0 0,0 0 1 0 0,1 1 0 0 0,-1-1-1 0 0,1 0 1 0 0,0 0 0 0 0,1 0-1 0 0,-1 0 1 0 0,1 0 0 0 0,0 0-1 0 0,1 0 1 0 0,-1-1 0 0 0,1 1-1 0 0,0-1 1 0 0,0 1 0 0 0,0-1-1 0 0,6 6 1 0 0,-6-7-115 0 0,0 1 0 0 0,0-1 0 0 0,0 0 0 0 0,0 0 1 0 0,0-1-1 0 0,1 1 0 0 0,-1-1 0 0 0,1 0 0 0 0,0 1 0 0 0,0-2 0 0 0,0 1 0 0 0,0 0 0 0 0,0-1 1 0 0,0 0-1 0 0,0 0 0 0 0,0 0 0 0 0,0 0 0 0 0,1-1 0 0 0,-1 1 0 0 0,0-1 0 0 0,1 0 0 0 0,-1 0 0 0 0,0-1 1 0 0,0 0-1 0 0,1 1 0 0 0,-1-1 0 0 0,0-1 0 0 0,0 1 0 0 0,0 0 0 0 0,0-1 0 0 0,0 0 0 0 0,6-4 1 0 0,-8 4-16 0 0,1 0 0 0 0,0 0 0 0 0,0 0 1 0 0,-1-1-1 0 0,0 1 0 0 0,1-1 1 0 0,-1 0-1 0 0,0 0 0 0 0,0 0 1 0 0,0 0-1 0 0,-1 0 0 0 0,1 0 0 0 0,-1 0 1 0 0,0 0-1 0 0,0-1 0 0 0,0 1 1 0 0,0 0-1 0 0,0-1 0 0 0,0-3 0 0 0,-1 1 33 0 0,-1 1-1 0 0,1 0 0 0 0,-1-1 0 0 0,0 1 0 0 0,0 0 0 0 0,0 0 1 0 0,-1 0-1 0 0,0 0 0 0 0,0 0 0 0 0,0 0 0 0 0,-5-8 0 0 0,3 7-31 0 0,0-1-1 0 0,-1 1 1 0 0,1 0-1 0 0,-1 0 1 0 0,0 1-1 0 0,-1 0 1 0 0,1-1-1 0 0,-1 2 1 0 0,0-1-1 0 0,-1 1 1 0 0,1 0-1 0 0,-1 0 1 0 0,0 1-1 0 0,0-1 0 0 0,0 2 1 0 0,0-1-1 0 0,-13-2 1 0 0,16 4-301 0 0,0 1 0 0 0,0 0-1 0 0,0 0 1 0 0,-1 1 0 0 0,1-1 0 0 0,0 1 0 0 0,0 0 0 0 0,0 0 0 0 0,0 0 0 0 0,0 1-1 0 0,0-1 1 0 0,0 1 0 0 0,1 0 0 0 0,-1 0 0 0 0,0 1 0 0 0,1-1 0 0 0,0 0 0 0 0,-5 5-1 0 0</inkml:trace>
</inkml:ink>
</file>

<file path=ppt/ink/ink3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48.755"/>
    </inkml:context>
    <inkml:brush xml:id="br0">
      <inkml:brushProperty name="width" value="0.1" units="cm"/>
      <inkml:brushProperty name="height" value="0.1" units="cm"/>
      <inkml:brushProperty name="color" value="#FF0066"/>
    </inkml:brush>
  </inkml:definitions>
  <inkml:trace contextRef="#ctx0" brushRef="#br0">1 41 9218 0 0,'2'-10'1732'0'0,"-1"7"-888"0"0,-1 0 0 0 0,1 1-1 0 0,-1-1 1 0 0,1 0 0 0 0,0 1 0 0 0,0-1 0 0 0,0 1 0 0 0,0-1-1 0 0,3-3 1 0 0,8 37 1883 0 0,21 152-1650 0 0,-1-10-1024 0 0,-25-147-433 0 0,1 0 1 0 0,0-1-1 0 0,3 0 1 0 0,21 39-1 0 0,-5-20-4756 0 0</inkml:trace>
</inkml:ink>
</file>

<file path=ppt/ink/ink3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48.928"/>
    </inkml:context>
    <inkml:brush xml:id="br0">
      <inkml:brushProperty name="width" value="0.1" units="cm"/>
      <inkml:brushProperty name="height" value="0.1" units="cm"/>
      <inkml:brushProperty name="color" value="#FF0066"/>
    </inkml:brush>
  </inkml:definitions>
  <inkml:trace contextRef="#ctx0" brushRef="#br0">31 210 8754 0 0,'-2'-1'157'0'0,"-1"0"-1"0"0,1-1 1 0 0,0 1 0 0 0,0-1 0 0 0,1 1 0 0 0,-1-1 0 0 0,0 0-1 0 0,0 0 1 0 0,1 0 0 0 0,-1 0 0 0 0,1 0 0 0 0,0 0-1 0 0,0 0 1 0 0,-1 0 0 0 0,1 0 0 0 0,1-1 0 0 0,-1 1-1 0 0,0 0 1 0 0,0-5 0 0 0,1 4 24 0 0,0 0 0 0 0,0 0 0 0 0,1 1 0 0 0,-1-1-1 0 0,1 0 1 0 0,0 0 0 0 0,-1 0 0 0 0,1 1 0 0 0,1-1 0 0 0,-1 0 0 0 0,0 1 0 0 0,1-1 0 0 0,-1 1-1 0 0,1 0 1 0 0,0-1 0 0 0,0 1 0 0 0,3-3 0 0 0,5-4 34 0 0,0 0-1 0 0,1 1 1 0 0,0 0 0 0 0,0 0 0 0 0,1 1-1 0 0,0 1 1 0 0,14-6 0 0 0,12-3-778 0 0,43-11 0 0 0,-46 16 132 0 0</inkml:trace>
</inkml:ink>
</file>

<file path=ppt/ink/ink3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49.656"/>
    </inkml:context>
    <inkml:brush xml:id="br0">
      <inkml:brushProperty name="width" value="0.1" units="cm"/>
      <inkml:brushProperty name="height" value="0.1" units="cm"/>
      <inkml:brushProperty name="color" value="#FF0066"/>
    </inkml:brush>
  </inkml:definitions>
  <inkml:trace contextRef="#ctx0" brushRef="#br0">8 42 5065 0 0,'0'0'167'0'0,"-1"-1"0"0"0,0 1 0 0 0,1-1 0 0 0,-1 0 1 0 0,1 1-1 0 0,-1-1 0 0 0,1 0 0 0 0,-1 0 0 0 0,1 1 0 0 0,-1-1 0 0 0,1 0 0 0 0,0 0 0 0 0,-1 0 0 0 0,1 0 0 0 0,0 1 1 0 0,0-1-1 0 0,0 0 0 0 0,0 0 0 0 0,0 0 0 0 0,0 0 0 0 0,0 0 0 0 0,0 0 0 0 0,0 0 0 0 0,0 1 0 0 0,0-1 0 0 0,0 0 0 0 0,1 0 1 0 0,-1 0-1 0 0,0 0 0 0 0,1 1 0 0 0,-1-1 0 0 0,0 0 0 0 0,1 0 0 0 0,-1 1 0 0 0,1-1 0 0 0,0 0 0 0 0,0-1 0 0 0,0 1 1 0 0,0 0-1 0 0,0 1 1 0 0,0-1-1 0 0,-1 0 0 0 0,1 0 1 0 0,0 1-1 0 0,0-1 1 0 0,0 0-1 0 0,0 1 1 0 0,0-1-1 0 0,0 1 0 0 0,0-1 1 0 0,1 1-1 0 0,-1 0 1 0 0,0 0-1 0 0,0-1 0 0 0,0 1 1 0 0,0 0-1 0 0,0 0 1 0 0,1 0-1 0 0,-1 0 0 0 0,0 0 1 0 0,0 0-1 0 0,0 0 1 0 0,0 1-1 0 0,1-1 0 0 0,-1 0 1 0 0,0 1-1 0 0,0-1 1 0 0,0 0-1 0 0,0 1 1 0 0,0 0-1 0 0,2 0 0 0 0,1 3 177 0 0,0-1-1 0 0,0 1 1 0 0,0 0 0 0 0,0 0-1 0 0,0 1 1 0 0,-1-1-1 0 0,0 1 1 0 0,0 0-1 0 0,0 0 1 0 0,4 8-1 0 0,15 59 231 0 0,-18-57-892 0 0,0 0 0 0 0,0-1 0 0 0,2 0 1 0 0,6 14-1 0 0,-10-25 169 0 0,0 0 0 0 0,0 0 1 0 0,0 0-1 0 0,0 0 1 0 0,0-1-1 0 0,0 1 0 0 0,4 3 1 0 0,-5-6 136 0 0,0 0 1 0 0,-1 1 0 0 0,1-1-1 0 0,0 0 1 0 0,-1 0-1 0 0,1 0 1 0 0,0 0-1 0 0,-1 1 1 0 0,1-1-1 0 0,0 0 1 0 0,0 0 0 0 0,-1 0-1 0 0,1 0 1 0 0,0-1-1 0 0,-1 1 1 0 0,1 0-1 0 0,0 0 1 0 0,0 0 0 0 0,-1 0-1 0 0,1-1 1 0 0,0 1-1 0 0,-1 0 1 0 0,1-1-1 0 0,-1 1 1 0 0,1-1-1 0 0,0 1 1 0 0,-1 0 0 0 0,1-1-1 0 0,-1 1 1 0 0,1-1-1 0 0,-1 0 1 0 0,1 1-1 0 0,-1-1 1 0 0,0 1 0 0 0,1-1-1 0 0,-1 0 1 0 0,0 1-1 0 0,1-1 1 0 0,-1 0-1 0 0,0 0 1 0 0,28-50 584 0 0,-20 34-283 0 0,0 2-1 0 0,1-1 1 0 0,1 1-1 0 0,0 0 0 0 0,1 1 1 0 0,0 0-1 0 0,16-14 1 0 0,-25 27-238 0 0,-1 0 1 0 0,0 0-1 0 0,0 0 1 0 0,1 0-1 0 0,-1 0 1 0 0,1 0-1 0 0,-1 0 1 0 0,1 0 0 0 0,-1 1-1 0 0,1-1 1 0 0,0 1-1 0 0,-1-1 1 0 0,1 1-1 0 0,0 0 1 0 0,-1-1-1 0 0,1 1 1 0 0,0 0 0 0 0,-1 0-1 0 0,1 0 1 0 0,0 0-1 0 0,-1 1 1 0 0,1-1-1 0 0,0 0 1 0 0,-1 1-1 0 0,1-1 1 0 0,0 1 0 0 0,-1 0-1 0 0,1-1 1 0 0,-1 1-1 0 0,1 0 1 0 0,-1 0-1 0 0,0 0 1 0 0,1 0-1 0 0,-1 0 1 0 0,0 0 0 0 0,0 0-1 0 0,1 1 1 0 0,-1-1-1 0 0,0 0 1 0 0,0 1-1 0 0,0-1 1 0 0,0 3 0 0 0,6 8-132 0 0,-1 0 0 0 0,0 0 0 0 0,-1 1 1 0 0,5 19-1 0 0,-2-7 98 0 0,14 24-2221 0 0,-14-35-2771 0 0,-1 2-1836 0 0</inkml:trace>
</inkml:ink>
</file>

<file path=ppt/ink/ink3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49.975"/>
    </inkml:context>
    <inkml:brush xml:id="br0">
      <inkml:brushProperty name="width" value="0.1" units="cm"/>
      <inkml:brushProperty name="height" value="0.1" units="cm"/>
      <inkml:brushProperty name="color" value="#FF0066"/>
    </inkml:brush>
  </inkml:definitions>
  <inkml:trace contextRef="#ctx0" brushRef="#br0">46 98 9674 0 0,'0'-1'123'0'0,"0"1"0"0"0,0-1 0 0 0,0 0 0 0 0,-1 1 0 0 0,1-1 0 0 0,0 0 0 0 0,0 1 0 0 0,0-1 0 0 0,0 0 0 0 0,-1 1 0 0 0,1-1 0 0 0,0 0 0 0 0,-1 1 0 0 0,1-1 0 0 0,0 1 0 0 0,-1-1 0 0 0,1 1 0 0 0,-1-1 0 0 0,1 1 0 0 0,-1-1 0 0 0,1 1 0 0 0,-1-1 0 0 0,0 1 0 0 0,1-1 0 0 0,-1 1 0 0 0,1 0 0 0 0,-1-1 0 0 0,0 1 0 0 0,1 0 0 0 0,-1 0 0 0 0,0 0 0 0 0,1-1 0 0 0,-1 1 0 0 0,0 0 0 0 0,1 0 0 0 0,-1 0 0 0 0,0 0 0 0 0,1 0 0 0 0,-1 0 0 0 0,0 0 0 0 0,0 0 0 0 0,1 1 0 0 0,-1-1 0 0 0,0 0 0 0 0,1 0 0 0 0,-1 0 0 0 0,0 1 0 0 0,1-1 1 0 0,-1 0-1 0 0,1 1 0 0 0,-1-1 0 0 0,1 1 0 0 0,-2 0 0 0 0,1 0 77 0 0,-1 1 0 0 0,0 0 0 0 0,1 0 1 0 0,0 0-1 0 0,-1 0 0 0 0,1 0 1 0 0,0 0-1 0 0,0 0 0 0 0,0 0 1 0 0,0 0-1 0 0,0 1 0 0 0,1-1 1 0 0,-1 0-1 0 0,1 1 0 0 0,-1 3 1 0 0,1 0-167 0 0,1-1 1 0 0,0 0 0 0 0,0 0-1 0 0,0 0 1 0 0,1 0 0 0 0,0 0 0 0 0,-1-1-1 0 0,2 1 1 0 0,-1 0 0 0 0,0-1 0 0 0,1 1-1 0 0,0-1 1 0 0,0 0 0 0 0,1 0 0 0 0,-1 0-1 0 0,1 0 1 0 0,-1-1 0 0 0,1 0 0 0 0,0 1-1 0 0,1-1 1 0 0,-1-1 0 0 0,0 1 0 0 0,1-1-1 0 0,6 3 1 0 0,-5-2-14 0 0,-1-1 0 0 0,0 0 0 0 0,0 0 1 0 0,1-1-1 0 0,-1 1 0 0 0,1-1 0 0 0,0-1 0 0 0,-1 1 0 0 0,1-1 1 0 0,0 0-1 0 0,-1 0 0 0 0,1 0 0 0 0,0-1 0 0 0,-1 0 0 0 0,1 0 0 0 0,-1-1 1 0 0,1 1-1 0 0,-1-1 0 0 0,0 0 0 0 0,0-1 0 0 0,0 1 0 0 0,6-5 0 0 0,-8 5 30 0 0,-1 0 0 0 0,1 0 0 0 0,-1 0 0 0 0,0-1 0 0 0,0 1-1 0 0,0-1 1 0 0,0 1 0 0 0,0-1 0 0 0,0 0 0 0 0,-1 0 0 0 0,0 0 0 0 0,1 1-1 0 0,-1-1 1 0 0,0-1 0 0 0,0 1 0 0 0,-1 0 0 0 0,2-5 0 0 0,-2 3-26 0 0,0-1 0 0 0,-1 1 0 0 0,1 0 0 0 0,-1 0 0 0 0,0 0 0 0 0,0 0 0 0 0,-1 0 0 0 0,1 0 0 0 0,-1 0 0 0 0,-3-6 1 0 0,1 3-14 0 0,-1 0 1 0 0,0 0 0 0 0,0 1 0 0 0,-1-1-1 0 0,0 1 1 0 0,0 0 0 0 0,-1 1 0 0 0,0 0-1 0 0,0 0 1 0 0,0 0 0 0 0,-16-9 0 0 0,18 13-51 0 0,1 0 0 0 0,-1 0 0 0 0,0 1 0 0 0,0-1 0 0 0,0 1 0 0 0,0 0 0 0 0,0 1 0 0 0,0-1 0 0 0,0 1 0 0 0,-6 0 0 0 0,9 0-122 0 0,-1 1-1 0 0,1-1 0 0 0,-1 1 1 0 0,1-1-1 0 0,-1 1 0 0 0,1 0 1 0 0,0 0-1 0 0,-1 0 0 0 0,1 0 1 0 0,0 1-1 0 0,0-1 0 0 0,0 0 1 0 0,0 1-1 0 0,0 0 0 0 0,0-1 1 0 0,0 1-1 0 0,1 0 0 0 0,-1 0 1 0 0,0 0-1 0 0,1 0 0 0 0,0 0 1 0 0,-2 3-1 0 0,-2 9-1087 0 0</inkml:trace>
</inkml:ink>
</file>

<file path=ppt/ink/ink3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0.195"/>
    </inkml:context>
    <inkml:brush xml:id="br0">
      <inkml:brushProperty name="width" value="0.1" units="cm"/>
      <inkml:brushProperty name="height" value="0.1" units="cm"/>
      <inkml:brushProperty name="color" value="#FF0066"/>
    </inkml:brush>
  </inkml:definitions>
  <inkml:trace contextRef="#ctx0" brushRef="#br0">1 0 9674 0 0,'1'1'224'0'0,"0"-1"0"0"0,0 1 1 0 0,0 0-1 0 0,1-1 0 0 0,-1 1 0 0 0,0 0 1 0 0,0 0-1 0 0,0-1 0 0 0,0 1 0 0 0,0 0 0 0 0,0 0 1 0 0,0 0-1 0 0,0 0 0 0 0,-1 0 0 0 0,1 1 0 0 0,0-1 1 0 0,-1 0-1 0 0,1 0 0 0 0,0 0 0 0 0,-1 1 0 0 0,0-1 1 0 0,1 0-1 0 0,-1 0 0 0 0,0 1 0 0 0,1-1 0 0 0,-1 0 1 0 0,0 1-1 0 0,0-1 0 0 0,0 2 0 0 0,2 50 2549 0 0,-2-46-2355 0 0,-1 18-35 0 0,1 35 405 0 0,1-56-959 0 0,-1-1 0 0 0,1 1-1 0 0,0-1 1 0 0,-1 1 0 0 0,2 0 0 0 0,-1-1 0 0 0,0 0 0 0 0,1 1 0 0 0,-1-1 0 0 0,1 0 0 0 0,0 0 0 0 0,0 0 0 0 0,3 4 0 0 0,2-2-1953 0 0</inkml:trace>
</inkml:ink>
</file>

<file path=ppt/ink/ink3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0.354"/>
    </inkml:context>
    <inkml:brush xml:id="br0">
      <inkml:brushProperty name="width" value="0.1" units="cm"/>
      <inkml:brushProperty name="height" value="0.1" units="cm"/>
      <inkml:brushProperty name="color" value="#FF0066"/>
    </inkml:brush>
  </inkml:definitions>
  <inkml:trace contextRef="#ctx0" brushRef="#br0">38 5 10594 0 0,'-7'-1'472'0'0,"3"-1"96"0"0,1 2-455 0 0,0-1-113 0 0,2 1 0 0 0,-2 4 1312 0 0,-2 1-592 0 0,1-1 8 0 0,1 5-1184 0 0,0-1-240 0 0,2 3-40 0 0,2-3-16 0 0,3 1 632 0 0,1-2 120 0 0</inkml:trace>
</inkml:ink>
</file>

<file path=ppt/ink/ink3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0.703"/>
    </inkml:context>
    <inkml:brush xml:id="br0">
      <inkml:brushProperty name="width" value="0.1" units="cm"/>
      <inkml:brushProperty name="height" value="0.1" units="cm"/>
      <inkml:brushProperty name="color" value="#FF0066"/>
    </inkml:brush>
  </inkml:definitions>
  <inkml:trace contextRef="#ctx0" brushRef="#br0">108 21 6913 0 0,'5'-21'9204'0'0,"-9"24"-7621"0"0,-3 1-1256 0 0,1 0-1 0 0,0 1 1 0 0,0 0 0 0 0,0 0 0 0 0,1 1 0 0 0,0-1 0 0 0,0 1-1 0 0,0 1 1 0 0,1-1 0 0 0,-1 0 0 0 0,2 1 0 0 0,-1 0-1 0 0,1 0 1 0 0,0 0 0 0 0,0 0 0 0 0,-2 12 0 0 0,4-12-343 0 0,0-1 0 0 0,1 1 0 0 0,-1 0 1 0 0,1-1-1 0 0,1 1 0 0 0,-1-1 0 0 0,1 1 0 0 0,0-1 0 0 0,1 1 1 0 0,-1-1-1 0 0,1 0 0 0 0,0 1 0 0 0,1-1 0 0 0,0 0 1 0 0,0 0-1 0 0,0-1 0 0 0,1 1 0 0 0,-1-1 0 0 0,1 1 0 0 0,7 5 1 0 0,21 17-554 0 0,-27-25 513 0 0,0 0 0 0 0,0 1 1 0 0,0 0-1 0 0,0 0 0 0 0,0 1 0 0 0,-1-1 0 0 0,0 1 0 0 0,0 0 0 0 0,0 0 0 0 0,-1 1 0 0 0,0-1 1 0 0,5 10-1 0 0,-8-13 60 0 0,-1 0 1 0 0,1 0 0 0 0,0 0-1 0 0,0 0 1 0 0,-1-1-1 0 0,1 1 1 0 0,-1 0 0 0 0,0 0-1 0 0,0 0 1 0 0,1-1 0 0 0,-1 1-1 0 0,0 0 1 0 0,0-1-1 0 0,-1 1 1 0 0,1-1 0 0 0,0 1-1 0 0,0-1 1 0 0,-1 1 0 0 0,1-1-1 0 0,-1 0 1 0 0,1 0 0 0 0,-1 0-1 0 0,1 0 1 0 0,-1 0-1 0 0,0 0 1 0 0,-2 1 0 0 0,-49 21 88 0 0,50-22-85 0 0,-9 2-537 0 0,1 0 1 0 0,-1-1-1 0 0,0 0 0 0 0,-15 1 0 0 0</inkml:trace>
</inkml:ink>
</file>

<file path=ppt/ink/ink3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1.007"/>
    </inkml:context>
    <inkml:brush xml:id="br0">
      <inkml:brushProperty name="width" value="0.1" units="cm"/>
      <inkml:brushProperty name="height" value="0.1" units="cm"/>
      <inkml:brushProperty name="color" value="#FF0066"/>
    </inkml:brush>
  </inkml:definitions>
  <inkml:trace contextRef="#ctx0" brushRef="#br0">82 182 8754 0 0,'4'-2'277'0'0,"0"0"1"0"0,0 0-1 0 0,0-1 0 0 0,-1 1 1 0 0,1-1-1 0 0,-1 0 0 0 0,0 0 1 0 0,0 0-1 0 0,0 0 1 0 0,0-1-1 0 0,0 1 0 0 0,-1-1 1 0 0,1 1-1 0 0,-1-1 0 0 0,0 0 1 0 0,0 0-1 0 0,-1 0 1 0 0,2-6-1 0 0,0 4 162 0 0,-1-1 0 0 0,-1 1 0 0 0,1-1 0 0 0,-1 1-1 0 0,0-1 1 0 0,-1 0 0 0 0,0 0 0 0 0,0 1 0 0 0,0-1 0 0 0,-1 0 0 0 0,-1-8 0 0 0,2 14-384 0 0,0 0-1 0 0,-1-1 1 0 0,1 1 0 0 0,0 0 0 0 0,-1 0 0 0 0,1-1 0 0 0,-1 1 0 0 0,1 0-1 0 0,-1 0 1 0 0,1 0 0 0 0,-1-1 0 0 0,0 1 0 0 0,0 0 0 0 0,1 0-1 0 0,-1 0 1 0 0,0 0 0 0 0,0 1 0 0 0,0-1 0 0 0,0 0 0 0 0,0 0-1 0 0,0 0 1 0 0,0 1 0 0 0,-1-1 0 0 0,1 1 0 0 0,0-1 0 0 0,0 1 0 0 0,0-1-1 0 0,-1 1 1 0 0,1 0 0 0 0,0-1 0 0 0,-1 1 0 0 0,1 0 0 0 0,0 0-1 0 0,-1 0 1 0 0,1 0 0 0 0,0 0 0 0 0,0 0 0 0 0,-1 1 0 0 0,1-1-1 0 0,0 0 1 0 0,-1 1 0 0 0,1-1 0 0 0,0 1 0 0 0,0-1 0 0 0,0 1 0 0 0,0-1-1 0 0,-1 1 1 0 0,1 0 0 0 0,0 0 0 0 0,0-1 0 0 0,-1 2 0 0 0,-4 3 2 0 0,0 0 1 0 0,-1 0 0 0 0,2 1 0 0 0,-1 0-1 0 0,1 0 1 0 0,0 0 0 0 0,-5 8 0 0 0,4-3-22 0 0,0 1 0 0 0,0-1 0 0 0,2 1 1 0 0,-1 0-1 0 0,1 0 0 0 0,1 1 0 0 0,0-1 0 0 0,1 1 1 0 0,0 0-1 0 0,0 14 0 0 0,2-22-33 0 0,0 0 0 0 0,1 0 0 0 0,-1 0 0 0 0,1 0 0 0 0,0-1 0 0 0,0 1 0 0 0,0 0 0 0 0,1-1 0 0 0,-1 1 0 0 0,1-1 0 0 0,0 1 0 0 0,1-1 0 0 0,-1 0 0 0 0,1 0 0 0 0,0 0 0 0 0,0 0 0 0 0,0 0 0 0 0,0-1 0 0 0,0 1 0 0 0,1-1 0 0 0,0 0 0 0 0,0 0 0 0 0,0 0 0 0 0,0-1 0 0 0,0 1 0 0 0,0-1 0 0 0,1 0 0 0 0,-1 0 0 0 0,8 1 0 0 0,-3 0-124 0 0,1-1 0 0 0,-1 0 0 0 0,1 0 0 0 0,-1-1 0 0 0,1-1 0 0 0,0 0-1 0 0,-1 0 1 0 0,15-3 0 0 0,4-2-605 0 0</inkml:trace>
</inkml:ink>
</file>

<file path=ppt/ink/ink3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1.936"/>
    </inkml:context>
    <inkml:brush xml:id="br0">
      <inkml:brushProperty name="width" value="0.1" units="cm"/>
      <inkml:brushProperty name="height" value="0.1" units="cm"/>
      <inkml:brushProperty name="color" value="#FF0066"/>
    </inkml:brush>
  </inkml:definitions>
  <inkml:trace contextRef="#ctx0" brushRef="#br0">94 34 9218 0 0,'0'-1'314'0'0,"1"0"0"0"0,-1-1-1 0 0,0 1 1 0 0,0 0 0 0 0,0-1 0 0 0,0 1-1 0 0,0 0 1 0 0,0-1 0 0 0,-1 1 0 0 0,1 0 0 0 0,0-1-1 0 0,-1 1 1 0 0,1 0 0 0 0,-1 0 0 0 0,1-1 0 0 0,-1 1-1 0 0,1 0 1 0 0,-1 0 0 0 0,0 0 0 0 0,0 0 0 0 0,0 0-1 0 0,1 0 1 0 0,-1 0 0 0 0,0 0 0 0 0,0 0-1 0 0,0 0 1 0 0,-2-1 0 0 0,1 3-175 0 0,1-1 0 0 0,-1 0 0 0 0,0 0 0 0 0,1 1-1 0 0,-1-1 1 0 0,1 0 0 0 0,-1 1 0 0 0,0 0 0 0 0,1-1 0 0 0,-1 1 0 0 0,1 0-1 0 0,0 0 1 0 0,-1 0 0 0 0,1 0 0 0 0,0 0 0 0 0,-1 0 0 0 0,1 0 0 0 0,0 0 0 0 0,0 1-1 0 0,0-1 1 0 0,-2 3 0 0 0,-2 2-43 0 0,0 0 0 0 0,1 0 0 0 0,-1 1-1 0 0,1 0 1 0 0,0 0 0 0 0,1 0 0 0 0,0 0-1 0 0,0 1 1 0 0,0-1 0 0 0,1 1 0 0 0,0 0 0 0 0,1 0-1 0 0,0 0 1 0 0,0-1 0 0 0,0 1 0 0 0,2 10-1 0 0,0-8-65 0 0,1 0-1 0 0,0-1 0 0 0,1 1 0 0 0,0-1 0 0 0,0 1 0 0 0,1-1 0 0 0,0-1 1 0 0,1 1-1 0 0,0 0 0 0 0,0-1 0 0 0,1 0 0 0 0,12 13 0 0 0,-7-8 2 0 0,1-1 0 0 0,0 0 1 0 0,0-1-1 0 0,1 0 0 0 0,16 10 0 0 0,-24-18-64 0 0,0 0 0 0 0,1-1 0 0 0,-1 0 0 0 0,0 1 0 0 0,1-2 0 0 0,0 1 0 0 0,-1-1 1 0 0,1 0-1 0 0,0 0 0 0 0,0 0 0 0 0,0-1 0 0 0,-1 0 0 0 0,1 0 0 0 0,0 0 0 0 0,0-1 0 0 0,0 0 0 0 0,-1 0 0 0 0,7-2 0 0 0,-5 0-149 0 0,-1 1-1 0 0,0-1 1 0 0,0 0-1 0 0,0 0 1 0 0,-1 0-1 0 0,1-1 1 0 0,-1 0-1 0 0,10-9 0 0 0,6-11-5918 0 0</inkml:trace>
</inkml:ink>
</file>

<file path=ppt/ink/ink3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2.544"/>
    </inkml:context>
    <inkml:brush xml:id="br0">
      <inkml:brushProperty name="width" value="0.1" units="cm"/>
      <inkml:brushProperty name="height" value="0.1" units="cm"/>
      <inkml:brushProperty name="color" value="#FF0066"/>
    </inkml:brush>
  </inkml:definitions>
  <inkml:trace contextRef="#ctx0" brushRef="#br0">34 7 6913 0 0,'0'0'529'0'0,"-1"-1"-354"0"0,1 1 0 0 0,0-1 1 0 0,-1 1-1 0 0,1-1 0 0 0,-1 1 0 0 0,1-1 1 0 0,-1 1-1 0 0,1 0 0 0 0,-1-1 1 0 0,1 1-1 0 0,-1 0 0 0 0,1-1 1 0 0,-1 1-1 0 0,1 0 0 0 0,-1 0 0 0 0,0 0 1 0 0,1-1-1 0 0,-1 1 0 0 0,0 0 1 0 0,1 0-1 0 0,-1 0 0 0 0,1 0 1 0 0,-1 0-1 0 0,0 0 0 0 0,1 0 1 0 0,-1 0-1 0 0,1 0 0 0 0,-1 1 0 0 0,0-1 1 0 0,1 0-1 0 0,-1 0 0 0 0,1 1 1 0 0,-1-1-1 0 0,1 0 0 0 0,-1 0 1 0 0,0 1-1 0 0,1-1 0 0 0,0 1 0 0 0,-1-1 1 0 0,1 0-1 0 0,-1 1 0 0 0,1-1 1 0 0,-1 1-1 0 0,1-1 0 0 0,0 1 1 0 0,-1-1-1 0 0,1 1 0 0 0,0-1 0 0 0,0 1 1 0 0,-1 0-1 0 0,1-1 0 0 0,0 1 1 0 0,0 0-1 0 0,-2 3 114 0 0,1-1-1 0 0,0 1 1 0 0,0-1-1 0 0,0 1 1 0 0,1 0-1 0 0,-1-1 1 0 0,1 6-1 0 0,2 8 179 0 0,0 0 0 0 0,1 0-1 0 0,1-1 1 0 0,1 0 0 0 0,0 0 0 0 0,10 20 0 0 0,-10-26-431 0 0,0 1 0 0 0,1-1 0 0 0,0-1 0 0 0,1 1 0 0 0,0-1 0 0 0,0 0 0 0 0,1 0 0 0 0,0-1 0 0 0,0 0 0 0 0,11 7 0 0 0,-18-14-42 0 0,0 0 0 0 0,1 0 0 0 0,-1 0 0 0 0,1 0 0 0 0,-1 0 1 0 0,1-1-1 0 0,-1 1 0 0 0,1 0 0 0 0,0-1 0 0 0,-1 1 1 0 0,1-1-1 0 0,0 0 0 0 0,-1 0 0 0 0,1 1 0 0 0,0-1 1 0 0,-1 0-1 0 0,1 0 0 0 0,0 0 0 0 0,-1-1 0 0 0,1 1 0 0 0,0 0 1 0 0,0-1-1 0 0,-1 1 0 0 0,1-1 0 0 0,1 0 0 0 0,-1-1-1 0 0,1 0-1 0 0,-1 0 1 0 0,0 0-1 0 0,0 0 0 0 0,0-1 1 0 0,0 1-1 0 0,0 0 1 0 0,-1-1-1 0 0,1 1 1 0 0,-1-1-1 0 0,0 0 0 0 0,0 1 1 0 0,2-5-1 0 0,1-6 26 0 0,-1-1 0 0 0,0 1 0 0 0,-1-1 0 0 0,-1 0 0 0 0,1-15 0 0 0,-4 5 77 0 0,1 19 13 0 0,1-1 0 0 0,-1 1 0 0 0,1-1 0 0 0,0 0 0 0 0,0 1 0 0 0,1-1 0 0 0,0 1 0 0 0,2-11 0 0 0,-2 16-84 0 0,0 0 1 0 0,-1 0-1 0 0,1 0 0 0 0,0 0 0 0 0,0 0 1 0 0,-1 0-1 0 0,1 0 0 0 0,0 0 0 0 0,-1 0 1 0 0,1 0-1 0 0,0 1 0 0 0,-1-1 1 0 0,1 0-1 0 0,0 1 0 0 0,-1-1 0 0 0,1 0 1 0 0,-1 1-1 0 0,1-1 0 0 0,-1 1 0 0 0,1-1 1 0 0,-1 0-1 0 0,1 1 0 0 0,0 0 0 0 0,17 15 94 0 0,-18-16-100 0 0,14 15-10 0 0,-1 0 1 0 0,22 32 0 0 0,-25-32-43 0 0,1 0 0 0 0,0 0 0 0 0,1-1 0 0 0,22 20 0 0 0,-30-31-187 0 0,0 0 1 0 0,1 0 0 0 0,-1 0-1 0 0,1-1 1 0 0,-1 0 0 0 0,1 1-1 0 0,0-1 1 0 0,0-1-1 0 0,0 1 1 0 0,0-1 0 0 0,0 0-1 0 0,1 0 1 0 0,-1-1 0 0 0,0 1-1 0 0,0-1 1 0 0,1 0-1 0 0,-1-1 1 0 0,0 1 0 0 0,0-1-1 0 0,9-2 1 0 0,-1-2-2183 0 0</inkml:trace>
</inkml:ink>
</file>

<file path=ppt/ink/ink3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3.015"/>
    </inkml:context>
    <inkml:brush xml:id="br0">
      <inkml:brushProperty name="width" value="0.1" units="cm"/>
      <inkml:brushProperty name="height" value="0.1" units="cm"/>
      <inkml:brushProperty name="color" value="#FF0066"/>
    </inkml:brush>
  </inkml:definitions>
  <inkml:trace contextRef="#ctx0" brushRef="#br0">0 15 12755 0 0,'0'0'289'0'0,"2"0"171"0"0,-1 0 1 0 0,1 0-1 0 0,-1 0 0 0 0,1 1 0 0 0,-1-1 0 0 0,0 0 1 0 0,1 1-1 0 0,-1-1 0 0 0,1 1 0 0 0,-1-1 0 0 0,0 1 1 0 0,3 1-1 0 0,11 14-67 0 0,0 0 1 0 0,-1 1 0 0 0,-1 0 0 0 0,0 1 0 0 0,-2 1-1 0 0,11 21 1 0 0,15 22 188 0 0,-37-61-580 0 0,1 1 1 0 0,0-1 0 0 0,0 0-1 0 0,0 1 1 0 0,0-1-1 0 0,0 0 1 0 0,0 0 0 0 0,0 0-1 0 0,0 0 1 0 0,0 0-1 0 0,0 0 1 0 0,0 0 0 0 0,1 0-1 0 0,1 1 1 0 0,-3-2-1 0 0,1-1 0 0 0,-1 1 0 0 0,0 0 0 0 0,1 0 1 0 0,-1 0-1 0 0,0 0 0 0 0,1-1 0 0 0,-1 1 0 0 0,0 0 0 0 0,1 0 1 0 0,-1-1-1 0 0,0 1 0 0 0,0 0 0 0 0,1 0 0 0 0,-1-1 0 0 0,0 1 0 0 0,0 0 1 0 0,1-1-1 0 0,-1 1 0 0 0,0 0 0 0 0,0-1 0 0 0,0 1 0 0 0,0-1 1 0 0,0 1-1 0 0,0 0 0 0 0,1-1 0 0 0,-1 1 0 0 0,0-1 0 0 0,0 1 1 0 0,0 0-1 0 0,0-1 0 0 0,-1 0 0 0 0,-1-46-34 0 0,0 26-1157 0 0,0 0-1 0 0,2-23 1 0 0,1 22-3014 0 0,8-42 0 0 0,-6 50 167 0 0</inkml:trace>
</inkml:ink>
</file>

<file path=ppt/ink/ink3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3.680"/>
    </inkml:context>
    <inkml:brush xml:id="br0">
      <inkml:brushProperty name="width" value="0.1" units="cm"/>
      <inkml:brushProperty name="height" value="0.1" units="cm"/>
      <inkml:brushProperty name="color" value="#FF0066"/>
    </inkml:brush>
  </inkml:definitions>
  <inkml:trace contextRef="#ctx0" brushRef="#br0">1 26 5065 0 0,'2'-2'769'0'0,"0"-1"0"0"0,1 1-1 0 0,-1-1 1 0 0,1 1 0 0 0,0 0 0 0 0,0 0 0 0 0,0 0-1 0 0,0 0 1 0 0,0 0 0 0 0,4-1 0 0 0,-5 3-577 0 0,-1 0 0 0 0,0 0 1 0 0,1 1-1 0 0,-1-1 1 0 0,0 0-1 0 0,0 1 0 0 0,1-1 1 0 0,-1 1-1 0 0,0 0 1 0 0,0-1-1 0 0,0 1 1 0 0,0 0-1 0 0,1 0 0 0 0,-1 0 1 0 0,0 0-1 0 0,-1 0 1 0 0,1 0-1 0 0,0 0 0 0 0,0 0 1 0 0,0 0-1 0 0,-1 0 1 0 0,1 0-1 0 0,0 0 0 0 0,-1 1 1 0 0,1-1-1 0 0,-1 0 1 0 0,1 0-1 0 0,-1 3 0 0 0,31 67 1450 0 0,-18-39-1623 0 0,1 0 1 0 0,2-1 0 0 0,26 36 1207 0 0,-43-76-636 0 0,-5-22-543 0 0,-1-9-231 0 0,7 32 177 0 0,0 0 0 0 0,1 1 1 0 0,-1-1-1 0 0,2 1 1 0 0,-1-1-1 0 0,1 1 0 0 0,0-1 1 0 0,0 1-1 0 0,1 0 0 0 0,0 0 1 0 0,0 0-1 0 0,1 1 0 0 0,0-1 1 0 0,0 1-1 0 0,1-1 0 0 0,7-7 1 0 0,-9 11-85 0 0,0 0 1 0 0,1 0 0 0 0,-1 1-1 0 0,1-1 1 0 0,-1 1 0 0 0,1 0 0 0 0,0-1-1 0 0,0 2 1 0 0,0-1 0 0 0,0 0-1 0 0,0 1 1 0 0,1 0 0 0 0,-1 0-1 0 0,0 0 1 0 0,1 1 0 0 0,-1-1-1 0 0,0 1 1 0 0,1 0 0 0 0,-1 0 0 0 0,0 1-1 0 0,1-1 1 0 0,-1 1 0 0 0,0 0-1 0 0,0 0 1 0 0,1 1 0 0 0,-1-1-1 0 0,0 1 1 0 0,0 0 0 0 0,0 0 0 0 0,3 2-1 0 0,-2-1-561 0 0,-1 0-1 0 0,0 0 0 0 0,0 1 1 0 0,0-1-1 0 0,0 1 1 0 0,6 8-1 0 0</inkml:trace>
</inkml:ink>
</file>

<file path=ppt/ink/ink3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4.390"/>
    </inkml:context>
    <inkml:brush xml:id="br0">
      <inkml:brushProperty name="width" value="0.1" units="cm"/>
      <inkml:brushProperty name="height" value="0.1" units="cm"/>
      <inkml:brushProperty name="color" value="#FF0066"/>
    </inkml:brush>
  </inkml:definitions>
  <inkml:trace contextRef="#ctx0" brushRef="#br0">1 174 6913 0 0,'0'0'28'0'0,"0"0"0"0"0,0 0 0 0 0,0 0 0 0 0,0 0-1 0 0,0 0 1 0 0,0 0 0 0 0,0 1 0 0 0,0-1 0 0 0,0 0-1 0 0,-1 0 1 0 0,1 0 0 0 0,0 0 0 0 0,0 0 0 0 0,0 0-1 0 0,0 0 1 0 0,0 0 0 0 0,0 1 0 0 0,0-1 0 0 0,1 0-1 0 0,-1 0 1 0 0,0 0 0 0 0,0 0 0 0 0,0 0 0 0 0,0 0-1 0 0,0 0 1 0 0,0 0 0 0 0,0 0 0 0 0,0 1-1 0 0,0-1 1 0 0,0 0 0 0 0,0 0 0 0 0,0 0 0 0 0,0 0-1 0 0,0 0 1 0 0,0 0 0 0 0,0 0 0 0 0,1 0 0 0 0,-1 0-1 0 0,0 0 1 0 0,0 0 0 0 0,0 0 0 0 0,0 0 0 0 0,0 0-1 0 0,0 0 1 0 0,0 0 0 0 0,0 0 0 0 0,1 1 0 0 0,-1-1-1 0 0,0 0 1 0 0,0 0 0 0 0,0 0 0 0 0,0 0 0 0 0,0-1-1 0 0,0 1 1 0 0,0 0 0 0 0,0 0 0 0 0,1 0 0 0 0,-1 0-1 0 0,0 0 1 0 0,0 0 0 0 0,0 0 0 0 0,0 0-1 0 0,0 0 1 0 0,13-4 1503 0 0,13-9 1394 0 0,-21 8-2548 0 0,0 0-1 0 0,0 0 0 0 0,-1-1 1 0 0,1 0-1 0 0,-1 0 1 0 0,-1 0-1 0 0,1 0 1 0 0,-1-1-1 0 0,5-13 1 0 0,-7 16-284 0 0,1-1 1 0 0,-1 0-1 0 0,0 1 1 0 0,0-1 0 0 0,0 0-1 0 0,0 0 1 0 0,-1 0 0 0 0,0 0-1 0 0,0 0 1 0 0,0 0-1 0 0,-1 1 1 0 0,0-1 0 0 0,1 0-1 0 0,-2 0 1 0 0,-1-6 0 0 0,3 11-91 0 0,-1 0 1 0 0,1-1-1 0 0,0 1 1 0 0,-1 0-1 0 0,1-1 1 0 0,0 1 0 0 0,-1 0-1 0 0,1 0 1 0 0,-1-1-1 0 0,1 1 1 0 0,-1 0-1 0 0,1 0 1 0 0,0 0 0 0 0,-1-1-1 0 0,1 1 1 0 0,-1 0-1 0 0,1 0 1 0 0,-1 0-1 0 0,1 0 1 0 0,-1 0 0 0 0,1 0-1 0 0,-1 0 1 0 0,1 0-1 0 0,-1 0 1 0 0,1 0-1 0 0,-1 0 1 0 0,1 0 0 0 0,-1 1-1 0 0,1-1 1 0 0,-1 0-1 0 0,1 0 1 0 0,0 0-1 0 0,-1 1 1 0 0,1-1-1 0 0,-1 0 1 0 0,1 0 0 0 0,0 1-1 0 0,-1-1 1 0 0,1 0-1 0 0,0 1 1 0 0,-1-1-1 0 0,1 1 1 0 0,0-1 0 0 0,-1 0-1 0 0,1 1 1 0 0,0-1-1 0 0,0 1 1 0 0,0-1-1 0 0,-1 1 1 0 0,-14 21-189 0 0,11-13 49 0 0,0 0 1 0 0,1 0-1 0 0,0 0 0 0 0,1 1 1 0 0,0-1-1 0 0,0 1 1 0 0,1-1-1 0 0,0 1 0 0 0,1 0 1 0 0,0-1-1 0 0,0 1 1 0 0,1 0-1 0 0,3 14 0 0 0,-3-20-31 0 0,0 0-1 0 0,0 0 1 0 0,0 0 0 0 0,1 0-1 0 0,-1 0 1 0 0,1-1-1 0 0,0 1 1 0 0,0 0 0 0 0,0-1-1 0 0,0 0 1 0 0,1 1-1 0 0,0-1 1 0 0,-1 0 0 0 0,1 0-1 0 0,0-1 1 0 0,0 1-1 0 0,1 0 1 0 0,-1-1 0 0 0,0 0-1 0 0,1 0 1 0 0,0 0-1 0 0,-1 0 1 0 0,1-1 0 0 0,0 1-1 0 0,0-1 1 0 0,0 0-1 0 0,0 0 1 0 0,0-1 0 0 0,0 1-1 0 0,0-1 1 0 0,0 1-1 0 0,0-1 1 0 0,0-1 0 0 0,5 0-1 0 0,-3 0-313 0 0,-1 0 0 0 0,1 0 0 0 0,-1 0-1 0 0,1-1 1 0 0,-1 0 0 0 0,0 0 0 0 0,0-1-1 0 0,0 1 1 0 0,0-1 0 0 0,-1 0 0 0 0,1-1 0 0 0,-1 1-1 0 0,1-1 1 0 0,5-6 0 0 0,2-5 532 0 0,0 0 0 0 0,18-33 0 0 0,-19 30 4536 0 0,25-32 2265 0 0,-35 49-6663 0 0,-1 1-1 0 0,1 0 1 0 0,-1 0 0 0 0,0-1-1 0 0,1 1 1 0 0,-1 0-1 0 0,1 0 1 0 0,-1 0 0 0 0,1 0-1 0 0,-1 0 1 0 0,1 0 0 0 0,-1 0-1 0 0,1 0 1 0 0,0 0 0 0 0,-1 0-1 0 0,1 0 1 0 0,-1 0 0 0 0,1 0-1 0 0,0 1 1 0 0,9 14 2258 0 0,3 33-2067 0 0,-12-38 85 0 0,2-1-444 0 0,-1-1 0 0 0,1 1 0 0 0,1-1 0 0 0,0 0 0 0 0,6 10 0 0 0,-9-16-147 0 0,0 0 0 0 0,0 0 1 0 0,0 0-1 0 0,1 0 0 0 0,-1 0 1 0 0,1 0-1 0 0,-1-1 0 0 0,1 1 1 0 0,0 0-1 0 0,0-1 1 0 0,0 1-1 0 0,0-1 0 0 0,0 0 1 0 0,0 0-1 0 0,0 1 0 0 0,0-2 1 0 0,1 1-1 0 0,-1 0 0 0 0,0 0 1 0 0,0-1-1 0 0,1 1 0 0 0,-1-1 1 0 0,1 1-1 0 0,2-1 0 0 0,-3-1-61 0 0,-1 0 0 0 0,1 1-1 0 0,0-1 1 0 0,-1 0-1 0 0,1 0 1 0 0,0 0 0 0 0,-1 0-1 0 0,1-1 1 0 0,-1 1 0 0 0,0 0-1 0 0,1-1 1 0 0,-1 1-1 0 0,0 0 1 0 0,0-1 0 0 0,0 0-1 0 0,2-2 1 0 0,16-35-1536 0 0,-10 21 829 0 0,1 0 796 0 0,-3 4 897 0 0,0 1 0 0 0,0 1 0 0 0,2-1 1 0 0,-1 1-1 0 0,1 1 0 0 0,1 0 1 0 0,12-11-1 0 0,-22 21-738 0 0,1 1 1 0 0,-1 0-1 0 0,1 0 0 0 0,0-1 1 0 0,-1 1-1 0 0,1 0 1 0 0,-1 0-1 0 0,1 0 1 0 0,0 0-1 0 0,-1 0 0 0 0,1 0 1 0 0,0 0-1 0 0,-1 0 1 0 0,1 0-1 0 0,0 0 0 0 0,-1 0 1 0 0,1 0-1 0 0,-1 0 1 0 0,1 0-1 0 0,0 0 0 0 0,-1 1 1 0 0,1-1-1 0 0,-1 0 1 0 0,1 1-1 0 0,0-1 1 0 0,-1 0-1 0 0,1 1 0 0 0,-1-1 1 0 0,1 0-1 0 0,-1 1 1 0 0,1-1-1 0 0,-1 1 0 0 0,0-1 1 0 0,1 1-1 0 0,-1-1 1 0 0,0 1-1 0 0,1 0 0 0 0,-1-1 1 0 0,0 1-1 0 0,0-1 1 0 0,1 1-1 0 0,-1 0 0 0 0,0 0 1 0 0,14 36 321 0 0,-11-25-186 0 0,0-5-210 0 0,1 0 1 0 0,-1 0-1 0 0,1-1 1 0 0,0 1 0 0 0,0-1-1 0 0,1 0 1 0 0,0 0-1 0 0,0 0 1 0 0,8 6-1 0 0,-9-9-760 0 0,0 0 0 0 0,0-1 0 0 0,0 1 0 0 0,0-1 0 0 0,1 0 0 0 0,-1 0 0 0 0,1 0 0 0 0,-1-1 0 0 0,10 2 0 0 0,3 0-5687 0 0</inkml:trace>
</inkml:ink>
</file>

<file path=ppt/ink/ink3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4.601"/>
    </inkml:context>
    <inkml:brush xml:id="br0">
      <inkml:brushProperty name="width" value="0.1" units="cm"/>
      <inkml:brushProperty name="height" value="0.1" units="cm"/>
      <inkml:brushProperty name="color" value="#FF0066"/>
    </inkml:brush>
  </inkml:definitions>
  <inkml:trace contextRef="#ctx0" brushRef="#br0">4 32 10594 0 0,'3'-32'1350'0'0,"-4"74"5539"0"0,-1 0-3457 0 0,0-8-3327 0 0,1 0 0 0 0,1 0 0 0 0,10 62 0 0 0,-3-62-344 0 0,2-1 0 0 0,2 0 0 0 0,18 40 1 0 0,7-3-6856 0 0,-24-47 780 0 0</inkml:trace>
</inkml:ink>
</file>

<file path=ppt/ink/ink3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4.800"/>
    </inkml:context>
    <inkml:brush xml:id="br0">
      <inkml:brushProperty name="width" value="0.1" units="cm"/>
      <inkml:brushProperty name="height" value="0.1" units="cm"/>
      <inkml:brushProperty name="color" value="#FF0066"/>
    </inkml:brush>
  </inkml:definitions>
  <inkml:trace contextRef="#ctx0" brushRef="#br0">1 179 5529 0 0,'0'-5'823'0'0,"1"0"-1"0"0,-1 0 1 0 0,1 0-1 0 0,0 0 1 0 0,1 0-1 0 0,-1 0 1 0 0,1 0-1 0 0,0 0 1 0 0,4-5-1 0 0,-1 1-105 0 0,0 1 0 0 0,1 0-1 0 0,0 0 1 0 0,11-11-1 0 0,-9 11-678 0 0,1 0 0 0 0,-1 1 0 0 0,2 0 0 0 0,-1 0 0 0 0,1 1 0 0 0,0 1 0 0 0,0-1 0 0 0,21-7-1 0 0,-22 12-928 0 0,0-1 0 0 0,0 1-1 0 0,0 0 1 0 0,0 1 0 0 0,1 0-1 0 0,11 2 1 0 0,-13-1 250 0 0,10 0-11 0 0</inkml:trace>
</inkml:ink>
</file>

<file path=ppt/ink/ink3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6.594"/>
    </inkml:context>
    <inkml:brush xml:id="br0">
      <inkml:brushProperty name="width" value="0.1" units="cm"/>
      <inkml:brushProperty name="height" value="0.1" units="cm"/>
      <inkml:brushProperty name="color" value="#FF0066"/>
    </inkml:brush>
  </inkml:definitions>
  <inkml:trace contextRef="#ctx0" brushRef="#br0">1 1 12899 0 0,'2'4'603'0'0,"0"0"0"0"0,0 0 0 0 0,0 0 0 0 0,-1 1 0 0 0,1-1-1 0 0,-1 0 1 0 0,1 7 0 0 0,-1-4 208 0 0,19 71 1830 0 0,12 114 0 0 0,-8 82-5089 0 0,-24-267 1645 0 0,1 4-615 0 0</inkml:trace>
</inkml:ink>
</file>

<file path=ppt/ink/ink3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7.049"/>
    </inkml:context>
    <inkml:brush xml:id="br0">
      <inkml:brushProperty name="width" value="0.1" units="cm"/>
      <inkml:brushProperty name="height" value="0.1" units="cm"/>
      <inkml:brushProperty name="color" value="#FF0066"/>
    </inkml:brush>
  </inkml:definitions>
  <inkml:trace contextRef="#ctx0" brushRef="#br0">14 81 5529 0 0,'-14'-8'2663'0'0,"52"3"1319"0"0,-24 4-3900 0 0,244-27 3539 0 0,-87 12-2774 0 0,-179 21-393 0 0,0 0 0 0 0,0 0 0 0 0,-13 13 0 0 0,17-14-407 0 0,0-1-1 0 0,0 1 0 0 0,1 0 1 0 0,-1 0-1 0 0,1 0 1 0 0,0 0-1 0 0,0 0 0 0 0,0 1 1 0 0,1-1-1 0 0,0 1 1 0 0,0 0-1 0 0,0 0 0 0 0,0 0 1 0 0,-1 5-1 0 0,3-6-69 0 0,0-1-1 0 0,0 1 1 0 0,0 0-1 0 0,1 0 1 0 0,-1-1-1 0 0,1 1 1 0 0,0-1-1 0 0,0 1 1 0 0,0-1-1 0 0,1 1 1 0 0,-1-1 0 0 0,1 1-1 0 0,0-1 1 0 0,0 0-1 0 0,0 0 1 0 0,0 0-1 0 0,4 4 1 0 0,-2-3 54 0 0,0 0 0 0 0,1-1 0 0 0,-1 0 0 0 0,1 0 0 0 0,-1 0 0 0 0,1 0 0 0 0,0-1 0 0 0,0 0 0 0 0,1 0 0 0 0,-1 0 0 0 0,6 1 0 0 0,-4-2 97 0 0,0 1 0 0 0,0-1 0 0 0,0-1 0 0 0,0 1 0 0 0,0-1 1 0 0,0 0-1 0 0,0-1 0 0 0,0 0 0 0 0,0 0 0 0 0,0 0 0 0 0,0-1 1 0 0,-1 0-1 0 0,1 0 0 0 0,0-1 0 0 0,-1 0 0 0 0,0 0 0 0 0,1 0 0 0 0,10-9 1 0 0,-14 9-75 0 0,0 0 1 0 0,-1 0 0 0 0,1 0-1 0 0,-1 0 1 0 0,0-1 0 0 0,0 1-1 0 0,0-1 1 0 0,0 0 0 0 0,-1 1-1 0 0,0-1 1 0 0,1 0 0 0 0,-1 0-1 0 0,0 0 1 0 0,-1 0 0 0 0,1 0-1 0 0,-1 0 1 0 0,0 0 0 0 0,0 0-1 0 0,0 0 1 0 0,0 0-1 0 0,-1 0 1 0 0,0 0 0 0 0,0 0-1 0 0,0 0 1 0 0,0 0 0 0 0,0 0-1 0 0,-1 1 1 0 0,0-1 0 0 0,1 0-1 0 0,-1 1 1 0 0,-3-4 0 0 0,1 1-174 0 0,1 1 1 0 0,-1-1-1 0 0,-1 1 0 0 0,1 0 1 0 0,-1 0-1 0 0,0 1 1 0 0,0-1-1 0 0,0 1 0 0 0,-1 0 1 0 0,1 0-1 0 0,-1 1 1 0 0,0-1-1 0 0,0 2 0 0 0,0-1 1 0 0,-1 0-1 0 0,1 1 1 0 0,-1 0-1 0 0,-8-1 1 0 0</inkml:trace>
</inkml:ink>
</file>

<file path=ppt/ink/ink3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8.567"/>
    </inkml:context>
    <inkml:brush xml:id="br0">
      <inkml:brushProperty name="width" value="0.1" units="cm"/>
      <inkml:brushProperty name="height" value="0.1" units="cm"/>
      <inkml:brushProperty name="color" value="#FF0066"/>
    </inkml:brush>
  </inkml:definitions>
  <inkml:trace contextRef="#ctx0" brushRef="#br0">1 17 9674 0 0,'0'0'109'0'0,"0"-1"1"0"0,0 1-1 0 0,0-1 0 0 0,0 1 1 0 0,0-1-1 0 0,0 0 1 0 0,0 1-1 0 0,0-1 0 0 0,0 1 1 0 0,0-1-1 0 0,0 1 0 0 0,0-1 1 0 0,0 1-1 0 0,1-1 0 0 0,-1 0 1 0 0,0 1-1 0 0,0-1 0 0 0,1 1 1 0 0,-1-1-1 0 0,0 1 1 0 0,1 0-1 0 0,-1-1 0 0 0,0 1 1 0 0,1-1-1 0 0,-1 1 0 0 0,1 0 1 0 0,-1-1-1 0 0,1 1 0 0 0,-1 0 1 0 0,1-1-1 0 0,-1 1 0 0 0,1 0 1 0 0,-1 0-1 0 0,1-1 0 0 0,-1 1 1 0 0,1 0-1 0 0,-1 0 1 0 0,1 0-1 0 0,0 0 0 0 0,-1 0 1 0 0,1 0-1 0 0,-1 0 0 0 0,1 0 1 0 0,-1 0-1 0 0,1 0 0 0 0,0 0 1 0 0,-1 0-1 0 0,1 0 0 0 0,0 1 1 0 0,2 0 138 0 0,-1 0 1 0 0,0 0 0 0 0,1 0-1 0 0,-1 0 1 0 0,0 0 0 0 0,0 1-1 0 0,0-1 1 0 0,4 4 0 0 0,14 20 579 0 0,-1 2 0 0 0,-1 0 1 0 0,-2 0-1 0 0,17 38 0 0 0,-14-27-793 0 0,35 54 0 0 0,-51-87-9 0 0,1 0 0 0 0,0-1 0 0 0,0 1-1 0 0,0-1 1 0 0,0 0 0 0 0,1 0 0 0 0,0 0-1 0 0,0-1 1 0 0,10 6 0 0 0,-14-8 2 0 0,1-1-1 0 0,-1 1 1 0 0,0-1 0 0 0,1 0 0 0 0,-1 1-1 0 0,0-1 1 0 0,1 0 0 0 0,-1 0 0 0 0,1 0-1 0 0,-1 0 1 0 0,1 0 0 0 0,-1 0 0 0 0,0 0-1 0 0,1 0 1 0 0,-1-1 0 0 0,1 1-1 0 0,-1-1 1 0 0,2 0 0 0 0,-1 0 8 0 0,0-1 1 0 0,0 1-1 0 0,-1-1 0 0 0,1 1 0 0 0,0-1 1 0 0,-1 0-1 0 0,0 1 0 0 0,1-1 1 0 0,-1 0-1 0 0,0 0 0 0 0,0 0 1 0 0,0 0-1 0 0,0 0 0 0 0,0-1 1 0 0,0-1-1 0 0,5-16 35 0 0,-2 0-1 0 0,-1-1 1 0 0,0 1-1 0 0,-2-1 1 0 0,0 0 0 0 0,-3-30-1 0 0,1 22-526 0 0,1 0-1 0 0,5-38 1 0 0,2 44-2386 0 0</inkml:trace>
</inkml:ink>
</file>

<file path=ppt/ink/ink3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8.951"/>
    </inkml:context>
    <inkml:brush xml:id="br0">
      <inkml:brushProperty name="width" value="0.1" units="cm"/>
      <inkml:brushProperty name="height" value="0.1" units="cm"/>
      <inkml:brushProperty name="color" value="#FF0066"/>
    </inkml:brush>
  </inkml:definitions>
  <inkml:trace contextRef="#ctx0" brushRef="#br0">1 95 5529 0 0,'4'-6'410'0'0,"1"-1"0"0"0,-1 0 1 0 0,-1-1-1 0 0,1 1 0 0 0,3-16 0 0 0,-3-14 8575 0 0,-16 76-7373 0 0,11-32-1481 0 0,1 0 1 0 0,0 0-1 0 0,0 1 1 0 0,0-1-1 0 0,1 0 1 0 0,0 0-1 0 0,1 0 1 0 0,-1 0-1 0 0,1 0 0 0 0,1 0 1 0 0,-1 0-1 0 0,5 7 1 0 0,-5-10-73 0 0,0 0 0 0 0,0 0 0 0 0,1-1-1 0 0,0 1 1 0 0,-1-1 0 0 0,1 1 0 0 0,0-1 0 0 0,1 0 0 0 0,-1 0 0 0 0,1 0 0 0 0,-1-1 0 0 0,1 1-1 0 0,0-1 1 0 0,0 0 0 0 0,0 0 0 0 0,0 0 0 0 0,0 0 0 0 0,0-1 0 0 0,1 0 0 0 0,7 2 0 0 0,-11-3-37 0 0,1 0 1 0 0,-1 0-1 0 0,0 0 1 0 0,0 0-1 0 0,0 0 1 0 0,0 0-1 0 0,0 0 1 0 0,1 0 0 0 0,-1 0-1 0 0,0-1 1 0 0,0 1-1 0 0,0 0 1 0 0,0-1-1 0 0,0 1 1 0 0,0-1-1 0 0,0 1 1 0 0,0-1-1 0 0,0 1 1 0 0,0-1-1 0 0,0 0 1 0 0,0 1 0 0 0,0-1-1 0 0,0 0 1 0 0,-1 0-1 0 0,1 0 1 0 0,1-1-1 0 0,-2 0 15 0 0,1 0 0 0 0,0-1-1 0 0,0 1 1 0 0,-1 0 0 0 0,1 0 0 0 0,-1-1-1 0 0,0 1 1 0 0,0-1 0 0 0,1 1-1 0 0,-2 0 1 0 0,1-1 0 0 0,0-2 0 0 0,-2-2-6 0 0,1 0 0 0 0,-1 0-1 0 0,0 0 1 0 0,0 0 0 0 0,-1 0 0 0 0,0 0 0 0 0,-6-9 0 0 0,-23-19-525 0 0,11 22-541 0 0,20 13 913 0 0,1 0 0 0 0,-1 0-1 0 0,0 0 1 0 0,0 0 0 0 0,1 0 0 0 0,-1 0 0 0 0,0 0-1 0 0,1 0 1 0 0,-1 0 0 0 0,0 0 0 0 0,1 0-1 0 0,-1 0 1 0 0,0 0 0 0 0,0 0 0 0 0,1 1 0 0 0,-1-1-1 0 0,1 0 1 0 0,-1 0 0 0 0,0 1 0 0 0,1-1 0 0 0,-1 1-1 0 0,1-1 1 0 0,-1 0 0 0 0,0 1 0 0 0,1-1-1 0 0,-1 2 1 0 0,0-1-68 0 0,1 0-1 0 0,-1 0 1 0 0,0 0-1 0 0,1 0 1 0 0,-1 0-1 0 0,1 1 0 0 0,-1-1 1 0 0,1 0-1 0 0,0 0 1 0 0,0 1-1 0 0,-1-1 1 0 0,1 0-1 0 0,0 1 1 0 0,0-1-1 0 0,0 0 1 0 0,0 1-1 0 0,1-1 1 0 0,-1 0-1 0 0,0 0 1 0 0,0 1-1 0 0,1-1 1 0 0,-1 0-1 0 0,2 3 1 0 0,-1-2-198 0 0,1 1 0 0 0,-1 0 0 0 0,1-1 0 0 0,-1 1 0 0 0,1-1 0 0 0,0 0 1 0 0,0 1-1 0 0,0-1 0 0 0,4 2 0 0 0,5 4 388 0 0</inkml:trace>
</inkml:ink>
</file>

<file path=ppt/ink/ink3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9.202"/>
    </inkml:context>
    <inkml:brush xml:id="br0">
      <inkml:brushProperty name="width" value="0.1" units="cm"/>
      <inkml:brushProperty name="height" value="0.1" units="cm"/>
      <inkml:brushProperty name="color" value="#FF0066"/>
    </inkml:brush>
  </inkml:definitions>
  <inkml:trace contextRef="#ctx0" brushRef="#br0">1 22 12443 0 0,'0'-1'360'0'0,"0"-1"0"0"0,0 1 0 0 0,-1-1 1 0 0,8-14 6681 0 0,-4 28-5791 0 0,8 141 409 0 0,-1 0-1254 0 0,-7-133-861 0 0,1-1 0 0 0,1 1 0 0 0,1 0 0 0 0,0-1 0 0 0,16 31 0 0 0,-12-31-1847 0 0,1-2-4778 0 0</inkml:trace>
</inkml:ink>
</file>

<file path=ppt/ink/ink3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9.442"/>
    </inkml:context>
    <inkml:brush xml:id="br0">
      <inkml:brushProperty name="width" value="0.1" units="cm"/>
      <inkml:brushProperty name="height" value="0.1" units="cm"/>
      <inkml:brushProperty name="color" value="#FF0066"/>
    </inkml:brush>
  </inkml:definitions>
  <inkml:trace contextRef="#ctx0" brushRef="#br0">1 1 13827 0 0,'0'6'5001'0'0,"-1"20"-1107"0"0,1-7-3631 0 0,1 0 0 0 0,4 28 1 0 0,39 132-80 0 0,-26-108-1873 0 0,-1 0-4763 0 0</inkml:trace>
</inkml:ink>
</file>

<file path=ppt/ink/ink3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29:59.964"/>
    </inkml:context>
    <inkml:brush xml:id="br0">
      <inkml:brushProperty name="width" value="0.1" units="cm"/>
      <inkml:brushProperty name="height" value="0.1" units="cm"/>
      <inkml:brushProperty name="color" value="#FF0066"/>
    </inkml:brush>
  </inkml:definitions>
  <inkml:trace contextRef="#ctx0" brushRef="#br0">13 232 4633 0 0,'-1'-1'127'0'0,"0"0"0"0"0,0 0 0 0 0,0 0 0 0 0,0 0 0 0 0,0 0 0 0 0,1 0 0 0 0,-1 0 0 0 0,0 0 0 0 0,0-1 0 0 0,1 1 0 0 0,-1 0 0 0 0,1-1 0 0 0,-1 1 0 0 0,1 0 0 0 0,-1-1 0 0 0,1 1 0 0 0,0-1 0 0 0,0 1 0 0 0,0-1 0 0 0,0 1 0 0 0,0 0 0 0 0,0-1 0 0 0,0 1-1 0 0,0-1 1 0 0,0 1 0 0 0,1-1 0 0 0,-1 1 0 0 0,1 0 0 0 0,-1-1 0 0 0,1 1 0 0 0,-1 0 0 0 0,1-1 0 0 0,0 1 0 0 0,0 0 0 0 0,-1 0 0 0 0,1 0 0 0 0,0 0 0 0 0,0 0 0 0 0,0 0 0 0 0,0 0 0 0 0,3-2 0 0 0,4-4 41 0 0,1-1-1 0 0,0 2 1 0 0,1-1 0 0 0,0 1-1 0 0,19-8 1 0 0,58-21-2742 0 0,-64 27 2011 0 0,85-24-978 0 0,-27 8 2535 0 0,-4-6 4078 0 0,-132 49-164 0 0,49-16-4760 0 0,0 1 0 0 0,1 0 0 0 0,-1 0 1 0 0,1 0-1 0 0,0 1 0 0 0,0-1 0 0 0,0 1 0 0 0,0 1 1 0 0,1-1-1 0 0,0 1 0 0 0,0-1 0 0 0,0 1 0 0 0,1 0 1 0 0,-5 12-1 0 0,6-12-210 0 0,0-1 0 0 0,0 1 0 0 0,0 0 0 0 0,1 0 0 0 0,0 0-1 0 0,0-1 1 0 0,0 1 0 0 0,1 0 0 0 0,0 0 0 0 0,0 0 0 0 0,1 0 0 0 0,-1 0 0 0 0,1 0 0 0 0,0 0 0 0 0,1 0 0 0 0,3 10 0 0 0,-4-14 52 0 0,0 0 1 0 0,0-1-1 0 0,0 1 1 0 0,0 0-1 0 0,0-1 0 0 0,0 1 1 0 0,0 0-1 0 0,0-1 1 0 0,1 1-1 0 0,-1-1 1 0 0,1 0-1 0 0,-1 1 0 0 0,1-1 1 0 0,-1 0-1 0 0,1 0 1 0 0,0 0-1 0 0,-1 0 1 0 0,1 0-1 0 0,0 0 0 0 0,0-1 1 0 0,0 1-1 0 0,2 0 1 0 0,-1-1-19 0 0,-1 0 1 0 0,1-1 0 0 0,-1 1-1 0 0,0-1 1 0 0,1 1-1 0 0,-1-1 1 0 0,0 0 0 0 0,0 0-1 0 0,1 0 1 0 0,-1 0 0 0 0,0 0-1 0 0,0 0 1 0 0,0 0 0 0 0,0-1-1 0 0,3-2 1 0 0,1-3-42 0 0,1 1 0 0 0,-1-2-1 0 0,0 1 1 0 0,-1 0 0 0 0,0-1 0 0 0,0 0 0 0 0,0 0 0 0 0,4-12 0 0 0,-4-3 959 0 0,-5 19-649 0 0,0 0 1 0 0,1 1-1 0 0,0-1 0 0 0,-1 0 0 0 0,1 1 1 0 0,0-1-1 0 0,1 1 0 0 0,-1-1 0 0 0,1 1 0 0 0,-1 0 1 0 0,1-1-1 0 0,0 1 0 0 0,4-4 0 0 0,-5 7-195 0 0,-1 0 0 0 0,1 0 0 0 0,0 0 0 0 0,-1 0 0 0 0,1 0 0 0 0,0 0 0 0 0,-1 1 0 0 0,1-1 0 0 0,-1 0 0 0 0,1 0 0 0 0,0 1 0 0 0,-1-1 0 0 0,1 0 0 0 0,-1 1 0 0 0,1-1 0 0 0,-1 1 0 0 0,1-1 0 0 0,-1 1 0 0 0,1-1 0 0 0,-1 1 0 0 0,1-1 0 0 0,-1 1 0 0 0,0-1 0 0 0,1 1-1 0 0,-1 0 1 0 0,0-1 0 0 0,0 1 0 0 0,1-1 0 0 0,-1 1 0 0 0,0 0 0 0 0,0-1 0 0 0,0 1 0 0 0,0 1 0 0 0,9 30 475 0 0,-7-26-563 0 0,5 17-20 0 0,0-1-1 0 0,13 25 1 0 0,-16-41-225 0 0,-1 1-1 0 0,1-1 1 0 0,0 0 0 0 0,1 0 0 0 0,-1 0-1 0 0,1 0 1 0 0,0-1 0 0 0,1 0 0 0 0,-1 0-1 0 0,1 0 1 0 0,6 3 0 0 0,0-2-1364 0 0</inkml:trace>
</inkml:ink>
</file>

<file path=ppt/ink/ink3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0:00.297"/>
    </inkml:context>
    <inkml:brush xml:id="br0">
      <inkml:brushProperty name="width" value="0.1" units="cm"/>
      <inkml:brushProperty name="height" value="0.1" units="cm"/>
      <inkml:brushProperty name="color" value="#FF0066"/>
    </inkml:brush>
  </inkml:definitions>
  <inkml:trace contextRef="#ctx0" brushRef="#br0">112 1 9674 0 0,'-15'7'8527'0'0,"15"-6"-8222"0"0,1 19 1624 0 0,20 19-1344 0 0,0-9-19 0 0,22 40-1 0 0,-38-61-469 0 0,-1-1 1 0 0,0 1 0 0 0,0 1-1 0 0,-1-1 1 0 0,0 0-1 0 0,-1 1 1 0 0,0 0 0 0 0,0-1-1 0 0,0 20 1 0 0,-4-22-82 0 0,1 0 0 0 0,-1 0 1 0 0,0 0-1 0 0,0 0 0 0 0,-1-1 0 0 0,0 1 0 0 0,0-1 0 0 0,0 0 1 0 0,-1 0-1 0 0,0 0 0 0 0,-1 0 0 0 0,1-1 0 0 0,-8 8 1 0 0,-2 0 32 0 0,-1 1 0 0 0,0-2 0 0 0,-26 17 0 0 0,-14 0-654 0 0,31-22-6688 0 0</inkml:trace>
</inkml:ink>
</file>

<file path=ppt/ink/ink3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0:00.823"/>
    </inkml:context>
    <inkml:brush xml:id="br0">
      <inkml:brushProperty name="width" value="0.1" units="cm"/>
      <inkml:brushProperty name="height" value="0.1" units="cm"/>
      <inkml:brushProperty name="color" value="#FF0066"/>
    </inkml:brush>
  </inkml:definitions>
  <inkml:trace contextRef="#ctx0" brushRef="#br0">234 16 2761 0 0,'-2'-2'405'0'0,"0"1"1"0"0,0-1 0 0 0,0 1 0 0 0,0-1 0 0 0,0 1 0 0 0,0 0-1 0 0,0 0 1 0 0,0 0 0 0 0,-1 0 0 0 0,1 1 0 0 0,0-1-1 0 0,-1 1 1 0 0,1-1 0 0 0,0 1 0 0 0,-1 0 0 0 0,-2 0 0 0 0,-1 0 16 0 0,1 0 1 0 0,-1 1 0 0 0,0 0-1 0 0,0 0 1 0 0,1 1 0 0 0,-9 2 0 0 0,2 2 10 0 0,0-1 1 0 0,0 1-1 0 0,1 1 0 0 0,0 0 1 0 0,-13 11-1 0 0,16-11-96 0 0,1 0 0 0 0,0 0 0 0 0,1 1-1 0 0,0 0 1 0 0,-8 12 0 0 0,12-17-231 0 0,0 1-1 0 0,0-1 1 0 0,0 1-1 0 0,1 0 1 0 0,0-1-1 0 0,-1 1 1 0 0,1 0 0 0 0,0 0-1 0 0,1 0 1 0 0,-1 0-1 0 0,1 0 1 0 0,0 0-1 0 0,0-1 1 0 0,0 1 0 0 0,0 0-1 0 0,2 6 1 0 0,-2-8-157 0 0,1-1-1 0 0,0 1 1 0 0,0-1 0 0 0,0 1 0 0 0,0-1-1 0 0,0 1 1 0 0,0-1 0 0 0,0 0 0 0 0,1 0 0 0 0,-1 1-1 0 0,0-1 1 0 0,1 0 0 0 0,-1 0 0 0 0,0 0-1 0 0,1 0 1 0 0,0-1 0 0 0,-1 1 0 0 0,1 0 0 0 0,-1-1-1 0 0,1 1 1 0 0,0-1 0 0 0,-1 1 0 0 0,1-1-1 0 0,0 0 1 0 0,2 0 0 0 0,4 1-771 0 0,0-1 0 0 0,-1 0 0 0 0,1-1 0 0 0,11-1 1 0 0,-1-2-530 0 0</inkml:trace>
</inkml:ink>
</file>

<file path=ppt/ink/ink3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0:01.184"/>
    </inkml:context>
    <inkml:brush xml:id="br0">
      <inkml:brushProperty name="width" value="0.1" units="cm"/>
      <inkml:brushProperty name="height" value="0.1" units="cm"/>
      <inkml:brushProperty name="color" value="#FF0066"/>
    </inkml:brush>
  </inkml:definitions>
  <inkml:trace contextRef="#ctx0" brushRef="#br0">0 123 4145 0 0,'0'1'71'0'0,"0"-1"0"0"0,0 1-1 0 0,0 0 1 0 0,0 0 0 0 0,0 0 0 0 0,0-1 0 0 0,1 1 0 0 0,-1 0-1 0 0,0 0 1 0 0,0-1 0 0 0,1 1 0 0 0,-1 0 0 0 0,0 0 0 0 0,1-1 0 0 0,-1 1-1 0 0,0 0 1 0 0,1-1 0 0 0,-1 1 0 0 0,1-1 0 0 0,-1 1 0 0 0,1 0-1 0 0,0-1 1 0 0,-1 1 0 0 0,1-1 0 0 0,-1 1 0 0 0,1-1 0 0 0,0 0 0 0 0,-1 1-1 0 0,1-1 1 0 0,1 1 0 0 0,1-1 201 0 0,-1 0 0 0 0,0 1 0 0 0,1-1 0 0 0,-1 0-1 0 0,0-1 1 0 0,1 1 0 0 0,-1 0 0 0 0,1-1 0 0 0,-1 1 0 0 0,3-2 0 0 0,3-1 638 0 0,0 0 1 0 0,-1 0-1 0 0,0 0 1 0 0,1-1 0 0 0,10-9-1 0 0,-14 10-619 0 0,0-1 0 0 0,-1 0 0 0 0,1 0 0 0 0,-1-1 0 0 0,0 1 0 0 0,0-1 0 0 0,0 1 0 0 0,-1-1 0 0 0,0 0 0 0 0,0 0 0 0 0,2-6 0 0 0,-3 9-243 0 0,-1 1 0 0 0,0-1 0 0 0,1 0 0 0 0,-1 1 0 0 0,0-1 0 0 0,0 1 0 0 0,0-1-1 0 0,0 0 1 0 0,0 1 0 0 0,0-1 0 0 0,-1 0 0 0 0,1 1 0 0 0,0-1 0 0 0,-1 1 0 0 0,0-1 0 0 0,1 1 0 0 0,-1-1 0 0 0,0 1 0 0 0,1-1 0 0 0,-1 1 0 0 0,0-1 0 0 0,0 1 0 0 0,0 0-1 0 0,0 0 1 0 0,-1 0 0 0 0,1-1 0 0 0,0 1 0 0 0,0 0 0 0 0,-1 0 0 0 0,1 1 0 0 0,-1-1 0 0 0,1 0 0 0 0,-1 0 0 0 0,1 1 0 0 0,-1-1 0 0 0,1 1 0 0 0,-1-1 0 0 0,1 1-1 0 0,-1 0 1 0 0,-2-1 0 0 0,2 1-30 0 0,0-1-1 0 0,1 1 0 0 0,-1 0 1 0 0,0 0-1 0 0,0 0 0 0 0,1 0 1 0 0,-1 0-1 0 0,0 0 1 0 0,0 0-1 0 0,1 1 0 0 0,-1-1 1 0 0,0 1-1 0 0,1-1 0 0 0,-1 1 1 0 0,0 0-1 0 0,1-1 0 0 0,-1 1 1 0 0,1 0-1 0 0,-1 0 1 0 0,1 0-1 0 0,-2 2 0 0 0,0 0 13 0 0,1-1 0 0 0,0 1-1 0 0,0 0 1 0 0,1 0 0 0 0,-1-1-1 0 0,1 1 1 0 0,-1 1 0 0 0,1-1 0 0 0,0 0-1 0 0,-1 6 1 0 0,0-1 40 0 0,1 1 0 0 0,0-1 0 0 0,0 1 0 0 0,1-1-1 0 0,0 1 1 0 0,1 0 0 0 0,0-1 0 0 0,2 10 0 0 0,0-11-78 0 0,-1-1 0 0 0,1 1 1 0 0,0-1-1 0 0,0 0 0 0 0,1 0 1 0 0,0 0-1 0 0,0 0 0 0 0,0-1 0 0 0,1 0 1 0 0,-1 0-1 0 0,1 0 0 0 0,1 0 0 0 0,-1-1 1 0 0,1 0-1 0 0,-1 0 0 0 0,1 0 0 0 0,0-1 1 0 0,1 0-1 0 0,-1 0 0 0 0,0 0 0 0 0,1-1 1 0 0,0 0-1 0 0,-1 0 0 0 0,13 1 1 0 0,7-1-594 0 0</inkml:trace>
</inkml:ink>
</file>

<file path=ppt/ink/ink3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0:04.061"/>
    </inkml:context>
    <inkml:brush xml:id="br0">
      <inkml:brushProperty name="width" value="0.1" units="cm"/>
      <inkml:brushProperty name="height" value="0.1" units="cm"/>
      <inkml:brushProperty name="color" value="#FF0066"/>
    </inkml:brush>
  </inkml:definitions>
  <inkml:trace contextRef="#ctx0" brushRef="#br0">4 1177 6913 0 0,'-2'2'840'0'0,"2"-2"-720"0"0,0 0 0 0 0,0 1 0 0 0,-1-1 0 0 0,1 0 0 0 0,0 1 0 0 0,0-1 0 0 0,0 0 0 0 0,0 1 0 0 0,0-1 0 0 0,0 0 0 0 0,0 0 0 0 0,0 1 0 0 0,0-1 0 0 0,0 0 0 0 0,0 1 0 0 0,0-1 0 0 0,0 0 0 0 0,0 1 0 0 0,0-1 0 0 0,0 0 0 0 0,0 1 0 0 0,1-1 0 0 0,0 2 599 0 0,-1-2-599 0 0,15 10 1769 0 0,19 1-538 0 0,112-11 221 0 0,-10-1-348 0 0,120 23-1319 0 0,2 0 18 0 0,649-2 2623 0 0,-460-54-2301 0 0,-368 22-194 0 0,0-3 1 0 0,-1-4-1 0 0,119-44 0 0 0,-152 44 7 0 0,-2-2-1 0 0,0-2 0 0 0,77-55 0 0 0,-90 56-37 0 0,-2-2 0 0 0,0-1 0 0 0,-2-1 0 0 0,-1-2 1 0 0,38-52-1 0 0,-42 44-567 0 0,29-64 1 0 0,-35 65 790 0 0,3 0-1 0 0,25-39 1 0 0,-31 58-220 0 0,2-4 100 0 0,0 0 1 0 0,17-36-1 0 0,-28 49-102 0 0,0 0-1 0 0,-1 0 1 0 0,0 0-1 0 0,0 0 1 0 0,-1-1-1 0 0,1 1 1 0 0,-2-1-1 0 0,1 1 1 0 0,-1-1-1 0 0,0 1 1 0 0,0-1-1 0 0,-4-13 0 0 0,3-10-17 0 0,1 28 3 0 0,1 0 0 0 0,-1 1-1 0 0,0-1 1 0 0,0 0 0 0 0,0 0 0 0 0,-1 1-1 0 0,1-1 1 0 0,-1 0 0 0 0,1 1 0 0 0,-1-1 0 0 0,0 1-1 0 0,0-1 1 0 0,0 1 0 0 0,0-1 0 0 0,-3-3-1 0 0,-1 0 291 0 0,-4-7-204 0 0,9 13-90 0 0,0 1 0 0 0,0-1 0 0 0,0 0 1 0 0,1 0-1 0 0,-1 0 0 0 0,0 0 0 0 0,0 0 1 0 0,0 0-1 0 0,0 0 0 0 0,0 0 0 0 0,0 0 1 0 0,0 0-1 0 0,1 0 0 0 0,-1 0 0 0 0,0 0 0 0 0,0 0 1 0 0,0 0-1 0 0,0 0 0 0 0,0-1 0 0 0,0 1 1 0 0,0 0-1 0 0,0 0 0 0 0,1 0 0 0 0,-1 0 1 0 0,0 0-1 0 0,0 0 0 0 0,0 0 0 0 0,0 0 0 0 0,0 0 1 0 0,0 0-1 0 0,0 0 0 0 0,0 0 0 0 0,0 0 1 0 0,0-1-1 0 0,0 1 0 0 0,0 0 0 0 0,1 0 1 0 0,-1 0-1 0 0,0 0 0 0 0,0 0 0 0 0,0 0 0 0 0,0 0 1 0 0,0-1-1 0 0,0 1 0 0 0,0 0 0 0 0,0 0 1 0 0,0 0-1 0 0,0 0 0 0 0,0 0 0 0 0,0 0 1 0 0,0 0-1 0 0,0 0 0 0 0,0-1 0 0 0,0 1 0 0 0,-1 0 1 0 0,1 0-1 0 0,25 6 38 0 0,0-1 1 0 0,0-1-1 0 0,0-2 1 0 0,1 0-1 0 0,-1-2 1 0 0,27-2 0 0 0,63 3 99 0 0,87 5 311 0 0,-49-2-200 0 0,34 6 279 0 0,-203-13-750 0 0,0-1 0 0 0,1 0 0 0 0,-1-1 0 0 0,1-1 0 0 0,-28-14 0 0 0,28 13 157 0 0,6 2 36 0 0,0 0 1 0 0,1-1-1 0 0,0 0 1 0 0,0-1 0 0 0,0 0-1 0 0,1 0 1 0 0,0-1-1 0 0,-9-11 1 0 0,-15-16-53 0 0,11 23-425 0 0,22 9 443 0 0,-2 2 92 0 0,1 0-1 0 0,-1 0 0 0 0,1 0 1 0 0,-1 0-1 0 0,0 0 1 0 0,1 1-1 0 0,-1-1 1 0 0,1 0-1 0 0,0 0 0 0 0,-1 1 1 0 0,1-1-1 0 0,0 0 1 0 0,-1 1-1 0 0,1-1 0 0 0,0 0 1 0 0,0 1-1 0 0,-1-1 1 0 0,1 1-1 0 0,0 0 1 0 0,0-1-1 0 0,2 0 0 0 0,-4 7 237 0 0,2-2-157 0 0,25 184 385 0 0,-18-148-349 0 0,1 0-1 0 0,27 67 1 0 0,-32-78-162 0 0,-5-19 10 0 0,-6-16 13 0 0,-1-13-71 0 0,1 0 0 0 0,-7-26 0 0 0,-7-21-80 0 0,-2 1-257 0 0,-28-129 0 0 0,49 149 478 0 0,7 50 26 0 0,0-1 0 0 0,0 0-1 0 0,1 0 1 0 0,-1 0-1 0 0,1-1 1 0 0,7 4 0 0 0,-3-2-73 0 0,100 73-53 0 0,-75-51 125 0 0,66 38-1 0 0,-89-58-67 0 0,2-1 0 0 0,-1-1 0 0 0,1 0 0 0 0,-1 0 0 0 0,1-1 0 0 0,0-1 0 0 0,1-1 0 0 0,-1 0 0 0 0,20 0 0 0 0,-26-1-30 0 0,-5-1-1 0 0,1 0 0 0 0,0 1 0 0 0,-1-1 0 0 0,1-1 0 0 0,-1 1 0 0 0,1 0 0 0 0,0-1 0 0 0,-1 0 0 0 0,1 0 0 0 0,-1 0 0 0 0,7-3 0 0 0,-13 3 6 0 0,0 0 0 0 0,1 0 1 0 0,-1 0-1 0 0,0 0 0 0 0,0 0 0 0 0,0 1 0 0 0,0-1 0 0 0,-5 1 0 0 0,-6 1-39 0 0,1 0 0 0 0,-1 1 0 0 0,0 1 0 0 0,1 0-1 0 0,0 1 1 0 0,0 1 0 0 0,0 0 0 0 0,-23 12 0 0 0,-8 9-124 0 0,-41 31-1 0 0,75-50 150 0 0,-12 9-43 0 0,0 0 0 0 0,2 2 0 0 0,0 0 0 0 0,-31 38 0 0 0,83-79-1484 0 0,44-52-575 0 0,-62 59 2063 0 0,0 0 0 0 0,1 2 0 0 0,0-1 1 0 0,2 2-1 0 0,-1 0 0 0 0,1 1 0 0 0,1 1 0 0 0,21-9 1 0 0,-23 14 628 0 0,-22 11 874 0 0,-31 11-788 0 0,37-16-672 0 0,-27 7-266 0 0,0-1 1 0 0,-1-2-1 0 0,0 0 1 0 0,0-2 0 0 0,-35-2-1 0 0,63 0 260 0 0,0 0 0 0 0,0 0-1 0 0,-1 0 1 0 0,1 0 0 0 0,0 0-1 0 0,0 0 1 0 0,0 0 0 0 0,-1 0-1 0 0,1 0 1 0 0,0 0 0 0 0,0 0-1 0 0,-1 0 1 0 0,1 0 0 0 0,0 0-1 0 0,0 0 1 0 0,0 0 0 0 0,0 0-1 0 0,-1 0 1 0 0,1 0 0 0 0,0 0-1 0 0,0 0 1 0 0,0 0 0 0 0,-1 0 0 0 0,1-1-1 0 0,0 1 1 0 0,0 0 0 0 0,0 0-1 0 0,0 0 1 0 0,0 0 0 0 0,-1 0-1 0 0,1-1 1 0 0,0 1 0 0 0,0 0-1 0 0,0 0 1 0 0,0 0 0 0 0,0-1-1 0 0,0 1 1 0 0,0 0 0 0 0,0 0-1 0 0,0 0 1 0 0,0-1 0 0 0,0 1-1 0 0,0 0 1 0 0,8-7-331 0 0,14-4-160 0 0,14 0 365 0 0,1 2 0 0 0,0 2 0 0 0,0 1 0 0 0,0 1 0 0 0,60 1 0 0 0,-132 17 3324 0 0,10-9-1878 0 0,14-2-3306 0 0</inkml:trace>
</inkml:ink>
</file>

<file path=ppt/ink/ink3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05.107"/>
    </inkml:context>
    <inkml:brush xml:id="br0">
      <inkml:brushProperty name="width" value="0.1" units="cm"/>
      <inkml:brushProperty name="height" value="0.1" units="cm"/>
      <inkml:brushProperty name="color" value="#FF0066"/>
    </inkml:brush>
  </inkml:definitions>
  <inkml:trace contextRef="#ctx0" brushRef="#br0">2 367 11058 0 0,'-2'1'5008'0'0,"3"8"-3211"0"0,5 10-1869 0 0,-6-17 329 0 0,18 62 5 0 0,2-2 1 0 0,3 0-1 0 0,3-2 0 0 0,2 0 1 0 0,3-2-1 0 0,48 68 0 0 0,-78-124-261 0 0,2 3 84 0 0,1-1 0 0 0,-1 1 0 0 0,1 0 0 0 0,0-1 0 0 0,0 0 0 0 0,7 4 0 0 0,-10-7-65 0 0,0 0 1 0 0,0-1 0 0 0,0 1-1 0 0,0-1 1 0 0,0 1-1 0 0,1-1 1 0 0,-1 0 0 0 0,0 1-1 0 0,0-1 1 0 0,1 0-1 0 0,-1 0 1 0 0,0 0 0 0 0,0 0-1 0 0,1 0 1 0 0,-1 0 0 0 0,0 0-1 0 0,0 0 1 0 0,1-1-1 0 0,-1 1 1 0 0,0 0 0 0 0,0-1-1 0 0,0 1 1 0 0,1-1-1 0 0,-1 1 1 0 0,0-1 0 0 0,0 0-1 0 0,0 0 1 0 0,0 1 0 0 0,0-1-1 0 0,0 0 1 0 0,0 0-1 0 0,-1 0 1 0 0,1 0 0 0 0,0 0-1 0 0,0-1 1 0 0,7-8 142 0 0,0-1 0 0 0,-1 0 1 0 0,-1 0-1 0 0,0 0 0 0 0,0-1 0 0 0,-1 0 0 0 0,5-17 1 0 0,17-91 111 0 0,-20 83-204 0 0,21-118-76 0 0,20-88-895 0 0,-37 201-519 0 0,1 1 1 0 0,3 0 0 0 0,32-63-1 0 0,-31 76-4618 0 0</inkml:trace>
</inkml:ink>
</file>

<file path=ppt/ink/ink3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05.785"/>
    </inkml:context>
    <inkml:brush xml:id="br0">
      <inkml:brushProperty name="width" value="0.1" units="cm"/>
      <inkml:brushProperty name="height" value="0.1" units="cm"/>
      <inkml:brushProperty name="color" value="#FF0066"/>
    </inkml:brush>
  </inkml:definitions>
  <inkml:trace contextRef="#ctx0" brushRef="#br0">1 2 7834 0 0,'2'0'149'0'0,"0"-1"0"0"0,0 1 1 0 0,0 0-1 0 0,0 0 0 0 0,0 0 1 0 0,0 0-1 0 0,0 0 0 0 0,0 1 1 0 0,0-1-1 0 0,0 0 0 0 0,0 1 1 0 0,0 0-1 0 0,0-1 0 0 0,0 1 0 0 0,-1 0 1 0 0,1 0-1 0 0,0 0 0 0 0,0 0 1 0 0,-1 0-1 0 0,1 1 0 0 0,-1-1 1 0 0,2 2-1 0 0,34 33 1271 0 0,-26-24-1154 0 0,-2 0 0 0 0,1 1 0 0 0,-2 0 1 0 0,0 1-1 0 0,0-1 0 0 0,10 29 0 0 0,-15-35-194 0 0,-1 0 0 0 0,0 0 0 0 0,0 0 0 0 0,-1 0 0 0 0,0 1 0 0 0,0-1 0 0 0,0 1 0 0 0,-1-1-1 0 0,-1 1 1 0 0,1-1 0 0 0,-1 1 0 0 0,0-1 0 0 0,-1 0 0 0 0,1 0 0 0 0,-1 1 0 0 0,-5 8 0 0 0,16-59 799 0 0,-4 12-1095 0 0,0 2 264 0 0,3 1-1 0 0,0-1 1 0 0,1 1 0 0 0,25-47 0 0 0,-33 73 34 0 0,0 0 1 0 0,0 0-1 0 0,0 0 1 0 0,0 0-1 0 0,1 0 0 0 0,-1 0 1 0 0,1 1-1 0 0,-1-1 1 0 0,1 0-1 0 0,0 1 1 0 0,-1-1-1 0 0,1 1 1 0 0,0 0-1 0 0,0 0 1 0 0,0 0-1 0 0,0 0 1 0 0,0 0-1 0 0,1 0 1 0 0,-1 0-1 0 0,0 1 1 0 0,4-1-1 0 0,-4 1-10 0 0,0 0 0 0 0,0 1 0 0 0,0 0-1 0 0,0-1 1 0 0,0 1 0 0 0,0 0 0 0 0,0 0-1 0 0,0 0 1 0 0,-1 0 0 0 0,1 0 0 0 0,0 0-1 0 0,-1 1 1 0 0,1-1 0 0 0,-1 1 0 0 0,1-1-1 0 0,-1 1 1 0 0,0-1 0 0 0,0 1-1 0 0,1 0 1 0 0,-1 0 0 0 0,0-1 0 0 0,-1 1-1 0 0,3 4 1 0 0,27 83-2971 0 0</inkml:trace>
</inkml:ink>
</file>

<file path=ppt/ink/ink3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06.133"/>
    </inkml:context>
    <inkml:brush xml:id="br0">
      <inkml:brushProperty name="width" value="0.1" units="cm"/>
      <inkml:brushProperty name="height" value="0.1" units="cm"/>
      <inkml:brushProperty name="color" value="#FF0066"/>
    </inkml:brush>
  </inkml:definitions>
  <inkml:trace contextRef="#ctx0" brushRef="#br0">1 347 6913 0 0,'5'-4'4154'0'0,"16"-26"-1683"0"0,-9 8-1604 0 0,-1 0 0 0 0,-2-1 1 0 0,0-1-1 0 0,6-27 1 0 0,-12 38-798 0 0,0-1 0 0 0,-1 1-1 0 0,0-1 1 0 0,-2 1 0 0 0,1-1 0 0 0,-2 0 0 0 0,0 1 0 0 0,0-1-1 0 0,-5-16 1 0 0,6 29-91 0 0,0 0 1 0 0,0 0-1 0 0,-1 0 0 0 0,1 0 0 0 0,0 0 0 0 0,0 0 0 0 0,-1 0 0 0 0,1 0 0 0 0,-1 0 0 0 0,1 0 0 0 0,-1 0 1 0 0,1 0-1 0 0,-1 1 0 0 0,0-1 0 0 0,1 0 0 0 0,-1 0 0 0 0,0 1 0 0 0,0-1 0 0 0,-1-1 0 0 0,1 2 18 0 0,1 0-1 0 0,-1 0 0 0 0,1 0 0 0 0,-1 1 0 0 0,1-1 0 0 0,-1 0 0 0 0,0 0 0 0 0,1 0 0 0 0,-1 0 0 0 0,1 1 0 0 0,-1-1 0 0 0,1 0 0 0 0,-1 1 0 0 0,1-1 0 0 0,-1 0 0 0 0,1 1 0 0 0,0-1 0 0 0,-1 1 0 0 0,1-1 0 0 0,-1 0 0 0 0,1 1 0 0 0,0-1 1 0 0,0 1-1 0 0,-1 0 0 0 0,-2 4 38 0 0,1-1 1 0 0,-1 1 0 0 0,1 0 0 0 0,0 0-1 0 0,1 0 1 0 0,-2 6 0 0 0,1 1 40 0 0,1 0 1 0 0,0-1-1 0 0,1 1 1 0 0,0 0-1 0 0,1 0 1 0 0,0 0-1 0 0,6 22 1 0 0,-6-30-86 0 0,0 0 0 0 0,0 0 1 0 0,1 0-1 0 0,-1 0 0 0 0,1 0 0 0 0,0 0 1 0 0,0 0-1 0 0,1-1 0 0 0,-1 1 0 0 0,1-1 1 0 0,-1 0-1 0 0,1 1 0 0 0,0-1 1 0 0,0-1-1 0 0,1 1 0 0 0,-1 0 0 0 0,1-1 1 0 0,-1 0-1 0 0,1 1 0 0 0,0-1 0 0 0,0-1 1 0 0,0 1-1 0 0,0-1 0 0 0,0 1 0 0 0,5 0 1 0 0,1-1-918 0 0</inkml:trace>
</inkml:ink>
</file>

<file path=ppt/ink/ink3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06.710"/>
    </inkml:context>
    <inkml:brush xml:id="br0">
      <inkml:brushProperty name="width" value="0.1" units="cm"/>
      <inkml:brushProperty name="height" value="0.1" units="cm"/>
      <inkml:brushProperty name="color" value="#FF0066"/>
    </inkml:brush>
  </inkml:definitions>
  <inkml:trace contextRef="#ctx0" brushRef="#br0">2 37 6913 0 0,'-2'-10'6268'0'0,"10"40"-3734"0"0,-8 10-864 0 0,-1-18-564 0 0,5 39 1 0 0,-4-56-1052 0 0,1-1-1 0 0,0 0 1 0 0,0 1-1 0 0,0-1 1 0 0,0 0 0 0 0,1 0-1 0 0,0 0 1 0 0,0 0-1 0 0,0 0 1 0 0,0 0-1 0 0,0-1 1 0 0,1 1-1 0 0,0-1 1 0 0,6 7-1 0 0,-9-10-151 0 0,0 1 0 0 0,1-1-1 0 0,-1 0 1 0 0,1 1 0 0 0,-1-1-1 0 0,1 0 1 0 0,-1 1 0 0 0,1-1-1 0 0,-1 0 1 0 0,1 1-1 0 0,0-1 1 0 0,-1 0 0 0 0,1 0-1 0 0,-1 0 1 0 0,1 0 0 0 0,0 0-1 0 0,-1 0 1 0 0,1 0 0 0 0,-1 0-1 0 0,1 0 1 0 0,0 0 0 0 0,-1 0-1 0 0,1 0 1 0 0,-1 0 0 0 0,1 0-1 0 0,0 0 1 0 0,-1 0 0 0 0,1-1-1 0 0,-1 1 1 0 0,2-1-1 0 0,9-18-2343 0 0,-1-30 267 0 0,-10 47 2203 0 0,1-8-132 0 0,9-48 1405 0 0,10 97 146 0 0,-18-34-1328 0 0,1 0 0 0 0,0 0-1 0 0,0-1 1 0 0,0 1 0 0 0,1-1-1 0 0,-1 1 1 0 0,1-1 0 0 0,0 0-1 0 0,0-1 1 0 0,1 1 0 0 0,-1-1-1 0 0,1 1 1 0 0,-1-1 0 0 0,11 4-1 0 0,-12-6-50 0 0,0 0 0 0 0,0 0 0 0 0,1-1 0 0 0,-1 1 0 0 0,0-1 0 0 0,1 0 1 0 0,-1 0-1 0 0,1 0 0 0 0,-1 0 0 0 0,0-1 0 0 0,1 1 0 0 0,-1-1 0 0 0,0 0 0 0 0,1 0 0 0 0,-1 0 0 0 0,0 0 0 0 0,0 0 0 0 0,0-1 0 0 0,0 0 0 0 0,0 1 0 0 0,0-1 0 0 0,-1 0 0 0 0,1-1 0 0 0,0 1 0 0 0,3-5 0 0 0,-2 3-36 0 0,0-1-1 0 0,0 0 0 0 0,-1 0 0 0 0,1 0 0 0 0,-1 0 0 0 0,0-1 0 0 0,-1 1 0 0 0,1-1 1 0 0,-1 0-1 0 0,0 0 0 0 0,-1 1 0 0 0,2-11 0 0 0,-1-4-1108 0 0,0 0-1 0 0,-3-30 1 0 0,1 29-4840 0 0</inkml:trace>
</inkml:ink>
</file>

<file path=ppt/ink/ink3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07.259"/>
    </inkml:context>
    <inkml:brush xml:id="br0">
      <inkml:brushProperty name="width" value="0.1" units="cm"/>
      <inkml:brushProperty name="height" value="0.1" units="cm"/>
      <inkml:brushProperty name="color" value="#FF0066"/>
    </inkml:brush>
  </inkml:definitions>
  <inkml:trace contextRef="#ctx0" brushRef="#br0">2 8 9674 0 0,'-1'15'7211'0'0,"6"-16"-7048"0"0,9-1-741 0 0,-1-1 0 0 0,23-9 0 0 0,-24 8-157 0 0</inkml:trace>
</inkml:ink>
</file>

<file path=ppt/ink/ink3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07.433"/>
    </inkml:context>
    <inkml:brush xml:id="br0">
      <inkml:brushProperty name="width" value="0.1" units="cm"/>
      <inkml:brushProperty name="height" value="0.1" units="cm"/>
      <inkml:brushProperty name="color" value="#FF0066"/>
    </inkml:brush>
  </inkml:definitions>
  <inkml:trace contextRef="#ctx0" brushRef="#br0">1 23 6449 0 0,'5'-1'876'0'0,"1"1"0"0"0,-1-1 0 0 0,1 0-1 0 0,-1 0 1 0 0,8-3 0 0 0,-3 1-1067 0 0,1 0-1 0 0,-1 0 1 0 0,0 1 0 0 0,1 0-1 0 0,-1 1 1 0 0,1 0 0 0 0,-1 1-1 0 0,12 1 1 0 0,-7 0 203 0 0</inkml:trace>
</inkml:ink>
</file>

<file path=ppt/ink/ink3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07.972"/>
    </inkml:context>
    <inkml:brush xml:id="br0">
      <inkml:brushProperty name="width" value="0.1" units="cm"/>
      <inkml:brushProperty name="height" value="0.1" units="cm"/>
      <inkml:brushProperty name="color" value="#FF0066"/>
    </inkml:brush>
  </inkml:definitions>
  <inkml:trace contextRef="#ctx0" brushRef="#br0">33 897 9674 0 0,'-4'2'-225'0'0,"1"-2"559"0"0,1 1-1 0 0,-1 0 0 0 0,0 0 0 0 0,0 0 0 0 0,1 1 0 0 0,-1-1 0 0 0,0 1 1 0 0,-2 1-1 0 0,4 7 2438 0 0,14 3-813 0 0,21 13-1145 0 0,-1 2 0 0 0,-1 2 0 0 0,41 49-1 0 0,-10-5-240 0 0,106 99 1 0 0,-154-159-559 0 0,-4-4-257 0 0,-13-29 264 0 0,-37-126 441 0 0,-76-329-826 0 0,22-147-2112 0 0,84 513-1580 0 0,9 107 3866 0 0</inkml:trace>
</inkml:ink>
</file>

<file path=ppt/ink/ink3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08.324"/>
    </inkml:context>
    <inkml:brush xml:id="br0">
      <inkml:brushProperty name="width" value="0.1" units="cm"/>
      <inkml:brushProperty name="height" value="0.1" units="cm"/>
      <inkml:brushProperty name="color" value="#FF0066"/>
    </inkml:brush>
  </inkml:definitions>
  <inkml:trace contextRef="#ctx0" brushRef="#br0">0 874 8754 0 0,'50'-12'2638'0'0,"79"-32"0"0"0,-37 11-1051 0 0,44-4-205 0 0,1 5 1 0 0,258-24-1 0 0,336-55 38 0 0,-5-44-1543 0 0,-236 52 23 0 0,-352 75 95 0 0,1042-182-1012 0 0,-987 185-977 0 0,249-2-1 0 0,-401 27-3793 0 0</inkml:trace>
</inkml:ink>
</file>

<file path=ppt/ink/ink3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08.977"/>
    </inkml:context>
    <inkml:brush xml:id="br0">
      <inkml:brushProperty name="width" value="0.1" units="cm"/>
      <inkml:brushProperty name="height" value="0.1" units="cm"/>
      <inkml:brushProperty name="color" value="#FF0066"/>
    </inkml:brush>
  </inkml:definitions>
  <inkml:trace contextRef="#ctx0" brushRef="#br0">72 373 456 0 0,'-18'-5'256'0'0,"-36"-18"17061"0"0,66 28-15177 0 0,17 8-1607 0 0,-15-3-251 0 0,0 0 0 0 0,-1 1 1 0 0,0 1-1 0 0,-1 0 0 0 0,12 15 1 0 0,47 73 31 0 0,-54-73-528 0 0,1 0-1 0 0,2-1 1 0 0,43 44 0 0 0,-59-66 180 0 0,1-1 1 0 0,-1 0 0 0 0,0 0 0 0 0,1 0-1 0 0,0-1 1 0 0,0 1 0 0 0,0-1 0 0 0,0 0 0 0 0,0 0-1 0 0,9 1 1 0 0,-12-3 34 0 0,0 1 0 0 0,0-1 0 0 0,0 0 1 0 0,0 0-1 0 0,0 0 0 0 0,0 0 0 0 0,0 0 0 0 0,0-1 0 0 0,0 1 0 0 0,0-1 0 0 0,0 1 1 0 0,0-1-1 0 0,0 0 0 0 0,0 0 0 0 0,-1 1 0 0 0,1-1 0 0 0,0 0 0 0 0,-1-1 0 0 0,1 1 1 0 0,0 0-1 0 0,-1 0 0 0 0,1-1 0 0 0,-1 1 0 0 0,0-1 0 0 0,1 1 0 0 0,-1-1 0 0 0,0 0 1 0 0,0 0-1 0 0,0 1 0 0 0,1-5 0 0 0,10-30 218 0 0,-1-1 0 0 0,-2 0 0 0 0,-2-1 0 0 0,3-44 0 0 0,11-56-238 0 0,-11 96-497 0 0,29-80-1 0 0,-33 108-189 0 0,0 0 0 0 0,1 0 0 0 0,1 0 0 0 0,0 1 0 0 0,0 0 0 0 0,2 1 0 0 0,0 0 0 0 0,21-21 0 0 0,-28 31 428 0 0,0-1-1 0 0,0 1 0 0 0,0 0 1 0 0,0 0-1 0 0,1 0 0 0 0,-1 0 1 0 0,1 1-1 0 0,-1-1 0 0 0,1 1 1 0 0,-1 0-1 0 0,1 0 0 0 0,0 0 1 0 0,0 0-1 0 0,0 1 1 0 0,-1-1-1 0 0,8 1 0 0 0,6 6 103 0 0</inkml:trace>
</inkml:ink>
</file>

<file path=ppt/ink/ink3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09.657"/>
    </inkml:context>
    <inkml:brush xml:id="br0">
      <inkml:brushProperty name="width" value="0.1" units="cm"/>
      <inkml:brushProperty name="height" value="0.1" units="cm"/>
      <inkml:brushProperty name="color" value="#FF0066"/>
    </inkml:brush>
  </inkml:definitions>
  <inkml:trace contextRef="#ctx0" brushRef="#br0">29 67 6449 0 0,'-7'-14'890'0'0,"3"9"-32"0"0,1 0 1 0 0,1 0 0 0 0,-1 0-1 0 0,1-1 1 0 0,0 1 0 0 0,0-1 0 0 0,-2-10-1 0 0,29 58 4377 0 0,-8-3-3798 0 0,21 77-1 0 0,-4 47-2386 0 0,-22-106-3104 0 0,-8-41-2344 0 0</inkml:trace>
</inkml:ink>
</file>

<file path=ppt/ink/ink3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09.832"/>
    </inkml:context>
    <inkml:brush xml:id="br0">
      <inkml:brushProperty name="width" value="0.1" units="cm"/>
      <inkml:brushProperty name="height" value="0.1" units="cm"/>
      <inkml:brushProperty name="color" value="#FF0066"/>
    </inkml:brush>
  </inkml:definitions>
  <inkml:trace contextRef="#ctx0" brushRef="#br0">2 184 1840 0 0,'0'-1'80'0'0,"0"1"0"0"0,0 0-1 0 0,0-1 1 0 0,-1 1-1 0 0,1 0 1 0 0,0-1 0 0 0,0 1-1 0 0,0 0 1 0 0,0-1-1 0 0,-1 1 1 0 0,1 0 0 0 0,0-1-1 0 0,0 1 1 0 0,0-1-1 0 0,0 1 1 0 0,0 0 0 0 0,0-1-1 0 0,0 1 1 0 0,0 0 0 0 0,0-1-1 0 0,0 1 1 0 0,0-1-1 0 0,1 1 1 0 0,-1 0 0 0 0,0-1-1 0 0,0 1 1 0 0,0 0-1 0 0,0-1 1 0 0,1 1 0 0 0,-1 0-1 0 0,0-1 1 0 0,0 1-1 0 0,0 0 1 0 0,1 0 0 0 0,-1-1-1 0 0,0 1 1 0 0,1 0-1 0 0,-1 0 1 0 0,0-1 0 0 0,1 1-1 0 0,-1 0 1 0 0,0 0-1 0 0,1 0 1 0 0,-1-1 0 0 0,0 1-1 0 0,1 0 1 0 0,0 0 0 0 0,22-16 1843 0 0,-18 13-1814 0 0,148-86 1793 0 0,-55 36-5157 0 0,-86 45 523 0 0</inkml:trace>
</inkml:ink>
</file>

<file path=ppt/ink/ink3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0.439"/>
    </inkml:context>
    <inkml:brush xml:id="br0">
      <inkml:brushProperty name="width" value="0.1" units="cm"/>
      <inkml:brushProperty name="height" value="0.1" units="cm"/>
      <inkml:brushProperty name="color" value="#FF0066"/>
    </inkml:brush>
  </inkml:definitions>
  <inkml:trace contextRef="#ctx0" brushRef="#br0">13 40 3225 0 0,'-13'26'13450'0'0,"21"-32"-13653"0"0,-7 4 226 0 0,1 0 1 0 0,-1 1-1 0 0,0-1 1 0 0,0 0 0 0 0,0 0-1 0 0,0 0 1 0 0,0 0-1 0 0,-1 0 1 0 0,1 0 0 0 0,0 0-1 0 0,-1 0 1 0 0,0 0 0 0 0,1 0-1 0 0,-1 0 1 0 0,0 0-1 0 0,0-1 1 0 0,0 1 0 0 0,0 0-1 0 0,-1 0 1 0 0,1 0-1 0 0,-1 0 1 0 0,0-3 0 0 0,0-6 925 0 0,11 19 903 0 0,-9-8-1620 0 0,0 2-202 0 0,-1-1-1 0 0,1 1 1 0 0,-1-1 0 0 0,1 1-1 0 0,0-1 1 0 0,-1 1-1 0 0,1-1 1 0 0,0 0 0 0 0,0 1-1 0 0,0-1 1 0 0,0 0-1 0 0,2 1 1 0 0,7 12 191 0 0,1 10 134 0 0,-1 1 0 0 0,-1 0 0 0 0,8 37 0 0 0,-11-37-268 0 0,2 1 0 0 0,0-1-1 0 0,16 32 1 0 0,-23-55-121 0 0,0 0-1 0 0,-1-1 1 0 0,1 1 0 0 0,0-1 0 0 0,0 1 0 0 0,1-1 0 0 0,-1 1 0 0 0,0-1-1 0 0,0 1 1 0 0,1-1 0 0 0,-1 0 0 0 0,0 0 0 0 0,1 0 0 0 0,-1 0-1 0 0,1 0 1 0 0,2 1 0 0 0,-4-2-15 0 0,0 0 0 0 0,1 0 0 0 0,-1 0 0 0 0,0 0 0 0 0,0 0-1 0 0,1 0 1 0 0,-1 0 0 0 0,0 0 0 0 0,1 0 0 0 0,-1-1 0 0 0,0 1 0 0 0,0 0 0 0 0,1 0-1 0 0,-1 0 1 0 0,0 0 0 0 0,1 0 0 0 0,-1-1 0 0 0,0 1 0 0 0,0 0 0 0 0,0 0 0 0 0,1 0-1 0 0,-1-1 1 0 0,0 1 0 0 0,0 0 0 0 0,0 0 0 0 0,1-1 0 0 0,-1 1 0 0 0,0 0 0 0 0,0 0 0 0 0,0-1-1 0 0,2-19-1823 0 0,-3 9 1547 0 0,0 0 0 0 0,1-1-1 0 0,0 1 1 0 0,1-1 0 0 0,0 1 0 0 0,4-15 0 0 0,-4 24 426 0 0,-1 0-1 0 0,1-1 1 0 0,0 1 0 0 0,0-1 0 0 0,1 1-1 0 0,-1 0 1 0 0,0 0 0 0 0,1 0 0 0 0,-1 0-1 0 0,1 0 1 0 0,0 0 0 0 0,-1 0 0 0 0,1 0-1 0 0,0 1 1 0 0,0-1 0 0 0,0 1 0 0 0,0-1-1 0 0,1 1 1 0 0,-1 0 0 0 0,0 0 0 0 0,0 0-1 0 0,1 0 1 0 0,-1 0 0 0 0,1 1 0 0 0,-1-1-1 0 0,1 1 1 0 0,-1-1 0 0 0,1 1 0 0 0,-1 0-1 0 0,1 0 1 0 0,-1 0 0 0 0,1 0 0 0 0,-1 1-1 0 0,4 0 1 0 0,10 2 292 0 0,-1 0 1 0 0,0 2-1 0 0,15 6 0 0 0,22 6-1578 0 0,-35-14 227 0 0</inkml:trace>
</inkml:ink>
</file>

<file path=ppt/ink/ink3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1.037"/>
    </inkml:context>
    <inkml:brush xml:id="br0">
      <inkml:brushProperty name="width" value="0.1" units="cm"/>
      <inkml:brushProperty name="height" value="0.1" units="cm"/>
      <inkml:brushProperty name="color" value="#FF0066"/>
    </inkml:brush>
  </inkml:definitions>
  <inkml:trace contextRef="#ctx0" brushRef="#br0">5 147 10594 0 0,'0'0'28'0'0,"0"0"1"0"0,-1 0-1 0 0,1 0 0 0 0,0 0 0 0 0,0 0 0 0 0,0 0 0 0 0,0 0 0 0 0,0 0 0 0 0,-1 0 1 0 0,1 0-1 0 0,0 0 0 0 0,0 0 0 0 0,0 0 0 0 0,0 0 0 0 0,-1 0 0 0 0,1 0 0 0 0,0 0 1 0 0,0 0-1 0 0,0 0 0 0 0,0 0 0 0 0,0 0 0 0 0,-1 0 0 0 0,1-1 0 0 0,0 1 0 0 0,0 0 1 0 0,0 0-1 0 0,0 0 0 0 0,0 0 0 0 0,0 0 0 0 0,0 0 0 0 0,0-1 0 0 0,-1 1 0 0 0,1 0 1 0 0,0 0-1 0 0,0 0 0 0 0,0 0 0 0 0,0-1 0 0 0,0 1 0 0 0,0 0 0 0 0,0 0 0 0 0,0 0 1 0 0,0 0-1 0 0,0 0 0 0 0,0-1 0 0 0,0 1 0 0 0,0 0 0 0 0,0 0 0 0 0,0 0 0 0 0,6-11 1848 0 0,10-6 646 0 0,-12 15-2324 0 0,0 0 1 0 0,0 0-1 0 0,0 0 0 0 0,0 1 0 0 0,1-1 0 0 0,-1 1 1 0 0,0 0-1 0 0,1 0 0 0 0,-1 1 0 0 0,0-1 1 0 0,1 1-1 0 0,-1 0 0 0 0,1 0 0 0 0,-1 1 0 0 0,1-1 1 0 0,-1 1-1 0 0,0 0 0 0 0,1 0 0 0 0,-1 0 0 0 0,0 1 1 0 0,0-1-1 0 0,0 1 0 0 0,0 0 0 0 0,0 0 1 0 0,7 6-1 0 0,6 4-11 0 0,0 2 1 0 0,0 0 0 0 0,27 31-1 0 0,-39-40-132 0 0,5 7 29 0 0,-7-8-42 0 0,0 0 1 0 0,0-1 0 0 0,0 0-1 0 0,0 1 1 0 0,1-1-1 0 0,-1-1 1 0 0,6 4 0 0 0,-8-5-28 0 0,0-1 0 0 0,0 0 0 0 0,0 0 1 0 0,0 1-1 0 0,0-1 0 0 0,0 0 0 0 0,0 0 1 0 0,0 0-1 0 0,0 0 0 0 0,0 0 0 0 0,0-1 1 0 0,0 1-1 0 0,0 0 0 0 0,0 0 0 0 0,1-1 1 0 0,-2 1-1 0 0,1-1 0 0 0,0 1 0 0 0,0 0 1 0 0,0-1-1 0 0,0 0 0 0 0,0 1 0 0 0,0-1 1 0 0,0 0-1 0 0,-1 1 0 0 0,1-1 0 0 0,0 0 1 0 0,0 0-1 0 0,-1 0 0 0 0,1 1 0 0 0,-1-1 1 0 0,1 0-1 0 0,-1 0 0 0 0,1 0 0 0 0,-1 0 0 0 0,0 0 1 0 0,1-2-1 0 0,8-16 112 0 0,-1-1-1 0 0,9-30 1 0 0,-12 32-238 0 0,1 0 1 0 0,0 1 0 0 0,2 0 0 0 0,10-20 0 0 0,-3 16-581 0 0,-2 3-191 0 0</inkml:trace>
</inkml:ink>
</file>

<file path=ppt/ink/ink3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1.321"/>
    </inkml:context>
    <inkml:brush xml:id="br0">
      <inkml:brushProperty name="width" value="0.1" units="cm"/>
      <inkml:brushProperty name="height" value="0.1" units="cm"/>
      <inkml:brushProperty name="color" value="#FF0066"/>
    </inkml:brush>
  </inkml:definitions>
  <inkml:trace contextRef="#ctx0" brushRef="#br0">13 127 4145 0 0,'-13'30'13259'0'0,"27"-35"-11363"0"0,68-45 571 0 0,23-12-2836 0 0,-43 32-2548 0 0,-41 20-3809 0 0</inkml:trace>
</inkml:ink>
</file>

<file path=ppt/ink/ink3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1.590"/>
    </inkml:context>
    <inkml:brush xml:id="br0">
      <inkml:brushProperty name="width" value="0.1" units="cm"/>
      <inkml:brushProperty name="height" value="0.1" units="cm"/>
      <inkml:brushProperty name="color" value="#FF0066"/>
    </inkml:brush>
  </inkml:definitions>
  <inkml:trace contextRef="#ctx0" brushRef="#br0">1 0 6449 0 0,'8'8'10519'0'0,"0"9"-7044"0"0,2 18-2523 0 0,-10-34-717 0 0,25 124 1697 0 0,-20-89-1959 0 0,2 0-1 0 0,1-1 1 0 0,2 0-1 0 0,20 49 1 0 0,-17-61-1801 0 0,1-2-5958 0 0</inkml:trace>
</inkml:ink>
</file>

<file path=ppt/ink/ink3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2.476"/>
    </inkml:context>
    <inkml:brush xml:id="br0">
      <inkml:brushProperty name="width" value="0.1" units="cm"/>
      <inkml:brushProperty name="height" value="0.1" units="cm"/>
      <inkml:brushProperty name="color" value="#FF0066"/>
    </inkml:brush>
  </inkml:definitions>
  <inkml:trace contextRef="#ctx0" brushRef="#br0">18 129 8754 0 0,'-10'-24'3095'0'0,"2"6"961"0"0,20 34-893 0 0,14 28-1513 0 0,23 58 0 0 0,20 35-1465 0 0,-59-122-180 0 0,-1 0-1 0 0,2-1 0 0 0,0 0 1 0 0,1 0-1 0 0,0-1 0 0 0,20 15 0 0 0,-28-25 7 0 0,-1 0 0 0 0,1 0 0 0 0,0-1-1 0 0,0 1 1 0 0,0-1 0 0 0,1 0 0 0 0,-1 0-1 0 0,0 0 1 0 0,1-1 0 0 0,-1 0 0 0 0,1 0-1 0 0,-1 0 1 0 0,1 0 0 0 0,-1-1-1 0 0,1 1 1 0 0,0-1 0 0 0,8-1 0 0 0,-8-1 9 0 0,0 1 1 0 0,-1-1 0 0 0,1 0 0 0 0,-1 0-1 0 0,0 0 1 0 0,0 0 0 0 0,0-1 0 0 0,0 0-1 0 0,0 0 1 0 0,0 0 0 0 0,-1 0 0 0 0,1-1 0 0 0,-1 1-1 0 0,0-1 1 0 0,0 0 0 0 0,0 0 0 0 0,2-5-1 0 0,6-14 35 0 0,0 0 0 0 0,-2-1 0 0 0,0 0 0 0 0,-2-1 0 0 0,-1 0 0 0 0,6-49 0 0 0,-8 44-388 0 0,2 0 1 0 0,0 0-1 0 0,2 1 0 0 0,19-45 0 0 0,-3 32-2799 0 0,-10 26-3756 0 0</inkml:trace>
</inkml:ink>
</file>

<file path=ppt/ink/ink3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2.934"/>
    </inkml:context>
    <inkml:brush xml:id="br0">
      <inkml:brushProperty name="width" value="0.1" units="cm"/>
      <inkml:brushProperty name="height" value="0.1" units="cm"/>
      <inkml:brushProperty name="color" value="#FF0066"/>
    </inkml:brush>
  </inkml:definitions>
  <inkml:trace contextRef="#ctx0" brushRef="#br0">59 92 3225 0 0,'3'-7'332'0'0,"1"1"1"0"0,-1 0 0 0 0,-1-1 0 0 0,4-10-1 0 0,-5 14-68 0 0,0 0 0 0 0,-1 0 0 0 0,1 1 0 0 0,0-1 0 0 0,-1 0 0 0 0,0 0 0 0 0,0 0 0 0 0,0 0 0 0 0,0 1 0 0 0,0-1 0 0 0,-1 0 0 0 0,1 0 0 0 0,-2-4 1 0 0,2 6-178 0 0,0 1 0 0 0,-1 0 0 0 0,1-1 0 0 0,0 1 1 0 0,0 0-1 0 0,0 0 0 0 0,-1-1 0 0 0,1 1 1 0 0,0 0-1 0 0,0 0 0 0 0,0 0 0 0 0,-1-1 1 0 0,1 1-1 0 0,0 0 0 0 0,0 0 0 0 0,-1 0 1 0 0,1 0-1 0 0,0 0 0 0 0,-1-1 0 0 0,1 1 1 0 0,0 0-1 0 0,-1 0 0 0 0,1 0 0 0 0,0 0 1 0 0,0 0-1 0 0,-1 0 0 0 0,1 0 0 0 0,0 0 1 0 0,-1 0-1 0 0,1 0 0 0 0,0 0 0 0 0,-1 0 1 0 0,1 0-1 0 0,0 1 0 0 0,-1-1 0 0 0,-11 10 1630 0 0,-8 20-180 0 0,18-27-1217 0 0,-3 5-87 0 0,1 0-1 0 0,-1 0 1 0 0,2 0-1 0 0,-1 1 1 0 0,1-1-1 0 0,0 1 1 0 0,1 0-1 0 0,-2 13 0 0 0,4-20-213 0 0,0 1-1 0 0,0-1 0 0 0,0 0 0 0 0,0 1 0 0 0,0-1 0 0 0,0 0 0 0 0,1 1 0 0 0,-1-1 0 0 0,1 0 0 0 0,0 0 0 0 0,-1 1 0 0 0,1-1 0 0 0,0 0 0 0 0,0 0 0 0 0,1 0 0 0 0,-1 0 0 0 0,0 0 0 0 0,1 0 0 0 0,-1 0 0 0 0,1-1 0 0 0,0 1 0 0 0,-1 0 1 0 0,1-1-1 0 0,0 1 0 0 0,0-1 0 0 0,0 0 0 0 0,0 0 0 0 0,0 0 0 0 0,0 0 0 0 0,1 0 0 0 0,-1 0 0 0 0,0 0 0 0 0,0-1 0 0 0,1 1 0 0 0,-1-1 0 0 0,0 0 0 0 0,4 1 0 0 0,64 2-107 0 0,-55-4 38 0 0,1 1 0 0 0,-1 1-1 0 0,1 1 1 0 0,23 5 0 0 0,-38-7 24 0 0,0 0 0 0 0,1 0 1 0 0,-1 1-1 0 0,0-1 0 0 0,0 1 1 0 0,0-1-1 0 0,0 0 0 0 0,0 1 0 0 0,0 0 1 0 0,0-1-1 0 0,0 1 0 0 0,0 0 1 0 0,0-1-1 0 0,0 1 0 0 0,0 0 0 0 0,-1 0 1 0 0,1 0-1 0 0,0 0 0 0 0,0 0 1 0 0,-1 0-1 0 0,1 0 0 0 0,-1 0 0 0 0,1 0 1 0 0,-1 0-1 0 0,1 0 0 0 0,-1 1 1 0 0,0 0-15 0 0,0 0 1 0 0,0 0 0 0 0,0 0-1 0 0,-1-1 1 0 0,1 1 0 0 0,-1 0 0 0 0,1 0-1 0 0,-1 0 1 0 0,0-1 0 0 0,0 1-1 0 0,0-1 1 0 0,0 1 0 0 0,0 0 0 0 0,-2 1-1 0 0,-5 7-47 0 0,-1-1-1 0 0,0-1 0 0 0,-16 13 0 0 0,4-7-86 0 0,-1-1-1 0 0,-23 12 0 0 0,30-18-636 0 0,-4 4-4474 0 0</inkml:trace>
</inkml:ink>
</file>

<file path=ppt/ink/ink3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3.315"/>
    </inkml:context>
    <inkml:brush xml:id="br0">
      <inkml:brushProperty name="width" value="0.1" units="cm"/>
      <inkml:brushProperty name="height" value="0.1" units="cm"/>
      <inkml:brushProperty name="color" value="#FF0066"/>
    </inkml:brush>
  </inkml:definitions>
  <inkml:trace contextRef="#ctx0" brushRef="#br0">1 18 5985 0 0,'2'-2'286'0'0,"1"0"-1"0"0,0 0 0 0 0,1 0 1 0 0,-1 1-1 0 0,0-1 1 0 0,0 1-1 0 0,1-1 1 0 0,-1 1-1 0 0,1 0 0 0 0,-1 1 1 0 0,6-2-1 0 0,-8 3-57 0 0,1-1-1 0 0,-1 0 1 0 0,1 1-1 0 0,-1-1 1 0 0,1 1-1 0 0,-1 0 1 0 0,0-1-1 0 0,1 1 1 0 0,-1 0 0 0 0,0 0-1 0 0,1 0 1 0 0,-1 0-1 0 0,0 0 1 0 0,0 0-1 0 0,0 0 1 0 0,0 1-1 0 0,0-1 1 0 0,0 0-1 0 0,0 1 1 0 0,-1-1-1 0 0,1 0 1 0 0,0 1 0 0 0,-1-1-1 0 0,1 1 1 0 0,-1-1-1 0 0,1 1 1 0 0,-1-1-1 0 0,1 3 1 0 0,5 23 1046 0 0,-1 0 1 0 0,3 38-1 0 0,5 30 1107 0 0,-13-95-2395 0 0,0 1 1 0 0,0-1 0 0 0,0 1-1 0 0,0-1 1 0 0,0 0 0 0 0,0 1 0 0 0,0-1-1 0 0,0 1 1 0 0,0-1 0 0 0,0 1-1 0 0,0-1 1 0 0,0 0 0 0 0,1 1-1 0 0,-1-1 1 0 0,0 1 0 0 0,0-1-1 0 0,0 0 1 0 0,1 1 0 0 0,-1-1-1 0 0,0 0 1 0 0,1 1 0 0 0,-1-1-1 0 0,0 0 1 0 0,1 1 0 0 0,-1-1-1 0 0,0 0 1 0 0,1 0 0 0 0,-1 0-1 0 0,0 1 1 0 0,1-1 0 0 0,-1 0 0 0 0,1 0-1 0 0,-1 0 1 0 0,1 0 0 0 0,-1 1-1 0 0,12-13-1055 0 0,3-25-622 0 0,-6-9 876 0 0,-6 29 1130 0 0,0 0 0 0 0,9-27 0 0 0,-11 40-176 0 0,0 1 1 0 0,1 0-1 0 0,-1 0 0 0 0,1 0 0 0 0,0 0 1 0 0,-1 0-1 0 0,1 0 0 0 0,1 0 0 0 0,-1 1 1 0 0,0-1-1 0 0,1 1 0 0 0,-1 0 0 0 0,1-1 0 0 0,0 1 1 0 0,-1 0-1 0 0,1 0 0 0 0,0 1 0 0 0,6-3 1 0 0,-8 3-100 0 0,1 1 0 0 0,0 0 0 0 0,-1 0 0 0 0,1 0 0 0 0,0 0 0 0 0,0 0 1 0 0,-1 0-1 0 0,1 0 0 0 0,0 0 0 0 0,-1 1 0 0 0,1-1 0 0 0,-1 1 1 0 0,1-1-1 0 0,0 1 0 0 0,-1 0 0 0 0,1-1 0 0 0,-1 1 0 0 0,1 0 0 0 0,-1 0 1 0 0,0 0-1 0 0,1 0 0 0 0,-1 0 0 0 0,0 1 0 0 0,0-1 0 0 0,0 0 0 0 0,0 1 1 0 0,0-1-1 0 0,0 0 0 0 0,0 1 0 0 0,0-1 0 0 0,-1 1 0 0 0,1-1 0 0 0,0 3 0 0 0,4 7 23 0 0,0 0 0 0 0,-2 1 0 0 0,5 16-1 0 0,-7-21-21 0 0,0-4-76 0 0,4 15-60 0 0,0 1 1 0 0,10 22-1 0 0,-12-35-419 0 0,0 1 0 0 0,1-1 0 0 0,0 0 0 0 0,0 0 0 0 0,8 8 0 0 0</inkml:trace>
</inkml:ink>
</file>

<file path=ppt/ink/ink3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3.553"/>
    </inkml:context>
    <inkml:brush xml:id="br0">
      <inkml:brushProperty name="width" value="0.1" units="cm"/>
      <inkml:brushProperty name="height" value="0.1" units="cm"/>
      <inkml:brushProperty name="color" value="#FF0066"/>
    </inkml:brush>
  </inkml:definitions>
  <inkml:trace contextRef="#ctx0" brushRef="#br0">0 188 5985 0 0,'0'-4'-252'0'0,"8"-25"4936"0"0,4 38-1314 0 0,-4 0-2583 0 0,0 0 1 0 0,1-1-1 0 0,0 0 0 0 0,21 13 1 0 0,-29-19-699 0 0,1-1 0 0 0,0 0 1 0 0,0 0-1 0 0,0 1 1 0 0,0-1-1 0 0,0-1 0 0 0,0 1 1 0 0,0 0-1 0 0,1 0 0 0 0,-1-1 1 0 0,0 0-1 0 0,0 1 0 0 0,0-1 1 0 0,1 0-1 0 0,-1 0 0 0 0,0 0 1 0 0,0 0-1 0 0,1 0 0 0 0,-1-1 1 0 0,0 1-1 0 0,0-1 1 0 0,0 1-1 0 0,1-1 0 0 0,-1 0 1 0 0,0 0-1 0 0,0 0 0 0 0,0 0 1 0 0,0 0-1 0 0,-1 0 0 0 0,1-1 1 0 0,0 1-1 0 0,0-1 0 0 0,-1 1 1 0 0,1-1-1 0 0,1-2 0 0 0,1-2-200 0 0,-2 0-1 0 0,1 0 1 0 0,-1 0-1 0 0,0-1 0 0 0,0 1 1 0 0,0 0-1 0 0,-1-1 0 0 0,0 0 1 0 0,-1 1-1 0 0,1-1 1 0 0,-1 1-1 0 0,-1-1 0 0 0,1 1 1 0 0,-1-1-1 0 0,0 0 0 0 0,0 1 1 0 0,-1 0-1 0 0,0-1 1 0 0,0 1-1 0 0,-4-7 0 0 0,4 8-66 0 0,0 0-1 0 0,-1 1 0 0 0,0-1 1 0 0,0 0-1 0 0,0 1 1 0 0,0 0-1 0 0,-1-1 0 0 0,1 2 1 0 0,-1-1-1 0 0,0 0 1 0 0,-6-3-1 0 0,8 5 69 0 0,-1 0 0 0 0,0 1 0 0 0,0-1 0 0 0,-1 1 0 0 0,1 0 0 0 0,0 0 0 0 0,0 0-1 0 0,-1 0 1 0 0,1 1 0 0 0,0-1 0 0 0,-1 1 0 0 0,1 0 0 0 0,0 0 0 0 0,-1 0 0 0 0,1 0 0 0 0,-1 1 0 0 0,1-1 0 0 0,-6 3 0 0 0,-8 2-5290 0 0</inkml:trace>
</inkml:ink>
</file>

<file path=ppt/ink/ink3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3.836"/>
    </inkml:context>
    <inkml:brush xml:id="br0">
      <inkml:brushProperty name="width" value="0.1" units="cm"/>
      <inkml:brushProperty name="height" value="0.1" units="cm"/>
      <inkml:brushProperty name="color" value="#FF0066"/>
    </inkml:brush>
  </inkml:definitions>
  <inkml:trace contextRef="#ctx0" brushRef="#br0">1 0 12443 0 0,'0'7'571'0'0,"0"0"0"0"0,1 0-1 0 0,0 0 1 0 0,0-1 0 0 0,0 1 0 0 0,1 0 0 0 0,0-1 0 0 0,0 1 0 0 0,1-1 0 0 0,4 10 0 0 0,5 14 362 0 0,6 32 781 0 0,14 93-1 0 0,-5 66-3467 0 0,-26-200-3458 0 0,0-2-1719 0 0</inkml:trace>
</inkml:ink>
</file>

<file path=ppt/ink/ink3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4.026"/>
    </inkml:context>
    <inkml:brush xml:id="br0">
      <inkml:brushProperty name="width" value="0.1" units="cm"/>
      <inkml:brushProperty name="height" value="0.1" units="cm"/>
      <inkml:brushProperty name="color" value="#FF0066"/>
    </inkml:brush>
  </inkml:definitions>
  <inkml:trace contextRef="#ctx0" brushRef="#br0">0 185 10594 0 0,'2'-1'472'0'0,"-1"-2"96"0"0,1 0-455 0 0,1 0-113 0 0,-1 0 0 0 0,3 0 0 0 0,1-1 336 0 0,5-6 48 0 0,7-5 0 0 0,5-4 8 0 0,6-3-120 0 0,0 2-24 0 0,0 0-8 0 0,0 4 0 0 0,-2 1-1824 0 0,0 2-369 0 0,1 4-63 0 0,-5 3-25 0 0</inkml:trace>
</inkml:ink>
</file>

<file path=ppt/ink/ink3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4.693"/>
    </inkml:context>
    <inkml:brush xml:id="br0">
      <inkml:brushProperty name="width" value="0.1" units="cm"/>
      <inkml:brushProperty name="height" value="0.1" units="cm"/>
      <inkml:brushProperty name="color" value="#FF0066"/>
    </inkml:brush>
  </inkml:definitions>
  <inkml:trace contextRef="#ctx0" brushRef="#br0">1 156 7370 0 0,'2'-3'419'0'0,"0"-1"1"0"0,1 1-1 0 0,-1 0 1 0 0,1 0 0 0 0,-1 0-1 0 0,1 0 1 0 0,0 0 0 0 0,0 1-1 0 0,1-1 1 0 0,-1 1 0 0 0,5-2-1 0 0,-5 1 61 0 0,3 0-66 0 0,0-1 0 0 0,1 1 0 0 0,-1 0-1 0 0,1 0 1 0 0,0 0 0 0 0,0 1 0 0 0,0 1-1 0 0,0-1 1 0 0,0 1 0 0 0,0 0 0 0 0,0 0-1 0 0,0 1 1 0 0,0 0 0 0 0,1 0 0 0 0,10 3-1 0 0,-13-2-280 0 0,0 0-1 0 0,1 0 1 0 0,-1 0 0 0 0,0 1-1 0 0,0 0 1 0 0,0 0-1 0 0,0 1 1 0 0,-1-1 0 0 0,1 1-1 0 0,0 0 1 0 0,-1 0-1 0 0,0 1 1 0 0,0-1-1 0 0,0 1 1 0 0,0 0 0 0 0,0 0-1 0 0,-1 0 1 0 0,0 0-1 0 0,0 1 1 0 0,0 0 0 0 0,3 6-1 0 0,-5-9-83 0 0,-1 0 0 0 0,1 0 0 0 0,-1 1-1 0 0,1-1 1 0 0,-1 0 0 0 0,0 0 0 0 0,0 1 0 0 0,0-1-1 0 0,0 5 1 0 0,-1-6 463 0 0,2-17-184 0 0,2-1-598 0 0,0 0-1 0 0,1 1 0 0 0,1-1 0 0 0,1 1 0 0 0,0 0 0 0 0,1 0 0 0 0,12-19 0 0 0,-2 8-7493 0 0</inkml:trace>
</inkml:ink>
</file>

<file path=ppt/ink/ink3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5.090"/>
    </inkml:context>
    <inkml:brush xml:id="br0">
      <inkml:brushProperty name="width" value="0.1" units="cm"/>
      <inkml:brushProperty name="height" value="0.1" units="cm"/>
      <inkml:brushProperty name="color" value="#FF0066"/>
    </inkml:brush>
  </inkml:definitions>
  <inkml:trace contextRef="#ctx0" brushRef="#br0">60 127 8290 0 0,'-60'12'7486'0'0,"82"-14"-4457"0"0,-8 1-2710 0 0,49-6 959 0 0,-1-2 0 0 0,113-33 0 0 0,18-27-5573 0 0,-173 60-2549 0 0</inkml:trace>
</inkml:ink>
</file>

<file path=ppt/ink/ink3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5.311"/>
    </inkml:context>
    <inkml:brush xml:id="br0">
      <inkml:brushProperty name="width" value="0.1" units="cm"/>
      <inkml:brushProperty name="height" value="0.1" units="cm"/>
      <inkml:brushProperty name="color" value="#FF0066"/>
    </inkml:brush>
  </inkml:definitions>
  <inkml:trace contextRef="#ctx0" brushRef="#br0">1 1 11058 0 0,'0'0'90'0'0,"0"0"0"0"0,1 0 0 0 0,-1 0 0 0 0,0 0 0 0 0,0 1 1 0 0,1-1-1 0 0,-1 0 0 0 0,0 0 0 0 0,1 0 0 0 0,-1 0 0 0 0,0 1 0 0 0,0-1 0 0 0,0 0 0 0 0,1 0 0 0 0,-1 0 0 0 0,0 1 0 0 0,0-1 0 0 0,0 0 0 0 0,1 0 0 0 0,-1 1 0 0 0,0-1 0 0 0,0 0 0 0 0,0 1 0 0 0,0-1 0 0 0,0 0 0 0 0,0 0 0 0 0,0 1 0 0 0,0-1 0 0 0,0 0 0 0 0,0 1 0 0 0,1-1 0 0 0,-2 0 0 0 0,1 1 0 0 0,0-1 0 0 0,0 0 0 0 0,0 1 0 0 0,0-1 0 0 0,0 0 0 0 0,0 0 0 0 0,0 1 0 0 0,0-1 0 0 0,0 0 0 0 0,0 1 0 0 0,-1-1 0 0 0,1 0 0 0 0,0 0 1 0 0,0 1-1 0 0,0-1 0 0 0,-1 0 0 0 0,1 0 0 0 0,0 0 0 0 0,0 1 0 0 0,-1-1 0 0 0,1 0 0 0 0,0 0 0 0 0,0 0 0 0 0,-1 0 0 0 0,1 0 0 0 0,0 1 0 0 0,0-1 0 0 0,-1 0 0 0 0,0 0 0 0 0,12 7 1131 0 0,-3 0-686 0 0,0 1 0 0 0,0 0 0 0 0,-1 0 0 0 0,-1 0 0 0 0,1 1 0 0 0,-1 0 0 0 0,-1 1 0 0 0,0-1 1 0 0,6 15-1 0 0,4 14-31 0 0,10 44 0 0 0,-23-73-297 0 0,17 63 265 0 0,27 80-2959 0 0</inkml:trace>
</inkml:ink>
</file>

<file path=ppt/ink/ink3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6.058"/>
    </inkml:context>
    <inkml:brush xml:id="br0">
      <inkml:brushProperty name="width" value="0.1" units="cm"/>
      <inkml:brushProperty name="height" value="0.1" units="cm"/>
      <inkml:brushProperty name="color" value="#FF0066"/>
    </inkml:brush>
  </inkml:definitions>
  <inkml:trace contextRef="#ctx0" brushRef="#br0">163 190 3225 0 0,'-32'9'2082'0'0,"0"2"0"0"0,-52 27 0 0 0,84-38-2024 0 0,-1 0 0 0 0,0 0 1 0 0,0 1-1 0 0,1-1 0 0 0,-1 0 0 0 0,0 1 0 0 0,0-1 0 0 0,1 1 0 0 0,-1-1 0 0 0,0 1 0 0 0,1-1 0 0 0,-1 1 0 0 0,1 0 0 0 0,-1-1 0 0 0,1 1 0 0 0,-1-1 0 0 0,1 1 0 0 0,-1 0 0 0 0,1 0 1 0 0,-1-1-1 0 0,1 1 0 0 0,0 0 0 0 0,0 0 0 0 0,-1-1 0 0 0,1 1 0 0 0,0 0 0 0 0,0 2 0 0 0,0-3 23 0 0,1 1 0 0 0,0 0 0 0 0,-1 0 0 0 0,1 0 0 0 0,0 0 0 0 0,0 0 0 0 0,0-1 0 0 0,-1 1 0 0 0,1 0 0 0 0,0-1 0 0 0,0 1 0 0 0,0 0 0 0 0,0-1 0 0 0,0 0 0 0 0,0 1 0 0 0,0-1 0 0 0,2 1 0 0 0,48 10 1647 0 0,31-4-341 0 0,114-4 1 0 0,84-20-869 0 0,-173 9-188 0 0,837-96 845 0 0,-103 8-909 0 0,621 30 390 0 0,-1222 59-535 0 0,676 7-3648 0 0,-705 14 1020 0 0,-172-14-2614 0 0</inkml:trace>
</inkml:ink>
</file>

<file path=ppt/ink/ink3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6.771"/>
    </inkml:context>
    <inkml:brush xml:id="br0">
      <inkml:brushProperty name="width" value="0.1" units="cm"/>
      <inkml:brushProperty name="height" value="0.1" units="cm"/>
      <inkml:brushProperty name="color" value="#FF0066"/>
    </inkml:brush>
  </inkml:definitions>
  <inkml:trace contextRef="#ctx0" brushRef="#br0">53 99 7834 0 0,'-17'-23'2259'0'0,"14"19"-1354"0"0,1 0 0 0 0,0 1 0 0 0,-1-1 0 0 0,0 1 0 0 0,0-1 0 0 0,0 1 1 0 0,0 0-1 0 0,-1 0 0 0 0,-5-4 0 0 0,9 10-624 0 0,0-1-1 0 0,0 1 0 0 0,0-1 1 0 0,1 1-1 0 0,-1-1 1 0 0,1 1-1 0 0,0-1 1 0 0,0 1-1 0 0,2 4 1 0 0,17 42 237 0 0,63 139 416 0 0,-62-147-868 0 0,1-1 1 0 0,40 54-1 0 0,-52-81-39 0 0,0-1 1 0 0,1 1-1 0 0,0-2 1 0 0,1 0-1 0 0,18 14 1 0 0,-28-23-13 0 0,1-1 0 0 0,-1 1 1 0 0,0 0-1 0 0,1-1 0 0 0,0 0 0 0 0,-1 1 0 0 0,1-1 0 0 0,0 0 1 0 0,0 0-1 0 0,-1 0 0 0 0,1-1 0 0 0,0 1 0 0 0,0-1 0 0 0,0 0 0 0 0,0 0 1 0 0,0 0-1 0 0,0 0 0 0 0,0 0 0 0 0,0 0 0 0 0,0-1 0 0 0,-1 1 1 0 0,1-1-1 0 0,0 0 0 0 0,0 0 0 0 0,0 0 0 0 0,-1-1 0 0 0,1 1 1 0 0,-1 0-1 0 0,1-1 0 0 0,-1 0 0 0 0,1 1 0 0 0,-1-1 0 0 0,0 0 1 0 0,0 0-1 0 0,0-1 0 0 0,0 1 0 0 0,2-3 0 0 0,2-5 15 0 0,0 1 0 0 0,0-1-1 0 0,-1-1 1 0 0,0 1 0 0 0,-1-1 0 0 0,0 1-1 0 0,3-20 1 0 0,10-86-205 0 0,-9 48-128 0 0,-5 53 116 0 0,1-18-609 0 0,1 1 0 0 0,2 0 0 0 0,1 1 0 0 0,24-58 0 0 0,-31 86 457 0 0,1 0 1 0 0,0 0 0 0 0,0 0 0 0 0,0 0 0 0 0,1 0 0 0 0,4-5 0 0 0,-6 7 304 0 0,0 1 1 0 0,0-1 0 0 0,0 0 0 0 0,-1 1 0 0 0,1-1-1 0 0,0 1 1 0 0,0-1 0 0 0,0 1 0 0 0,0-1-1 0 0,0 1 1 0 0,0 0 0 0 0,0-1 0 0 0,0 1 0 0 0,0 0-1 0 0,0 0 1 0 0,0 0 0 0 0,0 0 0 0 0,0 0 0 0 0,0 0-1 0 0,0 0 1 0 0,0 0 0 0 0,0 0 0 0 0,0 0 0 0 0,0 1-1 0 0,0-1 1 0 0,0 0 0 0 0,0 1 0 0 0,1 0 0 0 0,6 7 17 0 0</inkml:trace>
</inkml:ink>
</file>

<file path=ppt/ink/ink3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7.119"/>
    </inkml:context>
    <inkml:brush xml:id="br0">
      <inkml:brushProperty name="width" value="0.1" units="cm"/>
      <inkml:brushProperty name="height" value="0.1" units="cm"/>
      <inkml:brushProperty name="color" value="#FF0066"/>
    </inkml:brush>
  </inkml:definitions>
  <inkml:trace contextRef="#ctx0" brushRef="#br0">154 119 5985 0 0,'-6'-7'415'0'0,"1"-1"0"0"0,-1 1 1 0 0,1-1-1 0 0,-5-11 0 0 0,7 13 163 0 0,1 0-1 0 0,-1 1 1 0 0,0 0 0 0 0,0-1 0 0 0,-1 1 0 0 0,0 0 0 0 0,0 1-1 0 0,0-1 1 0 0,0 1 0 0 0,-1 0 0 0 0,0 0 0 0 0,-8-6 0 0 0,12 10-444 0 0,0 0 0 0 0,1 0 1 0 0,-1 0-1 0 0,0 0 1 0 0,0 0-1 0 0,0 0 0 0 0,0 0 1 0 0,0 0-1 0 0,0 1 0 0 0,0-1 1 0 0,0 0-1 0 0,0 0 1 0 0,1 1-1 0 0,-1-1 0 0 0,0 0 1 0 0,0 1-1 0 0,0-1 1 0 0,1 1-1 0 0,-1-1 0 0 0,0 1 1 0 0,0 0-1 0 0,1-1 0 0 0,-1 1 1 0 0,0 0-1 0 0,1-1 1 0 0,-1 1-1 0 0,1 0 0 0 0,-1 0 1 0 0,0 1-1 0 0,-15 27 1112 0 0,14-25-1053 0 0,-2 5-59 0 0,0 0 0 0 0,1 0 0 0 0,0 1 0 0 0,1-1 0 0 0,-1 1 0 0 0,2 0-1 0 0,-1-1 1 0 0,2 1 0 0 0,-1 0 0 0 0,1 0 0 0 0,1 0 0 0 0,1 11 0 0 0,4 6 24 0 0,1 0-1 0 0,20 50 1 0 0,-16-48-23 0 0,-6-15-140 0 0,-1 1 1 0 0,0-1-1 0 0,-1 1 1 0 0,-1-1-1 0 0,2 22 0 0 0,-4-29-117 0 0,0 0-1 0 0,0 0 1 0 0,-1 0-1 0 0,0 0 1 0 0,0 0-1 0 0,0 0 1 0 0,-1 0-1 0 0,0-1 0 0 0,-1 1 1 0 0,1 0-1 0 0,-1-1 1 0 0,-1 0-1 0 0,-6 10 1 0 0,5-10-539 0 0</inkml:trace>
</inkml:ink>
</file>

<file path=ppt/ink/ink3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7.296"/>
    </inkml:context>
    <inkml:brush xml:id="br0">
      <inkml:brushProperty name="width" value="0.1" units="cm"/>
      <inkml:brushProperty name="height" value="0.1" units="cm"/>
      <inkml:brushProperty name="color" value="#FF0066"/>
    </inkml:brush>
  </inkml:definitions>
  <inkml:trace contextRef="#ctx0" brushRef="#br0">1 106 5985 0 0,'43'-25'6007'0'0,"-24"15"-5352"0"0,81-36 1260 0 0,-86 41-2679 0 0,0 0 0 0 0,0 1 0 0 0,1 0 0 0 0,-1 2 0 0 0,22-3 0 0 0,-19 5-612 0 0</inkml:trace>
</inkml:ink>
</file>

<file path=ppt/ink/ink3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7.535"/>
    </inkml:context>
    <inkml:brush xml:id="br0">
      <inkml:brushProperty name="width" value="0.1" units="cm"/>
      <inkml:brushProperty name="height" value="0.1" units="cm"/>
      <inkml:brushProperty name="color" value="#FF0066"/>
    </inkml:brush>
  </inkml:definitions>
  <inkml:trace contextRef="#ctx0" brushRef="#br0">5 1 4609 0 0,'-4'24'8555'0'0,"7"23"-3543"0"0,0-11-3110 0 0,-5 46-40 0 0,-1 14-1427 0 0,4-74-1498 0 0,0 0 0 0 0,6 28-1 0 0,-1-26-5934 0 0</inkml:trace>
</inkml:ink>
</file>

<file path=ppt/ink/ink3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7.754"/>
    </inkml:context>
    <inkml:brush xml:id="br0">
      <inkml:brushProperty name="width" value="0.1" units="cm"/>
      <inkml:brushProperty name="height" value="0.1" units="cm"/>
      <inkml:brushProperty name="color" value="#FF0066"/>
    </inkml:brush>
  </inkml:definitions>
  <inkml:trace contextRef="#ctx0" brushRef="#br0">9 1 7834 0 0,'0'0'356'0'0,"2"29"6876"0"0,-7 33-2045 0 0,3-48-4941 0 0,0-1 0 0 0,1 1 0 0 0,0 0-1 0 0,2-1 1 0 0,-1 1 0 0 0,6 26 0 0 0,4-17-2985 0 0</inkml:trace>
</inkml:ink>
</file>

<file path=ppt/ink/ink3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7.928"/>
    </inkml:context>
    <inkml:brush xml:id="br0">
      <inkml:brushProperty name="width" value="0.1" units="cm"/>
      <inkml:brushProperty name="height" value="0.1" units="cm"/>
      <inkml:brushProperty name="color" value="#FF0066"/>
    </inkml:brush>
  </inkml:definitions>
  <inkml:trace contextRef="#ctx0" brushRef="#br0">7 0 7370 0 0,'-1'3'656'0'0,"-1"0"-528"0"0,2-2-128 0 0,0 1 0 0 0,0-1 512 0 0,0 1 80 0 0,-1 1 16 0 0,-1 2 0 0 0,1 3-744 0 0,1 0-152 0 0,0 1-24 0 0,3 0-8 0 0,1 3 320 0 0,2-2 0 0 0,6-2 72 0 0,-2 1 8 0 0</inkml:trace>
</inkml:ink>
</file>

<file path=ppt/ink/ink3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8.197"/>
    </inkml:context>
    <inkml:brush xml:id="br0">
      <inkml:brushProperty name="width" value="0.1" units="cm"/>
      <inkml:brushProperty name="height" value="0.1" units="cm"/>
      <inkml:brushProperty name="color" value="#FF0066"/>
    </inkml:brush>
  </inkml:definitions>
  <inkml:trace contextRef="#ctx0" brushRef="#br0">133 1 4145 0 0,'-32'28'7499'0'0,"19"-15"-6394"0"0,1 1-1 0 0,1 0 1 0 0,0 1 0 0 0,-12 22-1 0 0,19-29-1071 0 0,-1 1-1 0 0,1-1 0 0 0,1 1 0 0 0,0 0 1 0 0,0 0-1 0 0,1 0 0 0 0,0 0 1 0 0,0 1-1 0 0,1-1 0 0 0,0 14 0 0 0,1-22-109 0 0,0 1-1 0 0,0-1 1 0 0,0 1-1 0 0,0-1 1 0 0,0 0-1 0 0,0 1 1 0 0,1-1-1 0 0,-1 1 1 0 0,1-1-1 0 0,-1 0 1 0 0,1 1-1 0 0,-1-1 1 0 0,1 0-1 0 0,0 1 1 0 0,0-1-1 0 0,0 0 1 0 0,-1 0-1 0 0,1 0 1 0 0,0 0-1 0 0,1 0 1 0 0,-1 0-1 0 0,0 0 1 0 0,0 0-1 0 0,0 0 1 0 0,0-1-1 0 0,1 1 1 0 0,-1 0-1 0 0,0-1 1 0 0,1 1-1 0 0,-1-1 1 0 0,1 1-1 0 0,2 0 1 0 0,7-1-1149 0 0</inkml:trace>
</inkml:ink>
</file>

<file path=ppt/ink/ink3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8.420"/>
    </inkml:context>
    <inkml:brush xml:id="br0">
      <inkml:brushProperty name="width" value="0.1" units="cm"/>
      <inkml:brushProperty name="height" value="0.1" units="cm"/>
      <inkml:brushProperty name="color" value="#FF0066"/>
    </inkml:brush>
  </inkml:definitions>
  <inkml:trace contextRef="#ctx0" brushRef="#br0">0 167 2304 0 0,'19'-63'634'0'0,"-15"46"898"0"0,0-1-1 0 0,2 1 0 0 0,0 0 0 0 0,18-18 3186 0 0,-23 36-4594 0 0,-1-1 0 0 0,0 0-1 0 0,0 1 1 0 0,0-1-1 0 0,0 0 1 0 0,0 0-1 0 0,0 1 1 0 0,0-1-1 0 0,0 0 1 0 0,0 1 0 0 0,0-1-1 0 0,0 0 1 0 0,0 1-1 0 0,0-1 1 0 0,5 18 1162 0 0,17 145 2864 0 0,-16-96-3911 0 0,20 78 0 0 0,-22-132-948 0 0,0-3-225 0 0</inkml:trace>
</inkml:ink>
</file>

<file path=ppt/ink/ink3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8.608"/>
    </inkml:context>
    <inkml:brush xml:id="br0">
      <inkml:brushProperty name="width" value="0.1" units="cm"/>
      <inkml:brushProperty name="height" value="0.1" units="cm"/>
      <inkml:brushProperty name="color" value="#FF0066"/>
    </inkml:brush>
  </inkml:definitions>
  <inkml:trace contextRef="#ctx0" brushRef="#br0">134 6 2304 0 0,'0'-1'145'0'0,"-1"1"0"0"0,0-2 723 0 0,0 1-724 0 0,1 1 1 0 0,0 0-1 0 0,-1 0 1 0 0,1-1 0 0 0,-1 1-1 0 0,1 0 1 0 0,0 0 0 0 0,-1 0-1 0 0,1 0 1 0 0,-1 0 0 0 0,1-1-1 0 0,-1 1 1 0 0,1 0-1 0 0,0 0 1 0 0,-1 0 0 0 0,1 0-1 0 0,-1 0 1 0 0,1 0 0 0 0,-1 0-1 0 0,1 0 1 0 0,-1 1 0 0 0,1-1-1 0 0,0 0 1 0 0,-2 0-1 0 0,-18 11 2843 0 0,-13 19 451 0 0,23-18-2434 0 0,1 1 0 0 0,1-1 0 0 0,0 1 0 0 0,-8 17 0 0 0,14-25-781 0 0,0 0 0 0 0,-1 0 0 0 0,2 0 0 0 0,-1 1 1 0 0,0-1-1 0 0,1 1 0 0 0,0-1 0 0 0,1 1 0 0 0,-1-1 0 0 0,1 1 0 0 0,0 0 0 0 0,0-1 0 0 0,1 1 1 0 0,1 8-1 0 0,-1-12-268 0 0,0 0-1 0 0,0 0 1 0 0,0 0 0 0 0,0-1 0 0 0,0 1 0 0 0,1 0 0 0 0,-1 0 0 0 0,0-1-1 0 0,1 1 1 0 0,-1-1 0 0 0,1 1 0 0 0,0-1 0 0 0,-1 1 0 0 0,1-1 0 0 0,0 0-1 0 0,0 0 1 0 0,0 0 0 0 0,0 0 0 0 0,3 1 0 0 0,26 3-3540 0 0</inkml:trace>
</inkml:ink>
</file>

<file path=ppt/ink/ink3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8.974"/>
    </inkml:context>
    <inkml:brush xml:id="br0">
      <inkml:brushProperty name="width" value="0.1" units="cm"/>
      <inkml:brushProperty name="height" value="0.1" units="cm"/>
      <inkml:brushProperty name="color" value="#FF0066"/>
    </inkml:brush>
  </inkml:definitions>
  <inkml:trace contextRef="#ctx0" brushRef="#br0">68 183 1840 0 0,'1'-1'10329'0'0,"9"-6"-6438"0"0,11-13-3227 0 0,-15 11-184 0 0,3-3-422 0 0,0-1 1 0 0,-1 0-1 0 0,9-22 1 0 0,-16 32-301 0 0,0 0 0 0 0,0 0 0 0 0,0-1 0 0 0,0 1 0 0 0,-1 0 0 0 0,1 0 1 0 0,-1-1-1 0 0,0 1 0 0 0,0-6 0 0 0,-1 7 9 0 0,1 1 0 0 0,0-1 0 0 0,-1 1 0 0 0,1-1-1 0 0,-1 1 1 0 0,0-1 0 0 0,0 1 0 0 0,1-1 0 0 0,-1 1 0 0 0,0 0 0 0 0,0-1 0 0 0,0 1-1 0 0,0 0 1 0 0,-1 0 0 0 0,1 0 0 0 0,0 0 0 0 0,0 0 0 0 0,-1 0 0 0 0,1 0 0 0 0,-3-1 0 0 0,2 1 102 0 0,0 0 1 0 0,-1 0 0 0 0,1 0-1 0 0,0 0 1 0 0,-1 1 0 0 0,1-1 0 0 0,0 1-1 0 0,-1 0 1 0 0,1 0 0 0 0,-1-1 0 0 0,1 1-1 0 0,-1 1 1 0 0,-4 0 0 0 0,4 0 311 0 0,-1 0 1 0 0,1 0 0 0 0,-1 1 0 0 0,1 0-1 0 0,-1 0 1 0 0,1 0 0 0 0,0 0 0 0 0,0 0-1 0 0,0 1 1 0 0,0-1 0 0 0,0 1-1 0 0,1 0 1 0 0,-3 3 0 0 0,-2 2 572 0 0,1 1-1 0 0,1 0 1 0 0,0 0 0 0 0,0 0 0 0 0,1 1 0 0 0,0 0-1 0 0,-4 14 1 0 0,7-17-450 0 0,-1 1-1 0 0,2-1 1 0 0,-1 1-1 0 0,1-1 1 0 0,0 1-1 0 0,0-1 1 0 0,1 1-1 0 0,0-1 0 0 0,1 1 1 0 0,-1-1-1 0 0,6 14 1 0 0,-5-16-348 0 0,0 0 0 0 0,1-1-1 0 0,-1 1 1 0 0,1 0 0 0 0,0-1 0 0 0,0 0 0 0 0,0 1 0 0 0,1-1 0 0 0,0-1 0 0 0,0 1-1 0 0,0 0 1 0 0,0-1 0 0 0,0 0 0 0 0,1 0 0 0 0,-1 0 0 0 0,1-1 0 0 0,8 4 0 0 0,0-3-1821 0 0</inkml:trace>
</inkml:ink>
</file>

<file path=ppt/ink/ink3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19.242"/>
    </inkml:context>
    <inkml:brush xml:id="br0">
      <inkml:brushProperty name="width" value="0.1" units="cm"/>
      <inkml:brushProperty name="height" value="0.1" units="cm"/>
      <inkml:brushProperty name="color" value="#FF0066"/>
    </inkml:brush>
  </inkml:definitions>
  <inkml:trace contextRef="#ctx0" brushRef="#br0">0 62 8290 0 0,'29'7'7686'0'0,"-20"-2"-6988"0"0,0 0 1 0 0,0 0-1 0 0,13 12 1 0 0,1 3-674 0 0,23 27 0 0 0,-34-32 449 0 0,-8-11 1124 0 0,-6-12-251 0 0,0-3-1181 0 0,0-4-116 0 0,0 0 1 0 0,1 0-1 0 0,1 0 1 0 0,0 0-1 0 0,1 0 1 0 0,1 0-1 0 0,4-16 1 0 0,2 0-375 0 0</inkml:trace>
</inkml:ink>
</file>

<file path=ppt/ink/ink3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9T22:31:20.005"/>
    </inkml:context>
    <inkml:brush xml:id="br0">
      <inkml:brushProperty name="width" value="0.1" units="cm"/>
      <inkml:brushProperty name="height" value="0.1" units="cm"/>
      <inkml:brushProperty name="color" value="#FF0066"/>
    </inkml:brush>
  </inkml:definitions>
  <inkml:trace contextRef="#ctx0" brushRef="#br0">1 66 4609 0 0,'0'-1'325'0'0,"0"0"1"0"0,0 0-1 0 0,0-1 1 0 0,0 1-1 0 0,0 0 1 0 0,0 0-1 0 0,0 0 1 0 0,1-1-1 0 0,-1 1 1 0 0,1 0-1 0 0,-1 0 1 0 0,0 0-1 0 0,1 0 0 0 0,0 0 1 0 0,-1 0-1 0 0,1 0 1 0 0,0 0-1 0 0,-1 0 1 0 0,1 0-1 0 0,0 0 1 0 0,0 0-1 0 0,0 0 1 0 0,0 1-1 0 0,1-2 1 0 0,0 1 13 0 0,0 1 0 0 0,0-1 0 0 0,-1 1 0 0 0,1-1 0 0 0,0 1 0 0 0,0 0 0 0 0,0 0 0 0 0,0-1 0 0 0,0 1 0 0 0,0 1 1 0 0,0-1-1 0 0,0 0 0 0 0,3 1 0 0 0,1 1 76 0 0,0-1 1 0 0,0 1-1 0 0,0 1 1 0 0,0-1-1 0 0,-1 1 1 0 0,1 0-1 0 0,-1 1 1 0 0,8 4 0 0 0,11 18 94 0 0,-1 0 1 0 0,37 56 0 0 0,-55-72-390 0 0,4 8 152 0 0,-9-18-253 0 0,1 0 0 0 0,-1 0 0 0 0,0 1 0 0 0,0-1 0 0 0,0 0 1 0 0,0 0-1 0 0,1 0 0 0 0,-1 1 0 0 0,0-1 0 0 0,0 0 0 0 0,0 0 0 0 0,1 0 0 0 0,-1 0 1 0 0,0 0-1 0 0,0 1 0 0 0,1-1 0 0 0,-1 0 0 0 0,0 0 0 0 0,0 0 0 0 0,1 0 0 0 0,-1 0 1 0 0,0 0-1 0 0,0 0 0 0 0,1 0 0 0 0,-1 0 0 0 0,0 0 0 0 0,0 0 0 0 0,1 0 0 0 0,-1 0 0 0 0,0 0 1 0 0,0 0-1 0 0,1 0 0 0 0,-1 0 0 0 0,0 0 0 0 0,0-1 0 0 0,1 1 0 0 0,-1 0 0 0 0,0 0 1 0 0,0 0-1 0 0,1 0 0 0 0,-1 0 0 0 0,0-1 0 0 0,0 1 0 0 0,0 0 0 0 0,1 0 0 0 0,-1 0 1 0 0,0-1-1 0 0,0 1 0 0 0,0 0 0 0 0,0 0 0 0 0,1-1 0 0 0,37-52-319 0 0,2 1 1 0 0,52-51-1 0 0,-73 86-149 0 0</inkml:trace>
</inkml:ink>
</file>

<file path=ppt/ink/ink3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1.641"/>
    </inkml:context>
    <inkml:brush xml:id="br0">
      <inkml:brushProperty name="width" value="0.1" units="cm"/>
      <inkml:brushProperty name="height" value="0.1" units="cm"/>
      <inkml:brushProperty name="color" value="#004F8B"/>
    </inkml:brush>
  </inkml:definitions>
  <inkml:trace contextRef="#ctx0" brushRef="#br0">459 90 5065 0 0,'45'-89'12735'0'0,"-63"111"-11267"0"0,-73 159 546 0 0,13-24-1709 0 0,-177 325-966 0 0,232-439 228 0 0,-15 30-4195 0 0</inkml:trace>
</inkml:ink>
</file>

<file path=ppt/ink/ink3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2.128"/>
    </inkml:context>
    <inkml:brush xml:id="br0">
      <inkml:brushProperty name="width" value="0.1" units="cm"/>
      <inkml:brushProperty name="height" value="0.1" units="cm"/>
      <inkml:brushProperty name="color" value="#004F8B"/>
    </inkml:brush>
  </inkml:definitions>
  <inkml:trace contextRef="#ctx0" brushRef="#br0">423 145 4145 0 0,'6'-18'389'0'0,"0"0"1"0"0,1 1-1 0 0,11-19 1 0 0,-13 28 516 0 0,0 1 0 0 0,0 0-1 0 0,1 0 1 0 0,0 0 0 0 0,8-7 0 0 0,-13 13-720 0 0,0 0 0 0 0,1 1 0 0 0,-1-1 0 0 0,1 0 0 0 0,-1 1 0 0 0,1-1 0 0 0,-1 1 0 0 0,1 0 0 0 0,0 0 0 0 0,-1-1 0 0 0,1 1 0 0 0,-1 0 0 0 0,1 0 0 0 0,0 0 0 0 0,-1 1 0 0 0,1-1 0 0 0,-1 0 0 0 0,1 1 0 0 0,-1-1 0 0 0,1 1 0 0 0,-1-1 0 0 0,1 1 0 0 0,-1 0 0 0 0,1-1 0 0 0,-1 1 0 0 0,0 0 0 0 0,1 0 0 0 0,-1 0 0 0 0,0 0 0 0 0,2 3 0 0 0,7 4 307 0 0,0 1 0 0 0,13 17-1 0 0,-19-21-262 0 0,30 40 453 0 0,-3 1-1 0 0,-1 2 1 0 0,42 95-1 0 0,-34-66-509 0 0,-8-17-91 0 0,77 141 48 0 0,-89-172-123 0 0,1-1 1 0 0,2 0-1 0 0,1-1 1 0 0,37 35 0 0 0,-47-51 46 0 0,0 0 0 0 0,1-1 0 0 0,0-1 0 0 0,1 0 0 0 0,0-1 1 0 0,0-1-1 0 0,1 0 0 0 0,0-1 0 0 0,0 0 0 0 0,0-1 0 0 0,1-1 1 0 0,26 4-1 0 0,-24-3-62 0 0,-11-2 2 0 0,-11-2 4 0 0,-117 5-102 0 0,1 5 1 0 0,1 5 0 0 0,-148 40-1 0 0,-48 2 583 0 0,133-27-650 0 0,117-21-172 0 0,-27 6-3589 0 0,67-9-2730 0 0</inkml:trace>
</inkml:ink>
</file>

<file path=ppt/ink/ink3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2.494"/>
    </inkml:context>
    <inkml:brush xml:id="br0">
      <inkml:brushProperty name="width" value="0.1" units="cm"/>
      <inkml:brushProperty name="height" value="0.1" units="cm"/>
      <inkml:brushProperty name="color" value="#004F8B"/>
    </inkml:brush>
  </inkml:definitions>
  <inkml:trace contextRef="#ctx0" brushRef="#br0">254 100 2304 0 0,'-100'14'2705'0'0,"60"-8"-237"0"0,-68 3 1 0 0,108-8-2437 0 0,0-1-1 0 0,0 0 1 0 0,0 0 0 0 0,0 0-1 0 0,0 0 1 0 0,0 0 0 0 0,-1 0-1 0 0,1 0 1 0 0,0 0 0 0 0,0 0-1 0 0,0 0 1 0 0,0 1 0 0 0,0-1-1 0 0,-1 0 1 0 0,1 0 0 0 0,0 0-1 0 0,0 0 1 0 0,0 0 0 0 0,0 0-1 0 0,0 0 1 0 0,-1 0 0 0 0,1 0-1 0 0,0 0 1 0 0,0 0 0 0 0,0 0-1 0 0,0 0 1 0 0,0-1 0 0 0,-1 1-1 0 0,1 0 1 0 0,0 0 0 0 0,0 0-1 0 0,0 0 1 0 0,0 0 0 0 0,0 0-1 0 0,0 0 1 0 0,-1 0 0 0 0,1 0-1 0 0,0 0 1 0 0,0-1 0 0 0,0 1-1 0 0,0 0 1 0 0,0 0 0 0 0,0 0-1 0 0,0 0 1 0 0,0 0 0 0 0,0 0-1 0 0,0-1 1 0 0,0 1 0 0 0,-1 0-1 0 0,1 0 1 0 0,0 0 0 0 0,0 0-1 0 0,0 0 1 0 0,0-1 0 0 0,0 1-1 0 0,0 0 1 0 0,0 0 0 0 0,0 0-1 0 0,0 0 1 0 0,0 0 0 0 0,0-1-1 0 0,1 1 1 0 0,-1 0 0 0 0,0 0-1 0 0,12-9 1062 0 0,21-5 93 0 0,34-4 243 0 0,0 3 0 0 0,127-11 0 0 0,-112 17-523 0 0,245-23 803 0 0,0 30-2192 0 0,-236 12-1087 0 0,-32 2-3591 0 0,-14 1-864 0 0</inkml:trace>
</inkml:ink>
</file>

<file path=ppt/ink/ink3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2.844"/>
    </inkml:context>
    <inkml:brush xml:id="br0">
      <inkml:brushProperty name="width" value="0.1" units="cm"/>
      <inkml:brushProperty name="height" value="0.1" units="cm"/>
      <inkml:brushProperty name="color" value="#004F8B"/>
    </inkml:brush>
  </inkml:definitions>
  <inkml:trace contextRef="#ctx0" brushRef="#br0">1 0 11058 0 0,'-1'5'369'0'0,"1"-1"-1"0"0,0 1 0 0 0,1-1 0 0 0,-1 0 0 0 0,1 1 0 0 0,0-1 0 0 0,0 0 1 0 0,1 0-1 0 0,-1 1 0 0 0,1-1 0 0 0,0 0 0 0 0,2 4 0 0 0,2 6 405 0 0,16 48 603 0 0,-3 1 1 0 0,-3 1-1 0 0,12 95 1 0 0,1 200-1051 0 0,2 19-3320 0 0,-24-337 1831 0 0</inkml:trace>
</inkml:ink>
</file>

<file path=ppt/ink/ink3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3.318"/>
    </inkml:context>
    <inkml:brush xml:id="br0">
      <inkml:brushProperty name="width" value="0.1" units="cm"/>
      <inkml:brushProperty name="height" value="0.1" units="cm"/>
      <inkml:brushProperty name="color" value="#004F8B"/>
    </inkml:brush>
  </inkml:definitions>
  <inkml:trace contextRef="#ctx0" brushRef="#br0">187 1319 4145 0 0,'1'2'221'0'0,"-1"-1"1"0"0,1 1-1 0 0,-1 0 1 0 0,1-1 0 0 0,0 1-1 0 0,-1 0 1 0 0,1-1-1 0 0,0 1 1 0 0,0-1-1 0 0,0 1 1 0 0,2 1-1 0 0,-3-3-28 0 0,1 1 0 0 0,-1 0 0 0 0,1-1 1 0 0,-1 1-1 0 0,0-1 0 0 0,1 1 0 0 0,-1-1 0 0 0,1 1 0 0 0,0-1 0 0 0,-1 1 0 0 0,1-1 0 0 0,-1 0 0 0 0,1 1 0 0 0,0-1 0 0 0,-1 0 0 0 0,1 0 0 0 0,0 1 0 0 0,-1-1 0 0 0,1 0 0 0 0,0 0 0 0 0,-1 0 0 0 0,1 0 0 0 0,0 0 0 0 0,-1 0 0 0 0,1 0 1 0 0,0 0-1 0 0,0 0 0 0 0,-1 0 0 0 0,2 0 0 0 0,-2-1 8 0 0,1 0-1 0 0,-1 0 1 0 0,0 1 0 0 0,0-1 0 0 0,0 0 0 0 0,0 0-1 0 0,0 0 1 0 0,0 1 0 0 0,0-1 0 0 0,0 0 0 0 0,0 0 0 0 0,0 1-1 0 0,-1-1 1 0 0,1 0 0 0 0,0 0 0 0 0,0 1 0 0 0,-1-1-1 0 0,1 0 1 0 0,0 1 0 0 0,-1-1 0 0 0,1 0 0 0 0,-1 0 0 0 0,-12-21 900 0 0,10 18-801 0 0,-6-14 78 0 0,0 0 0 0 0,2-1 0 0 0,0 0 1 0 0,-7-34-1 0 0,-10-82 525 0 0,23 126-877 0 0,-17-134 409 0 0,-21-128-98 0 0,27 214-513 0 0,-34-202 732 0 0,40 209-1347 0 0,2 0 0 0 0,2-1 0 0 0,6-60 0 0 0,0 70-6261 0 0</inkml:trace>
</inkml:ink>
</file>

<file path=ppt/ink/ink3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3.732"/>
    </inkml:context>
    <inkml:brush xml:id="br0">
      <inkml:brushProperty name="width" value="0.1" units="cm"/>
      <inkml:brushProperty name="height" value="0.1" units="cm"/>
      <inkml:brushProperty name="color" value="#004F8B"/>
    </inkml:brush>
  </inkml:definitions>
  <inkml:trace contextRef="#ctx0" brushRef="#br0">113 80 1840 0 0,'-39'-10'855'0'0,"25"7"751"0"0,1 0 0 0 0,-1-1 0 0 0,-15-8 0 0 0,29 12-1560 0 0,-1 0-1 0 0,1 0 0 0 0,0 0 0 0 0,0 0 1 0 0,0 0-1 0 0,0 0 0 0 0,-1 0 0 0 0,1 0 0 0 0,0 0 1 0 0,0 0-1 0 0,0-1 0 0 0,0 1 0 0 0,-1 0 1 0 0,1 0-1 0 0,0 0 0 0 0,0 0 0 0 0,0 0 1 0 0,0-1-1 0 0,0 1 0 0 0,0 0 0 0 0,0 0 1 0 0,0 0-1 0 0,0 0 0 0 0,-1-1 0 0 0,1 1 1 0 0,0 0-1 0 0,0 0 0 0 0,0 0 0 0 0,0 0 1 0 0,0-1-1 0 0,0 1 0 0 0,0 0 0 0 0,0 0 1 0 0,0 0-1 0 0,0-1 0 0 0,0 1 0 0 0,0 0 1 0 0,0 0-1 0 0,1 0 0 0 0,-1 0 0 0 0,0-1 1 0 0,0 1-1 0 0,0 0 0 0 0,0 0 0 0 0,0 0 1 0 0,0 0-1 0 0,0-1 0 0 0,0 1 0 0 0,1 0 1 0 0,-1 0-1 0 0,13-9 1116 0 0,15-2-39 0 0,-28 11-1114 0 0,16-4 376 0 0,0 0 0 0 0,0 1 0 0 0,0 0 0 0 0,31 0 1 0 0,69 8 496 0 0,-50-1-436 0 0,464 0 679 0 0,-314-5-673 0 0,267 29-33 0 0,-337-15-587 0 0,-117-11 150 0 0,35 4-334 0 0,0-2-1 0 0,1-3 1 0 0,124-14 0 0 0,55-24 4 0 0,-138 22-2548 0 0,-80 11-2300 0 0</inkml:trace>
</inkml:ink>
</file>

<file path=ppt/ink/ink3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4.242"/>
    </inkml:context>
    <inkml:brush xml:id="br0">
      <inkml:brushProperty name="width" value="0.1" units="cm"/>
      <inkml:brushProperty name="height" value="0.1" units="cm"/>
      <inkml:brushProperty name="color" value="#004F8B"/>
    </inkml:brush>
  </inkml:definitions>
  <inkml:trace contextRef="#ctx0" brushRef="#br0">157 75 5529 0 0,'-1'-4'222'0'0,"-1"-1"1"0"0,0 1-1 0 0,0 0 0 0 0,0 0 1 0 0,0 0-1 0 0,-1 0 0 0 0,0 0 0 0 0,1 1 1 0 0,-1-1-1 0 0,-1 1 0 0 0,1 0 0 0 0,0 0 1 0 0,-1 0-1 0 0,0 0 0 0 0,0 0 0 0 0,1 1 1 0 0,-2 0-1 0 0,1 0 0 0 0,0 0 1 0 0,0 0-1 0 0,-1 1 0 0 0,1-1 0 0 0,0 1 1 0 0,-1 0-1 0 0,0 1 0 0 0,1-1 0 0 0,-1 1 1 0 0,1 0-1 0 0,-9 0 0 0 0,11 1-88 0 0,-1 0 0 0 0,1 0 0 0 0,0 0 0 0 0,0 0-1 0 0,0 1 1 0 0,0-1 0 0 0,0 1 0 0 0,0-1 0 0 0,0 1 0 0 0,0-1-1 0 0,0 1 1 0 0,1 0 0 0 0,-1 0 0 0 0,1 0 0 0 0,-1 0 0 0 0,1 0-1 0 0,0 0 1 0 0,0 1 0 0 0,0-1 0 0 0,0 0 0 0 0,0 1 0 0 0,1-1-1 0 0,-1 0 1 0 0,1 1 0 0 0,-1 4 0 0 0,-1 9 193 0 0,0 0 0 0 0,1 29 0 0 0,2-30-113 0 0,25 433 1376 0 0,-13-284-1395 0 0,37 273-46 0 0,-32-335-144 0 0,5 0-1 0 0,45 120 1 0 0,-36-133-107 0 0,73 221 310 0 0,-93-263-693 0 0,-3 0 1 0 0,-1 1-1 0 0,-2 0 1 0 0,-1 88 0 0 0,-13-35-4871 0 0,5-58 535 0 0</inkml:trace>
</inkml:ink>
</file>

<file path=ppt/ink/ink3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4.940"/>
    </inkml:context>
    <inkml:brush xml:id="br0">
      <inkml:brushProperty name="width" value="0.1" units="cm"/>
      <inkml:brushProperty name="height" value="0.1" units="cm"/>
      <inkml:brushProperty name="color" value="#004F8B"/>
    </inkml:brush>
  </inkml:definitions>
  <inkml:trace contextRef="#ctx0" brushRef="#br0">78 37 3681 0 0,'-10'-6'283'0'0,"-1"0"0"0"0,1 0 1 0 0,-13-4-1 0 0,-1 2 4065 0 0,73 23-2479 0 0,0 2 0 0 0,62 33 1 0 0,-7-4-1203 0 0,315 108 484 0 0,-4-1 51 0 0,-200-57-2112 0 0,371 225-1 0 0,-366-199-1921 0 0,-74-44 2603 0 0,-6 9 3418 0 0,-136-84-3113 0 0,10 6-236 0 0,-14-9 152 0 0,0 0 0 0 0,0 0 0 0 0,-1 0 0 0 0,1 0 0 0 0,0 0 0 0 0,0 0 1 0 0,0 0-1 0 0,0 0 0 0 0,-1 0 0 0 0,1 0 0 0 0,0 0 0 0 0,0 0 0 0 0,0 0 0 0 0,0 0 0 0 0,0 0 1 0 0,-1 0-1 0 0,1 0 0 0 0,0 1 0 0 0,0-1 0 0 0,0 0 0 0 0,0 0 0 0 0,0 0 0 0 0,0 0 0 0 0,-1 0 0 0 0,1 0 1 0 0,0 0-1 0 0,0 0 0 0 0,0 0 0 0 0,0 1 0 0 0,0-1 0 0 0,0 0 0 0 0,0 0 0 0 0,0 0 0 0 0,0 0 1 0 0,-1 0-1 0 0,1 0 0 0 0,0 1 0 0 0,0-1 0 0 0,0 0 0 0 0,0 0 0 0 0,0 0 0 0 0,0 0 0 0 0,0 0 1 0 0,0 1-1 0 0,0-1 0 0 0,0 0 0 0 0,0 0 0 0 0,0 0 0 0 0,0 0 0 0 0,0 0 0 0 0,1 2 591 0 0,-6 0-227 0 0,-64 29 1033 0 0,1 3 1 0 0,-123 84-1 0 0,94-56-1047 0 0,22-12-257 0 0,-87 75 0 0 0,-58 73-102 0 0,92-80 26 0 0,-113 128 196 0 0,96-91 32 0 0,-40 3-110 0 0,19-18-144 0 0,125-102-1400 0 0,33-32 137 0 0</inkml:trace>
</inkml:ink>
</file>

<file path=ppt/ink/ink3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5.288"/>
    </inkml:context>
    <inkml:brush xml:id="br0">
      <inkml:brushProperty name="width" value="0.1" units="cm"/>
      <inkml:brushProperty name="height" value="0.1" units="cm"/>
      <inkml:brushProperty name="color" value="#004F8B"/>
    </inkml:brush>
  </inkml:definitions>
  <inkml:trace contextRef="#ctx0" brushRef="#br0">36 44 5985 0 0,'-29'14'863'0'0,"23"-5"361"0"0,6-9-1143 0 0,1 1 0 0 0,-1-1-1 0 0,1 1 1 0 0,0 0 0 0 0,-1-1-1 0 0,1 1 1 0 0,0-1 0 0 0,0 0-1 0 0,-1 1 1 0 0,1-1 0 0 0,0 0 0 0 0,0 1-1 0 0,0-1 1 0 0,-1 0 0 0 0,1 0-1 0 0,0 0 1 0 0,0 1 0 0 0,0-1-1 0 0,1 0 1 0 0,8 1 517 0 0,0-1-1 0 0,0 1 1 0 0,1-1-1 0 0,-1-1 1 0 0,0 0-1 0 0,15-4 1 0 0,65-21 1703 0 0,-28 8-1534 0 0,-62 18-762 0 0,23-7-540 0 0,1 2 1 0 0,-1 0-1 0 0,1 2 1 0 0,29-1 0 0 0,-27 6-4726 0 0</inkml:trace>
</inkml:ink>
</file>

<file path=ppt/ink/ink3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5.542"/>
    </inkml:context>
    <inkml:brush xml:id="br0">
      <inkml:brushProperty name="width" value="0.1" units="cm"/>
      <inkml:brushProperty name="height" value="0.1" units="cm"/>
      <inkml:brushProperty name="color" value="#004F8B"/>
    </inkml:brush>
  </inkml:definitions>
  <inkml:trace contextRef="#ctx0" brushRef="#br0">1 168 14315 0 0,'27'-9'355'0'0,"-1"-1"-1"0"0,0-2 1 0 0,0 0 0 0 0,24-16-1 0 0,13-6-1812 0 0,-30 19-2196 0 0,49-15 1 0 0,-75 28 3289 0 0,6-4 253 0 0,-3-3 96 0 0</inkml:trace>
</inkml:ink>
</file>

<file path=ppt/ink/ink3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5.728"/>
    </inkml:context>
    <inkml:brush xml:id="br0">
      <inkml:brushProperty name="width" value="0.1" units="cm"/>
      <inkml:brushProperty name="height" value="0.1" units="cm"/>
      <inkml:brushProperty name="color" value="#004F8B"/>
    </inkml:brush>
  </inkml:definitions>
  <inkml:trace contextRef="#ctx0" brushRef="#br0">30 0 9218 0 0,'-1'0'74'0'0,"0"0"0"0"0,0 0 0 0 0,-1 1 0 0 0,1-1 0 0 0,0 0 0 0 0,0 0 0 0 0,0 0 0 0 0,-1 1 0 0 0,1-1 0 0 0,0 1 0 0 0,0-1 0 0 0,0 1 0 0 0,0-1 0 0 0,0 1 0 0 0,0 0 1 0 0,0 0-1 0 0,0-1 0 0 0,0 1 0 0 0,0 0 0 0 0,0 0 0 0 0,0 0 0 0 0,0 0 0 0 0,1 0 0 0 0,-1 0 0 0 0,0 0 0 0 0,1 0 0 0 0,-1 0 0 0 0,1 0 0 0 0,-1 2 0 0 0,1 1 282 0 0,-1 1 1 0 0,1-1-1 0 0,1 0 0 0 0,-1 1 1 0 0,1-1-1 0 0,-1 1 0 0 0,3 5 1 0 0,41 138 6016 0 0,-1-2-5667 0 0,-26-52-4335 0 0,-14-61-2901 0 0</inkml:trace>
</inkml:ink>
</file>

<file path=ppt/ink/ink3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6.078"/>
    </inkml:context>
    <inkml:brush xml:id="br0">
      <inkml:brushProperty name="width" value="0.1" units="cm"/>
      <inkml:brushProperty name="height" value="0.1" units="cm"/>
      <inkml:brushProperty name="color" value="#004F8B"/>
    </inkml:brush>
  </inkml:definitions>
  <inkml:trace contextRef="#ctx0" brushRef="#br0">618 16 4609 0 0,'0'0'102'0'0,"1"0"0"0"0,-1 0-1 0 0,0 0 1 0 0,1 0 0 0 0,-1-1 0 0 0,0 1-1 0 0,0 0 1 0 0,1 0 0 0 0,-1 0 0 0 0,0-1-1 0 0,0 1 1 0 0,1 0 0 0 0,-1 0 0 0 0,0-1 0 0 0,0 1-1 0 0,0 0 1 0 0,1 0 0 0 0,-1-1 0 0 0,0 1-1 0 0,0 0 1 0 0,0-1 0 0 0,0 1 0 0 0,0 0-1 0 0,0-1 1 0 0,1 1 0 0 0,-1 0 0 0 0,0-1 0 0 0,0 1-1 0 0,0 0 1 0 0,0-1 0 0 0,0 1 0 0 0,0 0-1 0 0,0-1 1 0 0,-1 1 0 0 0,1 0 0 0 0,0 0 0 0 0,0-1-1 0 0,0 1 1 0 0,0 0 0 0 0,0-1 0 0 0,0 1-1 0 0,-1 0 1 0 0,1-1 0 0 0,0 1 0 0 0,0 0-1 0 0,0 0 1 0 0,-1-1 0 0 0,1 1 0 0 0,0 0 0 0 0,0 0-1 0 0,-1-1 1 0 0,-24-1 2762 0 0,-32 10-667 0 0,-25 11-1560 0 0,-217 54 2136 0 0,256-61-4371 0 0,-43 18 1 0 0,58-18-3978 0 0</inkml:trace>
</inkml:ink>
</file>

<file path=ppt/ink/ink3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6.343"/>
    </inkml:context>
    <inkml:brush xml:id="br0">
      <inkml:brushProperty name="width" value="0.1" units="cm"/>
      <inkml:brushProperty name="height" value="0.1" units="cm"/>
      <inkml:brushProperty name="color" value="#004F8B"/>
    </inkml:brush>
  </inkml:definitions>
  <inkml:trace contextRef="#ctx0" brushRef="#br0">1 0 4609 0 0,'6'5'601'0'0,"0"1"1"0"0,0-1-1 0 0,0 1 1 0 0,0 0-1 0 0,-1 1 1 0 0,0-1-1 0 0,7 14 1 0 0,27 56 2121 0 0,-30-57-2018 0 0,22 54 1749 0 0,40 132-1 0 0,0 83-386 0 0,4 14-982 0 0,-37-125-3853 0 0,-36-162 1256 0 0</inkml:trace>
</inkml:ink>
</file>

<file path=ppt/ink/ink3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6.550"/>
    </inkml:context>
    <inkml:brush xml:id="br0">
      <inkml:brushProperty name="width" value="0.1" units="cm"/>
      <inkml:brushProperty name="height" value="0.1" units="cm"/>
      <inkml:brushProperty name="color" value="#004F8B"/>
    </inkml:brush>
  </inkml:definitions>
  <inkml:trace contextRef="#ctx0" brushRef="#br0">2 103 1840 0 0,'-1'0'120'0'0,"1"-1"-1"0"0,0 1 0 0 0,0-1 0 0 0,0 0 1 0 0,0 1-1 0 0,0-1 0 0 0,0 1 0 0 0,0-1 1 0 0,0 1-1 0 0,0-1 0 0 0,0 0 0 0 0,0 1 1 0 0,0-1-1 0 0,0 1 0 0 0,0-1 0 0 0,1 1 1 0 0,-1-1-1 0 0,0 0 0 0 0,0 1 0 0 0,1-1 1 0 0,-1 1-1 0 0,0-1 0 0 0,1 1 0 0 0,-1 0 1 0 0,0-1-1 0 0,1 1 0 0 0,-1-1 0 0 0,1 1 1 0 0,-1 0-1 0 0,1-1 0 0 0,-1 1 1 0 0,1 0-1 0 0,-1-1 0 0 0,1 1 0 0 0,0 0 1 0 0,22-15 4003 0 0,-21 14-4309 0 0,19-10 1319 0 0,0 1 0 0 0,1 0 0 0 0,0 2-1 0 0,0 1 1 0 0,1 0 0 0 0,39-5-1 0 0,6 7-2595 0 0,1 10-4218 0 0,-54-4 3827 0 0,-3-3 1118 0 0</inkml:trace>
</inkml:ink>
</file>

<file path=ppt/ink/ink3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6.774"/>
    </inkml:context>
    <inkml:brush xml:id="br0">
      <inkml:brushProperty name="width" value="0.1" units="cm"/>
      <inkml:brushProperty name="height" value="0.1" units="cm"/>
      <inkml:brushProperty name="color" value="#004F8B"/>
    </inkml:brush>
  </inkml:definitions>
  <inkml:trace contextRef="#ctx0" brushRef="#br0">19 1 7370 0 0,'-1'1'57'0'0,"-1"0"0"0"0,1 0 0 0 0,-1 0 0 0 0,1 1-1 0 0,0-1 1 0 0,0 0 0 0 0,0 1 0 0 0,0-1 0 0 0,0 1 0 0 0,0 0 0 0 0,0-1 0 0 0,0 1 0 0 0,1-1 0 0 0,-1 1 0 0 0,0 0 0 0 0,1 0 0 0 0,0-1 0 0 0,-1 1 0 0 0,1 2 0 0 0,0 0 109 0 0,1 1 1 0 0,0-1-1 0 0,1 0 0 0 0,-1 0 0 0 0,0 0 0 0 0,1 0 0 0 0,2 4 0 0 0,-1-3-7 0 0,4 9 388 0 0,1-1 1 0 0,1 0 0 0 0,0 0-1 0 0,1-1 1 0 0,1 0-1 0 0,0 0 1 0 0,0-1 0 0 0,1-1-1 0 0,0 0 1 0 0,19 11 0 0 0,-3-3-482 0 0,33 14 1 0 0,27 6-4069 0 0,-49-28 2187 0 0,-21-9 1688 0 0</inkml:trace>
</inkml:ink>
</file>

<file path=ppt/ink/ink3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6.945"/>
    </inkml:context>
    <inkml:brush xml:id="br0">
      <inkml:brushProperty name="width" value="0.1" units="cm"/>
      <inkml:brushProperty name="height" value="0.1" units="cm"/>
      <inkml:brushProperty name="color" value="#004F8B"/>
    </inkml:brush>
  </inkml:definitions>
  <inkml:trace contextRef="#ctx0" brushRef="#br0">286 2 9674 0 0,'-2'0'115'0'0,"0"0"0"0"0,0-1-1 0 0,0 1 1 0 0,0 0 0 0 0,0 0 0 0 0,0 0-1 0 0,0 0 1 0 0,0 0 0 0 0,0 1 0 0 0,0-1 0 0 0,0 1-1 0 0,0-1 1 0 0,1 1 0 0 0,-1 0 0 0 0,0-1-1 0 0,0 1 1 0 0,1 0 0 0 0,-1 0 0 0 0,0 0-1 0 0,1 1 1 0 0,-1-1 0 0 0,1 0 0 0 0,-1 0-1 0 0,1 1 1 0 0,0-1 0 0 0,-2 4 0 0 0,-40 50 2607 0 0,33-39-2436 0 0,-28 35 1162 0 0,-5 7-966 0 0,-42 72 0 0 0,82-124-813 0 0,1 0 0 0 0,-1-1-1 0 0,1 1 1 0 0,0 0 0 0 0,0 0-1 0 0,1 1 1 0 0,-2 7 0 0 0,4 25-5925 0 0,-1-29 3738 0 0</inkml:trace>
</inkml:ink>
</file>

<file path=ppt/ink/ink3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7.390"/>
    </inkml:context>
    <inkml:brush xml:id="br0">
      <inkml:brushProperty name="width" value="0.1" units="cm"/>
      <inkml:brushProperty name="height" value="0.1" units="cm"/>
      <inkml:brushProperty name="color" value="#004F8B"/>
    </inkml:brush>
  </inkml:definitions>
  <inkml:trace contextRef="#ctx0" brushRef="#br0">2 0 7834 0 0,'-1'1'78'0'0,"1"0"1"0"0,0-1 0 0 0,0 1 0 0 0,0-1 0 0 0,0 1-1 0 0,-1 0 1 0 0,1-1 0 0 0,0 1 0 0 0,0-1-1 0 0,0 1 1 0 0,0 0 0 0 0,1-1 0 0 0,-1 1 0 0 0,0-1-1 0 0,0 1 1 0 0,0 0 0 0 0,0-1 0 0 0,1 1-1 0 0,-1-1 1 0 0,0 1 0 0 0,0-1 0 0 0,1 1 0 0 0,-1-1-1 0 0,0 1 1 0 0,1-1 0 0 0,-1 1 0 0 0,1-1 0 0 0,-1 1-1 0 0,1-1 1 0 0,-1 0 0 0 0,1 1 0 0 0,-1-1-1 0 0,1 0 1 0 0,-1 1 0 0 0,1-1 0 0 0,-1 0 0 0 0,1 0-1 0 0,-1 1 1 0 0,1-1 0 0 0,0 0 0 0 0,0 0-1 0 0,31 11 2224 0 0,-27-10-1950 0 0,26 7 1527 0 0,1-2 0 0 0,62 5-1 0 0,13-7-2655 0 0,-93-3 286 0 0,11-1-1013 0 0</inkml:trace>
</inkml:ink>
</file>

<file path=ppt/ink/ink3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7.658"/>
    </inkml:context>
    <inkml:brush xml:id="br0">
      <inkml:brushProperty name="width" value="0.1" units="cm"/>
      <inkml:brushProperty name="height" value="0.1" units="cm"/>
      <inkml:brushProperty name="color" value="#004F8B"/>
    </inkml:brush>
  </inkml:definitions>
  <inkml:trace contextRef="#ctx0" brushRef="#br0">16 0 6449 0 0,'-1'1'60'0'0,"0"-1"0"0"0,0 1 0 0 0,0 0 0 0 0,0-1 0 0 0,0 1 0 0 0,1 0 0 0 0,-1 0 0 0 0,0 0 0 0 0,0-1 0 0 0,0 1 0 0 0,1 0 0 0 0,-1 0 0 0 0,0 0 0 0 0,1 0 0 0 0,-1 0 0 0 0,1 0-1 0 0,-1 1 1 0 0,1-1 0 0 0,0 0 0 0 0,-1 0 0 0 0,1 0 0 0 0,0 0 0 0 0,0 0 0 0 0,0 1 0 0 0,0-1 0 0 0,0 2 0 0 0,1-1 43 0 0,0 1 0 0 0,-1-1-1 0 0,2 0 1 0 0,-1 0 0 0 0,0 0 0 0 0,0 0 0 0 0,1 0 0 0 0,-1 0 0 0 0,1 0-1 0 0,-1-1 1 0 0,1 1 0 0 0,3 2 0 0 0,7 5 462 0 0,1 0 1 0 0,0-1-1 0 0,18 8 0 0 0,-27-14-364 0 0,20 10-340 0 0,0-1 1 0 0,0-1-1 0 0,1-1 1 0 0,0-2-1 0 0,0 0 1 0 0,1-2-1 0 0,0 0 1 0 0,0-2-1 0 0,0-1 1 0 0,1-1-1 0 0,-1-1 1 0 0,45-7-1 0 0,-52 2 139 0 0,-3 0 0 0 0</inkml:trace>
</inkml:ink>
</file>

<file path=ppt/ink/ink3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7.801"/>
    </inkml:context>
    <inkml:brush xml:id="br0">
      <inkml:brushProperty name="width" value="0.1" units="cm"/>
      <inkml:brushProperty name="height" value="0.1" units="cm"/>
      <inkml:brushProperty name="color" value="#004F8B"/>
    </inkml:brush>
  </inkml:definitions>
  <inkml:trace contextRef="#ctx0" brushRef="#br0">258 1 6449 0 0,'-12'10'607'0'0,"1"1"0"0"0,-1 1 0 0 0,2 0 0 0 0,0 0-1 0 0,0 1 1 0 0,1 0 0 0 0,-13 26 0 0 0,-3 3-221 0 0,1-7-213 0 0,-46 77 626 0 0,33-34-5262 0 0,31-65 2817 0 0</inkml:trace>
</inkml:ink>
</file>

<file path=ppt/ink/ink3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8.766"/>
    </inkml:context>
    <inkml:brush xml:id="br0">
      <inkml:brushProperty name="width" value="0.1" units="cm"/>
      <inkml:brushProperty name="height" value="0.1" units="cm"/>
      <inkml:brushProperty name="color" value="#004F8B"/>
    </inkml:brush>
  </inkml:definitions>
  <inkml:trace contextRef="#ctx0" brushRef="#br0">111 1718 7370 0 0,'8'-28'2859'0'0,"-2"8"-1574"0"0,-6 6-867 0 0,0 1-1 0 0,-1 0 0 0 0,-1-1 0 0 0,0 1 0 0 0,-1 0 0 0 0,0 0 0 0 0,-1 0 0 0 0,0 1 1 0 0,-12-22-1 0 0,-7-26 192 0 0,7 0-246 0 0,2-1 0 0 0,2-1 0 0 0,-4-82 0 0 0,9-190 1443 0 0,7 214-1603 0 0,-1-21-1563 0 0,32-264 0 0 0,-13 296-2885 0 0,-13 87-544 0 0</inkml:trace>
</inkml:ink>
</file>

<file path=ppt/ink/ink3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9.116"/>
    </inkml:context>
    <inkml:brush xml:id="br0">
      <inkml:brushProperty name="width" value="0.1" units="cm"/>
      <inkml:brushProperty name="height" value="0.1" units="cm"/>
      <inkml:brushProperty name="color" value="#004F8B"/>
    </inkml:brush>
  </inkml:definitions>
  <inkml:trace contextRef="#ctx0" brushRef="#br0">18 222 3225 0 0,'-2'2'210'0'0,"0"0"1"0"0,0 0-1 0 0,1 0 0 0 0,-1 0 1 0 0,1 1-1 0 0,0-1 1 0 0,-1 0-1 0 0,1 1 1 0 0,0-1-1 0 0,-1 6 0 0 0,2-8-117 0 0,0 1 0 0 0,0-1-1 0 0,0 0 1 0 0,0 1-1 0 0,0-1 1 0 0,0 0 0 0 0,0 1-1 0 0,0-1 1 0 0,0 0-1 0 0,0 1 1 0 0,0-1 0 0 0,0 0-1 0 0,0 1 1 0 0,0-1 0 0 0,0 0-1 0 0,0 1 1 0 0,1-1-1 0 0,-1 0 1 0 0,0 1 0 0 0,0-1-1 0 0,0 0 1 0 0,1 1-1 0 0,-1-1 1 0 0,0 0 0 0 0,0 0-1 0 0,1 1 1 0 0,-1-1-1 0 0,0 0 1 0 0,1 0 0 0 0,0 1 25 0 0,0-1 1 0 0,0 0 0 0 0,1 0-1 0 0,-1 0 1 0 0,0 0 0 0 0,0 0 0 0 0,0 0-1 0 0,0 0 1 0 0,0-1 0 0 0,1 1-1 0 0,-1 0 1 0 0,0-1 0 0 0,0 1-1 0 0,2-1 1 0 0,67-25 964 0 0,1 3 1 0 0,1 3-1 0 0,1 4 0 0 0,1 3 0 0 0,0 2 1 0 0,1 5-1 0 0,146 5 0 0 0,-91 4-1419 0 0,1-6 1 0 0,-1-5-1 0 0,-1-6 1 0 0,231-55-1 0 0,-328 61 325 0 0,15-5-73 0 0,1 1 0 0 0,72-6-1 0 0,-101 20-407 0 0</inkml:trace>
</inkml:ink>
</file>

<file path=ppt/ink/ink3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39.797"/>
    </inkml:context>
    <inkml:brush xml:id="br0">
      <inkml:brushProperty name="width" value="0.1" units="cm"/>
      <inkml:brushProperty name="height" value="0.1" units="cm"/>
      <inkml:brushProperty name="color" value="#004F8B"/>
    </inkml:brush>
  </inkml:definitions>
  <inkml:trace contextRef="#ctx0" brushRef="#br0">17 525 5497 0 0,'2'-8'7260'0'0,"-13"1"-2813"0"0,5-3-5221 0 0,5 4 1114 0 0,1-1 0 0 0,0 1 1 0 0,0 0-1 0 0,0 0 0 0 0,1 0 0 0 0,0-1 0 0 0,0 1 0 0 0,1 0 0 0 0,2-6 0 0 0,3-24 191 0 0,0-183 789 0 0,-7 172-1080 0 0,5 48-146 0 0,5 10-182 0 0,9 12-166 0 0,153 239-1608 0 0,-171-259 1829 0 0,1-1-1 0 0,-1 0 1 0 0,0 0-1 0 0,1 0 1 0 0,-1 0 0 0 0,1 0-1 0 0,0 0 1 0 0,-1-1-1 0 0,1 1 1 0 0,0-1-1 0 0,0 1 1 0 0,0-1 0 0 0,0 1-1 0 0,0-1 1 0 0,1 0-1 0 0,-1 0 1 0 0,0 0-1 0 0,1 0 1 0 0,-1-1 0 0 0,0 1-1 0 0,5 0 1 0 0,-4-1 46 0 0,-1-1 1 0 0,1 0 0 0 0,-1 1-1 0 0,1-1 1 0 0,-1 0 0 0 0,1 0-1 0 0,-1-1 1 0 0,0 1 0 0 0,1 0 0 0 0,-1-1-1 0 0,0 1 1 0 0,0-1 0 0 0,0 0-1 0 0,0 0 1 0 0,0 0 0 0 0,-1 0-1 0 0,1 0 1 0 0,0 0 0 0 0,-1 0-1 0 0,2-3 1 0 0,9-15 146 0 0,-2-1 0 0 0,0 0-1 0 0,9-27 1 0 0,-10 24 11 0 0,0 0 0 0 0,20-33 0 0 0,-22 46-95 0 0,26-38 281 0 0,-32 47-330 0 0,1 0 0 0 0,0 0 1 0 0,0 0-1 0 0,0 0 0 0 0,0 0 0 0 0,0 0 0 0 0,0 1 0 0 0,0-1 0 0 0,1 1 0 0 0,-1-1 0 0 0,1 1 0 0 0,-1 0 0 0 0,1 0 0 0 0,-1 0 0 0 0,1 0 0 0 0,0 0 1 0 0,3 0-1 0 0,-3 2-19 0 0,-1-1 1 0 0,1 1 0 0 0,0 0-1 0 0,0-1 1 0 0,-1 1 0 0 0,1 1 0 0 0,-1-1-1 0 0,1 0 1 0 0,-1 1 0 0 0,1-1 0 0 0,-1 1-1 0 0,0 0 1 0 0,0-1 0 0 0,0 1 0 0 0,0 0-1 0 0,2 3 1 0 0,31 42-23 0 0,-25-32-22 0 0,23 32-16 0 0,-16-21 2 0 0,1-1 0 0 0,31 34 0 0 0,-49-59 52 0 0,1 1 0 0 0,-1 0 0 0 0,1-1 0 0 0,0 1-1 0 0,-1-1 1 0 0,1 1 0 0 0,0-1 0 0 0,0 1 0 0 0,-1-1 0 0 0,1 1 0 0 0,0-1 0 0 0,0 0 0 0 0,0 1 0 0 0,-1-1 0 0 0,1 0 0 0 0,0 0 0 0 0,0 0 0 0 0,0 1 0 0 0,0-1 0 0 0,0 0 0 0 0,0 0 0 0 0,-1 0 0 0 0,1 0 0 0 0,0-1 0 0 0,0 1 0 0 0,1 0 0 0 0,0-1 8 0 0,0 0 0 0 0,-1-1-1 0 0,1 1 1 0 0,-1 0 0 0 0,1 0 0 0 0,-1 0 0 0 0,0-1-1 0 0,1 1 1 0 0,-1-1 0 0 0,0 1 0 0 0,0-1-1 0 0,1-1 1 0 0,4-8 58 0 0,-1-1 0 0 0,-1 1 0 0 0,4-14 0 0 0,-5 18-38 0 0,22-81 193 0 0,-19 59-114 0 0,2 1-1 0 0,1 0 1 0 0,2 1-1 0 0,21-42 1 0 0,-31 67-106 0 0,0 1 0 0 0,0-1 0 0 0,0 0 0 0 0,1 0 0 0 0,-1 1 0 0 0,0-1-1 0 0,1 1 1 0 0,-1-1 0 0 0,1 1 0 0 0,0 0 0 0 0,2-2 0 0 0,-3 2 0 0 0,0 1 0 0 0,-1 0 0 0 0,1 0 0 0 0,-1 0 0 0 0,1 0 0 0 0,0-1 1 0 0,-1 1-1 0 0,1 0 0 0 0,0 0 0 0 0,-1 0 0 0 0,1 1 0 0 0,-1-1 0 0 0,1 0 0 0 0,0 0 0 0 0,-1 0 0 0 0,1 0 0 0 0,-1 0 0 0 0,1 1 0 0 0,0-1 0 0 0,-1 0 0 0 0,1 1 0 0 0,-1-1 0 0 0,1 0 0 0 0,-1 1 0 0 0,1 0 1 0 0,2 2 10 0 0,0 1 1 0 0,0 0-1 0 0,-1 0 1 0 0,0 0-1 0 0,0 0 1 0 0,0 0-1 0 0,0 0 1 0 0,2 8-1 0 0,16 56 19 0 0,-13-42-185 0 0,1-1 0 0 0,1 1 0 0 0,1-2 0 0 0,1 1 0 0 0,19 31 0 0 0,16 6-1480 0 0,-12-24-4417 0 0,-13-17-103 0 0</inkml:trace>
</inkml:ink>
</file>

<file path=ppt/ink/ink3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40.399"/>
    </inkml:context>
    <inkml:brush xml:id="br0">
      <inkml:brushProperty name="width" value="0.1" units="cm"/>
      <inkml:brushProperty name="height" value="0.1" units="cm"/>
      <inkml:brushProperty name="color" value="#004F8B"/>
    </inkml:brush>
  </inkml:definitions>
  <inkml:trace contextRef="#ctx0" brushRef="#br0">108 189 1840 0 0,'-7'-2'462'0'0,"0"0"-1"0"0,0 0 1 0 0,0 0-1 0 0,0 1 1 0 0,0 1-1 0 0,0-1 1 0 0,0 1-1 0 0,0 0 1 0 0,-1 1-1 0 0,-7 1 1 0 0,7-2 181 0 0,-5 4 3727 0 0,41-6-1377 0 0,151-36 1673 0 0,92 1-3577 0 0,-13 20-2469 0 0,-85 20-3207 0 0,-152-2 3655 0 0,92 1-3210 0 0,-102-2 3376 0 0,-1-1 0 0 0,0 0 0 0 0,0-1 1 0 0,0 0-1 0 0,-1-1 0 0 0,1 0 0 0 0,0 0 0 0 0,15-9 1 0 0,-24 11 733 0 0,1 0 1 0 0,-1 0 0 0 0,0 0-1 0 0,1-1 1 0 0,-1 1 0 0 0,0-1-1 0 0,0 1 1 0 0,0-1 0 0 0,0 1 0 0 0,0-1-1 0 0,0 0 1 0 0,0 1 0 0 0,-1-1-1 0 0,1 0 1 0 0,0 0 0 0 0,-1 1 0 0 0,0-1-1 0 0,1 0 1 0 0,-1 0 0 0 0,0 0-1 0 0,0-2 1 0 0,0 3 364 0 0,0-1-1 0 0,0 1 1 0 0,0-1 0 0 0,0 1 0 0 0,-1-1-1 0 0,1 1 1 0 0,0-1 0 0 0,-1 1 0 0 0,1 0-1 0 0,-1-1 1 0 0,0 1 0 0 0,1 0-1 0 0,-1-1 1 0 0,0 1 0 0 0,0 0 0 0 0,1 0-1 0 0,-1 0 1 0 0,0 0 0 0 0,0 0 0 0 0,-1 0-1 0 0,1 0 1 0 0,0 0 0 0 0,0 0 0 0 0,0 0-1 0 0,-1 0 1 0 0,-2-1 0 0 0,4 3-165 0 0,-1-1 0 0 0,1 0 0 0 0,-1 1 0 0 0,1-1 0 0 0,-1 0 0 0 0,1 1 0 0 0,-1-1 0 0 0,1 0 0 0 0,0 1 0 0 0,-1-1 0 0 0,1 1 1 0 0,-1-1-1 0 0,1 1 0 0 0,0-1 0 0 0,0 1 0 0 0,-1-1 0 0 0,1 1 0 0 0,0-1 0 0 0,0 1 0 0 0,0-1 0 0 0,-1 1 0 0 0,1 0 0 0 0,0-1 0 0 0,0 1 0 0 0,0 0 1 0 0,-4 20 600 0 0,4-19-490 0 0,-8 45 424 0 0,3 1 0 0 0,1 0 0 0 0,3 0 0 0 0,2 0 0 0 0,10 69 0 0 0,4-16-425 0 0,61 381 453 0 0,-49-351-331 0 0,74 211 0 0 0,-48-202-138 0 0,133 426 183 0 0,-91-234-300 0 0,-84-297-109 0 0,-7-21 113 0 0</inkml:trace>
</inkml:ink>
</file>

<file path=ppt/ink/ink3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40.881"/>
    </inkml:context>
    <inkml:brush xml:id="br0">
      <inkml:brushProperty name="width" value="0.1" units="cm"/>
      <inkml:brushProperty name="height" value="0.1" units="cm"/>
      <inkml:brushProperty name="color" value="#004F8B"/>
    </inkml:brush>
  </inkml:definitions>
  <inkml:trace contextRef="#ctx0" brushRef="#br0">24 192 4609 0 0,'-23'-2'2645'0'0,"35"-4"-1128"0"0,41-10 23 0 0,1 2-1 0 0,0 3 0 0 0,67-5 1 0 0,-59 8-738 0 0,590-53 3016 0 0,-521 52-3340 0 0,832-13 1098 0 0,-399 19-1326 0 0,-505 2-215 0 0,7 0-201 0 0,95-12 1 0 0,-160 13 129 0 0,-1 0 0 0 0,1 0 0 0 0,0 0 0 0 0,-1 0 0 0 0,1 0 0 0 0,0 0 0 0 0,-1 0 0 0 0,1-1 0 0 0,0 1 0 0 0,-1 0 0 0 0,1 0 0 0 0,-1-1 0 0 0,1 1 0 0 0,0 0 0 0 0,-1-1 0 0 0,1 1 0 0 0,-1 0 0 0 0,1-1 0 0 0,-1 1 0 0 0,1-1 0 0 0,-1 1 0 0 0,1-1 0 0 0,-1 1 1 0 0,1-1-1 0 0,-1 1 0 0 0,1-2 0 0 0</inkml:trace>
</inkml:ink>
</file>

<file path=ppt/ink/ink3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41.256"/>
    </inkml:context>
    <inkml:brush xml:id="br0">
      <inkml:brushProperty name="width" value="0.1" units="cm"/>
      <inkml:brushProperty name="height" value="0.1" units="cm"/>
      <inkml:brushProperty name="color" value="#004F8B"/>
    </inkml:brush>
  </inkml:definitions>
  <inkml:trace contextRef="#ctx0" brushRef="#br0">9 34 4609 0 0,'-7'-18'8582'0'0,"6"30"-5611"0"0,0-3-2800 0 0,1 1-1 0 0,1-1 0 0 0,0 1 1 0 0,0-1-1 0 0,1 1 0 0 0,0-1 1 0 0,1 0-1 0 0,0 0 1 0 0,5 11-1 0 0,-6-15-109 0 0,0 0 1 0 0,0 0-1 0 0,1 0 1 0 0,0 0-1 0 0,0 0 1 0 0,0-1-1 0 0,0 0 1 0 0,1 1-1 0 0,0-1 0 0 0,0 0 1 0 0,0-1-1 0 0,0 1 1 0 0,0-1-1 0 0,1 0 1 0 0,0 0-1 0 0,0 0 1 0 0,6 2-1 0 0,-9-4-43 0 0,-1-1 0 0 0,1 1 0 0 0,0-1 0 0 0,-1 0 0 0 0,1 0 0 0 0,0 0 0 0 0,-1 0 0 0 0,1 0 0 0 0,0 0 0 0 0,-1 0 0 0 0,1 0 0 0 0,0 0 0 0 0,-1-1 0 0 0,1 1 0 0 0,0-1 0 0 0,-1 0 0 0 0,1 1 1 0 0,-1-1-1 0 0,1 0 0 0 0,-1 0 0 0 0,3-1 0 0 0,-2 0 12 0 0,0-1 1 0 0,0 1 0 0 0,0-1 0 0 0,0 1-1 0 0,-1-1 1 0 0,1 1 0 0 0,-1-1-1 0 0,1 0 1 0 0,-1 0 0 0 0,0 0 0 0 0,1-3-1 0 0,0-1 24 0 0,-1-1-1 0 0,1 1 0 0 0,-1-1 0 0 0,-1 1 0 0 0,1 0 1 0 0,-1-1-1 0 0,-1 0 0 0 0,0 1 0 0 0,-1-8 1 0 0,0 8 9 0 0,0 1-1 0 0,-1 0 1 0 0,0 0 0 0 0,0 0 0 0 0,0 1 0 0 0,-1-1 0 0 0,1 1 0 0 0,-1-1-1 0 0,-1 1 1 0 0,1 0 0 0 0,-9-6 0 0 0,12 10-31 0 0,0 0 1 0 0,-1 0-1 0 0,1 0 0 0 0,-1 0 1 0 0,1 0-1 0 0,-1 0 1 0 0,1 1-1 0 0,-1-1 0 0 0,0 1 1 0 0,1-1-1 0 0,-1 1 0 0 0,0-1 1 0 0,1 1-1 0 0,-1 0 0 0 0,0 0 1 0 0,1 0-1 0 0,-1 0 1 0 0,0 0-1 0 0,-2 1 0 0 0,2 0 2 0 0,0 0 1 0 0,0 0-1 0 0,0 0 0 0 0,0 1 0 0 0,1-1 0 0 0,-1 1 1 0 0,0-1-1 0 0,0 1 0 0 0,1-1 0 0 0,-1 1 0 0 0,1 0 0 0 0,0 0 1 0 0,-1 0-1 0 0,1 0 0 0 0,0 0 0 0 0,0 0 0 0 0,0 0 1 0 0,0 4-1 0 0,-1-2-88 0 0,0 1-1 0 0,1 0 1 0 0,-1 0 0 0 0,1 0 0 0 0,1 0-1 0 0,-1 0 1 0 0,1 7 0 0 0,0-8-372 0 0,0-1 0 0 0,1 0 0 0 0,-1 0 0 0 0,1 1 1 0 0,0-1-1 0 0,0 0 0 0 0,2 5 0 0 0</inkml:trace>
</inkml:ink>
</file>

<file path=ppt/ink/ink3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41.763"/>
    </inkml:context>
    <inkml:brush xml:id="br0">
      <inkml:brushProperty name="width" value="0.1" units="cm"/>
      <inkml:brushProperty name="height" value="0.1" units="cm"/>
      <inkml:brushProperty name="color" value="#004F8B"/>
    </inkml:brush>
  </inkml:definitions>
  <inkml:trace contextRef="#ctx0" brushRef="#br0">39 461 9218 0 0,'-9'-14'1218'0'0,"-20"-25"6299"0"0,36 73-4994 0 0,-4-22-2453 0 0,1 0-1 0 0,1-1 0 0 0,0 0 0 0 0,1 0 0 0 0,0 0 0 0 0,1-1 1 0 0,0 0-1 0 0,0 0 0 0 0,1-1 0 0 0,0 0 0 0 0,18 15 0 0 0,-21-20-35 0 0,1 1 0 0 0,0-2 0 0 0,1 1 0 0 0,-1 0 0 0 0,1-1 0 0 0,-1 0 0 0 0,1-1 0 0 0,0 0 0 0 0,0 0 0 0 0,0 0 0 0 0,1-1-1 0 0,-1 0 1 0 0,0 0 0 0 0,0-1 0 0 0,1 0 0 0 0,-1 0 0 0 0,0-1 0 0 0,0 0 0 0 0,1 0 0 0 0,-1 0 0 0 0,8-4 0 0 0,-2 1 21 0 0,-1-2 0 0 0,1 0 0 0 0,-1 0 0 0 0,0-1 0 0 0,-1 0 1 0 0,1-1-1 0 0,-1-1 0 0 0,-1 0 0 0 0,0 0 0 0 0,0-1 0 0 0,-1 0 1 0 0,0-1-1 0 0,-1 0 0 0 0,0 0 0 0 0,-1-1 0 0 0,0 0 0 0 0,8-18 0 0 0,4-20-71 0 0,-1 0 0 0 0,-3-1 0 0 0,11-66 0 0 0,2-5-558 0 0,-17 80-1826 0 0</inkml:trace>
</inkml:ink>
</file>

<file path=ppt/ink/ink3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42.097"/>
    </inkml:context>
    <inkml:brush xml:id="br0">
      <inkml:brushProperty name="width" value="0.1" units="cm"/>
      <inkml:brushProperty name="height" value="0.1" units="cm"/>
      <inkml:brushProperty name="color" value="#004F8B"/>
    </inkml:brush>
  </inkml:definitions>
  <inkml:trace contextRef="#ctx0" brushRef="#br0">53 1 2304 0 0,'0'0'167'0'0,"-1"0"188"0"0,-1 1 0 0 0,1-1-1 0 0,0 1 1 0 0,0-1 0 0 0,0 1 0 0 0,0 0-1 0 0,0 0 1 0 0,0-1 0 0 0,0 1 0 0 0,0 0-1 0 0,0 0 1 0 0,0 0 0 0 0,0 0 0 0 0,1 0-1 0 0,-1 0 1 0 0,0 0 0 0 0,1 0-1 0 0,-1 0 1 0 0,0 3 0 0 0,-11 25 1601 0 0,10-26-1425 0 0,-2 11-41 0 0,0 0 1 0 0,0 1-1 0 0,1-1 0 0 0,1 1 0 0 0,1 0 0 0 0,0 0 1 0 0,0 0-1 0 0,4 28 0 0 0,-2-35-399 0 0,0 0 0 0 0,1 0-1 0 0,0 0 1 0 0,0 0 0 0 0,1 0 0 0 0,0 0 0 0 0,0-1 0 0 0,0 0-1 0 0,1 1 1 0 0,0-1 0 0 0,1-1 0 0 0,0 1 0 0 0,0 0 0 0 0,0-1-1 0 0,1 0 1 0 0,0-1 0 0 0,11 10 0 0 0,-16-14-73 0 0,1 0 1 0 0,-1-1 0 0 0,0 1-1 0 0,1 0 1 0 0,-1 0 0 0 0,1-1-1 0 0,-1 1 1 0 0,1-1-1 0 0,-1 1 1 0 0,1-1 0 0 0,-1 1-1 0 0,1-1 1 0 0,0 0 0 0 0,-1 0-1 0 0,1 0 1 0 0,-1 0-1 0 0,1 0 1 0 0,0 0 0 0 0,-1-1-1 0 0,1 1 1 0 0,-1 0-1 0 0,1-1 1 0 0,2 0 0 0 0,-2-1 27 0 0,0 1 0 0 0,0-1 1 0 0,0 0-1 0 0,0 0 1 0 0,0 0-1 0 0,0 0 0 0 0,0 0 1 0 0,-1 0-1 0 0,1 0 0 0 0,-1-1 1 0 0,1 1-1 0 0,1-5 0 0 0,1-4 124 0 0,-1 0-1 0 0,0 0 0 0 0,0 0 0 0 0,-1-1 0 0 0,1-15 0 0 0,-2 7 160 0 0,-1 0-1 0 0,-4-38 0 0 0,3 50-570 0 0,-1 0 1 0 0,0 1-1 0 0,0-1 0 0 0,-5-10 0 0 0,5 15-337 0 0,0 0-1 0 0,1 0 1 0 0,-1 0 0 0 0,0 0-1 0 0,-1 0 1 0 0,1 0-1 0 0,0 1 1 0 0,-1-1 0 0 0,0 1-1 0 0,-4-4 1 0 0</inkml:trace>
</inkml:ink>
</file>

<file path=ppt/ink/ink3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42.445"/>
    </inkml:context>
    <inkml:brush xml:id="br0">
      <inkml:brushProperty name="width" value="0.1" units="cm"/>
      <inkml:brushProperty name="height" value="0.1" units="cm"/>
      <inkml:brushProperty name="color" value="#004F8B"/>
    </inkml:brush>
  </inkml:definitions>
  <inkml:trace contextRef="#ctx0" brushRef="#br0">1 155 2304 0 0,'0'-1'55'0'0,"0"1"-1"0"0,1 0 1 0 0,-1-1-1 0 0,0 1 1 0 0,1 0-1 0 0,-1-1 1 0 0,1 1-1 0 0,-1 0 1 0 0,1 0-1 0 0,-1-1 1 0 0,1 1-1 0 0,-1 0 1 0 0,1 0-1 0 0,-1 0 1 0 0,1 0-1 0 0,-1 0 1 0 0,1 0-1 0 0,-1-1 1 0 0,1 1-1 0 0,-1 1 1 0 0,1-1-1 0 0,-1 0 0 0 0,1 0 1 0 0,-1 0-1 0 0,1 0 1 0 0,-1 0-1 0 0,1 0 1 0 0,-1 0-1 0 0,1 1 1 0 0,14 13 1928 0 0,7 26 1671 0 0,-20-35-3208 0 0,7 15 923 0 0,-4-9-984 0 0,0 0 0 0 0,0 0-1 0 0,1-1 1 0 0,0 0 0 0 0,13 15-1 0 0,-18-23-489 0 0,1-1-1 0 0,0 1 1 0 0,-1 0 0 0 0,1-1-1 0 0,0 0 1 0 0,0 1-1 0 0,0-1 1 0 0,0 0 0 0 0,0 0-1 0 0,0 0 1 0 0,1 0-1 0 0,-1-1 1 0 0,0 1 0 0 0,0 0-1 0 0,1-1 1 0 0,-1 0-1 0 0,0 1 1 0 0,1-1 0 0 0,-1 0-1 0 0,0 0 1 0 0,1 0-1 0 0,-1-1 1 0 0,0 1 0 0 0,1-1-1 0 0,-1 1 1 0 0,0-1-1 0 0,1 0 1 0 0,-1 0 0 0 0,0 0-1 0 0,0 0 1 0 0,0 0-1 0 0,0 0 1 0 0,0 0 0 0 0,2-3-1 0 0,4-2-181 0 0,0 0-1 0 0,0-1 1 0 0,0 0-1 0 0,-1 0 1 0 0,0-1-1 0 0,-1 0 1 0 0,0 0-1 0 0,10-18 1 0 0,-1-4-98 0 0,16-44 0 0 0,-21 45 896 0 0,26-47 0 0 0,-35 74-435 0 0,0 0-1 0 0,0 1 1 0 0,0-1-1 0 0,0 1 1 0 0,0 0-1 0 0,0-1 1 0 0,0 1 0 0 0,0 0-1 0 0,1 0 1 0 0,-1-1-1 0 0,0 1 1 0 0,1 0 0 0 0,-1 0-1 0 0,3-1 1 0 0,-3 2-32 0 0,-1 0 0 0 0,1 0 0 0 0,-1 0 0 0 0,1 0 0 0 0,-1 0 0 0 0,1 0 0 0 0,0 0-1 0 0,-1 0 1 0 0,1 0 0 0 0,-1 1 0 0 0,1-1 0 0 0,-1 0 0 0 0,1 0 0 0 0,-1 0 0 0 0,1 1 0 0 0,-1-1 0 0 0,0 0 0 0 0,1 1 0 0 0,-1-1 0 0 0,1 0 0 0 0,-1 1 0 0 0,0-1 0 0 0,1 1 0 0 0,-1-1 0 0 0,0 0 0 0 0,1 1 0 0 0,-1-1 0 0 0,0 1 0 0 0,1 0 0 0 0,1 3 140 0 0,-1 0-1 0 0,1 0 1 0 0,-1 1-1 0 0,0-1 1 0 0,0 1-1 0 0,-1-1 1 0 0,1 0 0 0 0,-1 1-1 0 0,0 7 1 0 0,-4 19 251 0 0,2-14 287 0 0,0 0 1 0 0,1 26-1 0 0,1-39-980 0 0,1 0-1 0 0,-1 0 1 0 0,1-1 0 0 0,-1 1-1 0 0,1 0 1 0 0,0-1-1 0 0,1 1 1 0 0,-1-1-1 0 0,1 1 1 0 0,-1-1-1 0 0,1 0 1 0 0,0 1-1 0 0,0-1 1 0 0,0 0 0 0 0,1 0-1 0 0,-1-1 1 0 0,4 4-1 0 0,5 1-4014 0 0</inkml:trace>
</inkml:ink>
</file>

<file path=ppt/ink/ink3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42.636"/>
    </inkml:context>
    <inkml:brush xml:id="br0">
      <inkml:brushProperty name="width" value="0.1" units="cm"/>
      <inkml:brushProperty name="height" value="0.1" units="cm"/>
      <inkml:brushProperty name="color" value="#004F8B"/>
    </inkml:brush>
  </inkml:definitions>
  <inkml:trace contextRef="#ctx0" brushRef="#br0">6 16 6913 0 0,'-5'-16'1317'0'0,"10"40"995"0"0,3 9-483 0 0,1 14-267 0 0,1-1 0 0 0,22 59 0 0 0,18 21-6314 0 0,-35-90-527 0 0</inkml:trace>
</inkml:ink>
</file>

<file path=ppt/ink/ink3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42.858"/>
    </inkml:context>
    <inkml:brush xml:id="br0">
      <inkml:brushProperty name="width" value="0.1" units="cm"/>
      <inkml:brushProperty name="height" value="0.1" units="cm"/>
      <inkml:brushProperty name="color" value="#004F8B"/>
    </inkml:brush>
  </inkml:definitions>
  <inkml:trace contextRef="#ctx0" brushRef="#br0">1 144 5985 0 0,'2'-3'324'0'0,"1"0"1"0"0,1 0-1 0 0,-1 0 0 0 0,0 1 0 0 0,1-1 0 0 0,-1 1 0 0 0,1 0 0 0 0,0 0 0 0 0,0 0 0 0 0,-1 1 1 0 0,1-1-1 0 0,5 0 0 0 0,4-4 42 0 0,133-53 1970 0 0,5 17-8434 0 0,-123 36 5496 0 0</inkml:trace>
</inkml:ink>
</file>

<file path=ppt/ink/ink3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47.893"/>
    </inkml:context>
    <inkml:brush xml:id="br0">
      <inkml:brushProperty name="width" value="0.1" units="cm"/>
      <inkml:brushProperty name="height" value="0.1" units="cm"/>
      <inkml:brushProperty name="color" value="#004F8B"/>
    </inkml:brush>
  </inkml:definitions>
  <inkml:trace contextRef="#ctx0" brushRef="#br0">24 20 7370 0 0,'-1'-2'376'0'0,"0"0"1"0"0,0 0-1 0 0,0 1 0 0 0,0-1 1 0 0,0 1-1 0 0,0-1 1 0 0,-1 1-1 0 0,1-1 1 0 0,0 1-1 0 0,-4-3 1 0 0,-1 6 1726 0 0,5 12-1318 0 0,7 76 461 0 0,30 148 0 0 0,-22-176-1097 0 0,3-1-1 0 0,2 0 0 0 0,34 69 0 0 0,-25-77-3162 0 0</inkml:trace>
</inkml:ink>
</file>

<file path=ppt/ink/ink3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48.316"/>
    </inkml:context>
    <inkml:brush xml:id="br0">
      <inkml:brushProperty name="width" value="0.1" units="cm"/>
      <inkml:brushProperty name="height" value="0.1" units="cm"/>
      <inkml:brushProperty name="color" value="#004F8B"/>
    </inkml:brush>
  </inkml:definitions>
  <inkml:trace contextRef="#ctx0" brushRef="#br0">19 104 3681 0 0,'-1'-1'88'0'0,"-1"0"1"0"0,1 0 0 0 0,0 0-1 0 0,-1 0 1 0 0,1 0 0 0 0,0-1-1 0 0,0 1 1 0 0,0-1 0 0 0,0 1-1 0 0,0-1 1 0 0,0 1 0 0 0,0-1-1 0 0,1 1 1 0 0,-1-1 0 0 0,0 0 0 0 0,1 1-1 0 0,-1-1 1 0 0,1 0 0 0 0,0 0-1 0 0,0 1 1 0 0,0-1 0 0 0,0 0-1 0 0,0 0 1 0 0,0 0 0 0 0,0 1-1 0 0,0-1 1 0 0,1 0 0 0 0,-1 0-1 0 0,0 1 1 0 0,1-1 0 0 0,0 0-1 0 0,-1 1 1 0 0,1-1 0 0 0,0 1-1 0 0,0-1 1 0 0,0 1 0 0 0,0-1-1 0 0,0 1 1 0 0,2-2 0 0 0,2-1 224 0 0,0 0 1 0 0,0 0 0 0 0,1 1 0 0 0,-1-1-1 0 0,1 1 1 0 0,0 1 0 0 0,0-1-1 0 0,0 1 1 0 0,10-3 0 0 0,-6 3 5 0 0,-1 0 0 0 0,1 1 0 0 0,0 0 0 0 0,-1 0 0 0 0,1 1 0 0 0,0 0 1 0 0,0 1-1 0 0,-1 0 0 0 0,20 5 0 0 0,-26-5-296 0 0,1 0 0 0 0,-1 0 0 0 0,0 1 0 0 0,1-1 0 0 0,-1 1 0 0 0,0 0 0 0 0,0 0 1 0 0,0 0-1 0 0,0 0 0 0 0,-1 0 0 0 0,1 0 0 0 0,0 1 0 0 0,-1 0 0 0 0,1-1 0 0 0,-1 1 0 0 0,0 0 0 0 0,0 0 0 0 0,0 0 0 0 0,-1 0 1 0 0,1 1-1 0 0,-1-1 0 0 0,0 0 0 0 0,1 1 0 0 0,-1-1 0 0 0,-1 1 0 0 0,1-1 0 0 0,-1 1 0 0 0,1-1 0 0 0,-1 6 0 0 0,-1 5-52 0 0,0 1 0 0 0,0-1 0 0 0,-2 0-1 0 0,0 0 1 0 0,0-1 0 0 0,-9 20 0 0 0,-1-1 413 0 0,-27 44 1 0 0,40-76-333 0 0,0 1 1 0 0,-1-1 0 0 0,1 0 0 0 0,0 1-1 0 0,0-1 1 0 0,0 0 0 0 0,0 1 0 0 0,-1-1-1 0 0,1 0 1 0 0,0 1 0 0 0,0-1 0 0 0,0 1-1 0 0,0-1 1 0 0,0 0 0 0 0,0 1 0 0 0,0-1-1 0 0,0 0 1 0 0,0 1 0 0 0,0-1 0 0 0,0 1-1 0 0,0-1 1 0 0,0 0 0 0 0,1 1 0 0 0,-1-1 0 0 0,0 0-1 0 0,0 1 1 0 0,0-1 0 0 0,1 0 0 0 0,-1 1-1 0 0,0-1 1 0 0,0 0 0 0 0,0 1 0 0 0,1-1-1 0 0,-1 0 1 0 0,0 0 0 0 0,1 1 0 0 0,-1-1-1 0 0,20 6 782 0 0,24-5 56 0 0,-42-1-730 0 0,40-2 916 0 0,66 7 0 0 0,-90-3-1642 0 0,1 1-1 0 0,-1 0 0 0 0,0 2 0 0 0,0 0 1 0 0,0 1-1 0 0,16 9 0 0 0,-23-8-1456 0 0</inkml:trace>
</inkml:ink>
</file>

<file path=ppt/ink/ink3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48.680"/>
    </inkml:context>
    <inkml:brush xml:id="br0">
      <inkml:brushProperty name="width" value="0.1" units="cm"/>
      <inkml:brushProperty name="height" value="0.1" units="cm"/>
      <inkml:brushProperty name="color" value="#004F8B"/>
    </inkml:brush>
  </inkml:definitions>
  <inkml:trace contextRef="#ctx0" brushRef="#br0">96 27 4609 0 0,'0'-1'117'0'0,"0"-1"0"0"0,0 1 0 0 0,-1-1 0 0 0,1 1 1 0 0,0 0-1 0 0,-1 0 0 0 0,1-1 0 0 0,-1 1 0 0 0,0 0 0 0 0,1 0 0 0 0,-1-1 0 0 0,0 1 0 0 0,0 0 0 0 0,1 0 1 0 0,-1 0-1 0 0,0 0 0 0 0,0 0 0 0 0,0 0 0 0 0,0 0 0 0 0,-2-1 0 0 0,2 2 36 0 0,-1 0 1 0 0,1 0-1 0 0,0 0 0 0 0,0-1 0 0 0,0 1 0 0 0,0 0 1 0 0,0 1-1 0 0,-1-1 0 0 0,1 0 0 0 0,0 0 0 0 0,0 0 0 0 0,0 0 1 0 0,0 1-1 0 0,0-1 0 0 0,0 1 0 0 0,0-1 0 0 0,0 1 1 0 0,0-1-1 0 0,-2 2 0 0 0,-1 1 109 0 0,1 0 1 0 0,-1 0 0 0 0,0 0-1 0 0,1 0 1 0 0,0 1-1 0 0,0 0 1 0 0,0 0-1 0 0,0-1 1 0 0,0 2 0 0 0,-3 6-1 0 0,2 0-165 0 0,1-1 0 0 0,0 1 0 0 0,1 0 0 0 0,0 1 0 0 0,0-1 0 0 0,1 0 1 0 0,1 0-1 0 0,-1 1 0 0 0,2-1 0 0 0,0 0 0 0 0,0 1 0 0 0,1-1 0 0 0,1 0 0 0 0,0 0 0 0 0,0 0 0 0 0,1-1 0 0 0,8 18 0 0 0,3-1 25 0 0,1-1 0 0 0,1 0 0 0 0,1-1 0 0 0,1-2 0 0 0,29 30 0 0 0,-38-43-196 0 0,-1 0-1 0 0,0 1 0 0 0,-1 0 0 0 0,0 1 1 0 0,-1 0-1 0 0,11 22 0 0 0,-13-20-1013 0 0,0 0 0 0 0,-1 0 0 0 0,3 24 0 0 0</inkml:trace>
</inkml:ink>
</file>

<file path=ppt/ink/ink3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0:48.885"/>
    </inkml:context>
    <inkml:brush xml:id="br0">
      <inkml:brushProperty name="width" value="0.1" units="cm"/>
      <inkml:brushProperty name="height" value="0.1" units="cm"/>
      <inkml:brushProperty name="color" value="#004F8B"/>
    </inkml:brush>
  </inkml:definitions>
  <inkml:trace contextRef="#ctx0" brushRef="#br0">10 153 6449 0 0,'0'0'71'0'0,"0"0"-1"0"0,-1 0 1 0 0,1 0-1 0 0,0 0 0 0 0,-1 0 1 0 0,1 0-1 0 0,-1 0 1 0 0,1 0-1 0 0,0 0 1 0 0,-1 0-1 0 0,1-1 0 0 0,0 1 1 0 0,-1 0-1 0 0,1 0 1 0 0,0 0-1 0 0,-1 0 0 0 0,1 0 1 0 0,0-1-1 0 0,0 1 1 0 0,-1 0-1 0 0,1 0 0 0 0,0 0 1 0 0,0-1-1 0 0,-1 1 1 0 0,1 0-1 0 0,0-1 1 0 0,0 1-1 0 0,-1 0 0 0 0,1 0 1 0 0,0-1-1 0 0,0 1 1 0 0,0 0-1 0 0,0-1 0 0 0,0 1 1 0 0,0 0-1 0 0,-1-1 1 0 0,1 1-1 0 0,0 0 1 0 0,0-1-1 0 0,0 1 0 0 0,0 0 1 0 0,0-1-1 0 0,0 1 1 0 0,0-1-1 0 0,1 1 0 0 0,14-16 2806 0 0,34-11 1165 0 0,-47 26-3842 0 0,142-56 4025 0 0,-65 28-10286 0 0,-47 17-358 0 0</inkml:trace>
</inkml:ink>
</file>

<file path=ppt/ink/ink3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1:34.797"/>
    </inkml:context>
    <inkml:brush xml:id="br0">
      <inkml:brushProperty name="width" value="0.1" units="cm"/>
      <inkml:brushProperty name="height" value="0.1" units="cm"/>
      <inkml:brushProperty name="color" value="#F6630D"/>
    </inkml:brush>
  </inkml:definitions>
  <inkml:trace contextRef="#ctx0" brushRef="#br0">175 0 2304 0 0,'-5'0'528'0'0,"0"0"-1"0"0,0 1 0 0 0,0-1 0 0 0,0 1 0 0 0,0 0 0 0 0,0 0 0 0 0,0 1 0 0 0,0 0 0 0 0,0 0 0 0 0,1 0 0 0 0,-1 0 0 0 0,1 1 0 0 0,-5 2 0 0 0,-59 47 1659 0 0,49-36-1324 0 0,17-15-823 0 0,1-1 0 0 0,0 1 0 0 0,0 0 1 0 0,0 0-1 0 0,0 0 0 0 0,0 0 0 0 0,0 1 0 0 0,0-1 1 0 0,0 0-1 0 0,0 0 0 0 0,0 0 0 0 0,0 1 0 0 0,1-1 1 0 0,-2 3-1 0 0,2-4-24 0 0,0 1-1 0 0,1-1 1 0 0,-1 0 0 0 0,0 1 0 0 0,0-1-1 0 0,0 0 1 0 0,1 1 0 0 0,-1-1 0 0 0,0 0 0 0 0,0 1-1 0 0,1-1 1 0 0,-1 0 0 0 0,0 1 0 0 0,1-1-1 0 0,-1 0 1 0 0,0 0 0 0 0,1 1 0 0 0,-1-1-1 0 0,0 0 1 0 0,1 0 0 0 0,-1 0 0 0 0,0 1 0 0 0,1-1-1 0 0,-1 0 1 0 0,1 0 0 0 0,-1 0 0 0 0,1 0-1 0 0,-1 0 1 0 0,0 0 0 0 0,1 0 0 0 0,0 0-1 0 0,51-4 707 0 0,-39 3-509 0 0,279-37 3468 0 0,-287 37-3637 0 0,37-1 8 0 0,-40 2-48 0 0,0 0 0 0 0,-1 0 0 0 0,1 0 0 0 0,0 0 1 0 0,-1 0-1 0 0,1 0 0 0 0,0 1 0 0 0,0-1 0 0 0,-1 1 0 0 0,1-1 0 0 0,-1 1 0 0 0,1 0 0 0 0,-1 0 0 0 0,1-1 1 0 0,-1 1-1 0 0,1 0 0 0 0,-1 0 0 0 0,0 1 0 0 0,2 0 0 0 0,-2 0 13 0 0,-1-1 0 0 0,0 0 1 0 0,0 1-1 0 0,1-1 0 0 0,-1 1 0 0 0,0-1 1 0 0,0 0-1 0 0,0 1 0 0 0,-1-1 0 0 0,1 1 1 0 0,0-1-1 0 0,0 0 0 0 0,-1 1 0 0 0,1-1 1 0 0,-1 0-1 0 0,1 0 0 0 0,-1 1 0 0 0,0-1 0 0 0,1 0 1 0 0,-2 2-1 0 0,-19 27 385 0 0,15-22-308 0 0,-99 112 483 0 0,10-12-551 0 0,94-107-30 0 0,0 0-1 0 0,0 0 1 0 0,0 0-1 0 0,0 0 1 0 0,0 0-1 0 0,0 0 1 0 0,1 1-1 0 0,-1-1 1 0 0,0 0-1 0 0,1 0 1 0 0,-1 0 0 0 0,1 1-1 0 0,-1-1 1 0 0,1 0-1 0 0,0 1 1 0 0,-1-1-1 0 0,1 0 1 0 0,0 1-1 0 0,0-1 1 0 0,0 0-1 0 0,0 1 1 0 0,0-1-1 0 0,0 1 1 0 0,1-1-1 0 0,-1 0 1 0 0,0 1-1 0 0,1-1 1 0 0,-1 0-1 0 0,1 0 1 0 0,-1 1-1 0 0,1-1 1 0 0,1 2-1 0 0,0-1-38 0 0,1 0 1 0 0,0 0-1 0 0,0 0 0 0 0,0-1 0 0 0,0 1 0 0 0,0-1 0 0 0,0 0 0 0 0,0 0 0 0 0,0 0 0 0 0,1 0 0 0 0,-1 0 0 0 0,6 0 0 0 0,15 0-68 0 0,-1 0-1 0 0,1-2 1 0 0,38-5 0 0 0,-33 2 268 0 0,52 1 1 0 0,-80 3-148 0 0,1-1 0 0 0,0 1 0 0 0,-1 1-1 0 0,1-1 1 0 0,0 0 0 0 0,-1 0 0 0 0,1 1 0 0 0,0-1 0 0 0,-1 0-1 0 0,1 1 1 0 0,-1 0 0 0 0,1-1 0 0 0,-1 1 0 0 0,1 0 0 0 0,-1 0-1 0 0,0 0 1 0 0,1 0 0 0 0,-1 0 0 0 0,0 0 0 0 0,2 2 0 0 0,-2-2-9 0 0,-1 1 1 0 0,1-1 0 0 0,-1 0-1 0 0,0 1 1 0 0,0-1 0 0 0,1 0 0 0 0,-1 1-1 0 0,0-1 1 0 0,0 1 0 0 0,0-1-1 0 0,0 0 1 0 0,-1 1 0 0 0,1-1 0 0 0,0 0-1 0 0,-1 1 1 0 0,1-1 0 0 0,-1 0 0 0 0,1 1-1 0 0,-2 0 1 0 0,-3 9 17 0 0,-2-1 0 0 0,1-1 0 0 0,-1 1 0 0 0,-12 11 0 0 0,17-18 7 0 0,-38 37 192 0 0,-18 21 28 0 0,53-55-195 0 0,0 1 0 0 0,0 0 1 0 0,0 0-1 0 0,1 1 0 0 0,0-1 0 0 0,0 1 1 0 0,-2 10-1 0 0,5-16-66 0 0,0-1-1 0 0,1 1 1 0 0,0-1 0 0 0,-1 1 0 0 0,1-1-1 0 0,0 1 1 0 0,0 0 0 0 0,-1-1-1 0 0,1 1 1 0 0,1 0 0 0 0,-1-1-1 0 0,0 1 1 0 0,0-1 0 0 0,0 1 0 0 0,1 0-1 0 0,-1-1 1 0 0,1 1 0 0 0,0-1-1 0 0,-1 1 1 0 0,1-1 0 0 0,0 1-1 0 0,0-1 1 0 0,0 0 0 0 0,0 1 0 0 0,0-1-1 0 0,0 0 1 0 0,0 0 0 0 0,0 0-1 0 0,0 0 1 0 0,1 0 0 0 0,-1 0 0 0 0,0 0-1 0 0,1 0 1 0 0,-1 0 0 0 0,1 0-1 0 0,-1-1 1 0 0,1 1 0 0 0,-1-1-1 0 0,1 1 1 0 0,-1-1 0 0 0,1 0 0 0 0,0 1-1 0 0,1-1 1 0 0,10 1-205 0 0,0 0 0 0 0,0-1 1 0 0,0 0-1 0 0,19-3 0 0 0,-14 2 136 0 0,-6 0-6 0 0,51-1-132 0 0,-60 2 221 0 0,-1 0 0 0 0,1 0 0 0 0,-1 1 0 0 0,1-1 0 0 0,-1 1 0 0 0,0-1 0 0 0,1 1 0 0 0,-1 0 0 0 0,0 0 0 0 0,1 0 0 0 0,-1 0 0 0 0,0 0 0 0 0,0 1 0 0 0,0-1 0 0 0,0 1 0 0 0,0-1 0 0 0,0 1 0 0 0,0 0 0 0 0,-1-1 0 0 0,4 5 0 0 0,-4-3 62 0 0,-1 0 0 0 0,1 0-1 0 0,-1 0 1 0 0,1 0 0 0 0,-1 0 0 0 0,0 0-1 0 0,0 0 1 0 0,0 1 0 0 0,-1-1 0 0 0,1 0-1 0 0,-1 0 1 0 0,1 0 0 0 0,-1 0 0 0 0,0 0-1 0 0,0 0 1 0 0,-1-1 0 0 0,-2 6 0 0 0,-29 46 919 0 0,-6-2-352 0 0,-15 21-1633 0 0,21-24-5460 0 0</inkml:trace>
</inkml:ink>
</file>

<file path=ppt/ink/ink3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1:35.098"/>
    </inkml:context>
    <inkml:brush xml:id="br0">
      <inkml:brushProperty name="width" value="0.1" units="cm"/>
      <inkml:brushProperty name="height" value="0.1" units="cm"/>
      <inkml:brushProperty name="color" value="#F6630D"/>
    </inkml:brush>
  </inkml:definitions>
  <inkml:trace contextRef="#ctx0" brushRef="#br0">15 14 920 0 0,'-14'17'18813'0'0,"20"-5"-20201"0"0,-5-10 1506 0 0,1 0 1 0 0,-1 0-1 0 0,1 0 0 0 0,0 0 0 0 0,0 0 1 0 0,0-1-1 0 0,0 1 0 0 0,0 0 0 0 0,1-1 0 0 0,-1 0 1 0 0,0 0-1 0 0,1 1 0 0 0,-1-1 0 0 0,1-1 0 0 0,-1 1 1 0 0,1 0-1 0 0,-1-1 0 0 0,1 1 0 0 0,-1-1 1 0 0,1 0-1 0 0,0 1 0 0 0,-1-1 0 0 0,4-1 0 0 0,8 0 182 0 0,1 0-1 0 0,-1-2 0 0 0,15-3 0 0 0,-8 1-137 0 0,0 1-39 0 0,39-8 51 0 0,88-6 1 0 0,-134 17-355 0 0,-1-1 0 0 0,0 0 0 0 0,15-6 0 0 0,-7 3-6552 0 0</inkml:trace>
</inkml:ink>
</file>

<file path=ppt/ink/ink3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1:35.558"/>
    </inkml:context>
    <inkml:brush xml:id="br0">
      <inkml:brushProperty name="width" value="0.1" units="cm"/>
      <inkml:brushProperty name="height" value="0.1" units="cm"/>
      <inkml:brushProperty name="color" value="#F6630D"/>
    </inkml:brush>
  </inkml:definitions>
  <inkml:trace contextRef="#ctx0" brushRef="#br0">1 1 5065 0 0,'10'8'11570'0'0,"1"11"-8641"0"0,7 18-1747 0 0,-7-8-977 0 0,-1 1-1 0 0,-1-1 1 0 0,6 43 0 0 0,5 96 856 0 0,-6-42-698 0 0,-7-72-419 0 0,13 73-630 0 0,-16-111 379 0 0,0-1 1 0 0,1 0 0 0 0,0-1-1 0 0,1 1 1 0 0,16 26-1 0 0</inkml:trace>
</inkml:ink>
</file>

<file path=ppt/ink/ink3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1:35.907"/>
    </inkml:context>
    <inkml:brush xml:id="br0">
      <inkml:brushProperty name="width" value="0.1" units="cm"/>
      <inkml:brushProperty name="height" value="0.1" units="cm"/>
      <inkml:brushProperty name="color" value="#F6630D"/>
    </inkml:brush>
  </inkml:definitions>
  <inkml:trace contextRef="#ctx0" brushRef="#br0">75 49 4609 0 0,'-42'14'4755'0'0,"39"-13"-4343"0"0,1 0 1 0 0,0 0-1 0 0,-1 0 1 0 0,1 0-1 0 0,0 1 1 0 0,0-1-1 0 0,0 1 1 0 0,0-1-1 0 0,0 1 1 0 0,0 0-1 0 0,0 0 1 0 0,1-1-1 0 0,-1 1 1 0 0,-2 4-1 0 0,4-5-319 0 0,0-1-1 0 0,1 1 1 0 0,-1 0 0 0 0,0-1-1 0 0,0 1 1 0 0,0-1-1 0 0,1 1 1 0 0,-1 0-1 0 0,0-1 1 0 0,0 1-1 0 0,1-1 1 0 0,-1 1-1 0 0,1-1 1 0 0,-1 1 0 0 0,0-1-1 0 0,1 0 1 0 0,-1 1-1 0 0,1-1 1 0 0,-1 1-1 0 0,1-1 1 0 0,-1 0-1 0 0,1 0 1 0 0,-1 1-1 0 0,1-1 1 0 0,0 0 0 0 0,-1 0-1 0 0,1 1 1 0 0,-1-1-1 0 0,1 0 1 0 0,0 0-1 0 0,-1 0 1 0 0,1 0-1 0 0,-1 0 1 0 0,2 0 0 0 0,24 3 960 0 0,-24-3-918 0 0,26 1 372 0 0,1-1-1 0 0,-1-1 1 0 0,0-2-1 0 0,35-8 1 0 0,108-35-79 0 0,-28 6-4136 0 0,-124 36-3321 0 0</inkml:trace>
</inkml:ink>
</file>

<file path=ppt/ink/ink3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1:36.159"/>
    </inkml:context>
    <inkml:brush xml:id="br0">
      <inkml:brushProperty name="width" value="0.1" units="cm"/>
      <inkml:brushProperty name="height" value="0.1" units="cm"/>
      <inkml:brushProperty name="color" value="#F6630D"/>
    </inkml:brush>
  </inkml:definitions>
  <inkml:trace contextRef="#ctx0" brushRef="#br0">10 1 7370 0 0,'0'0'79'0'0,"-1"0"0"0"0,1 0 0 0 0,0 0 0 0 0,-1 0 0 0 0,1 0 0 0 0,-1 0 0 0 0,1 0 0 0 0,-1 0 0 0 0,1 1 0 0 0,0-1 0 0 0,-1 0 0 0 0,1 0 0 0 0,0 0 0 0 0,-1 1 0 0 0,1-1 0 0 0,0 0 0 0 0,-1 1 0 0 0,1-1 0 0 0,0 0 0 0 0,-1 1 0 0 0,1-1 0 0 0,0 0 0 0 0,0 1 0 0 0,-1-1 0 0 0,1 0 0 0 0,0 1 0 0 0,0-1 0 0 0,0 1 0 0 0,0-1 0 0 0,0 0-1 0 0,-1 1 1 0 0,12 8 3644 0 0,-4-4-3321 0 0,58 38 4542 0 0,-30-21-4116 0 0,-1 1 0 0 0,-1 2 0 0 0,-1 1 0 0 0,29 31 0 0 0,-41-35-1203 0 0,31 25-1 0 0,-17-21-6682 0 0</inkml:trace>
</inkml:ink>
</file>

<file path=ppt/ink/ink3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1:36.389"/>
    </inkml:context>
    <inkml:brush xml:id="br0">
      <inkml:brushProperty name="width" value="0.1" units="cm"/>
      <inkml:brushProperty name="height" value="0.1" units="cm"/>
      <inkml:brushProperty name="color" value="#F6630D"/>
    </inkml:brush>
  </inkml:definitions>
  <inkml:trace contextRef="#ctx0" brushRef="#br0">323 1 9674 0 0,'-6'3'7803'0'0,"-17"21"-5592"0"0,-92 142 921 0 0,-35 99-2775 0 0,144-254-304 0 0,-7 15-231 0 0,3-3-85 0 0</inkml:trace>
</inkml:ink>
</file>

<file path=ppt/ink/ink3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1:49.089"/>
    </inkml:context>
    <inkml:brush xml:id="br0">
      <inkml:brushProperty name="width" value="0.1" units="cm"/>
      <inkml:brushProperty name="height" value="0.1" units="cm"/>
      <inkml:brushProperty name="color" value="#F6630D"/>
    </inkml:brush>
  </inkml:definitions>
  <inkml:trace contextRef="#ctx0" brushRef="#br0">984 9 9674 0 0,'0'-1'84'0'0,"0"1"0"0"0,0 0 0 0 0,0-1 1 0 0,0 1-1 0 0,0-1 0 0 0,0 1 0 0 0,0 0 0 0 0,-1-1 0 0 0,1 1 0 0 0,0 0 0 0 0,0-1 1 0 0,-1 1-1 0 0,1 0 0 0 0,0-1 0 0 0,0 1 0 0 0,-1 0 0 0 0,1 0 0 0 0,0-1 0 0 0,-1 1 0 0 0,1 0 1 0 0,0 0-1 0 0,-1-1 0 0 0,1 1 0 0 0,0 0 0 0 0,-1 0 0 0 0,1 0 0 0 0,-1 0 0 0 0,1 0 1 0 0,0 0-1 0 0,-1 0 0 0 0,1 0 0 0 0,-1 0 0 0 0,1-1 0 0 0,0 2 0 0 0,-1-1 0 0 0,1 0 1 0 0,-1 0-1 0 0,1 0 0 0 0,0 0 0 0 0,-1 0 0 0 0,1 0 0 0 0,-1 0 0 0 0,1 0 0 0 0,0 1 1 0 0,-1-1-1 0 0,1 0 0 0 0,0 0 0 0 0,-1 1 0 0 0,1-1 0 0 0,0 0 0 0 0,-1 0 0 0 0,1 1 1 0 0,0-1-1 0 0,0 0 0 0 0,-1 1 0 0 0,-9 27 1110 0 0,6-16-1031 0 0,-20 44 250 0 0,-51 84 0 0 0,34-68-417 0 0,-503 785 1783 0 0,374-583-992 0 0,84-129-4343 0 0,74-125 2145 0 0</inkml:trace>
</inkml:ink>
</file>

<file path=ppt/ink/ink3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1:49.550"/>
    </inkml:context>
    <inkml:brush xml:id="br0">
      <inkml:brushProperty name="width" value="0.1" units="cm"/>
      <inkml:brushProperty name="height" value="0.1" units="cm"/>
      <inkml:brushProperty name="color" value="#F6630D"/>
    </inkml:brush>
  </inkml:definitions>
  <inkml:trace contextRef="#ctx0" brushRef="#br0">42 40 6449 0 0,'-4'-3'297'0'0,"-23"-12"-134"0"0,26 15-115 0 0,0 0 0 0 0,1-1-1 0 0,-1 1 1 0 0,1 0 0 0 0,-1-1-1 0 0,1 1 1 0 0,-1 0 0 0 0,1-1-1 0 0,-1 1 1 0 0,1 0 0 0 0,0-1-1 0 0,-1 1 1 0 0,1-1 0 0 0,-1 1 0 0 0,1-1-1 0 0,0 1 1 0 0,0-1 0 0 0,-1 1-1 0 0,1-1 1 0 0,0 1 0 0 0,0-1-1 0 0,-1 1 1 0 0,1-1 0 0 0,0 1-1 0 0,0-1 1 0 0,0 0 0 0 0,0 1 0 0 0,0-1-1 0 0,0 1 1 0 0,0-1 0 0 0,0 1-1 0 0,0-1 1 0 0,0 0 0 0 0,0 1-1 0 0,0-1 1 0 0,1 1 0 0 0,-1-1-1 0 0,0 1 1 0 0,0-1 0 0 0,1 0 0 0 0,0 1-16 0 0,-1-1 1 0 0,1 1-1 0 0,0 0 1 0 0,-1 0-1 0 0,1 0 1 0 0,0-1 0 0 0,-1 1-1 0 0,1 0 1 0 0,0 0-1 0 0,-1 0 1 0 0,1 0-1 0 0,0 0 1 0 0,-1 0-1 0 0,1 1 1 0 0,0-1 0 0 0,-1 0-1 0 0,1 0 1 0 0,0 0-1 0 0,-1 1 1 0 0,1-1-1 0 0,0 0 1 0 0,-1 1 0 0 0,1-1-1 0 0,0 1 1 0 0,19 12 135 0 0,-16-10-118 0 0,66 42 598 0 0,1-2 0 0 0,2-3 0 0 0,2-4 0 0 0,2-3 0 0 0,123 36 1 0 0,-43-28 564 0 0,159 47 827 0 0,-7 27-840 0 0,-96-16-1066 0 0,209 132 1 0 0,-409-223-732 0 0,0 2 0 0 0,-1-1 0 0 0,19 20-1 0 0</inkml:trace>
</inkml:ink>
</file>

<file path=ppt/ink/ink3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1:53.620"/>
    </inkml:context>
    <inkml:brush xml:id="br0">
      <inkml:brushProperty name="width" value="0.1" units="cm"/>
      <inkml:brushProperty name="height" value="0.1" units="cm"/>
      <inkml:brushProperty name="color" value="#008C3A"/>
    </inkml:brush>
  </inkml:definitions>
  <inkml:trace contextRef="#ctx0" brushRef="#br0">1416 463 7370 0 0,'-24'-49'30'0'0,"-2"2"1"0"0,-2 1 0 0 0,-2 1-1 0 0,-2 2 1 0 0,-53-57 0 0 0,70 86 194 0 0,-1 1 0 0 0,-1 1 1 0 0,0 1-1 0 0,0 0 1 0 0,-1 1-1 0 0,0 1 0 0 0,-1 0 1 0 0,0 2-1 0 0,-1 0 1 0 0,1 1-1 0 0,-28-4 0 0 0,11 4 348 0 0,-1 2-1 0 0,1 1 0 0 0,-1 2 0 0 0,1 2 0 0 0,-57 8 0 0 0,81-7-431 0 0,0 0 0 0 0,1 1 0 0 0,-1 1-1 0 0,1 0 1 0 0,0 1 0 0 0,0 0 0 0 0,0 0 0 0 0,0 2 0 0 0,1-1 0 0 0,0 1 0 0 0,1 0 0 0 0,-18 18-1 0 0,1 3-115 0 0,2 2 0 0 0,-37 56-1 0 0,14-18-119 0 0,-21 31-871 0 0,4 3 1 0 0,-95 204-1 0 0,146-271 1154 0 0,1-1 0 0 0,1 2 0 0 0,2-1 0 0 0,1 1 0 0 0,2 1 1 0 0,-2 59-1 0 0,18 222 1491 0 0,-4-246-1525 0 0,2 25-40 0 0,4 0 1 0 0,5-1-1 0 0,41 132 1 0 0,-36-159-169 0 0,4-1 1 0 0,2-2 0 0 0,4 0-1 0 0,2-3 1 0 0,53 76-1 0 0,-51-92 222 0 0,1-1 0 0 0,2-3 0 0 0,2-1 0 0 0,2-2 0 0 0,2-1 0 0 0,1-3 0 0 0,2-2 0 0 0,90 49 0 0 0,-94-61-44 0 0,1-2 0 0 0,0-2 0 0 0,2-2 0 0 0,0-2 0 0 0,0-2 0 0 0,2-2 0 0 0,-1-2 0 0 0,1-3 0 0 0,0-1 0 0 0,89-6 0 0 0,-105-2-65 0 0,0-1 0 0 0,0-2 1 0 0,-1-1-1 0 0,0-2 1 0 0,-1-1-1 0 0,0-2 0 0 0,0-1 1 0 0,28-18-1 0 0,-23 11 35 0 0,-2-2-1 0 0,-1-1 1 0 0,-1-2 0 0 0,-2-1-1 0 0,0-1 1 0 0,29-37-1 0 0,-35 32 49 0 0,-1 0-1 0 0,-3-1 1 0 0,0-2 0 0 0,-2 0-1 0 0,-2 0 1 0 0,-1-2-1 0 0,18-75 1 0 0,-6-16 68 0 0,11-137 0 0 0,-26 138-188 0 0,-6 0 1 0 0,-6-1 0 0 0,-20-159-1 0 0,13 237 8 0 0,-2 0-1 0 0,-3 1 0 0 0,-1 0 1 0 0,-3 1-1 0 0,-2 1 0 0 0,-2 0 1 0 0,-2 2-1 0 0,-2 0 0 0 0,-39-55 1 0 0,17 34 145 0 0,-4 2 1 0 0,-109-112 0 0 0,123 143-200 0 0,-3 2 0 0 0,0 1 1 0 0,-2 2-1 0 0,-2 1 1 0 0,-89-42-1 0 0,118 63-397 0 0,0 1-1 0 0,0 0 1 0 0,-1 1-1 0 0,0 1 1 0 0,0 0 0 0 0,0 1-1 0 0,-1 1 1 0 0,1 0-1 0 0,-28 1 1 0 0,13 4-6193 0 0</inkml:trace>
</inkml:ink>
</file>

<file path=ppt/ink/ink3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1:57.131"/>
    </inkml:context>
    <inkml:brush xml:id="br0">
      <inkml:brushProperty name="width" value="0.1" units="cm"/>
      <inkml:brushProperty name="height" value="0.1" units="cm"/>
      <inkml:brushProperty name="color" value="#008C3A"/>
    </inkml:brush>
  </inkml:definitions>
  <inkml:trace contextRef="#ctx0" brushRef="#br0">8967 10 5985 0 0,'1'-1'-9'0'0,"-1"0"0"0"0,1 0-1 0 0,0 1 1 0 0,-1-1-1 0 0,1 1 1 0 0,0-1 0 0 0,-1 0-1 0 0,1 1 1 0 0,0 0-1 0 0,0-1 1 0 0,-1 1 0 0 0,1-1-1 0 0,0 1 1 0 0,0 0-1 0 0,0-1 1 0 0,-1 1 0 0 0,1 0-1 0 0,0 0 1 0 0,0 0 0 0 0,0 0-1 0 0,0 0 1 0 0,0 0-1 0 0,0 0 1 0 0,-1 0 0 0 0,1 0-1 0 0,0 0 1 0 0,0 0-1 0 0,0 0 1 0 0,0 1 0 0 0,0-1-1 0 0,-1 0 1 0 0,1 1-1 0 0,0-1 1 0 0,0 1 0 0 0,0-1-1 0 0,-1 1 1 0 0,1-1 0 0 0,1 2-1 0 0,1 0-118 0 0,1 0 0 0 0,-1 1-1 0 0,0-1 1 0 0,0 1 0 0 0,0 0 0 0 0,0 0-1 0 0,4 5 1 0 0,-3 0 423 0 0,-1 1-1 0 0,1-1 1 0 0,-1 1 0 0 0,-1 0-1 0 0,1 0 1 0 0,1 18-1 0 0,-3-18 882 0 0,1 1-1 0 0,0-1 0 0 0,0 0 0 0 0,1 1 0 0 0,0-1 1 0 0,6 10-1 0 0,-5-11-1045 0 0,-1-1 0 0 0,1 1 0 0 0,-1 0 0 0 0,-1 0 1 0 0,1 0-1 0 0,-1 0 0 0 0,-1 0 0 0 0,1 1 0 0 0,-2-1 0 0 0,1 0 1 0 0,-1 1-1 0 0,-1 8 0 0 0,0-4-375 0 0,-2 1 0 0 0,0-1 0 0 0,0 1 0 0 0,-1-1 0 0 0,-1 0-1 0 0,-10 21 1 0 0,-4-2-87 0 0,-1 0 0 0 0,-1-1-1 0 0,-2-1 1 0 0,-38 39-1 0 0,12-20 1006 0 0,-2-2 0 0 0,-77 54-1 0 0,-128 65 317 0 0,173-116-794 0 0,-288 163 819 0 0,325-191-911 0 0,-1-2 1 0 0,-54 16 0 0 0,-103 20 235 0 0,106-31-206 0 0,-340 54 457 0 0,273-55-371 0 0,-455 52-113 0 0,260-37-157 0 0,-157 34-370 0 0,91-11 790 0 0,249-37-217 0 0,-95 11-115 0 0,-304 41-621 0 0,380-53 600 0 0,-149 13 48 0 0,22 4 329 0 0,166-17-298 0 0,-492 60 165 0 0,46-44-192 0 0,522-38 79 0 0,0 4 0 0 0,0 4 0 0 0,-83 21 0 0 0,-402 103-1103 0 0,507-115 973 0 0,0 3 0 0 0,1 2 0 0 0,2 3 1 0 0,0 3-1 0 0,-56 39 0 0 0,97-60-63 0 0,0 2 0 0 0,1-1 1 0 0,0 2-1 0 0,1 0 0 0 0,0 0 1 0 0,1 2-1 0 0,0-1 0 0 0,1 1 1 0 0,0 1-1 0 0,1 0 0 0 0,1 1 1 0 0,1 0-1 0 0,0 0 0 0 0,1 0 0 0 0,1 1 1 0 0,0 0-1 0 0,1 1 0 0 0,1-1 1 0 0,1 1-1 0 0,1 0 0 0 0,0 0 1 0 0,1 20-1 0 0,4 16-532 0 0,3 0-1 0 0,21 92 1 0 0,-26-143 593 0 0,1 8 130 0 0,-1-4-94 0 0,1 0 1 0 0,-1-1-1 0 0,1 1 1 0 0,0 0-1 0 0,1-1 1 0 0,3 7-1 0 0,-6-13-46 0 0,1 0 0 0 0,-1 0 0 0 0,0 1 0 0 0,1-1 0 0 0,-1 0 0 0 0,0 0 0 0 0,1 0 1 0 0,-1 0-1 0 0,1 0 0 0 0,-1 0 0 0 0,0 0 0 0 0,1 1 0 0 0,-1-1 0 0 0,1 0 0 0 0,-1-1 0 0 0,1 1 0 0 0,-1 0 0 0 0,0 0 0 0 0,1 0 0 0 0,-1 0 1 0 0,1 0-1 0 0,-1 0 0 0 0,0 0 0 0 0,1-1 0 0 0,-1 1 0 0 0,0 0 0 0 0,1 0 0 0 0,-1 0 0 0 0,0-1 0 0 0,1 1 0 0 0,-1 0 0 0 0,0-1 0 0 0,1 1 1 0 0,-1 0-1 0 0,0-1 0 0 0,0 1 0 0 0,0 0 0 0 0,1-1 0 0 0,-1 1 0 0 0,0 0 0 0 0,0-1 0 0 0,0 1 0 0 0,0-1 0 0 0,1 1 0 0 0,-1 0 0 0 0,0-1 1 0 0,0 1-1 0 0,0-1 0 0 0,0 1 0 0 0,0 0 0 0 0,0-1 0 0 0,0 1 0 0 0,0-1 0 0 0,0 1 0 0 0,-1 0 0 0 0,1-1 0 0 0,0 1 0 0 0,0-1 0 0 0,0 1 1 0 0,0 0-1 0 0,-1-1 0 0 0,-2-45 253 0 0,3 34-356 0 0,-1-1 0 0 0,0 1 0 0 0,0 0 0 0 0,-1-1 0 0 0,-1 1 0 0 0,0 0 0 0 0,-10-22 0 0 0,4 8 242 0 0,8 22-116 0 0,0 0 0 0 0,0 0 0 0 0,0 1 1 0 0,-1-1-1 0 0,1 0 0 0 0,-1 1 0 0 0,0-1 0 0 0,0 1 1 0 0,0 0-1 0 0,-1 0 0 0 0,1-1 0 0 0,-1 2 1 0 0,1-1-1 0 0,-5-3 0 0 0,4 4 73 0 0,0 0 1 0 0,0 0-1 0 0,1-1 1 0 0,-1 1-1 0 0,0 0 1 0 0,1-1-1 0 0,0 0 0 0 0,-1 1 1 0 0,1-1-1 0 0,-2-4 1 0 0,3 5-102 0 0,0 0 1 0 0,0 0 0 0 0,0 1 0 0 0,0-1 0 0 0,0 0 0 0 0,0 1-1 0 0,-1-1 1 0 0,1 1 0 0 0,0-1 0 0 0,-1 1 0 0 0,1 0 0 0 0,-1-1-1 0 0,0 1 1 0 0,0 0 0 0 0,1 0 0 0 0,-1 0 0 0 0,0 0-1 0 0,0 1 1 0 0,0-1 0 0 0,0 0 0 0 0,0 1 0 0 0,0-1 0 0 0,0 1-1 0 0,0 0 1 0 0,0 0 0 0 0,0 0 0 0 0,0 0 0 0 0,0 0-1 0 0,-3 0 1 0 0,5 0 21 0 0,0 0 0 0 0,0 0-1 0 0,0 0 1 0 0,0 0 0 0 0,-1 0-1 0 0,1 0 1 0 0,0 0 0 0 0,0 0-1 0 0,0 0 1 0 0,0 0 0 0 0,0 0-1 0 0,-1 0 1 0 0,1 0 0 0 0,0 0-1 0 0,0 0 1 0 0,0 0 0 0 0,0 0-1 0 0,-1 0 1 0 0,1 0 0 0 0,0 0-1 0 0,0 0 1 0 0,0 0 0 0 0,0 0-1 0 0,-1 0 1 0 0,1 0 0 0 0,0 0-1 0 0,0 0 1 0 0,0 0 0 0 0,0 0-1 0 0,0 0 1 0 0,0 0 0 0 0,-1 0-1 0 0,1 0 1 0 0,0 1 0 0 0,0-1 0 0 0,0 0-1 0 0,0 0 1 0 0,0 0 0 0 0,0 0-1 0 0,0 0 1 0 0,0 0 0 0 0,-1 1-1 0 0,1-1 1 0 0,0 0 0 0 0,0 0-1 0 0,0 0 1 0 0,0 0 0 0 0,0 1-1 0 0,0-1 1 0 0,0 0 0 0 0,0 0-1 0 0,0 0 1 0 0,0 0 0 0 0,0 0-1 0 0,0 1 1 0 0,0-1 0 0 0,0 0-1 0 0,0 0 1 0 0,0 0 0 0 0,0 0-1 0 0,0 1 1 0 0,0-1 0 0 0,1 0-1 0 0,-1 0 1 0 0,0 0 0 0 0,0 0-1 0 0,0 1 1 0 0,16 7 306 0 0,16 11-296 0 0,-13 1-63 0 0,-6-6-7 0 0,0-1-1 0 0,1 0 1 0 0,1-1 0 0 0,25 16-1 0 0,-19-17-14 0 0,-1 1 0 0 0,0 1-1 0 0,0 1 1 0 0,-2 0 0 0 0,0 2-1 0 0,0 0 1 0 0,-2 1 0 0 0,23 29-1 0 0,-33-40 175 0 0,-3-7 268 0 0,-2-17 83 0 0,-1 14-534 0 0,-2-29 330 0 0,-6-37 0 0 0,4 37-24 0 0,-1-37 1 0 0,5-5 131 0 0,0 65-190 0 0,1 14-332 0 0,-4 20-86 0 0,-62 135-378 0 0,-6 18 374 0 0,62-149 248 0 0,6-14-119 0 0,-1 0 0 0 0,-1 0 0 0 0,0 0-1 0 0,-1-1 1 0 0,0 0 0 0 0,-11 16-1 0 0,21-35 100 0 0,0 0-1 0 0,0-1 1 0 0,-1 1 0 0 0,1-1-1 0 0,-2 0 1 0 0,1 0-1 0 0,-1 0 1 0 0,0-1 0 0 0,-1 1-1 0 0,1 0 1 0 0,-1-1-1 0 0,-1 1 1 0 0,0 0 0 0 0,0-1-1 0 0,0 1 1 0 0,-1-1-1 0 0,0 1 1 0 0,0-1 0 0 0,-3-7-1 0 0,1 4-1 0 0,-1 0 0 0 0,-1 0 0 0 0,0 0 0 0 0,0 0 0 0 0,-1 1 0 0 0,0 0 0 0 0,-1 0 0 0 0,0 0 0 0 0,-1 1 0 0 0,0 0 0 0 0,-14-12 0 0 0,13 14-1 0 0,1-1-1 0 0,0 1 0 0 0,0-1 1 0 0,1 0-1 0 0,0-1 0 0 0,0 0 1 0 0,-8-16-1 0 0,8 17-460 0 0,7 8 485 0 0,-1 0 1 0 0,1 0-1 0 0,0-1 0 0 0,-1 1 0 0 0,1 0 1 0 0,0 0-1 0 0,-1-1 0 0 0,1 1 1 0 0,0 0-1 0 0,-1-1 0 0 0,1 1 0 0 0,0 0 1 0 0,0-1-1 0 0,-1 1 0 0 0,1 0 0 0 0,0-1 1 0 0,0 1-1 0 0,0-1 0 0 0,0 1 1 0 0,0-1-1 0 0,-1 1 0 0 0,1 0 0 0 0,0-1 1 0 0,0 1-1 0 0,0-1 0 0 0,0 1 0 0 0,0-1 1 0 0,0 1-1 0 0,0 0 0 0 0,0-1 1 0 0,0 1-1 0 0,1-1 0 0 0,-1 1 0 0 0,0-1 1 0 0,0 1-1 0 0,0 0 0 0 0,0-1 0 0 0,1 1 1 0 0,-1-1-1 0 0,0 1 0 0 0,0 0 1 0 0,1-1-1 0 0,-1 1 0 0 0,0 0 0 0 0,1 0 1 0 0,0-1-1 0 0,-1 0 42 0 0,20 3 69 0 0,-16 0-149 0 0,-1-1 0 0 0,1 1 0 0 0,-1 0 0 0 0,0 1 1 0 0,0-1-1 0 0,0 0 0 0 0,0 1 0 0 0,0 0 0 0 0,0-1 0 0 0,-1 1 1 0 0,1 0-1 0 0,-1 1 0 0 0,0-1 0 0 0,3 4 0 0 0,4 7-80 0 0,-3-7 3 0 0,0 0 0 0 0,-1 0 0 0 0,0 0-1 0 0,-1 1 1 0 0,1 0 0 0 0,-1 0 0 0 0,-1 0 0 0 0,0 1 0 0 0,0-1-1 0 0,-1 1 1 0 0,0-1 0 0 0,2 17 0 0 0,-1-26 756 0 0,5-11-93 0 0,4-14-37 0 0,-11 19-510 0 0,0 0 0 0 0,0 0 0 0 0,-1 0 0 0 0,0-1 1 0 0,0 1-1 0 0,0 0 0 0 0,-3-8 0 0 0,2 10 31 0 0,0 0 0 0 0,0 0 0 0 0,1 0 0 0 0,-1 0 1 0 0,1 0-1 0 0,0 0 0 0 0,1 0 0 0 0,-1 0 0 0 0,1 0 0 0 0,0 0 0 0 0,0 0 1 0 0,0 1-1 0 0,1-1 0 0 0,0 0 0 0 0,0 1 0 0 0,0-1 0 0 0,3-4 0 0 0,-3 7-111 0 0,0-1 0 0 0,0 1 0 0 0,1 0 0 0 0,-1 0 0 0 0,1 0 0 0 0,-1 0 0 0 0,1 0 0 0 0,0 0 0 0 0,-1 1 0 0 0,1-1 0 0 0,0 1 0 0 0,0 0-1 0 0,4-1 1 0 0,0-1-922 0 0</inkml:trace>
</inkml:ink>
</file>

<file path=ppt/ink/ink3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1:59.454"/>
    </inkml:context>
    <inkml:brush xml:id="br0">
      <inkml:brushProperty name="width" value="0.1" units="cm"/>
      <inkml:brushProperty name="height" value="0.1" units="cm"/>
      <inkml:brushProperty name="color" value="#008C3A"/>
    </inkml:brush>
  </inkml:definitions>
  <inkml:trace contextRef="#ctx0" brushRef="#br0">93 1 1376 0 0,'-22'2'598'0'0,"-18"5"5894"0"0,38-6-6434 0 0,0-1 0 0 0,0 1 0 0 0,0 0 1 0 0,1 0-1 0 0,-1 0 0 0 0,0 0 0 0 0,0 0 1 0 0,1 0-1 0 0,-1 1 0 0 0,1-1 0 0 0,-1 0 0 0 0,1 1 1 0 0,-1-1-1 0 0,1 1 0 0 0,0 0 0 0 0,-2 3 0 0 0,3-5-55 0 0,-1 0-1 0 0,1 0 0 0 0,0 1 0 0 0,0-1 1 0 0,0 0-1 0 0,0 0 0 0 0,0 1 0 0 0,0-1 0 0 0,0 0 1 0 0,-1 1-1 0 0,1-1 0 0 0,0 0 0 0 0,0 0 1 0 0,0 1-1 0 0,0-1 0 0 0,0 0 0 0 0,0 1 1 0 0,1-1-1 0 0,-1 0 0 0 0,0 1 0 0 0,0-1 1 0 0,0 0-1 0 0,0 0 0 0 0,0 1 0 0 0,0-1 1 0 0,0 0-1 0 0,1 0 0 0 0,-1 1 0 0 0,0-1 0 0 0,0 0 1 0 0,0 0-1 0 0,0 1 0 0 0,1-1 0 0 0,-1 0 1 0 0,0 0-1 0 0,0 0 0 0 0,1 1 0 0 0,-1-1 1 0 0,0 0-1 0 0,0 0 0 0 0,1 0 0 0 0,-1 0 1 0 0,20 3 1282 0 0,22-8 909 0 0,-41 5-2198 0 0,85-12 874 0 0,1 4-1 0 0,0 4 1 0 0,153 13 0 0 0,-42 2-78 0 0,-42-3-507 0 0,161 30 0 0 0,-178-12 46 0 0,0-6-1 0 0,258 4 1 0 0,-27-10 432 0 0,-297-9-662 0 0,-46-3-559 0 0,0 1 0 0 0,43 11 1 0 0</inkml:trace>
</inkml:ink>
</file>

<file path=ppt/ink/ink3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00.735"/>
    </inkml:context>
    <inkml:brush xml:id="br0">
      <inkml:brushProperty name="width" value="0.1" units="cm"/>
      <inkml:brushProperty name="height" value="0.1" units="cm"/>
      <inkml:brushProperty name="color" value="#008C3A"/>
    </inkml:brush>
  </inkml:definitions>
  <inkml:trace contextRef="#ctx0" brushRef="#br0">40 92 8754 0 0,'0'-9'943'0'0,"-1"1"0"0"0,0-1 1 0 0,-4-15-1 0 0,4 21-473 0 0,0 0-1 0 0,0 0 1 0 0,0 0 0 0 0,0 0 0 0 0,0 0 0 0 0,-1 0-1 0 0,1 1 1 0 0,-1-1 0 0 0,1 1 0 0 0,-1-1 0 0 0,0 1-1 0 0,0 0 1 0 0,-5-5 0 0 0,6 7-405 0 0,1 0 0 0 0,0 1-1 0 0,-1-1 1 0 0,1 0 0 0 0,0 0-1 0 0,-1 0 1 0 0,1 0 0 0 0,0 0 0 0 0,-1 1-1 0 0,1-1 1 0 0,0 0 0 0 0,-1 0-1 0 0,1 1 1 0 0,0-1 0 0 0,0 0 0 0 0,-1 0-1 0 0,1 1 1 0 0,0-1 0 0 0,0 0-1 0 0,0 1 1 0 0,0-1 0 0 0,-1 0 0 0 0,1 1-1 0 0,0-1 1 0 0,0 0 0 0 0,0 1-1 0 0,0-1 1 0 0,0 0 0 0 0,0 1 0 0 0,0-1-1 0 0,0 1 1 0 0,0-1 0 0 0,0 0 0 0 0,0 1-1 0 0,0-1 1 0 0,0 0 0 0 0,0 1-1 0 0,0-1 1 0 0,0 0 0 0 0,0 1 0 0 0,0-1-1 0 0,1 0 1 0 0,-1 1 0 0 0,2 21 381 0 0,39 225 272 0 0,-7-55-632 0 0,-29-155-91 0 0,0 3-24 0 0,12 41-1 0 0,-14-70-97 0 0,0-1 1 0 0,0 0-1 0 0,1 0 1 0 0,1 0-1 0 0,-1-1 1 0 0,2 0-1 0 0,-1 0 1 0 0,1 0-1 0 0,9 9 1 0 0,-1-5-932 0 0,3-5-265 0 0</inkml:trace>
</inkml:ink>
</file>

<file path=ppt/ink/ink3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00.988"/>
    </inkml:context>
    <inkml:brush xml:id="br0">
      <inkml:brushProperty name="width" value="0.1" units="cm"/>
      <inkml:brushProperty name="height" value="0.1" units="cm"/>
      <inkml:brushProperty name="color" value="#008C3A"/>
    </inkml:brush>
  </inkml:definitions>
  <inkml:trace contextRef="#ctx0" brushRef="#br0">0 274 7370 0 0,'0'-1'97'0'0,"0"0"1"0"0,0 0-1 0 0,0 0 1 0 0,0 0 0 0 0,0 0-1 0 0,0 0 1 0 0,1 0 0 0 0,-1 0-1 0 0,0 0 1 0 0,1 0 0 0 0,-1 0-1 0 0,0 1 1 0 0,1-1 0 0 0,-1 0-1 0 0,1 0 1 0 0,-1 0-1 0 0,1 1 1 0 0,0-1 0 0 0,-1 0-1 0 0,1 0 1 0 0,0 1 0 0 0,-1-1-1 0 0,1 1 1 0 0,0-1 0 0 0,1 0-1 0 0,27-19 1775 0 0,-23 16-1375 0 0,94-67 3699 0 0,-52 36-4994 0 0,1 2-1 0 0,90-46 1 0 0,-119 69 731 0 0</inkml:trace>
</inkml:ink>
</file>

<file path=ppt/ink/ink3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01.404"/>
    </inkml:context>
    <inkml:brush xml:id="br0">
      <inkml:brushProperty name="width" value="0.1" units="cm"/>
      <inkml:brushProperty name="height" value="0.1" units="cm"/>
      <inkml:brushProperty name="color" value="#008C3A"/>
    </inkml:brush>
  </inkml:definitions>
  <inkml:trace contextRef="#ctx0" brushRef="#br0">18 1 6449 0 0,'-1'0'76'0'0,"0"0"0"0"0,1 0 0 0 0,-1 0 0 0 0,0 0 0 0 0,1 0 0 0 0,-1 0 0 0 0,0 0-1 0 0,1 0 1 0 0,-1 0 0 0 0,1 0 0 0 0,-1 0 0 0 0,0 1 0 0 0,1-1 0 0 0,-1 0 0 0 0,1 0-1 0 0,-1 1 1 0 0,0-1 0 0 0,1 0 0 0 0,-1 1 0 0 0,1-1 0 0 0,-1 0 0 0 0,1 1 0 0 0,-1-1-1 0 0,1 1 1 0 0,-1-1 0 0 0,1 1 0 0 0,0-1 0 0 0,-1 1 0 0 0,1-1 0 0 0,-1 2 0 0 0,3 20 3024 0 0,0-16-2878 0 0,36 132 7054 0 0,11-3-5792 0 0,6 22-7295 0 0,-54-154 5230 0 0,0 0 0 0 0,0 0 0 0 0,0 0 0 0 0,0-1 0 0 0,1 1 0 0 0,-1-1 0 0 0,1 1 0 0 0,0-1 0 0 0,3 5 0 0 0,-5-7 524 0 0,1 0 1 0 0,-1 0-1 0 0,0 1 1 0 0,0-1 0 0 0,1 0-1 0 0,-1 0 1 0 0,0 0-1 0 0,1 0 1 0 0,-1 0-1 0 0,0 1 1 0 0,1-1 0 0 0,-1 0-1 0 0,0 0 1 0 0,1 0-1 0 0,-1 0 1 0 0,0 0 0 0 0,1 0-1 0 0,-1 0 1 0 0,0 0-1 0 0,0 0 1 0 0,1 0-1 0 0,-1 0 1 0 0,0 0 0 0 0,1 0-1 0 0,-1 0 1 0 0,0-1-1 0 0,1 1 1 0 0,-1 0-1 0 0,0 0 1 0 0,1 0 0 0 0,-1-1-1 0 0,9-17 484 0 0,-7 4-496 0 0,0 0-1 0 0,-1 1 0 0 0,-2-27 0 0 0,0 25 285 0 0,1 0-1 0 0,1 1 1 0 0,3-24-1 0 0,-1 24 768 0 0,1 1 0 0 0,0 0 0 0 0,9-20 0 0 0,-11 29-551 0 0,0 0 0 0 0,1 0-1 0 0,-1 0 1 0 0,1 0 0 0 0,0 0-1 0 0,-1 0 1 0 0,2 1 0 0 0,-1-1 0 0 0,0 1-1 0 0,1 0 1 0 0,0 0 0 0 0,-1 0 0 0 0,1 0-1 0 0,5-2 1 0 0,-7 5-221 0 0,0-1 0 0 0,0 1 0 0 0,1 0 0 0 0,-1 0 1 0 0,0 0-1 0 0,0 0 0 0 0,1 0 0 0 0,-1 0 0 0 0,0 0 0 0 0,0 1 0 0 0,0-1 0 0 0,1 1 0 0 0,-1-1 0 0 0,0 1 1 0 0,0 0-1 0 0,0 0 0 0 0,0 0 0 0 0,0 0 0 0 0,0 0 0 0 0,0 1 0 0 0,-1-1 0 0 0,1 0 0 0 0,0 1 1 0 0,-1-1-1 0 0,2 3 0 0 0,7 6 59 0 0,-1 1-1 0 0,15 21 1 0 0,-15-19-217 0 0,3 5-202 0 0,0 1 1 0 0,-1 1-1 0 0,15 38 0 0 0,4 25-3520 0 0,-22-58-3951 0 0</inkml:trace>
</inkml:ink>
</file>

<file path=ppt/ink/ink3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01.768"/>
    </inkml:context>
    <inkml:brush xml:id="br0">
      <inkml:brushProperty name="width" value="0.1" units="cm"/>
      <inkml:brushProperty name="height" value="0.1" units="cm"/>
      <inkml:brushProperty name="color" value="#008C3A"/>
    </inkml:brush>
  </inkml:definitions>
  <inkml:trace contextRef="#ctx0" brushRef="#br0">38 326 11522 0 0,'6'-3'465'0'0,"-1"-1"0"0"0,1 0-1 0 0,-1 0 1 0 0,0 0 0 0 0,-1-1-1 0 0,1 0 1 0 0,-1 0-1 0 0,6-7 1 0 0,25-46 2515 0 0,-31 49-2735 0 0,0-1 1 0 0,0 0-1 0 0,-1 0 0 0 0,0 0 1 0 0,-1-1-1 0 0,0 1 0 0 0,0-1 1 0 0,-1-20-1 0 0,-1 26-223 0 0,0-1 1 0 0,0 1-1 0 0,-1-1 1 0 0,1 1-1 0 0,-2 0 1 0 0,1-1-1 0 0,0 1 0 0 0,-1 0 1 0 0,0 0-1 0 0,0 0 1 0 0,-1 0-1 0 0,1 0 1 0 0,-1 1-1 0 0,0-1 0 0 0,-1 1 1 0 0,1 0-1 0 0,-1 0 1 0 0,1 0-1 0 0,-7-5 1 0 0,9 8-24 0 0,0 1 0 0 0,0-1 1 0 0,0 0-1 0 0,0 0 1 0 0,0 1-1 0 0,-1-1 0 0 0,1 1 1 0 0,0-1-1 0 0,0 1 1 0 0,-1 0-1 0 0,1-1 1 0 0,0 1-1 0 0,-1 0 0 0 0,1 0 1 0 0,0 0-1 0 0,-1 0 1 0 0,1 0-1 0 0,0 0 0 0 0,-1 0 1 0 0,1 0-1 0 0,0 1 1 0 0,0-1-1 0 0,-2 1 0 0 0,1 0-24 0 0,-1 1-1 0 0,1-1 0 0 0,0 1 0 0 0,0 0 0 0 0,-1-1 0 0 0,1 1 1 0 0,1 0-1 0 0,-1 0 0 0 0,0 0 0 0 0,-2 5 0 0 0,-3 3-161 0 0,2 2 0 0 0,-1-1 0 0 0,-6 21 0 0 0,8-16 83 0 0,0 1 1 0 0,1 0 0 0 0,1 0 0 0 0,1 0-1 0 0,0 0 1 0 0,1 1 0 0 0,1-1 0 0 0,0 0-1 0 0,1 0 1 0 0,1 0 0 0 0,1 0 0 0 0,1-1-1 0 0,0 1 1 0 0,1-1 0 0 0,1 0 0 0 0,0-1-1 0 0,1 1 1 0 0,17 24 0 0 0,-22-36-70 0 0,1-1 0 0 0,-1 0 0 0 0,0 0 0 0 0,1 0-1 0 0,-1 0 1 0 0,1 0 0 0 0,0-1 0 0 0,0 1 0 0 0,0-1 0 0 0,0 0 0 0 0,1 0 0 0 0,-1-1 0 0 0,0 1 0 0 0,1-1 0 0 0,-1 0 0 0 0,1 0-1 0 0,-1-1 1 0 0,1 1 0 0 0,0-1 0 0 0,-1 0 0 0 0,1 0 0 0 0,0-1 0 0 0,-1 1 0 0 0,1-1 0 0 0,-1 0 0 0 0,1 0 0 0 0,6-4 0 0 0,6-2-1142 0 0</inkml:trace>
</inkml:ink>
</file>

<file path=ppt/ink/ink3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02.056"/>
    </inkml:context>
    <inkml:brush xml:id="br0">
      <inkml:brushProperty name="width" value="0.1" units="cm"/>
      <inkml:brushProperty name="height" value="0.1" units="cm"/>
      <inkml:brushProperty name="color" value="#008C3A"/>
    </inkml:brush>
  </inkml:definitions>
  <inkml:trace contextRef="#ctx0" brushRef="#br0">2 171 5065 0 0,'0'-1'118'0'0,"-1"0"1"0"0,1 0-1 0 0,0 1 1 0 0,0-1-1 0 0,0 0 1 0 0,0 0-1 0 0,0 0 0 0 0,0 0 1 0 0,0 0-1 0 0,0 0 1 0 0,0 0-1 0 0,0 1 0 0 0,0-1 1 0 0,1 0-1 0 0,-1 0 1 0 0,0 0-1 0 0,1 0 0 0 0,-1 1 1 0 0,1-1-1 0 0,-1 0 1 0 0,0 0-1 0 0,1 1 0 0 0,0-1 1 0 0,-1 0-1 0 0,1 1 1 0 0,1-2-1 0 0,-1 1 146 0 0,1 0 0 0 0,0 0 1 0 0,0 0-1 0 0,1 0 0 0 0,-1 0 0 0 0,0 1 0 0 0,0-1 1 0 0,0 0-1 0 0,0 1 0 0 0,4 0 0 0 0,3-1 361 0 0,-1 1 0 0 0,0 1-1 0 0,0 0 1 0 0,1 0 0 0 0,8 2 0 0 0,-8 0-340 0 0,0 1 0 0 0,0 0 0 0 0,0 0 0 0 0,-1 0 0 0 0,1 1 0 0 0,-1 1 0 0 0,0 0 0 0 0,-1 0 0 0 0,1 0 0 0 0,10 13 0 0 0,-15-17-233 0 0,-1 1 1 0 0,1 0-1 0 0,-1 0 0 0 0,0 0 1 0 0,0 0-1 0 0,0 1 0 0 0,0-1 1 0 0,-1 0-1 0 0,1 1 0 0 0,-1-1 0 0 0,0 1 1 0 0,0 0-1 0 0,0-1 0 0 0,0 1 1 0 0,-1 0-1 0 0,1-1 0 0 0,-1 1 1 0 0,0 0-1 0 0,0 0 0 0 0,-1 0 0 0 0,1-1 1 0 0,-1 1-1 0 0,0 0 0 0 0,0-1 1 0 0,0 1-1 0 0,0-1 0 0 0,0 1 1 0 0,-1-1-1 0 0,0 1 0 0 0,-2 2 1 0 0,3-4 2 0 0,1-1 1 0 0,-1 1-1 0 0,0-1 1 0 0,0 0-1 0 0,0 0 1 0 0,0 0 0 0 0,0 1-1 0 0,0-1 1 0 0,0 0-1 0 0,0 0 1 0 0,-1 0-1 0 0,1-1 1 0 0,0 1 0 0 0,-1 0-1 0 0,1 0 1 0 0,-1-1-1 0 0,1 1 1 0 0,0-1-1 0 0,-1 1 1 0 0,1-1 0 0 0,-1 0-1 0 0,1 1 1 0 0,-1-1-1 0 0,0 0 1 0 0,1 0-1 0 0,-1 0 1 0 0,1 0 0 0 0,-1 0-1 0 0,1-1 1 0 0,-1 1-1 0 0,1 0 1 0 0,-1-1-1 0 0,1 1 1 0 0,-1-1 0 0 0,1 1-1 0 0,0-1 1 0 0,-1 0-1 0 0,1 0 1 0 0,0 0 0 0 0,-1 1-1 0 0,1-1 1 0 0,-1-2-1 0 0,-2 0 38 0 0,0-1 0 0 0,0-1 0 0 0,0 1 0 0 0,1 0 0 0 0,0-1 0 0 0,0 0-1 0 0,0 0 1 0 0,0 0 0 0 0,1 0 0 0 0,-3-8 0 0 0,0-5-107 0 0,1 0 0 0 0,1-1-1 0 0,0 0 1 0 0,2 1 0 0 0,0-1 0 0 0,1 0-1 0 0,3-27 1 0 0,-1 33-1691 0 0,1 0 0 0 0,0-1-1 0 0,7-18 1 0 0,2 6-5243 0 0</inkml:trace>
</inkml:ink>
</file>

<file path=ppt/ink/ink3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02.735"/>
    </inkml:context>
    <inkml:brush xml:id="br0">
      <inkml:brushProperty name="width" value="0.1" units="cm"/>
      <inkml:brushProperty name="height" value="0.1" units="cm"/>
      <inkml:brushProperty name="color" value="#008C3A"/>
    </inkml:brush>
  </inkml:definitions>
  <inkml:trace contextRef="#ctx0" brushRef="#br0">7 163 11058 0 0,'-1'-1'195'0'0,"0"0"-1"0"0,1 0 1 0 0,-1 0-1 0 0,0 0 0 0 0,1 0 1 0 0,-1-1-1 0 0,1 1 1 0 0,-1 0-1 0 0,1 0 0 0 0,0-1 1 0 0,-1 1-1 0 0,1 0 0 0 0,0 0 1 0 0,0-1-1 0 0,0 1 1 0 0,0 0-1 0 0,0-1 0 0 0,0 1 1 0 0,1 0-1 0 0,-1 0 1 0 0,0-1-1 0 0,1 1 0 0 0,-1 0 1 0 0,1 0-1 0 0,-1-1 1 0 0,1 1-1 0 0,-1 0 0 0 0,1 0 1 0 0,0 0-1 0 0,1-2 1 0 0,-1 2-91 0 0,-1 0 1 0 0,1 1-1 0 0,0-1 1 0 0,-1 1 0 0 0,1-1-1 0 0,0 0 1 0 0,0 1-1 0 0,-1-1 1 0 0,1 1 0 0 0,0-1-1 0 0,0 1 1 0 0,0 0-1 0 0,0-1 1 0 0,-1 1 0 0 0,1 0-1 0 0,0 0 1 0 0,0-1-1 0 0,0 1 1 0 0,0 0 0 0 0,0 0-1 0 0,0 0 1 0 0,0 0-1 0 0,0 0 1 0 0,0 0 0 0 0,0 1-1 0 0,0-1 1 0 0,-1 0-1 0 0,1 0 1 0 0,0 1 0 0 0,0-1-1 0 0,0 0 1 0 0,0 1-1 0 0,0-1 1 0 0,-1 1 0 0 0,1-1-1 0 0,0 1 1 0 0,0 0-1 0 0,-1-1 1 0 0,1 1 0 0 0,0 0-1 0 0,-1-1 1 0 0,1 1-1 0 0,-1 0 1 0 0,1 0 0 0 0,-1-1-1 0 0,1 2 1 0 0,6 11-19 0 0,0 0 0 0 0,-1 1 0 0 0,-1-1-1 0 0,0 1 1 0 0,-1 0 0 0 0,0 0 0 0 0,2 20 0 0 0,3 11-427 0 0,-12-61 19 0 0,0-1-1 0 0,1 0 1 0 0,0 0-1 0 0,1 0 1 0 0,1 1-1 0 0,1-1 0 0 0,5-32 1 0 0,-3 37 315 0 0,1-3-5 0 0,0 0-1 0 0,8-19 0 0 0,-11 32 54 0 0,0-1 0 0 0,0 1 1 0 0,0-1-1 0 0,1 1 0 0 0,-1 0 0 0 0,0 0 1 0 0,1 0-1 0 0,-1 0 0 0 0,1 0 1 0 0,0 0-1 0 0,0 0 0 0 0,0 0 0 0 0,0 1 1 0 0,0-1-1 0 0,0 1 0 0 0,0-1 0 0 0,0 1 1 0 0,1 0-1 0 0,-1 0 0 0 0,1 0 0 0 0,3-1 1 0 0,-1 2 55 0 0,0 0 1 0 0,0 1-1 0 0,0 0 0 0 0,-1 0 1 0 0,1 0-1 0 0,0 0 1 0 0,0 1-1 0 0,0 0 1 0 0,-1 0-1 0 0,1 0 0 0 0,-1 0 1 0 0,7 5-1 0 0,46 38 68 0 0,-50-38-158 0 0,0-1-1 0 0,-1 1 1 0 0,0 1 0 0 0,-1-1 0 0 0,1 1 0 0 0,-1 0-1 0 0,-1 1 1 0 0,0-1 0 0 0,6 17 0 0 0,-8-20-5 0 0,-1 0 0 0 0,1 0 1 0 0,-1 1-1 0 0,-1-1 0 0 0,1 0 1 0 0,-1 0-1 0 0,1 1 0 0 0,-2-1 1 0 0,1 0-1 0 0,-1 1 0 0 0,1-1 1 0 0,-1 0-1 0 0,-1 0 0 0 0,1 0 0 0 0,-1 0 1 0 0,0 0-1 0 0,0 0 0 0 0,-5 8 1 0 0,4-13-3 0 0,2-9 0 0 0,1-9 0 0 0,0 15-1 0 0,31-117-244 0 0,-26 104 202 0 0,1 0 1 0 0,0 1 0 0 0,1 0 0 0 0,1 0 0 0 0,12-18 0 0 0,-19 31 47 0 0,0 1 0 0 0,0-1 0 0 0,0 0 0 0 0,0 1 0 0 0,0-1 0 0 0,1 1 0 0 0,-1-1 0 0 0,1 1 0 0 0,-1 0 0 0 0,1-1 0 0 0,0 1 0 0 0,-1 0 0 0 0,1 0 0 0 0,0 0 0 0 0,0 0 0 0 0,-1 1 0 0 0,1-1 0 0 0,0 0 0 0 0,0 1 0 0 0,0 0 0 0 0,0-1 0 0 0,0 1 0 0 0,0 0 0 0 0,0 0 0 0 0,0 0 0 0 0,0 0 0 0 0,2 0 0 0 0,-1 2 27 0 0,0-1-1 0 0,-1 0 0 0 0,1 1 1 0 0,0 0-1 0 0,-1 0 1 0 0,0-1-1 0 0,1 1 1 0 0,-1 1-1 0 0,0-1 1 0 0,0 0-1 0 0,0 0 1 0 0,0 1-1 0 0,0-1 0 0 0,-1 1 1 0 0,1 0-1 0 0,1 5 1 0 0,13 29 5 0 0,-13-27-341 0 0,1-1-1 0 0,0 1 0 0 0,0-1 1 0 0,1 0-1 0 0,0-1 1 0 0,1 1-1 0 0,0-1 1 0 0,0 0-1 0 0,0-1 1 0 0,14 13-1 0 0,-4-10-6640 0 0</inkml:trace>
</inkml:ink>
</file>

<file path=ppt/ink/ink3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03.338"/>
    </inkml:context>
    <inkml:brush xml:id="br0">
      <inkml:brushProperty name="width" value="0.1" units="cm"/>
      <inkml:brushProperty name="height" value="0.1" units="cm"/>
      <inkml:brushProperty name="color" value="#008C3A"/>
    </inkml:brush>
  </inkml:definitions>
  <inkml:trace contextRef="#ctx0" brushRef="#br0">118 478 4145 0 0,'2'-8'545'0'0,"-1"-1"1"0"0,-1 1-1 0 0,0 0 1 0 0,0-1-1 0 0,-1-11 1 0 0,0 16 35 0 0,1 0 1 0 0,-1 0 0 0 0,0 0-1 0 0,0 0 1 0 0,-1 0 0 0 0,1 0-1 0 0,-1 0 1 0 0,0 0 0 0 0,0 0-1 0 0,0 1 1 0 0,-1-1 0 0 0,-3-4-1 0 0,5 7-444 0 0,1 1-1 0 0,-1-1 0 0 0,1 0 1 0 0,-1 1-1 0 0,0-1 0 0 0,0 1 1 0 0,1-1-1 0 0,-1 1 0 0 0,0-1 1 0 0,0 1-1 0 0,0-1 0 0 0,0 1 1 0 0,1 0-1 0 0,-1 0 0 0 0,0-1 1 0 0,0 1-1 0 0,0 0 0 0 0,0 0 1 0 0,0 0-1 0 0,0 0 0 0 0,0 0 1 0 0,0 0-1 0 0,1 0 0 0 0,-1 0 1 0 0,0 0-1 0 0,0 1 1 0 0,0-1-1 0 0,-1 1 0 0 0,-1 0 14 0 0,1 1 0 0 0,0-1-1 0 0,0 1 1 0 0,0 0 0 0 0,0-1 0 0 0,1 1-1 0 0,-1 0 1 0 0,0 0 0 0 0,1 0-1 0 0,-2 3 1 0 0,-3 5 62 0 0,1 1 0 0 0,0-1 0 0 0,-5 18 1 0 0,4-8-153 0 0,1 0 0 0 0,1 1 1 0 0,1-1-1 0 0,-1 23 0 0 0,3-36-93 0 0,1-1 1 0 0,0 1-1 0 0,1 0 0 0 0,-1-1 0 0 0,1 1 0 0 0,1 0 0 0 0,-1-1 0 0 0,1 1 0 0 0,0-1 0 0 0,0 1 1 0 0,1-1-1 0 0,0 0 0 0 0,0 0 0 0 0,1 0 0 0 0,-1-1 0 0 0,8 8 0 0 0,-10-11-50 0 0,0 0-1 0 0,1 0 1 0 0,-1-1 0 0 0,1 1-1 0 0,0-1 1 0 0,-1 1-1 0 0,1-1 1 0 0,0 0 0 0 0,0 0-1 0 0,0 1 1 0 0,0-1-1 0 0,0-1 1 0 0,0 1-1 0 0,0 0 1 0 0,0 0 0 0 0,0-1-1 0 0,1 1 1 0 0,-1-1-1 0 0,0 0 1 0 0,0 0 0 0 0,1 0-1 0 0,-1 0 1 0 0,0 0-1 0 0,0 0 1 0 0,0-1 0 0 0,1 1-1 0 0,-1 0 1 0 0,0-1-1 0 0,0 0 1 0 0,0 0 0 0 0,0 0-1 0 0,0 0 1 0 0,0 0-1 0 0,0 0 1 0 0,0 0 0 0 0,2-2-1 0 0,0-1-149 0 0,1-1-1 0 0,-1 0 1 0 0,0 0-1 0 0,-1 0 1 0 0,1 0-1 0 0,-1-1 1 0 0,0 0-1 0 0,0 1 1 0 0,-1-1-1 0 0,1 0 1 0 0,1-10-1 0 0,3-26 1081 0 0,-6 33-294 0 0,0 1 1 0 0,0-1-1 0 0,1 1 0 0 0,0 0 1 0 0,0-1-1 0 0,1 1 0 0 0,7-13 0 0 0,-9 22-421 0 0,1 1-1 0 0,-1-1 0 0 0,0 0 1 0 0,0 1-1 0 0,0-1 0 0 0,0 1 0 0 0,0-1 1 0 0,0 1-1 0 0,0 0 0 0 0,0 0 0 0 0,0-1 1 0 0,-1 1-1 0 0,1 3 0 0 0,1 0 10 0 0,3 4-118 0 0,0 1 0 0 0,1-1 0 0 0,-1-1 0 0 0,2 1 0 0 0,-1-1 0 0 0,1 0-1 0 0,0 0 1 0 0,1-1 0 0 0,0 0 0 0 0,0-1 0 0 0,12 8 0 0 0,-17-12-207 0 0,1 0 0 0 0,0 0 1 0 0,0 0-1 0 0,0 0 0 0 0,0-1 1 0 0,0 1-1 0 0,0-1 0 0 0,1 0 0 0 0,-1 0 1 0 0,0-1-1 0 0,1 1 0 0 0,-1-1 1 0 0,0 0-1 0 0,1 0 0 0 0,-1-1 0 0 0,0 1 1 0 0,1-1-1 0 0,-1 0 0 0 0,0 0 1 0 0,0-1-1 0 0,0 1 0 0 0,0-1 0 0 0,0 0 1 0 0,0 0-1 0 0,0 0 0 0 0,0 0 1 0 0,-1-1-1 0 0,1 1 0 0 0,5-6 0 0 0,-4 1-335 0 0,1 0-1 0 0,-1 1 0 0 0,0-2 0 0 0,0 1 1 0 0,-1 0-1 0 0,0-1 0 0 0,-1 0 0 0 0,1 0 1 0 0,-2 0-1 0 0,1 0 0 0 0,-1-1 0 0 0,0 1 1 0 0,1-12-1 0 0,-1-1-85 0 0,-1 0 0 0 0,-1-1-1 0 0,0 1 1 0 0,-5-26 0 0 0,-16-75-59 0 0,10 64 4025 0 0,-7-91-1 0 0,14 121 1541 0 0,6 48-320 0 0,20 68-4206 0 0,4-1-1 0 0,46 106 1 0 0,-18-50-149 0 0,-32-88-1775 0 0,1-1-3509 0 0,-8-23-2370 0 0</inkml:trace>
</inkml:ink>
</file>

<file path=ppt/ink/ink3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45.034"/>
    </inkml:context>
    <inkml:brush xml:id="br0">
      <inkml:brushProperty name="width" value="0.1" units="cm"/>
      <inkml:brushProperty name="height" value="0.1" units="cm"/>
      <inkml:brushProperty name="color" value="#008C3A"/>
    </inkml:brush>
  </inkml:definitions>
  <inkml:trace contextRef="#ctx0" brushRef="#br0">33 63 5529 0 0,'-6'-19'482'0'0,"6"15"-89"0"0,-1 0 1 0 0,0 1-1 0 0,0-1 1 0 0,0 0-1 0 0,-1 1 0 0 0,1-1 1 0 0,-1 1-1 0 0,0 0 0 0 0,0-1 1 0 0,-3-3-1 0 0,4 7-278 0 0,1 0-1 0 0,-1 1 0 0 0,1-1 0 0 0,-1 0 1 0 0,1 1-1 0 0,-1-1 0 0 0,1 1 1 0 0,-1-1-1 0 0,1 0 0 0 0,0 1 1 0 0,-1-1-1 0 0,1 1 0 0 0,0-1 1 0 0,0 1-1 0 0,-1-1 0 0 0,1 1 1 0 0,0 0-1 0 0,0-1 0 0 0,0 1 1 0 0,-1-1-1 0 0,1 1 0 0 0,0-1 0 0 0,0 1 1 0 0,0 0-1 0 0,0-1 0 0 0,0 1 1 0 0,0-1-1 0 0,0 1 0 0 0,0-1 1 0 0,1 2-1 0 0,-3 20 927 0 0,6 32-160 0 0,2 1 0 0 0,3-2 0 0 0,23 83 0 0 0,-5-21-255 0 0,26 157 196 0 0,17 296-1 0 0,-69-562-847 0 0,-1 0 0 0 0,0-1 0 0 0,0 1 0 0 0,0 0 0 0 0,-2 8-1 0 0,2-14-31 0 0,0 0-1 0 0,0 1 0 0 0,-1-1 0 0 0,1 1 0 0 0,0-1 0 0 0,0 1 0 0 0,0-1 0 0 0,-1 0 0 0 0,1 1 1 0 0,0-1-1 0 0,0 0 0 0 0,-1 1 0 0 0,1-1 0 0 0,0 0 0 0 0,0 1 0 0 0,-1-1 0 0 0,1 0 0 0 0,-1 1 1 0 0,1-1-1 0 0,0 0 0 0 0,-1 0 0 0 0,1 0 0 0 0,0 1 0 0 0,-1-1 0 0 0,1 0 0 0 0,-1 0 0 0 0,1 0 1 0 0,-1 0-1 0 0,-1 0-228 0 0,1 0 1 0 0,-1-1-1 0 0,1 1 1 0 0,0-1-1 0 0,-1 0 1 0 0,1 1-1 0 0,0-1 0 0 0,0 0 1 0 0,-1 0-1 0 0,1 0 1 0 0,0 1-1 0 0,0-1 1 0 0,0-1-1 0 0,-1 0 1 0 0</inkml:trace>
</inkml:ink>
</file>

<file path=ppt/ink/ink3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45.542"/>
    </inkml:context>
    <inkml:brush xml:id="br0">
      <inkml:brushProperty name="width" value="0.1" units="cm"/>
      <inkml:brushProperty name="height" value="0.1" units="cm"/>
      <inkml:brushProperty name="color" value="#008C3A"/>
    </inkml:brush>
  </inkml:definitions>
  <inkml:trace contextRef="#ctx0" brushRef="#br0">202 258 3281 0 0,'-5'-5'125'0'0,"0"-1"1"0"0,-1 1 0 0 0,1 0-1 0 0,-11-6 1 0 0,-11-7 3215 0 0,26 18-3220 0 0,0 0 0 0 0,1-1 0 0 0,-1 1 0 0 0,0 0 0 0 0,1 0 1 0 0,-1 0-1 0 0,0 0 0 0 0,0 0 0 0 0,1 0 0 0 0,-1 0 0 0 0,0 0 1 0 0,1 1-1 0 0,-1-1 0 0 0,0 0 0 0 0,1 0 0 0 0,-1 1 1 0 0,1-1-1 0 0,-1 0 0 0 0,0 0 0 0 0,1 1 0 0 0,-1-1 0 0 0,1 1 1 0 0,-1-1-1 0 0,1 1 0 0 0,-1-1 0 0 0,1 1 0 0 0,-1-1 1 0 0,1 1-1 0 0,-1-1 0 0 0,1 1 0 0 0,0-1 0 0 0,-1 1 0 0 0,1 1 1 0 0,-15 26 526 0 0,12-21-417 0 0,-35 61 291 0 0,-23 47 102 0 0,60-112-27 0 0,3-3-202 0 0,7-11-26 0 0,10-19-10 0 0,39-86 587 0 0,-19 37 753 0 0,52-81 1 0 0,-89 156-1568 0 0,1 1 0 0 0,-1-1 0 0 0,1 1 0 0 0,-1 0-1 0 0,1 0 1 0 0,0 0 0 0 0,0 0 0 0 0,0 1 0 0 0,0-1 0 0 0,1 1 0 0 0,-1-1-1 0 0,1 1 1 0 0,4-2 0 0 0,-6 4-81 0 0,1 0 0 0 0,-1-1 0 0 0,0 1 0 0 0,0 0 1 0 0,0 0-1 0 0,1 1 0 0 0,-1-1 0 0 0,0 0 0 0 0,0 1 0 0 0,0-1 0 0 0,0 1 0 0 0,0 0 0 0 0,0-1 0 0 0,0 1 0 0 0,0 0 0 0 0,0 0 0 0 0,0 1 1 0 0,0-1-1 0 0,0 0 0 0 0,-1 1 0 0 0,1-1 0 0 0,0 1 0 0 0,-1-1 0 0 0,0 1 0 0 0,3 3 0 0 0,34 41 149 0 0,-22-26-175 0 0,1 0 0 0 0,0 0 1 0 0,2-2-1 0 0,27 22 0 0 0,-36-34-627 0 0,3 4-5192 0 0</inkml:trace>
</inkml:ink>
</file>

<file path=ppt/ink/ink3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47.465"/>
    </inkml:context>
    <inkml:brush xml:id="br0">
      <inkml:brushProperty name="width" value="0.1" units="cm"/>
      <inkml:brushProperty name="height" value="0.1" units="cm"/>
      <inkml:brushProperty name="color" value="#008C3A"/>
    </inkml:brush>
  </inkml:definitions>
  <inkml:trace contextRef="#ctx0" brushRef="#br0">122 165 3225 0 0,'-6'-14'-336'0'0,"-32"-73"-168"0"0,5 35 2961 0 0,32 51-2315 0 0,1 0-1 0 0,0 1 0 0 0,-1-1 1 0 0,1 0-1 0 0,-1 0 1 0 0,1 1-1 0 0,-1-1 0 0 0,0 1 1 0 0,1-1-1 0 0,-1 0 0 0 0,1 1 1 0 0,-1-1-1 0 0,0 1 0 0 0,0 0 1 0 0,1-1-1 0 0,-1 1 1 0 0,0 0-1 0 0,0-1 0 0 0,1 1 1 0 0,-1 0-1 0 0,0 0 0 0 0,0-1 1 0 0,0 1-1 0 0,0 0 0 0 0,1 0 1 0 0,-1 0-1 0 0,0 0 1 0 0,0 0-1 0 0,0 0 0 0 0,-1 1 1 0 0,1 0 26 0 0,0 0 0 0 0,0 0 0 0 0,0 0 0 0 0,0 0 0 0 0,0 1 0 0 0,0-1 0 0 0,0 0 0 0 0,0 0 0 0 0,0 1 0 0 0,1-1 0 0 0,-1 1 0 0 0,1-1 0 0 0,-1 1 0 0 0,0 2 0 0 0,-1 8 520 0 0,-1 1 0 0 0,0 23-1 0 0,2 25-220 0 0,2 0 0 0 0,3 0 0 0 0,3 0-1 0 0,2-1 1 0 0,18 63 0 0 0,-22-108-453 0 0,0 0 0 0 0,1 0 0 0 0,1 0 1 0 0,0-1-1 0 0,1 0 0 0 0,16 21 0 0 0,-21-31-57 0 0,-1 0 0 0 0,2-1-1 0 0,-1 1 1 0 0,0-1 0 0 0,1 0-1 0 0,0 1 1 0 0,-1-2 0 0 0,1 1-1 0 0,0 0 1 0 0,1-1 0 0 0,-1 0-1 0 0,0 0 1 0 0,1 0-1 0 0,-1 0 1 0 0,1-1 0 0 0,0 0-1 0 0,-1 0 1 0 0,1 0 0 0 0,0 0-1 0 0,0-1 1 0 0,-1 0 0 0 0,1 0-1 0 0,0 0 1 0 0,0 0 0 0 0,0-1-1 0 0,5-1 1 0 0,-6 1-292 0 0,-1-1 0 0 0,0 1 0 0 0,0-1 0 0 0,0 1 0 0 0,0-1 1 0 0,0 0-1 0 0,4-3 0 0 0,5-8-4450 0 0</inkml:trace>
</inkml:ink>
</file>

<file path=ppt/ink/ink3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47.672"/>
    </inkml:context>
    <inkml:brush xml:id="br0">
      <inkml:brushProperty name="width" value="0.1" units="cm"/>
      <inkml:brushProperty name="height" value="0.1" units="cm"/>
      <inkml:brushProperty name="color" value="#008C3A"/>
    </inkml:brush>
  </inkml:definitions>
  <inkml:trace contextRef="#ctx0" brushRef="#br0">66 43 10138 0 0,'-65'-42'3617'0'0,"65"42"-3625"0"0,0 0 1 0 0,0 0-1 0 0,0 0 0 0 0,0 0 1 0 0,0-1-1 0 0,0 1 0 0 0,12 10-1081 0 0,13 32 888 0 0,-15-23 201 0 0</inkml:trace>
</inkml:ink>
</file>

<file path=ppt/ink/ink3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48.096"/>
    </inkml:context>
    <inkml:brush xml:id="br0">
      <inkml:brushProperty name="width" value="0.1" units="cm"/>
      <inkml:brushProperty name="height" value="0.1" units="cm"/>
      <inkml:brushProperty name="color" value="#008C3A"/>
    </inkml:brush>
  </inkml:definitions>
  <inkml:trace contextRef="#ctx0" brushRef="#br0">1 109 8290 0 0,'0'0'26'0'0,"0"0"0"0"0,-1 0 1 0 0,1-1-1 0 0,0 1 0 0 0,0 0 0 0 0,0 0 1 0 0,0-1-1 0 0,0 1 0 0 0,0 0 1 0 0,0 0-1 0 0,0-1 0 0 0,0 1 0 0 0,0 0 1 0 0,0 0-1 0 0,0 0 0 0 0,0-1 1 0 0,0 1-1 0 0,1 0 0 0 0,-1 0 0 0 0,0-1 1 0 0,0 1-1 0 0,0 0 0 0 0,0 0 1 0 0,0 0-1 0 0,0-1 0 0 0,1 1 0 0 0,-1 0 1 0 0,0 0-1 0 0,0 0 0 0 0,0-1 1 0 0,0 1-1 0 0,1 0 0 0 0,-1 0 0 0 0,0 0 1 0 0,0 0-1 0 0,0 0 0 0 0,1 0 1 0 0,-1-1-1 0 0,0 1 0 0 0,0 0 0 0 0,1 0 1 0 0,-1 0-1 0 0,0 0 0 0 0,0 0 1 0 0,1 0-1 0 0,-1 0 0 0 0,0 0 0 0 0,0 0 1 0 0,1 0-1 0 0,-1 0 0 0 0,0 0 1 0 0,0 0-1 0 0,1 0 0 0 0,-1 1 0 0 0,0-1 1 0 0,0 0-1 0 0,1 0 0 0 0,8 19 958 0 0,4 28 454 0 0,-10-25-983 0 0,7 30 246 0 0,-10-49-660 0 0,1 0 1 0 0,0-1-1 0 0,0 1 0 0 0,0 0 0 0 0,0-1 1 0 0,1 1-1 0 0,-1-1 0 0 0,1 1 0 0 0,-1-1 1 0 0,1 0-1 0 0,0 1 0 0 0,0-1 0 0 0,0 0 1 0 0,3 2-1 0 0,-5-4-26 0 0,0 0 0 0 0,1 1 1 0 0,-1-1-1 0 0,1 0 0 0 0,-1 0 0 0 0,1 1 1 0 0,-1-1-1 0 0,1 0 0 0 0,-1 0 0 0 0,0 0 0 0 0,1 0 1 0 0,-1 0-1 0 0,1 0 0 0 0,-1 0 0 0 0,1 1 1 0 0,-1-2-1 0 0,1 1 0 0 0,-1 0 0 0 0,1 0 0 0 0,-1 0 1 0 0,1 0-1 0 0,-1 0 0 0 0,1 0 0 0 0,-1 0 1 0 0,1 0-1 0 0,-1-1 0 0 0,0 1 0 0 0,1 0 0 0 0,-1 0 1 0 0,1-1-1 0 0,7-15 578 0 0,-3-24 478 0 0,-5 37-981 0 0,2-23 643 0 0,10-52 1 0 0,-10 69-676 0 0,0 0 1 0 0,1 0 0 0 0,0 0 0 0 0,0 1 0 0 0,1-1 0 0 0,0 1-1 0 0,1 0 1 0 0,0 0 0 0 0,7-9 0 0 0,-10 15-5 0 0,0 0-1 0 0,0 0 1 0 0,0 0-1 0 0,0 0 1 0 0,0 1 0 0 0,1-1-1 0 0,-1 1 1 0 0,0-1 0 0 0,1 1-1 0 0,-1 0 1 0 0,1 0 0 0 0,-1 0-1 0 0,1 0 1 0 0,0 1 0 0 0,-1-1-1 0 0,1 0 1 0 0,0 1-1 0 0,0 0 1 0 0,-1 0 0 0 0,6 0-1 0 0,-3 1 15 0 0,0 0-1 0 0,0 1 0 0 0,-1-1 1 0 0,1 1-1 0 0,-1 0 0 0 0,1 0 0 0 0,-1 1 1 0 0,0-1-1 0 0,1 1 0 0 0,6 6 0 0 0,-2 0-113 0 0,1 1 0 0 0,-1-1 0 0 0,-1 1-1 0 0,1 1 1 0 0,-2 0 0 0 0,0 0 0 0 0,11 23-1 0 0,4 27-3679 0 0,-18-46-2190 0 0</inkml:trace>
</inkml:ink>
</file>

<file path=ppt/ink/ink3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48.428"/>
    </inkml:context>
    <inkml:brush xml:id="br0">
      <inkml:brushProperty name="width" value="0.1" units="cm"/>
      <inkml:brushProperty name="height" value="0.1" units="cm"/>
      <inkml:brushProperty name="color" value="#008C3A"/>
    </inkml:brush>
  </inkml:definitions>
  <inkml:trace contextRef="#ctx0" brushRef="#br0">14 148 6913 0 0,'-13'-12'4177'0'0,"13"12"-4124"0"0,-1 33 2348 0 0,2-20-2233 0 0,0-1 0 0 0,1 1 0 0 0,0-1 0 0 0,0 0 0 0 0,2 0 0 0 0,5 15-1 0 0,-8-25-115 0 0,0 1-1 0 0,0-1 0 0 0,0 1 1 0 0,0-1-1 0 0,1 1 0 0 0,-1-1 1 0 0,1 0-1 0 0,-1 0 0 0 0,1 0 1 0 0,0 0-1 0 0,0 0 0 0 0,0 0 1 0 0,0-1-1 0 0,0 1 0 0 0,0 0 1 0 0,1-1-1 0 0,-1 0 0 0 0,0 0 1 0 0,1 1-1 0 0,-1-1 0 0 0,1-1 1 0 0,0 1-1 0 0,-1 0 1 0 0,1-1-1 0 0,-1 1 0 0 0,1-1 1 0 0,0 0-1 0 0,-1 0 0 0 0,1 0 1 0 0,0 0-1 0 0,0 0 0 0 0,-1 0 1 0 0,1-1-1 0 0,-1 1 0 0 0,5-3 1 0 0,0 0 104 0 0,-1 0 1 0 0,-1 0 0 0 0,1-1 0 0 0,0 0 0 0 0,-1 0-1 0 0,0 0 1 0 0,0-1 0 0 0,0 1 0 0 0,-1-1 0 0 0,1 0-1 0 0,-1-1 1 0 0,0 1 0 0 0,4-10 0 0 0,-2 5 13 0 0,-1 0 0 0 0,0 0 0 0 0,-1 0 0 0 0,0-1 1 0 0,-1 1-1 0 0,0-1 0 0 0,2-16 0 0 0,-4 18-84 0 0,-1 1-1 0 0,-1-1 0 0 0,0 0 0 0 0,0 1 1 0 0,0-1-1 0 0,-1 1 0 0 0,-1-1 1 0 0,1 1-1 0 0,-5-9 0 0 0,6 14-150 0 0,0 1 1 0 0,0-1-1 0 0,0 0 0 0 0,-1 1 1 0 0,1 0-1 0 0,-1-1 0 0 0,1 1 1 0 0,-1 0-1 0 0,0 0 1 0 0,0 0-1 0 0,0 0 0 0 0,0 0 1 0 0,0 0-1 0 0,0 0 0 0 0,0 1 1 0 0,-1-1-1 0 0,1 1 0 0 0,-1-1 1 0 0,1 1-1 0 0,-1 0 0 0 0,0 0 1 0 0,1 0-1 0 0,-1 1 0 0 0,0-1 1 0 0,0 1-1 0 0,1-1 0 0 0,-1 1 1 0 0,0 0-1 0 0,0 0 0 0 0,0 0 1 0 0,-5 1-1 0 0,6 0-227 0 0,-1 0 0 0 0,0 0 0 0 0,1 1 0 0 0,-1-1 0 0 0,0 1 0 0 0,1-1 0 0 0,0 1 0 0 0,-1 0-1 0 0,1-1 1 0 0,0 1 0 0 0,0 1 0 0 0,0-1 0 0 0,0 0 0 0 0,1 0 0 0 0,-3 3 0 0 0,-1 7-1116 0 0</inkml:trace>
</inkml:ink>
</file>

<file path=ppt/ink/ink3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48.668"/>
    </inkml:context>
    <inkml:brush xml:id="br0">
      <inkml:brushProperty name="width" value="0.1" units="cm"/>
      <inkml:brushProperty name="height" value="0.1" units="cm"/>
      <inkml:brushProperty name="color" value="#008C3A"/>
    </inkml:brush>
  </inkml:definitions>
  <inkml:trace contextRef="#ctx0" brushRef="#br0">1 31 10594 0 0,'1'-3'329'0'0,"0"1"1"0"0,0-1-1 0 0,0 1 0 0 0,1 0 0 0 0,-1 0 1 0 0,1 0-1 0 0,-1 0 0 0 0,1 0 0 0 0,0 0 0 0 0,0 0 1 0 0,0 0-1 0 0,3-2 0 0 0,-4 4-221 0 0,-1 0-1 0 0,0 0 1 0 0,1 0-1 0 0,-1 0 1 0 0,0 0-1 0 0,1 0 1 0 0,-1 0-1 0 0,0 0 1 0 0,1 0-1 0 0,-1 0 1 0 0,1 0-1 0 0,-1 0 1 0 0,0 0-1 0 0,1 0 1 0 0,-1 0-1 0 0,0 0 1 0 0,1 1 0 0 0,-1-1-1 0 0,0 0 1 0 0,0 0-1 0 0,1 0 1 0 0,-1 1-1 0 0,0-1 1 0 0,1 0-1 0 0,-1 0 1 0 0,0 1-1 0 0,0-1 1 0 0,0 0-1 0 0,1 0 1 0 0,-1 1-1 0 0,0-1 1 0 0,6 23 1113 0 0,10 68 171 0 0,-14-82-1514 0 0,0-1 0 0 0,1 1 0 0 0,0-1-1 0 0,1 0 1 0 0,-1 0 0 0 0,2 0 0 0 0,-1-1-1 0 0,9 11 1 0 0,-13-17-33 0 0,1 0 0 0 0,-1-1-1 0 0,1 1 1 0 0,-1-1 0 0 0,1 1-1 0 0,-1-1 1 0 0,1 1 0 0 0,-1-1-1 0 0,1 1 1 0 0,-1-1 0 0 0,1 0-1 0 0,-1 1 1 0 0,1-1 0 0 0,0 0-1 0 0,-1 0 1 0 0,1 1 0 0 0,0-1-1 0 0,-1 0 1 0 0,1 0 0 0 0,0 0-1 0 0,-1 0 1 0 0,1 0 0 0 0,0 0-1 0 0,-1 0 1 0 0,1 0 0 0 0,0 0-1 0 0,0 0 1 0 0,-1 0 0 0 0,1 0-1 0 0,0 0 1 0 0,0-1 0 0 0</inkml:trace>
</inkml:ink>
</file>

<file path=ppt/ink/ink3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48.825"/>
    </inkml:context>
    <inkml:brush xml:id="br0">
      <inkml:brushProperty name="width" value="0.1" units="cm"/>
      <inkml:brushProperty name="height" value="0.1" units="cm"/>
      <inkml:brushProperty name="color" value="#008C3A"/>
    </inkml:brush>
  </inkml:definitions>
  <inkml:trace contextRef="#ctx0" brushRef="#br0">66 117 9218 0 0,'-9'-23'188'0'0,"5"13"527"0"0,1 1 0 0 0,-1 0 0 0 0,-1-1 0 0 0,0 1 0 0 0,0 1 0 0 0,-1-1 0 0 0,0 1 0 0 0,-12-13 0 0 0,21 31-378 0 0,12 15-4263 0 0,-9-20 2785 0 0,-1 0 1 0 0,1 0-1 0 0,0-1 0 0 0,1 0 1 0 0,-1 0-1 0 0,14 6 1 0 0,-2-3 945 0 0</inkml:trace>
</inkml:ink>
</file>

<file path=ppt/ink/ink3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49.156"/>
    </inkml:context>
    <inkml:brush xml:id="br0">
      <inkml:brushProperty name="width" value="0.1" units="cm"/>
      <inkml:brushProperty name="height" value="0.1" units="cm"/>
      <inkml:brushProperty name="color" value="#008C3A"/>
    </inkml:brush>
  </inkml:definitions>
  <inkml:trace contextRef="#ctx0" brushRef="#br0">79 1 920 0 0,'-2'1'261'0'0,"-1"1"1"0"0,1-1-1 0 0,0 1 0 0 0,-1 0 0 0 0,1 0 0 0 0,0 0 0 0 0,0 0 0 0 0,0 0 1 0 0,0 0-1 0 0,1 1 0 0 0,-1-1 0 0 0,1 1 0 0 0,-1-1 0 0 0,-1 5 0 0 0,-18 47 1646 0 0,15-37-1651 0 0,1-7-119 0 0,2 1-1 0 0,-1-1 1 0 0,1 1-1 0 0,1 0 1 0 0,-2 14-1 0 0,4-23-110 0 0,0 1 1 0 0,0 0-1 0 0,0-1 0 0 0,0 1 0 0 0,1 0 1 0 0,-1-1-1 0 0,1 1 0 0 0,-1-1 0 0 0,1 1 1 0 0,0 0-1 0 0,0-1 0 0 0,0 0 0 0 0,1 1 1 0 0,-1-1-1 0 0,0 0 0 0 0,1 1 0 0 0,0-1 0 0 0,-1 0 1 0 0,1 0-1 0 0,0 0 0 0 0,0 0 0 0 0,0-1 1 0 0,0 1-1 0 0,0-1 0 0 0,1 1 0 0 0,-1-1 1 0 0,3 2-1 0 0,4 0 97 0 0,0 0-1 0 0,0-1 1 0 0,0 0 0 0 0,14 2 0 0 0,-17-4-27 0 0,1 1 1 0 0,-1 0 0 0 0,0 0 0 0 0,1 0-1 0 0,-1 1 1 0 0,0 0 0 0 0,0 0 0 0 0,0 1 0 0 0,0 0-1 0 0,-1 0 1 0 0,7 4 0 0 0,-11-6-60 0 0,0 0 1 0 0,0 0-1 0 0,0 0 1 0 0,-1 0-1 0 0,1 0 1 0 0,0 0-1 0 0,0 1 1 0 0,-1-1-1 0 0,1 0 1 0 0,-1 1-1 0 0,1-1 1 0 0,-1 0-1 0 0,1 1 1 0 0,-1-1-1 0 0,0 0 1 0 0,0 1-1 0 0,0-1 1 0 0,0 0-1 0 0,0 1 1 0 0,0-1-1 0 0,0 3 1 0 0,-1 0 106 0 0,0 0 1 0 0,0 0 0 0 0,-1-1 0 0 0,1 1 0 0 0,-1 0-1 0 0,0-1 1 0 0,-3 6 0 0 0,-4 3 277 0 0,-1 0 0 0 0,0 0 0 0 0,-11 9 0 0 0,-51 35-1527 0 0,61-47-3564 0 0</inkml:trace>
</inkml:ink>
</file>

<file path=ppt/ink/ink3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49.521"/>
    </inkml:context>
    <inkml:brush xml:id="br0">
      <inkml:brushProperty name="width" value="0.1" units="cm"/>
      <inkml:brushProperty name="height" value="0.1" units="cm"/>
      <inkml:brushProperty name="color" value="#008C3A"/>
    </inkml:brush>
  </inkml:definitions>
  <inkml:trace contextRef="#ctx0" brushRef="#br0">1 317 1376 0 0,'21'-8'-88'0'0,"59"-25"3585"0"0,-72 30-2725 0 0,0-1 0 0 0,0-1 0 0 0,-1 1-1 0 0,0-1 1 0 0,0-1 0 0 0,0 1 0 0 0,8-10 0 0 0,-11 10-474 0 0,-1-1 1 0 0,0 1 0 0 0,0-1 0 0 0,0 0 0 0 0,-1 0 0 0 0,0 0-1 0 0,0 0 1 0 0,0-1 0 0 0,-1 1 0 0 0,0 0 0 0 0,0-1-1 0 0,0-7 1 0 0,-1-1-32 0 0,0 1 0 0 0,-1 0 0 0 0,0 0 0 0 0,-6-21 0 0 0,6 31-204 0 0,0 1 0 0 0,0 0 0 0 0,0 0 0 0 0,-1 1-1 0 0,1-1 1 0 0,-1 0 0 0 0,0 0 0 0 0,0 1 0 0 0,0-1 0 0 0,0 1-1 0 0,0-1 1 0 0,0 1 0 0 0,-1 0 0 0 0,1 0 0 0 0,-1 0-1 0 0,0 0 1 0 0,1 1 0 0 0,-5-3 0 0 0,6 4-4 0 0,0-1 0 0 0,0 1 0 0 0,0 0 0 0 0,0 0 0 0 0,0-1 0 0 0,0 1 0 0 0,0 0 0 0 0,0 0 0 0 0,0 0 0 0 0,0 0 0 0 0,0 0 0 0 0,0 0 0 0 0,0 0 0 0 0,0 1 1 0 0,0-1-1 0 0,0 0 0 0 0,0 0 0 0 0,0 1 0 0 0,1-1 0 0 0,-1 1 0 0 0,0-1 0 0 0,-1 2 0 0 0,0-1-18 0 0,1 0 1 0 0,0 1-1 0 0,0-1 1 0 0,0 1-1 0 0,0 0 1 0 0,0-1-1 0 0,0 1 1 0 0,1 0-1 0 0,-1-1 1 0 0,0 1-1 0 0,1 0 1 0 0,-1 0-1 0 0,1 0 1 0 0,0 0-1 0 0,0 0 1 0 0,0 3-1 0 0,-1 13 164 0 0,1-1 1 0 0,1 1-1 0 0,1 0 0 0 0,1-1 1 0 0,0 1-1 0 0,1-1 0 0 0,1 0 1 0 0,0 0-1 0 0,10 20 0 0 0,-12-32-267 0 0,0 1 0 0 0,-1 0 0 0 0,2-1 0 0 0,-1 0 0 0 0,1 0 1 0 0,-1 0-1 0 0,2 0 0 0 0,-1-1 0 0 0,0 1 0 0 0,1-1 0 0 0,0 0 0 0 0,0-1 0 0 0,0 1 0 0 0,0-1 0 0 0,0 0 0 0 0,1 0 0 0 0,0 0 0 0 0,-1-1 0 0 0,1 0 0 0 0,0 0 0 0 0,0-1 0 0 0,0 1 0 0 0,1-1 1 0 0,-1-1-1 0 0,0 1 0 0 0,0-1 0 0 0,0 0 0 0 0,1 0 0 0 0,7-2 0 0 0,6-3-2083 0 0,1-1-4315 0 0</inkml:trace>
</inkml:ink>
</file>

<file path=ppt/ink/ink3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53.628"/>
    </inkml:context>
    <inkml:brush xml:id="br0">
      <inkml:brushProperty name="width" value="0.1" units="cm"/>
      <inkml:brushProperty name="height" value="0.1" units="cm"/>
      <inkml:brushProperty name="color" value="#008C3A"/>
    </inkml:brush>
  </inkml:definitions>
  <inkml:trace contextRef="#ctx0" brushRef="#br0">251 2891 9218 0 0,'0'19'4807'0'0,"1"-25"-2453"0"0,2-3-1848 0 0,-2 3-187 0 0,0 0 1 0 0,-1 0-1 0 0,1 0 0 0 0,-1-1 1 0 0,0 1-1 0 0,-1 0 0 0 0,0 0 1 0 0,0 0-1 0 0,-3-12 1 0 0,-4-32 1342 0 0,4-74-1412 0 0,-23-143 0 0 0,-39-122 553 0 0,26 165-610 0 0,11 44-193 0 0,-10-341 0 0 0,40 421-8 0 0,1 19-21 0 0,-11-103-1 0 0,-3 133-38 0 0,8 41 54 0 0,2 0-1 0 0,-1-1 0 0 0,1 1 1 0 0,-1-16-1 0 0,1 7-6 0 0,1 16 17 0 0,0 0 0 0 0,1 0-1 0 0,-1 0 1 0 0,1 0 0 0 0,0 0-1 0 0,0 0 1 0 0,0 0 0 0 0,0 1-1 0 0,1-4 1 0 0,0 3 1 0 0,1 1-1 0 0,-1 0 1 0 0,1 0 0 0 0,-1 0-1 0 0,1 0 1 0 0,0 1 0 0 0,0-1 0 0 0,0 0-1 0 0,0 1 1 0 0,0-1 0 0 0,0 1-1 0 0,0 0 1 0 0,0-1 0 0 0,4 0 0 0 0,39-14-75 0 0,-25 9 61 0 0,78-25-59 0 0,2 4-1 0 0,0 4 1 0 0,129-12-1 0 0,69-23-255 0 0,-204 37 338 0 0,82-5 43 0 0,-65 11 112 0 0,-133 7-8798 0 0,16 7 7879 0 0,-1 1 0 0 0,1-1-1 0 0,0 0 1 0 0,-8-4 0 0 0,-8-13 2291 0 0,-34-35 0 0 0,37 34 100 0 0,0 2 0 0 0,-33-26 0 0 0,24 21-715 0 0,25 20-776 0 0,0-1 0 0 0,-1 1 1 0 0,0 0-1 0 0,0 0 1 0 0,0 0-1 0 0,0 0 1 0 0,0 1-1 0 0,0-1 0 0 0,-1 1 1 0 0,1 0-1 0 0,-1 0 1 0 0,0 1-1 0 0,1 0 1 0 0,-1-1-1 0 0,-6 1 1 0 0,8 2 12 0 0,10 5 14 0 0,123 67-43 0 0,-72-43-96 0 0,25 7 28 0 0,-57-27-15 0 0,-1 2 1 0 0,27 15-1 0 0,-51-26-26 0 0,0 0 1 0 0,0-1-1 0 0,0 1 1 0 0,0 0 0 0 0,0 0-1 0 0,0 0 1 0 0,-1 0-1 0 0,1 0 1 0 0,0 0 0 0 0,-1 0-1 0 0,1 0 1 0 0,0 0 0 0 0,-1 0-1 0 0,1 0 1 0 0,-1 0-1 0 0,0 0 1 0 0,1 0 0 0 0,-1 1-1 0 0,0-1 1 0 0,0 0-1 0 0,1 0 1 0 0,-1 2 0 0 0,-1 1 8 0 0,1-1 1 0 0,-1 0 0 0 0,1 1 0 0 0,-1-1 0 0 0,0 0 0 0 0,0 0 0 0 0,0 0 0 0 0,-3 5-1 0 0,-4 6 40 0 0,-1 0 0 0 0,-18 22 0 0 0,19-27-42 0 0,-24 32 47 0 0,-33 57 0 0 0,34-34-6619 0 0</inkml:trace>
</inkml:ink>
</file>

<file path=ppt/ink/ink3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55.385"/>
    </inkml:context>
    <inkml:brush xml:id="br0">
      <inkml:brushProperty name="width" value="0.1" units="cm"/>
      <inkml:brushProperty name="height" value="0.1" units="cm"/>
      <inkml:brushProperty name="color" value="#008C3A"/>
    </inkml:brush>
  </inkml:definitions>
  <inkml:trace contextRef="#ctx0" brushRef="#br0">1 131 6449 0 0,'0'0'499'0'0,"16"22"3099"0"0,15 31-2503 0 0,-25-39-703 0 0,1-1 0 0 0,1 0 1 0 0,0 0-1 0 0,0-1 0 0 0,2 0 0 0 0,-1 0 1 0 0,1-1-1 0 0,22 17 0 0 0,-32-28-389 0 0,0 1-1 0 0,1-1 1 0 0,-1 0-1 0 0,0 0 1 0 0,1 0 0 0 0,-1 1-1 0 0,0-1 1 0 0,1 0-1 0 0,-1 0 1 0 0,1 0-1 0 0,-1 0 1 0 0,0 0-1 0 0,1 0 1 0 0,-1 0 0 0 0,1 0-1 0 0,-1 0 1 0 0,0 0-1 0 0,1 0 1 0 0,-1 0-1 0 0,1 0 1 0 0,-1 0-1 0 0,0 0 1 0 0,1 0-1 0 0,-1 0 1 0 0,0 0 0 0 0,1-1-1 0 0,-1 1 1 0 0,1 0-1 0 0,-1 0 1 0 0,0-1-1 0 0,1 1 1 0 0,8-15 187 0 0,-2-23 186 0 0,-7 35-350 0 0,7-46 385 0 0,9-60 522 0 0,-13 96-726 0 0,1 1 0 0 0,0-1-1 0 0,0 1 1 0 0,1 0 0 0 0,1 0-1 0 0,8-13 1 0 0,-13 23-172 0 0,-1 1-1 0 0,0 0 1 0 0,1 0-1 0 0,0 0 1 0 0,-1 0-1 0 0,1 0 1 0 0,0 0 0 0 0,0 0-1 0 0,-1 0 1 0 0,1 0-1 0 0,0 0 1 0 0,0 0-1 0 0,0 0 1 0 0,0 1-1 0 0,0-1 1 0 0,0 0 0 0 0,1 1-1 0 0,-1-1 1 0 0,0 1-1 0 0,0-1 1 0 0,0 1-1 0 0,0-1 1 0 0,1 1 0 0 0,-1 0-1 0 0,0 0 1 0 0,0-1-1 0 0,1 1 1 0 0,-1 0-1 0 0,0 0 1 0 0,1 1 0 0 0,-1-1-1 0 0,0 0 1 0 0,0 0-1 0 0,1 0 1 0 0,-1 1-1 0 0,0-1 1 0 0,0 1 0 0 0,0-1-1 0 0,0 1 1 0 0,1-1-1 0 0,-1 1 1 0 0,0 0-1 0 0,0 0 1 0 0,0-1-1 0 0,0 1 1 0 0,0 0 0 0 0,-1 0-1 0 0,1 0 1 0 0,0 0-1 0 0,0 0 1 0 0,0 2-1 0 0,7 7 111 0 0,-1 1-1 0 0,-1 1 1 0 0,0-1-1 0 0,6 15 1 0 0,-5-9-166 0 0,0-2-138 0 0,2-1-1 0 0,0 1 0 0 0,1-1 1 0 0,0 0-1 0 0,13 12 0 0 0,-10-13-2060 0 0,1 0 0 0 0,19 14-1 0 0</inkml:trace>
</inkml:ink>
</file>

<file path=ppt/ink/ink3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55.724"/>
    </inkml:context>
    <inkml:brush xml:id="br0">
      <inkml:brushProperty name="width" value="0.1" units="cm"/>
      <inkml:brushProperty name="height" value="0.1" units="cm"/>
      <inkml:brushProperty name="color" value="#008C3A"/>
    </inkml:brush>
  </inkml:definitions>
  <inkml:trace contextRef="#ctx0" brushRef="#br0">45 30 3681 0 0,'-1'0'345'0'0,"-1"0"1"0"0,0 0-1 0 0,1 0 1 0 0,-1 0-1 0 0,1 0 0 0 0,-1 1 1 0 0,0-1-1 0 0,1 1 1 0 0,-1-1-1 0 0,1 1 1 0 0,-1-1-1 0 0,1 1 0 0 0,-1 0 1 0 0,1-1-1 0 0,-1 1 1 0 0,1 0-1 0 0,0 0 1 0 0,0 0-1 0 0,-1 0 0 0 0,1 1 1 0 0,0-1-1 0 0,0 0 1 0 0,-1 2-1 0 0,0 1 55 0 0,1 0 0 0 0,-1 0 0 0 0,1 0 0 0 0,0 0 0 0 0,0 0 0 0 0,0 0 0 0 0,1 0 0 0 0,-1 8 0 0 0,1-2-248 0 0,1 0-1 0 0,0 0 0 0 0,0 0 0 0 0,1 0 0 0 0,0 0 0 0 0,1-1 1 0 0,0 1-1 0 0,0 0 0 0 0,1-1 0 0 0,0 0 0 0 0,7 10 1 0 0,-9-16-159 0 0,0 1 1 0 0,0-1 0 0 0,0 0 0 0 0,0 0 0 0 0,1 0 0 0 0,0 0 0 0 0,-1-1 0 0 0,1 1-1 0 0,0-1 1 0 0,0 0 0 0 0,0 0 0 0 0,1 0 0 0 0,-1 0 0 0 0,0 0 0 0 0,1-1 0 0 0,0 1 0 0 0,-1-1-1 0 0,1 0 1 0 0,0 0 0 0 0,-1 0 0 0 0,1-1 0 0 0,0 1 0 0 0,0-1 0 0 0,-1 0 0 0 0,1 0-1 0 0,0 0 1 0 0,0-1 0 0 0,0 1 0 0 0,-1-1 0 0 0,1 0 0 0 0,0 0 0 0 0,5-2 0 0 0,-4 0 54 0 0,0 1 1 0 0,0-1-1 0 0,0 0 1 0 0,-1 0-1 0 0,1-1 1 0 0,-1 1 0 0 0,0-1-1 0 0,0 0 1 0 0,0 0-1 0 0,0-1 1 0 0,-1 1-1 0 0,1-1 1 0 0,-1 0-1 0 0,0 1 1 0 0,-1-1-1 0 0,1-1 1 0 0,-1 1 0 0 0,0 0-1 0 0,0-1 1 0 0,-1 1-1 0 0,0-1 1 0 0,0 1-1 0 0,0-1 1 0 0,0 1-1 0 0,-1-1 1 0 0,-1-10-1 0 0,1 11-69 0 0,0-1-1 0 0,-1 0 0 0 0,0 1 0 0 0,0-1 0 0 0,0 1 1 0 0,-1-1-1 0 0,0 1 0 0 0,0-1 0 0 0,0 1 0 0 0,-1 0 0 0 0,0 0 1 0 0,0 0-1 0 0,0 1 0 0 0,0-1 0 0 0,-1 1 0 0 0,0-1 0 0 0,1 1 1 0 0,-2 0-1 0 0,1 1 0 0 0,0-1 0 0 0,-1 1 0 0 0,0 0 0 0 0,0 0 1 0 0,0 0-1 0 0,0 1 0 0 0,-8-4 0 0 0,1 4-947 0 0,0 2-252 0 0</inkml:trace>
</inkml:ink>
</file>

<file path=ppt/ink/ink3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57.541"/>
    </inkml:context>
    <inkml:brush xml:id="br0">
      <inkml:brushProperty name="width" value="0.1" units="cm"/>
      <inkml:brushProperty name="height" value="0.1" units="cm"/>
      <inkml:brushProperty name="color" value="#008C3A"/>
    </inkml:brush>
  </inkml:definitions>
  <inkml:trace contextRef="#ctx0" brushRef="#br0">1 17 4609 0 0,'0'-1'129'0'0,"0"1"0"0"0,-1-1 1 0 0,1 1-1 0 0,0-1 0 0 0,0 1 0 0 0,0-1 1 0 0,0 1-1 0 0,0-1 0 0 0,0 1 0 0 0,0-1 0 0 0,0 1 1 0 0,0-1-1 0 0,0 1 0 0 0,0-1 0 0 0,1 1 0 0 0,-1-1 1 0 0,0 1-1 0 0,0-1 0 0 0,0 1 0 0 0,1-1 1 0 0,-1 1-1 0 0,0-1 0 0 0,0 1 0 0 0,1-1 0 0 0,-1 1 1 0 0,1 0-1 0 0,-1-1 0 0 0,0 1 0 0 0,1 0 1 0 0,-1-1-1 0 0,1 1 0 0 0,-1 0 0 0 0,0-1 0 0 0,1 1 1 0 0,-1 0-1 0 0,1 0 0 0 0,-1 0 0 0 0,1-1 0 0 0,-1 1 1 0 0,1 0-1 0 0,-1 0 0 0 0,1 0 0 0 0,-1 0 1 0 0,1 0-1 0 0,0 0 0 0 0,-1 0 0 0 0,1 0 0 0 0,-1 0 1 0 0,1 0-1 0 0,-1 0 0 0 0,1 1 0 0 0,-1-1 1 0 0,1 0-1 0 0,-1 0 0 0 0,1 0 0 0 0,-1 1 0 0 0,1-1 1 0 0,-1 0-1 0 0,0 0 0 0 0,1 1 0 0 0,-1-1 0 0 0,1 0 1 0 0,0 2-1 0 0,2 0 270 0 0,0 0 1 0 0,-1 0-1 0 0,1 1 0 0 0,0-1 1 0 0,-1 1-1 0 0,1 0 1 0 0,2 5-1 0 0,3 10-492 0 0,-2 1 0 0 0,0-1 0 0 0,-1 2 0 0 0,4 30 0 0 0,0-5-1993 0 0,-3-15-2899 0 0</inkml:trace>
</inkml:ink>
</file>

<file path=ppt/ink/ink3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57.745"/>
    </inkml:context>
    <inkml:brush xml:id="br0">
      <inkml:brushProperty name="width" value="0.1" units="cm"/>
      <inkml:brushProperty name="height" value="0.1" units="cm"/>
      <inkml:brushProperty name="color" value="#008C3A"/>
    </inkml:brush>
  </inkml:definitions>
  <inkml:trace contextRef="#ctx0" brushRef="#br0">17 26 456 0 0,'-2'-3'350'0'0,"-13"-19"7212"0"0,36 30-8288 0 0,6 0 739 0 0,-12-6 54 0 0</inkml:trace>
</inkml:ink>
</file>

<file path=ppt/ink/ink3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2:58.284"/>
    </inkml:context>
    <inkml:brush xml:id="br0">
      <inkml:brushProperty name="width" value="0.1" units="cm"/>
      <inkml:brushProperty name="height" value="0.1" units="cm"/>
      <inkml:brushProperty name="color" value="#008C3A"/>
    </inkml:brush>
  </inkml:definitions>
  <inkml:trace contextRef="#ctx0" brushRef="#br0">149 39 6105 0 0,'0'0'44'0'0,"0"0"0"0"0,1 0 0 0 0,-1 0 0 0 0,0 0 0 0 0,0-1 0 0 0,0 1 0 0 0,0 0 0 0 0,0 0 0 0 0,0 0 0 0 0,0 0 0 0 0,0-1 0 0 0,0 1 0 0 0,0 0 0 0 0,0 0 0 0 0,0 0 0 0 0,0-1 0 0 0,0 1 0 0 0,0 0 0 0 0,0 0 0 0 0,0 0 0 0 0,0 0 1 0 0,0-1-1 0 0,0 1 0 0 0,0 0 0 0 0,0 0 0 0 0,0 0 0 0 0,0 0 0 0 0,0-1 0 0 0,0 1 0 0 0,0 0 0 0 0,0 0 0 0 0,0 0 0 0 0,-1 0 0 0 0,1-1 0 0 0,0 1 0 0 0,0 0 0 0 0,0 0 0 0 0,0 0 0 0 0,0 0 0 0 0,-1 0 0 0 0,1 0 0 0 0,0 0 0 0 0,0-1 0 0 0,0 1 0 0 0,0 0 0 0 0,-1 0 0 0 0,1 0 0 0 0,0 0 0 0 0,0 0 0 0 0,0 0 0 0 0,0 0 0 0 0,-1 0 0 0 0,1 0 0 0 0,0 0 0 0 0,0 0 0 0 0,0 0 0 0 0,-1 0 0 0 0,1 0 0 0 0,0 0 0 0 0,0 0 0 0 0,-1 0 0 0 0,-17 9 1766 0 0,-19 17 221 0 0,28-17-1812 0 0,0 0 0 0 0,1 0 0 0 0,0 1 0 0 0,1 1 0 0 0,0-1 0 0 0,0 1 1 0 0,1 0-1 0 0,1 0 0 0 0,0 1 0 0 0,0 0 0 0 0,1 0 0 0 0,-3 18 0 0 0,6-28-219 0 0,1 0 1 0 0,0 1-1 0 0,0-1 0 0 0,0 1 0 0 0,0-1 0 0 0,0 0 0 0 0,0 1 1 0 0,0-1-1 0 0,1 0 0 0 0,0 1 0 0 0,-1-1 0 0 0,1 0 0 0 0,0 1 0 0 0,0-1 1 0 0,0 0-1 0 0,0 0 0 0 0,0 0 0 0 0,1 0 0 0 0,-1 0 0 0 0,1 0 1 0 0,-1 0-1 0 0,1-1 0 0 0,0 1 0 0 0,-1 0 0 0 0,1-1 0 0 0,0 0 1 0 0,0 1-1 0 0,0-1 0 0 0,0 0 0 0 0,3 1 0 0 0,7 3-32 0 0,0-1-1 0 0,1 0 1 0 0,-1-1 0 0 0,23 2-1 0 0,-24-3-12 0 0,-1-1-1 0 0,1 1 1 0 0,-1 1 0 0 0,12 4-1 0 0,-21-6 53 0 0,1-1 0 0 0,-1 1-1 0 0,1 0 1 0 0,-1 0-1 0 0,0-1 1 0 0,1 1 0 0 0,-1 0-1 0 0,0 0 1 0 0,0 0 0 0 0,0 0-1 0 0,0 0 1 0 0,1 1 0 0 0,-2-1-1 0 0,1 0 1 0 0,0 0-1 0 0,0 1 1 0 0,0-1 0 0 0,-1 1-1 0 0,1-1 1 0 0,0 1 0 0 0,-1-1-1 0 0,1 1 1 0 0,-1-1 0 0 0,0 1-1 0 0,1 1 1 0 0,-2 0 63 0 0,1 0 1 0 0,-1-1-1 0 0,0 1 0 0 0,1-1 1 0 0,-1 1-1 0 0,0-1 1 0 0,-1 1-1 0 0,1-1 1 0 0,0 0-1 0 0,-1 0 1 0 0,1 1-1 0 0,-1-1 0 0 0,-3 3 1 0 0,-3 3-58 0 0,0 0 1 0 0,-1-1 0 0 0,0 0-1 0 0,-1 0 1 0 0,-17 8 0 0 0,15-8-354 0 0,8-5 66 0 0,1 1-1 0 0,-1-1 0 0 0,0 0 0 0 0,0 0 1 0 0,0-1-1 0 0,0 1 0 0 0,0-1 1 0 0,0 0-1 0 0,0 0 0 0 0,0 0 1 0 0,0-1-1 0 0,-1 1 0 0 0,-6-1 1 0 0,11-1 193 0 0,-1 1 0 0 0,1-1 0 0 0,-1 0 0 0 0,1 1 0 0 0,0-1 0 0 0,-1 0 0 0 0,1 1 0 0 0,0-1 0 0 0,-1 0 0 0 0,1 0 0 0 0,0 0 0 0 0,0 1 0 0 0,0-1 0 0 0,0 0 0 0 0,0 0 0 0 0,-1 0 0 0 0,2 1 0 0 0,-1-1 0 0 0,0 0 1 0 0,0 0-1 0 0,0 0 0 0 0,0 1 0 0 0,0-1 0 0 0,1 0 0 0 0,-1 0 0 0 0,0 1 0 0 0,1-1 0 0 0,-1 0 0 0 0,0 0 0 0 0,1 1 0 0 0,-1-1 0 0 0,1 1 0 0 0,-1-1 0 0 0,2 0 0 0 0,17-26-485 0 0,20-20 473 0 0,7-5 1700 0 0,-2-2-1 0 0,-2-3 1 0 0,36-64 0 0 0,-75 114-1283 0 0,0 0 1 0 0,-1-1 0 0 0,1 1 0 0 0,-1 0 0 0 0,1-11-1 0 0,-3 16-230 0 0,1 1 0 0 0,-1-1 0 0 0,0 1 0 0 0,0-1 0 0 0,0 1 0 0 0,-1-1-1 0 0,1 1 1 0 0,0-1 0 0 0,0 1 0 0 0,-1-1 0 0 0,1 1 0 0 0,-1 0-1 0 0,1-1 1 0 0,-2-2 0 0 0,1 4-39 0 0,0-1 0 0 0,0 0-1 0 0,1 1 1 0 0,-1-1 0 0 0,0 1 0 0 0,0-1 0 0 0,0 1-1 0 0,0 0 1 0 0,0-1 0 0 0,0 1 0 0 0,1 0 0 0 0,-1 0-1 0 0,0-1 1 0 0,0 1 0 0 0,0 0 0 0 0,0 0-1 0 0,0 0 1 0 0,0 0 0 0 0,0 0 0 0 0,0 0 0 0 0,0 1-1 0 0,0-1 1 0 0,0 0 0 0 0,0 0 0 0 0,0 1-1 0 0,-1 0 1 0 0,-2 1-20 0 0,0 0 0 0 0,0 0-1 0 0,0 1 1 0 0,0-1 0 0 0,0 1-1 0 0,0 0 1 0 0,1 0 0 0 0,0 0-1 0 0,-1 1 1 0 0,1-1 0 0 0,0 1-1 0 0,1 0 1 0 0,-1 0 0 0 0,1 0-1 0 0,-1 0 1 0 0,1 0 0 0 0,-2 8-1 0 0,-1-1 42 0 0,1 2 0 0 0,1-1 0 0 0,0 0 0 0 0,0 0 0 0 0,0 18 0 0 0,3-23-122 0 0,-1 0 0 0 0,2-1-1 0 0,-1 1 1 0 0,1-1-1 0 0,0 1 1 0 0,0-1 0 0 0,1 0-1 0 0,-1 1 1 0 0,1-1-1 0 0,1 0 1 0 0,-1 0 0 0 0,1 0-1 0 0,1 0 1 0 0,-1-1-1 0 0,1 1 1 0 0,-1-1 0 0 0,2 0-1 0 0,-1 0 1 0 0,6 5-1 0 0,-5-6-128 0 0,1 1-1 0 0,0-1 1 0 0,1 0-1 0 0,-1-1 0 0 0,1 1 1 0 0,-1-1-1 0 0,1-1 1 0 0,0 1-1 0 0,0-1 1 0 0,1 0-1 0 0,-1-1 0 0 0,0 1 1 0 0,1-2-1 0 0,-1 1 1 0 0,0-1-1 0 0,13-1 1 0 0,5-1-6115 0 0</inkml:trace>
</inkml:ink>
</file>

<file path=ppt/ink/ink3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04.095"/>
    </inkml:context>
    <inkml:brush xml:id="br0">
      <inkml:brushProperty name="width" value="0.1" units="cm"/>
      <inkml:brushProperty name="height" value="0.1" units="cm"/>
      <inkml:brushProperty name="color" value="#008C3A"/>
    </inkml:brush>
  </inkml:definitions>
  <inkml:trace contextRef="#ctx0" brushRef="#br0">16 28 4609 0 0,'-16'-28'8041'0'0,"17"42"-6865"0"0,3 41-682 0 0,-4 84 0 0 0,-2-37-41 0 0,2-50-197 0 0,3 1 0 0 0,2-1 1 0 0,15 65-1 0 0,-14-94-74 0 0,0 0 1 0 0,2-1-1 0 0,1 0 0 0 0,0-1 1 0 0,2 0-1 0 0,0 0 1 0 0,1-1-1 0 0,2-1 0 0 0,26 31 1 0 0,-35-44-212 0 0,18 19 324 0 0,0-1 0 0 0,2-1-1 0 0,41 31 1 0 0,-57-49-473 0 0,-1 0 0 0 0,0 0 0 0 0,1-1 0 0 0,0 0-1 0 0,0-1 1 0 0,0 0 0 0 0,14 3 0 0 0,-18-6-218 0 0,1 1-1 0 0,0-1 1 0 0,-1 1-1 0 0,1-2 1 0 0,-1 1-1 0 0,1-1 1 0 0,-1 1-1 0 0,1-2 1 0 0,-1 1 0 0 0,1 0-1 0 0,-1-1 1 0 0,0 0-1 0 0,10-6 1 0 0,1-2-4229 0 0</inkml:trace>
</inkml:ink>
</file>

<file path=ppt/ink/ink3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04.353"/>
    </inkml:context>
    <inkml:brush xml:id="br0">
      <inkml:brushProperty name="width" value="0.1" units="cm"/>
      <inkml:brushProperty name="height" value="0.1" units="cm"/>
      <inkml:brushProperty name="color" value="#008C3A"/>
    </inkml:brush>
  </inkml:definitions>
  <inkml:trace contextRef="#ctx0" brushRef="#br0">68 0 6449 0 0,'-35'3'2853'0'0,"3"0"7977"0"0,36-1-11926 0 0</inkml:trace>
</inkml:ink>
</file>

<file path=ppt/ink/ink3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15.653"/>
    </inkml:context>
    <inkml:brush xml:id="br0">
      <inkml:brushProperty name="width" value="0.1" units="cm"/>
      <inkml:brushProperty name="height" value="0.1" units="cm"/>
      <inkml:brushProperty name="color" value="#008C3A"/>
    </inkml:brush>
  </inkml:definitions>
  <inkml:trace contextRef="#ctx0" brushRef="#br0">26 34 3225 0 0,'-26'-4'16387'0'0,"48"9"-16154"0"0,0-2-1 0 0,42 2 1 0 0,-39-4 92 0 0,0 1 0 0 0,40 8 0 0 0,294 56 268 0 0,-165-35-506 0 0,88 3 99 0 0,-113-17-100 0 0,358 10 351 0 0,-418-32-455 0 0,154-27 0 0 0,20-2 73 0 0,-44 7-55 0 0,-113 10 0 0 0,-2 6 16 0 0,73-11 351 0 0,-143 12-483 0 0,297-60 1034 0 0,-345 69-929 0 0,0 0-1 0 0,1 1 1 0 0,-1-1-1 0 0,1 1 0 0 0,-1 1 1 0 0,0-1-1 0 0,1 1 1 0 0,-1 0-1 0 0,0 1 0 0 0,1 0 1 0 0,-1 0-1 0 0,11 5 1 0 0,17 5-1868 0 0</inkml:trace>
</inkml:ink>
</file>

<file path=ppt/ink/ink3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2.653"/>
    </inkml:context>
    <inkml:brush xml:id="br0">
      <inkml:brushProperty name="width" value="0.1" units="cm"/>
      <inkml:brushProperty name="height" value="0.1" units="cm"/>
      <inkml:brushProperty name="color" value="#008C3A"/>
    </inkml:brush>
  </inkml:definitions>
  <inkml:trace contextRef="#ctx0" brushRef="#br0">7 47 1840 0 0,'-6'0'13161'0'0,"21"-30"-5754"0"0,-8 17-9571 0 0,-4 9 2053 0 0</inkml:trace>
</inkml:ink>
</file>

<file path=ppt/ink/ink3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2.854"/>
    </inkml:context>
    <inkml:brush xml:id="br0">
      <inkml:brushProperty name="width" value="0.1" units="cm"/>
      <inkml:brushProperty name="height" value="0.1" units="cm"/>
      <inkml:brushProperty name="color" value="#008C3A"/>
    </inkml:brush>
  </inkml:definitions>
  <inkml:trace contextRef="#ctx0" brushRef="#br0">1 176 3225 0 0,'2'2'7672'0'0,"8"-14"-5265"0"0,8-15-1369 0 0,10-20-833 0 0,9-26-5029 0 0,-31 55 4319 0 0</inkml:trace>
</inkml:ink>
</file>

<file path=ppt/ink/ink3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18.163"/>
    </inkml:context>
    <inkml:brush xml:id="br0">
      <inkml:brushProperty name="width" value="0.1" units="cm"/>
      <inkml:brushProperty name="height" value="0.1" units="cm"/>
      <inkml:brushProperty name="color" value="#008C3A"/>
    </inkml:brush>
  </inkml:definitions>
  <inkml:trace contextRef="#ctx0" brushRef="#br0">80 634 8754 0 0,'-11'-7'1924'0'0,"0"-1"0"0"0,-16-16 1 0 0,24 21-1564 0 0,0-1 0 0 0,0 1 0 0 0,0 0 0 0 0,1-1 0 0 0,-1 0 0 0 0,1 1 0 0 0,0-1 1 0 0,0 0-1 0 0,0 0 0 0 0,0 0 0 0 0,-1-8 0 0 0,3 12-324 0 0,-1-1 0 0 0,1 1 1 0 0,0-1-1 0 0,0 1 0 0 0,0 0 0 0 0,0-1 1 0 0,0 1-1 0 0,0-1 0 0 0,0 1 0 0 0,0 0 1 0 0,0-1-1 0 0,0 1 0 0 0,1-1 0 0 0,-1 1 0 0 0,0 0 1 0 0,0-1-1 0 0,0 1 0 0 0,0-1 0 0 0,1 1 1 0 0,-1 0-1 0 0,0-1 0 0 0,0 1 0 0 0,0 0 0 0 0,1-1 1 0 0,-1 1-1 0 0,0 0 0 0 0,1 0 0 0 0,-1-1 1 0 0,0 1-1 0 0,1 0 0 0 0,-1 0 0 0 0,0-1 0 0 0,1 1 1 0 0,-1 0-1 0 0,1 0 0 0 0,0 0 0 0 0,19 2 610 0 0,17 14-273 0 0,2 8-187 0 0,63 52 0 0 0,-72-51-218 0 0,1-1 1 0 0,1-2-1 0 0,42 22 1 0 0,-50-33-3 0 0,7 5-8 0 0,45 15 0 0 0,-69-28 40 0 0,1-1-1 0 0,0 0 1 0 0,0 0 0 0 0,0-1-1 0 0,0 0 1 0 0,0 0-1 0 0,0-1 1 0 0,1 0-1 0 0,-1 0 1 0 0,0-1-1 0 0,12-2 1 0 0,-18 2 32 0 0,0 0 0 0 0,0 0 0 0 0,-1 0 1 0 0,1 0-1 0 0,0 0 0 0 0,-1 0 0 0 0,1 0 0 0 0,-1-1 0 0 0,1 1 1 0 0,-1-1-1 0 0,1 1 0 0 0,-1-1 0 0 0,0 1 0 0 0,0-1 0 0 0,0 0 1 0 0,0 1-1 0 0,0-1 0 0 0,0 0 0 0 0,0 0 0 0 0,-1 0 0 0 0,1 0 1 0 0,0 0-1 0 0,-1 0 0 0 0,0 0 0 0 0,1 0 0 0 0,-1 0 0 0 0,0 0 1 0 0,0 0-1 0 0,0 0 0 0 0,-1 0 0 0 0,1-2 0 0 0,-2-9 150 0 0,0-1 0 0 0,-1 1 1 0 0,-7-20-1 0 0,7 20-68 0 0,-26-72 455 0 0,-45-92 0 0 0,-8-24-590 0 0,72 177-234 0 0,2-1 1 0 0,1 0-1 0 0,1 0 1 0 0,1-1-1 0 0,1 0 1 0 0,-1-30-1 0 0,7 36-605 0 0</inkml:trace>
</inkml:ink>
</file>

<file path=ppt/ink/ink3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18.734"/>
    </inkml:context>
    <inkml:brush xml:id="br0">
      <inkml:brushProperty name="width" value="0.1" units="cm"/>
      <inkml:brushProperty name="height" value="0.1" units="cm"/>
      <inkml:brushProperty name="color" value="#008C3A"/>
    </inkml:brush>
  </inkml:definitions>
  <inkml:trace contextRef="#ctx0" brushRef="#br0">0 181 10138 0 0,'14'8'7032'0'0,"51"34"-4790"0"0,-43-21-1956 0 0,22 28-1 0 0,-25-28-58 0 0,34 32-1 0 0,-52-58-343 0 0,-7-15-156 0 0,-11-27-265 0 0,15 41 497 0 0,-14-38-28 0 0,-10-47 0 0 0,23 77 244 0 0,0 1 1 0 0,1 0-1 0 0,1-1 0 0 0,0 1 1 0 0,0-1-1 0 0,2 0 0 0 0,0 1 1 0 0,3-19-1 0 0,-4 31-134 0 0,1 0-1 0 0,-1 0 0 0 0,0 0 1 0 0,0 0-1 0 0,1 0 1 0 0,-1 0-1 0 0,0 0 1 0 0,1 0-1 0 0,-1 0 0 0 0,1 0 1 0 0,-1 0-1 0 0,1 0 1 0 0,0 0-1 0 0,-1 0 1 0 0,1 1-1 0 0,0-1 0 0 0,-1 0 1 0 0,1 0-1 0 0,0 1 1 0 0,0-1-1 0 0,0 1 1 0 0,0-1-1 0 0,0 0 0 0 0,0 1 1 0 0,1-1-1 0 0,0 1-7 0 0,0 0 0 0 0,-1 0-1 0 0,1 0 1 0 0,-1 1 0 0 0,1-1-1 0 0,-1 0 1 0 0,1 1 0 0 0,-1-1-1 0 0,1 1 1 0 0,-1 0 0 0 0,1-1-1 0 0,-1 1 1 0 0,0 0 0 0 0,1 0-1 0 0,1 1 1 0 0,6 6 38 0 0,0 1 1 0 0,-1 0-1 0 0,12 14 0 0 0,-17-19-40 0 0,14 17-28 0 0,0-1 0 0 0,2-1 0 0 0,27 22 0 0 0,-33-31-758 0 0,0-1-1 0 0,0-1 1 0 0,29 13 0 0 0,-20-12-6422 0 0</inkml:trace>
</inkml:ink>
</file>

<file path=ppt/ink/ink3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19.052"/>
    </inkml:context>
    <inkml:brush xml:id="br0">
      <inkml:brushProperty name="width" value="0.1" units="cm"/>
      <inkml:brushProperty name="height" value="0.1" units="cm"/>
      <inkml:brushProperty name="color" value="#008C3A"/>
    </inkml:brush>
  </inkml:definitions>
  <inkml:trace contextRef="#ctx0" brushRef="#br0">52 110 10594 0 0,'-3'-5'313'0'0,"0"1"0"0"0,0-1 0 0 0,-1 1 0 0 0,1 0 0 0 0,-7-5 0 0 0,10 9-226 0 0,-1-1 0 0 0,1 1 0 0 0,-1 0 0 0 0,0-1 1 0 0,1 1-1 0 0,-1-1 0 0 0,1 1 0 0 0,-1 0 0 0 0,0 0 0 0 0,1-1 0 0 0,-1 1 0 0 0,0 0 1 0 0,1 0-1 0 0,-1 0 0 0 0,0 0 0 0 0,1 0 0 0 0,-1 0 0 0 0,0 0 0 0 0,1 0 0 0 0,-1 0 1 0 0,0 0-1 0 0,0 1 63 0 0,0-1 0 0 0,0 1 0 0 0,0 0 0 0 0,1-1 0 0 0,-1 1 0 0 0,0 0 0 0 0,1 0 1 0 0,-1-1-1 0 0,1 1 0 0 0,-1 0 0 0 0,1 0 0 0 0,-1 0 0 0 0,1 0 0 0 0,0 0 0 0 0,-1 0 1 0 0,1 0-1 0 0,0 0 0 0 0,0 0 0 0 0,0-1 0 0 0,-1 3 0 0 0,1 4 131 0 0,-1 1 0 0 0,1-1-1 0 0,1 1 1 0 0,-1-1 0 0 0,1 1 0 0 0,0-1-1 0 0,1 0 1 0 0,0 1 0 0 0,0-1 0 0 0,6 12-1 0 0,-2-4-174 0 0,1-1-1 0 0,1 0 1 0 0,1 0-1 0 0,10 12 1 0 0,-15-21-109 0 0,0 0 0 0 0,1 0 0 0 0,0-1 0 0 0,-1 1 1 0 0,2-1-1 0 0,-1 0 0 0 0,0-1 0 0 0,1 1 0 0 0,0-1 1 0 0,0-1-1 0 0,0 1 0 0 0,0-1 0 0 0,11 3 1 0 0,-15-4-28 0 0,1-1 0 0 0,0 0 0 0 0,-1 1 0 0 0,1-1 0 0 0,0-1 1 0 0,-1 1-1 0 0,1 0 0 0 0,0 0 0 0 0,-1-1 0 0 0,1 0 1 0 0,-1 1-1 0 0,1-1 0 0 0,-1 0 0 0 0,1 0 0 0 0,-1-1 1 0 0,0 1-1 0 0,1 0 0 0 0,-1-1 0 0 0,0 1 0 0 0,0-1 0 0 0,0 0 1 0 0,0 0-1 0 0,0 0 0 0 0,-1 0 0 0 0,1 0 0 0 0,0 0 1 0 0,-1 0-1 0 0,0 0 0 0 0,1-1 0 0 0,-1 1 0 0 0,0-1 1 0 0,0 1-1 0 0,0-1 0 0 0,-1 1 0 0 0,2-5 0 0 0,0-3 64 0 0,-1-1 0 0 0,1 1 1 0 0,-2 0-1 0 0,1-1 0 0 0,-2 1 0 0 0,1-1 0 0 0,-1 1 0 0 0,-1 0 0 0 0,0 0 0 0 0,0-1 0 0 0,-1 1 1 0 0,-4-10-1 0 0,3 9-32 0 0,-1 1-1 0 0,0-1 1 0 0,-1 1 0 0 0,1 0 0 0 0,-2 0 0 0 0,0 1 0 0 0,0 0 0 0 0,0 0 0 0 0,-1 1 0 0 0,-16-13-1 0 0,23 20-103 0 0,0 0-1 0 0,0 0 0 0 0,0 0 0 0 0,0 0 0 0 0,0 0 0 0 0,-1 1 0 0 0,1-1 0 0 0,0 0 1 0 0,0 1-1 0 0,-1-1 0 0 0,1 1 0 0 0,0 0 0 0 0,-1-1 0 0 0,1 1 0 0 0,0 0 1 0 0,-1 0-1 0 0,1 0 0 0 0,-1 0 0 0 0,1 0 0 0 0,0 0 0 0 0,-1 0 0 0 0,-1 1 1 0 0,-3 3-1325 0 0</inkml:trace>
</inkml:ink>
</file>

<file path=ppt/ink/ink3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19.321"/>
    </inkml:context>
    <inkml:brush xml:id="br0">
      <inkml:brushProperty name="width" value="0.1" units="cm"/>
      <inkml:brushProperty name="height" value="0.1" units="cm"/>
      <inkml:brushProperty name="color" value="#008C3A"/>
    </inkml:brush>
  </inkml:definitions>
  <inkml:trace contextRef="#ctx0" brushRef="#br0">4 10 11522 0 0,'-4'-9'3147'0'0,"13"12"-832"0"0,11 13-71 0 0,29 41 430 0 0,-29-32-3565 0 0,44 41 0 0 0</inkml:trace>
</inkml:ink>
</file>

<file path=ppt/ink/ink3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19.495"/>
    </inkml:context>
    <inkml:brush xml:id="br0">
      <inkml:brushProperty name="width" value="0.1" units="cm"/>
      <inkml:brushProperty name="height" value="0.1" units="cm"/>
      <inkml:brushProperty name="color" value="#008C3A"/>
    </inkml:brush>
  </inkml:definitions>
  <inkml:trace contextRef="#ctx0" brushRef="#br0">29 1 12443 0 0,'-2'0'178'0'0,"1"0"1"0"0,0 0 0 0 0,0 0-1 0 0,-1 0 1 0 0,1 0-1 0 0,0 0 1 0 0,-1 0 0 0 0,1 0-1 0 0,0 1 1 0 0,-1-1 0 0 0,1 1-1 0 0,0-1 1 0 0,0 1 0 0 0,0-1-1 0 0,-1 1 1 0 0,1 0 0 0 0,0-1-1 0 0,0 1 1 0 0,-2 2-1 0 0,3-2-208 0 0,0 0-1 0 0,-1 0 0 0 0,1 0 0 0 0,0 0 0 0 0,0 1 1 0 0,0-1-1 0 0,0 0 0 0 0,0 0 0 0 0,0 0 1 0 0,0 1-1 0 0,0-1 0 0 0,0 0 0 0 0,0 0 0 0 0,1 0 1 0 0,-1 0-1 0 0,0 1 0 0 0,1-1 0 0 0,-1 0 1 0 0,1 0-1 0 0,0 0 0 0 0,-1 0 0 0 0,1 0 0 0 0,1 1 1 0 0,1 3-853 0 0,1 0 1 0 0,0 0 0 0 0,0-1 0 0 0,0 1 0 0 0,6 4-1 0 0,1 0 294 0 0</inkml:trace>
</inkml:ink>
</file>

<file path=ppt/ink/ink3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19.780"/>
    </inkml:context>
    <inkml:brush xml:id="br0">
      <inkml:brushProperty name="width" value="0.1" units="cm"/>
      <inkml:brushProperty name="height" value="0.1" units="cm"/>
      <inkml:brushProperty name="color" value="#008C3A"/>
    </inkml:brush>
  </inkml:definitions>
  <inkml:trace contextRef="#ctx0" brushRef="#br0">107 1 5529 0 0,'-8'1'682'0'0,"0"1"-1"0"0,0 0 1 0 0,-1 1-1 0 0,1 0 1 0 0,1 0 0 0 0,-1 1-1 0 0,0 0 1 0 0,1 1-1 0 0,-8 5 1 0 0,14-9-544 0 0,-1 0 1 0 0,0 0 0 0 0,1 1-1 0 0,-1-1 1 0 0,1 1 0 0 0,0-1-1 0 0,-1 1 1 0 0,1 0 0 0 0,0-1-1 0 0,0 1 1 0 0,0 0 0 0 0,0 0-1 0 0,0 0 1 0 0,1 0-1 0 0,-1 0 1 0 0,0-1 0 0 0,1 1-1 0 0,0 1 1 0 0,-1-1 0 0 0,1 0-1 0 0,0 0 1 0 0,0 0 0 0 0,0 0-1 0 0,0 0 1 0 0,0 0 0 0 0,1 0-1 0 0,-1 0 1 0 0,1 0 0 0 0,-1 0-1 0 0,1 0 1 0 0,0 0-1 0 0,0-1 1 0 0,0 1 0 0 0,0 0-1 0 0,0 0 1 0 0,0-1 0 0 0,0 1-1 0 0,0 0 1 0 0,1-1 0 0 0,-1 1-1 0 0,1-1 1 0 0,2 3 0 0 0,2 0-120 0 0,-1 1 1 0 0,1-1-1 0 0,0 0 1 0 0,0-1-1 0 0,1 0 1 0 0,-1 0 0 0 0,1 0-1 0 0,-1 0 1 0 0,1-1-1 0 0,0 0 1 0 0,0-1 0 0 0,0 1-1 0 0,10-1 1 0 0,40 12-249 0 0,-54-12 216 0 0,0 1 0 0 0,0-1-1 0 0,0 1 1 0 0,0 0 0 0 0,0 0 0 0 0,0 0 0 0 0,-1 0-1 0 0,1 1 1 0 0,-1-1 0 0 0,1 1 0 0 0,-1-1 0 0 0,0 1-1 0 0,0 0 1 0 0,0 0 0 0 0,0 0 0 0 0,-1 0 0 0 0,1 0-1 0 0,-1 0 1 0 0,0 0 0 0 0,0 1 0 0 0,0-1 0 0 0,0 0-1 0 0,-1 1 1 0 0,1 3 0 0 0,1 10-111 0 0,-2-1-1 0 0,0 1 1 0 0,-3 29 0 0 0,1-29-207 0 0,0 7-355 0 0</inkml:trace>
</inkml:ink>
</file>

<file path=ppt/ink/ink3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0.081"/>
    </inkml:context>
    <inkml:brush xml:id="br0">
      <inkml:brushProperty name="width" value="0.1" units="cm"/>
      <inkml:brushProperty name="height" value="0.1" units="cm"/>
      <inkml:brushProperty name="color" value="#008C3A"/>
    </inkml:brush>
  </inkml:definitions>
  <inkml:trace contextRef="#ctx0" brushRef="#br0">66 361 2761 0 0,'4'-9'439'0'0,"10"-16"1643"0"0,-2-1 1 0 0,-1 0 0 0 0,12-44 0 0 0,-21 61-1864 0 0,0 0 1 0 0,-1 0-1 0 0,0 1 0 0 0,-1-1 1 0 0,0 0-1 0 0,0 0 1 0 0,-1 0-1 0 0,0 0 1 0 0,-1 0-1 0 0,0 0 1 0 0,0 0-1 0 0,0 1 1 0 0,-1-1-1 0 0,-1 1 0 0 0,-7-13 1 0 0,9 17-278 0 0,-1-1 1 0 0,0 1-1 0 0,0 0 1 0 0,0 0-1 0 0,-1 1 1 0 0,1-1-1 0 0,-1 1 1 0 0,0-1-1 0 0,0 1 1 0 0,0 1-1 0 0,-1-1 1 0 0,-5-3-1 0 0,8 6 76 0 0,1-1-1 0 0,-1 1 0 0 0,1-1 1 0 0,0 1-1 0 0,-1 0 0 0 0,1-1 1 0 0,-1 1-1 0 0,1 0 0 0 0,-1 0 0 0 0,1 0 1 0 0,-1 0-1 0 0,1 1 0 0 0,-1-1 1 0 0,1 0-1 0 0,-1 1 0 0 0,1-1 1 0 0,-1 0-1 0 0,-1 2 0 0 0,1-1 108 0 0,1 1-1 0 0,-1-1 1 0 0,0 1-1 0 0,1-1 1 0 0,-1 1 0 0 0,1 0-1 0 0,-1 0 1 0 0,1-1-1 0 0,0 1 1 0 0,0 0-1 0 0,0 0 1 0 0,0 0 0 0 0,0 0-1 0 0,0 1 1 0 0,1-1-1 0 0,-1 2 1 0 0,-1 2 39 0 0,1 1 1 0 0,1-1-1 0 0,-1 0 1 0 0,1 0-1 0 0,0 1 1 0 0,0-1-1 0 0,1 0 0 0 0,-1 0 1 0 0,1 0-1 0 0,1 1 1 0 0,-1-1-1 0 0,1 0 1 0 0,0 0-1 0 0,1-1 0 0 0,-1 1 1 0 0,1 0-1 0 0,1-1 1 0 0,-1 0-1 0 0,0 0 1 0 0,1 0-1 0 0,8 8 0 0 0,-6-6-358 0 0,1-1 1 0 0,0 0-1 0 0,0 0 0 0 0,0 0 0 0 0,1-1 0 0 0,0 0 0 0 0,0-1 0 0 0,1 0 0 0 0,-1 0 0 0 0,1-1 0 0 0,0 0 0 0 0,0 0 0 0 0,0-1 0 0 0,10 1 0 0 0,2-1-6149 0 0</inkml:trace>
</inkml:ink>
</file>

<file path=ppt/ink/ink3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0.254"/>
    </inkml:context>
    <inkml:brush xml:id="br0">
      <inkml:brushProperty name="width" value="0.1" units="cm"/>
      <inkml:brushProperty name="height" value="0.1" units="cm"/>
      <inkml:brushProperty name="color" value="#008C3A"/>
    </inkml:brush>
  </inkml:definitions>
  <inkml:trace contextRef="#ctx0" brushRef="#br0">0 0 6913 0 0,'6'6'4475'0'0,"5"15"-2176"0"0,-8-8-1383 0 0,0 0-1 0 0,0 0 1 0 0,-1 1 0 0 0,0 20-1 0 0,-6 56-1547 0 0,2-61-612 0 0,1 0 0 0 0,3 40 1 0 0,1-49 1208 0 0</inkml:trace>
</inkml:ink>
</file>

<file path=ppt/ink/ink3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0.682"/>
    </inkml:context>
    <inkml:brush xml:id="br0">
      <inkml:brushProperty name="width" value="0.1" units="cm"/>
      <inkml:brushProperty name="height" value="0.1" units="cm"/>
      <inkml:brushProperty name="color" value="#008C3A"/>
    </inkml:brush>
  </inkml:definitions>
  <inkml:trace contextRef="#ctx0" brushRef="#br0">88 3 5985 0 0,'-21'-1'2926'0'0,"18"0"-2003"0"0,0 1-1 0 0,-1 0 1 0 0,1 0-1 0 0,0 0 1 0 0,-1 0-1 0 0,1 1 1 0 0,0-1-1 0 0,-5 2 1 0 0,6-1-757 0 0,0 0 0 0 0,1 0 0 0 0,-1 0 0 0 0,1 0 0 0 0,-1 1 1 0 0,1-1-1 0 0,0 0 0 0 0,0 1 0 0 0,-1-1 0 0 0,1 1 0 0 0,0-1 0 0 0,0 1 0 0 0,0 0 1 0 0,1-1-1 0 0,-1 1 0 0 0,0 0 0 0 0,1 0 0 0 0,-1 0 0 0 0,0 2 0 0 0,-1 6-87 0 0,-1-1 0 0 0,2 1 0 0 0,-1 0 0 0 0,1 0 0 0 0,1 0 0 0 0,0 0-1 0 0,0 0 1 0 0,1 0 0 0 0,0-1 0 0 0,1 1 0 0 0,3 10 0 0 0,-4-15-100 0 0,1-1 1 0 0,0 0 0 0 0,0 1 0 0 0,0-1-1 0 0,0 0 1 0 0,1 0 0 0 0,-1 0-1 0 0,1 0 1 0 0,0-1 0 0 0,1 1 0 0 0,-1-1-1 0 0,0 0 1 0 0,1 0 0 0 0,0 0-1 0 0,0 0 1 0 0,-1-1 0 0 0,2 1-1 0 0,-1-1 1 0 0,0 0 0 0 0,0 0 0 0 0,1-1-1 0 0,-1 1 1 0 0,1-1 0 0 0,-1 0-1 0 0,6 1 1 0 0,49 0-653 0 0,-47-2 396 0 0,0 0 0 0 0,-1 0 1 0 0,1 1-1 0 0,0 1 0 0 0,19 5 1 0 0,-28-6 234 0 0,1 1 0 0 0,-1-1 0 0 0,0 1 1 0 0,1 0-1 0 0,-1 0 0 0 0,0 0 1 0 0,0 1-1 0 0,-1-1 0 0 0,1 1 1 0 0,0-1-1 0 0,-1 1 0 0 0,0 0 0 0 0,1 0 1 0 0,-1 0-1 0 0,0 0 0 0 0,-1 0 1 0 0,1 1-1 0 0,0-1 0 0 0,-1 1 1 0 0,0-1-1 0 0,0 1 0 0 0,1 5 0 0 0,-1-1-112 0 0,0-1-1 0 0,-1 1 1 0 0,0 0-1 0 0,0-1 1 0 0,-1 1-1 0 0,0-1 1 0 0,0 1-1 0 0,-1-1 1 0 0,1 0-1 0 0,-2 1 1 0 0,1-1-1 0 0,-1 0 1 0 0,-7 11-1 0 0</inkml:trace>
</inkml:ink>
</file>

<file path=ppt/ink/ink3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1.302"/>
    </inkml:context>
    <inkml:brush xml:id="br0">
      <inkml:brushProperty name="width" value="0.1" units="cm"/>
      <inkml:brushProperty name="height" value="0.1" units="cm"/>
      <inkml:brushProperty name="color" value="#008C3A"/>
    </inkml:brush>
  </inkml:definitions>
  <inkml:trace contextRef="#ctx0" brushRef="#br0">126 74 5529 0 0,'-5'-2'398'0'0,"-1"0"0"0"0,1 0-1 0 0,0-1 1 0 0,0 1 0 0 0,0-1 0 0 0,0-1-1 0 0,0 1 1 0 0,0-1 0 0 0,-7-7-1 0 0,7 6 388 0 0,1 1 0 0 0,-2 0-1 0 0,1 0 1 0 0,0 0-1 0 0,-1 0 1 0 0,0 1-1 0 0,0 0 1 0 0,-6-2 0 0 0,-1 4 3221 0 0,20 10-1679 0 0,3 4-2487 0 0,134 190 664 0 0,-142-201-507 0 0,6 10-32 0 0,0 0 0 0 0,2 0 0 0 0,-1-1 0 0 0,1 0 0 0 0,1 0 0 0 0,20 15 0 0 0,-30-26 28 0 0,-1 0-1 0 0,0 0 1 0 0,0 0-1 0 0,0 0 1 0 0,0 0 0 0 0,0 0-1 0 0,0 0 1 0 0,1 0 0 0 0,-1 0-1 0 0,0 0 1 0 0,0 0-1 0 0,0 1 1 0 0,0-1 0 0 0,1 0-1 0 0,-1 0 1 0 0,0 0 0 0 0,0 0-1 0 0,0 0 1 0 0,0-1-1 0 0,0 1 1 0 0,1 0 0 0 0,-1 0-1 0 0,0 0 1 0 0,0 0 0 0 0,0 0-1 0 0,0 0 1 0 0,0 0-1 0 0,0 0 1 0 0,1 0 0 0 0,-1 0-1 0 0,0 0 1 0 0,0 0 0 0 0,0 0-1 0 0,0-1 1 0 0,0 1-1 0 0,0 0 1 0 0,0 0 0 0 0,1 0-1 0 0,-1 0 1 0 0,0 0 0 0 0,0 0-1 0 0,0-1 1 0 0,0 1 0 0 0,0 0-1 0 0,0 0 1 0 0,0 0-1 0 0,0 0 1 0 0,0 0 0 0 0,0-1-1 0 0,0 1 1 0 0,0 0 0 0 0,0 0-1 0 0,0 0 1 0 0,0 0-1 0 0,0 0 1 0 0,0-1 0 0 0,-1-15-191 0 0,-6-15 29 0 0,-14-54 157 0 0,19 76 72 0 0,1-1 1 0 0,0 0-1 0 0,0 0 1 0 0,1 0-1 0 0,1 1 0 0 0,2-20 1 0 0,-3 28-56 0 0,1 0 0 0 0,-1 0 0 0 0,0-1 0 0 0,0 1 0 0 0,1 0 0 0 0,-1-1 1 0 0,1 1-1 0 0,-1 0 0 0 0,1 0 0 0 0,0 0 0 0 0,-1-1 0 0 0,1 1 0 0 0,0 0 0 0 0,0 0 0 0 0,0 0 1 0 0,0 0-1 0 0,0 0 0 0 0,0 1 0 0 0,0-1 0 0 0,0 0 0 0 0,0 0 0 0 0,0 1 0 0 0,0-1 0 0 0,0 0 0 0 0,3 0 1 0 0,-2 1 7 0 0,0 0 0 0 0,1 0 0 0 0,-1 0 0 0 0,0 0 1 0 0,0 1-1 0 0,1-1 0 0 0,-1 1 0 0 0,0 0 0 0 0,0-1 1 0 0,0 1-1 0 0,0 0 0 0 0,0 0 0 0 0,0 0 0 0 0,2 2 0 0 0,7 5 48 0 0,0 1-1 0 0,0 0 0 0 0,15 17 0 0 0,-25-25-60 0 0,45 41-844 0 0,-25-25-5119 0 0,-4-5-1076 0 0</inkml:trace>
</inkml:ink>
</file>

<file path=ppt/ink/ink3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1.636"/>
    </inkml:context>
    <inkml:brush xml:id="br0">
      <inkml:brushProperty name="width" value="0.1" units="cm"/>
      <inkml:brushProperty name="height" value="0.1" units="cm"/>
      <inkml:brushProperty name="color" value="#008C3A"/>
    </inkml:brush>
  </inkml:definitions>
  <inkml:trace contextRef="#ctx0" brushRef="#br0">86 170 3225 0 0,'-1'-10'238'0'0,"0"0"0"0"0,-1 1 0 0 0,-1-1 1 0 0,0 1-1 0 0,-4-12 0 0 0,5 19 211 0 0,1-1 1 0 0,0 1-1 0 0,-1 0 0 0 0,0-1 0 0 0,0 1 0 0 0,1 0 1 0 0,-1 0-1 0 0,-1 0 0 0 0,1 0 0 0 0,0 0 0 0 0,0 1 1 0 0,-1-1-1 0 0,1 1 0 0 0,-1-1 0 0 0,1 1 0 0 0,-1 0 1 0 0,0 0-1 0 0,1 0 0 0 0,-1 0 0 0 0,0 1 0 0 0,0-1 1 0 0,-4 0-1 0 0,6 1-420 0 0,1 0 0 0 0,0 0 0 0 0,-1 0 0 0 0,1 0 0 0 0,-1 0 0 0 0,1 0 0 0 0,-1 0 0 0 0,1 1 0 0 0,-1-1 0 0 0,1 0 0 0 0,-1 0 0 0 0,1 0 0 0 0,-1 0 0 0 0,1 1 0 0 0,0-1 0 0 0,-1 0 0 0 0,1 0 0 0 0,-1 1 0 0 0,1-1 0 0 0,0 0-1 0 0,-1 1 1 0 0,1-1 0 0 0,0 0 0 0 0,-1 1 0 0 0,1-1 0 0 0,0 1 0 0 0,-1-1 0 0 0,1 0 0 0 0,0 1 0 0 0,0-1 0 0 0,0 1 0 0 0,0-1 0 0 0,-1 1 0 0 0,1-1 0 0 0,0 1 0 0 0,0-1 0 0 0,0 1 0 0 0,2 27 1606 0 0,17 25 495 0 0,-12-38-2235 0 0,0 0 0 0 0,1-1-1 0 0,1 0 1 0 0,0-1-1 0 0,15 16 1 0 0,-22-26 76 0 0,1 0-1 0 0,0 0 0 0 0,0 0 1 0 0,1 0-1 0 0,-1-1 1 0 0,1 0-1 0 0,-1 1 1 0 0,1-1-1 0 0,-1-1 1 0 0,1 1-1 0 0,0 0 1 0 0,0-1-1 0 0,0 0 0 0 0,0 0 1 0 0,0 0-1 0 0,0-1 1 0 0,0 1-1 0 0,1-1 1 0 0,-1 0-1 0 0,0 0 1 0 0,0 0-1 0 0,0-1 1 0 0,0 1-1 0 0,0-1 1 0 0,8-2-1 0 0,-9 2-8 0 0,-1 0-1 0 0,1 0 1 0 0,-1 0-1 0 0,1-1 1 0 0,-1 1 0 0 0,1-1-1 0 0,-1 1 1 0 0,0-1-1 0 0,1 0 1 0 0,-1 0 0 0 0,0 0-1 0 0,0 0 1 0 0,-1 0-1 0 0,1 0 1 0 0,0 0 0 0 0,-1-1-1 0 0,1 1 1 0 0,-1-1-1 0 0,0 1 1 0 0,2-4 0 0 0,-2 1 85 0 0,0 0 0 0 0,-1 0 0 0 0,1 0 0 0 0,-1 0 0 0 0,0 0 1 0 0,0 0-1 0 0,0 0 0 0 0,-1 1 0 0 0,0-1 0 0 0,-3-9 0 0 0,-2-3 335 0 0,0 0 1 0 0,-2 0-1 0 0,0 0 0 0 0,-1 1 0 0 0,-14-19 1 0 0,22 34-367 0 0,-33-41 786 0 0,33 41-874 0 0,-1-1 0 0 0,0 1 0 0 0,1-1 0 0 0,-1 1 1 0 0,0-1-1 0 0,1 1 0 0 0,-1 0 0 0 0,0 0 0 0 0,0 0 0 0 0,0 0 0 0 0,0 0 0 0 0,0 1 0 0 0,0-1 0 0 0,0 0 0 0 0,-1 1 0 0 0,1 0 0 0 0,0-1 0 0 0,0 1 0 0 0,0 0 0 0 0,0 0 0 0 0,-3 1 1 0 0,-2 1-1163 0 0</inkml:trace>
</inkml:ink>
</file>

<file path=ppt/ink/ink3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1.921"/>
    </inkml:context>
    <inkml:brush xml:id="br0">
      <inkml:brushProperty name="width" value="0.1" units="cm"/>
      <inkml:brushProperty name="height" value="0.1" units="cm"/>
      <inkml:brushProperty name="color" value="#008C3A"/>
    </inkml:brush>
  </inkml:definitions>
  <inkml:trace contextRef="#ctx0" brushRef="#br0">70 60 14283 0 0,'-29'-27'1913'0'0,"24"22"-1061"0"0,0-1 0 0 0,0 1 0 0 0,-1 0-1 0 0,-9-6 112 0 0,15 10-927 0 0,-1 1 1 0 0,1 0 0 0 0,0 0 0 0 0,0 0 0 0 0,0 0 0 0 0,0 0-1 0 0,0 0 1 0 0,0 0 0 0 0,0 0 0 0 0,0 0 0 0 0,-1 0 0 0 0,1 0 0 0 0,0 0-1 0 0,0 0 1 0 0,0 0 0 0 0,-2 1 700 0 0,2-1-700 0 0,0 0 0 0 0,0 0-1 0 0,0 1 1 0 0,0-1 0 0 0,0 0 0 0 0,0 0 0 0 0,0 0 0 0 0,0 0-1 0 0,0 0 1 0 0,0 0 0 0 0,0 0 0 0 0,0 0 0 0 0,0 1 0 0 0,0-1 0 0 0,0 0-1 0 0,0 0 1 0 0,0 0 0 0 0,0 0 0 0 0,0 0 0 0 0,0 0 0 0 0,0 1-1 0 0,2 11 459 0 0,7 12-471 0 0,-1-8 38 0 0,1 0 0 0 0,1-1 0 0 0,1 0 0 0 0,0-1 0 0 0,1 0-1 0 0,0-1 1 0 0,1 0 0 0 0,1-1 0 0 0,0 0 0 0 0,26 16 0 0 0,-20-15-262 0 0,1-2 0 0 0,0 0 0 0 0,24 7 0 0 0,-27-11-902 0 0,1-2 1 0 0,-1 0-1 0 0,36 4 1 0 0</inkml:trace>
</inkml:ink>
</file>

<file path=ppt/ink/ink3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2.110"/>
    </inkml:context>
    <inkml:brush xml:id="br0">
      <inkml:brushProperty name="width" value="0.1" units="cm"/>
      <inkml:brushProperty name="height" value="0.1" units="cm"/>
      <inkml:brushProperty name="color" value="#008C3A"/>
    </inkml:brush>
  </inkml:definitions>
  <inkml:trace contextRef="#ctx0" brushRef="#br0">10 272 13827 0 0,'-1'0'34'0'0,"1"1"0"0"0,0-1 0 0 0,-1 0 0 0 0,1 0 0 0 0,0 0 0 0 0,-1 0 0 0 0,1 0 0 0 0,0-1 0 0 0,-1 1 0 0 0,1 0 0 0 0,0 0 0 0 0,-1 0 0 0 0,1 0 1 0 0,0 0-1 0 0,-1 0 0 0 0,1 0 0 0 0,0-1 0 0 0,0 1 0 0 0,-1 0 0 0 0,1 0 0 0 0,0 0 0 0 0,-1-1 0 0 0,1 1 0 0 0,0 0 0 0 0,0 0 0 0 0,0-1 0 0 0,-1 1 0 0 0,1 0 0 0 0,0-1 0 0 0,0 1 0 0 0,0 0 0 0 0,0-1 0 0 0,0 1 0 0 0,-1 0 0 0 0,1 0 0 0 0,0-1 0 0 0,0 1 1 0 0,0-1-1 0 0,6-16 267 0 0,19-22-232 0 0,-20 33 348 0 0,20-32 866 0 0,38-49-316 0 0,-54 76-1643 0 0,0 1 0 0 0,1 0 0 0 0,0 1 0 0 0,0 0 0 0 0,20-12 0 0 0,-17 14 639 0 0</inkml:trace>
</inkml:ink>
</file>

<file path=ppt/ink/ink3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3.349"/>
    </inkml:context>
    <inkml:brush xml:id="br0">
      <inkml:brushProperty name="width" value="0.1" units="cm"/>
      <inkml:brushProperty name="height" value="0.1" units="cm"/>
      <inkml:brushProperty name="color" value="#008C3A"/>
    </inkml:brush>
  </inkml:definitions>
  <inkml:trace contextRef="#ctx0" brushRef="#br0">22 4 10594 0 0,'-2'-2'1089'0'0,"1"2"-871"0"0,1 0 0 0 0,-1 0 0 0 0,0-1 0 0 0,1 1-1 0 0,-1 0 1 0 0,1 0 0 0 0,-1 0 0 0 0,1-1 0 0 0,-1 1-1 0 0,0 0 1 0 0,1 0 0 0 0,-1 0 0 0 0,1 0 0 0 0,-1 0 0 0 0,0 0-1 0 0,1 0 1 0 0,-1 0 0 0 0,1 1 0 0 0,-1-1 0 0 0,0 0-1 0 0,1 0 1 0 0,-1 0 0 0 0,1 1 0 0 0,-3 0 871 0 0,2 0-871 0 0,1 1-51 0 0,-1-1 0 0 0,1 1 1 0 0,0-1-1 0 0,0 1 1 0 0,-1-1-1 0 0,1 1 0 0 0,0-1 1 0 0,1 1-1 0 0,-1 0 1 0 0,0-1-1 0 0,0 1 0 0 0,1-1 1 0 0,0 2-1 0 0,20 53-199 0 0,-20-53 346 0 0,74 139-17 0 0,-63-122-302 0 0,2 0 1 0 0,0-1-1 0 0,2-1 0 0 0,29 29 1 0 0,-40-42 14 0 0,1-1 1 0 0,-1 0-1 0 0,1 0 1 0 0,-1-1-1 0 0,1 0 1 0 0,0 0-1 0 0,0 0 1 0 0,1-1-1 0 0,-1 0 1 0 0,0 0-1 0 0,1 0 1 0 0,-1-1-1 0 0,1 0 1 0 0,0 0-1 0 0,-1-1 1 0 0,1 0-1 0 0,11-1 1 0 0,-14 0-58 0 0,1 0 1 0 0,0 0 0 0 0,0 0-1 0 0,-1-1 1 0 0,1 0-1 0 0,-1 0 1 0 0,0 0 0 0 0,1-1-1 0 0,-1 1 1 0 0,0-1-1 0 0,-1 0 1 0 0,1 0 0 0 0,0-1-1 0 0,-1 1 1 0 0,1-1-1 0 0,-1 1 1 0 0,0-1 0 0 0,-1 0-1 0 0,1 0 1 0 0,-1-1-1 0 0,1 1 1 0 0,-1 0-1 0 0,0-1 1 0 0,2-7 0 0 0,1-7-911 0 0,-1 0 0 0 0,-1 0 0 0 0,0 0 1 0 0,-1-35-1 0 0,-3 23-4731 0 0</inkml:trace>
</inkml:ink>
</file>

<file path=ppt/ink/ink3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3.555"/>
    </inkml:context>
    <inkml:brush xml:id="br0">
      <inkml:brushProperty name="width" value="0.1" units="cm"/>
      <inkml:brushProperty name="height" value="0.1" units="cm"/>
      <inkml:brushProperty name="color" value="#008C3A"/>
    </inkml:brush>
  </inkml:definitions>
  <inkml:trace contextRef="#ctx0" brushRef="#br0">49 1 13827 0 0,'-11'7'608'0'0,"4"-5"128"0"0,0 1-584 0 0,3 0-152 0 0,1-1 0 0 0,2 0 0 0 0,0 1 680 0 0,-2 1 113 0 0,-1 1 15 0 0,0 2 8 0 0,1 1-736 0 0,3-1-144 0 0,1 0-32 0 0,3-2-8 0 0,2 1-2097 0 0,2-4-415 0 0,3 0-81 0 0,-1-2-23 0 0</inkml:trace>
</inkml:ink>
</file>

<file path=ppt/ink/ink3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4.442"/>
    </inkml:context>
    <inkml:brush xml:id="br0">
      <inkml:brushProperty name="width" value="0.1" units="cm"/>
      <inkml:brushProperty name="height" value="0.1" units="cm"/>
      <inkml:brushProperty name="color" value="#008C3A"/>
    </inkml:brush>
  </inkml:definitions>
  <inkml:trace contextRef="#ctx0" brushRef="#br0">71 155 4145 0 0,'-71'-47'11024'0'0,"85"55"-10085"0"0,-2 0 1 0 0,1 0 0 0 0,-1 1-1 0 0,16 15 1 0 0,41 48 210 0 0,-52-53-1370 0 0,1 0 1 0 0,0-1 0 0 0,1 0 0 0 0,1-2 0 0 0,27 18 0 0 0,-46-34 148 0 0,0 1 0 0 0,1 0 1 0 0,-1 0-1 0 0,1 0 0 0 0,-1-1 0 0 0,1 1 1 0 0,-1-1-1 0 0,1 1 0 0 0,-1-1 1 0 0,1 0-1 0 0,-1 0 0 0 0,1 1 1 0 0,1-1-1 0 0,-2 0 38 0 0,-1-1 0 0 0,0 1 0 0 0,1 0 0 0 0,-1 0-1 0 0,0 0 1 0 0,1-1 0 0 0,-1 1 0 0 0,0 0 0 0 0,1 0 0 0 0,-1-1 0 0 0,0 1 0 0 0,1 0-1 0 0,-1 0 1 0 0,0-1 0 0 0,0 1 0 0 0,1 0 0 0 0,-1-1 0 0 0,0 1 0 0 0,0-1 0 0 0,0 1-1 0 0,1 0 1 0 0,-1-1 0 0 0,0 1 0 0 0,0-1 0 0 0,0 1 0 0 0,0 0 0 0 0,0-1 0 0 0,0 1-1 0 0,0-1 1 0 0,0 0 0 0 0,-1-5-152 0 0,0 0 1 0 0,0 0-1 0 0,0-1 0 0 0,-1 1 0 0 0,-2-6 0 0 0,0 0 365 0 0,-11-40 406 0 0,2-1 1 0 0,2 0 0 0 0,-3-64 0 0 0,13 116-564 0 0,1 0 0 0 0,0 0 0 0 0,0 0 0 0 0,0 0 0 0 0,0 0 0 0 0,0 0 1 0 0,0 0-1 0 0,0 0 0 0 0,0 0 0 0 0,0 0 0 0 0,0 0 0 0 0,0 0 0 0 0,1 0 0 0 0,-1 0 1 0 0,0 0-1 0 0,1 0 0 0 0,-1 0 0 0 0,1 1 0 0 0,-1-1 0 0 0,1 0 0 0 0,-1 0 0 0 0,1 0 1 0 0,-1 1-1 0 0,1-1 0 0 0,0 0 0 0 0,0 1 0 0 0,1-2 0 0 0,-1 2 43 0 0,0 0 0 0 0,1 0 1 0 0,-1 0-1 0 0,1 0 0 0 0,-1 0 0 0 0,0 0 0 0 0,1 0 0 0 0,-1 1 0 0 0,0-1 1 0 0,1 1-1 0 0,-1-1 0 0 0,0 1 0 0 0,1-1 0 0 0,-1 1 0 0 0,0 0 0 0 0,2 1 0 0 0,9 6 514 0 0,-1 1 0 0 0,17 18 0 0 0,-25-24-557 0 0,21 21-214 0 0,1 2-1232 0 0,0-1 1 0 0,2-2-1 0 0,42 29 1 0 0,-45-37-4788 0 0</inkml:trace>
</inkml:ink>
</file>

<file path=ppt/ink/ink3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4.760"/>
    </inkml:context>
    <inkml:brush xml:id="br0">
      <inkml:brushProperty name="width" value="0.1" units="cm"/>
      <inkml:brushProperty name="height" value="0.1" units="cm"/>
      <inkml:brushProperty name="color" value="#008C3A"/>
    </inkml:brush>
  </inkml:definitions>
  <inkml:trace contextRef="#ctx0" brushRef="#br0">95 141 7834 0 0,'-2'0'141'0'0,"1"-1"0"0"0,0 1 1 0 0,-1 0-1 0 0,1 0 0 0 0,-1 1 1 0 0,1-1-1 0 0,0 0 0 0 0,-1 0 1 0 0,1 1-1 0 0,-1-1 0 0 0,1 0 1 0 0,0 1-1 0 0,0-1 0 0 0,-1 1 1 0 0,1 0-1 0 0,0 0 0 0 0,0-1 1 0 0,0 1-1 0 0,0 0 1 0 0,-1 0-1 0 0,1 0 0 0 0,1 0 1 0 0,-1 0-1 0 0,0 0 0 0 0,0 0 1 0 0,0 0-1 0 0,0 1 0 0 0,1-1 1 0 0,-1 0-1 0 0,1 0 0 0 0,-1 1 1 0 0,1-1-1 0 0,-1 0 0 0 0,1 1 1 0 0,0-1-1 0 0,-1 1 0 0 0,1-1 1 0 0,0 0-1 0 0,0 1 0 0 0,0-1 1 0 0,0 1-1 0 0,1-1 0 0 0,-1 0 1 0 0,1 3-1 0 0,0 2 69 0 0,0-1-1 0 0,1 0 0 0 0,0 0 1 0 0,0 1-1 0 0,0-1 1 0 0,0-1-1 0 0,1 1 1 0 0,0 0-1 0 0,0 0 1 0 0,5 5-1 0 0,-1-4-56 0 0,0 0 0 0 0,0-1-1 0 0,0 1 1 0 0,0-1 0 0 0,1-1-1 0 0,0 0 1 0 0,0 0 0 0 0,0 0-1 0 0,17 4 1 0 0,-23-7-102 0 0,1-1-1 0 0,-1 1 1 0 0,0 0 0 0 0,1-1 0 0 0,-1 1-1 0 0,0-1 1 0 0,1 0 0 0 0,-1 0 0 0 0,0 0-1 0 0,1 0 1 0 0,-1 0 0 0 0,1-1 0 0 0,-1 1-1 0 0,0-1 1 0 0,1 1 0 0 0,-1-1 0 0 0,0 0-1 0 0,0 0 1 0 0,0 0 0 0 0,0 0 0 0 0,0 0-1 0 0,0-1 1 0 0,0 1 0 0 0,0-1 0 0 0,0 1-1 0 0,0-1 1 0 0,-1 0 0 0 0,1 1 0 0 0,0-1-1 0 0,-1 0 1 0 0,0 0 0 0 0,1 0 0 0 0,-1 0-1 0 0,0 0 1 0 0,0-1 0 0 0,0 1 0 0 0,-1 0-1 0 0,1 0 1 0 0,0-1 0 0 0,-1 1 0 0 0,1-4-1 0 0,-1 0 38 0 0,0-1 0 0 0,0 0 0 0 0,-1 0 0 0 0,1 1 0 0 0,-1-1-1 0 0,-1 0 1 0 0,0 1 0 0 0,0-1 0 0 0,0 1 0 0 0,0-1 0 0 0,-1 1-1 0 0,0 0 1 0 0,-1 0 0 0 0,1 1 0 0 0,-1-1 0 0 0,0 1 0 0 0,0-1-1 0 0,-7-4 1 0 0,-6-8-121 0 0,-1 0 0 0 0,-1 2 0 0 0,-32-22 0 0 0,47 35-70 0 0,-39-23-670 0 0,41 25 567 0 0,0 0 0 0 0,-1 0 0 0 0,1 1 0 0 0,0-1 0 0 0,0 0 0 0 0,0 1 0 0 0,-1 0 1 0 0,1-1-1 0 0,0 1 0 0 0,0 0 0 0 0,-1 0 0 0 0,1 0 0 0 0,0 0 0 0 0,0 1 0 0 0,-1-1 0 0 0,1 1 0 0 0,0-1 0 0 0,0 1 0 0 0,-3 1 0 0 0,-4 5-1249 0 0</inkml:trace>
</inkml:ink>
</file>

<file path=ppt/ink/ink3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4.981"/>
    </inkml:context>
    <inkml:brush xml:id="br0">
      <inkml:brushProperty name="width" value="0.1" units="cm"/>
      <inkml:brushProperty name="height" value="0.1" units="cm"/>
      <inkml:brushProperty name="color" value="#008C3A"/>
    </inkml:brush>
  </inkml:definitions>
  <inkml:trace contextRef="#ctx0" brushRef="#br0">4 0 14747 0 0,'-1'2'3475'0'0,"-2"14"-1085"0"0,4-8-2292 0 0,-1 0-1 0 0,1-1 0 0 0,1 1 0 0 0,-1-1 0 0 0,1 1 0 0 0,1-1 0 0 0,0 1 0 0 0,0-1 1 0 0,0 0-1 0 0,0-1 0 0 0,1 1 0 0 0,9 11 0 0 0,-8-12-518 0 0,0-1 0 0 0,0 0 0 0 0,1 0 0 0 0,-1 0-1 0 0,1-1 1 0 0,0 0 0 0 0,1 0 0 0 0,-1 0 0 0 0,9 3 0 0 0</inkml:trace>
</inkml:ink>
</file>

<file path=ppt/ink/ink3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5.158"/>
    </inkml:context>
    <inkml:brush xml:id="br0">
      <inkml:brushProperty name="width" value="0.1" units="cm"/>
      <inkml:brushProperty name="height" value="0.1" units="cm"/>
      <inkml:brushProperty name="color" value="#008C3A"/>
    </inkml:brush>
  </inkml:definitions>
  <inkml:trace contextRef="#ctx0" brushRef="#br0">44 1 10594 0 0,'-5'1'944'0'0,"1"1"-751"0"0,1-1-193 0 0,2 0 416 0 0,-2 1 40 0 0,-1 2 16 0 0,-3 0 0 0 0,-1 3-472 0 0,2 1 0 0 0,4-1-136 0 0,3 1 32 0 0,6 0 104 0 0,1 0-88 0 0,6 1 88 0 0</inkml:trace>
</inkml:ink>
</file>

<file path=ppt/ink/ink3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5.504"/>
    </inkml:context>
    <inkml:brush xml:id="br0">
      <inkml:brushProperty name="width" value="0.1" units="cm"/>
      <inkml:brushProperty name="height" value="0.1" units="cm"/>
      <inkml:brushProperty name="color" value="#008C3A"/>
    </inkml:brush>
  </inkml:definitions>
  <inkml:trace contextRef="#ctx0" brushRef="#br0">51 0 5529 0 0,'-2'0'411'0'0,"-1"0"-1"0"0,1 0 0 0 0,0 1 1 0 0,0-1-1 0 0,0 0 1 0 0,0 1-1 0 0,0-1 1 0 0,0 1-1 0 0,0 0 0 0 0,0 0 1 0 0,0-1-1 0 0,0 1 1 0 0,0 1-1 0 0,0-1 0 0 0,0 0 1 0 0,1 0-1 0 0,-1 1 1 0 0,-1 1-1 0 0,1-1-139 0 0,1 0 1 0 0,0 0-1 0 0,0 0 0 0 0,-1 0 0 0 0,2 0 1 0 0,-1 0-1 0 0,0 0 0 0 0,0 0 0 0 0,1 0 1 0 0,-1 1-1 0 0,1-1 0 0 0,-1 0 0 0 0,1 0 1 0 0,0 5-1 0 0,0-4-189 0 0,1 1 1 0 0,-1 0 0 0 0,1-1-1 0 0,-1 1 1 0 0,1-1-1 0 0,0 1 1 0 0,1-1-1 0 0,-1 0 1 0 0,1 1-1 0 0,-1-1 1 0 0,1 0 0 0 0,0 0-1 0 0,0 0 1 0 0,0 0-1 0 0,0 0 1 0 0,1-1-1 0 0,-1 1 1 0 0,1-1-1 0 0,0 1 1 0 0,0-1 0 0 0,5 3-1 0 0,2-1-77 0 0,1 0-1 0 0,0-1 0 0 0,0 0 1 0 0,18 2-1 0 0,-19-4-39 0 0,0 1-1 0 0,0 0 0 0 0,0 0 0 0 0,-1 1 1 0 0,1 1-1 0 0,9 4 0 0 0,-16-7 35 0 0,-1 1 0 0 0,1 0 1 0 0,-1 0-1 0 0,0 0 0 0 0,1 0 0 0 0,-1 1 1 0 0,0-1-1 0 0,0 1 0 0 0,0-1 0 0 0,-1 1 0 0 0,1 0 1 0 0,0-1-1 0 0,-1 1 0 0 0,0 0 0 0 0,0 0 1 0 0,0 0-1 0 0,0 0 0 0 0,0 0 0 0 0,-1 0 0 0 0,1 1 1 0 0,-1-1-1 0 0,0 0 0 0 0,0 6 0 0 0,-1 4-114 0 0,0 0 0 0 0,-1 1-1 0 0,-1-1 1 0 0,0 0-1 0 0,-1 0 1 0 0,0-1-1 0 0,-1 1 1 0 0,-10 19-1 0 0,5-13-6336 0 0</inkml:trace>
</inkml:ink>
</file>

<file path=ppt/ink/ink3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5.868"/>
    </inkml:context>
    <inkml:brush xml:id="br0">
      <inkml:brushProperty name="width" value="0.1" units="cm"/>
      <inkml:brushProperty name="height" value="0.1" units="cm"/>
      <inkml:brushProperty name="color" value="#008C3A"/>
    </inkml:brush>
  </inkml:definitions>
  <inkml:trace contextRef="#ctx0" brushRef="#br0">94 241 10594 0 0,'3'-25'5149'0'0,"-3"12"-3833"0"0,0 1-1 0 0,-3-25 1 0 0,1 24-1179 0 0,0 0 0 0 0,-1 0 0 0 0,-1 0 0 0 0,0 0 0 0 0,-1 1 0 0 0,0 0 0 0 0,-1 0 0 0 0,-1 0 0 0 0,-9-13 0 0 0,16 24-130 0 0,-1 0 0 0 0,1 0 0 0 0,-1 0 0 0 0,0 0-1 0 0,1 0 1 0 0,-1 0 0 0 0,0 0 0 0 0,0 1-1 0 0,0-1 1 0 0,1 0 0 0 0,-1 1 0 0 0,0-1-1 0 0,0 0 1 0 0,0 1 0 0 0,0-1 0 0 0,0 1-1 0 0,0-1 1 0 0,-1 1 0 0 0,1 0 0 0 0,0-1-1 0 0,0 1 1 0 0,0 0 0 0 0,-1 0 0 0 0,1 0 7 0 0,0 1 0 0 0,0-1 0 0 0,0 1 0 0 0,0-1 0 0 0,1 1 0 0 0,-1 0 0 0 0,0-1 0 0 0,1 1 0 0 0,-1 0 0 0 0,0-1 0 0 0,1 1 0 0 0,-1 0 0 0 0,1 0 0 0 0,-1 0 0 0 0,1 0 0 0 0,-1-1 0 0 0,1 1 0 0 0,0 0 0 0 0,0 0 0 0 0,-1 2 0 0 0,0 2 37 0 0,-1 1 0 0 0,2 0 0 0 0,-1-1 0 0 0,1 1 0 0 0,-1 0 0 0 0,2 0 0 0 0,0 10 0 0 0,1-11-122 0 0,-1 0 0 0 0,1-1 0 0 0,0 1 1 0 0,0 0-1 0 0,0-1 0 0 0,0 0 0 0 0,1 1 1 0 0,0-1-1 0 0,0 0 0 0 0,0 0 1 0 0,0-1-1 0 0,1 1 0 0 0,-1-1 0 0 0,1 1 1 0 0,0-1-1 0 0,0 0 0 0 0,0 0 0 0 0,1-1 1 0 0,-1 0-1 0 0,1 1 0 0 0,-1-1 0 0 0,1-1 1 0 0,0 1-1 0 0,0-1 0 0 0,-1 0 0 0 0,10 2 1 0 0,4-2-277 0 0,1 0 0 0 0,-1-1 0 0 0,0-1 0 0 0,0 0 0 0 0,0-1 0 0 0,20-6 0 0 0,-19 4-691 0 0</inkml:trace>
</inkml:ink>
</file>

<file path=ppt/ink/ink3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6.191"/>
    </inkml:context>
    <inkml:brush xml:id="br0">
      <inkml:brushProperty name="width" value="0.1" units="cm"/>
      <inkml:brushProperty name="height" value="0.1" units="cm"/>
      <inkml:brushProperty name="color" value="#008C3A"/>
    </inkml:brush>
  </inkml:definitions>
  <inkml:trace contextRef="#ctx0" brushRef="#br0">28 0 4145 0 0,'-7'9'19724'0'0,"4"-6"-19685"0"0,1 1 0 0 0,0-1 0 0 0,0 1 0 0 0,0 0 0 0 0,0 0-1 0 0,0 0 1 0 0,1 0 0 0 0,0 0 0 0 0,0 0 0 0 0,0 0 0 0 0,0 1 0 0 0,1-1 0 0 0,0 0 0 0 0,0 5-1 0 0,2 30-1235 0 0,5-3-5076 0 0,-2-19-1027 0 0</inkml:trace>
</inkml:ink>
</file>

<file path=ppt/ink/ink3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6.757"/>
    </inkml:context>
    <inkml:brush xml:id="br0">
      <inkml:brushProperty name="width" value="0.1" units="cm"/>
      <inkml:brushProperty name="height" value="0.1" units="cm"/>
      <inkml:brushProperty name="color" value="#008C3A"/>
    </inkml:brush>
  </inkml:definitions>
  <inkml:trace contextRef="#ctx0" brushRef="#br0">0 1 5065 0 0,'0'0'390'0'0,"5"31"2347"0"0,-5 4-2283 0 0,-1-16 451 0 0,1 0 0 0 0,1 0 0 0 0,0 0 0 0 0,7 31 0 0 0,-6-44-744 0 0,0 0-1 0 0,0-1 0 0 0,0 1 1 0 0,1-1-1 0 0,0 0 1 0 0,0 1-1 0 0,0-1 0 0 0,1 0 1 0 0,0-1-1 0 0,0 1 1 0 0,0-1-1 0 0,0 0 1 0 0,1 0-1 0 0,-1 0 0 0 0,1 0 1 0 0,0-1-1 0 0,0 0 1 0 0,1 0-1 0 0,6 3 1 0 0,-5-3-241 0 0,0-1 0 0 0,0 0 0 0 0,0 0 0 0 0,1-1 0 0 0,-1 0 0 0 0,1 0 0 0 0,-1-1 0 0 0,13 0 0 0 0,22 1-234 0 0,-39-1 294 0 0,-1 1 1 0 0,1 0-1 0 0,-1-1 0 0 0,1 1 1 0 0,-1 0-1 0 0,1 0 0 0 0,-1 0 1 0 0,0 1-1 0 0,1-1 0 0 0,-1 1 0 0 0,0-1 1 0 0,0 1-1 0 0,0 0 0 0 0,0-1 1 0 0,0 1-1 0 0,0 0 0 0 0,-1 1 1 0 0,1-1-1 0 0,-1 0 0 0 0,1 0 1 0 0,-1 1-1 0 0,0-1 0 0 0,0 0 1 0 0,0 1-1 0 0,0-1 0 0 0,0 1 1 0 0,-1 0-1 0 0,1-1 0 0 0,-1 1 1 0 0,0-1-1 0 0,1 4 0 0 0,-1 4-371 0 0,1 0-1 0 0,-2 0 0 0 0,1 1 1 0 0,-1-1-1 0 0,-1 0 0 0 0,-5 19 1 0 0,2-14-534 0 0</inkml:trace>
</inkml:ink>
</file>

<file path=ppt/ink/ink3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7.312"/>
    </inkml:context>
    <inkml:brush xml:id="br0">
      <inkml:brushProperty name="width" value="0.1" units="cm"/>
      <inkml:brushProperty name="height" value="0.1" units="cm"/>
      <inkml:brushProperty name="color" value="#008C3A"/>
    </inkml:brush>
  </inkml:definitions>
  <inkml:trace contextRef="#ctx0" brushRef="#br0">33 106 7370 0 0,'-3'0'1035'0'0,"0"-1"0"0"0,0 1 0 0 0,0-1 1 0 0,-18-8 7798 0 0,35 22-7530 0 0,25 24-905 0 0,-22-19-802 0 0,2-1 0 0 0,0 0 0 0 0,1-1 0 0 0,42 25 1 0 0,-61-41 314 0 0,-1-1 0 0 0,1 1 0 0 0,-1 0 0 0 0,1-1 0 0 0,-1 1 1 0 0,1 0-1 0 0,-1-1 0 0 0,0 1 0 0 0,1-1 0 0 0,-1 1 0 0 0,0 0 0 0 0,1-1 1 0 0,-1 1-1 0 0,0-1 0 0 0,1 1 0 0 0,-1-1 0 0 0,0 0 0 0 0,0 1 1 0 0,0-1-1 0 0,1 1 0 0 0,-1-1 0 0 0,0 1 0 0 0,0-1 0 0 0,0 0 0 0 0,0 1 1 0 0,0-1-1 0 0,0 1 0 0 0,0-1 0 0 0,0 1 0 0 0,-1-2 0 0 0,2-22-570 0 0,-2 8 615 0 0,-1-12 623 0 0,0 0 0 0 0,2 1-1 0 0,1-1 1 0 0,9-52 0 0 0,-10 80-534 0 0,0 0-1 0 0,0 0 0 0 0,0-1 1 0 0,0 1-1 0 0,0 0 0 0 0,0 0 1 0 0,0-1-1 0 0,0 1 0 0 0,0 0 1 0 0,0 0-1 0 0,0-1 1 0 0,0 1-1 0 0,0 0 0 0 0,0 0 1 0 0,1 0-1 0 0,-1-1 0 0 0,0 1 1 0 0,0 0-1 0 0,0 0 0 0 0,0 0 1 0 0,0-1-1 0 0,1 1 0 0 0,-1 0 1 0 0,0 0-1 0 0,0 0 1 0 0,0 0-1 0 0,1 0 0 0 0,-1-1 1 0 0,0 1-1 0 0,0 0 0 0 0,0 0 1 0 0,1 0-1 0 0,-1 0 0 0 0,0 0 1 0 0,0 0-1 0 0,1 0 1 0 0,-1 0-1 0 0,0 0 0 0 0,0 0 1 0 0,0 0-1 0 0,1 0 0 0 0,-1 0 1 0 0,0 0-1 0 0,0 0 0 0 0,1 0 1 0 0,-1 0-1 0 0,0 0 1 0 0,0 0-1 0 0,1 0 0 0 0,-1 0 1 0 0,0 0-1 0 0,12 16 711 0 0,8 28-860 0 0,-19-41 185 0 0,0 0-260 0 0,16 31 211 0 0,-3-21-1910 0 0,5-7-4319 0 0</inkml:trace>
</inkml:ink>
</file>

<file path=ppt/ink/ink3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7.582"/>
    </inkml:context>
    <inkml:brush xml:id="br0">
      <inkml:brushProperty name="width" value="0.1" units="cm"/>
      <inkml:brushProperty name="height" value="0.1" units="cm"/>
      <inkml:brushProperty name="color" value="#008C3A"/>
    </inkml:brush>
  </inkml:definitions>
  <inkml:trace contextRef="#ctx0" brushRef="#br0">40 43 6449 0 0,'0'-1'120'0'0,"0"1"-1"0"0,0-1 0 0 0,0 1 1 0 0,-1-1-1 0 0,1 1 0 0 0,0-1 1 0 0,-1 1-1 0 0,1-1 0 0 0,0 1 1 0 0,-1-1-1 0 0,1 1 0 0 0,0-1 1 0 0,-1 1-1 0 0,1 0 0 0 0,-1-1 1 0 0,1 1-1 0 0,-1 0 0 0 0,1-1 1 0 0,-1 1-1 0 0,1 0 1 0 0,-1 0-1 0 0,1-1 0 0 0,-1 1 1 0 0,0 0-1 0 0,1 0 0 0 0,-1 0 1 0 0,1 0-1 0 0,-1 0 0 0 0,1 0 1 0 0,-1 0-1 0 0,0 0 0 0 0,1 0 1 0 0,-1 0-1 0 0,1 0 0 0 0,-1 0 1 0 0,1 0-1 0 0,-1 1 0 0 0,0-1 1 0 0,1 0-1 0 0,-1 0 0 0 0,1 0 1 0 0,-1 1-1 0 0,1-1 0 0 0,-1 0 1 0 0,1 1-1 0 0,0-1 0 0 0,-2 1 1 0 0,1 1 163 0 0,-1-1 1 0 0,1 1 0 0 0,0-1-1 0 0,-1 1 1 0 0,1 0-1 0 0,0-1 1 0 0,0 1 0 0 0,0 0-1 0 0,0 0 1 0 0,0 0-1 0 0,1 0 1 0 0,-2 2 0 0 0,2 0-137 0 0,-1 1 0 0 0,1-1 0 0 0,0 1 1 0 0,0-1-1 0 0,0 1 0 0 0,1-1 0 0 0,0 1 0 0 0,0-1 1 0 0,0 0-1 0 0,0 1 0 0 0,1-1 0 0 0,-1 0 1 0 0,1 0-1 0 0,0 0 0 0 0,0 0 0 0 0,1 0 0 0 0,-1-1 1 0 0,1 1-1 0 0,0-1 0 0 0,0 1 0 0 0,4 3 1 0 0,-5-6-159 0 0,0 1 0 0 0,1 0 0 0 0,-1-1 0 0 0,1 1 0 0 0,0-1 0 0 0,-1 0 1 0 0,1 1-1 0 0,0-1 0 0 0,0-1 0 0 0,0 1 0 0 0,-1 0 0 0 0,1-1 0 0 0,0 1 1 0 0,0-1-1 0 0,0 0 0 0 0,0 0 0 0 0,0 0 0 0 0,0-1 0 0 0,0 1 0 0 0,0-1 1 0 0,0 1-1 0 0,0-1 0 0 0,-1 0 0 0 0,1 0 0 0 0,0 0 0 0 0,0 0 0 0 0,-1-1 1 0 0,1 1-1 0 0,-1-1 0 0 0,1 0 0 0 0,-1 0 0 0 0,4-3 0 0 0,-5 3 15 0 0,0 1 0 0 0,0 0 0 0 0,0 0 0 0 0,0-1 0 0 0,0 1 0 0 0,0 0 0 0 0,0-1 0 0 0,0 1 0 0 0,-1-1 0 0 0,1 1 0 0 0,-1-1 0 0 0,1 0 0 0 0,-1 1 0 0 0,0-1 0 0 0,0 1 0 0 0,1-1 0 0 0,-1 0-1 0 0,0 1 1 0 0,0-1 0 0 0,-1 0 0 0 0,1 1 0 0 0,0-1 0 0 0,0 1 0 0 0,-1-1 0 0 0,1 1 0 0 0,-1-1 0 0 0,0 1 0 0 0,1-1 0 0 0,-1 1 0 0 0,0-1 0 0 0,0 1 0 0 0,0-1 0 0 0,-1 0 0 0 0,-5-9 196 0 0,-1 1 1 0 0,0 1 0 0 0,-13-13-1 0 0,5 5-10 0 0,2 0-655 0 0,7 4-4655 0 0</inkml:trace>
</inkml:ink>
</file>

<file path=ppt/ink/ink3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7.836"/>
    </inkml:context>
    <inkml:brush xml:id="br0">
      <inkml:brushProperty name="width" value="0.1" units="cm"/>
      <inkml:brushProperty name="height" value="0.1" units="cm"/>
      <inkml:brushProperty name="color" value="#008C3A"/>
    </inkml:brush>
  </inkml:definitions>
  <inkml:trace contextRef="#ctx0" brushRef="#br0">1 0 6409 0 0,'2'3'288'0'0,"0"-3"57"0"0,-1 0-281 0 0</inkml:trace>
</inkml:ink>
</file>

<file path=ppt/ink/ink3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8.566"/>
    </inkml:context>
    <inkml:brush xml:id="br0">
      <inkml:brushProperty name="width" value="0.1" units="cm"/>
      <inkml:brushProperty name="height" value="0.1" units="cm"/>
      <inkml:brushProperty name="color" value="#008C3A"/>
    </inkml:brush>
  </inkml:definitions>
  <inkml:trace contextRef="#ctx0" brushRef="#br0">87 10 10138 0 0,'-3'-1'475'0'0,"0"-1"0"0"0,0 1 0 0 0,-1 0 0 0 0,1-1-1 0 0,0 1 1 0 0,-1 1 0 0 0,1-1 0 0 0,0 1 0 0 0,-1-1 0 0 0,1 1 0 0 0,-1 0-1 0 0,1 0 1 0 0,-1 0 0 0 0,1 1 0 0 0,-1-1 0 0 0,-4 3 0 0 0,7-3-386 0 0,-1 0-1 0 0,1 0 1 0 0,0 1 0 0 0,0-1 0 0 0,-1 1 0 0 0,1 0 0 0 0,0-1 0 0 0,0 1-1 0 0,0 0 1 0 0,0-1 0 0 0,0 1 0 0 0,0 0 0 0 0,0 0 0 0 0,0 0 0 0 0,0 0-1 0 0,0 0 1 0 0,1 0 0 0 0,-1 0 0 0 0,0 0 0 0 0,1 0 0 0 0,-1 1 0 0 0,1-1-1 0 0,-1 0 1 0 0,1 0 0 0 0,-1 0 0 0 0,1 1 0 0 0,0-1 0 0 0,0 0 0 0 0,-1 1-1 0 0,1-1 1 0 0,0 0 0 0 0,0 0 0 0 0,1 1 0 0 0,-1-1 0 0 0,0 0 0 0 0,0 1-1 0 0,0-1 1 0 0,1 0 0 0 0,-1 0 0 0 0,1 1 0 0 0,-1-1 0 0 0,1 0 0 0 0,0 0-1 0 0,-1 0 1 0 0,2 1 0 0 0,11 18 31 0 0,0 0-1 0 0,2-1 1 0 0,0-1-1 0 0,27 25 1 0 0,16 19 13 0 0,-38-38-127 0 0,40 45 89 0 0,-53-62-83 0 0,0-1 1 0 0,0 0-1 0 0,0 0 1 0 0,1-1-1 0 0,-1 0 0 0 0,1 0 1 0 0,13 5-1 0 0,-19-9-15 0 0,0 0 0 0 0,1 0 1 0 0,-1 0-1 0 0,0-1 0 0 0,0 1 0 0 0,0-1 1 0 0,1 1-1 0 0,-1-1 0 0 0,0 0 0 0 0,1 0 1 0 0,-1 0-1 0 0,0 0 0 0 0,1 0 0 0 0,-1 0 0 0 0,0-1 1 0 0,1 1-1 0 0,-1-1 0 0 0,0 0 0 0 0,0 1 1 0 0,0-1-1 0 0,0 0 0 0 0,1 0 0 0 0,-1-1 1 0 0,-1 1-1 0 0,1 0 0 0 0,0-1 0 0 0,0 1 0 0 0,0-1 1 0 0,-1 1-1 0 0,1-1 0 0 0,-1 0 0 0 0,1 0 1 0 0,-1 0-1 0 0,0 0 0 0 0,0 0 0 0 0,1 0 1 0 0,-2 0-1 0 0,1 0 0 0 0,0 0 0 0 0,1-4 0 0 0,1-5-16 0 0,-1-1 0 0 0,0 0 0 0 0,0 1 0 0 0,-1-1 0 0 0,0 0 0 0 0,-2-18 0 0 0,-3-19-693 0 0,-1 18-2542 0 0</inkml:trace>
</inkml:ink>
</file>

<file path=ppt/ink/ink3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8.789"/>
    </inkml:context>
    <inkml:brush xml:id="br0">
      <inkml:brushProperty name="width" value="0.1" units="cm"/>
      <inkml:brushProperty name="height" value="0.1" units="cm"/>
      <inkml:brushProperty name="color" value="#008C3A"/>
    </inkml:brush>
  </inkml:definitions>
  <inkml:trace contextRef="#ctx0" brushRef="#br0">0 257 7370 0 0,'5'-30'5540'0'0,"11"-20"-2129"0"0,-6 22-1413 0 0,-7 21-1596 0 0,16-48 263 0 0,-16 46-1111 0 0,1 0-1 0 0,1 0 0 0 0,-1 1 1 0 0,2-1-1 0 0,-1 1 0 0 0,12-13 0 0 0,-5 7 415 0 0</inkml:trace>
</inkml:ink>
</file>

<file path=ppt/ink/ink3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9.297"/>
    </inkml:context>
    <inkml:brush xml:id="br0">
      <inkml:brushProperty name="width" value="0.1" units="cm"/>
      <inkml:brushProperty name="height" value="0.1" units="cm"/>
      <inkml:brushProperty name="color" value="#008C3A"/>
    </inkml:brush>
  </inkml:definitions>
  <inkml:trace contextRef="#ctx0" brushRef="#br0">0 1 8290 0 0,'6'2'1073'0'0,"0"-1"1"0"0,0 1-1 0 0,0-1 1 0 0,0 0 0 0 0,11 0-1 0 0,-15-1-855 0 0,32 4 2667 0 0,50 12 0 0 0,91 36-661 0 0,-12-2-2474 0 0,-149-47-462 0 0,1 2 0 0 0,-1 0-1 0 0,0 0 1 0 0,0 2 0 0 0,-1-1 0 0 0,22 16 0 0 0,-22-13-729 0 0</inkml:trace>
</inkml:ink>
</file>

<file path=ppt/ink/ink3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9.535"/>
    </inkml:context>
    <inkml:brush xml:id="br0">
      <inkml:brushProperty name="width" value="0.1" units="cm"/>
      <inkml:brushProperty name="height" value="0.1" units="cm"/>
      <inkml:brushProperty name="color" value="#008C3A"/>
    </inkml:brush>
  </inkml:definitions>
  <inkml:trace contextRef="#ctx0" brushRef="#br0">30 1 12899 0 0,'-1'0'288'0'0,"0"0"1"0"0,0 0-1 0 0,0 0 1 0 0,0 0-1 0 0,0 0 1 0 0,0 1-1 0 0,0-1 0 0 0,0 0 1 0 0,0 1-1 0 0,0-1 1 0 0,0 1-1 0 0,0-1 1 0 0,1 1-1 0 0,-1-1 1 0 0,0 1-1 0 0,0-1 1 0 0,0 1-1 0 0,1 0 1 0 0,-1 0-1 0 0,0-1 0 0 0,1 1 1 0 0,-2 2-1 0 0,1-1 16 0 0,0 1-1 0 0,-1 0 0 0 0,1 0 1 0 0,1-1-1 0 0,-1 1 0 0 0,0 0 1 0 0,1 0-1 0 0,-1 3 0 0 0,1 10-149 0 0,0-1 0 0 0,3 23 0 0 0,-2-25 162 0 0,4 46-174 0 0,3 43-447 0 0,41 198 0 0 0,-38-262-1502 0 0,4-2-5692 0 0</inkml:trace>
</inkml:ink>
</file>

<file path=ppt/ink/ink3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29.853"/>
    </inkml:context>
    <inkml:brush xml:id="br0">
      <inkml:brushProperty name="width" value="0.1" units="cm"/>
      <inkml:brushProperty name="height" value="0.1" units="cm"/>
      <inkml:brushProperty name="color" value="#008C3A"/>
    </inkml:brush>
  </inkml:definitions>
  <inkml:trace contextRef="#ctx0" brushRef="#br0">14 9 4145 0 0,'-14'-9'10852'0'0,"18"14"-9469"0"0,112 160 4354 0 0,-32-45-4916 0 0,-56-85-738 0 0,2-1 1 0 0,2-1-1 0 0,0-2 0 0 0,44 32 0 0 0,-40-32-547 0 0,60 67 0 0 0,-21-2-6820 0 0</inkml:trace>
</inkml:ink>
</file>

<file path=ppt/ink/ink3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30.249"/>
    </inkml:context>
    <inkml:brush xml:id="br0">
      <inkml:brushProperty name="width" value="0.1" units="cm"/>
      <inkml:brushProperty name="height" value="0.1" units="cm"/>
      <inkml:brushProperty name="color" value="#008C3A"/>
    </inkml:brush>
  </inkml:definitions>
  <inkml:trace contextRef="#ctx0" brushRef="#br0">73 442 7834 0 0,'-10'-14'504'0'0,"1"0"0"0"0,1-1 0 0 0,1 0 1 0 0,0 0-1 0 0,1-1 0 0 0,1 0 0 0 0,0 0 1 0 0,1 0-1 0 0,-3-23 0 0 0,5 24-62 0 0,1 0 0 0 0,0 0 0 0 0,1 0 0 0 0,1 0 0 0 0,0 0 0 0 0,1 1 0 0 0,0-1-1 0 0,1 0 1 0 0,1 1 0 0 0,10-25 0 0 0,-12 34-314 0 0,1 0 0 0 0,0-1 0 0 0,0 1 0 0 0,0 0 0 0 0,1 1 0 0 0,0-1 0 0 0,0 1 0 0 0,0 0 0 0 0,0-1 0 0 0,1 2 0 0 0,0-1 0 0 0,0 1 0 0 0,0-1 0 0 0,0 1 0 0 0,0 1 0 0 0,0-1 0 0 0,8-2 0 0 0,-8 4-117 0 0,-1 0-1 0 0,0 0 1 0 0,1 1-1 0 0,-1-1 1 0 0,1 1-1 0 0,-1 0 1 0 0,1 1-1 0 0,-1-1 1 0 0,1 1-1 0 0,-1-1 1 0 0,1 1-1 0 0,-1 1 1 0 0,0-1-1 0 0,0 1 1 0 0,1-1-1 0 0,-1 1 1 0 0,0 0 0 0 0,-1 1-1 0 0,1-1 1 0 0,0 1-1 0 0,-1-1 1 0 0,1 1-1 0 0,4 5 1 0 0,0 2-405 0 0,1 0 1 0 0,-1 0 0 0 0,-1 0-1 0 0,0 1 1 0 0,0 0 0 0 0,-1 1-1 0 0,-1-1 1 0 0,0 1-1 0 0,0 0 1 0 0,-1 1 0 0 0,-1-1-1 0 0,4 23 1 0 0,-3 6 477 0 0,-1 1-1 0 0,-5 64 1 0 0,1-77 1165 0 0,0-19-743 0 0,1-1 0 0 0,1 1 0 0 0,0-1 0 0 0,0 0 0 0 0,1 1 0 0 0,0-1 1 0 0,3 9-1 0 0,-4-16-459 0 0,-1 0 1 0 0,1-1 0 0 0,0 1-1 0 0,0 0 1 0 0,-1-1 0 0 0,1 1-1 0 0,0-1 1 0 0,0 1 0 0 0,1-1-1 0 0,-1 1 1 0 0,0-1 0 0 0,0 0-1 0 0,1 0 1 0 0,-1 0 0 0 0,1 0-1 0 0,-1 1 1 0 0,1-2 0 0 0,-1 1-1 0 0,1 0 1 0 0,-1 0 0 0 0,1 0-1 0 0,0-1 1 0 0,0 1 0 0 0,-1-1-1 0 0,1 0 1 0 0,0 1 0 0 0,0-1-1 0 0,-1 0 1 0 0,1 0 0 0 0,0 0-1 0 0,0 0 1 0 0,0 0 0 0 0,0 0-1 0 0,-1-1 1 0 0,1 1 0 0 0,0-1-1 0 0,0 1 1 0 0,-1-1 0 0 0,1 0-1 0 0,0 0 1 0 0,-1 1 0 0 0,3-3-1 0 0,24-13-311 0 0,0-2-1 0 0,-2-1 1 0 0,33-29-1 0 0,-2 2-3750 0 0,-41 32-2512 0 0</inkml:trace>
</inkml:ink>
</file>

<file path=ppt/ink/ink3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30.633"/>
    </inkml:context>
    <inkml:brush xml:id="br0">
      <inkml:brushProperty name="width" value="0.1" units="cm"/>
      <inkml:brushProperty name="height" value="0.1" units="cm"/>
      <inkml:brushProperty name="color" value="#008C3A"/>
    </inkml:brush>
  </inkml:definitions>
  <inkml:trace contextRef="#ctx0" brushRef="#br0">156 18 4145 0 0,'-1'-1'321'0'0,"-1"-1"0"0"0,1 1 0 0 0,0-1-1 0 0,0 1 1 0 0,-1 0 0 0 0,1 0 0 0 0,-1 0 0 0 0,1 0 0 0 0,-1 0 0 0 0,0 0 0 0 0,1 0 0 0 0,-1 0 0 0 0,0 1-1 0 0,0-1 1 0 0,1 1 0 0 0,-1-1 0 0 0,0 1 0 0 0,0 0 0 0 0,0-1 0 0 0,0 1 0 0 0,1 0 0 0 0,-1 0 0 0 0,0 0-1 0 0,-2 1 1 0 0,0-1 202 0 0,0 1 0 0 0,1-1 1 0 0,-1 1-1 0 0,0 0 0 0 0,0 0 0 0 0,1 0 0 0 0,-1 0 0 0 0,1 1 0 0 0,-1-1 0 0 0,-5 5 0 0 0,3 0-284 0 0,0 0 0 0 0,0 1 0 0 0,0 0 0 0 0,1 0 0 0 0,1 0 0 0 0,-1 0 0 0 0,1 1 0 0 0,0 0 0 0 0,1 0 0 0 0,0 0-1 0 0,0 1 1 0 0,0-1 0 0 0,1 0 0 0 0,-1 17 0 0 0,1-10-251 0 0,1 1-1 0 0,0 0 0 0 0,1 0 1 0 0,1 0-1 0 0,1 0 1 0 0,0 0-1 0 0,6 19 1 0 0,-4-22 8 0 0,1-1 1 0 0,0 1 0 0 0,1-1-1 0 0,0-1 1 0 0,1 1 0 0 0,1-1-1 0 0,-1 0 1 0 0,2-1-1 0 0,0 0 1 0 0,0 0 0 0 0,0-1-1 0 0,18 13 1 0 0,10 4-26 0 0,2-1-1 0 0,55 26 0 0 0,-30-17 75 0 0,-27-13-286 0 0,-7-6-24 0 0,-1 2 0 0 0,32 25 0 0 0,-53-36-272 0 0,0 1-1 0 0,0 0 1 0 0,-1 1 0 0 0,0 0 0 0 0,0 0-1 0 0,-1 0 1 0 0,0 1 0 0 0,-1 0-1 0 0,1 0 1 0 0,-2 1 0 0 0,6 13 0 0 0</inkml:trace>
</inkml:ink>
</file>

<file path=ppt/ink/ink3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3:30.838"/>
    </inkml:context>
    <inkml:brush xml:id="br0">
      <inkml:brushProperty name="width" value="0.1" units="cm"/>
      <inkml:brushProperty name="height" value="0.1" units="cm"/>
      <inkml:brushProperty name="color" value="#008C3A"/>
    </inkml:brush>
  </inkml:definitions>
  <inkml:trace contextRef="#ctx0" brushRef="#br0">22 283 5985 0 0,'-1'0'57'0'0,"1"0"-1"0"0,-1 0 0 0 0,0 0 0 0 0,0 0 1 0 0,0 0-1 0 0,1 0 0 0 0,-1 0 1 0 0,0 0-1 0 0,0 0 0 0 0,1 0 1 0 0,-1-1-1 0 0,0 1 0 0 0,0 0 0 0 0,1-1 1 0 0,-1 1-1 0 0,0 0 0 0 0,1-1 1 0 0,-1 1-1 0 0,0-1 0 0 0,1 1 1 0 0,-1-1-1 0 0,1 1 0 0 0,-1-1 0 0 0,1 1 1 0 0,-1-1-1 0 0,1 0 0 0 0,-1 1 1 0 0,1-1-1 0 0,0 0 0 0 0,-1 1 1 0 0,1-1-1 0 0,0 0 0 0 0,0 1 0 0 0,-1-1 1 0 0,1 0-1 0 0,0 0 0 0 0,0 0 1 0 0,0 1-1 0 0,0-1 0 0 0,0 0 1 0 0,0 0-1 0 0,0-1 0 0 0,2-2 468 0 0,-1 0 0 0 0,1 0 1 0 0,0 0-1 0 0,0 0 0 0 0,1 0 0 0 0,3-5 0 0 0,-3 4-212 0 0,16-20 3225 0 0,39-41 0 0 0,-11 14-2194 0 0,-14 17-1574 0 0,-8 10-5059 0 0,-7 4-1271 0 0</inkml:trace>
</inkml:ink>
</file>

<file path=ppt/ink/ink3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3.679"/>
    </inkml:context>
    <inkml:brush xml:id="br0">
      <inkml:brushProperty name="width" value="0.1" units="cm"/>
      <inkml:brushProperty name="height" value="0.1" units="cm"/>
      <inkml:brushProperty name="color" value="#E71224"/>
    </inkml:brush>
  </inkml:definitions>
  <inkml:trace contextRef="#ctx0" brushRef="#br0">0 0 11979 0 0,'5'20'9645'0'0,"33"104"-8880"0"0,41 204-792 0 0,-66-264-792 0 0,-6-32-272 0 0</inkml:trace>
</inkml:ink>
</file>

<file path=ppt/ink/ink3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3.869"/>
    </inkml:context>
    <inkml:brush xml:id="br0">
      <inkml:brushProperty name="width" value="0.1" units="cm"/>
      <inkml:brushProperty name="height" value="0.1" units="cm"/>
      <inkml:brushProperty name="color" value="#E71224"/>
    </inkml:brush>
  </inkml:definitions>
  <inkml:trace contextRef="#ctx0" brushRef="#br0">1 187 9674 0 0,'0'-1'83'0'0,"0"1"1"0"0,0-1-1 0 0,0 1 0 0 0,0-1 1 0 0,-1 1-1 0 0,1-1 1 0 0,0 1-1 0 0,0-1 0 0 0,0 1 1 0 0,0-1-1 0 0,0 1 0 0 0,0-1 1 0 0,0 1-1 0 0,1-1 0 0 0,-1 1 1 0 0,0-1-1 0 0,0 1 0 0 0,0-1 1 0 0,0 1-1 0 0,1-1 0 0 0,-1 1 1 0 0,0 0-1 0 0,0-1 0 0 0,1 1 1 0 0,-1-1-1 0 0,0 1 1 0 0,1 0-1 0 0,-1-1 0 0 0,1 1 1 0 0,-1 0-1 0 0,0-1 0 0 0,1 1 1 0 0,-1 0-1 0 0,1-1 0 0 0,20-17 1301 0 0,-18 15-1249 0 0,22-19 940 0 0,1 1-1 0 0,54-33 1 0 0,-65 45-1298 0 0,1 2-1 0 0,26-9 0 0 0,-26 11-1313 0 0,1 1 0 0 0,33-4 0 0 0,-22 5-3650 0 0</inkml:trace>
</inkml:ink>
</file>

<file path=ppt/ink/ink3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4.187"/>
    </inkml:context>
    <inkml:brush xml:id="br0">
      <inkml:brushProperty name="width" value="0.1" units="cm"/>
      <inkml:brushProperty name="height" value="0.1" units="cm"/>
      <inkml:brushProperty name="color" value="#E71224"/>
    </inkml:brush>
  </inkml:definitions>
  <inkml:trace contextRef="#ctx0" brushRef="#br0">40 99 3225 0 0,'-4'3'767'0'0,"1"0"0"0"0,0 0 0 0 0,0 0 0 0 0,0 0 0 0 0,1 1 0 0 0,-1 0 0 0 0,1-1 0 0 0,0 1 0 0 0,0 0 0 0 0,0 0 0 0 0,0 0-1 0 0,-1 7 1 0 0,1-3-47 0 0,0 0-1 0 0,1 0 0 0 0,1 0 0 0 0,-1-1 0 0 0,1 1 0 0 0,2 13 0 0 0,0-5-267 0 0,1 1 0 0 0,1-1 1 0 0,1 0-1 0 0,1 0 1 0 0,0-1-1 0 0,9 18 0 0 0,-10-23-401 0 0,1 0 1 0 0,0 0-1 0 0,1-1 0 0 0,0 0 0 0 0,1 0 0 0 0,0 0 0 0 0,0-1 1 0 0,11 8-1 0 0,-17-14-51 0 0,1 0 0 0 0,-1 0 0 0 0,1-1 0 0 0,0 1 0 0 0,0-1 0 0 0,0 1 0 0 0,0-1 0 0 0,0 0 0 0 0,0 0 0 0 0,0-1 1 0 0,0 1-1 0 0,0 0 0 0 0,1-1 0 0 0,-1 0 0 0 0,0 0 0 0 0,0 0 0 0 0,0 0 0 0 0,1 0 0 0 0,-1-1 0 0 0,0 0 0 0 0,0 1 0 0 0,0-1 0 0 0,0 0 0 0 0,0 0 0 0 0,0-1 1 0 0,0 1-1 0 0,0-1 0 0 0,0 1 0 0 0,-1-1 0 0 0,1 0 0 0 0,-1 0 0 0 0,1 0 0 0 0,3-5 0 0 0,2-1 14 0 0,-1-1 0 0 0,0-1-1 0 0,-1 1 1 0 0,0-1 0 0 0,0 0 0 0 0,-1-1-1 0 0,0 1 1 0 0,-1-1 0 0 0,0 0 0 0 0,-1 0-1 0 0,0 0 1 0 0,-1 0 0 0 0,0-1 0 0 0,-1 1-1 0 0,0-1 1 0 0,-1-22 0 0 0,-2 12-436 0 0,0 1 0 0 0,-1 0 0 0 0,-7-27 0 0 0,3 24-2010 0 0,-2 0 0 0 0,-13-28 0 0 0,14 35-3226 0 0</inkml:trace>
</inkml:ink>
</file>

<file path=ppt/ink/ink3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4.457"/>
    </inkml:context>
    <inkml:brush xml:id="br0">
      <inkml:brushProperty name="width" value="0.1" units="cm"/>
      <inkml:brushProperty name="height" value="0.1" units="cm"/>
      <inkml:brushProperty name="color" value="#E71224"/>
    </inkml:brush>
  </inkml:definitions>
  <inkml:trace contextRef="#ctx0" brushRef="#br0">1 25 10594 0 0,'0'-2'428'0'0,"6"-20"9191"0"0,-1 37-9376 0 0,30 218 1515 0 0,-2-3-3692 0 0,-26-198-5491 0 0</inkml:trace>
</inkml:ink>
</file>

<file path=ppt/ink/ink3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4.623"/>
    </inkml:context>
    <inkml:brush xml:id="br0">
      <inkml:brushProperty name="width" value="0.1" units="cm"/>
      <inkml:brushProperty name="height" value="0.1" units="cm"/>
      <inkml:brushProperty name="color" value="#E71224"/>
    </inkml:brush>
  </inkml:definitions>
  <inkml:trace contextRef="#ctx0" brushRef="#br0">1 47 8754 0 0,'0'-2'776'0'0,"0"1"-616"0"0,1 0-160 0 0,1-1 0 0 0,-1 1 584 0 0,2-2 88 0 0,2 0 24 0 0,3-3 1 0 0,3-1-585 0 0,6-1-112 0 0,0 1 0 0 0,4 3 0 0 0,1 2-64 0 0,2 4 64 0 0,5 2 0 0 0,0 1 0 0 0,-2 3-96 0 0</inkml:trace>
</inkml:ink>
</file>

<file path=ppt/ink/ink3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5.059"/>
    </inkml:context>
    <inkml:brush xml:id="br0">
      <inkml:brushProperty name="width" value="0.1" units="cm"/>
      <inkml:brushProperty name="height" value="0.1" units="cm"/>
      <inkml:brushProperty name="color" value="#E71224"/>
    </inkml:brush>
  </inkml:definitions>
  <inkml:trace contextRef="#ctx0" brushRef="#br0">141 1 5529 0 0,'-7'0'1032'0'0,"0"0"1"0"0,1 0-1 0 0,-1 0 0 0 0,1 1 0 0 0,-1 0 0 0 0,0 1 1 0 0,-11 4-1 0 0,14-4-603 0 0,1 0 0 0 0,-1 0 0 0 0,1 1 0 0 0,-1 0 1 0 0,1-1-1 0 0,0 1 0 0 0,0 1 0 0 0,0-1 0 0 0,1 0 0 0 0,-1 1 0 0 0,1-1 1 0 0,0 1-1 0 0,-3 6 0 0 0,-1 1-251 0 0,1 0 0 0 0,1 1 0 0 0,0 0 0 0 0,1 0 0 0 0,0 0 0 0 0,1 1 0 0 0,-2 19 0 0 0,4-26-116 0 0,-1 0 0 0 0,1 0 1 0 0,1 1-1 0 0,-1-1 0 0 0,1 0 0 0 0,0 0 0 0 0,0 0 1 0 0,1 0-1 0 0,0 0 0 0 0,0 0 0 0 0,0 0 1 0 0,1 0-1 0 0,0-1 0 0 0,0 1 0 0 0,0-1 1 0 0,9 9-1 0 0,-12-13-66 0 0,1 0 1 0 0,0 0-1 0 0,0 0 1 0 0,0 0 0 0 0,-1 0-1 0 0,1 0 1 0 0,0-1-1 0 0,0 1 1 0 0,0 0-1 0 0,0-1 1 0 0,0 1-1 0 0,1 0 1 0 0,-1-1 0 0 0,0 0-1 0 0,0 1 1 0 0,0-1-1 0 0,0 0 1 0 0,1 1-1 0 0,-1-1 1 0 0,0 0-1 0 0,0 0 1 0 0,0 0 0 0 0,1 0-1 0 0,-1 0 1 0 0,0 0-1 0 0,2-1 1 0 0,-1 0-10 0 0,-1 0 1 0 0,1 0-1 0 0,-1 0 0 0 0,0-1 1 0 0,1 1-1 0 0,-1 0 1 0 0,0-1-1 0 0,0 1 1 0 0,0-1-1 0 0,0 1 1 0 0,0-1-1 0 0,0 1 0 0 0,0-1 1 0 0,-1 0-1 0 0,2-2 1 0 0,1-7-40 0 0,0 0 0 0 0,-1-1 1 0 0,0 1-1 0 0,0-15 1 0 0,-2 24 55 0 0,6-47 262 0 0,-6 47-256 0 0,0 0-1 0 0,0 0 1 0 0,1 0 0 0 0,-1 0 0 0 0,1 1 0 0 0,-1-1 0 0 0,1 0 0 0 0,0 0 0 0 0,0 0 0 0 0,-1 1 0 0 0,1-1 0 0 0,1 0 0 0 0,-1 1-1 0 0,0-1 1 0 0,0 1 0 0 0,0-1 0 0 0,1 1 0 0 0,-1-1 0 0 0,1 1 0 0 0,-1 0 0 0 0,3-1 0 0 0,-2 2-1 0 0,-1 0 1 0 0,0 0-1 0 0,0 0 1 0 0,0 1-1 0 0,0-1 1 0 0,0 0-1 0 0,0 1 1 0 0,1-1-1 0 0,-1 1 1 0 0,0-1-1 0 0,0 1 1 0 0,0 0-1 0 0,0-1 1 0 0,-1 1-1 0 0,1 0 1 0 0,0 0 0 0 0,0 0-1 0 0,0-1 1 0 0,-1 1-1 0 0,2 2 1 0 0,17 24 258 0 0,-15-22-248 0 0,5 9-200 0 0,4 7-1011 0 0,1-1-1 0 0,20 20 1 0 0</inkml:trace>
</inkml:ink>
</file>

<file path=ppt/ink/ink3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5.314"/>
    </inkml:context>
    <inkml:brush xml:id="br0">
      <inkml:brushProperty name="width" value="0.1" units="cm"/>
      <inkml:brushProperty name="height" value="0.1" units="cm"/>
      <inkml:brushProperty name="color" value="#E71224"/>
    </inkml:brush>
  </inkml:definitions>
  <inkml:trace contextRef="#ctx0" brushRef="#br0">0 5 11522 0 0,'0'-4'7798'0'0,"10"20"-5625"0"0,12 32-1385 0 0,25 67 403 0 0,33 129 1 0 0,-24 4-3543 0 0,-49-210-5679 0 0</inkml:trace>
</inkml:ink>
</file>

<file path=ppt/ink/ink3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0.622"/>
    </inkml:context>
    <inkml:brush xml:id="br0">
      <inkml:brushProperty name="width" value="0.1" units="cm"/>
      <inkml:brushProperty name="height" value="0.1" units="cm"/>
      <inkml:brushProperty name="color" value="#E71224"/>
    </inkml:brush>
  </inkml:definitions>
  <inkml:trace contextRef="#ctx0" brushRef="#br0">143 716 6913 0 0,'-85'-141'3132'0'0,"74"117"-2168"0"0,0 0 1 0 0,1-1-1 0 0,2 0 1 0 0,-7-31-1 0 0,14 55-848 0 0,1 1-1 0 0,0-1 1 0 0,0 0 0 0 0,-1 1-1 0 0,1-1 1 0 0,0 1-1 0 0,0-1 1 0 0,0 1 0 0 0,0-1-1 0 0,0 0 1 0 0,0 1-1 0 0,0-1 1 0 0,0 1 0 0 0,0-1-1 0 0,0 0 1 0 0,0 1 0 0 0,0-1-1 0 0,0 1 1 0 0,0-1-1 0 0,0 0 1 0 0,1 1 0 0 0,-1-1-1 0 0,0 1 1 0 0,1-1-1 0 0,-1 1 1 0 0,0-1 0 0 0,1 0-1 0 0,12 10 1569 0 0,15 27-804 0 0,-27-34-852 0 0,25 37 61 0 0,-3 0 0 0 0,28 65 0 0 0,25 91-250 0 0,-50-122-293 0 0,2-1 1 0 0,71 125-1 0 0,-96-193 479 0 0,-1 0-1 0 0,0-1 0 0 0,1 0 0 0 0,0 1 0 0 0,0-1 0 0 0,0 0 0 0 0,4 2 0 0 0,-7-4 4 0 0,1-1 0 0 0,-1 0 0 0 0,1 0 0 0 0,-1 1-1 0 0,1-1 1 0 0,-1 0 0 0 0,1 0 0 0 0,-1 1 0 0 0,1-1 0 0 0,-1 0 0 0 0,1 0 0 0 0,-1 0 0 0 0,1 0 0 0 0,0 0 0 0 0,-1 0 0 0 0,1 0 0 0 0,-1 0 0 0 0,1 0 0 0 0,-1 0 0 0 0,1 0 0 0 0,-1 0 0 0 0,1-1 0 0 0,0 1 0 0 0,0-1 26 0 0,0 0 1 0 0,0 1-1 0 0,-1-1 0 0 0,1 0 1 0 0,0 0-1 0 0,-1 0 1 0 0,1 0-1 0 0,-1 0 1 0 0,1 0-1 0 0,-1 0 0 0 0,1 0 1 0 0,-1 0-1 0 0,1 0 1 0 0,-1 0-1 0 0,0 0 0 0 0,0-2 1 0 0,27-223 1934 0 0,-18 135-1788 0 0,7-203-6 0 0,-12 164-469 0 0,24-151 1 0 0,-25 261-216 0 0,2-1 0 0 0,0 1 0 0 0,1 0 0 0 0,14-33 0 0 0,-5 26-6955 0 0</inkml:trace>
</inkml:ink>
</file>

<file path=ppt/ink/ink3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1.352"/>
    </inkml:context>
    <inkml:brush xml:id="br0">
      <inkml:brushProperty name="width" value="0.1" units="cm"/>
      <inkml:brushProperty name="height" value="0.1" units="cm"/>
      <inkml:brushProperty name="color" value="#E71224"/>
    </inkml:brush>
  </inkml:definitions>
  <inkml:trace contextRef="#ctx0" brushRef="#br0">0 27 10594 0 0,'0'0'95'0'0,"1"0"0"0"0,-1-1 0 0 0,0 1-1 0 0,0 0 1 0 0,0-1 0 0 0,0 1 0 0 0,0 0 0 0 0,1-1 379 0 0,0 1-380 0 0,-1 0 1 0 0,0-1 0 0 0,0 1 0 0 0,1 0 0 0 0,-1 0-1 0 0,0 0 1 0 0,0 0 0 0 0,1 0 0 0 0,-1-1-1 0 0,0 1 1 0 0,1 0 0 0 0,-1 0 0 0 0,0 0 0 0 0,0 0-1 0 0,1 0 1 0 0,-1 0 0 0 0,0 0 0 0 0,1 0 0 0 0,-1 0-1 0 0,0 0 1 0 0,0 0 0 0 0,1 0 0 0 0,-1 1 0 0 0,0-1-1 0 0,1 0 1 0 0,-1 0 0 0 0,0 0 0 0 0,0 0-1 0 0,1 0 1 0 0,-1 0 0 0 0,1 1 379 0 0,-1 0-379 0 0,0-1 0 0 0,1 0-1 0 0,-1 0 1 0 0,0 1 0 0 0,0-1 0 0 0,15 12 758 0 0,-4 2-506 0 0,0 2 0 0 0,-1-1 0 0 0,-1 1-1 0 0,0 1 1 0 0,-2 0 0 0 0,7 19 0 0 0,29 110 353 0 0,-40-134-622 0 0,6 23-19 0 0,1-1 35 0 0,-2 0-1 0 0,-2 1 1 0 0,5 60-1 0 0,-23-169-638 0 0,9 21 561 0 0,3-1 0 0 0,7-53 0 0 0,-4 82 139 0 0,1 0-1 0 0,2 0 0 0 0,0 0 1 0 0,1 0-1 0 0,2 1 1 0 0,14-30-1 0 0,-19 46-58 0 0,0 1-1 0 0,1 0 0 0 0,0 0 1 0 0,0 0-1 0 0,0 0 0 0 0,9-7 1 0 0,-13 13-73 0 0,0 0 0 0 0,0 0 0 0 0,1 0 0 0 0,-1 0 0 0 0,0 0 0 0 0,1 0 0 0 0,-1 0 0 0 0,1 1 0 0 0,-1-1 0 0 0,1 0 0 0 0,0 1-1 0 0,-1-1 1 0 0,1 1 0 0 0,0 0 0 0 0,-1 0 0 0 0,1-1 0 0 0,0 1 0 0 0,-1 0 0 0 0,1 0 0 0 0,0 1 0 0 0,-1-1 0 0 0,1 0 0 0 0,0 0 0 0 0,-1 1 0 0 0,1-1 0 0 0,-1 1 0 0 0,1 0 0 0 0,0-1 0 0 0,-1 1 0 0 0,1 0 0 0 0,-1 0 0 0 0,0 0 0 0 0,1 0 0 0 0,-1 0 0 0 0,0 0 0 0 0,0 0 0 0 0,2 3 0 0 0,5 5-27 0 0,-1 0 0 0 0,0 1 1 0 0,0 0-1 0 0,-2 0 1 0 0,1 0-1 0 0,4 14 0 0 0,23 72-329 0 0,-23-63 193 0 0,41 129-1010 0 0,-42-132 378 0 0</inkml:trace>
</inkml:ink>
</file>

<file path=ppt/ink/ink3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1.706"/>
    </inkml:context>
    <inkml:brush xml:id="br0">
      <inkml:brushProperty name="width" value="0.1" units="cm"/>
      <inkml:brushProperty name="height" value="0.1" units="cm"/>
      <inkml:brushProperty name="color" value="#E71224"/>
    </inkml:brush>
  </inkml:definitions>
  <inkml:trace contextRef="#ctx0" brushRef="#br0">19 52 6913 0 0,'0'0'211'0'0,"-1"0"-1"0"0,0 0 1 0 0,1 0-1 0 0,-1 0 1 0 0,0 1-1 0 0,1-1 1 0 0,-1 0-1 0 0,1 0 1 0 0,-1 0-1 0 0,0 1 1 0 0,1-1-1 0 0,-1 0 1 0 0,1 1-1 0 0,-1-1 1 0 0,1 0-1 0 0,-2 2 421 0 0,2-2-420 0 0,-1 1-1 0 0,1-1 1 0 0,0 1-1 0 0,-1-1 1 0 0,0 2-1 0 0,-3 19 1638 0 0,7 21-966 0 0,-2-42-777 0 0,1 17 202 0 0,2 0 0 0 0,1 0 0 0 0,0-1 1 0 0,1 1-1 0 0,0-1 0 0 0,13 21 0 0 0,-17-33-252 0 0,0 0-1 0 0,0 0 1 0 0,1 0-1 0 0,0 0 1 0 0,0-1-1 0 0,0 1 1 0 0,0-1-1 0 0,0 0 0 0 0,1 0 1 0 0,-1 0-1 0 0,1 0 1 0 0,0-1-1 0 0,0 1 1 0 0,0-1-1 0 0,0 0 1 0 0,0 0-1 0 0,1 0 1 0 0,-1-1-1 0 0,1 0 1 0 0,-1 0-1 0 0,1 0 1 0 0,-1 0-1 0 0,1-1 1 0 0,0 1-1 0 0,-1-1 1 0 0,1 0-1 0 0,-1-1 1 0 0,9-1-1 0 0,-10 2-20 0 0,-1-1 0 0 0,1 0 0 0 0,-1 0-1 0 0,0 0 1 0 0,1 0 0 0 0,-1 0 0 0 0,0 0 0 0 0,0-1 0 0 0,0 1 0 0 0,0-1 0 0 0,0 1-1 0 0,0-1 1 0 0,0 0 0 0 0,-1 0 0 0 0,1 0 0 0 0,-1 0 0 0 0,1 0 0 0 0,1-4 0 0 0,-1 1 25 0 0,0 0 0 0 0,0 0 1 0 0,0-1-1 0 0,-1 1 1 0 0,0 0-1 0 0,0-1 1 0 0,-1 1-1 0 0,1-8 0 0 0,-2-7 175 0 0,-1-1-1 0 0,-1 1 0 0 0,-8-30 0 0 0,11 50-233 0 0,-20-68 380 0 0,18 64-433 0 0,1 0 0 0 0,-1 1 1 0 0,0-1-1 0 0,0 1 0 0 0,0-1 0 0 0,0 1 0 0 0,-1 0 0 0 0,1 0 1 0 0,-1 0-1 0 0,0 0 0 0 0,0 0 0 0 0,0 0 0 0 0,0 1 0 0 0,0 0 1 0 0,-5-3-1 0 0,7 5-85 0 0,0-1 0 0 0,1 1 0 0 0,-1 0 0 0 0,0 0 1 0 0,-1-1-1 0 0,1 1 0 0 0,0 0 0 0 0,0 0 0 0 0,0 0 1 0 0,0 0-1 0 0,0 0 0 0 0,0 0 0 0 0,0 1 0 0 0,0-1 1 0 0,0 0-1 0 0,0 0 0 0 0,-1 1 0 0 0</inkml:trace>
</inkml:ink>
</file>

<file path=ppt/ink/ink3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1.922"/>
    </inkml:context>
    <inkml:brush xml:id="br0">
      <inkml:brushProperty name="width" value="0.1" units="cm"/>
      <inkml:brushProperty name="height" value="0.1" units="cm"/>
      <inkml:brushProperty name="color" value="#E71224"/>
    </inkml:brush>
  </inkml:definitions>
  <inkml:trace contextRef="#ctx0" brushRef="#br0">1 1 11979 0 0,'0'3'605'0'0,"1"0"1"0"0,0 1-1 0 0,0-1 1 0 0,0 0 0 0 0,0 0-1 0 0,0 0 1 0 0,3 4 0 0 0,2 6 88 0 0,26 95 1928 0 0,-25-76-3124 0 0,3-1 0 0 0,0 0 0 0 0,27 55 0 0 0,-28-72-874 0 0</inkml:trace>
</inkml:ink>
</file>

<file path=ppt/ink/ink3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2.095"/>
    </inkml:context>
    <inkml:brush xml:id="br0">
      <inkml:brushProperty name="width" value="0.1" units="cm"/>
      <inkml:brushProperty name="height" value="0.1" units="cm"/>
      <inkml:brushProperty name="color" value="#E71224"/>
    </inkml:brush>
  </inkml:definitions>
  <inkml:trace contextRef="#ctx0" brushRef="#br0">12 16 6913 0 0,'-11'-15'5058'0'0,"11"18"-4650"0"0,1 3-152 0 0,2 4 200 0 0,4 19-1640 0 0,-2-11-281 0 0,2 1-55 0 0,1 1-16 0 0,3 3 1208 0 0,-1 1 231 0 0</inkml:trace>
</inkml:ink>
</file>

<file path=ppt/ink/ink3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2.460"/>
    </inkml:context>
    <inkml:brush xml:id="br0">
      <inkml:brushProperty name="width" value="0.1" units="cm"/>
      <inkml:brushProperty name="height" value="0.1" units="cm"/>
      <inkml:brushProperty name="color" value="#E71224"/>
    </inkml:brush>
  </inkml:definitions>
  <inkml:trace contextRef="#ctx0" brushRef="#br0">161 1 1376 0 0,'-4'0'976'0'0,"0"0"0"0"0,0 1 0 0 0,0-1 0 0 0,1 1 0 0 0,-1 0 0 0 0,0 0 0 0 0,0 0 0 0 0,1 1 0 0 0,-1-1 0 0 0,1 1 0 0 0,-7 4 0 0 0,5-2-279 0 0,0 0-1 0 0,0 0 1 0 0,0 1-1 0 0,1-1 1 0 0,-1 1-1 0 0,-5 9 1 0 0,-1 5-256 0 0,1 0-1 0 0,1 1 1 0 0,-9 26 0 0 0,14-37-125 0 0,0 2-273 0 0,1-1 0 0 0,0 1 1 0 0,0 0-1 0 0,1 0 0 0 0,0 1 0 0 0,1-1 1 0 0,0 0-1 0 0,1 1 0 0 0,1 13 0 0 0,1-17-14 0 0,-1 1-1 0 0,1-1 1 0 0,1 0-1 0 0,0 0 0 0 0,0 0 1 0 0,0 0-1 0 0,1 0 1 0 0,0-1-1 0 0,0 0 0 0 0,1 1 1 0 0,0-1-1 0 0,11 11 0 0 0,-3-5-8 0 0,0 1-1 0 0,-1 0 1 0 0,-1 1-1 0 0,15 26 1 0 0,-24-37-59 0 0,0 0 1 0 0,0 1 0 0 0,-1-1 0 0 0,1 0 0 0 0,-1 0 0 0 0,0 1 0 0 0,-1-1 0 0 0,1 1 0 0 0,-1-1 0 0 0,1 0 0 0 0,-2 6-1 0 0,1-7-26 0 0,-1 0-1 0 0,0 0 1 0 0,0 0-1 0 0,0 0 1 0 0,0 0-1 0 0,0 0 1 0 0,-1-1-1 0 0,1 1 1 0 0,-1 0 0 0 0,1-1-1 0 0,-1 1 1 0 0,0-1-1 0 0,0 0 1 0 0,-1 0-1 0 0,1 1 1 0 0,0-1-1 0 0,-1-1 1 0 0,-2 3-1 0 0</inkml:trace>
</inkml:ink>
</file>

<file path=ppt/ink/ink3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2.798"/>
    </inkml:context>
    <inkml:brush xml:id="br0">
      <inkml:brushProperty name="width" value="0.1" units="cm"/>
      <inkml:brushProperty name="height" value="0.1" units="cm"/>
      <inkml:brushProperty name="color" value="#E71224"/>
    </inkml:brush>
  </inkml:definitions>
  <inkml:trace contextRef="#ctx0" brushRef="#br0">1 344 2761 0 0,'1'0'177'0'0,"1"0"0"0"0,-1 0 0 0 0,1-1 0 0 0,0 1 1 0 0,-1-1-1 0 0,1 1 0 0 0,-1-1 0 0 0,1 1 0 0 0,-1-1 1 0 0,1 0-1 0 0,-1 0 0 0 0,0 1 0 0 0,1-1 0 0 0,-1 0 1 0 0,0 0-1 0 0,0-1 0 0 0,0 1 0 0 0,1 0 0 0 0,-1 0 1 0 0,0-1-1 0 0,-1 1 0 0 0,1 0 0 0 0,0-1 0 0 0,0 1 1 0 0,-1-1-1 0 0,1 1 0 0 0,0-3 0 0 0,20-51 2307 0 0,-17 42-2008 0 0,7-22 427 0 0,0-2 0 0 0,-3 1 0 0 0,9-75 0 0 0,-17 109-897 0 0,0 0 1 0 0,0 0 0 0 0,0 0-1 0 0,0 0 1 0 0,0 0-1 0 0,0 0 1 0 0,-1 0 0 0 0,1 0-1 0 0,0 0 1 0 0,-1 0 0 0 0,0 0-1 0 0,-1-2 1 0 0,-5 3 260 0 0,-4 15 491 0 0,4 0-280 0 0,1 0 1 0 0,0 0-1 0 0,1 0 1 0 0,1 1-1 0 0,0-1 1 0 0,-3 30-1 0 0,5-32-222 0 0,1 0-1 0 0,1 1 0 0 0,0-1 1 0 0,1 0-1 0 0,0 0 1 0 0,1 0-1 0 0,1 0 1 0 0,-1 0-1 0 0,6 13 1 0 0,-4-18-179 0 0,-1-1 1 0 0,1 1 0 0 0,0 0 0 0 0,1-1 0 0 0,-1 0 0 0 0,1 0 0 0 0,0-1 0 0 0,1 1 0 0 0,-1-1 0 0 0,10 7 0 0 0,-9-8-599 0 0,1 0-1 0 0,-1-1 1 0 0,1 1 0 0 0,-1-1 0 0 0,1 0 0 0 0,11 2-1 0 0,5 0-6288 0 0</inkml:trace>
</inkml:ink>
</file>

<file path=ppt/ink/ink3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3.221"/>
    </inkml:context>
    <inkml:brush xml:id="br0">
      <inkml:brushProperty name="width" value="0.1" units="cm"/>
      <inkml:brushProperty name="height" value="0.1" units="cm"/>
      <inkml:brushProperty name="color" value="#E71224"/>
    </inkml:brush>
  </inkml:definitions>
  <inkml:trace contextRef="#ctx0" brushRef="#br0">131 0 9674 0 0,'-12'16'7194'0'0,"-6"18"-5238"0"0,1 0 1 0 0,-21 69-1 0 0,23-54-3553 0 0,-12 84 0 0 0,23-104-5503 0 0</inkml:trace>
</inkml:ink>
</file>

<file path=ppt/ink/ink3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5.866"/>
    </inkml:context>
    <inkml:brush xml:id="br0">
      <inkml:brushProperty name="width" value="0.1" units="cm"/>
      <inkml:brushProperty name="height" value="0.1" units="cm"/>
      <inkml:brushProperty name="color" value="#E71224"/>
    </inkml:brush>
  </inkml:definitions>
  <inkml:trace contextRef="#ctx0" brushRef="#br0">0 32 14747 0 0,'0'0'1526'0'0,"2"1"-1341"0"0,-1-1 0 0 0,1 0-1 0 0,0 1 1 0 0,-1-1 0 0 0,1 0 0 0 0,0 0 0 0 0,-1 0 0 0 0,1 0 0 0 0,0 0-1 0 0,-1 0 1 0 0,1-1 0 0 0,0 1 0 0 0,-1-1 0 0 0,3 0 0 0 0,-2 1 5 0 0,120-29-6881 0 0,-109 28 6677 0 0</inkml:trace>
</inkml:ink>
</file>

<file path=ppt/ink/ink3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6.047"/>
    </inkml:context>
    <inkml:brush xml:id="br0">
      <inkml:brushProperty name="width" value="0.1" units="cm"/>
      <inkml:brushProperty name="height" value="0.1" units="cm"/>
      <inkml:brushProperty name="color" value="#E71224"/>
    </inkml:brush>
  </inkml:definitions>
  <inkml:trace contextRef="#ctx0" brushRef="#br0">3 122 10594 0 0,'-1'1'944'0'0,"-1"1"-751"0"0,4-2-193 0 0,2 0 1648 0 0,-2-2-744 0 0,3 1 8 0 0,3-2-184 0 0,3-2-39 0 0,2-3-9 0 0,2-2 0 0 0,3-2-776 0 0,1 0-160 0 0,2-2-32 0 0,13-5-2841 0 0,-1 1-560 0 0,-6-3-120 0 0</inkml:trace>
</inkml:ink>
</file>

<file path=ppt/ink/ink3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6.643"/>
    </inkml:context>
    <inkml:brush xml:id="br0">
      <inkml:brushProperty name="width" value="0.1" units="cm"/>
      <inkml:brushProperty name="height" value="0.1" units="cm"/>
      <inkml:brushProperty name="color" value="#E71224"/>
    </inkml:brush>
  </inkml:definitions>
  <inkml:trace contextRef="#ctx0" brushRef="#br0">0 1707 13363 0 0,'45'7'3797'0'0,"-23"0"-2742"0"0,0 1 0 0 0,36 20-1 0 0,-42-20-942 0 0,-1 2-1 0 0,-1 0 0 0 0,0 1 0 0 0,-1 0 0 0 0,0 1 0 0 0,20 23 1 0 0,59 91 835 0 0,-68-89-751 0 0,3 0-1 0 0,32 35 1 0 0,-52-65-192 0 0,6 7 62 0 0,1 0 1 0 0,21 14 0 0 0,-32-25-56 0 0,0-1 0 0 0,1 1 1 0 0,-1-1-1 0 0,1 0 0 0 0,0 0 1 0 0,-1-1-1 0 0,1 1 0 0 0,0-1 1 0 0,0 0-1 0 0,0 0 0 0 0,0 0 1 0 0,0 0-1 0 0,1-1 0 0 0,-1 1 1 0 0,0-1-1 0 0,0 0 1 0 0,5-1-1 0 0,-8 0 4 0 0,0 1 1 0 0,0-1-1 0 0,1 1 1 0 0,-1-1-1 0 0,0 0 1 0 0,0 0-1 0 0,0 0 1 0 0,0 0-1 0 0,0 0 1 0 0,0 0-1 0 0,0 0 1 0 0,0 0-1 0 0,0 0 0 0 0,0 0 1 0 0,-1-1-1 0 0,1 1 1 0 0,0 0-1 0 0,-1 0 1 0 0,1-1-1 0 0,-1 1 1 0 0,0 0-1 0 0,1-1 1 0 0,-1 1-1 0 0,0-1 1 0 0,0 1-1 0 0,0 0 1 0 0,0-1-1 0 0,0 1 0 0 0,0-1 1 0 0,0 1-1 0 0,0-1 1 0 0,-1-2-1 0 0,-13-53 257 0 0,11 48-221 0 0,-56-176 466 0 0,-19-70-269 0 0,-25-349-84 0 0,28 127-126 0 0,44 322-990 0 0,-75-221 0 0 0,97 349-823 0 0,0 3-5852 0 0</inkml:trace>
</inkml:ink>
</file>

<file path=ppt/ink/ink3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7.243"/>
    </inkml:context>
    <inkml:brush xml:id="br0">
      <inkml:brushProperty name="width" value="0.1" units="cm"/>
      <inkml:brushProperty name="height" value="0.1" units="cm"/>
      <inkml:brushProperty name="color" value="#E71224"/>
    </inkml:brush>
  </inkml:definitions>
  <inkml:trace contextRef="#ctx0" brushRef="#br0">117 479 920 0 0,'-17'2'1625'0'0,"0"0"-1"0"0,0 2 0 0 0,0 0 1 0 0,-32 11-1 0 0,55-16-966 0 0,-1 0 1 0 0,0 0 0 0 0,1 0-1 0 0,-1 1 1 0 0,0 0-1 0 0,10 0 1 0 0,1 0 76 0 0,302-40 1808 0 0,-78 5-2760 0 0,9 3-139 0 0,13-1-638 0 0,533-8 185 0 0,224-23 2490 0 0,-184-34-105 0 0,4 40-1111 0 0,-640 52-393 0 0,737-46 1120 0 0,-786 39-1140 0 0,81-12-977 0 0,-208 21 606 0 0</inkml:trace>
</inkml:ink>
</file>

<file path=ppt/ink/ink3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8.198"/>
    </inkml:context>
    <inkml:brush xml:id="br0">
      <inkml:brushProperty name="width" value="0.1" units="cm"/>
      <inkml:brushProperty name="height" value="0.1" units="cm"/>
      <inkml:brushProperty name="color" value="#E71224"/>
    </inkml:brush>
  </inkml:definitions>
  <inkml:trace contextRef="#ctx0" brushRef="#br0">0 112 10594 0 0,'6'-14'8673'0'0,"16"42"-7022"0"0,12 39-1107 0 0,44 123 1 0 0,21 43-688 0 0,-86-209-28 0 0,1-1-1 0 0,0 0 1 0 0,2 0-1 0 0,1-2 1 0 0,1 0-1 0 0,1-1 1 0 0,23 20-1 0 0,-40-39 182 0 0,-1 1-1 0 0,1-1 1 0 0,0 1-1 0 0,0-1 1 0 0,-1 1 0 0 0,1-1-1 0 0,0 0 1 0 0,0 0-1 0 0,1 0 1 0 0,-1 0-1 0 0,0-1 1 0 0,0 1-1 0 0,0 0 1 0 0,0-1-1 0 0,1 0 1 0 0,-1 1-1 0 0,0-1 1 0 0,1 0-1 0 0,3-1 1 0 0,-4 1 43 0 0,0-2 1 0 0,0 1-1 0 0,0 0 0 0 0,-1 0 1 0 0,1-1-1 0 0,0 1 1 0 0,0-1-1 0 0,-1 1 1 0 0,1-1-1 0 0,-1 0 0 0 0,0 1 1 0 0,1-1-1 0 0,-1 0 1 0 0,0 0-1 0 0,0 0 1 0 0,0 0-1 0 0,0 0 0 0 0,-1 0 1 0 0,1 0-1 0 0,0-3 1 0 0,12-43 539 0 0,13-96 0 0 0,-11 55-307 0 0,-2 10-175 0 0,26-122 129 0 0,-28 159-437 0 0,1 1 0 0 0,30-67 0 0 0,-20 71-2004 0 0</inkml:trace>
</inkml:ink>
</file>

<file path=ppt/ink/ink3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9.212"/>
    </inkml:context>
    <inkml:brush xml:id="br0">
      <inkml:brushProperty name="width" value="0.1" units="cm"/>
      <inkml:brushProperty name="height" value="0.1" units="cm"/>
      <inkml:brushProperty name="color" value="#E71224"/>
    </inkml:brush>
  </inkml:definitions>
  <inkml:trace contextRef="#ctx0" brushRef="#br0">2 50 6913 0 0,'-1'-2'435'0'0,"1"0"0"0"0,0 0-1 0 0,-1 0 1 0 0,1 0-1 0 0,0 0 1 0 0,0 0-1 0 0,0 0 1 0 0,1 0-1 0 0,-1 0 1 0 0,0 0-1 0 0,1 0 1 0 0,-1 0-1 0 0,1 0 1 0 0,0 1-1 0 0,-1-1 1 0 0,1 0-1 0 0,0 0 1 0 0,2-2-1 0 0,-2 3-293 0 0,-1 0-1 0 0,1 0 0 0 0,0 1 0 0 0,-1-1 1 0 0,1 0-1 0 0,0 1 0 0 0,-1-1 1 0 0,1 0-1 0 0,0 1 0 0 0,0-1 0 0 0,0 1 1 0 0,0 0-1 0 0,0-1 0 0 0,-1 1 0 0 0,1-1 1 0 0,0 1-1 0 0,0 0 0 0 0,0 0 1 0 0,0 0-1 0 0,0 0 0 0 0,0 0 0 0 0,0 0 1 0 0,0 0-1 0 0,0 0 0 0 0,0 0 1 0 0,0 0-1 0 0,0 0 0 0 0,0 0 0 0 0,0 1 1 0 0,0-1-1 0 0,0 0 0 0 0,0 1 0 0 0,0-1 1 0 0,-1 1-1 0 0,1-1 0 0 0,0 1 1 0 0,0-1-1 0 0,0 1 0 0 0,0 1 0 0 0,8 6-12 0 0,0 1-1 0 0,-1 0 0 0 0,0 1 0 0 0,-1 0 1 0 0,0 0-1 0 0,0 0 0 0 0,-1 1 0 0 0,7 18 1 0 0,31 99-227 0 0,-38-106 103 0 0,1 4-46 0 0,-5-17 25 0 0,0-1-1 0 0,0 0 1 0 0,1 0-1 0 0,0 0 1 0 0,7 13 0 0 0,-11-29-31 0 0,1 1 0 0 0,0-1 0 0 0,0 0 0 0 0,1 1 0 0 0,3-15 0 0 0,-2 9 16 0 0,3-17 184 0 0,1-1 0 0 0,11-34 0 0 0,-14 53-95 0 0,2 1 1 0 0,-1-1 0 0 0,2 1 0 0 0,-1 0 0 0 0,1 1-1 0 0,1-1 1 0 0,0 1 0 0 0,12-13 0 0 0,-17 21-34 0 0,-1 0 1 0 0,1 0-1 0 0,0 1 1 0 0,0-1-1 0 0,0 1 1 0 0,0-1-1 0 0,0 1 1 0 0,0-1-1 0 0,0 1 1 0 0,1 0-1 0 0,-1 0 1 0 0,0 0 0 0 0,1 0-1 0 0,-1 1 1 0 0,1-1-1 0 0,-1 1 1 0 0,1-1-1 0 0,4 1 1 0 0,-5 0-4 0 0,0 1 0 0 0,1 0 1 0 0,-1-1-1 0 0,0 1 1 0 0,0 0-1 0 0,0 0 1 0 0,-1 0-1 0 0,1 0 0 0 0,0 1 1 0 0,0-1-1 0 0,0 1 1 0 0,-1-1-1 0 0,1 1 0 0 0,-1-1 1 0 0,1 1-1 0 0,-1 0 1 0 0,2 2-1 0 0,4 9 40 0 0,-1 1-1 0 0,0 0 1 0 0,0 0-1 0 0,-1 0 1 0 0,2 15-1 0 0,-4-19-66 0 0,34 144-2865 0 0,-30-129-4604 0 0</inkml:trace>
</inkml:ink>
</file>

<file path=ppt/ink/ink3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9.497"/>
    </inkml:context>
    <inkml:brush xml:id="br0">
      <inkml:brushProperty name="width" value="0.1" units="cm"/>
      <inkml:brushProperty name="height" value="0.1" units="cm"/>
      <inkml:brushProperty name="color" value="#E71224"/>
    </inkml:brush>
  </inkml:definitions>
  <inkml:trace contextRef="#ctx0" brushRef="#br0">74 0 5065 0 0,'-2'7'9050'0'0,"-1"16"-6239"0"0,2-12-1509 0 0,-30 151 2804 0 0,14-83-5171 0 0,3 0-4673 0 0,9-37-935 0 0</inkml:trace>
</inkml:ink>
</file>

<file path=ppt/ink/ink3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19.847"/>
    </inkml:context>
    <inkml:brush xml:id="br0">
      <inkml:brushProperty name="width" value="0.1" units="cm"/>
      <inkml:brushProperty name="height" value="0.1" units="cm"/>
      <inkml:brushProperty name="color" value="#E71224"/>
    </inkml:brush>
  </inkml:definitions>
  <inkml:trace contextRef="#ctx0" brushRef="#br0">1 25 13827 0 0,'0'-1'146'0'0,"0"0"0"0"0,0 0 0 0 0,-1 1 0 0 0,1-1 0 0 0,0 0 0 0 0,0 0 0 0 0,0 0 0 0 0,0 0 0 0 0,0 0 0 0 0,0 1 0 0 0,0-1 0 0 0,0 0 0 0 0,1 0 0 0 0,-1 0 0 0 0,0 0 0 0 0,0 1 0 0 0,1-1 0 0 0,-1 0 0 0 0,0 0 0 0 0,1 1 0 0 0,-1-1 0 0 0,1 0 0 0 0,-1 0 0 0 0,1 1 0 0 0,-1-1 0 0 0,1 0 0 0 0,0 1 1 0 0,-1-1-1 0 0,1 1 0 0 0,0-1 0 0 0,0 0 0 0 0,0 1-44 0 0,0 0 1 0 0,-1 0 0 0 0,1 0 0 0 0,0 0 0 0 0,0 0 0 0 0,-1 0 0 0 0,1 0 0 0 0,0 0-1 0 0,-1 1 1 0 0,1-1 0 0 0,0 0 0 0 0,-1 0 0 0 0,1 0 0 0 0,0 1 0 0 0,-1-1 0 0 0,1 0-1 0 0,0 1 1 0 0,-1-1 0 0 0,1 1 0 0 0,-1-1 0 0 0,1 1 0 0 0,-1-1 0 0 0,1 1 0 0 0,-1-1-1 0 0,1 1 1 0 0,-1-1 0 0 0,1 1 0 0 0,-1 0 0 0 0,0-1 0 0 0,1 1 0 0 0,-1 0 0 0 0,0-1-1 0 0,0 1 1 0 0,1 0 0 0 0,-1 0 0 0 0,0-1 0 0 0,0 2 0 0 0,7 30 287 0 0,-1 1 0 0 0,-1-1 1 0 0,0 57-1 0 0,4 34-176 0 0,14-4-542 0 0,-3-41-3606 0 0</inkml:trace>
</inkml:ink>
</file>

<file path=ppt/ink/ink3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0.022"/>
    </inkml:context>
    <inkml:brush xml:id="br0">
      <inkml:brushProperty name="width" value="0.1" units="cm"/>
      <inkml:brushProperty name="height" value="0.1" units="cm"/>
      <inkml:brushProperty name="color" value="#E71224"/>
    </inkml:brush>
  </inkml:definitions>
  <inkml:trace contextRef="#ctx0" brushRef="#br0">10 130 7370 0 0,'-5'-3'656'0'0,"1"1"-528"0"0,5-7 2528 0 0,0 5-1183 0 0,-1-4 15 0 0,3-1-496 0 0,1-2-104 0 0,4-2-23 0 0,3 1-1 0 0,3 1-648 0 0,2 2-136 0 0,2-1-80 0 0,14-1-3105 0 0,-1 1-672 0 0,3 2-128 0 0</inkml:trace>
</inkml:ink>
</file>

<file path=ppt/ink/ink3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0.577"/>
    </inkml:context>
    <inkml:brush xml:id="br0">
      <inkml:brushProperty name="width" value="0.1" units="cm"/>
      <inkml:brushProperty name="height" value="0.1" units="cm"/>
      <inkml:brushProperty name="color" value="#E71224"/>
    </inkml:brush>
  </inkml:definitions>
  <inkml:trace contextRef="#ctx0" brushRef="#br0">30 81 7370 0 0,'2'-21'3193'0'0,"-1"17"-2780"0"0,0 1 0 0 0,-1 0-1 0 0,1 0 1 0 0,-1-1 0 0 0,0 1-1 0 0,1 0 1 0 0,-1-1 0 0 0,-1 1-1 0 0,1 0 1 0 0,-1-1 0 0 0,1 1-1 0 0,-1 0 1 0 0,0 0-1 0 0,0-1 1 0 0,0 1 0 0 0,-2-3-1 0 0,-8 34 2701 0 0,4 18-2559 0 0,2 0 1 0 0,1 73-1 0 0,17 94-353 0 0,-4-115-77 0 0,5-1 0 0 0,4-1 0 0 0,38 117-1 0 0,-37-156-153 0 0,3-1 0 0 0,2-1 0 0 0,3 0 1 0 0,2-2-1 0 0,2-2 0 0 0,57 72 0 0 0,-30-55-294 0 0</inkml:trace>
</inkml:ink>
</file>

<file path=ppt/ink/ink3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0.942"/>
    </inkml:context>
    <inkml:brush xml:id="br0">
      <inkml:brushProperty name="width" value="0.1" units="cm"/>
      <inkml:brushProperty name="height" value="0.1" units="cm"/>
      <inkml:brushProperty name="color" value="#E71224"/>
    </inkml:brush>
  </inkml:definitions>
  <inkml:trace contextRef="#ctx0" brushRef="#br0">0 11 9674 0 0,'2'-1'391'0'0,"0"-1"1"0"0,0 1-1 0 0,1 0 1 0 0,-1 0-1 0 0,0 0 0 0 0,0 1 1 0 0,1-1-1 0 0,-1 0 0 0 0,0 1 1 0 0,1-1-1 0 0,-1 1 0 0 0,1 0 1 0 0,-1 0-1 0 0,0 0 1 0 0,1 0-1 0 0,-1 0 0 0 0,1 1 1 0 0,3 0-1 0 0,0 0 27 0 0,0 1-1 0 0,0 0 0 0 0,0-1 1 0 0,0 2-1 0 0,0-1 1 0 0,6 4-1 0 0,-3 1-230 0 0,-1 0-1 0 0,0 1 1 0 0,0 0 0 0 0,0 0-1 0 0,-1 0 1 0 0,-1 1-1 0 0,1 0 1 0 0,-1 0-1 0 0,-1 1 1 0 0,0 0 0 0 0,0 0-1 0 0,5 16 1 0 0,4 16 1 0 0,13 74 1 0 0,-27-116-188 0 0,10 57 10 0 0,-3 0 0 0 0,-2 1 0 0 0,-3-1 0 0 0,-2 1 0 0 0,-16 111 0 0 0,1-87-883 0 0,-3 0 0 0 0,-4-2 1 0 0,-48 116-1 0 0,44-133-6156 0 0</inkml:trace>
</inkml:ink>
</file>

<file path=ppt/ink/ink3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1.368"/>
    </inkml:context>
    <inkml:brush xml:id="br0">
      <inkml:brushProperty name="width" value="0.1" units="cm"/>
      <inkml:brushProperty name="height" value="0.1" units="cm"/>
      <inkml:brushProperty name="color" value="#E71224"/>
    </inkml:brush>
  </inkml:definitions>
  <inkml:trace contextRef="#ctx0" brushRef="#br0">0 103 1840 0 0,'2'-2'468'0'0,"-1"0"-1"0"0,1 1 1 0 0,0-1-1 0 0,-1 1 1 0 0,1-1-1 0 0,0 1 1 0 0,0 0-1 0 0,0-1 1 0 0,0 1-1 0 0,0 0 0 0 0,0 0 1 0 0,0 1-1 0 0,1-1 1 0 0,-1 0-1 0 0,0 1 1 0 0,0-1-1 0 0,1 1 1 0 0,-1 0-1 0 0,0-1 1 0 0,1 1-1 0 0,-1 0 1 0 0,0 1-1 0 0,0-1 0 0 0,1 0 1 0 0,-1 1-1 0 0,0-1 1 0 0,4 2-1 0 0,-1 1 51 0 0,-1 0 0 0 0,1 0 1 0 0,-1 0-1 0 0,1 1 0 0 0,-1-1 0 0 0,0 1 0 0 0,0 0 0 0 0,-1 1 0 0 0,1-1 0 0 0,4 9 0 0 0,5 10-152 0 0,-1 1 0 0 0,-2-1 0 0 0,0 2-1 0 0,-2 0 1 0 0,9 39 0 0 0,12 35 32 0 0,-29-98-381 0 0,0-1 1 0 0,0 0-1 0 0,0 1 0 0 0,0-1 1 0 0,0 1-1 0 0,0-1 0 0 0,0 0 1 0 0,0 1-1 0 0,1-1 1 0 0,-1 1-1 0 0,0-1 0 0 0,0 0 1 0 0,0 1-1 0 0,1-1 0 0 0,-1 0 1 0 0,0 1-1 0 0,1-1 0 0 0,-1 0 1 0 0,0 1-1 0 0,1-1 0 0 0,-1 0 1 0 0,0 0-1 0 0,1 0 1 0 0,-1 1-1 0 0,0-1 0 0 0,1 0 1 0 0,-1 0-1 0 0,1 0 0 0 0,-1 0 1 0 0,0 0-1 0 0,1 1 0 0 0,-1-1 1 0 0,1 0-1 0 0,-1 0 0 0 0,0 0 1 0 0,1 0-1 0 0,-1 0 1 0 0,1-1-1 0 0,15-14 474 0 0,15-44 118 0 0,-21 39-418 0 0,18-29-550 0 0,3 2 0 0 0,2 1 0 0 0,2 2-1 0 0,58-59 1 0 0,-49 59-8047 0 0</inkml:trace>
</inkml:ink>
</file>

<file path=ppt/ink/ink3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2.272"/>
    </inkml:context>
    <inkml:brush xml:id="br0">
      <inkml:brushProperty name="width" value="0.1" units="cm"/>
      <inkml:brushProperty name="height" value="0.1" units="cm"/>
      <inkml:brushProperty name="color" value="#E71224"/>
    </inkml:brush>
  </inkml:definitions>
  <inkml:trace contextRef="#ctx0" brushRef="#br0">12 32 7834 0 0,'-12'4'9307'0'0,"62"-9"-5001"0"0,-40 4-4166 0 0,96-18 701 0 0,-79 12-2266 0 0,-8 3-6103 0 0</inkml:trace>
</inkml:ink>
</file>

<file path=ppt/ink/ink3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2.509"/>
    </inkml:context>
    <inkml:brush xml:id="br0">
      <inkml:brushProperty name="width" value="0.1" units="cm"/>
      <inkml:brushProperty name="height" value="0.1" units="cm"/>
      <inkml:brushProperty name="color" value="#E71224"/>
    </inkml:brush>
  </inkml:definitions>
  <inkml:trace contextRef="#ctx0" brushRef="#br0">1 0 13363 0 0,'1'1'355'0'0,"-1"0"1"0"0,1 0 0 0 0,0 0-1 0 0,0-1 1 0 0,0 1-1 0 0,-1 1 1 0 0,1-1 0 0 0,0 0-1 0 0,-1 0 1 0 0,1 0-1 0 0,-1 0 1 0 0,0 0 0 0 0,1 0-1 0 0,-1 2 1 0 0,12 40 2037 0 0,-12-43-2286 0 0,7 40 189 0 0,-1 1 1 0 0,-3-1 0 0 0,-2 62-1 0 0,-1-70-1264 0 0,0 12-6708 0 0</inkml:trace>
</inkml:ink>
</file>

<file path=ppt/ink/ink3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3.555"/>
    </inkml:context>
    <inkml:brush xml:id="br0">
      <inkml:brushProperty name="width" value="0.1" units="cm"/>
      <inkml:brushProperty name="height" value="0.1" units="cm"/>
      <inkml:brushProperty name="color" value="#E71224"/>
    </inkml:brush>
  </inkml:definitions>
  <inkml:trace contextRef="#ctx0" brushRef="#br0">97 89 6913 0 0,'1'-18'1336'0'0,"0"13"-664"0"0,-1 1 0 0 0,1-1-1 0 0,-1 0 1 0 0,0 1 0 0 0,0-1-1 0 0,-1 0 1 0 0,1 1 0 0 0,-1-1-1 0 0,0 0 1 0 0,-1 1 0 0 0,1-1-1 0 0,-4-8 1 0 0,4 13-578 0 0,1 0 0 0 0,-1 0 0 0 0,1-1 1 0 0,0 1-1 0 0,-1 0 0 0 0,1 0 0 0 0,-1 0 0 0 0,1 0 0 0 0,0-1 0 0 0,-1 1 1 0 0,1 0-1 0 0,-1 0 0 0 0,1 0 0 0 0,-1 0 0 0 0,1 0 0 0 0,-1 0 0 0 0,1 0 1 0 0,-1 0-1 0 0,1 0 0 0 0,0 1 0 0 0,-1-1 0 0 0,1 0 0 0 0,-1 0 0 0 0,1 0 1 0 0,-1 0-1 0 0,1 1 0 0 0,0-1 0 0 0,-1 0 0 0 0,1 0 0 0 0,0 1 0 0 0,-1-1 1 0 0,1 0-1 0 0,0 1 0 0 0,-1-1 0 0 0,1 0 0 0 0,0 1 0 0 0,-1-1 0 0 0,1 0 1 0 0,0 1-1 0 0,0-1 0 0 0,0 1 0 0 0,-1-1 0 0 0,1 0 0 0 0,0 2 0 0 0,-12 20 629 0 0,12-21-652 0 0,-11 28 131 0 0,1 0-1 0 0,1 1 0 0 0,2 0 0 0 0,-7 60 0 0 0,6 127-85 0 0,8-146-100 0 0,4 1 0 0 0,3-1-1 0 0,19 81 1 0 0,-20-124 35 0 0,2 1-1 0 0,1-1 0 0 0,2 0 0 0 0,1-1 1 0 0,0 0-1 0 0,2-1 0 0 0,1-1 0 0 0,2 0 1 0 0,0-1-1 0 0,28 31 0 0 0,-27-37 36 0 0,0-1 1 0 0,1 0-1 0 0,1-2 1 0 0,1 0-1 0 0,40 22 0 0 0,-50-32-201 0 0,0 0 0 0 0,0 0 0 0 0,0-1 0 0 0,1-1 0 0 0,0 0 0 0 0,0-1 0 0 0,0 0 0 0 0,0 0 0 0 0,0-2 0 0 0,0 1 0 0 0,1-2 0 0 0,-1 1 0 0 0,0-2 0 0 0,12-2 0 0 0,3-3-5386 0 0,-3-1-1826 0 0</inkml:trace>
</inkml:ink>
</file>

<file path=ppt/ink/ink3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3.999"/>
    </inkml:context>
    <inkml:brush xml:id="br0">
      <inkml:brushProperty name="width" value="0.1" units="cm"/>
      <inkml:brushProperty name="height" value="0.1" units="cm"/>
      <inkml:brushProperty name="color" value="#E71224"/>
    </inkml:brush>
  </inkml:definitions>
  <inkml:trace contextRef="#ctx0" brushRef="#br0">20 195 9218 0 0,'-2'-1'588'0'0,"0"0"0"0"0,1-1 0 0 0,-1 1 0 0 0,1-1 0 0 0,-1 0 1 0 0,1 0-1 0 0,0 1 0 0 0,0-1 0 0 0,-1 0 0 0 0,1 0 0 0 0,1 0 0 0 0,-1 0 0 0 0,-1-2 0 0 0,2 3-463 0 0,0 1-1 0 0,0 0 0 0 0,0-1 0 0 0,0 1 1 0 0,0 0-1 0 0,0-1 0 0 0,0 1 0 0 0,0-1 1 0 0,0 1-1 0 0,0 0 0 0 0,0-1 1 0 0,3-3 1987 0 0,-2 3-1987 0 0,17 3 1304 0 0,-10 1-1299 0 0,0 1 1 0 0,0 0-1 0 0,0 1 0 0 0,0-1 1 0 0,-1 2-1 0 0,1-1 0 0 0,-1 1 1 0 0,-1 0-1 0 0,8 9 0 0 0,53 70 423 0 0,-45-55-705 0 0,12 19-50 0 0,-21-30 191 0 0,0 0 1 0 0,1-1-1 0 0,0 0 1 0 0,2-1-1 0 0,0-1 1 0 0,33 26-1 0 0,-48-40 21 0 0,1-1 0 0 0,0 0 1 0 0,-1 0-1 0 0,1 0 0 0 0,0 0 0 0 0,0-1 0 0 0,-1 1 0 0 0,1 0 1 0 0,0-1-1 0 0,0 1 0 0 0,0-1 0 0 0,0 0 0 0 0,0 0 0 0 0,0 0 0 0 0,0 0 1 0 0,0 0-1 0 0,0 0 0 0 0,0 0 0 0 0,0 0 0 0 0,0-1 0 0 0,2 0 1 0 0,-1-1 7 0 0,-1 1 1 0 0,0-1 0 0 0,0 1 0 0 0,0-1 0 0 0,0 0 0 0 0,0 0 0 0 0,0 0 0 0 0,0 0 0 0 0,0 0 0 0 0,-1 0 0 0 0,1-1-1 0 0,-1 1 1 0 0,2-5 0 0 0,3-8 37 0 0,-1 0-1 0 0,0-1 1 0 0,-2 1-1 0 0,3-21 1 0 0,-4 26-78 0 0,13-87-36 0 0,-10 49-883 0 0,3-1 0 0 0,2 1-1 0 0,29-82 1 0 0,-27 101-6654 0 0</inkml:trace>
</inkml:ink>
</file>

<file path=ppt/ink/ink3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4.555"/>
    </inkml:context>
    <inkml:brush xml:id="br0">
      <inkml:brushProperty name="width" value="0.1" units="cm"/>
      <inkml:brushProperty name="height" value="0.1" units="cm"/>
      <inkml:brushProperty name="color" value="#E71224"/>
    </inkml:brush>
  </inkml:definitions>
  <inkml:trace contextRef="#ctx0" brushRef="#br0">7 91 9674 0 0,'-5'-28'1797'0'0,"5"27"-1683"0"0,0 0 1 0 0,-1 1 0 0 0,1-1 0 0 0,0 0-1 0 0,0 1 1 0 0,0-1 0 0 0,0 0-1 0 0,0 0 1 0 0,0 1 0 0 0,0-1-1 0 0,0 0 1 0 0,0 0 0 0 0,1 1-1 0 0,-1-1 1 0 0,0 0 0 0 0,0 1-1 0 0,1-1 1 0 0,-1 0 0 0 0,0 1-1 0 0,1-1 1 0 0,-1 0 0 0 0,0 1-1 0 0,1-1 1 0 0,-1 1 0 0 0,1-1 0 0 0,-1 0-1 0 0,1 1 1 0 0,0 0 0 0 0,-1-1-1 0 0,1 1 1 0 0,-1-1 0 0 0,1 1-1 0 0,0 0 1 0 0,-1-1 0 0 0,2 1-1 0 0,-1 0 52 0 0,1 1 0 0 0,-1-1 0 0 0,0 1 0 0 0,0 0 0 0 0,0-1 0 0 0,0 1 0 0 0,0 0 0 0 0,0 0 0 0 0,0 0-1 0 0,0 0 1 0 0,0 0 0 0 0,0 0 0 0 0,0 0 0 0 0,0 0 0 0 0,-1 0 0 0 0,1 0 0 0 0,0 0 0 0 0,0 3 0 0 0,11 23 1038 0 0,-12-27-1188 0 0,9 27 648 0 0,8 36 0 0 0,2 10-487 0 0,-19-72-188 0 0,0-1 0 0 0,0 0 0 0 0,0 0 1 0 0,0 0-1 0 0,0 1 0 0 0,0-1 1 0 0,0 0-1 0 0,0 0 0 0 0,0 1 0 0 0,0-1 1 0 0,0 0-1 0 0,0 0 0 0 0,0 0 1 0 0,1 1-1 0 0,-1-1 0 0 0,0 0 0 0 0,0 0 1 0 0,0 0-1 0 0,0 0 0 0 0,0 1 1 0 0,0-1-1 0 0,0 0 0 0 0,1 0 0 0 0,-1 0 1 0 0,0 0-1 0 0,0 1 0 0 0,0-1 1 0 0,0 0-1 0 0,1 0 0 0 0,-1 0 0 0 0,0 0 1 0 0,0 0-1 0 0,0 0 0 0 0,0 0 1 0 0,1 0-1 0 0,-1 0 0 0 0,0 0 0 0 0,0 1 1 0 0,0-1-1 0 0,1 0 0 0 0,-1 0 0 0 0,0 0 1 0 0,0 0-1 0 0,1 0 0 0 0,-1-1 1 0 0,0 1-1 0 0,0 0 0 0 0,0 0 0 0 0,1 0 1 0 0,-1 0-1 0 0,0 0 0 0 0,0 0 1 0 0,0 0-1 0 0,0 0 0 0 0,1 0 0 0 0,-1 0 1 0 0,0-1-1 0 0,0 1 0 0 0,0 0 1 0 0,1 0-1 0 0,8-20-774 0 0,7-33-591 0 0,-15 49 1265 0 0,10-47-292 0 0,-5 21 736 0 0,2 1 1 0 0,14-38-1 0 0,-21 68-55 0 0,1 1 1 0 0,-1 0-1 0 0,1 0 0 0 0,-1 0 0 0 0,0 0 1 0 0,0 0-1 0 0,0 0 0 0 0,0 0 0 0 0,0 0 1 0 0,0 0-1 0 0,0 0 0 0 0,0 3 0 0 0,16 42 37 0 0,-15-39-11 0 0,21 57-537 0 0,-16-46-1223 0 0,1 0-1 0 0,1 0 1 0 0,0-1-1 0 0,1 0 1 0 0,22 28-1 0 0,-25-37 1440 0 0</inkml:trace>
</inkml:ink>
</file>

<file path=ppt/ink/ink3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4.841"/>
    </inkml:context>
    <inkml:brush xml:id="br0">
      <inkml:brushProperty name="width" value="0.1" units="cm"/>
      <inkml:brushProperty name="height" value="0.1" units="cm"/>
      <inkml:brushProperty name="color" value="#E71224"/>
    </inkml:brush>
  </inkml:definitions>
  <inkml:trace contextRef="#ctx0" brushRef="#br0">49 1 5985 0 0,'11'1'13746'0'0,"-19"39"-11838"0"0,-4 45 0 0 0,8-45-1867 0 0,-20 76 1 0 0,12-78-1982 0 0</inkml:trace>
</inkml:ink>
</file>

<file path=ppt/ink/ink3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5.619"/>
    </inkml:context>
    <inkml:brush xml:id="br0">
      <inkml:brushProperty name="width" value="0.1" units="cm"/>
      <inkml:brushProperty name="height" value="0.1" units="cm"/>
      <inkml:brushProperty name="color" value="#E71224"/>
    </inkml:brush>
  </inkml:definitions>
  <inkml:trace contextRef="#ctx0" brushRef="#br0">139 4 8290 0 0,'0'0'102'0'0,"-1"0"0"0"0,1-1 0 0 0,-1 1 0 0 0,1 0 0 0 0,-1-1 0 0 0,1 1 0 0 0,-1 0-1 0 0,1 0 1 0 0,-1 0 0 0 0,1-1 0 0 0,-1 1 0 0 0,1 0 0 0 0,-1 0 0 0 0,1 0 0 0 0,-1 0 0 0 0,0 0 0 0 0,1 0 0 0 0,-1 0 0 0 0,1 0 0 0 0,-1 0 0 0 0,1 0 0 0 0,-1 0 0 0 0,1 0 0 0 0,-1 1 0 0 0,1-1 0 0 0,-1 0 0 0 0,1 0 0 0 0,-1 1 0 0 0,1-1 0 0 0,-1 0 0 0 0,1 1 0 0 0,-1-1 0 0 0,0 1 0 0 0,-21 9 1160 0 0,13-4-845 0 0,1-1 0 0 0,0 1 0 0 0,0 1-1 0 0,0-1 1 0 0,1 1 0 0 0,0 1 0 0 0,0-1 0 0 0,1 1 0 0 0,-11 16 0 0 0,16-21-379 0 0,-1-1 1 0 0,0 1-1 0 0,1 0 0 0 0,0 0 1 0 0,-1 0-1 0 0,1-1 1 0 0,1 1-1 0 0,-1 0 1 0 0,0 0-1 0 0,1 1 0 0 0,-1-1 1 0 0,1 0-1 0 0,0 0 1 0 0,0 0-1 0 0,0 0 0 0 0,0 0 1 0 0,1 0-1 0 0,-1 0 1 0 0,1 0-1 0 0,0 0 0 0 0,0 0 1 0 0,0 0-1 0 0,0 0 1 0 0,0 0-1 0 0,1 0 1 0 0,-1-1-1 0 0,1 1 0 0 0,0-1 1 0 0,0 1-1 0 0,0-1 1 0 0,0 0-1 0 0,0 1 0 0 0,0-1 1 0 0,1 0-1 0 0,3 2 1 0 0,9 6 39 0 0,-5-3-68 0 0,0-1-1 0 0,-1 1 1 0 0,1 1-1 0 0,-1 0 1 0 0,13 15-1 0 0,-20-21-20 0 0,-1 0 0 0 0,0 0 0 0 0,1 1 0 0 0,-1-1 0 0 0,0 0 0 0 0,0 1 0 0 0,0-1 0 0 0,-1 1 0 0 0,1-1 0 0 0,0 0 0 0 0,-1 1-1 0 0,0 0 1 0 0,1-1 0 0 0,-1 1 0 0 0,0-1 0 0 0,0 1 0 0 0,-1-1 0 0 0,1 1 0 0 0,0-1 0 0 0,-1 1 0 0 0,0-1 0 0 0,1 1 0 0 0,-1-1 0 0 0,0 1 0 0 0,0-1 0 0 0,-1 0 0 0 0,1 0 0 0 0,0 1-1 0 0,-1-1 1 0 0,1 0 0 0 0,-1 0 0 0 0,-2 2 0 0 0,-1 1-151 0 0,0 0-1 0 0,0 0 1 0 0,-1-1-1 0 0,1 0 0 0 0,-1 0 1 0 0,0 0-1 0 0,0-1 1 0 0,-1 0-1 0 0,-11 5 1 0 0,11-6-791 0 0</inkml:trace>
</inkml:ink>
</file>

<file path=ppt/ink/ink3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6.033"/>
    </inkml:context>
    <inkml:brush xml:id="br0">
      <inkml:brushProperty name="width" value="0.1" units="cm"/>
      <inkml:brushProperty name="height" value="0.1" units="cm"/>
      <inkml:brushProperty name="color" value="#E71224"/>
    </inkml:brush>
  </inkml:definitions>
  <inkml:trace contextRef="#ctx0" brushRef="#br0">1 0 10594 0 0,'4'19'7639'0'0,"5"24"-5256"0"0,-1 114 0 0 0,-8-106-2340 0 0,10 66 0 0 0,-10-115-106 0 0,0 0 1 0 0,0 0-1 0 0,1 0 0 0 0,-1 0 0 0 0,0 0 1 0 0,1 0-1 0 0,0-1 0 0 0,-1 1 1 0 0,1 0-1 0 0,0 0 0 0 0,0-1 1 0 0,0 1-1 0 0,0-1 0 0 0,0 1 0 0 0,3 2 1 0 0,6-6-1468 0 0,3-14-395 0 0,20-54-1970 0 0,-22 45 3577 0 0,17-31 1 0 0,-24 49 624 0 0,1 1 1 0 0,0-1 0 0 0,0 1 0 0 0,0 0 0 0 0,1 0 0 0 0,-1 0 0 0 0,1 1 0 0 0,13-9 0 0 0,-18 14-188 0 0,0-1 1 0 0,0 0-1 0 0,0 1 1 0 0,0-1 0 0 0,0 1-1 0 0,1-1 1 0 0,-1 1 0 0 0,0-1-1 0 0,0 1 1 0 0,1 0-1 0 0,-1 0 1 0 0,0-1 0 0 0,0 1-1 0 0,1 0 1 0 0,-1 0 0 0 0,0 1-1 0 0,0-1 1 0 0,1 0-1 0 0,-1 0 1 0 0,0 0 0 0 0,0 1-1 0 0,1-1 1 0 0,-1 1 0 0 0,2 0-1 0 0,-1 1 26 0 0,0-1 0 0 0,0 1 0 0 0,0 0 0 0 0,0 0 0 0 0,0 0 0 0 0,-1 0 0 0 0,1 0 0 0 0,0 1 0 0 0,-1-1 0 0 0,0 0 0 0 0,2 3 0 0 0,2 9 139 0 0,0-1 1 0 0,-1 1-1 0 0,4 20 0 0 0,-7-29-259 0 0,15 68-370 0 0,-2-26-3058 0 0</inkml:trace>
</inkml:ink>
</file>

<file path=ppt/ink/ink3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6.365"/>
    </inkml:context>
    <inkml:brush xml:id="br0">
      <inkml:brushProperty name="width" value="0.1" units="cm"/>
      <inkml:brushProperty name="height" value="0.1" units="cm"/>
      <inkml:brushProperty name="color" value="#E71224"/>
    </inkml:brush>
  </inkml:definitions>
  <inkml:trace contextRef="#ctx0" brushRef="#br0">13 33 8290 0 0,'-6'58'7355'0'0,"3"-39"-6116"0"0,1 0-1 0 0,1 32 1 0 0,1-46-1120 0 0,0 0 0 0 0,1-1 0 0 0,-1 1 1 0 0,1 0-1 0 0,1 0 0 0 0,-1 0 0 0 0,1 0 0 0 0,0-1 0 0 0,0 1 0 0 0,0-1 1 0 0,0 1-1 0 0,1-1 0 0 0,0 0 0 0 0,0 0 0 0 0,3 4 0 0 0,-5-7-118 0 0,0 0 0 0 0,0 0 0 0 0,0 0 0 0 0,0 0 0 0 0,0-1 0 0 0,1 1 0 0 0,-1 0 0 0 0,0 0 0 0 0,0-1 0 0 0,1 1 0 0 0,-1-1 0 0 0,0 1 0 0 0,0-1 0 0 0,1 0 0 0 0,-1 1 0 0 0,1-1 0 0 0,-1 0 0 0 0,0 0 0 0 0,1 0 0 0 0,-1 0 0 0 0,1 0 0 0 0,-1 0 0 0 0,0 0 0 0 0,3-1 0 0 0,-2 0-1 0 0,1 0-1 0 0,0-1 1 0 0,0 1-1 0 0,-1-1 1 0 0,1 0-1 0 0,-1 1 1 0 0,0-1-1 0 0,1 0 1 0 0,-1-1-1 0 0,3-3 1 0 0,3-4-5 0 0,-1 0-1 0 0,-1-1 1 0 0,0 0 0 0 0,7-16 0 0 0,-10 19-253 0 0,0 1 1 0 0,-1-1 0 0 0,0 0 0 0 0,0 0 0 0 0,0 0-1 0 0,-1 0 1 0 0,-1-1 0 0 0,1 1 0 0 0,-1 0 0 0 0,-1 0 0 0 0,1 0-1 0 0,-3-9 1 0 0,2 14 137 0 0,0 0 0 0 0,0-1-1 0 0,0 1 1 0 0,-1 0 0 0 0,1 0 0 0 0,-1 0-1 0 0,0 0 1 0 0,0 0 0 0 0,0 0 0 0 0,0 0 0 0 0,0 1-1 0 0,-1-1 1 0 0,1 1 0 0 0,-1 0 0 0 0,0-1-1 0 0,0 1 1 0 0,0 1 0 0 0,0-1 0 0 0,0 0-1 0 0,0 1 1 0 0,0-1 0 0 0,0 1 0 0 0,-1 0-1 0 0,1 0 1 0 0,0 0 0 0 0,-1 0 0 0 0,1 1-1 0 0,-1 0 1 0 0,1-1 0 0 0,-5 2 0 0 0,-31 0-2082 0 0,21 0-2224 0 0</inkml:trace>
</inkml:ink>
</file>

<file path=ppt/ink/ink3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6.809"/>
    </inkml:context>
    <inkml:brush xml:id="br0">
      <inkml:brushProperty name="width" value="0.1" units="cm"/>
      <inkml:brushProperty name="height" value="0.1" units="cm"/>
      <inkml:brushProperty name="color" value="#E71224"/>
    </inkml:brush>
  </inkml:definitions>
  <inkml:trace contextRef="#ctx0" brushRef="#br0">10 12 11979 0 0,'-1'0'57'0'0,"1"-1"0"0"0,-1 1 0 0 0,1 0 0 0 0,-1 0 0 0 0,1-1 0 0 0,-1 1 0 0 0,1 0 0 0 0,-1-1 0 0 0,1 1 0 0 0,-1 0 0 0 0,1-1 0 0 0,-1 1 0 0 0,1-1 0 0 0,0 1 0 0 0,-1-1 0 0 0,1 1 0 0 0,0-1 0 0 0,0 1 0 0 0,-1-1 0 0 0,1 1 0 0 0,0-1 0 0 0,0 0 0 0 0,0 1 0 0 0,0-1 0 0 0,-1 0 0 0 0,2 1 43 0 0,-1 0 0 0 0,0 0 1 0 0,1 0-1 0 0,-1 0 0 0 0,1 0 0 0 0,-1 1 1 0 0,0-1-1 0 0,1 0 0 0 0,-1 0 1 0 0,0 0-1 0 0,0 0 0 0 0,1 1 1 0 0,-1-1-1 0 0,0 0 0 0 0,1 0 0 0 0,-1 1 1 0 0,0-1-1 0 0,0 0 0 0 0,1 0 1 0 0,-1 1-1 0 0,0-1 0 0 0,0 0 1 0 0,0 1-1 0 0,1-1 0 0 0,-1 0 0 0 0,0 1 1 0 0,0-1-1 0 0,0 0 0 0 0,0 1 1 0 0,0-1-1 0 0,0 0 0 0 0,0 1 0 0 0,0-1 1 0 0,0 1-1 0 0,0-1 0 0 0,0 1 1 0 0,7 26 1139 0 0,-2 0 0 0 0,0 1 0 0 0,1 48 0 0 0,-4-39-868 0 0,13 71 0 0 0,-13-98-431 0 0,1 0 0 0 0,0 0 0 0 0,1 0 0 0 0,0 0 0 0 0,1-1 0 0 0,0 1 0 0 0,0-1 0 0 0,1 0 0 0 0,0-1 0 0 0,0 1-1 0 0,11 9 1 0 0,-1-4-473 0 0,2-3-18 0 0</inkml:trace>
</inkml:ink>
</file>

<file path=ppt/ink/ink3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7.014"/>
    </inkml:context>
    <inkml:brush xml:id="br0">
      <inkml:brushProperty name="width" value="0.1" units="cm"/>
      <inkml:brushProperty name="height" value="0.1" units="cm"/>
      <inkml:brushProperty name="color" value="#E71224"/>
    </inkml:brush>
  </inkml:definitions>
  <inkml:trace contextRef="#ctx0" brushRef="#br0">0 75 10594 0 0,'0'-2'472'0'0,"2"1"96"0"0,-1-2-455 0 0,2 2-113 0 0,1-1 0 0 0,0 1 0 0 0,0-2 736 0 0,3 1 128 0 0,4-4 32 0 0,3-1 0 0 0,5-1-504 0 0,0-1-96 0 0,-1 0-16 0 0,-3 3-8 0 0,0-1-1256 0 0,-2 0-248 0 0</inkml:trace>
</inkml:ink>
</file>

<file path=ppt/ink/ink3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7.540"/>
    </inkml:context>
    <inkml:brush xml:id="br0">
      <inkml:brushProperty name="width" value="0.1" units="cm"/>
      <inkml:brushProperty name="height" value="0.1" units="cm"/>
      <inkml:brushProperty name="color" value="#E71224"/>
    </inkml:brush>
  </inkml:definitions>
  <inkml:trace contextRef="#ctx0" brushRef="#br0">67 88 10594 0 0,'-32'-42'1333'0'0,"-3"-3"4680"0"0,48 68-2546 0 0,7 20-2447 0 0,4 9-803 0 0,210 406 613 0 0,-217-421-813 0 0,-1 1-1 0 0,-1 1 1 0 0,-2 1-1 0 0,-2 0 0 0 0,-2 0 1 0 0,5 51-1 0 0,-12-60-53 0 0,-1 0 0 0 0,-1 0 0 0 0,-2-1-1 0 0,-1 1 1 0 0,-1 0 0 0 0,-2-1 0 0 0,-1 0 0 0 0,-21 58-1 0 0,-10 1-458 0 0,-59 105-1 0 0,87-177 217 0 0</inkml:trace>
</inkml:ink>
</file>

<file path=ppt/ink/ink3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4:28.157"/>
    </inkml:context>
    <inkml:brush xml:id="br0">
      <inkml:brushProperty name="width" value="0.1" units="cm"/>
      <inkml:brushProperty name="height" value="0.1" units="cm"/>
      <inkml:brushProperty name="color" value="#E71224"/>
    </inkml:brush>
  </inkml:definitions>
  <inkml:trace contextRef="#ctx0" brushRef="#br0">5 66 6449 0 0,'0'0'132'0'0,"-1"-1"-1"0"0,1 1 1 0 0,-1-1-1 0 0,1 0 1 0 0,-1 1 0 0 0,1-1-1 0 0,0 0 1 0 0,-1 1-1 0 0,1-1 1 0 0,0 0-1 0 0,0 1 1 0 0,0-1-1 0 0,-1 0 1 0 0,1 0-1 0 0,0 1 1 0 0,0-1-1 0 0,0 0 1 0 0,0 0-1 0 0,0 1 1 0 0,0-1-1 0 0,1 0 1 0 0,-1 0-1 0 0,0 1 1 0 0,0-1-1 0 0,0 0 1 0 0,1 1-1 0 0,-1-1 1 0 0,0 0 0 0 0,1 0-1 0 0,1-2 297 0 0,0 0 1 0 0,0 1-1 0 0,0-1 1 0 0,0 1-1 0 0,0-1 1 0 0,1 1-1 0 0,4-4 1 0 0,-4 4-156 0 0,0 0-1 0 0,0 0 1 0 0,0 0 0 0 0,1 0 0 0 0,-1 0 0 0 0,0 1-1 0 0,1-1 1 0 0,-1 1 0 0 0,1 0 0 0 0,-1 0 0 0 0,1 0 0 0 0,0 1-1 0 0,-1-1 1 0 0,1 1 0 0 0,7 0 0 0 0,-8 2-163 0 0,0-1 0 0 0,0 1 1 0 0,0-1-1 0 0,-1 1 0 0 0,1 0 0 0 0,-1 0 0 0 0,1 1 1 0 0,-1-1-1 0 0,0 0 0 0 0,1 1 0 0 0,-1 0 1 0 0,0-1-1 0 0,-1 1 0 0 0,1 0 0 0 0,0 0 0 0 0,-1 0 1 0 0,0 0-1 0 0,0 0 0 0 0,0 0 0 0 0,1 5 1 0 0,3 11 165 0 0,-1-1 1 0 0,1 27 0 0 0,-3-25-69 0 0,0-5-53 0 0,-2-10-59 0 0,0 0 1 0 0,0 0 0 0 0,1 0 0 0 0,0-1-1 0 0,0 1 1 0 0,0 0 0 0 0,0 0-1 0 0,1-1 1 0 0,0 1 0 0 0,3 6 0 0 0,-4-11-68 0 0,-1 0 1 0 0,1 0 0 0 0,-1 0-1 0 0,1 0 1 0 0,-1 0-1 0 0,1 0 1 0 0,-1 0 0 0 0,1 0-1 0 0,-1 0 1 0 0,1 0 0 0 0,-1 0-1 0 0,0 0 1 0 0,1-1 0 0 0,-1 1-1 0 0,1 0 1 0 0,-1 0 0 0 0,1-1-1 0 0,-1 1 1 0 0,0 0 0 0 0,1 0-1 0 0,-1-1 1 0 0,0 1 0 0 0,1 0-1 0 0,-1-1 1 0 0,0 1 0 0 0,1-1-1 0 0,-1 1 1 0 0,0 0 0 0 0,0-1-1 0 0,1 1 1 0 0,-1-1 0 0 0,0 1-1 0 0,0-1 1 0 0,0 0 0 0 0,13-21 156 0 0,-10 16-69 0 0,9-10-109 0 0,0 1 1 0 0,1 0-1 0 0,0 1 0 0 0,1 1 0 0 0,31-23 0 0 0,-42 33-35 0 0,34-25-211 0 0</inkml:trace>
</inkml:ink>
</file>

<file path=ppt/ink/ink3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2.707"/>
    </inkml:context>
    <inkml:brush xml:id="br0">
      <inkml:brushProperty name="width" value="0.1" units="cm"/>
      <inkml:brushProperty name="height" value="0.1" units="cm"/>
      <inkml:brushProperty name="color" value="#F6630D"/>
    </inkml:brush>
  </inkml:definitions>
  <inkml:trace contextRef="#ctx0" brushRef="#br0">138 46 2705 0 0,'-1'-1'37'0'0,"0"0"0"0"0,0 0 0 0 0,0 0 0 0 0,0 0 0 0 0,0 1 0 0 0,0-1 0 0 0,0 0 0 0 0,0 0 0 0 0,-1 1 0 0 0,1-1 0 0 0,0 1 0 0 0,-1-1 0 0 0,1 1 0 0 0,0 0 0 0 0,-1-1 0 0 0,1 1 0 0 0,0 0 0 0 0,-1 0 0 0 0,-1 0 0 0 0,-35 0 1463 0 0,20 0-618 0 0,9 0-199 0 0,4 0-165 0 0,1 0 1 0 0,0 0-1 0 0,0 0 1 0 0,-1 0-1 0 0,1-1 1 0 0,0 0-1 0 0,0 0 1 0 0,0 0-1 0 0,-5-2 1 0 0,19-4 2635 0 0,16-4-2521 0 0,-16 9-569 0 0,-1 0 1 0 0,1 0-1 0 0,0 0 0 0 0,0 1 0 0 0,-1 1 1 0 0,1 0-1 0 0,0 0 0 0 0,0 1 0 0 0,0 0 1 0 0,11 3-1 0 0,-18-3-90 0 0,0 0 0 0 0,0 0-1 0 0,0 0 1 0 0,0 0 0 0 0,0 1 0 0 0,0-1 0 0 0,0 1 0 0 0,-1 0 0 0 0,1 0-1 0 0,0-1 1 0 0,-1 2 0 0 0,0-1 0 0 0,1 0 0 0 0,-1 0 0 0 0,0 1 0 0 0,0 0-1 0 0,0-1 1 0 0,-1 1 0 0 0,1 0 0 0 0,-1 0 0 0 0,1 0 0 0 0,-1 0 0 0 0,0 0-1 0 0,0 0 1 0 0,0 0 0 0 0,-1 0 0 0 0,1 0 0 0 0,-1 0 0 0 0,1 1 0 0 0,-1-1-1 0 0,0 0 1 0 0,0 0 0 0 0,-1 0 0 0 0,0 6 0 0 0,-2 3-62 0 0,0-1-1 0 0,0 1 1 0 0,-6 12 0 0 0,5-16 108 0 0,0 1 1 0 0,1 0-1 0 0,1 0 1 0 0,0 0-1 0 0,0 0 1 0 0,-1 12 0 0 0,3-19-35 0 0,1-1 0 0 0,-1 1 0 0 0,0-1 1 0 0,1 1-1 0 0,-1-1 0 0 0,1 0 0 0 0,0 1 1 0 0,-1-1-1 0 0,1 0 0 0 0,0 1 0 0 0,0-1 1 0 0,0 0-1 0 0,0 0 0 0 0,0 0 0 0 0,0 0 1 0 0,0 0-1 0 0,0 0 0 0 0,1 0 0 0 0,-1 0 1 0 0,0 0-1 0 0,0 0 0 0 0,1-1 0 0 0,2 2 1 0 0,43 14-837 0 0,-19-7 915 0 0,-22-7-11 0 0,-1 1 1 0 0,0-1-1 0 0,0 1 0 0 0,-1 0 1 0 0,1 1-1 0 0,0-1 1 0 0,-1 1-1 0 0,0 0 1 0 0,0 0-1 0 0,0 0 1 0 0,0 1-1 0 0,-1-1 0 0 0,0 1 1 0 0,0 0-1 0 0,0 0 1 0 0,0 0-1 0 0,-1 0 1 0 0,0 0-1 0 0,0 1 1 0 0,0-1-1 0 0,-1 1 1 0 0,0-1-1 0 0,0 1 0 0 0,0-1 1 0 0,0 1-1 0 0,-1 0 1 0 0,0 0-1 0 0,-1-1 1 0 0,1 1-1 0 0,-1 0 1 0 0,0-1-1 0 0,0 1 0 0 0,-1-1 1 0 0,-4 11-1 0 0,1-2 238 0 0,0-1-1 0 0,-1 1 1 0 0,-1-1-1 0 0,0-1 0 0 0,-1 1 1 0 0,0-1-1 0 0,-1-1 0 0 0,-10 12 1 0 0,10-14-1072 0 0,0-1 1 0 0,-1 0 0 0 0,-10 7 0 0 0</inkml:trace>
</inkml:ink>
</file>

<file path=ppt/ink/ink3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2.913"/>
    </inkml:context>
    <inkml:brush xml:id="br0">
      <inkml:brushProperty name="width" value="0.1" units="cm"/>
      <inkml:brushProperty name="height" value="0.1" units="cm"/>
      <inkml:brushProperty name="color" value="#F6630D"/>
    </inkml:brush>
  </inkml:definitions>
  <inkml:trace contextRef="#ctx0" brushRef="#br0">4 0 15203 0 0,'1'1'417'0'0,"1"1"0"0"0,-1-1-1 0 0,0 0 1 0 0,0 1-1 0 0,0-1 1 0 0,0 1 0 0 0,-1-1-1 0 0,1 1 1 0 0,0-1 0 0 0,0 1-1 0 0,-1 0 1 0 0,1-1 0 0 0,-1 1-1 0 0,1 3 1 0 0,-1-3-451 0 0,0 0 0 0 0,-1 0 0 0 0,1 1 0 0 0,0-1 0 0 0,-1 0 1 0 0,1 0-1 0 0,-1 0 0 0 0,0 0 0 0 0,0 0 0 0 0,0 0 0 0 0,0 0 0 0 0,0 0 0 0 0,0-1 1 0 0,0 1-1 0 0,-1 0 0 0 0,1-1 0 0 0,-3 3 0 0 0,4-1-406 0 0,5-6 257 0 0,1-5 183 0 0</inkml:trace>
</inkml:ink>
</file>

<file path=ppt/ink/ink3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5.007"/>
    </inkml:context>
    <inkml:brush xml:id="br0">
      <inkml:brushProperty name="width" value="0.1" units="cm"/>
      <inkml:brushProperty name="height" value="0.1" units="cm"/>
      <inkml:brushProperty name="color" value="#F6630D"/>
    </inkml:brush>
  </inkml:definitions>
  <inkml:trace contextRef="#ctx0" brushRef="#br0">22 21 6913 0 0,'-21'-21'8236'0'0,"23"37"-7330"0"0,46 287 2329 0 0,-36-204-3982 0 0,-6-59-232 0 0</inkml:trace>
</inkml:ink>
</file>

<file path=ppt/ink/ink3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5.194"/>
    </inkml:context>
    <inkml:brush xml:id="br0">
      <inkml:brushProperty name="width" value="0.1" units="cm"/>
      <inkml:brushProperty name="height" value="0.1" units="cm"/>
      <inkml:brushProperty name="color" value="#F6630D"/>
    </inkml:brush>
  </inkml:definitions>
  <inkml:trace contextRef="#ctx0" brushRef="#br0">10 195 4609 0 0,'-2'-2'97'0'0,"1"1"-1"0"0,0-1 1 0 0,0 0 0 0 0,1 0-1 0 0,-1 1 1 0 0,0-1 0 0 0,0 0-1 0 0,1 0 1 0 0,-1 0-1 0 0,1 0 1 0 0,0 0 0 0 0,0 0-1 0 0,-1 0 1 0 0,1 0 0 0 0,0 0-1 0 0,1 0 1 0 0,-1 0 0 0 0,0 0-1 0 0,1-3 1 0 0,2 0 234 0 0,-1 0 0 0 0,1 1 0 0 0,0-1 0 0 0,0 1 0 0 0,0 0 0 0 0,6-6 0 0 0,3-3 50 0 0,1 0-1 0 0,0 1 0 0 0,1 1 1 0 0,1 0-1 0 0,-1 1 0 0 0,2 1 1 0 0,-1 0-1 0 0,1 1 0 0 0,19-6 1 0 0,-17 8-4882 0 0</inkml:trace>
</inkml:ink>
</file>

<file path=ppt/ink/ink3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5.371"/>
    </inkml:context>
    <inkml:brush xml:id="br0">
      <inkml:brushProperty name="width" value="0.1" units="cm"/>
      <inkml:brushProperty name="height" value="0.1" units="cm"/>
      <inkml:brushProperty name="color" value="#F6630D"/>
    </inkml:brush>
  </inkml:definitions>
  <inkml:trace contextRef="#ctx0" brushRef="#br0">1 67 6913 0 0,'5'-4'305'0'0,"1"0"63"0"0,0 1-296 0 0,0 0-72 0 0,1 1 0 0 0,-3-1 0 0 0,3 0-256 0 0,4-2-72 0 0,5-2-17 0 0,6-1 1 0 0,4 0 272 0 0,-3-1 72 0 0,-4 1 0 0 0</inkml:trace>
</inkml:ink>
</file>

<file path=ppt/ink/ink3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5.558"/>
    </inkml:context>
    <inkml:brush xml:id="br0">
      <inkml:brushProperty name="width" value="0.1" units="cm"/>
      <inkml:brushProperty name="height" value="0.1" units="cm"/>
      <inkml:brushProperty name="color" value="#F6630D"/>
    </inkml:brush>
  </inkml:definitions>
  <inkml:trace contextRef="#ctx0" brushRef="#br0">44 0 10138 0 0,'-1'3'588'0'0,"-1"1"0"0"0,1-1 0 0 0,0 0 0 0 0,0 1-1 0 0,1-1 1 0 0,-1 1 0 0 0,1-1 0 0 0,0 8 0 0 0,-2 3 214 0 0,-7 38 992 0 0,-1 2-504 0 0,-5 100 0 0 0,14-140-1648 0 0,1 0 0 0 0,1 0 0 0 0,0 0 0 0 0,1 0 0 0 0,1 0-1 0 0,0 0 1 0 0,1 0 0 0 0,0-1 0 0 0,1 0 0 0 0,0 0 0 0 0,1 0 0 0 0,11 15 0 0 0,-5-11 323 0 0</inkml:trace>
</inkml:ink>
</file>

<file path=ppt/ink/ink3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5.748"/>
    </inkml:context>
    <inkml:brush xml:id="br0">
      <inkml:brushProperty name="width" value="0.1" units="cm"/>
      <inkml:brushProperty name="height" value="0.1" units="cm"/>
      <inkml:brushProperty name="color" value="#F6630D"/>
    </inkml:brush>
  </inkml:definitions>
  <inkml:trace contextRef="#ctx0" brushRef="#br0">8 1 14283 0 0,'-1'4'710'0'0,"-1"0"-1"0"0,1 1 1 0 0,0 0-1 0 0,0-1 0 0 0,0 1 1 0 0,1-1-1 0 0,-1 7 1 0 0,1-9-812 0 0,0 0 1 0 0,1 0-1 0 0,-1 1 0 0 0,1-1 1 0 0,-1 0-1 0 0,1 0 1 0 0,-1 0-1 0 0,1 0 0 0 0,0 0 1 0 0,2 2-1 0 0,-2-2-158 0 0,0-1 0 0 0,-1 0 0 0 0,1 1 1 0 0,0-1-1 0 0,1 0 0 0 0,-1 0 0 0 0,0 0 0 0 0,0 0 0 0 0,0 0 0 0 0,1 0 0 0 0,-1 0 1 0 0,0 0-1 0 0,1 0 0 0 0,-1-1 0 0 0,1 1 0 0 0,-1 0 0 0 0,1-1 0 0 0,-1 0 0 0 0,1 1 1 0 0,-1-1-1 0 0,1 0 0 0 0,0 0 0 0 0,1 0 0 0 0,5-2-373 0 0</inkml:trace>
</inkml:ink>
</file>

<file path=ppt/ink/ink3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5.906"/>
    </inkml:context>
    <inkml:brush xml:id="br0">
      <inkml:brushProperty name="width" value="0.1" units="cm"/>
      <inkml:brushProperty name="height" value="0.1" units="cm"/>
      <inkml:brushProperty name="color" value="#F6630D"/>
    </inkml:brush>
  </inkml:definitions>
  <inkml:trace contextRef="#ctx0" brushRef="#br0">10 7 10594 0 0,'-4'-3'472'0'0,"1"1"96"0"0,2 0-455 0 0,0 2-113 0 0,1 2 0 0 0,0 0 0 0 0,0 4-65 0 0,0 4 65 0 0,0 3-104 0 0,4 9 104 0 0,-1 3 64 0 0,-1 1 1 0 0</inkml:trace>
</inkml:ink>
</file>

<file path=ppt/ink/ink3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6.199"/>
    </inkml:context>
    <inkml:brush xml:id="br0">
      <inkml:brushProperty name="width" value="0.1" units="cm"/>
      <inkml:brushProperty name="height" value="0.1" units="cm"/>
      <inkml:brushProperty name="color" value="#F6630D"/>
    </inkml:brush>
  </inkml:definitions>
  <inkml:trace contextRef="#ctx0" brushRef="#br0">168 1 7834 0 0,'-3'-1'361'0'0,"0"1"0"0"0,-1 0 1 0 0,1 0-1 0 0,0 1 0 0 0,0-1 0 0 0,-1 1 1 0 0,1 0-1 0 0,0 0 0 0 0,0 0 1 0 0,0 0-1 0 0,0 0 0 0 0,0 1 0 0 0,0-1 1 0 0,0 1-1 0 0,0 0 0 0 0,1 0 1 0 0,-1 0-1 0 0,1 0 0 0 0,-1 0 0 0 0,-1 3 1 0 0,-7 6 104 0 0,2-1 0 0 0,0 2 0 0 0,-10 13 0 0 0,11-12-316 0 0,0 1-1 0 0,1 0 1 0 0,1 0-1 0 0,0 0 1 0 0,0 1 0 0 0,-3 19-1 0 0,7-28-178 0 0,1-1 0 0 0,0 1 0 0 0,0-1 0 0 0,1 1 0 0 0,0 0 0 0 0,0-1 0 0 0,0 1-1 0 0,0 0 1 0 0,1-1 0 0 0,0 1 0 0 0,0 0 0 0 0,1-1 0 0 0,0 1 0 0 0,0-1 0 0 0,0 0 0 0 0,0 0 0 0 0,1 0-1 0 0,0 0 1 0 0,0 0 0 0 0,4 5 0 0 0,16 7-2171 0 0,-9-14-3463 0 0</inkml:trace>
</inkml:ink>
</file>

<file path=ppt/ink/ink3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6.397"/>
    </inkml:context>
    <inkml:brush xml:id="br0">
      <inkml:brushProperty name="width" value="0.1" units="cm"/>
      <inkml:brushProperty name="height" value="0.1" units="cm"/>
      <inkml:brushProperty name="color" value="#F6630D"/>
    </inkml:brush>
  </inkml:definitions>
  <inkml:trace contextRef="#ctx0" brushRef="#br0">92 47 8754 0 0,'-1'-2'-57'0'0,"-32"-30"2185"0"0,32 31-1791 0 0,-1-1 1 0 0,0 1-1 0 0,0 0 1 0 0,0 0-1 0 0,0 0 0 0 0,0 0 1 0 0,0 0-1 0 0,0 0 1 0 0,0 0-1 0 0,0 1 0 0 0,-1-1 1 0 0,1 1-1 0 0,0 0 1 0 0,0-1-1 0 0,-1 1 0 0 0,1 0 1 0 0,-4 1-1 0 0,5-1-215 0 0,0 1-1 0 0,0-1 1 0 0,0 1-1 0 0,0 0 0 0 0,0 0 1 0 0,0-1-1 0 0,0 1 1 0 0,0 0-1 0 0,0 0 0 0 0,0 0 1 0 0,1 0-1 0 0,-1 0 1 0 0,0 0-1 0 0,1 0 0 0 0,-1 0 1 0 0,1 0-1 0 0,-1 1 1 0 0,1-1-1 0 0,-1 0 0 0 0,1 0 1 0 0,0 0-1 0 0,0 1 1 0 0,-1-1-1 0 0,1 0 1 0 0,0 0-1 0 0,0 1 0 0 0,0 1 1 0 0,2 35 757 0 0,3-11-693 0 0,1 0 1 0 0,1-1-1 0 0,1 1 1 0 0,12 24 0 0 0,26 50-2741 0 0,-41-90 1890 0 0,6 12-6217 0 0</inkml:trace>
</inkml:ink>
</file>

<file path=ppt/ink/ink3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6.620"/>
    </inkml:context>
    <inkml:brush xml:id="br0">
      <inkml:brushProperty name="width" value="0.1" units="cm"/>
      <inkml:brushProperty name="height" value="0.1" units="cm"/>
      <inkml:brushProperty name="color" value="#F6630D"/>
    </inkml:brush>
  </inkml:definitions>
  <inkml:trace contextRef="#ctx0" brushRef="#br0">176 19 9218 0 0,'-2'-2'330'0'0,"0"0"0"0"0,0 0 0 0 0,0 1 0 0 0,0-1 0 0 0,0 1 1 0 0,0 0-1 0 0,0-1 0 0 0,-1 1 0 0 0,1 0 0 0 0,0 0 0 0 0,-1 1 0 0 0,1-1 0 0 0,-1 0 0 0 0,1 1 0 0 0,0 0 1 0 0,-1-1-1 0 0,0 1 0 0 0,-3 0 0 0 0,2 1-35 0 0,-1 0 1 0 0,1 0-1 0 0,0 0 1 0 0,-1 0 0 0 0,1 1-1 0 0,0 0 1 0 0,0 0-1 0 0,0 0 1 0 0,-7 4-1 0 0,3 0-79 0 0,1 1-1 0 0,-1-1 0 0 0,1 1 1 0 0,0 0-1 0 0,1 0 0 0 0,-1 1 0 0 0,2 0 1 0 0,-11 17-1 0 0,15-23-209 0 0,0 1-1 0 0,0-1 1 0 0,0 0-1 0 0,0 1 1 0 0,0-1-1 0 0,0 1 1 0 0,1-1 0 0 0,-1 1-1 0 0,1-1 1 0 0,0 1-1 0 0,-1 0 1 0 0,1-1 0 0 0,0 1-1 0 0,1-1 1 0 0,-1 1-1 0 0,0 0 1 0 0,2 4-1 0 0,-1-6-111 0 0,0 1 0 0 0,1-1-1 0 0,-1 0 1 0 0,0 0 0 0 0,0 1-1 0 0,1-1 1 0 0,-1 0-1 0 0,1 0 1 0 0,-1-1 0 0 0,1 1-1 0 0,-1 0 1 0 0,1 0 0 0 0,0-1-1 0 0,-1 1 1 0 0,1-1-1 0 0,0 1 1 0 0,-1-1 0 0 0,1 0-1 0 0,0 1 1 0 0,0-1 0 0 0,-1 0-1 0 0,1 0 1 0 0,0 0 0 0 0,0-1-1 0 0,-1 1 1 0 0,1 0-1 0 0,2-2 1 0 0,12 0-6269 0 0</inkml:trace>
</inkml:ink>
</file>

<file path=ppt/ink/ink3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6.925"/>
    </inkml:context>
    <inkml:brush xml:id="br0">
      <inkml:brushProperty name="width" value="0.1" units="cm"/>
      <inkml:brushProperty name="height" value="0.1" units="cm"/>
      <inkml:brushProperty name="color" value="#F6630D"/>
    </inkml:brush>
  </inkml:definitions>
  <inkml:trace contextRef="#ctx0" brushRef="#br0">1 125 4145 0 0,'0'1'69'0'0,"0"-1"1"0"0,0 1-1 0 0,0 0 0 0 0,-1 0 0 0 0,1 0 1 0 0,0-1-1 0 0,0 1 0 0 0,0 0 1 0 0,0 0-1 0 0,1-1 0 0 0,-1 1 1 0 0,0 0-1 0 0,0 0 0 0 0,0-1 1 0 0,1 1-1 0 0,-1 0 0 0 0,0 0 1 0 0,1-1-1 0 0,-1 1 0 0 0,0 0 1 0 0,1-1-1 0 0,-1 1 0 0 0,1-1 1 0 0,-1 1-1 0 0,1-1 0 0 0,0 1 0 0 0,-1-1 1 0 0,1 1-1 0 0,-1-1 0 0 0,1 1 1 0 0,0-1-1 0 0,-1 1 0 0 0,1-1 1 0 0,0 0-1 0 0,0 0 0 0 0,-1 1 1 0 0,1-1-1 0 0,0 0 0 0 0,0 0 1 0 0,-1 0-1 0 0,1 0 0 0 0,0 0 1 0 0,0 0-1 0 0,0 0 0 0 0,0 0 1 0 0,2 0 138 0 0,0 0 0 0 0,0 0 1 0 0,0 0-1 0 0,0 0 0 0 0,0 0 1 0 0,0-1-1 0 0,0 1 1 0 0,0-1-1 0 0,0 0 0 0 0,-1 0 1 0 0,5-2-1 0 0,0-2 46 0 0,0-1 0 0 0,0-1 0 0 0,-1 1 0 0 0,0-1 0 0 0,11-14 0 0 0,-15 18-245 0 0,1-1-1 0 0,-1 1 0 0 0,0-1 0 0 0,0 0 0 0 0,0 0 0 0 0,-1 1 0 0 0,1-1 0 0 0,-1 0 0 0 0,0-1 0 0 0,0 1 0 0 0,0 0 1 0 0,-1 0-1 0 0,1 0 0 0 0,-1-8 0 0 0,0 11 72 0 0,-1 0 1 0 0,1 0-1 0 0,0 0 1 0 0,0 0-1 0 0,0 0 1 0 0,-1 0-1 0 0,1 0 0 0 0,0 0 1 0 0,-1 0-1 0 0,1 0 1 0 0,-1 0-1 0 0,1 1 1 0 0,-1-1-1 0 0,1 0 1 0 0,-1 0-1 0 0,0 0 1 0 0,1 1-1 0 0,-1-1 1 0 0,0 0-1 0 0,0 1 0 0 0,1-1 1 0 0,-1 1-1 0 0,0-1 1 0 0,0 1-1 0 0,0-1 1 0 0,0 1-1 0 0,0-1 1 0 0,0 1-1 0 0,0 0 1 0 0,0 0-1 0 0,0-1 1 0 0,0 1-1 0 0,-1 0 1 0 0,1 0 124 0 0,-1 1 0 0 0,1-1 1 0 0,0 0-1 0 0,0 1 1 0 0,-1-1-1 0 0,1 1 1 0 0,0-1-1 0 0,0 1 1 0 0,0 0-1 0 0,0 0 1 0 0,0-1-1 0 0,0 1 1 0 0,0 0-1 0 0,0 0 0 0 0,0 0 1 0 0,0 0-1 0 0,0 0 1 0 0,1 0-1 0 0,-1 0 1 0 0,0 0-1 0 0,1 0 1 0 0,-1 0-1 0 0,0 1 1 0 0,1-1-1 0 0,-1 2 1 0 0,0 0-70 0 0,0 1 0 0 0,1 0 1 0 0,-1 0-1 0 0,1-1 1 0 0,-1 1-1 0 0,1 0 0 0 0,0 0 1 0 0,1 0-1 0 0,-1 0 1 0 0,1-1-1 0 0,-1 1 0 0 0,1 0 1 0 0,0-1-1 0 0,1 1 1 0 0,-1 0-1 0 0,1-1 0 0 0,-1 1 1 0 0,1-1-1 0 0,0 0 1 0 0,0 0-1 0 0,4 4 0 0 0,-3-3-373 0 0,1 0 0 0 0,0 0 0 0 0,0 0 0 0 0,1-1 0 0 0,-1 0 0 0 0,1 1 0 0 0,0-2 0 0 0,-1 1 0 0 0,1 0 0 0 0,1-1 0 0 0,-1 0 0 0 0,0 0 0 0 0,0-1 0 0 0,6 2 0 0 0,6-1-938 0 0</inkml:trace>
</inkml:ink>
</file>

<file path=ppt/ink/ink3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7.158"/>
    </inkml:context>
    <inkml:brush xml:id="br0">
      <inkml:brushProperty name="width" value="0.1" units="cm"/>
      <inkml:brushProperty name="height" value="0.1" units="cm"/>
      <inkml:brushProperty name="color" value="#F6630D"/>
    </inkml:brush>
  </inkml:definitions>
  <inkml:trace contextRef="#ctx0" brushRef="#br0">95 36 9218 0 0,'-5'-4'478'0'0,"0"0"0"0"0,0 1 1 0 0,0-1-1 0 0,-1 1 0 0 0,0 0 0 0 0,-6-2 1 0 0,6 3 732 0 0,0 0 0 0 0,0 1 0 0 0,0-1 0 0 0,0 1 0 0 0,0 0 0 0 0,-8 1 327 0 0,16 4-568 0 0</inkml:trace>
</inkml:ink>
</file>

<file path=ppt/ink/ink3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7.572"/>
    </inkml:context>
    <inkml:brush xml:id="br0">
      <inkml:brushProperty name="width" value="0.1" units="cm"/>
      <inkml:brushProperty name="height" value="0.1" units="cm"/>
      <inkml:brushProperty name="color" value="#F6630D"/>
    </inkml:brush>
  </inkml:definitions>
  <inkml:trace contextRef="#ctx0" brushRef="#br0">8 75 4145 0 0,'0'-1'256'0'0,"-1"0"0"0"0,0 1 0 0 0,1-1 0 0 0,-1 1 0 0 0,1-1 0 0 0,-1 0 0 0 0,1 1 0 0 0,-1-1 0 0 0,1 0 0 0 0,-1 0 0 0 0,1 1 0 0 0,0-1 0 0 0,-1 0 0 0 0,1 0 0 0 0,0 0 0 0 0,0 0 0 0 0,-1 1 0 0 0,1-1 0 0 0,0 0 0 0 0,0 0 0 0 0,0 0 0 0 0,0 0 0 0 0,0 0 0 0 0,1 0 0 0 0,-1 1 0 0 0,0-1 0 0 0,0 0 0 0 0,0 0 0 0 0,1 0 0 0 0,-1 0 0 0 0,0 1 0 0 0,1-1 0 0 0,-1 0 0 0 0,1 0 0 0 0,-1 1 0 0 0,1-1 0 0 0,-1 0 0 0 0,1 1 0 0 0,-1-1 0 0 0,1 1 0 0 0,1-2 0 0 0,-1 1-41 0 0,0 1 1 0 0,1-1-1 0 0,-1 0 1 0 0,0 1-1 0 0,1-1 1 0 0,-1 1-1 0 0,1-1 1 0 0,-1 1-1 0 0,0-1 1 0 0,1 1-1 0 0,-1 0 1 0 0,1 0-1 0 0,-1 0 1 0 0,1 0-1 0 0,-1 0 1 0 0,1 0-1 0 0,-1 0 1 0 0,1 1-1 0 0,-1-1 1 0 0,1 0-1 0 0,-1 1 1 0 0,0-1-1 0 0,1 1 1 0 0,-1 0-1 0 0,0-1 1 0 0,2 2-1 0 0,9 8-94 0 0,-1 0-1 0 0,0 1 1 0 0,-1 1-1 0 0,-1 0 1 0 0,1 0 0 0 0,-2 1-1 0 0,0 0 1 0 0,0 0-1 0 0,-1 1 1 0 0,-1 0 0 0 0,0 0-1 0 0,-1 0 1 0 0,5 26-1 0 0,-10-36-134 0 0,1 0 0 0 0,-1 0 0 0 0,-1 0 0 0 0,1 0 0 0 0,-1 0 0 0 0,1 0 0 0 0,-1 0-1 0 0,0 0 1 0 0,-1 0 0 0 0,1 0 0 0 0,-4 6 0 0 0,5-9 32 0 0,0 0-1 0 0,-1 0 1 0 0,1 0 0 0 0,-1 0-1 0 0,1 0 1 0 0,-1 0 0 0 0,0 0-1 0 0,1 0 1 0 0,-1 0 0 0 0,0-1 0 0 0,0 1-1 0 0,0 0 1 0 0,0 0 0 0 0,1-1-1 0 0,-1 1 1 0 0,0 0 0 0 0,0-1-1 0 0,0 1 1 0 0,0-1 0 0 0,0 1-1 0 0,-1-1 1 0 0,1 0 0 0 0,0 1 0 0 0,0-1-1 0 0,0 0 1 0 0,0 0 0 0 0,0 0-1 0 0,0 1 1 0 0,-1-1 0 0 0,1-1-1 0 0,0 1 1 0 0,0 0 0 0 0,0 0 0 0 0,0 0-1 0 0,0-1 1 0 0,0 1 0 0 0,0 0-1 0 0,-1-1 1 0 0,1 1 0 0 0,0-1-1 0 0,0 1 1 0 0,0-1 0 0 0,1 0 0 0 0,-3-1-1 0 0,-1-2 2 0 0,1 1 0 0 0,0-1-1 0 0,0 0 1 0 0,0-1 0 0 0,0 1-1 0 0,1 0 1 0 0,0-1 0 0 0,-1 0-1 0 0,2 1 1 0 0,-1-1 0 0 0,1 0 0 0 0,-1 0-1 0 0,1 0 1 0 0,1 0 0 0 0,-1 0-1 0 0,1 0 1 0 0,0-10 0 0 0,0-3 46 0 0,2 1 1 0 0,0-1-1 0 0,7-30 1 0 0,-5 34-635 0 0,0 0-1 0 0,10-20 1 0 0,-10 26-284 0 0,1 0 0 0 0,0 0 0 0 0,0 1 0 0 0,0-1-1 0 0,8-7 1 0 0</inkml:trace>
</inkml:ink>
</file>

<file path=ppt/ink/ink3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8.190"/>
    </inkml:context>
    <inkml:brush xml:id="br0">
      <inkml:brushProperty name="width" value="0.1" units="cm"/>
      <inkml:brushProperty name="height" value="0.1" units="cm"/>
      <inkml:brushProperty name="color" value="#F6630D"/>
    </inkml:brush>
  </inkml:definitions>
  <inkml:trace contextRef="#ctx0" brushRef="#br0">1 1 10138 0 0,'5'30'4600'0'0,"2"13"-1846"0"0,-4-27-2140 0 0,-1 0-1 0 0,0 1 1 0 0,-1 25 0 0 0,-1-41-609 0 0,-1 0 0 0 0,1 0 1 0 0,0 0-1 0 0,0 1 0 0 0,0-1 0 0 0,0 0 0 0 0,0 0 1 0 0,0 0-1 0 0,0 1 0 0 0,0-1 0 0 0,1 0 1 0 0,-1 0-1 0 0,0 0 0 0 0,1 1 0 0 0,-1-1 0 0 0,0 0 1 0 0,1 0-1 0 0,0 0 0 0 0,-1 0 0 0 0,1 0 1 0 0,1 1-1 0 0,-2-2-19 0 0,1 0 1 0 0,0 0-1 0 0,0 0 1 0 0,-1 0-1 0 0,1 0 1 0 0,0 0-1 0 0,0 0 1 0 0,0-1 0 0 0,-1 1-1 0 0,1 0 1 0 0,0 0-1 0 0,0-1 1 0 0,-1 1-1 0 0,1 0 1 0 0,0-1-1 0 0,-1 1 1 0 0,1-1-1 0 0,-1 1 1 0 0,1-1-1 0 0,0 1 1 0 0,-1-1-1 0 0,2-1 1 0 0,4-5 23 0 0,1-1-1 0 0,-1 0 1 0 0,9-14 0 0 0,-4-1 232 0 0,24-36-28 0 0,-33 56-179 0 0,0 0 0 0 0,1 0 0 0 0,-1 0 0 0 0,1 0 0 0 0,-1 1 0 0 0,1-1 0 0 0,0 1 0 0 0,0-1 0 0 0,0 1 0 0 0,1 0-1 0 0,-1 1 1 0 0,0-1 0 0 0,1 0 0 0 0,5-1 0 0 0,-7 3-1 0 0,-1 0 0 0 0,1 0-1 0 0,-1 0 1 0 0,1 1 0 0 0,-1-1 0 0 0,1 0-1 0 0,-1 1 1 0 0,1-1 0 0 0,-1 1 0 0 0,0-1 0 0 0,1 1-1 0 0,-1 0 1 0 0,0 0 0 0 0,1-1 0 0 0,-1 1-1 0 0,0 0 1 0 0,0 0 0 0 0,0 0 0 0 0,0 0-1 0 0,0 1 1 0 0,0-1 0 0 0,0 0 0 0 0,0 0 0 0 0,0 1-1 0 0,0-1 1 0 0,-1 0 0 0 0,1 1 0 0 0,-1-1-1 0 0,1 2 1 0 0,16 48 454 0 0,-16-46-595 0 0,7 36-42 0 0,2 3-597 0 0,-2-16-4994 0 0</inkml:trace>
</inkml:ink>
</file>

<file path=ppt/ink/ink3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8.505"/>
    </inkml:context>
    <inkml:brush xml:id="br0">
      <inkml:brushProperty name="width" value="0.1" units="cm"/>
      <inkml:brushProperty name="height" value="0.1" units="cm"/>
      <inkml:brushProperty name="color" value="#F6630D"/>
    </inkml:brush>
  </inkml:definitions>
  <inkml:trace contextRef="#ctx0" brushRef="#br0">47 11 2761 0 0,'-2'1'129'0'0,"-1"0"1"0"0,0 0-1 0 0,1 0 1 0 0,-1 0-1 0 0,1 1 1 0 0,0-1 0 0 0,-1 1-1 0 0,1 0 1 0 0,0-1-1 0 0,0 1 1 0 0,0 0 0 0 0,0 1-1 0 0,0-1 1 0 0,0 0-1 0 0,1 0 1 0 0,-1 1-1 0 0,1-1 1 0 0,-1 1 0 0 0,1-1-1 0 0,0 1 1 0 0,0 0-1 0 0,0-1 1 0 0,1 1-1 0 0,-1 0 1 0 0,1 0 0 0 0,-1-1-1 0 0,1 1 1 0 0,0 0-1 0 0,0 5 1 0 0,0-4 79 0 0,0-1 0 0 0,0 1 0 0 0,0-1 0 0 0,0 0 0 0 0,1 1 0 0 0,0-1 0 0 0,-1 1 1 0 0,1-1-1 0 0,0 0 0 0 0,0 0 0 0 0,1 0 0 0 0,-1 1 0 0 0,1-1 0 0 0,0 0 0 0 0,-1-1 0 0 0,1 1 0 0 0,1 0 0 0 0,-1 0 0 0 0,0-1 0 0 0,1 0 1 0 0,-1 1-1 0 0,1-1 0 0 0,0 0 0 0 0,-1 0 0 0 0,6 2 0 0 0,-4-2-93 0 0,1-1 1 0 0,-1 0 0 0 0,1 0-1 0 0,0-1 1 0 0,-1 1-1 0 0,1-1 1 0 0,0 0-1 0 0,0 0 1 0 0,-1 0 0 0 0,1-1-1 0 0,0 0 1 0 0,-1 0-1 0 0,1 0 1 0 0,0 0-1 0 0,-1-1 1 0 0,0 0-1 0 0,1 0 1 0 0,-1 0 0 0 0,0 0-1 0 0,0-1 1 0 0,0 0-1 0 0,5-4 1 0 0,-6 5-40 0 0,0-1-1 0 0,-1 1 1 0 0,1-1 0 0 0,-1 0 0 0 0,0 0-1 0 0,0 0 1 0 0,0 0 0 0 0,0 0 0 0 0,0 0-1 0 0,-1-1 1 0 0,0 1 0 0 0,1-1 0 0 0,-1 1-1 0 0,0-1 1 0 0,-1 1 0 0 0,1-1 0 0 0,-1 1 0 0 0,1-1-1 0 0,-1 0 1 0 0,0 1 0 0 0,-1-1 0 0 0,1 0-1 0 0,0 1 1 0 0,-1-1 0 0 0,0 1 0 0 0,0-1-1 0 0,0 1 1 0 0,0-1 0 0 0,-3-3 0 0 0,4 5-184 0 0,-1 0 1 0 0,0 0-1 0 0,0 0 1 0 0,0 0-1 0 0,0 1 1 0 0,0-1-1 0 0,0 0 1 0 0,0 1-1 0 0,-1-1 0 0 0,1 1 1 0 0,-1-1-1 0 0,1 1 1 0 0,-1 0-1 0 0,1-1 1 0 0,-1 1-1 0 0,0 0 1 0 0,1 0-1 0 0,-1 0 1 0 0,0 0-1 0 0,0 1 1 0 0,0-1-1 0 0,-3 0 1 0 0,-4 3-813 0 0</inkml:trace>
</inkml:ink>
</file>

<file path=ppt/ink/ink3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8.759"/>
    </inkml:context>
    <inkml:brush xml:id="br0">
      <inkml:brushProperty name="width" value="0.1" units="cm"/>
      <inkml:brushProperty name="height" value="0.1" units="cm"/>
      <inkml:brushProperty name="color" value="#F6630D"/>
    </inkml:brush>
  </inkml:definitions>
  <inkml:trace contextRef="#ctx0" brushRef="#br0">0 12 12443 0 0,'0'-1'94'0'0,"0"1"1"0"0,0-1-1 0 0,0 1 1 0 0,0 0 0 0 0,0-1-1 0 0,0 1 1 0 0,0-1-1 0 0,1 1 1 0 0,-1 0 0 0 0,0-1-1 0 0,0 1 1 0 0,0-1-1 0 0,0 1 1 0 0,0 0 0 0 0,0-1-1 0 0,1 1 1 0 0,-1 0-1 0 0,0-1 1 0 0,0 1 0 0 0,1 0-1 0 0,-1-1 1 0 0,0 1-1 0 0,1 0 1 0 0,-1 0 0 0 0,0-1-1 0 0,1 1 1 0 0,-1 0-1 0 0,0 0 1 0 0,1-1-1 0 0,-1 1 1 0 0,0 0 0 0 0,1 0-1 0 0,-1 0 1 0 0,1 0-1 0 0,-1 0 1 0 0,0 0 0 0 0,1 0-1 0 0,-1-1 1 0 0,1 1-1 0 0,-1 0 1 0 0,13 15 2318 0 0,4 27-9 0 0,23 122-2896 0 0,-33-144-6911 0 0</inkml:trace>
</inkml:ink>
</file>

<file path=ppt/ink/ink3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8.933"/>
    </inkml:context>
    <inkml:brush xml:id="br0">
      <inkml:brushProperty name="width" value="0.1" units="cm"/>
      <inkml:brushProperty name="height" value="0.1" units="cm"/>
      <inkml:brushProperty name="color" value="#F6630D"/>
    </inkml:brush>
  </inkml:definitions>
  <inkml:trace contextRef="#ctx0" brushRef="#br0">25 4 9218 0 0,'-9'-3'5673'0'0,"6"10"-5265"0"0,-1 2-168 0 0,1 6-32 0 0,-1 3-8 0 0,2 1-1672 0 0,4 0-344 0 0,5 2-65 0 0,1-6-7 0 0</inkml:trace>
</inkml:ink>
</file>

<file path=ppt/ink/ink3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9.218"/>
    </inkml:context>
    <inkml:brush xml:id="br0">
      <inkml:brushProperty name="width" value="0.1" units="cm"/>
      <inkml:brushProperty name="height" value="0.1" units="cm"/>
      <inkml:brushProperty name="color" value="#F6630D"/>
    </inkml:brush>
  </inkml:definitions>
  <inkml:trace contextRef="#ctx0" brushRef="#br0">202 5 2761 0 0,'-2'0'414'0'0,"1"-1"1"0"0,-1 0 0 0 0,1 1 0 0 0,-1-1 0 0 0,0 1 0 0 0,1-1-1 0 0,-1 1 1 0 0,0 0 0 0 0,1 0 0 0 0,-1-1 0 0 0,0 1 0 0 0,1 0 0 0 0,-1 1-1 0 0,0-1 1 0 0,1 0 0 0 0,-1 0 0 0 0,0 1 0 0 0,1-1 0 0 0,-1 1-1 0 0,1 0 1 0 0,-1-1 0 0 0,1 1 0 0 0,-1 0 0 0 0,1 0 0 0 0,-3 1-1 0 0,-39 27 2843 0 0,42-28-3202 0 0,-15 11 574 0 0,1 1-1 0 0,0 1 1 0 0,-20 25-1 0 0,31-36-625 0 0,1 1 0 0 0,0 0 0 0 0,0 0 0 0 0,0 0 0 0 0,1 1 0 0 0,0-1 0 0 0,0 0 0 0 0,0 1-1 0 0,0 0 1 0 0,0 0 0 0 0,1-1 0 0 0,0 1 0 0 0,0 0 0 0 0,0 0 0 0 0,1 0 0 0 0,0 0 0 0 0,0 0 0 0 0,0 0 0 0 0,0 0 0 0 0,2 5-1 0 0,0-5-79 0 0,0-1-1 0 0,0 0 0 0 0,1 0 0 0 0,-1 0 0 0 0,1 0 0 0 0,0 0 0 0 0,0-1 0 0 0,1 1 0 0 0,-1-1 0 0 0,1 0 0 0 0,-1 0 0 0 0,1 0 0 0 0,0-1 0 0 0,5 3 1 0 0,12 7-479 0 0,35 12 0 0 0,-29-12-17 0 0,-12-6 225 0 0,-10-5-21 0 0,0 1-1 0 0,-1 0 0 0 0,1 0 1 0 0,-1 0-1 0 0,1 1 1 0 0,-1-1-1 0 0,0 1 0 0 0,0 0 1 0 0,0 1-1 0 0,6 6 1 0 0</inkml:trace>
</inkml:ink>
</file>

<file path=ppt/ink/ink3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19.552"/>
    </inkml:context>
    <inkml:brush xml:id="br0">
      <inkml:brushProperty name="width" value="0.1" units="cm"/>
      <inkml:brushProperty name="height" value="0.1" units="cm"/>
      <inkml:brushProperty name="color" value="#F6630D"/>
    </inkml:brush>
  </inkml:definitions>
  <inkml:trace contextRef="#ctx0" brushRef="#br0">0 217 10594 0 0,'6'-1'333'0'0,"-1"0"0"0"0,1 0 0 0 0,-1-1-1 0 0,0 1 1 0 0,1-1 0 0 0,-1 0 0 0 0,0 0 0 0 0,0-1 0 0 0,0 0-1 0 0,-1 0 1 0 0,1 0 0 0 0,-1 0 0 0 0,1-1 0 0 0,-1 1-1 0 0,0-1 1 0 0,0 0 0 0 0,-1-1 0 0 0,1 1 0 0 0,-1-1-1 0 0,5-9 1 0 0,-4 9-216 0 0,-1-1 0 0 0,0 1 0 0 0,0-1 0 0 0,-1 0 0 0 0,0 0 0 0 0,0 0-1 0 0,0 0 1 0 0,-1 0 0 0 0,0-1 0 0 0,0 1 0 0 0,0 0 0 0 0,-1-1 0 0 0,0 1 0 0 0,0-1 0 0 0,-1 1 0 0 0,1 0-1 0 0,-1-1 1 0 0,-3-6 0 0 0,4 12-108 0 0,0 0 0 0 0,0 0-1 0 0,-1-1 1 0 0,1 1 0 0 0,-1 0-1 0 0,1 0 1 0 0,-1 0 0 0 0,1 0-1 0 0,-1 0 1 0 0,0 0 0 0 0,1 0-1 0 0,-1 0 1 0 0,0 0 0 0 0,0 0-1 0 0,0 0 1 0 0,1 1 0 0 0,-1-1 0 0 0,0 0-1 0 0,0 1 1 0 0,0-1 0 0 0,-1 0-1 0 0,1 1 1 0 0,0-1 0 0 0,0 1-1 0 0,0 0 1 0 0,0-1 0 0 0,0 1-1 0 0,-1 0 1 0 0,1 0 0 0 0,0-1-1 0 0,0 1 1 0 0,0 0 0 0 0,-1 0-1 0 0,1 0 1 0 0,0 1 0 0 0,0-1-1 0 0,0 0 1 0 0,-1 0 0 0 0,1 1-1 0 0,0-1 1 0 0,0 1 0 0 0,0-1 0 0 0,-2 2-1 0 0,0 0 63 0 0,0 0-1 0 0,0 0 0 0 0,0 1 1 0 0,0 0-1 0 0,0-1 0 0 0,1 1 1 0 0,-1 0-1 0 0,1 0 0 0 0,0 0 1 0 0,0 0-1 0 0,0 1 0 0 0,-3 6 1 0 0,3-5-4 0 0,1 1 1 0 0,-1 0-1 0 0,1-1 1 0 0,0 1-1 0 0,0 0 1 0 0,1 0-1 0 0,0 0 1 0 0,0 0-1 0 0,0 0 1 0 0,0 0-1 0 0,1 0 1 0 0,0 0 0 0 0,1-1-1 0 0,-1 1 1 0 0,1 0-1 0 0,0-1 1 0 0,0 1-1 0 0,1-1 1 0 0,0 1-1 0 0,0-1 1 0 0,4 5-1 0 0,-3-4-116 0 0,1-1-1 0 0,0 0 0 0 0,0 0 0 0 0,1 0 0 0 0,-1-1 0 0 0,1 1 0 0 0,0-1 0 0 0,0-1 1 0 0,0 1-1 0 0,1-1 0 0 0,-1 0 0 0 0,1-1 0 0 0,0 1 0 0 0,0-1 0 0 0,-1-1 0 0 0,2 1 1 0 0,10 0-1 0 0,1-1-1857 0 0,1-1-5280 0 0</inkml:trace>
</inkml:ink>
</file>

<file path=ppt/ink/ink3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21.567"/>
    </inkml:context>
    <inkml:brush xml:id="br0">
      <inkml:brushProperty name="width" value="0.1" units="cm"/>
      <inkml:brushProperty name="height" value="0.1" units="cm"/>
      <inkml:brushProperty name="color" value="#F6630D"/>
    </inkml:brush>
  </inkml:definitions>
  <inkml:trace contextRef="#ctx0" brushRef="#br0">1 42 2761 0 0,'7'-4'14913'0'0,"-4"3"-14894"0"0,-2 1 35 0 0,0 0-1 0 0,-1 0 1 0 0,1 0-1 0 0,0 0 1 0 0,0 0-1 0 0,0-1 1 0 0,-1 1 0 0 0,1 0-1 0 0,0 0 1 0 0,0-1-1 0 0,-1 1 1 0 0,1-1 0 0 0,0 1-1 0 0,0-1 1 0 0,-1 1-1 0 0,1-1 1 0 0,-1 1-1 0 0,1-1 1 0 0,0 0 0 0 0,-1 1-1 0 0,1-1 1 0 0,-1 0-1 0 0,1 1 1 0 0,-1-1 0 0 0,0 0-1 0 0,1 0 1 0 0,-1 1-1 0 0,0-1 1 0 0,0 0-1 0 0,1 0 1 0 0,-1 0 0 0 0,0 0-1 0 0,0 1 1 0 0,0-1-1 0 0,0 0 1 0 0,0 0 0 0 0,0 0-1 0 0,0 0 1 0 0,-1-1-1 0 0,0-10 3312 0 0,8 28-2789 0 0,9 37-801 0 0,33 311 37 0 0,-46-275-2716 0 0</inkml:trace>
</inkml:ink>
</file>

<file path=ppt/ink/ink3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22.816"/>
    </inkml:context>
    <inkml:brush xml:id="br0">
      <inkml:brushProperty name="width" value="0.1" units="cm"/>
      <inkml:brushProperty name="height" value="0.1" units="cm"/>
      <inkml:brushProperty name="color" value="#F6630D"/>
    </inkml:brush>
  </inkml:definitions>
  <inkml:trace contextRef="#ctx0" brushRef="#br0">0 13 5985 0 0,'2'-12'6405'0'0,"-2"11"-6280"0"0,0 1 1 0 0,1 0-1 0 0,-1 0 1 0 0,0 0-1 0 0,1 0 1 0 0,-1 0 0 0 0,0 0-1 0 0,0 0 1 0 0,1 0-1 0 0,-1 0 1 0 0,0 0 0 0 0,1 0-1 0 0,-1 0 1 0 0,0 0-1 0 0,1 1 1 0 0,15 0 4283 0 0,-7 3-5469 0 0,-6-1 1232 0 0,-1 1 0 0 0,1-1 0 0 0,-1 0 0 0 0,0 1 0 0 0,1 0 0 0 0,-1-1 0 0 0,-1 1 0 0 0,1 0 0 0 0,-1 0 0 0 0,1 0 0 0 0,-1 0 1 0 0,0 5-1 0 0,7 56 687 0 0,-6-35-473 0 0,2 11-424 0 0,-4-28-229 0 0,1-1 0 0 0,0 0 0 0 0,1 1 0 0 0,0-1-1 0 0,1 0 1 0 0,1 0 0 0 0,-1 0 0 0 0,9 15 0 0 0,-12-27 220 0 0,0 1-1 0 0,0-1 1 0 0,0 1-1 0 0,1-1 1 0 0,-1 1-1 0 0,0-1 1 0 0,1 1-1 0 0,-1-1 1 0 0,0 1 0 0 0,1-1-1 0 0,-1 0 1 0 0,1 1-1 0 0,-1-1 1 0 0,0 1-1 0 0,1-1 1 0 0,-1 0-1 0 0,1 0 1 0 0,-1 1 0 0 0,1-1-1 0 0,-1 0 1 0 0,1 0-1 0 0,0 0 1 0 0,-1 1-1 0 0,1-1 1 0 0,-1 0-1 0 0,1 0 1 0 0,-1 0 0 0 0,1 0-1 0 0,-1 0 1 0 0,1 0-1 0 0,0 0 1 0 0,0-1-1 0 0,0 1-53 0 0,0-1 0 0 0,1 0 0 0 0,-1 0 0 0 0,0 0 0 0 0,0 0 0 0 0,0 0 0 0 0,0 0 0 0 0,0 0 0 0 0,-1 0 0 0 0,1 0 0 0 0,0 0 0 0 0,1-3 0 0 0,12-37-1461 0 0,-6-4 856 0 0,8-36 843 0 0,-14 74 228 0 0,1-1 0 0 0,0 1 0 0 0,0 0 0 0 0,0 0 0 0 0,0 0-1 0 0,1 0 1 0 0,1 1 0 0 0,4-7 0 0 0,-8 12-284 0 0,0 0-1 0 0,-1 0 0 0 0,1 1 0 0 0,0-1 0 0 0,0 0 1 0 0,0 0-1 0 0,0 1 0 0 0,0-1 0 0 0,0 1 1 0 0,1-1-1 0 0,-1 1 0 0 0,0-1 0 0 0,0 1 1 0 0,0-1-1 0 0,0 1 0 0 0,1 0 0 0 0,-1 0 1 0 0,0 0-1 0 0,0 0 0 0 0,0 0 0 0 0,1 0 1 0 0,1 0-1 0 0,0 1 27 0 0,0 0 0 0 0,0 0 1 0 0,0 0-1 0 0,0 0 0 0 0,-1 1 0 0 0,1-1 1 0 0,0 1-1 0 0,-1-1 0 0 0,3 3 0 0 0,2 2 57 0 0,-1 0 0 0 0,0 0 0 0 0,0 0 0 0 0,-1 1 0 0 0,10 13 0 0 0,-12-12-197 0 0,1 1-1 0 0,-1-1 0 0 0,0 1 0 0 0,-1 0 0 0 0,2 15 0 0 0,-2-14-221 0 0,0-1-1 0 0,0 0 1 0 0,0 0 0 0 0,7 14-1 0 0,-9-28 265 0 0,1 1 0 0 0,0-1 0 0 0,1 1 0 0 0,-1 0 0 0 0,1-1 0 0 0,0 1 0 0 0,0 0 0 0 0,0 0 0 0 0,5-6-1 0 0,-2 1 65 0 0,-3 4 45 0 0,7-11 86 0 0,-1 1 0 0 0,12-15 0 0 0,-18 28-122 0 0,-1-1-1 0 0,1 1 1 0 0,0 0 0 0 0,0-1-1 0 0,0 1 1 0 0,0 0-1 0 0,0 0 1 0 0,0 1-1 0 0,1-1 1 0 0,-1 0-1 0 0,1 1 1 0 0,-1-1-1 0 0,1 1 1 0 0,-1 0-1 0 0,1 0 1 0 0,0 0 0 0 0,0 0-1 0 0,0 1 1 0 0,-1-1-1 0 0,5 0 1 0 0,-5 2-63 0 0,1-1 0 0 0,-1 1 0 0 0,0 0 0 0 0,0 0 0 0 0,0 0 0 0 0,0 0 0 0 0,0 0 0 0 0,0 0 0 0 0,-1 0 0 0 0,1 1 0 0 0,0-1 0 0 0,-1 1 0 0 0,1-1 1 0 0,-1 1-1 0 0,1 0 0 0 0,-1 0 0 0 0,0-1 0 0 0,2 4 0 0 0,19 41 382 0 0,-17-33-360 0 0,32 69-6991 0 0,-27-66 89 0 0</inkml:trace>
</inkml:ink>
</file>

<file path=ppt/ink/ink3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23.165"/>
    </inkml:context>
    <inkml:brush xml:id="br0">
      <inkml:brushProperty name="width" value="0.1" units="cm"/>
      <inkml:brushProperty name="height" value="0.1" units="cm"/>
      <inkml:brushProperty name="color" value="#F6630D"/>
    </inkml:brush>
  </inkml:definitions>
  <inkml:trace contextRef="#ctx0" brushRef="#br0">1 160 9674 0 0,'28'36'9482'0'0,"9"17"-6372"0"0,-8-8-2930 0 0,43 47 0 0 0,-65-85-146 0 0,-1 0 0 0 0,1-1-1 0 0,0 0 1 0 0,1 0 0 0 0,0-1 0 0 0,0 0-1 0 0,14 7 1 0 0,-20-11 1 0 0,0 0 0 0 0,0-1 0 0 0,0 1-1 0 0,-1-1 1 0 0,1 1 0 0 0,0-1 0 0 0,0 0 0 0 0,0 0 0 0 0,0 0-1 0 0,0 0 1 0 0,0 0 0 0 0,0 0 0 0 0,0 0 0 0 0,0-1 0 0 0,-1 1-1 0 0,1-1 1 0 0,3-1 0 0 0,-3 1 17 0 0,0 0-1 0 0,-1-1 1 0 0,1 0-1 0 0,0 1 0 0 0,-1-1 1 0 0,1 0-1 0 0,-1 0 1 0 0,0 0-1 0 0,1 0 1 0 0,-1 0-1 0 0,0 0 1 0 0,0 0-1 0 0,0 0 1 0 0,-1 0-1 0 0,1-1 1 0 0,0 1-1 0 0,-1 0 1 0 0,1-4-1 0 0,14-101 706 0 0,6-33 214 0 0,1 74-3263 0 0,-17 53 848 0 0,2 1 1 0 0,0-1 0 0 0,8-11 0 0 0,5-1-6367 0 0</inkml:trace>
</inkml:ink>
</file>

<file path=ppt/ink/ink3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26.570"/>
    </inkml:context>
    <inkml:brush xml:id="br0">
      <inkml:brushProperty name="width" value="0.1" units="cm"/>
      <inkml:brushProperty name="height" value="0.1" units="cm"/>
      <inkml:brushProperty name="color" value="#F6630D"/>
    </inkml:brush>
  </inkml:definitions>
  <inkml:trace contextRef="#ctx0" brushRef="#br0">1317 368 13363 0 0,'-229'-111'2926'0'0,"187"94"-2834"0"0,-1 2 1 0 0,0 2-1 0 0,-83-15 1 0 0,101 25-315 0 0,0 1 1 0 0,0 1 0 0 0,0 1-1 0 0,0 1 1 0 0,0 1 0 0 0,0 1 0 0 0,0 2-1 0 0,-40 12 1 0 0,25-4-1 0 0,0 3 1 0 0,1 1-1 0 0,1 2 0 0 0,1 2 0 0 0,1 1 1 0 0,0 2-1 0 0,-41 37 0 0 0,57-43 274 0 0,1 2 0 0 0,0 0 1 0 0,2 1-1 0 0,0 1 0 0 0,1 0 0 0 0,2 1 0 0 0,0 1 0 0 0,1 0 0 0 0,2 1 1 0 0,0 1-1 0 0,2-1 0 0 0,-9 41 0 0 0,6-2 166 0 0,4 0-1 0 0,2 0 1 0 0,4 111 0 0 0,10-62 106 0 0,27 141 0 0 0,107 287-1293 0 0,-71-304-465 0 0,40 122-1245 0 0,-86-294 2356 0 0,3-1 0 0 0,2-1-1 0 0,54 81 1 0 0,-43-86 760 0 0,3-1 0 0 0,2-3 0 0 0,98 91 0 0 0,-69-82 954 0 0,3-3 0 0 0,107 63-1 0 0,-94-69-883 0 0,2-5 0 0 0,2-3-1 0 0,1-4 1 0 0,3-5 0 0 0,104 25 0 0 0,-20-21-690 0 0,3-8 0 0 0,0-8 0 0 0,2-8 0 0 0,0-9 0 0 0,1-7 0 0 0,-1-9 0 0 0,192-33-1 0 0,-140-3 560 0 0,351-113-1 0 0,-487 118-39 0 0,-2-5 0 0 0,-2-4 1 0 0,-2-4-1 0 0,111-80 0 0 0,-122 74 280 0 0,-4-5 0 0 0,-2-3 0 0 0,133-141 0 0 0,-173 160-517 0 0,-2-2 1 0 0,-3-2-1 0 0,-1-1 0 0 0,-3-2 0 0 0,-2 0 0 0 0,-3-3 1 0 0,36-102-1 0 0,-36 65-68 0 0,-3-1 0 0 0,-5-1 1 0 0,-4 0-1 0 0,-4-1 0 0 0,-5-1 1 0 0,-3 1-1 0 0,-5-1 0 0 0,-4 1 1 0 0,-20-102-1 0 0,25 197-29 0 0,-52-260 307 0 0,39 209-146 0 0,-3 0-1 0 0,-42-92 1 0 0,27 79-121 0 0,-4 1-1 0 0,-3 2 1 0 0,-2 1-1 0 0,-86-98 1 0 0,71 100 88 0 0,-2 2 1 0 0,-3 3-1 0 0,-104-73 0 0 0,138 110-156 0 0,-1 1 0 0 0,-1 1 0 0 0,-1 1 0 0 0,0 2 0 0 0,-1 1 0 0 0,0 2 0 0 0,0 1-1 0 0,-1 1 1 0 0,-1 2 0 0 0,1 1 0 0 0,-60-1 0 0 0,52 8-211 0 0,-1 2 1 0 0,0 1-1 0 0,1 3 0 0 0,0 1 1 0 0,1 2-1 0 0,-43 17 0 0 0,33-7-1209 0 0,1 1-1 0 0,-51 33 1 0 0,50-23-440 0 0</inkml:trace>
</inkml:ink>
</file>

<file path=ppt/ink/ink3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27.841"/>
    </inkml:context>
    <inkml:brush xml:id="br0">
      <inkml:brushProperty name="width" value="0.1" units="cm"/>
      <inkml:brushProperty name="height" value="0.1" units="cm"/>
      <inkml:brushProperty name="color" value="#F6630D"/>
    </inkml:brush>
  </inkml:definitions>
  <inkml:trace contextRef="#ctx0" brushRef="#br0">0 1 13827 0 0,'6'2'338'0'0,"-1"0"1"0"0,0 1 0 0 0,0 0-1 0 0,0 0 1 0 0,7 6-1 0 0,13 8-373 0 0,104 55 1038 0 0,165 120-1 0 0,113 74-617 0 0,23-34 142 0 0,-141-78-375 0 0,845 445-77 0 0,-638-364 72 0 0,0 1-49 0 0,297 123 486 0 0,182 55-1105 0 0,-273-110 183 0 0,-347-153 245 0 0,183 64 332 0 0,-124-51-38 0 0,-265-103-199 0 0,1426 610-524 0 0,-957-429 945 0 0,-351-144-269 0 0,627 191 1536 0 0,-653-223-1671 0 0,386 115 464 0 0,-565-162-257 0 0,75 24-75 0 0,145 67 0 0 0,-135-44-299 0 0,287 84 0 0 0,-427-148 172 0 0,562 180 1015 0 0,-427-123-765 0 0,214 80 87 0 0,-296-120-576 0 0,2-2 1 0 0,0-4-1 0 0,126 12 1 0 0,-45-14-1856 0 0,-130-11 1043 0 0</inkml:trace>
</inkml:ink>
</file>

<file path=ppt/ink/ink3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28.363"/>
    </inkml:context>
    <inkml:brush xml:id="br0">
      <inkml:brushProperty name="width" value="0.1" units="cm"/>
      <inkml:brushProperty name="height" value="0.1" units="cm"/>
      <inkml:brushProperty name="color" value="#F6630D"/>
    </inkml:brush>
  </inkml:definitions>
  <inkml:trace contextRef="#ctx0" brushRef="#br0">141 228 9674 0 0,'-2'-2'212'0'0,"1"0"1"0"0,-1 1-1 0 0,1-1 0 0 0,0 0 0 0 0,0 0 1 0 0,-1 0-1 0 0,1 1 0 0 0,1-1 1 0 0,-1 0-1 0 0,0 0 0 0 0,0-1 0 0 0,1 1 1 0 0,-1 0-1 0 0,1 0 0 0 0,0 0 1 0 0,0 0-1 0 0,-1 0 0 0 0,1-1 0 0 0,1 1 1 0 0,-1 0-1 0 0,0 0 0 0 0,0 0 0 0 0,1 0 1 0 0,-1 0-1 0 0,1 0 0 0 0,0 0 1 0 0,0 0-1 0 0,0 0 0 0 0,0 0 0 0 0,0 0 1 0 0,0 0-1 0 0,2-2 0 0 0,-2 1-43 0 0,1 1-1 0 0,-1-1 0 0 0,1 1 1 0 0,0 0-1 0 0,0-1 1 0 0,0 1-1 0 0,0 0 1 0 0,0 0-1 0 0,0 0 0 0 0,1 0 1 0 0,-1 1-1 0 0,1-1 1 0 0,-1 1-1 0 0,1-1 1 0 0,0 1-1 0 0,-1 0 0 0 0,1 0 1 0 0,0 0-1 0 0,0 0 1 0 0,0 1-1 0 0,0-1 1 0 0,0 1-1 0 0,-1-1 0 0 0,5 1 1 0 0,23 8 707 0 0,-29-8-852 0 0,-1 0 1 0 0,1 1 0 0 0,0-1 0 0 0,0 0 0 0 0,0 0-1 0 0,0 1 1 0 0,0-1 0 0 0,-1 1 0 0 0,1-1 0 0 0,0 1-1 0 0,0-1 1 0 0,0 1 0 0 0,-1-1 0 0 0,1 1 0 0 0,0-1-1 0 0,-1 1 1 0 0,1 0 0 0 0,-1 0 0 0 0,1-1 0 0 0,-1 1-1 0 0,1 0 1 0 0,-1 0 0 0 0,1 0 0 0 0,-1-1 0 0 0,0 1-1 0 0,1 0 1 0 0,-1 0 0 0 0,0 1 0 0 0,0-1-41 0 0,-1 1 0 0 0,0-1-1 0 0,0 0 1 0 0,1 0 0 0 0,-1 0 0 0 0,0 0 0 0 0,0-1 0 0 0,0 1-1 0 0,0 0 1 0 0,0 0 0 0 0,0 0 0 0 0,0-1 0 0 0,-1 1 0 0 0,1-1 0 0 0,0 1-1 0 0,0-1 1 0 0,0 1 0 0 0,-1-1 0 0 0,1 0 0 0 0,0 1 0 0 0,-1-1 0 0 0,1 0-1 0 0,0 0 1 0 0,0 0 0 0 0,-1 0 0 0 0,1 0 0 0 0,-2-1 0 0 0,-2 1-49 0 0,1 0 1 0 0,0 0-1 0 0,-1-1 0 0 0,1 0 1 0 0,-1 0-1 0 0,-7-3 1 0 0,3-2 86 0 0,1 0 1 0 0,-1 0 0 0 0,1-1-1 0 0,0 0 1 0 0,0-1 0 0 0,-6-8-1 0 0,-22-20 65 0 0,-41-27 740 0 0,78 63-789 0 0,0-1 0 0 0,0 1 0 0 0,0 0 0 0 0,0 0 0 0 0,0 0 0 0 0,0 0 0 0 0,0 1 0 0 0,0-1 0 0 0,0 0 0 0 0,0 0 0 0 0,0 1 0 0 0,0-1 0 0 0,0 0 0 0 0,0 1 0 0 0,0-1 0 0 0,0 1 0 0 0,0-1 0 0 0,0 1 0 0 0,0 0 1 0 0,-1-1-1 0 0,1 1 0 0 0,0 0 0 0 0,0-1 0 0 0,0 2 0 0 0,23 29 19 0 0,-2 0 1 0 0,30 57 0 0 0,14 21 66 0 0,-47-82-108 0 0,60 93 122 0 0,-69-102-119 0 0,-1 0 0 0 0,0 0 0 0 0,-1 1-1 0 0,10 38 1 0 0,-18-54-23 0 0,1 0 0 0 0,0 0 1 0 0,-1 0-1 0 0,1 0 0 0 0,-1 1 0 0 0,0-1 0 0 0,0 0 0 0 0,-1 0 0 0 0,1 0 1 0 0,0 0-1 0 0,-1 0 0 0 0,0 0 0 0 0,0 0 0 0 0,0 0 0 0 0,0 0 1 0 0,0 0-1 0 0,-4 5 0 0 0,-6 6-343 0 0</inkml:trace>
</inkml:ink>
</file>

<file path=ppt/ink/ink3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29.447"/>
    </inkml:context>
    <inkml:brush xml:id="br0">
      <inkml:brushProperty name="width" value="0.1" units="cm"/>
      <inkml:brushProperty name="height" value="0.1" units="cm"/>
      <inkml:brushProperty name="color" value="#F6630D"/>
    </inkml:brush>
  </inkml:definitions>
  <inkml:trace contextRef="#ctx0" brushRef="#br0">204 25 4145 0 0,'-54'-11'3818'0'0,"39"8"-2650"0"0,1-1 1 0 0,-1 2 0 0 0,0 0 0 0 0,0 0 0 0 0,0 2-1 0 0,1 0 1 0 0,-22 2 0 0 0,26 5 2624 0 0,26-1-2806 0 0,29 0-938 0 0,422-12 338 0 0,-400 4-703 0 0,-45 1 124 0 0,16 0-1754 0 0,45-7 0 0 0</inkml:trace>
</inkml:ink>
</file>

<file path=ppt/ink/ink3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29.777"/>
    </inkml:context>
    <inkml:brush xml:id="br0">
      <inkml:brushProperty name="width" value="0.1" units="cm"/>
      <inkml:brushProperty name="height" value="0.1" units="cm"/>
      <inkml:brushProperty name="color" value="#F6630D"/>
    </inkml:brush>
  </inkml:definitions>
  <inkml:trace contextRef="#ctx0" brushRef="#br0">9 29 2761 0 0,'-8'-28'19461'0'0,"18"68"-19007"0"0,-2 1 0 0 0,4 53 0 0 0,0 3-193 0 0,4 5-87 0 0,43 217-28 0 0,-39-257-121 0 0,-19-58-82 0 0,1 0 1 0 0,0 0-1 0 0,0 0 1 0 0,0 0-1 0 0,1 0 0 0 0,-1-1 1 0 0,1 1-1 0 0,0-1 1 0 0,0 0-1 0 0,0 1 0 0 0,0-2 1 0 0,6 5-1 0 0,5-6-2106 0 0</inkml:trace>
</inkml:ink>
</file>

<file path=ppt/ink/ink3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30.665"/>
    </inkml:context>
    <inkml:brush xml:id="br0">
      <inkml:brushProperty name="width" value="0.1" units="cm"/>
      <inkml:brushProperty name="height" value="0.1" units="cm"/>
      <inkml:brushProperty name="color" value="#F6630D"/>
    </inkml:brush>
  </inkml:definitions>
  <inkml:trace contextRef="#ctx0" brushRef="#br0">1 1 6913 0 0,'5'2'13323'0'0,"0"3"-13097"0"0,-1 0 0 0 0,1 1-1 0 0,-1-1 1 0 0,-1 1 0 0 0,1 0-1 0 0,-1 0 1 0 0,0 0 0 0 0,0 0-1 0 0,-1 1 1 0 0,0-1 0 0 0,2 11-1 0 0,14 85 285 0 0,-15-77-304 0 0,10 57-128 0 0,4-2 0 0 0,3 0 1 0 0,48 124-1 0 0,-57-174-101 0 0,-7-18-91 0 0,0-1 0 0 0,1 0 0 0 0,0 0 0 0 0,13 20 0 0 0,-18-31 36 0 0,0 1 1 0 0,0-1-1 0 0,1 0 1 0 0,-1 0-155 0 0,0 1 154 0 0,1-1 1 0 0,-1 0-1 0 0,0 0 1 0 0,0 0 0 0 0,0 0-1 0 0,1 0 1 0 0,-1 0-1 0 0,0 0 1 0 0,0 1-1 0 0,1-1 1 0 0,-1 0 0 0 0,0 0-1 0 0,0 0 1 0 0,1 0-1 0 0,-1 0 1 0 0,0 0 0 0 0,0 0-1 0 0,1 0 1 0 0,-1 0-1 0 0,0 0 1 0 0,0-1-1 0 0,1 1 1 0 0,-1 0 0 0 0,0 0-1 0 0,0 0 1 0 0,0 0-1 0 0,1 0 1 0 0,-1 0-1 0 0</inkml:trace>
</inkml:ink>
</file>

<file path=ppt/ink/ink3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31.726"/>
    </inkml:context>
    <inkml:brush xml:id="br0">
      <inkml:brushProperty name="width" value="0.1" units="cm"/>
      <inkml:brushProperty name="height" value="0.1" units="cm"/>
      <inkml:brushProperty name="color" value="#F6630D"/>
    </inkml:brush>
  </inkml:definitions>
  <inkml:trace contextRef="#ctx0" brushRef="#br0">1 58 456 0 0,'34'-33'14207'0'0,"-16"26"-12688"0"0,-15 7-1457 0 0,0-1 1 0 0,0 1-1 0 0,0 0 0 0 0,0 0 0 0 0,0 0 1 0 0,0 0-1 0 0,0 0 0 0 0,1 1 0 0 0,-1-1 0 0 0,0 1 1 0 0,0 0-1 0 0,0 0 0 0 0,-1 0 0 0 0,1 0 1 0 0,0 1-1 0 0,5 2 0 0 0,-2 1 183 0 0,-1-1 0 0 0,0 1 0 0 0,0 0 0 0 0,0 0 1 0 0,0 0-1 0 0,-1 1 0 0 0,5 7 0 0 0,4 10 467 0 0,-1 0 0 0 0,-1 1 0 0 0,8 26 0 0 0,-18-47-708 0 0,2 4-7 0 0,19 60-125 0 0,-20-60 116 0 0,-1-1 0 0 0,0 0 0 0 0,0 0-1 0 0,-1 1 1 0 0,1-1 0 0 0,-1 1 0 0 0,-1-1 0 0 0,-1 11 0 0 0,6-72-541 0 0,-4 43 369 0 0,0-1 0 0 0,1 1 0 0 0,4-21 0 0 0,-3 26 131 0 0,7-29-216 0 0,15-36 0 0 0,-20 63 261 0 0,0-1 1 0 0,0 1-1 0 0,1 1 1 0 0,0-1-1 0 0,1 1 1 0 0,0-1-1 0 0,0 2 1 0 0,1-1-1 0 0,8-7 1 0 0,-15 15 37 0 0,1-1 1 0 0,0 0 0 0 0,0 0 0 0 0,0 0 0 0 0,0 1-1 0 0,0-1 1 0 0,1 0 0 0 0,-1 1 0 0 0,0-1 0 0 0,0 1-1 0 0,0-1 1 0 0,0 1 0 0 0,1 0 0 0 0,-1-1 0 0 0,0 1-1 0 0,0 0 1 0 0,1 0 0 0 0,-1 0 0 0 0,0 0-1 0 0,1 0 1 0 0,-1 0 0 0 0,0 0 0 0 0,0 0 0 0 0,1 1-1 0 0,-1-1 1 0 0,0 0 0 0 0,0 1 0 0 0,0-1 0 0 0,1 1-1 0 0,-1 0 1 0 0,0-1 0 0 0,0 1 0 0 0,0 0 0 0 0,0-1-1 0 0,0 1 1 0 0,0 0 0 0 0,0 0 0 0 0,0 0 0 0 0,-1 0-1 0 0,1 0 1 0 0,1 1 0 0 0,3 6 139 0 0,-1 0 0 0 0,1 0 1 0 0,-1 1-1 0 0,5 14 0 0 0,-5-13-237 0 0,20 61 155 0 0,-11-34-37 0 0,19 42 0 0 0,-31-76-57 0 0,0-1 1 0 0,0 0 0 0 0,0 0-1 0 0,0 0 1 0 0,1 0 0 0 0,-1 0-1 0 0,1 0 1 0 0,-1 0 0 0 0,1-1-1 0 0,-1 1 1 0 0,1 0-1 0 0,0-1 1 0 0,0 1 0 0 0,0-1-1 0 0,0 0 1 0 0,0 1 0 0 0,0-1-1 0 0,0 0 1 0 0,1 0 0 0 0,-1-1-1 0 0,0 1 1 0 0,0 0 0 0 0,3 0-1 0 0,-2-2-34 0 0,-1 1 0 0 0,1-1-1 0 0,-1 1 1 0 0,1-1-1 0 0,-1 0 1 0 0,1 0 0 0 0,-1 0-1 0 0,0 0 1 0 0,1 0 0 0 0,-1-1-1 0 0,0 1 1 0 0,0-1 0 0 0,0 1-1 0 0,0-1 1 0 0,0 0 0 0 0,0 0-1 0 0,-1 0 1 0 0,1 0 0 0 0,0 0-1 0 0,-1 0 1 0 0,2-3 0 0 0,4-7-174 0 0,-1-1 1 0 0,0 0 0 0 0,-1 0 0 0 0,0-1 0 0 0,5-24 0 0 0,-7 24 168 0 0,1-1 0 0 0,1 2 0 0 0,0-1 0 0 0,0 1 0 0 0,10-18 0 0 0,-14 29 104 0 0,1 0-1 0 0,-1 0 1 0 0,0 1-1 0 0,0-1 1 0 0,1 0-1 0 0,-1 0 1 0 0,1 1-1 0 0,0-1 0 0 0,-1 1 1 0 0,1-1-1 0 0,0 1 1 0 0,0 0-1 0 0,0 0 1 0 0,0 0-1 0 0,0 0 1 0 0,0 0-1 0 0,0 0 1 0 0,0 0-1 0 0,3 0 1 0 0,-3 1-5 0 0,0 0 1 0 0,0 1-1 0 0,0-1 1 0 0,0 0-1 0 0,0 1 1 0 0,0-1-1 0 0,-1 1 1 0 0,1 0-1 0 0,0-1 1 0 0,0 1-1 0 0,0 0 1 0 0,-1 0-1 0 0,1 0 1 0 0,0 0 0 0 0,-1 1-1 0 0,1-1 1 0 0,1 2-1 0 0,3 4 48 0 0,1 1 0 0 0,-1 0-1 0 0,-1 0 1 0 0,0 1 0 0 0,0-1-1 0 0,0 1 1 0 0,3 10 0 0 0,6 20-237 0 0,10 24 60 0 0,-2-23-6626 0 0</inkml:trace>
</inkml:ink>
</file>

<file path=ppt/ink/ink3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32.170"/>
    </inkml:context>
    <inkml:brush xml:id="br0">
      <inkml:brushProperty name="width" value="0.1" units="cm"/>
      <inkml:brushProperty name="height" value="0.1" units="cm"/>
      <inkml:brushProperty name="color" value="#F6630D"/>
    </inkml:brush>
  </inkml:definitions>
  <inkml:trace contextRef="#ctx0" brushRef="#br0">40 311 9154 0 0,'-4'-4'145'0'0,"1"1"1"0"0,0-1-1 0 0,0 0 0 0 0,0 0 0 0 0,1 0 1 0 0,-1 0-1 0 0,-2-6 0 0 0,-4-16 4336 0 0,4 10 361 0 0,33 83-1263 0 0,-3-8-3451 0 0,18 91-14 0 0,-36-116-88 0 0,2 0 0 0 0,1 0 0 0 0,2-1-1 0 0,28 56 1 0 0,-38-84-29 0 0,1-1 0 0 0,0 0-1 0 0,0 1 1 0 0,1-1 0 0 0,-1-1 0 0 0,1 1-1 0 0,0 0 1 0 0,0-1 0 0 0,0 0 0 0 0,6 3-1 0 0,-9-5 3 0 0,0-1 1 0 0,0 1-1 0 0,0-1 0 0 0,0 1 0 0 0,0-1 0 0 0,0 0 0 0 0,1 0 0 0 0,-1 1 0 0 0,0-1 0 0 0,0 0 0 0 0,0 0 0 0 0,1 0 0 0 0,-1 0 1 0 0,0 0-1 0 0,0-1 0 0 0,0 1 0 0 0,0 0 0 0 0,0-1 0 0 0,2 0 0 0 0,-1 0 1 0 0,-1 0 1 0 0,1 0-1 0 0,-1 0 0 0 0,1-1 0 0 0,-1 1 1 0 0,0 0-1 0 0,0-1 0 0 0,0 0 1 0 0,0 1-1 0 0,0-1 0 0 0,0 1 0 0 0,0-1 1 0 0,0 0-1 0 0,-1 0 0 0 0,1 1 0 0 0,0-4 1 0 0,25-117 407 0 0,-7 22-227 0 0,70-193-958 0 0,-53 199-2090 0 0,3 4-3719 0 0,-14 40 1569 0 0</inkml:trace>
</inkml:ink>
</file>

<file path=ppt/ink/ink3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32.757"/>
    </inkml:context>
    <inkml:brush xml:id="br0">
      <inkml:brushProperty name="width" value="0.1" units="cm"/>
      <inkml:brushProperty name="height" value="0.1" units="cm"/>
      <inkml:brushProperty name="color" value="#F6630D"/>
    </inkml:brush>
  </inkml:definitions>
  <inkml:trace contextRef="#ctx0" brushRef="#br0">153 26 7370 0 0,'-3'-25'12573'0'0,"-2"39"-10815"0"0,4-14-1769 0 0,-29 75 385 0 0,2 1 1 0 0,4 1-1 0 0,3 1 1 0 0,-15 115-1 0 0,34-165-336 0 0,0-1 0 0 0,2 1 0 0 0,0 0 0 0 0,2 0 0 0 0,2 0 0 0 0,12 53 0 0 0,-9-61-2 0 0,0-1 0 0 0,1 1 0 0 0,1-1 0 0 0,1 0 1 0 0,0-1-1 0 0,2 0 0 0 0,0-1 0 0 0,0 0 0 0 0,29 27 0 0 0,-18-23 76 0 0,0-2-1 0 0,1-1 0 0 0,1-1 1 0 0,1 0-1 0 0,0-3 1 0 0,31 14-1 0 0,59 16-1176 0 0,2-15-5281 0 0,-46-16-1202 0 0</inkml:trace>
</inkml:ink>
</file>

<file path=ppt/ink/ink3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33.242"/>
    </inkml:context>
    <inkml:brush xml:id="br0">
      <inkml:brushProperty name="width" value="0.1" units="cm"/>
      <inkml:brushProperty name="height" value="0.1" units="cm"/>
      <inkml:brushProperty name="color" value="#F6630D"/>
    </inkml:brush>
  </inkml:definitions>
  <inkml:trace contextRef="#ctx0" brushRef="#br0">26 63 6449 0 0,'-10'-16'1703'0'0,"7"10"-199"0"0,0 1-1 0 0,0 0 0 0 0,1-1 1 0 0,0 1-1 0 0,0-1 1 0 0,5-7 3204 0 0,25 31-3827 0 0,-16-6-763 0 0,-2 0-1 0 0,1 0 0 0 0,-2 1 1 0 0,0 0-1 0 0,0 1 1 0 0,-1 0-1 0 0,-1 0 1 0 0,0 1-1 0 0,-1 0 0 0 0,8 31 1 0 0,-5-8-106 0 0,-1 0-1 0 0,-2 1 1 0 0,1 54 0 0 0,-7-51-41 0 0,-2 1-1 0 0,-2-1 1 0 0,-2 0 0 0 0,-14 57 0 0 0,-61 159-2411 0 0,60-197 751 0 0,11-35-5518 0 0</inkml:trace>
</inkml:ink>
</file>

<file path=ppt/ink/ink3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5:33.767"/>
    </inkml:context>
    <inkml:brush xml:id="br0">
      <inkml:brushProperty name="width" value="0.1" units="cm"/>
      <inkml:brushProperty name="height" value="0.1" units="cm"/>
      <inkml:brushProperty name="color" value="#F6630D"/>
    </inkml:brush>
  </inkml:definitions>
  <inkml:trace contextRef="#ctx0" brushRef="#br0">43 92 2761 0 0,'-4'-4'865'0'0,"1"1"0"0"0,-1-1 0 0 0,0 0 1 0 0,1 0-1 0 0,0 0 0 0 0,0-1 1 0 0,1 1-1 0 0,-1-1 0 0 0,1 0 0 0 0,0 1 1 0 0,0-1-1 0 0,0 0 0 0 0,1 0 1 0 0,-1-1-1 0 0,1 1 0 0 0,0-8 0 0 0,2 13-718 0 0,-1-1 0 0 0,1 1 0 0 0,0-1 0 0 0,0 0 0 0 0,-1 1 0 0 0,1-1 0 0 0,0 1 0 0 0,0 0 0 0 0,0-1 0 0 0,0 1 1 0 0,-1 0-1 0 0,1-1 0 0 0,0 1 0 0 0,0 0 0 0 0,0 0 0 0 0,0 0 0 0 0,0 0 0 0 0,0 0 0 0 0,0 0 0 0 0,0 0 0 0 0,0 0 0 0 0,0 0 0 0 0,0 0 0 0 0,1 1 0 0 0,27 3 608 0 0,-21-2-695 0 0,1 0 0 0 0,-1 1 0 0 0,0 0 1 0 0,-1 0-1 0 0,1 1 0 0 0,0 0 0 0 0,-1 0 1 0 0,0 1-1 0 0,0-1 0 0 0,0 2 0 0 0,-1-1 0 0 0,1 1 1 0 0,-1 0-1 0 0,-1 0 0 0 0,1 1 0 0 0,-1 0 1 0 0,0 0-1 0 0,-1 0 0 0 0,0 0 0 0 0,0 1 1 0 0,0-1-1 0 0,-1 1 0 0 0,0 0 0 0 0,0 0 1 0 0,-1 1-1 0 0,0-1 0 0 0,-1 0 0 0 0,0 1 0 0 0,0-1 1 0 0,-1 1-1 0 0,0-1 0 0 0,0 1 0 0 0,-1-1 1 0 0,0 1-1 0 0,-4 12 0 0 0,49-68 1937 0 0,-26 26-2056 0 0,6-4-6 0 0</inkml:trace>
</inkml:ink>
</file>

<file path=ppt/ink/ink3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28.625"/>
    </inkml:context>
    <inkml:brush xml:id="br0">
      <inkml:brushProperty name="width" value="0.1" units="cm"/>
      <inkml:brushProperty name="height" value="0.1" units="cm"/>
      <inkml:brushProperty name="color" value="#F6630D"/>
    </inkml:brush>
  </inkml:definitions>
  <inkml:trace contextRef="#ctx0" brushRef="#br0">419 110 8290 0 0,'-33'-41'4443'0'0,"27"33"-3764"0"0,0 0 0 0 0,0 0 0 0 0,-1 1 0 0 0,1 0 0 0 0,-10-7-1 0 0,13 12-521 0 0,0 0-1 0 0,0 0 0 0 0,0 0 1 0 0,-1 1-1 0 0,1-1 0 0 0,0 1 1 0 0,-1 0-1 0 0,0 0 0 0 0,1 0 1 0 0,-1 1-1 0 0,1-1 0 0 0,-1 1 1 0 0,0 0-1 0 0,0 0 0 0 0,1 0 1 0 0,-1 0-1 0 0,-7 2 0 0 0,0 1-16 0 0,0 1 1 0 0,0 0-1 0 0,1 0 0 0 0,-1 1 1 0 0,1 0-1 0 0,0 1 0 0 0,0 0 0 0 0,1 1 1 0 0,0 0-1 0 0,0 1 0 0 0,1 0 0 0 0,0 0 1 0 0,0 0-1 0 0,0 1 0 0 0,1 0 0 0 0,-8 15 1 0 0,1 0-58 0 0,0 1 1 0 0,2 1-1 0 0,1 0 1 0 0,1 0 0 0 0,-11 46-1 0 0,13-35-82 0 0,2 0 0 0 0,2 0 0 0 0,1 0 0 0 0,2 1 0 0 0,2-1-1 0 0,1 1 1 0 0,2-1 0 0 0,2 0 0 0 0,1 0 0 0 0,2-1 0 0 0,18 51 0 0 0,-21-74-3 0 0,0 0-1 0 0,1-1 1 0 0,0 1 0 0 0,1-1-1 0 0,0 0 1 0 0,1-1 0 0 0,1 0 0 0 0,0-1-1 0 0,0 0 1 0 0,1 0 0 0 0,0-1-1 0 0,0 0 1 0 0,25 13 0 0 0,-25-16 0 0 0,0-1 0 0 0,0-1 0 0 0,1 0 0 0 0,0 0 0 0 0,-1-1 1 0 0,1-1-1 0 0,1 0 0 0 0,-1 0 0 0 0,0-1 0 0 0,0-1 0 0 0,0 0 0 0 0,1-1 0 0 0,-1 0 0 0 0,0 0 1 0 0,0-2-1 0 0,21-6 0 0 0,-19 3-114 0 0,1 0-1 0 0,-1-1 1 0 0,0-1 0 0 0,0-1 0 0 0,-1 0 0 0 0,0 0-1 0 0,-1-1 1 0 0,16-17 0 0 0,-13 11-137 0 0,0 0 1 0 0,-1-2-1 0 0,-1 0 0 0 0,0 0 1 0 0,14-30-1 0 0,-16 18-1687 0 0,-5 10-3147 0 0,-3 5-479 0 0</inkml:trace>
</inkml:ink>
</file>

<file path=ppt/ink/ink3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29.182"/>
    </inkml:context>
    <inkml:brush xml:id="br0">
      <inkml:brushProperty name="width" value="0.1" units="cm"/>
      <inkml:brushProperty name="height" value="0.1" units="cm"/>
      <inkml:brushProperty name="color" value="#F6630D"/>
    </inkml:brush>
  </inkml:definitions>
  <inkml:trace contextRef="#ctx0" brushRef="#br0">40 126 5985 0 0,'-15'-5'7433'0'0,"14"5"-7208"0"0,-6 18 2912 0 0,5 29-1623 0 0,2-45-1277 0 0,2 20 93 0 0,0-1 1 0 0,1 0-1 0 0,11 39 1 0 0,-11-47-209 0 0,2 0 0 0 0,0-1 0 0 0,0 0 0 0 0,1 0-1 0 0,1 0 1 0 0,0-1 0 0 0,12 16 0 0 0,-18-26-131 0 0,0 1 0 0 0,1-1 0 0 0,-1 1-1 0 0,0-1 1 0 0,1 1 0 0 0,-1-1-1 0 0,1 0 1 0 0,-1 0 0 0 0,1 0 0 0 0,0 0-1 0 0,-1 0 1 0 0,1 0 0 0 0,0 0-1 0 0,0-1 1 0 0,-1 1 0 0 0,1-1 0 0 0,0 1-1 0 0,0-1 1 0 0,0 0 0 0 0,3 1-1 0 0,-3-2-15 0 0,0 1 0 0 0,0-1 0 0 0,-1 0-1 0 0,1 1 1 0 0,0-1 0 0 0,0 0 0 0 0,-1 0-1 0 0,1 0 1 0 0,0 0 0 0 0,-1-1 0 0 0,1 1 0 0 0,-1 0-1 0 0,1-1 1 0 0,-1 1 0 0 0,0-1 0 0 0,2-2-1 0 0,3-6-78 0 0,0-1 0 0 0,0 0 0 0 0,-1 0 0 0 0,0-1 0 0 0,2-12 0 0 0,-3 10 109 0 0,0 0 0 0 0,-1 0 0 0 0,-1 0-1 0 0,0-1 1 0 0,-1 1 0 0 0,-1-1 0 0 0,0 1-1 0 0,-1-1 1 0 0,-1 1 0 0 0,-5-26 0 0 0,4 30-8 0 0,0 0 1 0 0,-1 0-1 0 0,0 0 1 0 0,0 1 0 0 0,-1 0-1 0 0,-1 0 1 0 0,1 0-1 0 0,-2 0 1 0 0,1 1-1 0 0,-1 0 1 0 0,0 0-1 0 0,-1 1 1 0 0,1 0-1 0 0,-1 0 1 0 0,-16-9 0 0 0,21 14-144 0 0,0 0 0 0 0,0 1 1 0 0,1-1-1 0 0,-1 1 1 0 0,0 0-1 0 0,0 0 0 0 0,0 0 1 0 0,-1 0-1 0 0,1 0 1 0 0,0 0-1 0 0,0 1 0 0 0,0 0 1 0 0,0 0-1 0 0,-1 0 1 0 0,1 0-1 0 0,0 0 0 0 0,0 1 1 0 0,0-1-1 0 0,-1 1 1 0 0,1 0-1 0 0,0 0 0 0 0,0 0 1 0 0,0 0-1 0 0,0 0 1 0 0,0 1-1 0 0,1-1 0 0 0,-1 1 1 0 0,-4 3-1 0 0</inkml:trace>
</inkml:ink>
</file>

<file path=ppt/ink/ink3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29.439"/>
    </inkml:context>
    <inkml:brush xml:id="br0">
      <inkml:brushProperty name="width" value="0.1" units="cm"/>
      <inkml:brushProperty name="height" value="0.1" units="cm"/>
      <inkml:brushProperty name="color" value="#F6630D"/>
    </inkml:brush>
  </inkml:definitions>
  <inkml:trace contextRef="#ctx0" brushRef="#br0">21 0 8754 0 0,'-8'35'4081'0'0,"-5"124"1637"0"0,13-120-5427 0 0,2 1 0 0 0,8 39-1 0 0,1-38-1301 0 0,-11-40 663 0 0,1 1-1 0 0,0 0 0 0 0,0-1 1 0 0,0 1-1 0 0,0 0 1 0 0,0-1-1 0 0,1 1 0 0 0,-1-1 1 0 0,0 0-1 0 0,1 1 1 0 0,2 1-1 0 0</inkml:trace>
</inkml:ink>
</file>

<file path=ppt/ink/ink3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29.788"/>
    </inkml:context>
    <inkml:brush xml:id="br0">
      <inkml:brushProperty name="width" value="0.1" units="cm"/>
      <inkml:brushProperty name="height" value="0.1" units="cm"/>
      <inkml:brushProperty name="color" value="#F6630D"/>
    </inkml:brush>
  </inkml:definitions>
  <inkml:trace contextRef="#ctx0" brushRef="#br0">31 363 3425 0 0,'0'-28'790'0'0,"-2"0"0"0"0,-1 0 0 0 0,-8-34 0 0 0,-2-19 6291 0 0,12 79-6807 0 0,1 1 0 0 0,0-1 0 0 0,0 0 0 0 0,0 1 0 0 0,0-1 0 0 0,0 0 0 0 0,0 1 0 0 0,0-1 0 0 0,0 1 0 0 0,1-1 0 0 0,-1 0 0 0 0,1 1 0 0 0,-1-1 0 0 0,1 1 0 0 0,1-3 0 0 0,-2 3-180 0 0,1 1-1 0 0,-1-1 1 0 0,1 1-1 0 0,0 0 0 0 0,-1-1 1 0 0,1 1-1 0 0,-1-1 1 0 0,1 1-1 0 0,0 0 0 0 0,-1 0 1 0 0,1-1-1 0 0,0 1 1 0 0,-1 0-1 0 0,1 0 0 0 0,0 0 1 0 0,-1 0-1 0 0,1 0 1 0 0,0 0-1 0 0,0 0 0 0 0,-1 0 1 0 0,1 0-1 0 0,0 0 1 0 0,-1 0-1 0 0,2 1 0 0 0,2 0-7 0 0,-1 0 0 0 0,1 1-1 0 0,-1 0 1 0 0,0 0-1 0 0,0 0 1 0 0,0 0 0 0 0,0 0-1 0 0,0 0 1 0 0,0 1-1 0 0,0 0 1 0 0,3 4 0 0 0,25 40 551 0 0,-21-29-537 0 0,1-1 0 0 0,14 17 0 0 0,-22-31-109 0 0,0 1 1 0 0,1-1-1 0 0,-1 1 0 0 0,1-1 1 0 0,-1 0-1 0 0,1-1 0 0 0,0 1 1 0 0,0-1-1 0 0,1 1 0 0 0,-1-1 1 0 0,0 0-1 0 0,1-1 0 0 0,8 3 1 0 0,-11-4-17 0 0,0 0 0 0 0,-1 0 0 0 0,1 0 0 0 0,0 0 1 0 0,-1 0-1 0 0,1-1 0 0 0,0 1 0 0 0,-1 0 0 0 0,1-1 1 0 0,0 0-1 0 0,-1 1 0 0 0,1-1 0 0 0,-1 0 0 0 0,1 0 0 0 0,-1 0 1 0 0,1 0-1 0 0,-1 0 0 0 0,0 0 0 0 0,0 0 0 0 0,1 0 0 0 0,-1 0 1 0 0,0-1-1 0 0,0 1 0 0 0,0 0 0 0 0,0-1 0 0 0,0 1 1 0 0,-1-1-1 0 0,1 1 0 0 0,0-1 0 0 0,-1 0 0 0 0,1 1 0 0 0,0-3 1 0 0,3-9-105 0 0,-1 0 1 0 0,-1 0-1 0 0,2-17 1 0 0,-1 8 359 0 0,1-1 158 0 0,-2 8-295 0 0,1 1 1 0 0,0-1 0 0 0,1 1-1 0 0,0-1 1 0 0,1 1-1 0 0,1 1 1 0 0,8-18 0 0 0,-13 31-81 0 0,-1-1 1 0 0,1 0-1 0 0,-1 1 0 0 0,1-1 1 0 0,-1 0-1 0 0,1 1 0 0 0,-1-1 1 0 0,1 0-1 0 0,0 1 1 0 0,-1-1-1 0 0,1 1 0 0 0,0-1 1 0 0,0 1-1 0 0,-1 0 1 0 0,1-1-1 0 0,0 1 0 0 0,0 0 1 0 0,0-1-1 0 0,-1 1 0 0 0,1 0 1 0 0,0 0-1 0 0,0 0 1 0 0,0 0-1 0 0,0 0 0 0 0,-1 0 1 0 0,1 0-1 0 0,0 0 1 0 0,1 0-1 0 0,0 1 11 0 0,1 0 0 0 0,-1 0 1 0 0,0 0-1 0 0,0 0 0 0 0,0 1 1 0 0,-1-1-1 0 0,1 1 0 0 0,0-1 0 0 0,0 1 1 0 0,2 2-1 0 0,3 6 28 0 0,0-1 0 0 0,0 1 1 0 0,5 12-1 0 0,26 64 53 0 0,-30-64-713 0 0,1 0 1 0 0,1-1-1 0 0,1 0 0 0 0,24 33 1 0 0</inkml:trace>
</inkml:ink>
</file>

<file path=ppt/ink/ink3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0.089"/>
    </inkml:context>
    <inkml:brush xml:id="br0">
      <inkml:brushProperty name="width" value="0.1" units="cm"/>
      <inkml:brushProperty name="height" value="0.1" units="cm"/>
      <inkml:brushProperty name="color" value="#F6630D"/>
    </inkml:brush>
  </inkml:definitions>
  <inkml:trace contextRef="#ctx0" brushRef="#br0">1 8 5065 0 0,'5'-8'5539'0'0,"-5"8"-5404"0"0,12 6 3480 0 0,11 14 147 0 0,-14-8-3333 0 0,-1-1 1 0 0,0 2-1 0 0,-1-1 1 0 0,0 1-1 0 0,-1 0 1 0 0,-1 1-1 0 0,0-1 1 0 0,0 1-1 0 0,3 21 1 0 0,-2 0-597 0 0,-1 0-1 0 0,0 62 1 0 0,-11-42-4977 0 0</inkml:trace>
</inkml:ink>
</file>

<file path=ppt/ink/ink3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0.503"/>
    </inkml:context>
    <inkml:brush xml:id="br0">
      <inkml:brushProperty name="width" value="0.1" units="cm"/>
      <inkml:brushProperty name="height" value="0.1" units="cm"/>
      <inkml:brushProperty name="color" value="#F6630D"/>
    </inkml:brush>
  </inkml:definitions>
  <inkml:trace contextRef="#ctx0" brushRef="#br0">24 192 2761 0 0,'-2'-3'527'0'0,"0"1"0"0"0,0-1 1 0 0,0 0-1 0 0,0 1 0 0 0,0-1 1 0 0,0 0-1 0 0,1 0 0 0 0,0-1 1 0 0,-1 1-1 0 0,1 0 0 0 0,1 0 0 0 0,-1-1 1 0 0,0 1-1 0 0,1 0 0 0 0,-1-7 1 0 0,1 8-263 0 0,-1 0-1 0 0,1-1 1 0 0,0 1 0 0 0,0 0 0 0 0,0-1 0 0 0,0 1-1 0 0,0-1 1 0 0,1 1 0 0 0,-1 0 0 0 0,1-1 0 0 0,0 1-1 0 0,-1 0 1 0 0,1 0 0 0 0,0-1 0 0 0,0 1 0 0 0,0 0-1 0 0,1 0 1 0 0,-1 0 0 0 0,0 0 0 0 0,1 0 0 0 0,0 0-1 0 0,-1 1 1 0 0,3-3 0 0 0,-1 3-167 0 0,-1 1-1 0 0,0-1 1 0 0,0 1 0 0 0,0 0-1 0 0,0 0 1 0 0,1 0 0 0 0,-1 0-1 0 0,0 0 1 0 0,0 0 0 0 0,0 1-1 0 0,0-1 1 0 0,1 1-1 0 0,-1-1 1 0 0,0 1 0 0 0,0 0-1 0 0,0 0 1 0 0,0 0 0 0 0,0 0-1 0 0,-1 0 1 0 0,4 2 0 0 0,36 29 437 0 0,-37-28-491 0 0,35 33-12 0 0,-25-23-45 0 0,1 0 0 0 0,0-1 0 0 0,33 22 0 0 0,-46-34-50 0 0,-1 0-1 0 0,1-1 1 0 0,-1 1-1 0 0,1 0 1 0 0,-1-1-1 0 0,1 1 1 0 0,0-1 0 0 0,-1 1-1 0 0,1-1 1 0 0,0 0-1 0 0,-1 0 1 0 0,1 0-1 0 0,0 0 1 0 0,0 0 0 0 0,-1 0-1 0 0,1 0 1 0 0,0 0-1 0 0,-1-1 1 0 0,1 1-1 0 0,0-1 1 0 0,-1 1 0 0 0,1-1-1 0 0,1-1 1 0 0,0 0-29 0 0,0 0 0 0 0,0 0 0 0 0,0-1 1 0 0,-1 1-1 0 0,1-1 0 0 0,-1 0 0 0 0,0 0 1 0 0,0 0-1 0 0,0 0 0 0 0,3-5 0 0 0,2-8 117 0 0,-1-1 0 0 0,0 0 1 0 0,5-26-1 0 0,-10 39 81 0 0,3-17 142 0 0,8-28 192 0 0,-11 45-322 0 0,0 1 1 0 0,0 0-1 0 0,1-1 0 0 0,-1 1 0 0 0,1 0 1 0 0,0 0-1 0 0,0 0 0 0 0,0 0 0 0 0,0 0 1 0 0,5-4-1 0 0,-6 7-55 0 0,0-1 0 0 0,-1 1 1 0 0,1 0-1 0 0,0 0 0 0 0,0 0 0 0 0,-1-1 1 0 0,1 1-1 0 0,0 0 0 0 0,0 0 0 0 0,-1 0 1 0 0,1 0-1 0 0,0 0 0 0 0,0 1 1 0 0,0-1-1 0 0,-1 0 0 0 0,1 0 0 0 0,0 0 1 0 0,-1 1-1 0 0,1-1 0 0 0,0 0 0 0 0,0 1 1 0 0,-1-1-1 0 0,1 1 0 0 0,-1-1 0 0 0,1 1 1 0 0,0-1-1 0 0,-1 1 0 0 0,1-1 0 0 0,-1 1 1 0 0,1-1-1 0 0,-1 1 0 0 0,1 0 0 0 0,-1-1 1 0 0,0 1-1 0 0,1 0 0 0 0,-1-1 0 0 0,0 1 1 0 0,1 1-1 0 0,16 35 298 0 0,-14-31-198 0 0,5 12-155 0 0,8 19 399 0 0,32 53 0 0 0,-41-79-673 0 0,0-1 0 0 0,1 0 0 0 0,0 0 0 0 0,0-1 0 0 0,1 0 0 0 0,1 0-1 0 0,-1-1 1 0 0,1 0 0 0 0,13 7 0 0 0,-5-5-7294 0 0</inkml:trace>
</inkml:ink>
</file>

<file path=ppt/ink/ink3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1.152"/>
    </inkml:context>
    <inkml:brush xml:id="br0">
      <inkml:brushProperty name="width" value="0.1" units="cm"/>
      <inkml:brushProperty name="height" value="0.1" units="cm"/>
      <inkml:brushProperty name="color" value="#F6630D"/>
    </inkml:brush>
  </inkml:definitions>
  <inkml:trace contextRef="#ctx0" brushRef="#br0">345 199 6449 0 0,'2'-13'884'0'0,"0"1"0"0"0,-1-1-1 0 0,-1 0 1 0 0,0 0 0 0 0,-1 1 0 0 0,-2-14-1 0 0,2 20-519 0 0,0 1-1 0 0,0-1 1 0 0,-1 1-1 0 0,1-1 1 0 0,-1 1-1 0 0,0 0 0 0 0,-1 0 1 0 0,1 0-1 0 0,-1 0 1 0 0,0 0-1 0 0,0 0 1 0 0,-1 1-1 0 0,1-1 1 0 0,-1 1-1 0 0,-7-6 1 0 0,8 8-241 0 0,0 1 1 0 0,0-1 0 0 0,0 1-1 0 0,0 0 1 0 0,-1 0 0 0 0,1 0 0 0 0,-1 0-1 0 0,1 1 1 0 0,0 0 0 0 0,-1-1 0 0 0,1 1-1 0 0,-1 0 1 0 0,1 1 0 0 0,-1-1-1 0 0,1 1 1 0 0,0-1 0 0 0,-1 1 0 0 0,1 0-1 0 0,0 0 1 0 0,-1 0 0 0 0,1 1-1 0 0,0-1 1 0 0,-4 3 0 0 0,-5 4 13 0 0,0-1 1 0 0,1 1-1 0 0,-1 1 1 0 0,-12 13-1 0 0,8-7-140 0 0,1 0-1 0 0,1 1 1 0 0,0 1-1 0 0,1 0 1 0 0,1 1-1 0 0,0 1 1 0 0,2 0-1 0 0,0 0 1 0 0,1 1-1 0 0,-7 23 1 0 0,15-39-7 0 0,0 0-1 0 0,0 0 1 0 0,0 0 0 0 0,1 1 0 0 0,0-1 0 0 0,-1 0 0 0 0,2 0 0 0 0,-1 0 0 0 0,0 0-1 0 0,1 0 1 0 0,0 0 0 0 0,0 0 0 0 0,0 0 0 0 0,0 0 0 0 0,1 0 0 0 0,0 0-1 0 0,-1 0 1 0 0,2-1 0 0 0,-1 1 0 0 0,0-1 0 0 0,0 1 0 0 0,1-1 0 0 0,0 0 0 0 0,0 0-1 0 0,0 0 1 0 0,0 0 0 0 0,5 3 0 0 0,8 4-99 0 0,1-1 0 0 0,0 0-1 0 0,0-1 1 0 0,33 11 0 0 0,-7-3-102 0 0,-36-13 186 0 0,15 5-92 0 0,-1 2 0 0 0,0 0 0 0 0,-1 1 0 0 0,38 28 0 0 0,-54-36 134 0 0,-1 0-1 0 0,1 0 1 0 0,-1 0 0 0 0,0 0-1 0 0,0 1 1 0 0,0-1 0 0 0,0 1-1 0 0,0 0 1 0 0,-1 0 0 0 0,0 0-1 0 0,0 0 1 0 0,0 1-1 0 0,0-1 1 0 0,-1 0 0 0 0,0 1-1 0 0,0-1 1 0 0,0 1 0 0 0,0-1-1 0 0,-1 1 1 0 0,1-1 0 0 0,-1 1-1 0 0,0 0 1 0 0,-1-1-1 0 0,1 1 1 0 0,-1-1 0 0 0,0 1-1 0 0,0-1 1 0 0,0 1 0 0 0,-1-1-1 0 0,0 1 1 0 0,0-1 0 0 0,-2 4-1 0 0,-1 1 156 0 0,0 0-1 0 0,-1-1 0 0 0,0 0 1 0 0,0 0-1 0 0,0-1 0 0 0,-1 0 1 0 0,-1 0-1 0 0,1 0 0 0 0,-1-1 1 0 0,-16 10-1 0 0,-1-2-208 0 0,0-2-1 0 0,-40 13 1 0 0,-32 15-2609 0 0,80-30 1172 0 0</inkml:trace>
</inkml:ink>
</file>

<file path=ppt/ink/ink3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1.549"/>
    </inkml:context>
    <inkml:brush xml:id="br0">
      <inkml:brushProperty name="width" value="0.1" units="cm"/>
      <inkml:brushProperty name="height" value="0.1" units="cm"/>
      <inkml:brushProperty name="color" value="#F6630D"/>
    </inkml:brush>
  </inkml:definitions>
  <inkml:trace contextRef="#ctx0" brushRef="#br0">7 241 7370 0 0,'-7'-6'9864'0'0,"43"46"-7546"0"0,-25-26-1931 0 0,0-1-1 0 0,1 0 0 0 0,0-1 0 0 0,1 0 1 0 0,22 14-1 0 0,-31-24-355 0 0,-1 0-1 0 0,1 0 1 0 0,0 0-1 0 0,-1-1 1 0 0,1 0-1 0 0,0 1 1 0 0,0-1-1 0 0,0-1 1 0 0,0 1-1 0 0,0-1 1 0 0,0 1 0 0 0,0-1-1 0 0,0 0 1 0 0,0-1-1 0 0,1 1 1 0 0,-1-1-1 0 0,0 1 1 0 0,0-1-1 0 0,-1-1 1 0 0,1 1-1 0 0,0 0 1 0 0,0-1-1 0 0,-1 0 1 0 0,1 0-1 0 0,-1 0 1 0 0,1 0-1 0 0,-1-1 1 0 0,6-4 0 0 0,-3 1 27 0 0,0 0 1 0 0,0-1 0 0 0,-1 0-1 0 0,0 0 1 0 0,0 0 0 0 0,-1 0 0 0 0,0 0-1 0 0,0-1 1 0 0,-1 0 0 0 0,0 0 0 0 0,3-11-1 0 0,3-15 24 0 0,5-52 0 0 0,-6 34-117 0 0,4-7-765 0 0,-6 34-5428 0 0</inkml:trace>
</inkml:ink>
</file>

<file path=ppt/ink/ink3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1.724"/>
    </inkml:context>
    <inkml:brush xml:id="br0">
      <inkml:brushProperty name="width" value="0.1" units="cm"/>
      <inkml:brushProperty name="height" value="0.1" units="cm"/>
      <inkml:brushProperty name="color" value="#F6630D"/>
    </inkml:brush>
  </inkml:definitions>
  <inkml:trace contextRef="#ctx0" brushRef="#br0">7 0 6913 0 0,'2'105'8107'0'0,"0"0"-3128"0"0,-6 1-3373 0 0,2-82-1713 0 0,-1-3-298 0 0,2 1 1 0 0,1-1 0 0 0,2 27-1 0 0</inkml:trace>
</inkml:ink>
</file>

<file path=ppt/ink/ink3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2.153"/>
    </inkml:context>
    <inkml:brush xml:id="br0">
      <inkml:brushProperty name="width" value="0.1" units="cm"/>
      <inkml:brushProperty name="height" value="0.1" units="cm"/>
      <inkml:brushProperty name="color" value="#F6630D"/>
    </inkml:brush>
  </inkml:definitions>
  <inkml:trace contextRef="#ctx0" brushRef="#br0">162 1 9218 0 0,'-11'6'7790'0'0,"-10"6"-5733"0"0,9-2-1225 0 0,0 0 0 0 0,1 1 0 0 0,-12 15 0 0 0,12-13-753 0 0,2-1-1 0 0,0 2 0 0 0,0 0 1 0 0,1 0-1 0 0,-10 25 1 0 0,17-36-75 0 0,0 0 1 0 0,-1 0 0 0 0,1 1-1 0 0,1-1 1 0 0,-1 0 0 0 0,0 0 0 0 0,1 0-1 0 0,0 1 1 0 0,0-1 0 0 0,0 0-1 0 0,0 0 1 0 0,0 1 0 0 0,0-1 0 0 0,1 0-1 0 0,0 0 1 0 0,0 1 0 0 0,0-1 0 0 0,0 0-1 0 0,0 0 1 0 0,0 0 0 0 0,1 0-1 0 0,0-1 1 0 0,-1 1 0 0 0,1 0 0 0 0,3 3-1 0 0,3 1-48 0 0,1 0 0 0 0,-1-1 0 0 0,1 0 0 0 0,1-1 1 0 0,-1 1-1 0 0,14 4 0 0 0,34 21-489 0 0,-53-29 463 0 0,-1 1 0 0 0,1 0 0 0 0,-1-1-1 0 0,0 1 1 0 0,0 0 0 0 0,0 1-1 0 0,0-1 1 0 0,0 1 0 0 0,-1-1 0 0 0,0 1-1 0 0,3 6 1 0 0,-4-7 98 0 0,0 1 0 0 0,0-1 0 0 0,-1 1 0 0 0,0-1 0 0 0,1 1 0 0 0,-2 0 0 0 0,1-1 0 0 0,0 1 0 0 0,-1-1 0 0 0,1 1 0 0 0,-1-1 0 0 0,0 1 0 0 0,0-1-1 0 0,0 0 1 0 0,-1 1 0 0 0,1-1 0 0 0,-1 0 0 0 0,0 0 0 0 0,0 0 0 0 0,0 0 0 0 0,0 0 0 0 0,0 0 0 0 0,-1-1 0 0 0,1 1 0 0 0,-1-1 0 0 0,-3 3 0 0 0,-4 4 46 0 0,0-1 0 0 0,-1 0 0 0 0,0-1 0 0 0,-1 0 0 0 0,-19 9 0 0 0,10-9-567 0 0,7-4-5534 0 0</inkml:trace>
</inkml:ink>
</file>

<file path=ppt/ink/ink3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2.438"/>
    </inkml:context>
    <inkml:brush xml:id="br0">
      <inkml:brushProperty name="width" value="0.1" units="cm"/>
      <inkml:brushProperty name="height" value="0.1" units="cm"/>
      <inkml:brushProperty name="color" value="#F6630D"/>
    </inkml:brush>
  </inkml:definitions>
  <inkml:trace contextRef="#ctx0" brushRef="#br0">0 128 10594 0 0,'104'-43'9488'0'0,"73"-12"-7176"0"0,-99 36-3535 0 0,-44 12-4437 0 0,-11 4-1009 0 0</inkml:trace>
</inkml:ink>
</file>

<file path=ppt/ink/ink3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2.660"/>
    </inkml:context>
    <inkml:brush xml:id="br0">
      <inkml:brushProperty name="width" value="0.1" units="cm"/>
      <inkml:brushProperty name="height" value="0.1" units="cm"/>
      <inkml:brushProperty name="color" value="#F6630D"/>
    </inkml:brush>
  </inkml:definitions>
  <inkml:trace contextRef="#ctx0" brushRef="#br0">47 0 14283 0 0,'-2'1'223'0'0,"1"-1"0"0"0,-1 0 0 0 0,1 0 0 0 0,0 0 0 0 0,0 1 0 0 0,-1-1 0 0 0,1 1 0 0 0,0-1 0 0 0,0 1-1 0 0,-1 0 1 0 0,1-1 0 0 0,0 1 0 0 0,0 0 0 0 0,0 0 0 0 0,0 0 0 0 0,0-1 0 0 0,0 1 0 0 0,0 0 0 0 0,0 1 0 0 0,1-1 0 0 0,-2 1 0 0 0,-4 31 3512 0 0,6-31-3837 0 0,-7 77 895 0 0,3-47-1154 0 0,2 0 0 0 0,0 0 0 0 0,2 0 0 0 0,7 50 0 0 0,-3-61-7477 0 0</inkml:trace>
</inkml:ink>
</file>

<file path=ppt/ink/ink3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3.656"/>
    </inkml:context>
    <inkml:brush xml:id="br0">
      <inkml:brushProperty name="width" value="0.1" units="cm"/>
      <inkml:brushProperty name="height" value="0.1" units="cm"/>
      <inkml:brushProperty name="color" value="#F6630D"/>
    </inkml:brush>
  </inkml:definitions>
  <inkml:trace contextRef="#ctx0" brushRef="#br0">1 0 7834 0 0,'2'6'5704'0'0,"3"11"-3805"0"0,5 26 5 0 0,-1 1 0 0 0,4 64 0 0 0,-6 91-1916 0 0,-6-105-1001 0 0,0-69-203 0 0</inkml:trace>
</inkml:ink>
</file>

<file path=ppt/ink/ink3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3.877"/>
    </inkml:context>
    <inkml:brush xml:id="br0">
      <inkml:brushProperty name="width" value="0.1" units="cm"/>
      <inkml:brushProperty name="height" value="0.1" units="cm"/>
      <inkml:brushProperty name="color" value="#F6630D"/>
    </inkml:brush>
  </inkml:definitions>
  <inkml:trace contextRef="#ctx0" brushRef="#br0">3 178 7834 0 0,'-1'-5'321'0'0,"1"-1"0"0"0,-1 0 0 0 0,1 1 1 0 0,0-1-1 0 0,0 0 0 0 0,0 0 0 0 0,1 1 1 0 0,0-1-1 0 0,0 0 0 0 0,1 1 0 0 0,0-1 1 0 0,-1 1-1 0 0,2 0 0 0 0,-1-1 0 0 0,1 1 0 0 0,0 0 1 0 0,0 0-1 0 0,0 1 0 0 0,6-8 0 0 0,-2 6 167 0 0,-1 0 0 0 0,0 1 0 0 0,1 0 0 0 0,0 0 0 0 0,1 1 0 0 0,-1 0 0 0 0,1 0 0 0 0,-1 1 0 0 0,1 0 0 0 0,0 0 0 0 0,0 0 0 0 0,16-1 0 0 0,-16 2-412 0 0,2 0-22 0 0,1 1 0 0 0,-1-1 0 0 0,16 2 0 0 0,-23 0-342 0 0,0 0 0 0 0,0 0 0 0 0,0 1 1 0 0,0 0-1 0 0,0-1 0 0 0,0 1 0 0 0,0 0 0 0 0,0 1 0 0 0,0-1 1 0 0,0 0-1 0 0,-1 1 0 0 0,1 0 0 0 0,0-1 0 0 0,-1 1 0 0 0,1 0 1 0 0,1 3-1 0 0,5 6-1326 0 0</inkml:trace>
</inkml:ink>
</file>

<file path=ppt/ink/ink3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4.024"/>
    </inkml:context>
    <inkml:brush xml:id="br0">
      <inkml:brushProperty name="width" value="0.1" units="cm"/>
      <inkml:brushProperty name="height" value="0.1" units="cm"/>
      <inkml:brushProperty name="color" value="#F6630D"/>
    </inkml:brush>
  </inkml:definitions>
  <inkml:trace contextRef="#ctx0" brushRef="#br0">1 94 4609 0 0,'12'-8'5832'0'0,"15"-7"-2872"0"0,9-6-1950 0 0,-16 6-904 0 0,-16 10-517 0 0,2 1 0 0 0,-1 0-1 0 0,0 0 1 0 0,1 1 0 0 0,-1-1 0 0 0,1 1-1 0 0,0 0 1 0 0,7-1 0 0 0,-7 3-947 0 0</inkml:trace>
</inkml:ink>
</file>

<file path=ppt/ink/ink3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4.189"/>
    </inkml:context>
    <inkml:brush xml:id="br0">
      <inkml:brushProperty name="width" value="0.1" units="cm"/>
      <inkml:brushProperty name="height" value="0.1" units="cm"/>
      <inkml:brushProperty name="color" value="#F6630D"/>
    </inkml:brush>
  </inkml:definitions>
  <inkml:trace contextRef="#ctx0" brushRef="#br0">15 0 6913 0 0,'-2'3'263'0'0,"0"0"0"0"0,0 0-1 0 0,1 0 1 0 0,-1 0-1 0 0,1 0 1 0 0,0 1 0 0 0,0-1-1 0 0,0 0 1 0 0,1 1 0 0 0,-1-1-1 0 0,1 1 1 0 0,-1-1-1 0 0,2 7 1 0 0,-1-9 7 0 0,0 1 0 0 0,1-1 0 0 0,-1 1-1 0 0,1 0 1 0 0,0-1 0 0 0,0 1 0 0 0,-1-1 0 0 0,1 1 0 0 0,0-1 0 0 0,0 0 0 0 0,0 1-1 0 0,0-1 1 0 0,1 0 0 0 0,-1 0 0 0 0,0 0 0 0 0,0 0 0 0 0,1 0 0 0 0,-1 0 0 0 0,1 0-1 0 0,-1 0 1 0 0,1 0 0 0 0,-1-1 0 0 0,1 1 0 0 0,-1-1 0 0 0,1 1 0 0 0,0-1 0 0 0,-1 1-1 0 0,1-1 1 0 0,0 0 0 0 0,2 0 0 0 0,3 0 69 0 0,-1 0-1 0 0,0 0 1 0 0,1-1-1 0 0,-1 0 1 0 0,0 0-1 0 0,1-1 1 0 0,-1 1-1 0 0,0-1 1 0 0,8-5-1 0 0,56-30-1339 0 0,-42 21-1471 0 0,-15 8 1256 0 0</inkml:trace>
</inkml:ink>
</file>

<file path=ppt/ink/ink3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4.432"/>
    </inkml:context>
    <inkml:brush xml:id="br0">
      <inkml:brushProperty name="width" value="0.1" units="cm"/>
      <inkml:brushProperty name="height" value="0.1" units="cm"/>
      <inkml:brushProperty name="color" value="#F6630D"/>
    </inkml:brush>
  </inkml:definitions>
  <inkml:trace contextRef="#ctx0" brushRef="#br0">60 4 25349 0 0,'-16'-4'2001'0'0,"-3"5"-4497"0"0,18 0 2300 0 0,0-1 1 0 0,0 1 0 0 0,0-1-1 0 0,0 1 1 0 0,0 0-1 0 0,0-1 1 0 0,0 1 0 0 0,0 0-1 0 0,0 0 1 0 0,1 0-1 0 0,-1 0 1 0 0,0-1 0 0 0,1 1-1 0 0,-2 2 1 0 0,-4 14 1424 0 0,4 5-1136 0 0,0 0 0 0 0,1 0 0 0 0,1 0 0 0 0,2 0 1 0 0,5 32-1 0 0,-1 0-79 0 0,16 120 535 0 0,-10-100-3359 0 0,-4-29-2116 0 0,-5-24-2186 0 0</inkml:trace>
</inkml:ink>
</file>

<file path=ppt/ink/ink3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4.861"/>
    </inkml:context>
    <inkml:brush xml:id="br0">
      <inkml:brushProperty name="width" value="0.1" units="cm"/>
      <inkml:brushProperty name="height" value="0.1" units="cm"/>
      <inkml:brushProperty name="color" value="#F6630D"/>
    </inkml:brush>
  </inkml:definitions>
  <inkml:trace contextRef="#ctx0" brushRef="#br0">4 223 10138 0 0,'-2'-5'300'0'0,"2"-1"0"0"0,-1 1 0 0 0,1-1 1 0 0,-1 1-1 0 0,1-1 0 0 0,1 1 0 0 0,1-9 0 0 0,-2 13-164 0 0,0 0 0 0 0,0 0 0 0 0,1 0 0 0 0,-1 0 0 0 0,1 0 0 0 0,-1 0 0 0 0,1 0 0 0 0,0 0 0 0 0,-1 1 0 0 0,1-1 0 0 0,0 0 0 0 0,-1 0 0 0 0,1 0 0 0 0,0 1 0 0 0,0-1-1 0 0,0 0 1 0 0,0 1 0 0 0,1-1 0 0 0,0 0 90 0 0,0 1-1 0 0,-1-1 0 0 0,1 1 0 0 0,0 0 1 0 0,0-1-1 0 0,0 1 0 0 0,0 0 0 0 0,0 0 1 0 0,0 1-1 0 0,0-1 0 0 0,0 0 1 0 0,0 1-1 0 0,-1-1 0 0 0,3 1 0 0 0,12 6 198 0 0,-1 0 0 0 0,0 1 0 0 0,0 1 0 0 0,-1 0 0 0 0,0 1 0 0 0,0 0 1 0 0,14 16-1 0 0,28 20-238 0 0,-40-35-136 0 0,42 29 229 0 0,-52-36-268 0 0,0-1 0 0 0,0 0 0 0 0,0 0 0 0 0,1 0-1 0 0,-1-1 1 0 0,1 0 0 0 0,10 2 0 0 0,-15-4-9 0 0,-1-1 0 0 0,0 1 0 0 0,1 0 1 0 0,-1-1-1 0 0,1 1 0 0 0,-1-1 0 0 0,0 1 1 0 0,1-1-1 0 0,-1 1 0 0 0,0-1 0 0 0,0 0 0 0 0,0 0 1 0 0,1 0-1 0 0,-1 1 0 0 0,0-1 0 0 0,0 0 0 0 0,0 0 1 0 0,0-1-1 0 0,0 1 0 0 0,-1 0 0 0 0,1 0 0 0 0,0 0 1 0 0,0-1-1 0 0,-1 1 0 0 0,2-3 0 0 0,12-39 182 0 0,-11 34-101 0 0,5-24 31 0 0,4-35 1 0 0,-9 46-117 0 0,0 1 0 0 0,2-1-1 0 0,0 1 1 0 0,2 0 0 0 0,9-21 0 0 0,-15 40 6 0 0,0-1-1 0 0,0 1 1 0 0,1-1 0 0 0,-1 1 0 0 0,1 0 0 0 0,0 0-1 0 0,-1 0 1 0 0,1 0 0 0 0,0 0 0 0 0,0 0-1 0 0,0 0 1 0 0,1 1 0 0 0,-1-1 0 0 0,0 1-1 0 0,1-1 1 0 0,-1 1 0 0 0,5-1 0 0 0,-6 1 10 0 0,1 1 1 0 0,-1 0-1 0 0,1 0 0 0 0,0 0 1 0 0,-1 1-1 0 0,1-1 1 0 0,-1 0-1 0 0,1 1 1 0 0,-1-1-1 0 0,1 1 1 0 0,-1-1-1 0 0,1 1 1 0 0,-1-1-1 0 0,0 1 0 0 0,1 0 1 0 0,-1 0-1 0 0,0 0 1 0 0,1 0-1 0 0,-1 0 1 0 0,0 0-1 0 0,0 0 1 0 0,0 0-1 0 0,0 1 0 0 0,0-1 1 0 0,0 0-1 0 0,0 0 1 0 0,-1 1-1 0 0,1-1 1 0 0,0 1-1 0 0,-1-1 1 0 0,1 3-1 0 0,9 22 84 0 0,-1 0 0 0 0,-2 0-1 0 0,5 31 1 0 0,-9-38-78 0 0,1 0 0 0 0,1 1 0 0 0,0-1 0 0 0,2-1 0 0 0,0 1 0 0 0,1-1 0 0 0,19 33 0 0 0,-16-36-251 0 0,-4-4-78 0 0,1 0-1 0 0,0-1 1 0 0,1 0 0 0 0,-1 0-1 0 0,16 12 1 0 0</inkml:trace>
</inkml:ink>
</file>

<file path=ppt/ink/ink3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5.432"/>
    </inkml:context>
    <inkml:brush xml:id="br0">
      <inkml:brushProperty name="width" value="0.1" units="cm"/>
      <inkml:brushProperty name="height" value="0.1" units="cm"/>
      <inkml:brushProperty name="color" value="#F6630D"/>
    </inkml:brush>
  </inkml:definitions>
  <inkml:trace contextRef="#ctx0" brushRef="#br0">170 161 1376 0 0,'-51'-23'9055'0'0,"-67"-22"0"0"0,155 34-7248 0 0,91-11-1235 0 0,217-8 1 0 0,132 33-549 0 0,-439-2-309 0 0,-1-1 0 0 0,1-3 0 0 0,39-7-1 0 0,-55 6-2052 0 0,35-13-1 0 0</inkml:trace>
</inkml:ink>
</file>

<file path=ppt/ink/ink3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5.768"/>
    </inkml:context>
    <inkml:brush xml:id="br0">
      <inkml:brushProperty name="width" value="0.1" units="cm"/>
      <inkml:brushProperty name="height" value="0.1" units="cm"/>
      <inkml:brushProperty name="color" value="#F6630D"/>
    </inkml:brush>
  </inkml:definitions>
  <inkml:trace contextRef="#ctx0" brushRef="#br0">69 22 10138 0 0,'-51'-16'3879'0'0,"33"10"331"0"0,94 38-188 0 0,36 31-3757 0 0,-68-37 34 0 0,-20-12-274 0 0,0 2 0 0 0,-1 1 0 0 0,25 23 0 0 0,-36-29-16 0 0,-1 0 1 0 0,0 1-1 0 0,-1 0 1 0 0,-1 1-1 0 0,1 0 1 0 0,-2 1-1 0 0,9 17 1 0 0,-15-26-6 0 0,-1 0 0 0 0,1 0 1 0 0,-1 0-1 0 0,0 0 0 0 0,-1 0 0 0 0,1 1 1 0 0,-1-1-1 0 0,0 0 0 0 0,0 0 0 0 0,0 0 0 0 0,-1 1 1 0 0,0-1-1 0 0,0 0 0 0 0,0 0 0 0 0,-1 0 1 0 0,1 0-1 0 0,-1 0 0 0 0,0-1 0 0 0,-1 1 1 0 0,-5 8-1 0 0,-5 5 27 0 0,-1 0 1 0 0,0-1 0 0 0,-27 24-1 0 0,25-25-19 0 0,-57 52 275 0 0,-1-1-3296 0 0</inkml:trace>
</inkml:ink>
</file>

<file path=ppt/ink/ink3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6.241"/>
    </inkml:context>
    <inkml:brush xml:id="br0">
      <inkml:brushProperty name="width" value="0.1" units="cm"/>
      <inkml:brushProperty name="height" value="0.1" units="cm"/>
      <inkml:brushProperty name="color" value="#F6630D"/>
    </inkml:brush>
  </inkml:definitions>
  <inkml:trace contextRef="#ctx0" brushRef="#br0">1 0 13363 0 0,'5'3'774'0'0,"0"0"-1"0"0,0 1 1 0 0,-1-1-1 0 0,1 1 1 0 0,-1 0 0 0 0,1 0-1 0 0,-1 1 1 0 0,-1-1 0 0 0,1 1-1 0 0,3 5 1 0 0,1 4-316 0 0,-1-1 0 0 0,-1 1 0 0 0,9 22 0 0 0,-3 5-503 0 0,-2 0 0 0 0,5 43 0 0 0,6 155 672 0 0,-7-56-1922 0 0,4-62-4937 0 0,-11-88-940 0 0</inkml:trace>
</inkml:ink>
</file>

<file path=ppt/ink/ink3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6.652"/>
    </inkml:context>
    <inkml:brush xml:id="br0">
      <inkml:brushProperty name="width" value="0.1" units="cm"/>
      <inkml:brushProperty name="height" value="0.1" units="cm"/>
      <inkml:brushProperty name="color" value="#F6630D"/>
    </inkml:brush>
  </inkml:definitions>
  <inkml:trace contextRef="#ctx0" brushRef="#br0">81 5 11058 0 0,'-2'-1'180'0'0,"1"0"-1"0"0,0 1 1 0 0,-1-1-1 0 0,1 1 1 0 0,0-1-1 0 0,-1 1 0 0 0,1 0 1 0 0,-1-1-1 0 0,1 1 1 0 0,-1 0-1 0 0,1 0 1 0 0,0 0-1 0 0,-1 0 1 0 0,1 0-1 0 0,-1 1 0 0 0,1-1 1 0 0,-1 0-1 0 0,1 1 1 0 0,-3 0-1 0 0,2 1-6 0 0,0-1 0 0 0,1 1 0 0 0,-1 0-1 0 0,1-1 1 0 0,-1 1 0 0 0,1 0 0 0 0,0 0 0 0 0,0 0-1 0 0,0 0 1 0 0,0 0 0 0 0,0 1 0 0 0,0-1 0 0 0,0 3-1 0 0,-8 27 44 0 0,1 1-1 0 0,2 0 0 0 0,2 1 1 0 0,1-1-1 0 0,1 1 1 0 0,2-1-1 0 0,1 1 0 0 0,2 0 1 0 0,7 34-1 0 0,-6-54-218 0 0,0 1 1 0 0,1-1-1 0 0,1 1 0 0 0,0-1 1 0 0,1-1-1 0 0,0 1 0 0 0,1-1 1 0 0,1-1-1 0 0,0 1 0 0 0,1-2 1 0 0,19 20-1 0 0,-19-22 1 0 0,0 0 0 0 0,0-1-1 0 0,1 0 1 0 0,1 0 0 0 0,-1-1-1 0 0,1-1 1 0 0,0 0 0 0 0,1 0 0 0 0,-1-2-1 0 0,1 1 1 0 0,0-2 0 0 0,0 1-1 0 0,21 1 1 0 0,-28-5 31 0 0,0 0 1 0 0,0 0-1 0 0,0 0 1 0 0,0-1-1 0 0,0 0 0 0 0,0 0 1 0 0,0 0-1 0 0,0-1 0 0 0,-1 0 1 0 0,1 0-1 0 0,-1 0 1 0 0,1-1-1 0 0,-1 0 0 0 0,5-4 1 0 0,-2 2 79 0 0,-1-2 0 0 0,0 1 0 0 0,-1 0 0 0 0,0-1 0 0 0,0 0 0 0 0,0-1 0 0 0,-1 1 0 0 0,6-13 0 0 0,-1-1 112 0 0,0-1 0 0 0,-2 0 0 0 0,-1-1 0 0 0,-1 1 0 0 0,0-2 0 0 0,2-29 0 0 0,-6 36-130 0 0,-1 0 1 0 0,0 0 0 0 0,-1 1-1 0 0,-1-1 1 0 0,-1 0 0 0 0,0 1 0 0 0,-1-1-1 0 0,-6-18 1 0 0,5 24-78 0 0,-1-1 1 0 0,0 1-1 0 0,-1 1 1 0 0,0-1-1 0 0,0 1 1 0 0,-1 0-1 0 0,0 0 1 0 0,-1 1-1 0 0,0 0 1 0 0,-1 0-1 0 0,0 1 1 0 0,-10-7-1 0 0,8 6-293 0 0,0 0 0 0 0,-1 2 0 0 0,0-1-1 0 0,0 1 1 0 0,-1 1 0 0 0,0 1-1 0 0,0-1 1 0 0,0 2 0 0 0,-27-6 0 0 0,22 9-7072 0 0</inkml:trace>
</inkml:ink>
</file>

<file path=ppt/ink/ink3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6.986"/>
    </inkml:context>
    <inkml:brush xml:id="br0">
      <inkml:brushProperty name="width" value="0.1" units="cm"/>
      <inkml:brushProperty name="height" value="0.1" units="cm"/>
      <inkml:brushProperty name="color" value="#F6630D"/>
    </inkml:brush>
  </inkml:definitions>
  <inkml:trace contextRef="#ctx0" brushRef="#br0">148 48 10138 0 0,'-5'-3'370'0'0,"0"0"1"0"0,0 1-1 0 0,0 0 0 0 0,0-1 1 0 0,0 1-1 0 0,-1 1 0 0 0,1-1 1 0 0,-1 1-1 0 0,-5-1 0 0 0,8 3-224 0 0,1-1 1 0 0,-1 0-1 0 0,0 1 0 0 0,1-1 1 0 0,-1 1-1 0 0,0-1 0 0 0,1 1 1 0 0,-1 0-1 0 0,1 0 0 0 0,0 1 0 0 0,-1-1 1 0 0,1 0-1 0 0,0 1 0 0 0,0 0 1 0 0,-1-1-1 0 0,1 1 0 0 0,1 0 0 0 0,-1 0 1 0 0,0 0-1 0 0,0 0 0 0 0,-1 3 1 0 0,-2 3-65 0 0,0 1 0 0 0,0 0 0 0 0,1 0 1 0 0,0 0-1 0 0,1 0 0 0 0,0 0 1 0 0,0 1-1 0 0,1-1 0 0 0,1 1 0 0 0,-1 0 1 0 0,2 0-1 0 0,-1-1 0 0 0,1 1 0 0 0,1 0 1 0 0,0 0-1 0 0,0 0 0 0 0,1-1 0 0 0,0 1 1 0 0,0-1-1 0 0,1 1 0 0 0,1-1 1 0 0,-1 0-1 0 0,2 0 0 0 0,-1 0 0 0 0,1-1 1 0 0,0 0-1 0 0,1 0 0 0 0,0 0 0 0 0,0 0 1 0 0,1-1-1 0 0,10 9 0 0 0,-6-7-11 0 0,1 0-1 0 0,0-1 0 0 0,1 0 1 0 0,0-1-1 0 0,0 0 1 0 0,0-2-1 0 0,1 1 1 0 0,0-1-1 0 0,27 5 0 0 0,-34-9-35 0 0,0 0-1 0 0,0 0 1 0 0,0-1-1 0 0,0 0 1 0 0,0-1-1 0 0,0 0 0 0 0,0 0 1 0 0,0 0-1 0 0,0-1 1 0 0,0 1-1 0 0,-1-2 1 0 0,1 1-1 0 0,-1-1 1 0 0,0 0-1 0 0,1 0 0 0 0,-1-1 1 0 0,-1 0-1 0 0,1 0 1 0 0,0 0-1 0 0,-1-1 1 0 0,0 0-1 0 0,8-9 1 0 0,-7 5 35 0 0,0 0 0 0 0,0 0 0 0 0,-1 0 0 0 0,0-1 0 0 0,0 0 0 0 0,-1 0 0 0 0,-1-1 0 0 0,0 1 0 0 0,0-1 0 0 0,-1 1 0 0 0,0-1 0 0 0,-1 0 0 0 0,0 0 0 0 0,-2-21 0 0 0,1 20-121 0 0,-2 1 1 0 0,1-1 0 0 0,-2 1 0 0 0,1 0-1 0 0,-1-1 1 0 0,-1 1 0 0 0,0 1 0 0 0,-1-1-1 0 0,0 1 1 0 0,-1-1 0 0 0,0 1 0 0 0,0 1 0 0 0,-16-18-1 0 0,4 11-852 0 0,-2 3-253 0 0</inkml:trace>
</inkml:ink>
</file>

<file path=ppt/ink/ink3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7.343"/>
    </inkml:context>
    <inkml:brush xml:id="br0">
      <inkml:brushProperty name="width" value="0.1" units="cm"/>
      <inkml:brushProperty name="height" value="0.1" units="cm"/>
      <inkml:brushProperty name="color" value="#F6630D"/>
    </inkml:brush>
  </inkml:definitions>
  <inkml:trace contextRef="#ctx0" brushRef="#br0">11 33 11522 0 0,'-3'-12'-388'0'0,"-5"-8"7268"0"0,8 33-5259 0 0,5 28-627 0 0,1-1-1 0 0,18 63 1 0 0,-1-11-701 0 0,17 133 41 0 0,21 94-321 0 0,-50-280-1243 0 0,18 45 0 0 0,-16-50-6275 0 0</inkml:trace>
</inkml:ink>
</file>

<file path=ppt/ink/ink3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7.659"/>
    </inkml:context>
    <inkml:brush xml:id="br0">
      <inkml:brushProperty name="width" value="0.1" units="cm"/>
      <inkml:brushProperty name="height" value="0.1" units="cm"/>
      <inkml:brushProperty name="color" value="#F6630D"/>
    </inkml:brush>
  </inkml:definitions>
  <inkml:trace contextRef="#ctx0" brushRef="#br0">70 36 2304 0 0,'-17'-36'9037'0'0,"18"57"-3572"0"0,1 0-3409 0 0,-1 41-1267 0 0,-7-12-261 0 0,-16 63 1 0 0,13-80-339 0 0,2 0-1 0 0,2 0 1 0 0,0 1 0 0 0,3-1-1 0 0,1 41 1 0 0,1-69-86 0 0,1 0 0 0 0,-1 0 1 0 0,1 0-1 0 0,0 0 0 0 0,0-1 0 0 0,1 1 1 0 0,-1 0-1 0 0,1-1 0 0 0,3 6 0 0 0,-4-9-98 0 0,0 1-1 0 0,0-1 1 0 0,1 0-1 0 0,-1 0 0 0 0,0 0 1 0 0,1 0-1 0 0,-1 0 0 0 0,1 0 1 0 0,-1 0-1 0 0,1-1 0 0 0,0 1 1 0 0,-1 0-1 0 0,1-1 0 0 0,0 1 1 0 0,-1-1-1 0 0,1 0 0 0 0,0 0 1 0 0,0 1-1 0 0,-1-1 0 0 0,1 0 1 0 0,0-1-1 0 0,0 1 0 0 0,-1 0 1 0 0,1 0-1 0 0,0-1 1 0 0,0 1-1 0 0,-1-1 0 0 0,3 0 1 0 0,55-14-3359 0 0</inkml:trace>
</inkml:ink>
</file>

<file path=ppt/ink/ink3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8.294"/>
    </inkml:context>
    <inkml:brush xml:id="br0">
      <inkml:brushProperty name="width" value="0.1" units="cm"/>
      <inkml:brushProperty name="height" value="0.1" units="cm"/>
      <inkml:brushProperty name="color" value="#F6630D"/>
    </inkml:brush>
  </inkml:definitions>
  <inkml:trace contextRef="#ctx0" brushRef="#br0">18 29 5985 0 0,'-17'-1'517'0'0,"25"-2"-1738"0"0,30 2 417 0 0,-23 2 1029 0 0,-1 0 0 0 0,1-1 1 0 0,0 0-1 0 0,-1-1 0 0 0,1-1 0 0 0,0 0 1 0 0,-1-1-1 0 0,0 0 0 0 0,17-7 0 0 0,-17 5-225 0 0</inkml:trace>
</inkml:ink>
</file>

<file path=ppt/ink/ink3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8.897"/>
    </inkml:context>
    <inkml:brush xml:id="br0">
      <inkml:brushProperty name="width" value="0.1" units="cm"/>
      <inkml:brushProperty name="height" value="0.1" units="cm"/>
      <inkml:brushProperty name="color" value="#F6630D"/>
    </inkml:brush>
  </inkml:definitions>
  <inkml:trace contextRef="#ctx0" brushRef="#br0">26 24 11522 0 0,'0'-1'306'0'0,"0"-1"-1"0"0,-1 1 0 0 0,1 0 0 0 0,0 0 1 0 0,0 0-1 0 0,0 0 0 0 0,-1 0 0 0 0,1 0 0 0 0,-1 0 1 0 0,1 0-1 0 0,-1 0 0 0 0,1 0 0 0 0,-1 1 0 0 0,1-1 1 0 0,-1 0-1 0 0,0 0 0 0 0,1 0 0 0 0,-1 1 0 0 0,0-1 1 0 0,0 0-1 0 0,0 1 0 0 0,0-1 0 0 0,0 0 0 0 0,-1 0 1 0 0,1 1-199 0 0,0 1 1 0 0,0 0 0 0 0,1-1 0 0 0,-1 1 0 0 0,0-1 0 0 0,1 1-1 0 0,-1 0 1 0 0,1-1 0 0 0,-1 1 0 0 0,1 0 0 0 0,-1 0-1 0 0,1-1 1 0 0,-1 1 0 0 0,1 0 0 0 0,0 0 0 0 0,0 0 0 0 0,-1 0-1 0 0,1 0 1 0 0,0-1 0 0 0,0 1 0 0 0,0 0 0 0 0,0 0-1 0 0,0 0 1 0 0,0 0 0 0 0,0 0 0 0 0,0 0 0 0 0,0 0 0 0 0,1 1-1 0 0,2 64 587 0 0,14 81-1 0 0,-3-39-450 0 0,-6-10-231 0 0,9 68-390 0 0,-12-141-924 0 0,0 1 0 0 0,11 27-1 0 0,-9-38-1377 0 0</inkml:trace>
</inkml:ink>
</file>

<file path=ppt/ink/ink3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9.102"/>
    </inkml:context>
    <inkml:brush xml:id="br0">
      <inkml:brushProperty name="width" value="0.1" units="cm"/>
      <inkml:brushProperty name="height" value="0.1" units="cm"/>
      <inkml:brushProperty name="color" value="#F6630D"/>
    </inkml:brush>
  </inkml:definitions>
  <inkml:trace contextRef="#ctx0" brushRef="#br0">1 15 14283 0 0,'3'-15'5167'0'0,"6"34"-3151"0"0,6 34-1152 0 0,10 78-464 0 0,14 52 818 0 0,-10-96-3352 0 0,-20-66-756 0 0,23 39 1 0 0</inkml:trace>
</inkml:ink>
</file>

<file path=ppt/ink/ink3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9.280"/>
    </inkml:context>
    <inkml:brush xml:id="br0">
      <inkml:brushProperty name="width" value="0.1" units="cm"/>
      <inkml:brushProperty name="height" value="0.1" units="cm"/>
      <inkml:brushProperty name="color" value="#F6630D"/>
    </inkml:brush>
  </inkml:definitions>
  <inkml:trace contextRef="#ctx0" brushRef="#br0">157 107 7226 0 0,'-16'-5'668'0'0,"-1"1"0"0"0,0 0 0 0 0,1 1 0 0 0,-24-1 0 0 0,-11-7 9204 0 0,67 4-9213 0 0,18-6-865 0 0,13-3-2064 0 0,1 3 0 0 0,50-8 1 0 0,-62 16 550 0 0</inkml:trace>
</inkml:ink>
</file>

<file path=ppt/ink/ink3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9.530"/>
    </inkml:context>
    <inkml:brush xml:id="br0">
      <inkml:brushProperty name="width" value="0.1" units="cm"/>
      <inkml:brushProperty name="height" value="0.1" units="cm"/>
      <inkml:brushProperty name="color" value="#F6630D"/>
    </inkml:brush>
  </inkml:definitions>
  <inkml:trace contextRef="#ctx0" brushRef="#br0">10 1 8754 0 0,'-2'2'346'0'0,"1"1"0"0"0,0-1 0 0 0,0 1-1 0 0,0 0 1 0 0,0 0 0 0 0,0-1 0 0 0,1 1 0 0 0,-1 0 0 0 0,1 0 0 0 0,0 0 0 0 0,0-1-1 0 0,0 1 1 0 0,0 0 0 0 0,2 5 0 0 0,12 46 2043 0 0,-1-6-1871 0 0,-12-20-538 0 0,0 1 1 0 0,-6 41-1 0 0,1-14 43 0 0,4-53 35 0 0,0 0 1 0 0,0 0-1 0 0,0 0 0 0 0,0 0 1 0 0,0-1-1 0 0,0 1 1 0 0,1 0-1 0 0,-1 0 0 0 0,1 0 1 0 0,0-1-1 0 0,0 1 1 0 0,0 0-1 0 0,0-1 0 0 0,1 1 1 0 0,-1-1-1 0 0,1 1 1 0 0,-1-1-1 0 0,5 4 0 0 0,-4-4 26 0 0,0 0 0 0 0,1-1 0 0 0,-1 0 1 0 0,0 0-1 0 0,1 0 0 0 0,-1 0 0 0 0,1 0 0 0 0,0 0 0 0 0,-1 0 0 0 0,1-1 0 0 0,0 1 0 0 0,-1-1 0 0 0,1 0 0 0 0,0 0 0 0 0,-1 0 0 0 0,4-1 0 0 0,3 0-109 0 0,-1 0 0 0 0,1-1 0 0 0,-1 0 0 0 0,16-7 0 0 0,25-16-3526 0 0,-31 12 2047 0 0</inkml:trace>
</inkml:ink>
</file>

<file path=ppt/ink/ink3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39.704"/>
    </inkml:context>
    <inkml:brush xml:id="br0">
      <inkml:brushProperty name="width" value="0.1" units="cm"/>
      <inkml:brushProperty name="height" value="0.1" units="cm"/>
      <inkml:brushProperty name="color" value="#F6630D"/>
    </inkml:brush>
  </inkml:definitions>
  <inkml:trace contextRef="#ctx0" brushRef="#br0">3 86 10138 0 0,'0'0'20'0'0,"0"0"0"0"0,0 1 0 0 0,0-1 0 0 0,0 0 0 0 0,0 0 0 0 0,1 0 0 0 0,-1 0 0 0 0,0 0 0 0 0,0 0 0 0 0,0 0 0 0 0,0 0 0 0 0,0 0 0 0 0,0 1 0 0 0,0-1-1 0 0,0 0 1 0 0,0 0 0 0 0,0 0 0 0 0,0 0 0 0 0,1 0 0 0 0,-1 0 0 0 0,0 0 0 0 0,0 1 0 0 0,0-1 0 0 0,0 0 0 0 0,0 0 0 0 0,0 0 0 0 0,0 0 0 0 0,0 0 0 0 0,0 1 0 0 0,0-1 0 0 0,0 0 0 0 0,0 0 0 0 0,0 0 0 0 0,0 0 0 0 0,-1 0-1 0 0,1 0 1 0 0,0 1 0 0 0,0-1 0 0 0,0 0 0 0 0,0 0 0 0 0,0 0 0 0 0,0 0 0 0 0,0 0 0 0 0,0 0 0 0 0,0 0 0 0 0,0 0 0 0 0,0 1 0 0 0,-1-1 0 0 0,1 0 0 0 0,0 0 0 0 0,0 0 0 0 0,0 0 0 0 0,0 0 0 0 0,0 0 0 0 0,0 0 0 0 0,-1 0 0 0 0,1 0-1 0 0,0 0 1 0 0,0 0 0 0 0,0 0 0 0 0,0 0 0 0 0,0 0 0 0 0,0 0 0 0 0,-1 0 0 0 0,1 0 0 0 0,0 0 0 0 0,0 0 0 0 0,0 0 0 0 0,16 3 1929 0 0,23-3 589 0 0,15-5-980 0 0,0-2 0 0 0,66-18 0 0 0,30-15-6101 0 0,-122 32 2516 0 0,9-2-244 0 0</inkml:trace>
</inkml:ink>
</file>

<file path=ppt/ink/ink3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0.532"/>
    </inkml:context>
    <inkml:brush xml:id="br0">
      <inkml:brushProperty name="width" value="0.1" units="cm"/>
      <inkml:brushProperty name="height" value="0.1" units="cm"/>
      <inkml:brushProperty name="color" value="#F6630D"/>
    </inkml:brush>
  </inkml:definitions>
  <inkml:trace contextRef="#ctx0" brushRef="#br0">0 5 9218 0 0,'3'-5'5191'0'0,"3"11"-2881"0"0,3 9-481 0 0,18 59 288 0 0,18 81 1 0 0,-27-75-2189 0 0,-4 1 1 0 0,5 117-1 0 0,-18-124-1995 0 0,-2-38-3871 0 0,1-15-349 0 0</inkml:trace>
</inkml:ink>
</file>

<file path=ppt/ink/ink3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1.081"/>
    </inkml:context>
    <inkml:brush xml:id="br0">
      <inkml:brushProperty name="width" value="0.1" units="cm"/>
      <inkml:brushProperty name="height" value="0.1" units="cm"/>
      <inkml:brushProperty name="color" value="#F6630D"/>
    </inkml:brush>
  </inkml:definitions>
  <inkml:trace contextRef="#ctx0" brushRef="#br0">67 91 6913 0 0,'-5'-1'272'0'0,"-32"-10"431"0"0,35 11-472 0 0,1-1 1 0 0,-1 0-1 0 0,1 0 1 0 0,-1 1-1 0 0,0-1 0 0 0,1-1 1 0 0,0 1-1 0 0,-1 0 0 0 0,1 0 1 0 0,0 0-1 0 0,-1-1 0 0 0,1 1 1 0 0,0-1-1 0 0,0 1 1 0 0,0-1-1 0 0,0 1 0 0 0,1-1 1 0 0,-2-1-1 0 0,2 2-126 0 0,0 0-1 0 0,0 0 1 0 0,1 0-1 0 0,-1 0 1 0 0,0 1-1 0 0,0-1 1 0 0,1 0-1 0 0,-1 0 1 0 0,0 1-1 0 0,1-1 1 0 0,-1 0 0 0 0,1 0-1 0 0,-1 1 1 0 0,1-1-1 0 0,-1 1 1 0 0,1-1-1 0 0,-1 0 1 0 0,1 1-1 0 0,0-1 1 0 0,-1 1 0 0 0,1-1-1 0 0,0 1 1 0 0,-1 0-1 0 0,1-1 1 0 0,0 1-1 0 0,0 0 1 0 0,0-1-1 0 0,-1 1 1 0 0,2 0 0 0 0,30-10 529 0 0,-26 8-399 0 0,21-5 484 0 0,0 1 0 0 0,55-4-1 0 0,-69 9-496 0 0,0 1 0 0 0,1 0 0 0 0,-1 1 0 0 0,0 1 0 0 0,0 0 0 0 0,0 0 0 0 0,0 1 0 0 0,18 8 0 0 0,-27-10-235 0 0,0 1 0 0 0,0 1 0 0 0,0-1 0 0 0,0 0 0 0 0,-1 1-1 0 0,1 0 1 0 0,-1-1 0 0 0,0 1 0 0 0,1 1 0 0 0,-1-1 0 0 0,-1 0-1 0 0,1 1 1 0 0,0 0 0 0 0,-1-1 0 0 0,0 1 0 0 0,0 0-1 0 0,2 6 1 0 0,-2-3-39 0 0,0 0-1 0 0,-1 0 0 0 0,0 0 1 0 0,0 1-1 0 0,0-1 1 0 0,-1 0-1 0 0,0 0 0 0 0,-1 1 1 0 0,-2 12-1 0 0,-2-1-62 0 0,0 0-1 0 0,-1 0 0 0 0,-2-1 1 0 0,1 1-1 0 0,-2-2 1 0 0,-21 33-1 0 0,11-23 91 0 0,-1-2-1 0 0,-25 26 1 0 0,79-49 857 0 0,-27-3-810 0 0,1 1-1 0 0,0 0 0 0 0,-1 1 1 0 0,1 0-1 0 0,0 0 1 0 0,-1 0-1 0 0,1 1 0 0 0,-1 0 1 0 0,1 0-1 0 0,-1 1 0 0 0,0 0 1 0 0,10 6-1 0 0,-13-6-9 0 0,0 0 0 0 0,0 0 1 0 0,0 1-1 0 0,0-1 0 0 0,-1 1 0 0 0,1 0 0 0 0,-1 0 0 0 0,0 0 0 0 0,0 1 0 0 0,0-1 0 0 0,-1 1 0 0 0,1 0 1 0 0,-1-1-1 0 0,0 1 0 0 0,-1 0 0 0 0,1 0 0 0 0,-1 0 0 0 0,0 0 0 0 0,0 9 0 0 0,-1-3 67 0 0,0 0 0 0 0,-1 1 0 0 0,0-1 0 0 0,-1 0 1 0 0,-1 0-1 0 0,0 0 0 0 0,0 0 0 0 0,-1-1 0 0 0,0 1 0 0 0,-1-1 0 0 0,0 0 0 0 0,-1 0 0 0 0,0-1 0 0 0,-14 18 0 0 0,-2-1 239 0 0,-1-1 1 0 0,0-1-1 0 0,-49 37 1 0 0,59-51-217 0 0,3-1-31 0 0,0-1 1 0 0,-1 1-1 0 0,-1-2 1 0 0,1 1-1 0 0,-1-2 1 0 0,0 0-1 0 0,-1 0 1 0 0,-20 6-1 0 0,31-12-179 0 0,1 1 0 0 0,0-1 0 0 0,-1 0 1 0 0,1 0-1 0 0,-1 0 0 0 0,1 0 0 0 0,0 0 0 0 0,-1 0 0 0 0,1 0 0 0 0,-1-1 1 0 0,1 1-1 0 0,0 0 0 0 0,-1-1 0 0 0,1 1 0 0 0,0-1 0 0 0,-1 1 0 0 0,1-1 1 0 0,0 0-1 0 0,0 0 0 0 0,0 1 0 0 0,0-1 0 0 0,-1 0 0 0 0,0-2 0 0 0</inkml:trace>
</inkml:ink>
</file>

<file path=ppt/ink/ink3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1.624"/>
    </inkml:context>
    <inkml:brush xml:id="br0">
      <inkml:brushProperty name="width" value="0.1" units="cm"/>
      <inkml:brushProperty name="height" value="0.1" units="cm"/>
      <inkml:brushProperty name="color" value="#F6630D"/>
    </inkml:brush>
  </inkml:definitions>
  <inkml:trace contextRef="#ctx0" brushRef="#br0">400 148 10594 0 0,'5'-23'1232'0'0,"14"-37"0"0"0,1 8 3735 0 0,-15 40-3152 0 0,-6 15-908 0 0,-12 31 1738 0 0,-28 77-2395 0 0,-244 1048-7 0 0,283-1152-244 0 0,-7 41-241 0 0,-2 0 1 0 0,-3-1 0 0 0,-32 79-1 0 0,26-99-1953 0 0,14-22 1388 0 0</inkml:trace>
</inkml:ink>
</file>

<file path=ppt/ink/ink3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2.174"/>
    </inkml:context>
    <inkml:brush xml:id="br0">
      <inkml:brushProperty name="width" value="0.1" units="cm"/>
      <inkml:brushProperty name="height" value="0.1" units="cm"/>
      <inkml:brushProperty name="color" value="#F6630D"/>
    </inkml:brush>
  </inkml:definitions>
  <inkml:trace contextRef="#ctx0" brushRef="#br0">232 7 10138 0 0,'0'0'122'0'0,"0"0"-1"0"0,-3-4 1581 0 0,3 3-1581 0 0,0 1 1 0 0,0 0-1 0 0,-1 0 1 0 0,1 0-1 0 0,0 0 1 0 0,-1-1-1 0 0,1 1 1 0 0,0 0-1 0 0,-1 0 1 0 0,1 0 0 0 0,0 0-1 0 0,-1 0 1 0 0,1 0-1 0 0,0 0 1 0 0,-1 0-1 0 0,1 0 1 0 0,0 0-1 0 0,-1 0 1 0 0,1 0-1 0 0,-1 0 1 0 0,1 0-1 0 0,-4 3 1581 0 0,4-3-1581 0 0,0 1 1 0 0,0-1-1 0 0,-1 0 1 0 0,1 1 0 0 0,0-1-1 0 0,0 0 1 0 0,0 1-1 0 0,0-1 1 0 0,0 0-1 0 0,0 1 1 0 0,0-1-1 0 0,0 1 1 0 0,-9 21 1642 0 0,-34 152-588 0 0,27-100-579 0 0,-28 76 1 0 0,6-57-2203 0 0,22-57-171 0 0,2 0 1 0 0,1 1-1 0 0,-11 52 1 0 0</inkml:trace>
</inkml:ink>
</file>

<file path=ppt/ink/ink3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2.556"/>
    </inkml:context>
    <inkml:brush xml:id="br0">
      <inkml:brushProperty name="width" value="0.1" units="cm"/>
      <inkml:brushProperty name="height" value="0.1" units="cm"/>
      <inkml:brushProperty name="color" value="#F6630D"/>
    </inkml:brush>
  </inkml:definitions>
  <inkml:trace contextRef="#ctx0" brushRef="#br0">0 184 3225 0 0,'0'-18'1435'0'0,"1"1"0"0"0,1-1 1 0 0,0 1-1 0 0,1-1 0 0 0,1 1 1 0 0,1 0-1 0 0,12-29 0 0 0,-17 45-1327 0 0,1 0 0 0 0,-1 0 1 0 0,0 0-1 0 0,1 0 0 0 0,-1 1 0 0 0,1-1 0 0 0,-1 0 0 0 0,1 0 0 0 0,0 1 0 0 0,-1-1 1 0 0,1 0-1 0 0,-1 1 0 0 0,1-1 0 0 0,0 0 0 0 0,0 1 0 0 0,-1-1 0 0 0,1 1 0 0 0,0 0 1 0 0,0-1-1 0 0,0 1 0 0 0,0 0 0 0 0,-1-1 0 0 0,1 1 0 0 0,0 0 0 0 0,0 0 0 0 0,0 0 1 0 0,1-1-1 0 0,0 2-12 0 0,-1-1 1 0 0,0 1 0 0 0,1 0 0 0 0,-1-1 0 0 0,1 1-1 0 0,-1 0 1 0 0,0 0 0 0 0,1 0 0 0 0,-1 0-1 0 0,0 0 1 0 0,0 0 0 0 0,0 0 0 0 0,0 0-1 0 0,2 2 1 0 0,4 8 116 0 0,0 1-1 0 0,0-1 0 0 0,4 14 0 0 0,-7-17 5 0 0,47 86 87 0 0,5-2 0 0 0,69 87 1 0 0,-118-168-310 0 0,-3-5-3 0 0,0 0 1 0 0,0-1-1 0 0,1 1 1 0 0,0-1 0 0 0,-1 0-1 0 0,2 0 1 0 0,10 8 0 0 0,-32-36 320 0 0,11 19-264 0 0,0 0-1 0 0,-1 0 1 0 0,0 1-1 0 0,1 0 1 0 0,-1 0 0 0 0,0 0-1 0 0,0 1 1 0 0,-1 0 0 0 0,1 0-1 0 0,0 1 1 0 0,-1-1-1 0 0,1 1 1 0 0,-1 1 0 0 0,1-1-1 0 0,-1 1 1 0 0,-10 1 0 0 0,-10 3 98 0 0,0 1 1 0 0,-48 15 0 0 0,44-11-673 0 0,-35 6 1 0 0</inkml:trace>
</inkml:ink>
</file>

<file path=ppt/ink/ink3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2.887"/>
    </inkml:context>
    <inkml:brush xml:id="br0">
      <inkml:brushProperty name="width" value="0.1" units="cm"/>
      <inkml:brushProperty name="height" value="0.1" units="cm"/>
      <inkml:brushProperty name="color" value="#F6630D"/>
    </inkml:brush>
  </inkml:definitions>
  <inkml:trace contextRef="#ctx0" brushRef="#br0">173 240 6449 0 0,'3'-13'622'0'0,"0"0"1"0"0,-2 0-1 0 0,1-1 0 0 0,-2 1 0 0 0,0-1 0 0 0,0 1 0 0 0,-3-14 0 0 0,2 20-80 0 0,0 0 0 0 0,0 0 0 0 0,-1 0 0 0 0,0 0 0 0 0,0 0 1 0 0,-1 1-1 0 0,0-1 0 0 0,0 1 0 0 0,-1-1 0 0 0,1 1 0 0 0,-1 0 0 0 0,-1 1 0 0 0,1-1 0 0 0,-11-9 1 0 0,14 14-472 0 0,-1-1 1 0 0,0 1 0 0 0,1 0 0 0 0,-1 0-1 0 0,0 0 1 0 0,0 0 0 0 0,0 0 0 0 0,0 0 0 0 0,0 0-1 0 0,0 1 1 0 0,0-1 0 0 0,0 1 0 0 0,0-1 0 0 0,-1 1-1 0 0,1 0 1 0 0,0 0 0 0 0,0 0 0 0 0,0 0 0 0 0,0 0-1 0 0,0 0 1 0 0,-1 1 0 0 0,1-1 0 0 0,0 1 0 0 0,0 0-1 0 0,0-1 1 0 0,0 1 0 0 0,0 0 0 0 0,0 0 0 0 0,1 0-1 0 0,-1 0 1 0 0,0 1 0 0 0,0-1 0 0 0,1 0 0 0 0,-1 1-1 0 0,1-1 1 0 0,-1 1 0 0 0,1 0 0 0 0,-1-1 0 0 0,1 1-1 0 0,0 0 1 0 0,-1 2 0 0 0,-4 6-16 0 0,0-1 1 0 0,1 1-1 0 0,1 1 0 0 0,-1-1 1 0 0,2 1-1 0 0,-5 17 1 0 0,4-3 4 0 0,0-1 1 0 0,2 0-1 0 0,1 1 1 0 0,1-1-1 0 0,1 1 1 0 0,1 0 0 0 0,1-1-1 0 0,11 39 1 0 0,8 11 30 0 0,44 100 1 0 0,-40-114 20 0 0,-3 1-1 0 0,24 104 1 0 0,-40-124-159 0 0,-1-1-1 0 0,-1 79 0 0 0,-6-94-509 0 0,-1 0 0 0 0,-1-1-1 0 0,-1 0 1 0 0,-1 1 0 0 0,-1-1-1 0 0,-11 25 1 0 0,9-35-1771 0 0,4-11 838 0 0</inkml:trace>
</inkml:ink>
</file>

<file path=ppt/ink/ink3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3.061"/>
    </inkml:context>
    <inkml:brush xml:id="br0">
      <inkml:brushProperty name="width" value="0.1" units="cm"/>
      <inkml:brushProperty name="height" value="0.1" units="cm"/>
      <inkml:brushProperty name="color" value="#F6630D"/>
    </inkml:brush>
  </inkml:definitions>
  <inkml:trace contextRef="#ctx0" brushRef="#br0">2 267 4145 0 0,'-1'-3'275'0'0,"1"0"0"0"0,-1 1 0 0 0,1-1 0 0 0,0 0 1 0 0,0 0-1 0 0,0 1 0 0 0,0-1 0 0 0,1 0 0 0 0,-1 0 0 0 0,1 0 0 0 0,-1 1 1 0 0,1-1-1 0 0,0 0 0 0 0,0 1 0 0 0,0-1 0 0 0,1 1 0 0 0,1-5 1 0 0,2 1 698 0 0,1 1 1 0 0,-1-1 0 0 0,1 1 0 0 0,0 0 0 0 0,8-6 0 0 0,78-48 3901 0 0,54-19-3545 0 0,-107 57-1474 0 0,-4 3-24 0 0</inkml:trace>
</inkml:ink>
</file>

<file path=ppt/ink/ink3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3.853"/>
    </inkml:context>
    <inkml:brush xml:id="br0">
      <inkml:brushProperty name="width" value="0.1" units="cm"/>
      <inkml:brushProperty name="height" value="0.1" units="cm"/>
      <inkml:brushProperty name="color" value="#F6630D"/>
    </inkml:brush>
  </inkml:definitions>
  <inkml:trace contextRef="#ctx0" brushRef="#br0">581 47 7834 0 0,'-7'-6'718'0'0,"-1"0"0"0"0,0 1 0 0 0,0 0 1 0 0,0 0-1 0 0,-1 1 0 0 0,1 0 0 0 0,-19-5 1 0 0,22 8-433 0 0,0 0 1 0 0,0 1-1 0 0,0 0 1 0 0,0 0 0 0 0,0 0-1 0 0,0 1 1 0 0,0 0-1 0 0,0 0 1 0 0,0 0 0 0 0,0 0-1 0 0,1 1 1 0 0,-1 0 0 0 0,0 0-1 0 0,1 0 1 0 0,-1 0-1 0 0,-7 6 1 0 0,-8 8 23 0 0,-1 0-1 0 0,2 1 1 0 0,0 1-1 0 0,2 1 1 0 0,0 1 0 0 0,1 0-1 0 0,0 1 1 0 0,2 1-1 0 0,-19 39 1 0 0,2 4-25 0 0,4 2 0 0 0,-24 84 0 0 0,23-53-164 0 0,3 2-1 0 0,5 0 0 0 0,5 2 0 0 0,4-1 1 0 0,3 181-1 0 0,11-239-48 0 0,1 0 1 0 0,2-1-1 0 0,2 0 1 0 0,2 0-1 0 0,27 71 0 0 0,-25-85-13 0 0,1-2 0 0 0,1 1 0 0 0,1-2 0 0 0,1 0 0 0 0,1 0 0 0 0,2-2 0 0 0,0 0 0 0 0,1-2 0 0 0,27 23 0 0 0,-6-11-92 0 0,3-1 0 0 0,0-3 0 0 0,2-1 0 0 0,1-2 0 0 0,0-3 0 0 0,2-1 0 0 0,1-3 0 0 0,1-2-1 0 0,91 19 1 0 0,-54-23-436 0 0</inkml:trace>
</inkml:ink>
</file>

<file path=ppt/ink/ink3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4.250"/>
    </inkml:context>
    <inkml:brush xml:id="br0">
      <inkml:brushProperty name="width" value="0.1" units="cm"/>
      <inkml:brushProperty name="height" value="0.1" units="cm"/>
      <inkml:brushProperty name="color" value="#F6630D"/>
    </inkml:brush>
  </inkml:definitions>
  <inkml:trace contextRef="#ctx0" brushRef="#br0">0 0 11979 0 0,'28'20'5376'0'0,"-17"-14"-4455"0"0,26 22-136 0 0,-2 1 1 0 0,0 1 0 0 0,-2 2-1 0 0,-1 2 1 0 0,-2 0-1 0 0,27 42 1 0 0,-12-8-632 0 0,-2 1 0 0 0,51 118 0 0 0,-73-138-94 0 0,-2 0 0 0 0,-2 2 0 0 0,-3 0 0 0 0,-1 1 0 0 0,10 102-1 0 0,-21-114-88 0 0,-1 0 1 0 0,-3 0-1 0 0,-1 0 0 0 0,-1 0 0 0 0,-3-1 0 0 0,-1 0 0 0 0,-1 0 0 0 0,-24 58 0 0 0,12-50-590 0 0,-2 0 0 0 0,-2-1-1 0 0,-33 45 1 0 0,6-16-7261 0 0</inkml:trace>
</inkml:ink>
</file>

<file path=ppt/ink/ink3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8.085"/>
    </inkml:context>
    <inkml:brush xml:id="br0">
      <inkml:brushProperty name="width" value="0.1" units="cm"/>
      <inkml:brushProperty name="height" value="0.1" units="cm"/>
      <inkml:brushProperty name="color" value="#F6630D"/>
    </inkml:brush>
  </inkml:definitions>
  <inkml:trace contextRef="#ctx0" brushRef="#br0">298 36 12443 0 0,'0'-2'118'0'0,"-1"0"-1"0"0,1 1 1 0 0,0-1 0 0 0,-1 0 0 0 0,1 1 0 0 0,-1-1 0 0 0,1 1 0 0 0,-1-1 0 0 0,0 1 0 0 0,0-1-1 0 0,0 1 1 0 0,0 0 0 0 0,0-1 0 0 0,0 1 0 0 0,0 0 0 0 0,0 0 0 0 0,0 0 0 0 0,0-1 0 0 0,-1 1-1 0 0,1 0 1 0 0,-1 1 0 0 0,1-1 0 0 0,0 0 0 0 0,-1 0 0 0 0,1 1 0 0 0,-1-1 0 0 0,0 1 0 0 0,1-1-1 0 0,-4 0 1 0 0,2 1-11 0 0,0 0 0 0 0,0 0 1 0 0,1 0-1 0 0,-1 1 0 0 0,0-1 0 0 0,0 1 0 0 0,0-1 0 0 0,1 1 0 0 0,-1 0 0 0 0,0 0 0 0 0,1 0 0 0 0,-1 1 0 0 0,1-1 0 0 0,-1 1 0 0 0,1-1 0 0 0,0 1 0 0 0,-4 3 0 0 0,-2 4 88 0 0,0 0 0 0 0,0 0-1 0 0,1 1 1 0 0,1 0-1 0 0,0 1 1 0 0,-6 12-1 0 0,-25 70 480 0 0,28-66-556 0 0,-17 45 55 0 0,4 1-1 0 0,4 2 0 0 0,2-1 0 0 0,4 2 0 0 0,3 0 1 0 0,1 87-1 0 0,8-132-92 0 0,2 0 0 0 0,1-1 1 0 0,1 1-1 0 0,2-1 0 0 0,1 0 1 0 0,1-1-1 0 0,22 51 0 0 0,-23-65-90 0 0,1 0 0 0 0,1 0 0 0 0,0-1 0 0 0,1 0 0 0 0,0-1 0 0 0,1 0 0 0 0,0 0 0 0 0,1-1 0 0 0,1-1 0 0 0,0 0 0 0 0,0-1 0 0 0,1 0-1 0 0,0-1 1 0 0,1-1 0 0 0,26 11 0 0 0,-23-12-383 0 0,1-1 0 0 0,34 6 0 0 0,-4-6-595 0 0</inkml:trace>
</inkml:ink>
</file>

<file path=ppt/ink/ink3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8.384"/>
    </inkml:context>
    <inkml:brush xml:id="br0">
      <inkml:brushProperty name="width" value="0.1" units="cm"/>
      <inkml:brushProperty name="height" value="0.1" units="cm"/>
      <inkml:brushProperty name="color" value="#F6630D"/>
    </inkml:brush>
  </inkml:definitions>
  <inkml:trace contextRef="#ctx0" brushRef="#br0">117 0 10594 0 0,'-1'0'74'0'0,"1"0"0"0"0,-1 0 0 0 0,1 0 0 0 0,-1 0 0 0 0,1 0 0 0 0,-1 0 0 0 0,1 0 0 0 0,-1 0 0 0 0,0 0 0 0 0,1 1 0 0 0,-1-1 0 0 0,1 0 0 0 0,-1 0 0 0 0,1 0 0 0 0,-1 1 0 0 0,1-1 0 0 0,-1 0 0 0 0,1 1 0 0 0,0-1 0 0 0,-1 0 0 0 0,1 1 0 0 0,-1-1 0 0 0,1 0 0 0 0,0 1 0 0 0,-1-1 0 0 0,1 1 0 0 0,0-1 0 0 0,-1 1 0 0 0,1-1 0 0 0,0 1 0 0 0,0-1 0 0 0,-1 1 0 0 0,1 0-1 0 0,-8 19 1413 0 0,8-19-1329 0 0,-8 31 1042 0 0,2-1-1 0 0,1 1 1 0 0,-1 59-1 0 0,-1 1-518 0 0,-20 73-42 0 0,-2 6-1063 0 0,26-135-1471 0 0,1 42 1 0 0,2-54-4255 0 0</inkml:trace>
</inkml:ink>
</file>

<file path=ppt/ink/ink3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8.734"/>
    </inkml:context>
    <inkml:brush xml:id="br0">
      <inkml:brushProperty name="width" value="0.1" units="cm"/>
      <inkml:brushProperty name="height" value="0.1" units="cm"/>
      <inkml:brushProperty name="color" value="#F6630D"/>
    </inkml:brush>
  </inkml:definitions>
  <inkml:trace contextRef="#ctx0" brushRef="#br0">95 128 7370 0 0,'2'-18'399'0'0,"6"-27"-97"0"0,-8 42-252 0 0,1 0 1 0 0,0 0 0 0 0,0 0 0 0 0,0 1-1 0 0,0-1 1 0 0,0 0 0 0 0,0 1-1 0 0,1-1 1 0 0,0 1 0 0 0,-1-1-1 0 0,4-2 1 0 0,-2 2 336 0 0,1 0 1 0 0,-1 0-1 0 0,1 0 0 0 0,0 1 0 0 0,0-1 0 0 0,0 1 1 0 0,0 0-1 0 0,1 1 0 0 0,-1-1 0 0 0,0 1 0 0 0,1-1 1 0 0,-1 1-1 0 0,6 0 0 0 0,-7 1-177 0 0,0 0 0 0 0,1 1 0 0 0,-1-1 0 0 0,0 1 0 0 0,0 0 1 0 0,0 0-1 0 0,0 0 0 0 0,0 0 0 0 0,0 1 0 0 0,0-1 0 0 0,0 1 0 0 0,0 0 0 0 0,0-1 0 0 0,-1 1 0 0 0,1 1 1 0 0,-1-1-1 0 0,0 0 0 0 0,4 5 0 0 0,36 45 1159 0 0,40 64 1 0 0,-4-5-1143 0 0,-51-77-285 0 0,-2 2 1 0 0,-1 0 0 0 0,21 46-1 0 0,-44-82 47 0 0,-1 0 0 0 0,0 0-1 0 0,0 1 1 0 0,0-1-1 0 0,0 0 1 0 0,0 0-1 0 0,0 1 1 0 0,0-1-1 0 0,0 0 1 0 0,0 0 0 0 0,0 0-1 0 0,0 1 1 0 0,0-1-1 0 0,0 0 1 0 0,0 0-1 0 0,0 1 1 0 0,0-1 0 0 0,0 0-1 0 0,-1 0 1 0 0,1 0-1 0 0,0 1 1 0 0,0-1-1 0 0,0 0 1 0 0,0 0-1 0 0,0 0 1 0 0,0 1 0 0 0,-1-1-1 0 0,1 0 1 0 0,0 0-1 0 0,0 0 1 0 0,0 0-1 0 0,-1 1 1 0 0,1-1-1 0 0,0 0 1 0 0,0 0 0 0 0,0 0-1 0 0,-1 0 1 0 0,1 0-1 0 0,0 0 1 0 0,0 0-1 0 0,-1 0 1 0 0,1 0-1 0 0,-17 3-123 0 0,-22-6 188 0 0,37 3-79 0 0,-41-6 311 0 0,0 3 0 0 0,0 1-1 0 0,0 2 1 0 0,0 2-1 0 0,0 2 1 0 0,-76 17 0 0 0,31 2-703 0 0,51-13-2369 0 0</inkml:trace>
</inkml:ink>
</file>

<file path=ppt/ink/ink3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9.055"/>
    </inkml:context>
    <inkml:brush xml:id="br0">
      <inkml:brushProperty name="width" value="0.1" units="cm"/>
      <inkml:brushProperty name="height" value="0.1" units="cm"/>
      <inkml:brushProperty name="color" value="#F6630D"/>
    </inkml:brush>
  </inkml:definitions>
  <inkml:trace contextRef="#ctx0" brushRef="#br0">213 132 10594 0 0,'-4'-28'140'0'0,"3"17"404"0"0,0 1 0 0 0,-1-1 0 0 0,-1 1 0 0 0,1 0 0 0 0,-1-1 0 0 0,-6-9 0 0 0,9 18-393 0 0,-1 1 0 0 0,0-1 0 0 0,0 1 0 0 0,0 0 0 0 0,0-1 1 0 0,0 1-1 0 0,0 0 0 0 0,-1 0 0 0 0,1 0 0 0 0,0 0 0 0 0,-1 0 0 0 0,1 0 1 0 0,0 0-1 0 0,-1 0 0 0 0,1 1 0 0 0,-1-1 0 0 0,1 1 0 0 0,-3-2 0 0 0,1 2 41 0 0,0 0 0 0 0,1 0 0 0 0,-1 1 0 0 0,0-1 0 0 0,1 0-1 0 0,-1 1 1 0 0,0 0 0 0 0,1-1 0 0 0,-1 1 0 0 0,1 0 0 0 0,-1 0-1 0 0,1 1 1 0 0,-1-1 0 0 0,-3 3 0 0 0,-3 3-53 0 0,0 0-1 0 0,1 0 1 0 0,0 1 0 0 0,1 0-1 0 0,0 0 1 0 0,0 1 0 0 0,1 0-1 0 0,0 0 1 0 0,0 1 0 0 0,1-1 0 0 0,0 1-1 0 0,1 0 1 0 0,0 1 0 0 0,-5 18-1 0 0,3-2-127 0 0,1 0-1 0 0,1 1 1 0 0,1-1-1 0 0,2 50 0 0 0,2-53 4 0 0,2 0 0 0 0,0 0-1 0 0,1-1 1 0 0,2 1 0 0 0,0-1-1 0 0,14 31 1 0 0,-5-21-238 0 0,2-1-1 0 0,1-1 1 0 0,34 46 0 0 0,3-1-2441 0 0,-22-24-2825 0 0,-25-38 321 0 0</inkml:trace>
</inkml:ink>
</file>

<file path=ppt/ink/ink3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9.225"/>
    </inkml:context>
    <inkml:brush xml:id="br0">
      <inkml:brushProperty name="width" value="0.1" units="cm"/>
      <inkml:brushProperty name="height" value="0.1" units="cm"/>
      <inkml:brushProperty name="color" value="#F6630D"/>
    </inkml:brush>
  </inkml:definitions>
  <inkml:trace contextRef="#ctx0" brushRef="#br0">1 253 10594 0 0,'0'-4'114'0'0,"0"0"0"0"0,0 0 0 0 0,0 0 0 0 0,1 0 0 0 0,-1 0 0 0 0,1 0 0 0 0,0 0 0 0 0,0 0-1 0 0,0 0 1 0 0,1 1 0 0 0,-1-1 0 0 0,1 0 0 0 0,4-5 0 0 0,-2 2 82 0 0,1 1-1 0 0,1 0 1 0 0,-1 0-1 0 0,1 0 1 0 0,0 1-1 0 0,10-7 1 0 0,4-1 259 0 0,0 1 1 0 0,1 1-1 0 0,40-14 0 0 0,45-16-1805 0 0,-29 11-3040 0 0,-45 18 2409 0 0</inkml:trace>
</inkml:ink>
</file>

<file path=ppt/ink/ink3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6:49.446"/>
    </inkml:context>
    <inkml:brush xml:id="br0">
      <inkml:brushProperty name="width" value="0.1" units="cm"/>
      <inkml:brushProperty name="height" value="0.1" units="cm"/>
      <inkml:brushProperty name="color" value="#F6630D"/>
    </inkml:brush>
  </inkml:definitions>
  <inkml:trace contextRef="#ctx0" brushRef="#br0">1 0 9218 0 0,'1'1'105'0'0,"0"-1"0"0"0,0 0 0 0 0,0 1 0 0 0,0-1-1 0 0,0 1 1 0 0,0 0 0 0 0,0-1 0 0 0,0 1 0 0 0,0 0 0 0 0,0-1 0 0 0,0 1 0 0 0,0 0 0 0 0,0 0-1 0 0,-1 0 1 0 0,1 0 0 0 0,0-1 0 0 0,-1 1 0 0 0,2 2 0 0 0,12 24 679 0 0,-9-18-436 0 0,135 300 5991 0 0,-113-242-5554 0 0,-2-3-341 0 0,-4 1 1 0 0,-2 1 0 0 0,-3 1-1 0 0,12 116 1 0 0,-21-106-714 0 0</inkml:trace>
</inkml:ink>
</file>

<file path=ppt/ink/ink3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28.676"/>
    </inkml:context>
    <inkml:brush xml:id="br0">
      <inkml:brushProperty name="width" value="0.1" units="cm"/>
      <inkml:brushProperty name="height" value="0.1" units="cm"/>
      <inkml:brushProperty name="color" value="#F6630D"/>
    </inkml:brush>
  </inkml:definitions>
  <inkml:trace contextRef="#ctx0" brushRef="#br0">273 3 3681 0 0,'4'-2'15300'0'0,"-18"20"-12742"0"0,-11 13-5090 0 0,11-16 3823 0 0,-30 36-1219 0 0,-52 77 1 0 0,84-111 73 0 0,1 2 0 0 0,1-1 0 0 0,0 2 0 0 0,2-1 0 0 0,0 1 1 0 0,1 0-1 0 0,1 1 0 0 0,-5 33 0 0 0,11-48-59 0 0,-1-1-1 0 0,1 1 1 0 0,1 0-1 0 0,-1-1 1 0 0,1 1-1 0 0,0-1 1 0 0,0 1 0 0 0,0 0-1 0 0,1-1 1 0 0,0 0-1 0 0,0 1 1 0 0,1-1-1 0 0,2 5 1 0 0,1-2 6 0 0,-1 0 0 0 0,1-1 0 0 0,0 0 0 0 0,0 0 0 0 0,1-1 0 0 0,0 0 1 0 0,11 8-1 0 0,2-1 29 0 0,1-1 1 0 0,1-1 0 0 0,0-1-1 0 0,0-1 1 0 0,31 8 0 0 0,16-1-311 0 0,1-2-1 0 0,1-4 1 0 0,123 2 0 0 0,-176-11-1709 0 0</inkml:trace>
</inkml:ink>
</file>

<file path=ppt/ink/ink3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29.739"/>
    </inkml:context>
    <inkml:brush xml:id="br0">
      <inkml:brushProperty name="width" value="0.1" units="cm"/>
      <inkml:brushProperty name="height" value="0.1" units="cm"/>
      <inkml:brushProperty name="color" value="#F6630D"/>
    </inkml:brush>
  </inkml:definitions>
  <inkml:trace contextRef="#ctx0" brushRef="#br0">0 204 2761 0 0,'2'-8'354'0'0,"25"-93"4356"0"0,-23 91-3996 0 0,0 0-1 0 0,0 1 1 0 0,1 0 0 0 0,0 0 0 0 0,0 0 0 0 0,1 0 0 0 0,0 1 0 0 0,8-8 0 0 0,-14 16-570 0 0,1-1 0 0 0,-1 1 0 0 0,1-1 0 0 0,-1 1 0 0 0,1 0 0 0 0,-1-1 0 0 0,1 1 0 0 0,0 0 0 0 0,-1-1 0 0 0,1 1 0 0 0,-1 0 0 0 0,1-1 0 0 0,0 1 0 0 0,-1 0 0 0 0,1 0 0 0 0,0 0 0 0 0,-1 0 0 0 0,1 0 0 0 0,0 0 0 0 0,-1 0 0 0 0,1 0 0 0 0,0 0 0 0 0,-1 0 0 0 0,1 0 0 0 0,0 0 0 0 0,-1 0 0 0 0,2 1 0 0 0,14 14 1709 0 0,7 29-741 0 0,-21-41-916 0 0,20 54 115 0 0,-2 0-1 0 0,-2 0 1 0 0,17 109-1 0 0,1 183-637 0 0,-34-316-489 0 0,1 0 0 0 0,2-1 0 0 0,1 1 0 0 0,15 46 1 0 0,-11-56-5862 0 0</inkml:trace>
</inkml:ink>
</file>

<file path=ppt/ink/ink3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0.103"/>
    </inkml:context>
    <inkml:brush xml:id="br0">
      <inkml:brushProperty name="width" value="0.1" units="cm"/>
      <inkml:brushProperty name="height" value="0.1" units="cm"/>
      <inkml:brushProperty name="color" value="#F6630D"/>
    </inkml:brush>
  </inkml:definitions>
  <inkml:trace contextRef="#ctx0" brushRef="#br0">10 0 13827 0 0,'0'0'1247'0'0,"3"19"-428"0"0,-11 144 195 0 0,3-92-214 0 0,6 102 1 0 0,1-154-716 0 0,0 0 0 0 0,2 0 0 0 0,0 0 0 0 0,1-1 0 0 0,1 1 0 0 0,1-1 0 0 0,13 24 0 0 0,-16-34-44 0 0,1 0 0 0 0,0 0 0 0 0,0 0 0 0 0,1-1 0 0 0,0 0-1 0 0,0 0 1 0 0,0-1 0 0 0,1 1 0 0 0,0-1 0 0 0,1-1 0 0 0,-1 1 0 0 0,1-1 0 0 0,0-1 0 0 0,0 0 0 0 0,1 0-1 0 0,-1 0 1 0 0,14 3 0 0 0,-17-6-21 0 0,0 0-1 0 0,0-1 1 0 0,1 1 0 0 0,-1-1-1 0 0,0 0 1 0 0,0-1 0 0 0,0 1-1 0 0,0-1 1 0 0,0 0-1 0 0,0 0 1 0 0,0 0 0 0 0,0-1-1 0 0,0 0 1 0 0,-1 0-1 0 0,1 0 1 0 0,-1-1 0 0 0,1 1-1 0 0,-1-1 1 0 0,0 0-1 0 0,0 0 1 0 0,0-1 0 0 0,0 1-1 0 0,-1-1 1 0 0,1 0-1 0 0,-1 0 1 0 0,0 0 0 0 0,0 0-1 0 0,3-7 1 0 0,0 1 61 0 0,-2 1 0 0 0,1-1 0 0 0,-1 0-1 0 0,-1 0 1 0 0,0 0 0 0 0,0 0 0 0 0,-1-1 0 0 0,0 1 0 0 0,-1-1 0 0 0,0 1 0 0 0,-1-1 0 0 0,-1-19 0 0 0,-2 12 33 0 0,-2-1 1 0 0,1 0-1 0 0,-2 1 1 0 0,-1 0-1 0 0,-15-31 1 0 0,15 38-429 0 0,0-1 0 0 0,0 1 0 0 0,-16-17 0 0 0,17 22-636 0 0,0 0-1 0 0,0 1 1 0 0,0 0 0 0 0,0 0 0 0 0,-1 0 0 0 0,-14-6-1 0 0,5 5-5219 0 0</inkml:trace>
</inkml:ink>
</file>

<file path=ppt/ink/ink3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0.787"/>
    </inkml:context>
    <inkml:brush xml:id="br0">
      <inkml:brushProperty name="width" value="0.1" units="cm"/>
      <inkml:brushProperty name="height" value="0.1" units="cm"/>
      <inkml:brushProperty name="color" value="#F6630D"/>
    </inkml:brush>
  </inkml:definitions>
  <inkml:trace contextRef="#ctx0" brushRef="#br0">3 107 10594 0 0,'-1'2'341'0'0,"1"0"-1"0"0,-1-1 1 0 0,1 1-1 0 0,0 0 0 0 0,-1 0 1 0 0,1 0-1 0 0,0 0 1 0 0,0 0-1 0 0,0-1 1 0 0,0 1-1 0 0,1 0 0 0 0,-1 0 1 0 0,0 0-1 0 0,2 2 1 0 0,6 31 2009 0 0,-7-34-2212 0 0,0-1 0 0 0,0 0 1 0 0,-1 0-1 0 0,1 0 0 0 0,0 0 1 0 0,-1 0-1 0 0,1 0 0 0 0,0-1 1 0 0,0 1-1 0 0,-1 0 0 0 0,1 0 1 0 0,0 0-1 0 0,-1-1 0 0 0,1 1 1 0 0,0 0-1 0 0,-1-1 0 0 0,1 1 1 0 0,0-1-1 0 0,-1 1 0 0 0,1 0 1 0 0,-1-1-1 0 0,1 0 0 0 0,-1 1 1 0 0,1-1-1 0 0,0 0 0 0 0,17-20-582 0 0,-17 19 108 0 0,0 0-1 0 0,0 0 1 0 0,1 0 0 0 0,-1 0-1 0 0,1 0 1 0 0,-1 0-1 0 0,1 1 1 0 0,-1-1 0 0 0,1 1-1 0 0,0-1 1 0 0,3-1-1 0 0,4-4 671 0 0,-9 6-324 0 0,-18 45 1613 0 0,12-14-1264 0 0,2 0-1 0 0,1 0 1 0 0,1 0-1 0 0,4 60 0 0 0,0-68-316 0 0,1-1 1 0 0,1 1-1 0 0,1-1 0 0 0,1 0 0 0 0,1 0 1 0 0,0-1-1 0 0,18 33 0 0 0,-20-44-34 0 0,0-1 0 0 0,1 0-1 0 0,0 0 1 0 0,0-1 0 0 0,1 0-1 0 0,0 0 1 0 0,0-1 0 0 0,1 1 0 0 0,0-2-1 0 0,0 1 1 0 0,11 5 0 0 0,-14-9-3 0 0,-1 1-1 0 0,1-2 1 0 0,0 1 0 0 0,-1-1 0 0 0,1 1 0 0 0,0-1 0 0 0,0 0 0 0 0,0-1 0 0 0,0 1 0 0 0,0-1 0 0 0,0 0 0 0 0,0-1 0 0 0,0 1 0 0 0,0-1 0 0 0,-1 0-1 0 0,1 0 1 0 0,0 0 0 0 0,0-1 0 0 0,0 1 0 0 0,-1-1 0 0 0,1 0 0 0 0,-1-1 0 0 0,7-4 0 0 0,-1 0 42 0 0,-1-1 1 0 0,-1 0-1 0 0,1 0 1 0 0,-1-1 0 0 0,0 0-1 0 0,-1 0 1 0 0,0-1-1 0 0,-1 0 1 0 0,11-21-1 0 0,-11 16 21 0 0,0-2 0 0 0,0 1 0 0 0,-2-1 0 0 0,0 1-1 0 0,-1-1 1 0 0,1-24 0 0 0,-3 17-98 0 0,-1-1 0 0 0,-1 1 0 0 0,-1 0 0 0 0,-2 0 0 0 0,0 0 0 0 0,-1 1 0 0 0,-2-1 0 0 0,0 1-1 0 0,-20-40 1 0 0,21 51-37 0 0,0 0-1 0 0,-2 1 1 0 0,1 0 0 0 0,-1 0-1 0 0,-1 1 1 0 0,-18-17-1 0 0,23 24-127 0 0,0-1-1 0 0,-1 1 1 0 0,1 0 0 0 0,-1 1-1 0 0,0-1 1 0 0,0 1-1 0 0,0 0 1 0 0,-7-2 0 0 0,8 3-296 0 0,0 0 0 0 0,0 1 1 0 0,1-1-1 0 0,-1 1 0 0 0,0 0 0 0 0,0 0 1 0 0,0 1-1 0 0,1-1 0 0 0,-1 1 1 0 0,0 0-1 0 0,1 0 0 0 0,-1 0 0 0 0,-4 2 1 0 0,-9 6-5139 0 0</inkml:trace>
</inkml:ink>
</file>

<file path=ppt/ink/ink3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1.073"/>
    </inkml:context>
    <inkml:brush xml:id="br0">
      <inkml:brushProperty name="width" value="0.1" units="cm"/>
      <inkml:brushProperty name="height" value="0.1" units="cm"/>
      <inkml:brushProperty name="color" value="#F6630D"/>
    </inkml:brush>
  </inkml:definitions>
  <inkml:trace contextRef="#ctx0" brushRef="#br0">1 46 11522 0 0,'0'-3'518'0'0,"0"0"-1"0"0,1 0 0 0 0,0-1 0 0 0,0 1 0 0 0,0 0 0 0 0,0 0 1 0 0,0 0-1 0 0,1 0 0 0 0,-1 1 0 0 0,1-1 0 0 0,-1 0 0 0 0,1 1 1 0 0,4-5-1 0 0,-5 9-327 0 0,0 0 0 0 0,-1 0 0 0 0,1 1 0 0 0,-1-1 0 0 0,0 0 1 0 0,0 1-1 0 0,0-1 0 0 0,0 0 0 0 0,0 4 0 0 0,0-4-99 0 0,0 84 291 0 0,3 0-1 0 0,19 105 0 0 0,-17-161-511 0 0,2-1-1 0 0,1 0 0 0 0,1-1 0 0 0,1 0 0 0 0,2 0 0 0 0,0-1 1 0 0,2 0-1 0 0,1-2 0 0 0,2 1 0 0 0,21 26 0 0 0,-20-34-1244 0 0,-2-3-354 0 0</inkml:trace>
</inkml:ink>
</file>

<file path=ppt/ink/ink3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1.360"/>
    </inkml:context>
    <inkml:brush xml:id="br0">
      <inkml:brushProperty name="width" value="0.1" units="cm"/>
      <inkml:brushProperty name="height" value="0.1" units="cm"/>
      <inkml:brushProperty name="color" value="#F6630D"/>
    </inkml:brush>
  </inkml:definitions>
  <inkml:trace contextRef="#ctx0" brushRef="#br0">326 28 6449 0 0,'-6'-9'535'0'0,"5"8"-179"0"0,1-1 0 0 0,-1 1 1 0 0,0 0-1 0 0,1 0 0 0 0,-1 0 1 0 0,0 0-1 0 0,0 0 0 0 0,0 0 0 0 0,0 0 1 0 0,0 0-1 0 0,1 0 0 0 0,-2 1 0 0 0,1-1 1 0 0,0 0-1 0 0,0 0 0 0 0,0 1 0 0 0,0-1 1 0 0,0 1-1 0 0,-1-1 0 0 0,1 1 1 0 0,-2-1-1 0 0,-14 7 465 0 0,6 1-516 0 0,0 1-1 0 0,1 0 1 0 0,0 1-1 0 0,0 0 1 0 0,-13 16-1 0 0,-41 59-115 0 0,49-64 101 0 0,-3 5-10 0 0,-4 4 21 0 0,1 1 0 0 0,-16 33 0 0 0,33-55-62 0 0,0 0 1 0 0,0 0-1 0 0,1 0 0 0 0,0 1 0 0 0,1-1 0 0 0,0 1 0 0 0,0-1 0 0 0,0 1 0 0 0,1 0 0 0 0,1 0 0 0 0,0 0 0 0 0,0 0 0 0 0,3 15 0 0 0,-3-21-195 0 0,1 0-1 0 0,0-1 0 0 0,0 1 0 0 0,0 0 0 0 0,0-1 0 0 0,0 1 0 0 0,1-1 0 0 0,-1 1 0 0 0,1-1 0 0 0,-1 0 1 0 0,1 1-1 0 0,0-1 0 0 0,0 0 0 0 0,0 0 0 0 0,0 0 0 0 0,1-1 0 0 0,3 4 0 0 0,-2-3-10 0 0,1 0 0 0 0,-1-1 0 0 0,1 1 0 0 0,-1-1-1 0 0,1 0 1 0 0,-1 0 0 0 0,1 0 0 0 0,0 0 0 0 0,8-1 0 0 0,7-1-69 0 0,0-2 0 0 0,0 0 1 0 0,39-11-1 0 0,-49 11-11 0 0,101-24-894 0 0,-35 18-2843 0 0,-50 8-3090 0 0</inkml:trace>
</inkml:ink>
</file>

<file path=ppt/ink/ink3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1.841"/>
    </inkml:context>
    <inkml:brush xml:id="br0">
      <inkml:brushProperty name="width" value="0.1" units="cm"/>
      <inkml:brushProperty name="height" value="0.1" units="cm"/>
      <inkml:brushProperty name="color" value="#F6630D"/>
    </inkml:brush>
  </inkml:definitions>
  <inkml:trace contextRef="#ctx0" brushRef="#br0">20 5 8754 0 0,'-20'-5'5838'0'0,"21"29"2931"0"0,1-6-10069 0 0,5 131 2007 0 0,3 53-774 0 0,8-69-3193 0 0,-13-104-3818 0 0</inkml:trace>
</inkml:ink>
</file>

<file path=ppt/ink/ink3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2.128"/>
    </inkml:context>
    <inkml:brush xml:id="br0">
      <inkml:brushProperty name="width" value="0.1" units="cm"/>
      <inkml:brushProperty name="height" value="0.1" units="cm"/>
      <inkml:brushProperty name="color" value="#F6630D"/>
    </inkml:brush>
  </inkml:definitions>
  <inkml:trace contextRef="#ctx0" brushRef="#br0">1 74 12443 0 0,'0'-4'283'0'0,"1"0"1"0"0,0 0 0 0 0,0 0-1 0 0,1 0 1 0 0,-1 0 0 0 0,1 1 0 0 0,0-1-1 0 0,0 0 1 0 0,0 1 0 0 0,0 0-1 0 0,1-1 1 0 0,-1 1 0 0 0,1 0-1 0 0,0 0 1 0 0,0 0 0 0 0,0 1 0 0 0,0-1-1 0 0,1 1 1 0 0,-1-1 0 0 0,1 1-1 0 0,5-2 1 0 0,-9 4-247 0 0,0 0 0 0 0,0-1 0 0 0,1 1 1 0 0,-1 0-1 0 0,0 0 0 0 0,0 0 0 0 0,1 0 0 0 0,-1 0 0 0 0,0 0 1 0 0,0 0-1 0 0,1 0 0 0 0,-1 0 0 0 0,0 0 0 0 0,1 0 0 0 0,-1 0 0 0 0,0 0 1 0 0,0 0-1 0 0,1 0 0 0 0,-1 0 0 0 0,0 1 0 0 0,0-1 0 0 0,1 0 1 0 0,-1 0-1 0 0,0 0 0 0 0,0 0 0 0 0,1 0 0 0 0,-1 1 0 0 0,0-1 0 0 0,0 0 1 0 0,0 0-1 0 0,0 0 0 0 0,1 1 0 0 0,-1-1 0 0 0,0 0 0 0 0,0 0 1 0 0,0 1-1 0 0,0-1 0 0 0,4 16 356 0 0,-5 21-584 0 0,1-32 300 0 0,-5 60-236 0 0,4 1 0 0 0,8 86 0 0 0,-4-132 288 0 0,1 1 1 0 0,0-1-1 0 0,1 1 1 0 0,1-1 0 0 0,1-1-1 0 0,1 1 1 0 0,1-1-1 0 0,0-1 1 0 0,2 1 0 0 0,0-2-1 0 0,20 26 1 0 0,38 27-2051 0 0</inkml:trace>
</inkml:ink>
</file>

<file path=ppt/ink/ink3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2.455"/>
    </inkml:context>
    <inkml:brush xml:id="br0">
      <inkml:brushProperty name="width" value="0.1" units="cm"/>
      <inkml:brushProperty name="height" value="0.1" units="cm"/>
      <inkml:brushProperty name="color" value="#F6630D"/>
    </inkml:brush>
  </inkml:definitions>
  <inkml:trace contextRef="#ctx0" brushRef="#br0">0 81 16996 0 0,'33'2'2403'0'0,"22"-6"-1534"0"0,59-17 75 0 0,53-26-4566 0 0,-136 37 3596 0 0</inkml:trace>
</inkml:ink>
</file>

<file path=ppt/ink/ink3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2.770"/>
    </inkml:context>
    <inkml:brush xml:id="br0">
      <inkml:brushProperty name="width" value="0.1" units="cm"/>
      <inkml:brushProperty name="height" value="0.1" units="cm"/>
      <inkml:brushProperty name="color" value="#F6630D"/>
    </inkml:brush>
  </inkml:definitions>
  <inkml:trace contextRef="#ctx0" brushRef="#br0">1 0 11979 0 0,'30'1'1084'0'0,"0"0"0"0"0,39 7 0 0 0,-60-6-845 0 0,1 0 0 0 0,-1 0 0 0 0,-1 1 0 0 0,1 0-1 0 0,0 0 1 0 0,-1 1 0 0 0,1 0 0 0 0,-1 1 0 0 0,0 0 0 0 0,0 0-1 0 0,12 11 1 0 0,-17-12-304 0 0,0 0 0 0 0,-1 0 0 0 0,1 0 0 0 0,-1 0 0 0 0,0 1 0 0 0,0-1 0 0 0,0 1 0 0 0,0 0 0 0 0,-1-1 0 0 0,0 1 0 0 0,0 0 0 0 0,0 0 0 0 0,-1 0 0 0 0,1 0 0 0 0,-1 0 0 0 0,-1 0 0 0 0,1 0-1 0 0,0-1 1 0 0,-1 1 0 0 0,0 0 0 0 0,0 0 0 0 0,-1 0 0 0 0,-2 5 0 0 0,-4 13-657 0 0,-2 0 1 0 0,-1-1-1 0 0,-17 27 0 0 0,23-40 564 0 0,-27 40-565 0 0,-17 28 1526 0 0,46-71-412 0 0,-1 0 0 0 0,2 1 0 0 0,-1-1 0 0 0,1 1 1 0 0,0-1-1 0 0,0 1 0 0 0,1 0 0 0 0,0 0 0 0 0,0 14 0 0 0,1-19-283 0 0,0-1-1 0 0,1 1 0 0 0,-1 0 1 0 0,1 0-1 0 0,-1 0 0 0 0,1 0 1 0 0,0 0-1 0 0,-1 0 0 0 0,1 0 1 0 0,0-1-1 0 0,0 1 0 0 0,1 0 1 0 0,-1-1-1 0 0,0 1 0 0 0,0-1 0 0 0,1 1 1 0 0,-1-1-1 0 0,1 0 0 0 0,-1 0 1 0 0,1 1-1 0 0,0-1 0 0 0,-1 0 1 0 0,1 0-1 0 0,0-1 0 0 0,0 1 1 0 0,0 0-1 0 0,0-1 0 0 0,0 1 1 0 0,0-1-1 0 0,-1 1 0 0 0,1-1 1 0 0,0 0-1 0 0,0 0 0 0 0,0 0 0 0 0,2 0 1 0 0,37-3-643 0 0,-7-6-5113 0 0,-16 2-873 0 0</inkml:trace>
</inkml:ink>
</file>

<file path=ppt/ink/ink3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2.992"/>
    </inkml:context>
    <inkml:brush xml:id="br0">
      <inkml:brushProperty name="width" value="0.1" units="cm"/>
      <inkml:brushProperty name="height" value="0.1" units="cm"/>
      <inkml:brushProperty name="color" value="#F6630D"/>
    </inkml:brush>
  </inkml:definitions>
  <inkml:trace contextRef="#ctx0" brushRef="#br0">1 89 16588 0 0,'3'1'142'0'0,"0"0"1"0"0,0 0-1 0 0,0-1 1 0 0,1 1-1 0 0,-1-1 1 0 0,0 0-1 0 0,1 1 0 0 0,-1-2 1 0 0,0 1-1 0 0,1 0 1 0 0,-1-1-1 0 0,6-1 1 0 0,2 1 477 0 0,272-35 3018 0 0,1-10-5190 0 0,-228 40-2217 0 0,-35 5 1819 0 0</inkml:trace>
</inkml:ink>
</file>

<file path=ppt/ink/ink3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3.659"/>
    </inkml:context>
    <inkml:brush xml:id="br0">
      <inkml:brushProperty name="width" value="0.1" units="cm"/>
      <inkml:brushProperty name="height" value="0.1" units="cm"/>
      <inkml:brushProperty name="color" value="#F6630D"/>
    </inkml:brush>
  </inkml:definitions>
  <inkml:trace contextRef="#ctx0" brushRef="#br0">25 1505 13363 0 0,'-10'3'576'0'0,"-4"2"944"0"0,14-5-1472 0 0,0 1-1 0 0,0-1 1 0 0,0 1 0 0 0,0-1-1 0 0,1 1 1 0 0,-1-1 0 0 0,0 0-1 0 0,0 1 1 0 0,0-1 0 0 0,1 1-1 0 0,-1-1 1 0 0,0 0 0 0 0,1 1-1 0 0,-1-1 1 0 0,0 0 0 0 0,1 1-1 0 0,-1-1 1 0 0,0 0 0 0 0,1 0-1 0 0,-1 1 1 0 0,1-1-1 0 0,-1 0 1 0 0,0 0 0 0 0,1 0-1 0 0,-1 1 1 0 0,1-1 0 0 0,-1 0-1 0 0,1 0 1 0 0,-1 0 0 0 0,1 0-1 0 0,-1 0 1 0 0,1 0 0 0 0,316 157 1540 0 0,-250-119-1617 0 0,64 34-428 0 0,-109-61-230 0 0,1-2 1 0 0,0 0-1 0 0,46 10 0 0 0,-66-18 733 0 0,-1-1-1 0 0,0 1 0 0 0,1-1 1 0 0,-1 1-1 0 0,1-1 1 0 0,-1 0-1 0 0,1 0 0 0 0,-1 0 1 0 0,1 0-1 0 0,-1-1 1 0 0,1 1-1 0 0,-1-1 0 0 0,0 1 1 0 0,1-1-1 0 0,-1 0 1 0 0,0 0-1 0 0,1 0 0 0 0,-1 0 1 0 0,0 0-1 0 0,0-1 1 0 0,0 1-1 0 0,0-1 1 0 0,0 1-1 0 0,0-1 0 0 0,2-3 1 0 0,-1 0 380 0 0,0-1 1 0 0,0 1 0 0 0,-1-1-1 0 0,0 0 1 0 0,0 0-1 0 0,0 0 1 0 0,-1 0 0 0 0,0 0-1 0 0,1-8 1 0 0,49-314 2313 0 0,-12 152-2618 0 0,6 2-1 0 0,89-216 0 0 0,-128 375-164 0 0,134-312 231 0 0,-109 263-944 0 0,4 2 0 0 0,83-115 0 0 0,-99 154-200 0 0,-3 7-11 0 0</inkml:trace>
</inkml:ink>
</file>

<file path=ppt/ink/ink3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5.087"/>
    </inkml:context>
    <inkml:brush xml:id="br0">
      <inkml:brushProperty name="width" value="0.1" units="cm"/>
      <inkml:brushProperty name="height" value="0.1" units="cm"/>
      <inkml:brushProperty name="color" value="#F6630D"/>
    </inkml:brush>
  </inkml:definitions>
  <inkml:trace contextRef="#ctx0" brushRef="#br0">88 50 9218 0 0,'-5'0'513'0'0,"0"-1"1"0"0,0 0-1 0 0,0 0 1 0 0,0 0-1 0 0,0 0 1 0 0,0-1-1 0 0,1 0 1 0 0,-1 0-1 0 0,1 0 0 0 0,-1-1 1 0 0,1 1-1 0 0,0-1 1 0 0,0 0-1 0 0,0 0 1 0 0,0 0-1 0 0,1-1 1 0 0,-1 0-1 0 0,-4-6 0 0 0,11 10-339 0 0,-1-1 0 0 0,1 1 0 0 0,0 0-1 0 0,-1 0 1 0 0,1 0 0 0 0,-1 0 0 0 0,1 0-1 0 0,-1 1 1 0 0,1-1 0 0 0,3 2-1 0 0,47 16-79 0 0,0 2 0 0 0,-2 2-1 0 0,-1 3 1 0 0,53 34-1 0 0,-44-25 5 0 0,1-2-1 0 0,78 30 1 0 0,-83-42-114 0 0,-10-3-22 0 0,1-1 0 0 0,0-2 0 0 0,1-2 0 0 0,67 7 0 0 0,-92-13 239 0 0,-22-6-188 0 0,0 0 0 0 0,0 1 0 0 0,1-1 1 0 0,-1 0-1 0 0,0 1 0 0 0,0-1 1 0 0,0 0-1 0 0,1 1 0 0 0,-1-1 0 0 0,0 0 1 0 0,0 1-1 0 0,0-1 0 0 0,0 0 0 0 0,0 1 1 0 0,0-1-1 0 0,0 0 0 0 0,0 1 0 0 0,0-1 1 0 0,0 0-1 0 0,0 1 0 0 0,0-1 0 0 0,0 1 1 0 0,0-1-1 0 0,0 0 0 0 0,0 1 0 0 0,0-1 1 0 0,0 0-1 0 0,0 1 0 0 0,0-1 0 0 0,-1 0 1 0 0,1 1-1 0 0,-3 3 89 0 0,0 0 1 0 0,-1 0-1 0 0,1 0 0 0 0,-1-1 0 0 0,-7 6 0 0 0,3-2-173 0 0,-191 191 335 0 0,87-80-153 0 0,-58 59-101 0 0,129-130 111 0 0,-67 100-1 0 0,107-146-236 0 0,1 0 0 0 0,-1 0 1 0 0,0 0-1 0 0,0 0 0 0 0,1 0 1 0 0,-1 0-1 0 0,0 0 0 0 0,1 1 1 0 0,-1-1-1 0 0,1 0 0 0 0,-1 0 1 0 0,1 1-1 0 0,0-1 0 0 0,0 0 1 0 0,-1 1-1 0 0,1-1 0 0 0,0 0 1 0 0,0 0-1 0 0,0 1 0 0 0,1-1 1 0 0,-1 0-1 0 0,0 1 0 0 0,0-1 1 0 0,1 0-1 0 0,0 2 0 0 0</inkml:trace>
</inkml:ink>
</file>

<file path=ppt/ink/ink3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5.406"/>
    </inkml:context>
    <inkml:brush xml:id="br0">
      <inkml:brushProperty name="width" value="0.1" units="cm"/>
      <inkml:brushProperty name="height" value="0.1" units="cm"/>
      <inkml:brushProperty name="color" value="#F6630D"/>
    </inkml:brush>
  </inkml:definitions>
  <inkml:trace contextRef="#ctx0" brushRef="#br0">1 80 10594 0 0,'0'-7'254'0'0,"0"1"0"0"0,0 0 1 0 0,1-1-1 0 0,0 1 0 0 0,0 0 0 0 0,2-7 0 0 0,-2 10 105 0 0,0 1-1 0 0,1-1 1 0 0,-1 1 0 0 0,0-1-1 0 0,1 1 1 0 0,0 0 0 0 0,-1 0-1 0 0,1-1 1 0 0,0 1 0 0 0,3-2-1 0 0,-5 4-247 0 0,1 0-1 0 0,-1 0 1 0 0,1-1 0 0 0,-1 1-1 0 0,1 0 1 0 0,-1 0 0 0 0,1 0-1 0 0,-1 0 1 0 0,1 0 0 0 0,-1 0-1 0 0,1 0 1 0 0,0 0-1 0 0,-1 0 1 0 0,1 0 0 0 0,-1 0-1 0 0,1 1 1 0 0,-1-1 0 0 0,1 0-1 0 0,-1 0 1 0 0,1 0 0 0 0,-1 1-1 0 0,1-1 1 0 0,-1 0 0 0 0,0 1-1 0 0,1-1 1 0 0,-1 0-1 0 0,1 1 1 0 0,-1-1 0 0 0,0 0-1 0 0,1 1 1 0 0,-1-1 0 0 0,0 1-1 0 0,1-1 1 0 0,-1 1 0 0 0,0-1-1 0 0,0 1 1 0 0,0-1-1 0 0,1 1 1 0 0,-1-1 0 0 0,0 1-1 0 0,11 25 651 0 0,-9-23-533 0 0,11 41-69 0 0,-2 0-1 0 0,-1 1 0 0 0,-2 0 1 0 0,1 53-1 0 0,1-7-108 0 0,14 93-2601 0 0,-16-139-4732 0 0</inkml:trace>
</inkml:ink>
</file>

<file path=ppt/ink/ink3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5.772"/>
    </inkml:context>
    <inkml:brush xml:id="br0">
      <inkml:brushProperty name="width" value="0.1" units="cm"/>
      <inkml:brushProperty name="height" value="0.1" units="cm"/>
      <inkml:brushProperty name="color" value="#F6630D"/>
    </inkml:brush>
  </inkml:definitions>
  <inkml:trace contextRef="#ctx0" brushRef="#br0">1 1 10594 0 0,'3'16'5524'0'0,"-3"27"-5034"0"0,0-25-25 0 0,6 172 407 0 0,-3-163-1009 0 0,0-1 0 0 0,2 1-1 0 0,1-1 1 0 0,2-1 0 0 0,10 28 0 0 0,-15-46 74 0 0,1 0 0 0 0,0-1-1 0 0,0 1 1 0 0,0-1-1 0 0,0 0 1 0 0,1 0 0 0 0,0 0-1 0 0,1-1 1 0 0,-1 0 0 0 0,1 0-1 0 0,7 5 1 0 0,-11-9 106 0 0,1 1 0 0 0,-1-1 0 0 0,1 0 1 0 0,-1 1-1 0 0,1-1 0 0 0,-1 0 0 0 0,1-1 0 0 0,0 1 0 0 0,0 0 1 0 0,-1-1-1 0 0,1 1 0 0 0,0-1 0 0 0,0 0 0 0 0,-1 0 0 0 0,1 0 1 0 0,0 0-1 0 0,0-1 0 0 0,0 1 0 0 0,-1-1 0 0 0,1 0 0 0 0,0 1 1 0 0,-1-1-1 0 0,1 0 0 0 0,-1-1 0 0 0,1 1 0 0 0,-1 0 0 0 0,1-1 1 0 0,-1 1-1 0 0,0-1 0 0 0,0 0 0 0 0,0 0 0 0 0,3-3 0 0 0,1-3 15 0 0,0 1-1 0 0,0-1 0 0 0,-1-1 0 0 0,-1 1 0 0 0,1-1 1 0 0,-1 0-1 0 0,-1 0 0 0 0,0 0 0 0 0,0 0 0 0 0,0-1 1 0 0,-1 1-1 0 0,-1-1 0 0 0,0 0 0 0 0,0 1 0 0 0,-1-1 0 0 0,0 0 1 0 0,0 0-1 0 0,-1 1 0 0 0,-4-16 0 0 0,1 5-77 0 0,-1 0-1 0 0,-1 1 0 0 0,-1 0 0 0 0,0 0 1 0 0,-2 1-1 0 0,0 0 0 0 0,-1 0 1 0 0,-18-24-1 0 0,20 33-191 0 0,1 1-1 0 0,-1 0 1 0 0,0 0-1 0 0,-1 1 1 0 0,0 0-1 0 0,0 1 1 0 0,0-1-1 0 0,-16-6 1 0 0,8 5-769 0 0</inkml:trace>
</inkml:ink>
</file>

<file path=ppt/ink/ink3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6.198"/>
    </inkml:context>
    <inkml:brush xml:id="br0">
      <inkml:brushProperty name="width" value="0.1" units="cm"/>
      <inkml:brushProperty name="height" value="0.1" units="cm"/>
      <inkml:brushProperty name="color" value="#F6630D"/>
    </inkml:brush>
  </inkml:definitions>
  <inkml:trace contextRef="#ctx0" brushRef="#br0">37 117 10138 0 0,'-2'1'301'0'0,"0"0"-1"0"0,0 1 0 0 0,0-1 1 0 0,0 1-1 0 0,0 0 0 0 0,0 0 1 0 0,1 0-1 0 0,-1-1 1 0 0,1 1-1 0 0,0 1 0 0 0,-1-1 1 0 0,1 0-1 0 0,0 0 0 0 0,0 0 1 0 0,0 1-1 0 0,0-1 1 0 0,1 0-1 0 0,-1 1 0 0 0,1-1 1 0 0,-1 1-1 0 0,1 2 0 0 0,-7 59 532 0 0,7-62-722 0 0,-1 15-107 0 0,1 0 0 0 0,1 0 1 0 0,0 0-1 0 0,1-1 0 0 0,1 1 0 0 0,1-1 1 0 0,0 1-1 0 0,13 28 0 0 0,-15-39 53 0 0,1 0 0 0 0,-1-1 0 0 0,1 1 0 0 0,1-1 0 0 0,-1 0 0 0 0,1 0 0 0 0,0 0 0 0 0,0-1 0 0 0,1 1 0 0 0,-1-1 0 0 0,1 0 0 0 0,0 0 0 0 0,0 0 0 0 0,0-1 0 0 0,1 0 0 0 0,-1 0 0 0 0,1 0 0 0 0,0-1 0 0 0,0 1 0 0 0,0-2 0 0 0,0 1 0 0 0,0 0 0 0 0,0-1 0 0 0,0 0 0 0 0,0-1 0 0 0,11 0 0 0 0,-12 0 1 0 0,0-1-1 0 0,1 0 0 0 0,-1-1 1 0 0,0 1-1 0 0,-1-1 0 0 0,1 0 0 0 0,0 0 1 0 0,0-1-1 0 0,-1 0 0 0 0,0 1 1 0 0,1-1-1 0 0,-1-1 0 0 0,0 1 0 0 0,0 0 1 0 0,-1-1-1 0 0,1 0 0 0 0,-1 0 1 0 0,0 0-1 0 0,0-1 0 0 0,0 1 0 0 0,0 0 1 0 0,-1-1-1 0 0,0 0 0 0 0,3-8 0 0 0,0 0-242 0 0,-1 1 1 0 0,0-1-1 0 0,-1-1 0 0 0,-1 1 0 0 0,0 0 0 0 0,0-1 0 0 0,-2 1 0 0 0,0-20 0 0 0,-3 11-386 0 0,-1 1 0 0 0,-1-1 1 0 0,-1 1-1 0 0,-1 0 0 0 0,0 0 1 0 0,-21-37-1 0 0,-15-14-4398 0 0,29 52 660 0 0</inkml:trace>
</inkml:ink>
</file>

<file path=ppt/ink/ink3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6.483"/>
    </inkml:context>
    <inkml:brush xml:id="br0">
      <inkml:brushProperty name="width" value="0.1" units="cm"/>
      <inkml:brushProperty name="height" value="0.1" units="cm"/>
      <inkml:brushProperty name="color" value="#F6630D"/>
    </inkml:brush>
  </inkml:definitions>
  <inkml:trace contextRef="#ctx0" brushRef="#br0">1 51 6913 0 0,'10'-8'15'0'0,"-4"1"762"0"0,1 1 0 0 0,0 1 0 0 0,0 0-1 0 0,0 0 1 0 0,12-6 0 0 0,-18 10-657 0 0,1 1-1 0 0,-1-1 1 0 0,0 1 0 0 0,1-1-1 0 0,-1 1 1 0 0,0 0 0 0 0,1 0-1 0 0,-1-1 1 0 0,1 1 0 0 0,-1 0-1 0 0,1 0 1 0 0,-1 1 0 0 0,0-1-1 0 0,1 0 1 0 0,-1 0 0 0 0,1 1-1 0 0,-1-1 1 0 0,0 0 0 0 0,1 1-1 0 0,-1 0 1 0 0,0-1 0 0 0,0 1-1 0 0,1 0 1 0 0,-1 0 0 0 0,0-1-1 0 0,0 1 1 0 0,0 0 0 0 0,0 0 0 0 0,0 0-1 0 0,0 0 1 0 0,0 0 0 0 0,0 1-1 0 0,0-1 1 0 0,-1 0 0 0 0,1 0-1 0 0,0 1 1 0 0,-1-1 0 0 0,1 0-1 0 0,-1 1 1 0 0,1 1 0 0 0,9 29 516 0 0,-2 0 0 0 0,-2 0 0 0 0,0 1 1 0 0,1 58-1 0 0,1 2-190 0 0,35 145-188 0 0,-17-138-2552 0 0,-18-75-4247 0 0</inkml:trace>
</inkml:ink>
</file>

<file path=ppt/ink/ink3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6.799"/>
    </inkml:context>
    <inkml:brush xml:id="br0">
      <inkml:brushProperty name="width" value="0.1" units="cm"/>
      <inkml:brushProperty name="height" value="0.1" units="cm"/>
      <inkml:brushProperty name="color" value="#F6630D"/>
    </inkml:brush>
  </inkml:definitions>
  <inkml:trace contextRef="#ctx0" brushRef="#br0">199 8 13827 0 0,'-1'-1'26'0'0,"1"1"1"0"0,0-1-1 0 0,0 1 1 0 0,0 0-1 0 0,0-1 1 0 0,0 1-1 0 0,-1 0 1 0 0,1-1-1 0 0,0 1 1 0 0,0 0-1 0 0,0-1 1 0 0,-1 1-1 0 0,1 0 1 0 0,0-1-1 0 0,-1 1 1 0 0,1 0-1 0 0,0 0 1 0 0,-1-1-1 0 0,1 1 1 0 0,0 0-1 0 0,-1 0 1 0 0,1 0-1 0 0,0 0 1 0 0,-1-1-1 0 0,1 1 1 0 0,0 0-1 0 0,-1 0 1 0 0,1 0-1 0 0,-1 0 1 0 0,1 0-1 0 0,0 0 1 0 0,-1 0-1 0 0,1 0 1 0 0,-1 0-1 0 0,-15 11 117 0 0,-13 29-220 0 0,23-31 463 0 0,-6 8-56 0 0,-60 88 704 0 0,64-90-740 0 0,0 0 0 0 0,0 1 0 0 0,1 0-1 0 0,1 0 1 0 0,-5 21 0 0 0,10-31-139 0 0,0 1 0 0 0,0-1 0 0 0,0 1 0 0 0,1-1 0 0 0,0 1 0 0 0,0-1 0 0 0,1 0 0 0 0,0 1 0 0 0,0-1 0 0 0,0 1 0 0 0,1-1-1 0 0,0 0 1 0 0,0 0 0 0 0,1 0 0 0 0,-1 0 0 0 0,1 0 0 0 0,1-1 0 0 0,-1 1 0 0 0,1-1 0 0 0,8 9 0 0 0,-7-9-124 0 0,0 0 0 0 0,1-1 0 0 0,-1 1 0 0 0,1-1 0 0 0,1-1 1 0 0,-1 1-1 0 0,0-1 0 0 0,1 0 0 0 0,0 0 0 0 0,-1-1 0 0 0,1 0 0 0 0,0 0 0 0 0,0-1 1 0 0,0 0-1 0 0,0 0 0 0 0,1-1 0 0 0,-1 0 0 0 0,11-1 0 0 0,37-6-2051 0 0,56-15-1 0 0,-50 8-2224 0 0,-39 10-1013 0 0</inkml:trace>
</inkml:ink>
</file>

<file path=ppt/ink/ink3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7.052"/>
    </inkml:context>
    <inkml:brush xml:id="br0">
      <inkml:brushProperty name="width" value="0.1" units="cm"/>
      <inkml:brushProperty name="height" value="0.1" units="cm"/>
      <inkml:brushProperty name="color" value="#F6630D"/>
    </inkml:brush>
  </inkml:definitions>
  <inkml:trace contextRef="#ctx0" brushRef="#br0">12 0 14747 0 0,'4'0'4250'0'0,"5"12"-2648"0"0,-6 6-1376 0 0,-1 0 0 0 0,-1 0 0 0 0,-1 0 0 0 0,0 0 0 0 0,-1 0 0 0 0,-1 0 0 0 0,-5 18 0 0 0,-2 35-362 0 0,5-16-152 0 0,-4 91-422 0 0,9-128 196 0 0,0 0 0 0 0,1 0 0 0 0,0-1-1 0 0,2 1 1 0 0,10 33 0 0 0,-3-26-446 0 0</inkml:trace>
</inkml:ink>
</file>

<file path=ppt/ink/ink3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7.297"/>
    </inkml:context>
    <inkml:brush xml:id="br0">
      <inkml:brushProperty name="width" value="0.1" units="cm"/>
      <inkml:brushProperty name="height" value="0.1" units="cm"/>
      <inkml:brushProperty name="color" value="#F6630D"/>
    </inkml:brush>
  </inkml:definitions>
  <inkml:trace contextRef="#ctx0" brushRef="#br0">0 15 14283 0 0,'0'0'56'0'0,"0"-1"1"0"0,0 1-1 0 0,0-1 1 0 0,0 0-1 0 0,0 1 0 0 0,1-1 1 0 0,-1 1-1 0 0,0-1 1 0 0,0 0-1 0 0,0 1 0 0 0,0-1 1 0 0,1 1-1 0 0,-1-1 1 0 0,0 0-1 0 0,1 1 0 0 0,-1-1 1 0 0,0 1-1 0 0,1-1 0 0 0,-1 1 1 0 0,0 0-1 0 0,1-1 1 0 0,-1 1-1 0 0,1-1 0 0 0,-1 1 1 0 0,1 0-1 0 0,-1-1 1 0 0,1 1-1 0 0,0-1 0 0 0,20 2 1436 0 0,-17 0-1290 0 0,-1 1 0 0 0,1-1 0 0 0,-1 1-1 0 0,0-1 1 0 0,1 1 0 0 0,-1 0 0 0 0,0 0 0 0 0,0 1-1 0 0,4 3 1 0 0,-2 1-10 0 0,-1 0 0 0 0,0 1 0 0 0,-1-1 0 0 0,0 1 0 0 0,0 0 0 0 0,0 0 0 0 0,-1 0 0 0 0,2 16 0 0 0,3 72 39 0 0,-6-73-87 0 0,20 247-825 0 0,-14-192-2387 0 0</inkml:trace>
</inkml:ink>
</file>

<file path=ppt/ink/ink3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7.480"/>
    </inkml:context>
    <inkml:brush xml:id="br0">
      <inkml:brushProperty name="width" value="0.1" units="cm"/>
      <inkml:brushProperty name="height" value="0.1" units="cm"/>
      <inkml:brushProperty name="color" value="#F6630D"/>
    </inkml:brush>
  </inkml:definitions>
  <inkml:trace contextRef="#ctx0" brushRef="#br0">15 87 5697 0 0,'-14'-6'50'0'0,"14"0"1419"0"0,26-4 2716 0 0,-8 5-2984 0 0,83-23 2615 0 0,1 2-5163 0 0,-79 21-4090 0 0</inkml:trace>
</inkml:ink>
</file>

<file path=ppt/ink/ink3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7.785"/>
    </inkml:context>
    <inkml:brush xml:id="br0">
      <inkml:brushProperty name="width" value="0.1" units="cm"/>
      <inkml:brushProperty name="height" value="0.1" units="cm"/>
      <inkml:brushProperty name="color" value="#F6630D"/>
    </inkml:brush>
  </inkml:definitions>
  <inkml:trace contextRef="#ctx0" brushRef="#br0">1 1 10594 0 0,'8'-1'521'0'0,"0"1"-1"0"0,0 1 1 0 0,0-1-1 0 0,0 2 1 0 0,0-1 0 0 0,0 1-1 0 0,0 0 1 0 0,9 4-1 0 0,-13-4-309 0 0,-1 0 0 0 0,0 0-1 0 0,0 0 1 0 0,1 1-1 0 0,-2-1 1 0 0,1 1 0 0 0,0 0-1 0 0,0 0 1 0 0,-1 0 0 0 0,0 0-1 0 0,0 0 1 0 0,0 1 0 0 0,0-1-1 0 0,0 1 1 0 0,0-1 0 0 0,-1 1-1 0 0,0 0 1 0 0,0 0 0 0 0,1 4-1 0 0,1 5-215 0 0,-1-1-1 0 0,-1 1 1 0 0,0-1-1 0 0,-1 1 1 0 0,0 0-1 0 0,-1-1 1 0 0,-2 14 0 0 0,-25 87-73 0 0,21-92 81 0 0,0 1-1 0 0,2 0 0 0 0,1 1 1 0 0,0-1-1 0 0,2 1 1 0 0,0 34-1 0 0,2-54-52 0 0,1 0-1 0 0,-1 0 1 0 0,1 0 0 0 0,-1-1-1 0 0,1 1 1 0 0,0 0 0 0 0,0-1-1 0 0,0 1 1 0 0,1 0 0 0 0,-1-1-1 0 0,2 3 1 0 0,-2-4-164 0 0,0 0 0 0 0,0 0 0 0 0,0 0 0 0 0,0 0 0 0 0,0-1 0 0 0,0 1 0 0 0,0 0 0 0 0,0-1 0 0 0,0 1 0 0 0,0 0 0 0 0,0-1 0 0 0,0 0 0 0 0,1 1 0 0 0,-1-1 0 0 0,0 0 0 0 0,0 1 1 0 0,1-1-1 0 0,-1 0 0 0 0,0 0 0 0 0,0 0 0 0 0,1 0 0 0 0,-1 0 0 0 0,0 0 0 0 0,0-1 0 0 0,1 1 0 0 0,1-1 0 0 0</inkml:trace>
</inkml:ink>
</file>

<file path=ppt/ink/ink3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7.990"/>
    </inkml:context>
    <inkml:brush xml:id="br0">
      <inkml:brushProperty name="width" value="0.1" units="cm"/>
      <inkml:brushProperty name="height" value="0.1" units="cm"/>
      <inkml:brushProperty name="color" value="#F6630D"/>
    </inkml:brush>
  </inkml:definitions>
  <inkml:trace contextRef="#ctx0" brushRef="#br0">40 29 17508 0 0,'-8'3'401'0'0,"-21"13"1102"0"0,29-15-1438 0 0,0-1-1 0 0,0 0 1 0 0,-1 0 0 0 0,1 1-1 0 0,0-1 1 0 0,0 1 0 0 0,-1-1-1 0 0,1 0 1 0 0,0 1 0 0 0,0-1-1 0 0,0 0 1 0 0,0 1 0 0 0,0-1-1 0 0,0 1 1 0 0,-1-1 0 0 0,1 1-1 0 0,0-1 1 0 0,0 0 0 0 0,0 1-1 0 0,0-1 1 0 0,0 1 0 0 0,1-1-1 0 0,-1 0 1 0 0,0 1 0 0 0,0-1-1 0 0,0 1 1 0 0,0-1 0 0 0,0 0-1 0 0,1 1 1 0 0,-1-1 0 0 0,0 1-1 0 0,0-1 1 0 0,0 0 0 0 0,1 1-1 0 0,-1-1 1 0 0,0 0 0 0 0,1 0-1 0 0,-1 1 1 0 0,0-1-1 0 0,1 1 1 0 0,13 6 355 0 0,-3-7-390 0 0,0-1-1 0 0,0-1 0 0 0,1 1 0 0 0,-1-2 0 0 0,0 1 0 0 0,0-2 0 0 0,-1 1 0 0 0,1-2 0 0 0,14-7 1 0 0,13-4-579 0 0,-10 5 118 0 0,1 0-7 0 0</inkml:trace>
</inkml:ink>
</file>

<file path=ppt/ink/ink3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9.065"/>
    </inkml:context>
    <inkml:brush xml:id="br0">
      <inkml:brushProperty name="width" value="0.1" units="cm"/>
      <inkml:brushProperty name="height" value="0.1" units="cm"/>
      <inkml:brushProperty name="color" value="#F6630D"/>
    </inkml:brush>
  </inkml:definitions>
  <inkml:trace contextRef="#ctx0" brushRef="#br0">292 456 7834 0 0,'-3'0'302'0'0,"0"0"1"0"0,0 1-1 0 0,1 0 1 0 0,-1-1-1 0 0,0 1 0 0 0,0 0 1 0 0,0 0-1 0 0,1 0 1 0 0,-5 3-1 0 0,-21 10-40 0 0,0 1-1 0 0,1 1 1 0 0,-34 27 0 0 0,50-34-27 0 0,-1 1 0 0 0,1 1 1 0 0,1 0-1 0 0,0 0 1 0 0,0 1-1 0 0,1 0 1 0 0,1 0-1 0 0,0 1 1 0 0,-8 16-1 0 0,14-24-145 0 0,1-1-1 0 0,-1 1 1 0 0,0-1 0 0 0,1 1 0 0 0,0 0-1 0 0,0-1 1 0 0,1 1 0 0 0,-1 0-1 0 0,1 0 1 0 0,0-1 0 0 0,0 1-1 0 0,1 0 1 0 0,-1 0 0 0 0,1 0 0 0 0,0-1-1 0 0,0 1 1 0 0,1-1 0 0 0,-1 1-1 0 0,1-1 1 0 0,0 1 0 0 0,1-1-1 0 0,-1 0 1 0 0,1 0 0 0 0,-1 0-1 0 0,1 0 1 0 0,0 0 0 0 0,1-1 0 0 0,-1 1-1 0 0,0-1 1 0 0,1 0 0 0 0,0 0-1 0 0,0 0 1 0 0,6 3 0 0 0,-2-2-98 0 0,-1 0 0 0 0,1-1 0 0 0,1 1 0 0 0,-1-1 1 0 0,0-1-1 0 0,1 0 0 0 0,-1 0 0 0 0,1-1 0 0 0,-1 1 0 0 0,1-2 1 0 0,0 0-1 0 0,0 0 0 0 0,-1 0 0 0 0,1-1 0 0 0,0 0 0 0 0,-1-1 0 0 0,16-5 1 0 0,-14 3-318 0 0,-1 0 0 0 0,0-1 0 0 0,0-1 1 0 0,0 0-1 0 0,-1 0 0 0 0,0 0 0 0 0,0-1 1 0 0,0 0-1 0 0,-1-1 0 0 0,0 0 0 0 0,-1 0 0 0 0,0 0 1 0 0,0-1-1 0 0,-1 0 0 0 0,0 0 0 0 0,0 0 1 0 0,-1-1-1 0 0,0 1 0 0 0,-1-1 0 0 0,3-11 0 0 0,-1-3 19 0 0,0-1-1 0 0,-2 1 0 0 0,-1-1 1 0 0,-1 1-1 0 0,-1-1 0 0 0,-1 1 0 0 0,-5-35 1 0 0,-21-67 2573 0 0,17 93 534 0 0,-24-54 0 0 0,31 79-2324 0 0,0 0-1 0 0,1-1 1 0 0,0 1-1 0 0,0 0 1 0 0,1-1-1 0 0,0 1 0 0 0,0-1 1 0 0,1 1-1 0 0,1-17 1 0 0,2 6-22 0 0,0 0 0 0 0,1 1 1 0 0,8-24-1 0 0,-12 42-448 0 0,0 0 0 0 0,0 0 0 0 0,0 0 0 0 0,0 0 1 0 0,0-1-1 0 0,0 1 0 0 0,0 0 0 0 0,0 0 0 0 0,0 0 0 0 0,0 0 1 0 0,0 0-1 0 0,0 0 0 0 0,0 0 0 0 0,0-1 0 0 0,0 1 0 0 0,0 0 1 0 0,0 0-1 0 0,0 0 0 0 0,0 0 0 0 0,0 0 0 0 0,0 0 0 0 0,1 0 1 0 0,-1 0-1 0 0,0-1 0 0 0,0 1 0 0 0,0 0 0 0 0,0 0 0 0 0,0 0 0 0 0,0 0 1 0 0,0 0-1 0 0,0 0 0 0 0,0 0 0 0 0,1 0 0 0 0,-1 0 0 0 0,0 0 1 0 0,0 0-1 0 0,0 0 0 0 0,0 0 0 0 0,0 0 0 0 0,0 0 0 0 0,0 0 1 0 0,1 0-1 0 0,-1 0 0 0 0,0 0 0 0 0,0 0 0 0 0,0 0 0 0 0,0 0 1 0 0,0 0-1 0 0,0 0 0 0 0,0 0 0 0 0,1 0 0 0 0,-1 0 0 0 0,0 0 1 0 0,0 0-1 0 0,0 0 0 0 0,0 0 0 0 0,4 9 367 0 0,1 8-205 0 0,51 279 361 0 0,-44-210-661 0 0,4-1 0 0 0,51 160 0 0 0,-56-217-1581 0 0,-1-2-6082 0 0</inkml:trace>
</inkml:ink>
</file>

<file path=ppt/ink/ink3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9.492"/>
    </inkml:context>
    <inkml:brush xml:id="br0">
      <inkml:brushProperty name="width" value="0.1" units="cm"/>
      <inkml:brushProperty name="height" value="0.1" units="cm"/>
      <inkml:brushProperty name="color" value="#F6630D"/>
    </inkml:brush>
  </inkml:definitions>
  <inkml:trace contextRef="#ctx0" brushRef="#br0">352 50 9674 0 0,'-5'-5'469'0'0,"0"1"1"0"0,0-1-1 0 0,0 1 1 0 0,-1 0-1 0 0,1 0 0 0 0,-1 1 1 0 0,0 0-1 0 0,0 0 0 0 0,0 0 1 0 0,0 0-1 0 0,-1 1 1 0 0,1 0-1 0 0,-1 1 0 0 0,1-1 1 0 0,-1 1-1 0 0,0 1 0 0 0,-13-1 1 0 0,14 2-272 0 0,-1 0 1 0 0,1 0 0 0 0,-1 1-1 0 0,1 0 1 0 0,0 0-1 0 0,0 0 1 0 0,0 1-1 0 0,0 0 1 0 0,0 0 0 0 0,1 1-1 0 0,-1-1 1 0 0,-5 6-1 0 0,-3 3-160 0 0,1 1-1 0 0,0 0 0 0 0,0 1 1 0 0,2 0-1 0 0,0 1 0 0 0,0 1 1 0 0,2 0-1 0 0,0 0 0 0 0,1 0 1 0 0,0 1-1 0 0,1 1 1 0 0,1-1-1 0 0,-7 36 0 0 0,13-50-97 0 0,-1-1-1 0 0,1 1 1 0 0,0 0-1 0 0,0-1 1 0 0,0 1-1 0 0,1-1 1 0 0,-1 1 0 0 0,1-1-1 0 0,-1 1 1 0 0,1 0-1 0 0,0-1 1 0 0,2 5-1 0 0,-3-6-3 0 0,1 0 0 0 0,0 0 0 0 0,0 0 0 0 0,0 0 0 0 0,-1 0-1 0 0,1 0 1 0 0,0 0 0 0 0,0 0 0 0 0,1-1 0 0 0,-1 1 0 0 0,0 0 0 0 0,0-1-1 0 0,0 1 1 0 0,0 0 0 0 0,1-1 0 0 0,-1 0 0 0 0,0 1 0 0 0,3-1 0 0 0,-1 1-70 0 0,0-1 1 0 0,1-1 0 0 0,-1 1 0 0 0,0 0 0 0 0,1-1 0 0 0,-1 0 0 0 0,0 1 0 0 0,0-1 0 0 0,0-1 0 0 0,1 1 0 0 0,-1 0 0 0 0,0-1 0 0 0,-1 0 0 0 0,1 1 0 0 0,0-1 0 0 0,0 0 0 0 0,4-5 0 0 0,6-7-304 0 0,-1-1 1 0 0,0 0 0 0 0,-1-1 0 0 0,0 0 0 0 0,13-30 0 0 0,-12 22 1516 0 0,30-42 0 0 0,-42 65-933 0 0,1 0 0 0 0,0 0 0 0 0,-1 0-1 0 0,1 0 1 0 0,0 0 0 0 0,-1 1-1 0 0,1-1 1 0 0,0 0 0 0 0,0 0 0 0 0,0 1-1 0 0,0-1 1 0 0,0 1 0 0 0,0-1-1 0 0,0 1 1 0 0,0-1 0 0 0,0 1 0 0 0,0-1-1 0 0,0 1 1 0 0,0 0 0 0 0,0 0-1 0 0,0-1 1 0 0,0 1 0 0 0,0 0 0 0 0,2 0-1 0 0,-1 1-50 0 0,-1-1 0 0 0,0 1-1 0 0,1 0 1 0 0,-1 0 0 0 0,0-1-1 0 0,0 1 1 0 0,1 0-1 0 0,-1 0 1 0 0,0 0 0 0 0,0 0-1 0 0,0 1 1 0 0,0-1 0 0 0,0 0-1 0 0,0 0 1 0 0,1 3 0 0 0,3 6 33 0 0,-1 0 1 0 0,1 1 0 0 0,4 18 0 0 0,-8-24 2 0 0,1 2-148 0 0,3 10 12 0 0,0 0 0 0 0,1-1 0 0 0,14 27 0 0 0,-17-38-247 0 0,-1-1 0 0 0,1 0 0 0 0,0 0 0 0 0,0-1 0 0 0,0 1 0 0 0,0 0 0 0 0,1-1 1 0 0,0 0-1 0 0,-1 0 0 0 0,1 0 0 0 0,0 0 0 0 0,1-1 0 0 0,-1 0 0 0 0,0 0 0 0 0,1 0 0 0 0,-1 0 0 0 0,1 0 0 0 0,6 0 0 0 0,12 1-6200 0 0</inkml:trace>
</inkml:ink>
</file>

<file path=ppt/ink/ink3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39.720"/>
    </inkml:context>
    <inkml:brush xml:id="br0">
      <inkml:brushProperty name="width" value="0.1" units="cm"/>
      <inkml:brushProperty name="height" value="0.1" units="cm"/>
      <inkml:brushProperty name="color" value="#F6630D"/>
    </inkml:brush>
  </inkml:definitions>
  <inkml:trace contextRef="#ctx0" brushRef="#br0">23 60 7370 0 0,'0'-13'928'0'0,"-7"-33"11153"0"0,7 46-12012 0 0,-5 11 1417 0 0,-1 12-998 0 0,3 6-361 0 0,2 1 0 0 0,0 0-1 0 0,2 0 1 0 0,1-1 0 0 0,11 48 0 0 0,-3-30 64 0 0,3 0 1 0 0,31 76-1 0 0,-29-92-864 0 0,2 0-1 0 0,0-1 1 0 0,38 49-1 0 0,-32-50-6930 0 0</inkml:trace>
</inkml:ink>
</file>

<file path=ppt/ink/ink3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40.001"/>
    </inkml:context>
    <inkml:brush xml:id="br0">
      <inkml:brushProperty name="width" value="0.1" units="cm"/>
      <inkml:brushProperty name="height" value="0.1" units="cm"/>
      <inkml:brushProperty name="color" value="#F6630D"/>
    </inkml:brush>
  </inkml:definitions>
  <inkml:trace contextRef="#ctx0" brushRef="#br0">60 44 2761 0 0,'-21'2'1236'0'0,"-17"3"13263"0"0,132-29-12994 0 0,1 4-5110 0 0,-62 14-2421 0 0</inkml:trace>
</inkml:ink>
</file>

<file path=ppt/ink/ink3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40.334"/>
    </inkml:context>
    <inkml:brush xml:id="br0">
      <inkml:brushProperty name="width" value="0.1" units="cm"/>
      <inkml:brushProperty name="height" value="0.1" units="cm"/>
      <inkml:brushProperty name="color" value="#F6630D"/>
    </inkml:brush>
  </inkml:definitions>
  <inkml:trace contextRef="#ctx0" brushRef="#br0">242 21 1840 0 0,'-12'-4'2059'0'0,"0"0"0"0"0,0 0 0 0 0,0 1 0 0 0,-23-3 0 0 0,31 6-1655 0 0,-1 0 1 0 0,1 0-1 0 0,-1 0 0 0 0,1 1 0 0 0,-1 0 0 0 0,1 0 1 0 0,0 0-1 0 0,-1 0 0 0 0,1 0 0 0 0,0 1 0 0 0,0 0 1 0 0,0 0-1 0 0,0 0 0 0 0,0 0 0 0 0,0 1 1 0 0,-6 5-1 0 0,1 1-243 0 0,1 0-1 0 0,1 0 1 0 0,0 1 0 0 0,0 0 0 0 0,1 1 0 0 0,0-1-1 0 0,1 1 1 0 0,0 0 0 0 0,1 0 0 0 0,0 1 0 0 0,1-1 0 0 0,0 1-1 0 0,1 0 1 0 0,0 0 0 0 0,1 0 0 0 0,0 16 0 0 0,1-26-194 0 0,0 0 1 0 0,0 0-1 0 0,0 0 0 0 0,0 0 1 0 0,1 0-1 0 0,-1 0 1 0 0,0-1-1 0 0,1 1 1 0 0,0 0-1 0 0,-1 0 0 0 0,1-1 1 0 0,0 1-1 0 0,0 0 1 0 0,0-1-1 0 0,0 1 1 0 0,0 0-1 0 0,0-1 1 0 0,1 0-1 0 0,-1 1 0 0 0,0-1 1 0 0,1 0-1 0 0,-1 0 1 0 0,1 1-1 0 0,-1-1 1 0 0,1 0-1 0 0,0-1 0 0 0,-1 1 1 0 0,1 0-1 0 0,0 0 1 0 0,0-1-1 0 0,0 1 1 0 0,-1-1-1 0 0,1 1 1 0 0,0-1-1 0 0,0 0 0 0 0,0 0 1 0 0,0 0-1 0 0,0 0 1 0 0,0 0-1 0 0,-1 0 1 0 0,1-1-1 0 0,0 1 1 0 0,0-1-1 0 0,3 0 0 0 0,6-3-196 0 0,-1 1 0 0 0,0-1 0 0 0,0-1 0 0 0,-1 0 0 0 0,1 0 0 0 0,12-10 0 0 0,-1-2 123 0 0,-2-1 0 0 0,24-26 0 0 0,5-6 857 0 0,-47 49-646 0 0,0 0-1 0 0,0 0 0 0 0,0 0 0 0 0,1 0 0 0 0,-1 0 0 0 0,0 0 1 0 0,0 0-1 0 0,1 1 0 0 0,-1-1 0 0 0,0 0 0 0 0,1 1 1 0 0,-1-1-1 0 0,0 1 0 0 0,1 0 0 0 0,-1-1 0 0 0,1 1 0 0 0,-1 0 1 0 0,4 0-1 0 0,-4 0-37 0 0,0 0 0 0 0,0 1-1 0 0,0-1 1 0 0,0 1 0 0 0,0-1 0 0 0,0 1 0 0 0,0 0 0 0 0,0-1 0 0 0,0 1 0 0 0,0 0 0 0 0,0 0 0 0 0,0 0 0 0 0,0 0-1 0 0,0 0 1 0 0,-1-1 0 0 0,1 1 0 0 0,0 1 0 0 0,0 0 0 0 0,3 7 144 0 0,0 0-1 0 0,-1 0 1 0 0,0 0 0 0 0,2 17 0 0 0,-1-9-128 0 0,-1-7-117 0 0,0-1 1 0 0,0 0-1 0 0,1-1 0 0 0,0 1 0 0 0,0-1 1 0 0,1 1-1 0 0,0-1 0 0 0,1 0 0 0 0,-1-1 1 0 0,2 0-1 0 0,-1 0 0 0 0,15 12 0 0 0,1-2-575 0 0</inkml:trace>
</inkml:ink>
</file>

<file path=ppt/ink/ink3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41.195"/>
    </inkml:context>
    <inkml:brush xml:id="br0">
      <inkml:brushProperty name="width" value="0.1" units="cm"/>
      <inkml:brushProperty name="height" value="0.1" units="cm"/>
      <inkml:brushProperty name="color" value="#F6630D"/>
    </inkml:brush>
  </inkml:definitions>
  <inkml:trace contextRef="#ctx0" brushRef="#br0">58 703 3225 0 0,'-4'3'-144'0'0,"5"-6"-1063"0"0,4-4 1160 0 0,-2 6-1391 0 0,19-11 1610 0 0,0 0-1 0 0,-1-1 1 0 0,-1-1-1 0 0,0 0 0 0 0,-1-2 1 0 0,0-1-1 0 0,16-18 0 0 0,-34 34 90 0 0,1-1 0 0 0,-1 0 0 0 0,1 1 0 0 0,-1-1 0 0 0,1 0 0 0 0,-1 1-1 0 0,0-1 1 0 0,0 0 0 0 0,0 0 0 0 0,0 0 0 0 0,0 0 0 0 0,-1 0 0 0 0,1 0-1 0 0,0-1 1 0 0,-1 1 0 0 0,0 0 0 0 0,1 0 0 0 0,-1 0 0 0 0,0-1-1 0 0,0 1 1 0 0,0 0 0 0 0,0 0 0 0 0,-1 0 0 0 0,0-4 0 0 0,-1 3 194 0 0,1 0 1 0 0,-1 1 0 0 0,0-1-1 0 0,0 0 1 0 0,0 1-1 0 0,0-1 1 0 0,-1 1 0 0 0,1 0-1 0 0,0-1 1 0 0,-1 1-1 0 0,0 0 1 0 0,0 1 0 0 0,1-1-1 0 0,-1 0 1 0 0,-7-2-1 0 0,6 2-61 0 0,-1 0-1 0 0,0 0 1 0 0,-1 1-1 0 0,1 0 1 0 0,0-1 0 0 0,0 2-1 0 0,-1-1 1 0 0,1 0-1 0 0,-1 1 1 0 0,1 0-1 0 0,0 1 1 0 0,-1-1-1 0 0,-7 3 1 0 0,7-2-239 0 0,0 1 1 0 0,1 1 0 0 0,-1-1-1 0 0,1 1 1 0 0,0 0-1 0 0,-1 0 1 0 0,1 0 0 0 0,1 1-1 0 0,-1-1 1 0 0,-7 9-1 0 0,5-3-132 0 0,0-1-1 0 0,0 1 0 0 0,1 0 1 0 0,0 1-1 0 0,1-1 0 0 0,0 1 0 0 0,1 0 1 0 0,0 1-1 0 0,1-1 0 0 0,0 1 1 0 0,0 0-1 0 0,-2 19 0 0 0,5-27-10 0 0,-2 18-1 0 0,2 39 1 0 0,0-56-15 0 0,0 1 0 0 0,1-1 0 0 0,0 1 0 0 0,-1-1 0 0 0,2 1 0 0 0,-1-1 0 0 0,0 0 0 0 0,1 0 0 0 0,0 1 0 0 0,0-1 0 0 0,0 0 0 0 0,0-1 0 0 0,1 1 0 0 0,-1 0 0 0 0,5 4 0 0 0,-5-7-45 0 0,0 1 0 0 0,-1-1 0 0 0,1 0 0 0 0,0 0 0 0 0,0-1 0 0 0,0 1 0 0 0,0 0 0 0 0,-1-1 0 0 0,1 1 0 0 0,0-1 0 0 0,0 1 0 0 0,0-1 0 0 0,0 0 0 0 0,0 0 0 0 0,0 0 0 0 0,1 0 0 0 0,-1 0 0 0 0,0 0 0 0 0,0-1 0 0 0,-1 1 0 0 0,1-1 0 0 0,0 1 0 0 0,0-1 0 0 0,0 0 0 0 0,0 0 0 0 0,0 0 0 0 0,0 0 0 0 0,-1 0 0 0 0,1 0 0 0 0,-1 0 0 0 0,1-1 0 0 0,-1 1 0 0 0,1 0 0 0 0,1-4 0 0 0,4-2-282 0 0,0-1 0 0 0,0 1 1 0 0,-1-2-1 0 0,-1 1 0 0 0,8-15 1 0 0,-3 1-97 0 0,-1-2 0 0 0,-1 1 0 0 0,-2-1 0 0 0,0 0 0 0 0,-1-1 0 0 0,-1 1-1 0 0,-2-1 1 0 0,0 0 0 0 0,-2 0 0 0 0,0 0 0 0 0,-5-27 0 0 0,-2-3 851 0 0,-15-53 0 0 0,-21-49 3716 0 0,37 133-3421 0 0,2 8 195 0 0,-1 1 0 0 0,-10-23 0 0 0,20 53-585 0 0,0 1 0 0 0,-2-1 0 0 0,4 27 0 0 0,-1 0-117 0 0,7 21-200 0 0,2-1 0 0 0,3 0 0 0 0,3-2 0 0 0,2 0 0 0 0,55 100 0 0 0,-68-144-544 0 0,1-1-1 0 0,0-1 0 0 0,0 1 1 0 0,2-2-1 0 0,21 20 0 0 0,-8-14-1319 0 0</inkml:trace>
</inkml:ink>
</file>

<file path=ppt/ink/ink3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41.557"/>
    </inkml:context>
    <inkml:brush xml:id="br0">
      <inkml:brushProperty name="width" value="0.1" units="cm"/>
      <inkml:brushProperty name="height" value="0.1" units="cm"/>
      <inkml:brushProperty name="color" value="#F6630D"/>
    </inkml:brush>
  </inkml:definitions>
  <inkml:trace contextRef="#ctx0" brushRef="#br0">164 51 7834 0 0,'4'-15'-40'0'0,"-7"-19"10322"0"0,2 33-10063 0 0,-1 1 7 0 0,1 0-1 0 0,0 0 1 0 0,-1 0 0 0 0,1 0 0 0 0,0 0 0 0 0,-1 0-1 0 0,1 0 1 0 0,-1 0 0 0 0,1 1 0 0 0,0-1 0 0 0,-1 1 0 0 0,1-1-1 0 0,0 1 1 0 0,-2 0 0 0 0,-3 3-100 0 0,0-1 1 0 0,0 1-1 0 0,1 0 1 0 0,0 0-1 0 0,0 1 1 0 0,0 0-1 0 0,0 0 1 0 0,1 0-1 0 0,0 0 1 0 0,0 1-1 0 0,-4 7 1 0 0,-5 10-125 0 0,-15 36 1 0 0,20-39-3 0 0,1 0 0 0 0,0 0 0 0 0,-4 24 1 0 0,10-38-19 0 0,0 0 0 0 0,0-1 0 0 0,0 1 0 0 0,1 0 0 0 0,0 0 0 0 0,0 0 0 0 0,0 0 0 0 0,1 0 0 0 0,0-1 0 0 0,0 1 0 0 0,0 0 0 0 0,1-1 0 0 0,0 1 0 0 0,0-1 0 0 0,0 1 0 0 0,5 6 0 0 0,-6-11-28 0 0,0 1 0 0 0,0-1 1 0 0,0 0-1 0 0,0 0 0 0 0,0 0 1 0 0,0 0-1 0 0,0 0 0 0 0,0 0 1 0 0,1 0-1 0 0,-1 0 1 0 0,0 0-1 0 0,1-1 0 0 0,-1 1 1 0 0,0 0-1 0 0,1-1 0 0 0,-1 1 1 0 0,1-1-1 0 0,-1 0 1 0 0,1 1-1 0 0,-1-1 0 0 0,1 0 1 0 0,0 0-1 0 0,1 0 0 0 0,0-1-36 0 0,0 0 0 0 0,0 0-1 0 0,0 0 1 0 0,0 0 0 0 0,0 0-1 0 0,-1 0 1 0 0,1-1-1 0 0,0 0 1 0 0,-1 1 0 0 0,1-1-1 0 0,2-3 1 0 0,5-5-104 0 0,-1 0-1 0 0,0 0 1 0 0,-1-1 0 0 0,9-14-1 0 0,17-43 465 0 0,-27 50 288 0 0,1 1 1 0 0,21-31 0 0 0,-28 45-499 0 0,1 1 0 0 0,0-1 0 0 0,0 1 0 0 0,0 0 0 0 0,0 0 0 0 0,0 0 0 0 0,1 0 0 0 0,-1 0 0 0 0,0 0 0 0 0,1 0 0 0 0,0 1 0 0 0,-1 0 0 0 0,1-1 0 0 0,0 1 0 0 0,0 0 0 0 0,0 0 0 0 0,0 1 0 0 0,-1-1 0 0 0,5 0 0 0 0,-3 1-31 0 0,0 0 0 0 0,0 1-1 0 0,0 0 1 0 0,-1-1-1 0 0,1 1 1 0 0,0 1 0 0 0,0-1-1 0 0,-1 0 1 0 0,1 1-1 0 0,-1 0 1 0 0,1 0 0 0 0,-1 0-1 0 0,3 2 1 0 0,7 7-89 0 0,-1 0 1 0 0,0 1-1 0 0,-1 0 0 0 0,0 1 1 0 0,15 23-1 0 0,-11-14-624 0 0,0-1-212 0 0</inkml:trace>
</inkml:ink>
</file>

<file path=ppt/ink/ink3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41.946"/>
    </inkml:context>
    <inkml:brush xml:id="br0">
      <inkml:brushProperty name="width" value="0.1" units="cm"/>
      <inkml:brushProperty name="height" value="0.1" units="cm"/>
      <inkml:brushProperty name="color" value="#F6630D"/>
    </inkml:brush>
  </inkml:definitions>
  <inkml:trace contextRef="#ctx0" brushRef="#br0">64 67 14747 0 0,'-14'-23'1058'0'0,"10"16"-146"0"0,0 1-1 0 0,0 0 1 0 0,0 0-1 0 0,-10-10 1 0 0,14 16-879 0 0,0 0 1 0 0,0-1-1 0 0,0 1 1 0 0,-1 0-1 0 0,1 0 1 0 0,0 0-1 0 0,0 0 1 0 0,0 0-1 0 0,-1-1 1 0 0,1 1-1 0 0,0 0 0 0 0,0 0 1 0 0,0 0-1 0 0,-1 0 1 0 0,1 0-1 0 0,0 0 1 0 0,0 0-1 0 0,-1 0 1 0 0,1 0-1 0 0,0 0 1 0 0,0 0-1 0 0,-1 0 1 0 0,1 0-1 0 0,0 0 0 0 0,0 0 1 0 0,0 0-1 0 0,-1 0 1 0 0,1 0-1 0 0,0 0 1 0 0,0 1-1 0 0,-1-1 1 0 0,1 0-1 0 0,0 0 1 0 0,0 0-1 0 0,0 0 0 0 0,0 0 1 0 0,-1 0-1 0 0,1 1 1 0 0,0-1-1 0 0,0 0 1 0 0,0 0-1 0 0,-1 1 1 0 0,-4 13 642 0 0,1 16-238 0 0,2 47-253 0 0,3 0 1 0 0,4 0-1 0 0,3-1 1 0 0,3 0 0 0 0,33 114-1 0 0,-37-164-859 0 0,2-1 0 0 0,0 0 0 0 0,21 38 0 0 0,-19-44-7024 0 0</inkml:trace>
</inkml:ink>
</file>

<file path=ppt/ink/ink3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42.391"/>
    </inkml:context>
    <inkml:brush xml:id="br0">
      <inkml:brushProperty name="width" value="0.1" units="cm"/>
      <inkml:brushProperty name="height" value="0.1" units="cm"/>
      <inkml:brushProperty name="color" value="#F6630D"/>
    </inkml:brush>
  </inkml:definitions>
  <inkml:trace contextRef="#ctx0" brushRef="#br0">137 272 7890 0 0,'-46'-10'568'0'0,"25"6"1313"0"0,1-1-1 0 0,-24-9 1 0 0,43 14-1833 0 0,1 0 1 0 0,0 0-1 0 0,0 0 0 0 0,0 0 0 0 0,-1 0 0 0 0,1 0 0 0 0,0 0 0 0 0,0 0 1 0 0,0 0-1 0 0,0 0 0 0 0,-1 0 0 0 0,1 0 0 0 0,0 0 0 0 0,0 0 0 0 0,0 0 0 0 0,0 0 1 0 0,-1-1-1 0 0,1 1 0 0 0,0 0 0 0 0,0 0 0 0 0,0 0 0 0 0,0 0 0 0 0,0 0 0 0 0,-1 0 1 0 0,1-1-1 0 0,0 1 0 0 0,0 0 0 0 0,0 0 0 0 0,0 0 0 0 0,0 0 0 0 0,0-1 0 0 0,0 1 1 0 0,0 0-1 0 0,0 0 0 0 0,0 0 0 0 0,0-1 0 0 0,0 1 0 0 0,0 0 0 0 0,0 0 1 0 0,0 0-1 0 0,0-1 0 0 0,0 1 0 0 0,0 0 0 0 0,0 0 0 0 0,0 0 0 0 0,0 0 0 0 0,0-1 1 0 0,11-4 659 0 0,19-1-715 0 0,-28 5 97 0 0,90-14-705 0 0,-1-4-1 0 0,0-4 1 0 0,-2-4-1 0 0,0-4 1 0 0,131-66 0 0 0,-207 89 1803 0 0,-24 11 244 0 0,-23 11 546 0 0,23-6-1795 0 0,1 1 0 0 0,1 0 0 0 0,-1 0 0 0 0,1 1 0 0 0,1 0 0 0 0,0 0 0 0 0,1 1 0 0 0,-1 0 0 0 0,2 1 0 0 0,0-1 0 0 0,0 1 0 0 0,1 1 0 0 0,1-1-1 0 0,-5 20 1 0 0,8-31-192 0 0,1 1-1 0 0,-1-1 1 0 0,1 1-1 0 0,0 0 0 0 0,-1-1 1 0 0,1 1-1 0 0,0 0 1 0 0,0-1-1 0 0,0 1 0 0 0,0 0 1 0 0,0-1-1 0 0,1 1 1 0 0,-1 0-1 0 0,0-1 0 0 0,1 1 1 0 0,-1 0-1 0 0,1-1 1 0 0,0 1-1 0 0,-1-1 0 0 0,1 1 1 0 0,0-1-1 0 0,0 1 0 0 0,0-1 1 0 0,0 0-1 0 0,0 1 1 0 0,1 0-1 0 0,0-1-73 0 0,0-1-1 0 0,0 0 1 0 0,-1 1-1 0 0,1-1 1 0 0,0 0-1 0 0,0 0 1 0 0,-1 0-1 0 0,1-1 1 0 0,0 1-1 0 0,0 0 1 0 0,-1 0 0 0 0,1-1-1 0 0,0 1 1 0 0,-1-1-1 0 0,1 0 1 0 0,0 1-1 0 0,-1-1 1 0 0,1 0-1 0 0,-1 0 1 0 0,1 0-1 0 0,-1 0 1 0 0,0 0 0 0 0,1-1-1 0 0,1-1 1 0 0,30-33-1516 0 0,-29 30 1826 0 0,1 0-1 0 0,0 0 1 0 0,0 0 0 0 0,1 1 0 0 0,-1 0 0 0 0,1 0 0 0 0,0 0 0 0 0,13-6-1 0 0,-16 10-58 0 0,0 0 0 0 0,0 1 0 0 0,0-1 0 0 0,1 1 0 0 0,-1 0 0 0 0,0 0 0 0 0,0 0-1 0 0,0 1 1 0 0,1-1 0 0 0,-1 1 0 0 0,0-1 0 0 0,0 1 0 0 0,0 0 0 0 0,0 0 0 0 0,0 1 0 0 0,0-1 0 0 0,0 1-1 0 0,0-1 1 0 0,-1 1 0 0 0,1 0 0 0 0,4 4 0 0 0,6 5-74 0 0,0 1 1 0 0,19 24-1 0 0,-21-24 6 0 0,42 43-571 0 0,-33-40-111 0 0</inkml:trace>
</inkml:ink>
</file>

<file path=ppt/ink/ink3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43.071"/>
    </inkml:context>
    <inkml:brush xml:id="br0">
      <inkml:brushProperty name="width" value="0.1" units="cm"/>
      <inkml:brushProperty name="height" value="0.1" units="cm"/>
      <inkml:brushProperty name="color" value="#F6630D"/>
    </inkml:brush>
  </inkml:definitions>
  <inkml:trace contextRef="#ctx0" brushRef="#br0">5 20 7834 0 0,'-4'-3'2826'0'0,"9"-3"-416"0"0,15-4 235 0 0,-14 10-2335 0 0,0 0 0 0 0,0 1 0 0 0,0 0 0 0 0,0 1 0 0 0,0-1 0 0 0,0 1 0 0 0,0 0 0 0 0,0 1 0 0 0,-1-1 0 0 0,11 8 0 0 0,53 39 869 0 0,-61-43-1023 0 0,133 109 1105 0 0,120 90-326 0 0,372 193-331 0 0,-345-257-7746 0 0,-251-125 210 0 0</inkml:trace>
</inkml:ink>
</file>

<file path=ppt/ink/ink3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7:43.404"/>
    </inkml:context>
    <inkml:brush xml:id="br0">
      <inkml:brushProperty name="width" value="0.1" units="cm"/>
      <inkml:brushProperty name="height" value="0.1" units="cm"/>
      <inkml:brushProperty name="color" value="#F6630D"/>
    </inkml:brush>
  </inkml:definitions>
  <inkml:trace contextRef="#ctx0" brushRef="#br0">1002 80 6449 0 0,'2'-12'555'0'0,"1"2"1478"0"0,-1-1 0 0 0,-1 1-1 0 0,1-19 1 0 0,-2 29-1949 0 0,0-1 0 0 0,0 1-1 0 0,0 0 1 0 0,0 0 0 0 0,0-1-1 0 0,0 1 1 0 0,0 0-1 0 0,0 0 1 0 0,0-1 0 0 0,0 1-1 0 0,0 0 1 0 0,0 0 0 0 0,0-1-1 0 0,0 1 1 0 0,-1 0 0 0 0,1 0-1 0 0,0 0 1 0 0,-1-2 418 0 0,1 2-418 0 0,0 0-1 0 0,0 0 1 0 0,-1 0 0 0 0,1 0-1 0 0,0-1 1 0 0,0 1 0 0 0,-1 0-1 0 0,1 0 1 0 0,0 0-1 0 0,0 0 1 0 0,-1 0 0 0 0,1 0-1 0 0,0 0 1 0 0,0 0 0 0 0,-1 0-1 0 0,1 0 1 0 0,0 0 0 0 0,0 0-1 0 0,-1 0 1 0 0,1 0 0 0 0,-1 0-1 0 0,-14 9 1364 0 0,-11 17-426 0 0,-12 28-729 0 0,3 2 0 0 0,3 1 0 0 0,-39 90 0 0 0,8-14-114 0 0,-199 409-190 0 0,3-5 80 0 0,179-392 524 0 0,-34 72-2590 0 0,105-196-5734 0 0</inkml:trace>
</inkml:ink>
</file>

<file path=ppt/ink/ink3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8:31.63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78 0 2304 0 0,'-3'1'101'0'0,"0"0"0"0"0,-1 0-1 0 0,1 0 1 0 0,0 1-1 0 0,0-1 1 0 0,0 1-1 0 0,0 0 1 0 0,0 0 0 0 0,0 0-1 0 0,0 0 1 0 0,0 0-1 0 0,1 1 1 0 0,0-1-1 0 0,-1 1 1 0 0,1 0 0 0 0,-2 3-1 0 0,0-2 164 0 0,1 0 1 0 0,1 0-1 0 0,-1 0 0 0 0,0 0 1 0 0,1 1-1 0 0,0-1 0 0 0,0 1 0 0 0,0 0 1 0 0,1-1-1 0 0,0 1 0 0 0,-2 7 1 0 0,4-11-158 0 0,-1 0 0 0 0,1 0 0 0 0,-1 1 0 0 0,1-1 0 0 0,-1 0 0 0 0,1 0 0 0 0,0 0 0 0 0,-1 1 0 0 0,1-1 0 0 0,0 0 0 0 0,0 0 0 0 0,0 0 0 0 0,0 0 0 0 0,0-1 0 0 0,0 1 0 0 0,0 0 0 0 0,0 0 0 0 0,0-1 0 0 0,1 1 0 0 0,-1 0 0 0 0,0-1 0 0 0,2 1 1 0 0,33 12 732 0 0,-29-11-719 0 0,66 19 453 0 0,1-3 0 0 0,85 9 0 0 0,-84-18-515 0 0,255 29 1074 0 0,-229-31-676 0 0,131-8 1 0 0,52-30-292 0 0,-22 1 537 0 0,-118 19-554 0 0,158-9 342 0 0,399-2 430 0 0,-227-16-925 0 0,-279 16 38 0 0,251 6 0 0 0,-339 21-47 0 0,152-1 1421 0 0,-238-3-1336 0 0,-16-1-69 0 0,0 0-1 0 0,0 0 0 0 0,1 0 1 0 0,-1 0-1 0 0,0-1 0 0 0,0 0 0 0 0,0 0 1 0 0,5-2-1 0 0,-9 3-2 0 0,-21 2-448 0 0,-72 11-565 0 0,-121 1-1 0 0,-12 1-359 0 0,-625 67 487 0 0,558-57 782 0 0,-310 67 1 0 0,470-64-508 0 0,-211 51-3600 0 0,266-59 899 0 0</inkml:trace>
</inkml:ink>
</file>

<file path=ppt/ink/ink3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8:35.21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351 110 1840 0 0,'-81'-29'11891'0'0,"99"29"-12015"0"0,-7-1 391 0 0,267 15 998 0 0,85 30-1146 0 0,188 11 412 0 0,-39-75 554 0 0,-184 1-526 0 0,103-10-279 0 0,-108 5 602 0 0,248-19-201 0 0,-329 20-365 0 0,-28 1 798 0 0,-148 17-848 0 0,-31 1-261 0 0,-1 1 0 0 0,1 2 0 0 0,0 2 0 0 0,35 4-1 0 0,-23 6-1 0 0,-1 1 0 0 0,74 31-1 0 0,-119-43-2 0 0,-1 1 0 0 0,0-1 0 0 0,1 0 0 0 0,-1 1-1 0 0,1-1 1 0 0,-1 1 0 0 0,0-1 0 0 0,1 0 0 0 0,-1 1-1 0 0,0-1 1 0 0,1 1 0 0 0,-1-1 0 0 0,0 1 0 0 0,0-1 0 0 0,0 1-1 0 0,1-1 1 0 0,-1 1 0 0 0,0 0 0 0 0,0-1 0 0 0,0 1-1 0 0,0-1 1 0 0,0 1 0 0 0,0-1 0 0 0,0 1 0 0 0,0-1-1 0 0,0 1 1 0 0,0 0 0 0 0,0-1 0 0 0,-1 1 0 0 0,1-1-1 0 0,0 1 1 0 0,0-1 0 0 0,0 1 0 0 0,-1-1 0 0 0,1 1-1 0 0,0-1 1 0 0,-1 1 0 0 0,1-1 0 0 0,-14 22-9 0 0,14-22 9 0 0,-5 6-10 0 0,-1 1-1 0 0,0-1 0 0 0,0-1 0 0 0,0 1 1 0 0,-1-1-1 0 0,1 0 0 0 0,-1-1 0 0 0,0 1 1 0 0,-1-1-1 0 0,1-1 0 0 0,-1 0 0 0 0,-12 4 1 0 0,-7 0-56 0 0,-1-1 0 0 0,-38 3 1 0 0,13-2 9 0 0,-614 46-2579 0 0,639-53 2634 0 0,-350-2 165 0 0,31-3 171 0 0,106 6-155 0 0,-280-1-783 0 0,-134-5 363 0 0,512-5 276 0 0,-163-31 0 0 0,45 5 456 0 0,-269-3 0 0 0,315 44 916 0 0,192-5-3111 0 0</inkml:trace>
</inkml:ink>
</file>

<file path=ppt/ink/ink3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8:57.405"/>
    </inkml:context>
    <inkml:brush xml:id="br0">
      <inkml:brushProperty name="width" value="0.1" units="cm"/>
      <inkml:brushProperty name="height" value="0.1" units="cm"/>
      <inkml:brushProperty name="color" value="#F6630D"/>
    </inkml:brush>
  </inkml:definitions>
  <inkml:trace contextRef="#ctx0" brushRef="#br0">101 0 13363 0 0,'-11'25'269'0'0,"2"-1"0"0"0,0 1 0 0 0,2 0-1 0 0,0 1 1 0 0,-4 38 0 0 0,5-32-114 0 0,-9 55-25 0 0,3 1 1 0 0,-1 174-1 0 0,14-223 84 0 0,3 1-1 0 0,0 0 1 0 0,3-1 0 0 0,1 0 0 0 0,2-1 0 0 0,2 0-1 0 0,1-1 1 0 0,2 0 0 0 0,24 43 0 0 0,-14-39 64 0 0,2 0 0 0 0,2-2 1 0 0,1-1-1 0 0,2-1 0 0 0,1-2 0 0 0,2-2 1 0 0,1-1-1 0 0,59 41 0 0 0,130 64-875 0 0,-67-60-2632 0 0,-114-58 2062 0 0</inkml:trace>
</inkml:ink>
</file>

<file path=ppt/ink/ink3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8:57.785"/>
    </inkml:context>
    <inkml:brush xml:id="br0">
      <inkml:brushProperty name="width" value="0.1" units="cm"/>
      <inkml:brushProperty name="height" value="0.1" units="cm"/>
      <inkml:brushProperty name="color" value="#F6630D"/>
    </inkml:brush>
  </inkml:definitions>
  <inkml:trace contextRef="#ctx0" brushRef="#br0">2 1 17972 0 0,'0'0'84'0'0,"0"1"0"0"0,-1-1-1 0 0,1 1 1 0 0,0-1 0 0 0,0 1 0 0 0,0-1 0 0 0,-1 1 0 0 0,1-1 0 0 0,0 1 0 0 0,0 0 0 0 0,0-1-1 0 0,0 1 1 0 0,0-1 0 0 0,0 1 0 0 0,0 0 0 0 0,0-1 0 0 0,0 1 0 0 0,0-1 0 0 0,1 1-1 0 0,-1 0 1 0 0,0-1 0 0 0,0 1 0 0 0,0-1 0 0 0,1 2 0 0 0,7 23-760 0 0,-6-19 699 0 0,14 52-275 0 0,-2 0-1 0 0,-4 0 1 0 0,5 70-1 0 0,-6 179-1021 0 0,-6-93 420 0 0,3-134 411 0 0,2-29-3778 0 0,-2-18-768 0 0</inkml:trace>
</inkml:ink>
</file>

<file path=ppt/ink/ink3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8:58.039"/>
    </inkml:context>
    <inkml:brush xml:id="br0">
      <inkml:brushProperty name="width" value="0.1" units="cm"/>
      <inkml:brushProperty name="height" value="0.1" units="cm"/>
      <inkml:brushProperty name="color" value="#F6630D"/>
    </inkml:brush>
  </inkml:definitions>
  <inkml:trace contextRef="#ctx0" brushRef="#br0">0 0 17972 0 0,'0'2'94'0'0,"0"0"0"0"0,0 0 1 0 0,1 0-1 0 0,-1 0 0 0 0,0-1 1 0 0,1 1-1 0 0,-1 0 0 0 0,1 0 0 0 0,0-1 1 0 0,0 1-1 0 0,-1 0 0 0 0,1-1 1 0 0,0 1-1 0 0,2 1 0 0 0,1 6-172 0 0,20 48-6 0 0,-2 1-1 0 0,-4 1 1 0 0,19 96 0 0 0,-25-78-25 0 0,5 24-1639 0 0,4 119 0 0 0,-22-169-1110 0 0,0-29-1824 0 0</inkml:trace>
</inkml:ink>
</file>

<file path=ppt/ink/ink3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8:58.232"/>
    </inkml:context>
    <inkml:brush xml:id="br0">
      <inkml:brushProperty name="width" value="0.1" units="cm"/>
      <inkml:brushProperty name="height" value="0.1" units="cm"/>
      <inkml:brushProperty name="color" value="#F6630D"/>
    </inkml:brush>
  </inkml:definitions>
  <inkml:trace contextRef="#ctx0" brushRef="#br0">0 116 13395 0 0,'6'-3'288'0'0,"5"-3"64"0"0,3-1 16 0 0,-2 1 16 0 0,-3 2-312 0 0,1 2-72 0 0,4-3 0 0 0,12-3 0 0 0,15-5-624 0 0,10-7-144 0 0,6 0-24 0 0,-7-2-8 0 0</inkml:trace>
</inkml:ink>
</file>

<file path=ppt/ink/ink3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8:58.708"/>
    </inkml:context>
    <inkml:brush xml:id="br0">
      <inkml:brushProperty name="width" value="0.1" units="cm"/>
      <inkml:brushProperty name="height" value="0.1" units="cm"/>
      <inkml:brushProperty name="color" value="#F6630D"/>
    </inkml:brush>
  </inkml:definitions>
  <inkml:trace contextRef="#ctx0" brushRef="#br0">1 57 13827 0 0,'1'5'132'0'0,"1"1"-1"0"0,0-1 1 0 0,0 0-1 0 0,0 1 1 0 0,0-1-1 0 0,1 0 1 0 0,0 0 0 0 0,0-1-1 0 0,0 1 1 0 0,6 5-1 0 0,7 13-82 0 0,137 258 303 0 0,-141-261-9 0 0,0 0 0 0 0,2-1 1 0 0,0-1-1 0 0,1 0 0 0 0,1-1 0 0 0,1-1 0 0 0,35 27 0 0 0,-51-42-294 0 0,0-1 1 0 0,1 1-1 0 0,-1 0 1 0 0,0 0-1 0 0,1-1 1 0 0,-1 1-1 0 0,1-1 0 0 0,-1 1 1 0 0,1-1-1 0 0,-1 1 1 0 0,1-1-1 0 0,-1 0 1 0 0,1 0-1 0 0,0 0 0 0 0,-1 0 1 0 0,1 0-1 0 0,-1 0 1 0 0,1 0-1 0 0,-1-1 1 0 0,1 1-1 0 0,-1 0 0 0 0,3-2 1 0 0,-2 1 11 0 0,1-1 1 0 0,-1 1-1 0 0,0-1 0 0 0,0 0 0 0 0,0 0 1 0 0,0 1-1 0 0,0-1 0 0 0,-1-1 1 0 0,1 1-1 0 0,-1 0 0 0 0,1 0 1 0 0,0-3-1 0 0,3-5 22 0 0,-1 0 0 0 0,-1 0 0 0 0,1 0 0 0 0,-2 0 0 0 0,3-18 0 0 0,-1-85-394 0 0,-4 83 39 0 0,0 0 0 0 0,2 1-1 0 0,7-37 1 0 0,-9 66 268 0 0,0-1-1 0 0,0 1 1 0 0,0 0-1 0 0,0-1 1 0 0,1 1-1 0 0,-1 0 1 0 0,0-1 0 0 0,0 1-1 0 0,0 0 1 0 0,0-1-1 0 0,0 1 1 0 0,0 0-1 0 0,1-1 1 0 0,-1 1-1 0 0,0 0 1 0 0,0-1 0 0 0,0 1-1 0 0,1 0 1 0 0,-1-1-1 0 0,0 1 1 0 0,0 0-1 0 0,1 0 1 0 0,-1 0-1 0 0,0-1 1 0 0,1 1-1 0 0,-1 0 1 0 0,0 0 0 0 0,1 0-1 0 0,-1 0 1 0 0,0-1-1 0 0,1 1 1 0 0,-1 0-1 0 0,0 0 1 0 0,1 0-1 0 0,-1 0 1 0 0,0 0 0 0 0,1 0-1 0 0,-1 0 1 0 0,1 0-1 0 0,14 11 142 0 0,13 27 370 0 0,-26-35-467 0 0,0 0-3 0 0,9 16 63 0 0,2-2 0 0 0,0 1 0 0 0,1-2 1 0 0,25 25-1 0 0,-35-38-50 0 0,-1 0 0 0 0,1 0 0 0 0,0-1 0 0 0,0 1 0 0 0,0-1 0 0 0,0 1 0 0 0,0-1 1 0 0,0 0-1 0 0,1-1 0 0 0,-1 1 0 0 0,1-1 0 0 0,-1 0 0 0 0,1 0 0 0 0,0 0 0 0 0,-1-1 0 0 0,1 0 0 0 0,0 0 1 0 0,-1 0-1 0 0,1 0 0 0 0,0-1 0 0 0,-1 1 0 0 0,1-1 0 0 0,-1 0 0 0 0,1-1 0 0 0,-1 1 0 0 0,1-1 0 0 0,-1 0 1 0 0,4-2-1 0 0,-3 0 3 0 0,-1 1 1 0 0,0 0-1 0 0,0-1 1 0 0,0 0-1 0 0,0 0 1 0 0,0 0-1 0 0,-1 0 1 0 0,0-1-1 0 0,0 1 1 0 0,0-1 0 0 0,-1 0-1 0 0,1 0 1 0 0,-1 0-1 0 0,0 0 1 0 0,-1 0-1 0 0,1 0 1 0 0,1-10-1 0 0,0-10 46 0 0,0 0 0 0 0,-2-41-1 0 0,-1 34 147 0 0,1-66-1793 0 0,-2 57-4936 0 0,1 21-167 0 0</inkml:trace>
</inkml:ink>
</file>

<file path=ppt/ink/ink3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38:58.962"/>
    </inkml:context>
    <inkml:brush xml:id="br0">
      <inkml:brushProperty name="width" value="0.1" units="cm"/>
      <inkml:brushProperty name="height" value="0.1" units="cm"/>
      <inkml:brushProperty name="color" value="#F6630D"/>
    </inkml:brush>
  </inkml:definitions>
  <inkml:trace contextRef="#ctx0" brushRef="#br0">117 11 17972 0 0,'0'-1'14'0'0,"0"1"0"0"0,0 0 0 0 0,0 0 0 0 0,0-1-1 0 0,0 1 1 0 0,0 0 0 0 0,-1-1 0 0 0,1 1 0 0 0,0 0 0 0 0,0-1 0 0 0,1 1 0 0 0,-1 0 0 0 0,0-1 0 0 0,0 1 0 0 0,0 0 0 0 0,0-1 0 0 0,0 1 0 0 0,0 0 0 0 0,0-1-1 0 0,0 1 1 0 0,1 0 0 0 0,-1 0 0 0 0,0-1 0 0 0,0 1 0 0 0,0 0 0 0 0,1 0 0 0 0,-1-1 0 0 0,0 1 0 0 0,0 0 0 0 0,1 0 0 0 0,-1-1 0 0 0,0 1 0 0 0,0 0 0 0 0,1 0-1 0 0,-1 0 1 0 0,0 0 0 0 0,1 0 0 0 0,-1 0 0 0 0,0-1 0 0 0,1 1 0 0 0,-1 0 0 0 0,0 0 0 0 0,1 0 0 0 0,-1 0 0 0 0,0 0 0 0 0,1 0 0 0 0,-1 0 0 0 0,1 0-1 0 0,25 6 969 0 0,25 18 282 0 0,-40-16-1265 0 0,-1 0-1 0 0,-1 1 0 0 0,0 0 1 0 0,0 1-1 0 0,0 0 0 0 0,-1 0 1 0 0,-1 1-1 0 0,0 0 0 0 0,0 0 1 0 0,-1 1-1 0 0,-1 0 0 0 0,0 0 1 0 0,6 22-1 0 0,-2-2-7 0 0,-2 2 1 0 0,-1-1-1 0 0,-2 1 0 0 0,1 38 1 0 0,-6-17-31 0 0,-2-1 0 0 0,-2 0 0 0 0,-3-1 0 0 0,-2 0 0 0 0,-29 92 0 0 0,-120 249-12 0 0,60-161-484 0 0,77-180-6580 0 0</inkml:trace>
</inkml:ink>
</file>

<file path=ppt/ink/ink3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1.834"/>
    </inkml:context>
    <inkml:brush xml:id="br0">
      <inkml:brushProperty name="width" value="0.1" units="cm"/>
      <inkml:brushProperty name="height" value="0.1" units="cm"/>
      <inkml:brushProperty name="color" value="#F6630D"/>
    </inkml:brush>
  </inkml:definitions>
  <inkml:trace contextRef="#ctx0" brushRef="#br0">168 106 5065 0 0,'-1'-4'478'0'0,"0"-1"0"0"0,0 0-1 0 0,0 0 1 0 0,0 0 0 0 0,1 0 0 0 0,0 0-1 0 0,0 0 1 0 0,0 0 0 0 0,1 0 0 0 0,0 0-1 0 0,2-10 1 0 0,-1-21 7850 0 0,-19 61-7119 0 0,-16 48-970 0 0,3 1 0 0 0,-39 153 0 0 0,63-205-155 0 0,1 0-1 0 0,1 0 0 0 0,1 1 0 0 0,1-1 0 0 0,2 1 0 0 0,1 27 1 0 0,0-43-58 0 0,0 0 0 0 0,0 0 1 0 0,1 0-1 0 0,0 0 1 0 0,0-1-1 0 0,0 1 1 0 0,1-1-1 0 0,0 1 0 0 0,1-1 1 0 0,-1 0-1 0 0,1 0 1 0 0,0 0-1 0 0,0-1 1 0 0,1 1-1 0 0,0-1 0 0 0,0 0 1 0 0,0-1-1 0 0,1 1 1 0 0,-1-1-1 0 0,1 0 0 0 0,0 0 1 0 0,0-1-1 0 0,13 5 1 0 0,-2-2 5 0 0,1-1 0 0 0,0 0 0 0 0,0-2 1 0 0,0 0-1 0 0,0-1 0 0 0,1-1 0 0 0,-1 0 0 0 0,0-2 1 0 0,28-3-1 0 0,-9-2 35 0 0,0-2 1 0 0,0-1-1 0 0,55-21 1 0 0,-31 5-997 0 0,-29 11-1302 0 0,0 1-1 0 0,38-8 1 0 0,-54 17-4333 0 0</inkml:trace>
</inkml:ink>
</file>

<file path=ppt/ink/ink3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2.116"/>
    </inkml:context>
    <inkml:brush xml:id="br0">
      <inkml:brushProperty name="width" value="0.1" units="cm"/>
      <inkml:brushProperty name="height" value="0.1" units="cm"/>
      <inkml:brushProperty name="color" value="#F6630D"/>
    </inkml:brush>
  </inkml:definitions>
  <inkml:trace contextRef="#ctx0" brushRef="#br0">24 36 10138 0 0,'-4'-4'1313'0'0,"1"-1"0"0"0,0 1-1 0 0,0-1 1 0 0,-7-12 5805 0 0,17 39-6865 0 0,-1 1-1 0 0,-2 0 1 0 0,0 0-1 0 0,2 43 1 0 0,-1-3-101 0 0,14 349 26 0 0,-6-41-185 0 0,2-281-759 0 0,-4-53-5957 0 0,-6-20-415 0 0</inkml:trace>
</inkml:ink>
</file>

<file path=ppt/ink/ink3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2.608"/>
    </inkml:context>
    <inkml:brush xml:id="br0">
      <inkml:brushProperty name="width" value="0.1" units="cm"/>
      <inkml:brushProperty name="height" value="0.1" units="cm"/>
      <inkml:brushProperty name="color" value="#F6630D"/>
    </inkml:brush>
  </inkml:definitions>
  <inkml:trace contextRef="#ctx0" brushRef="#br0">1 1 5065 0 0,'4'-1'13933'0'0,"-1"15"-11236"0"0,-1-6-3469 0 0,6 91 1960 0 0,-9 180 1 0 0,-3-140-1020 0 0,2-84-786 0 0,3 89 1640 0 0,8-74-3345 0 0,-5-53-84 0 0,1 0 0 0 0,7 18 0 0 0</inkml:trace>
</inkml:ink>
</file>

<file path=ppt/ink/ink3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3.225"/>
    </inkml:context>
    <inkml:brush xml:id="br0">
      <inkml:brushProperty name="width" value="0.1" units="cm"/>
      <inkml:brushProperty name="height" value="0.1" units="cm"/>
      <inkml:brushProperty name="color" value="#F6630D"/>
    </inkml:brush>
  </inkml:definitions>
  <inkml:trace contextRef="#ctx0" brushRef="#br0">115 133 2304 0 0,'-59'5'270'0'0,"56"-5"-78"0"0,0 0-1 0 0,0 0 0 0 0,0 0 1 0 0,0 0-1 0 0,0-1 1 0 0,0 1-1 0 0,0-1 1 0 0,0 0-1 0 0,0 0 0 0 0,0 0 1 0 0,1 0-1 0 0,-1-1 1 0 0,0 1-1 0 0,1-1 1 0 0,-1 1-1 0 0,1-1 1 0 0,-4-3-1 0 0,6 4-45 0 0,-1 0 0 0 0,1 0 0 0 0,0 0 0 0 0,0 0 1 0 0,0 0-1 0 0,0 0 0 0 0,-1 0 0 0 0,1 0 0 0 0,0 0 0 0 0,1 0 0 0 0,-1 0 1 0 0,0 0-1 0 0,0 0 0 0 0,0 0 0 0 0,1 0 0 0 0,-1 0 0 0 0,0 0 0 0 0,1 0 1 0 0,-1 0-1 0 0,1 0 0 0 0,-1 0 0 0 0,1 0 0 0 0,0 0 0 0 0,-1 1 0 0 0,1-1 0 0 0,0 0 1 0 0,-1 0-1 0 0,1 1 0 0 0,0-1 0 0 0,0 0 0 0 0,0 1 0 0 0,1-2 0 0 0,32-19 2382 0 0,-8 9-1914 0 0,1 1 0 0 0,1 1 1 0 0,0 1-1 0 0,0 2 1 0 0,0 1-1 0 0,1 1 1 0 0,0 2-1 0 0,0 0 0 0 0,0 2 1 0 0,47 5-1 0 0,-67-3-582 0 0,0 0-1 0 0,1 1 1 0 0,-1 0-1 0 0,0 1 1 0 0,0 0 0 0 0,0 0-1 0 0,0 1 1 0 0,-1 0-1 0 0,0 1 1 0 0,1 0-1 0 0,-2 0 1 0 0,1 0-1 0 0,0 1 1 0 0,11 13 0 0 0,-14-13-69 0 0,0 0 0 0 0,-1 1 1 0 0,0-1-1 0 0,0 1 1 0 0,0 0-1 0 0,-1 1 1 0 0,0-1-1 0 0,0 0 1 0 0,-1 1-1 0 0,0 0 1 0 0,0 0-1 0 0,-1-1 1 0 0,0 1-1 0 0,0 0 1 0 0,-1 0-1 0 0,0 0 1 0 0,-3 16-1 0 0,-2 1-224 0 0,-1-1-1 0 0,-2 1 1 0 0,0-1-1 0 0,-2-1 1 0 0,0 0-1 0 0,-2 0 1 0 0,-15 22-1 0 0,-21 47 138 0 0,47-92 125 0 0,1 1 1 0 0,0-1-1 0 0,-1 1 1 0 0,1 0 0 0 0,0-1-1 0 0,-1 1 1 0 0,1-1-1 0 0,0 1 1 0 0,0-1-1 0 0,0 1 1 0 0,0 0 0 0 0,0-1-1 0 0,0 1 1 0 0,0-1-1 0 0,0 1 1 0 0,0 0-1 0 0,0-1 1 0 0,0 1-1 0 0,0-1 1 0 0,0 1 0 0 0,0 0-1 0 0,0-1 1 0 0,1 1-1 0 0,-1-1 1 0 0,0 1-1 0 0,0-1 1 0 0,1 1-1 0 0,0 0 1 0 0,0 0-2 0 0,0 0-1 0 0,0-1 1 0 0,0 1 0 0 0,0-1-1 0 0,0 0 1 0 0,0 1-1 0 0,0-1 1 0 0,1 0 0 0 0,-1 0-1 0 0,0 1 1 0 0,0-1 0 0 0,0 0-1 0 0,1 0 1 0 0,0-1-1 0 0,56-11 47 0 0,-37 7 113 0 0,-10 4-123 0 0,1 0 0 0 0,-1 1 0 0 0,1 0 0 0 0,-1 1-1 0 0,1 0 1 0 0,-1 1 0 0 0,0 1 0 0 0,0-1 0 0 0,0 2 0 0 0,0-1 0 0 0,0 2 0 0 0,0-1 0 0 0,-1 1 0 0 0,0 1 0 0 0,0 0 0 0 0,-1 0 0 0 0,1 1 0 0 0,-1 1-1 0 0,-1-1 1 0 0,1 1 0 0 0,11 15 0 0 0,-13-15 74 0 0,0 1-1 0 0,-1 0 0 0 0,0 0 0 0 0,-1 0 1 0 0,1 1-1 0 0,-2 0 0 0 0,1 0 0 0 0,-2 0 1 0 0,1 1-1 0 0,-1-1 0 0 0,-1 1 0 0 0,0 0 1 0 0,0 0-1 0 0,-1 0 0 0 0,-1 0 0 0 0,0 0 1 0 0,0 0-1 0 0,-1 0 0 0 0,0-1 0 0 0,-1 1 1 0 0,0 0-1 0 0,-7 18 0 0 0,-1-6 22 0 0,-1 0 0 0 0,-2 0 0 0 0,0-1 0 0 0,-1-1 0 0 0,-1 0 0 0 0,-1-1 0 0 0,-1-1 0 0 0,-24 23 0 0 0,20-24-2378 0 0,0-1 0 0 0,-27 16 0 0 0</inkml:trace>
</inkml:ink>
</file>

<file path=ppt/ink/ink3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3.431"/>
    </inkml:context>
    <inkml:brush xml:id="br0">
      <inkml:brushProperty name="width" value="0.1" units="cm"/>
      <inkml:brushProperty name="height" value="0.1" units="cm"/>
      <inkml:brushProperty name="color" value="#F6630D"/>
    </inkml:brush>
  </inkml:definitions>
  <inkml:trace contextRef="#ctx0" brushRef="#br0">0 0 3681 0 0,'5'4'709'0'0,"0"1"1"0"0,0-1-1 0 0,-1 1 1 0 0,0 0-1 0 0,0 0 1 0 0,0 0 0 0 0,0 0-1 0 0,-1 1 1 0 0,0 0-1 0 0,0-1 1 0 0,-1 1-1 0 0,1 0 1 0 0,0 7-1 0 0,4 11 1633 0 0,6 48 1 0 0,-10-46-1701 0 0,-2-1 1 0 0,0 1 0 0 0,-2-1 0 0 0,-1 0-1 0 0,-6 31 1 0 0,-11 33-360 0 0,-6 0-4446 0 0,17-63 1782 0 0</inkml:trace>
</inkml:ink>
</file>

<file path=ppt/ink/ink3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3.639"/>
    </inkml:context>
    <inkml:brush xml:id="br0">
      <inkml:brushProperty name="width" value="0.1" units="cm"/>
      <inkml:brushProperty name="height" value="0.1" units="cm"/>
      <inkml:brushProperty name="color" value="#F6630D"/>
    </inkml:brush>
  </inkml:definitions>
  <inkml:trace contextRef="#ctx0" brushRef="#br0">28 1 14283 0 0,'-1'0'263'0'0,"0"0"1"0"0,0 0-1 0 0,0 0 1 0 0,1 1-1 0 0,-1-1 1 0 0,0 0-1 0 0,0 0 0 0 0,1 1 1 0 0,-6 3 2107 0 0,6-3-2108 0 0,-1 0 0 0 0,1-1 1 0 0,-1 2-1 0 0,-8 23 1681 0 0,8-19-2007 0 0,0 0 0 0 0,0-1-1 0 0,1 1 1 0 0,-1 0 0 0 0,1 0 0 0 0,2 9-1 0 0,7 17-6244 0 0,-7-23 3920 0 0</inkml:trace>
</inkml:ink>
</file>

<file path=ppt/ink/ink3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3.972"/>
    </inkml:context>
    <inkml:brush xml:id="br0">
      <inkml:brushProperty name="width" value="0.1" units="cm"/>
      <inkml:brushProperty name="height" value="0.1" units="cm"/>
      <inkml:brushProperty name="color" value="#F6630D"/>
    </inkml:brush>
  </inkml:definitions>
  <inkml:trace contextRef="#ctx0" brushRef="#br0">91 67 7370 0 0,'-2'-7'929'0'0,"0"1"0"0"0,0 0 1 0 0,0 0-1 0 0,-1 0 0 0 0,1 0 1 0 0,-2 1-1 0 0,-4-8 0 0 0,8 12-778 0 0,-1 0-1 0 0,0 0 1 0 0,1 0 0 0 0,-1 1-1 0 0,0-1 1 0 0,0 0-1 0 0,0 0 1 0 0,1 1 0 0 0,-1-1-1 0 0,0 1 1 0 0,0-1-1 0 0,0 1 1 0 0,0-1 0 0 0,0 1-1 0 0,0-1 1 0 0,0 1-1 0 0,0 0 1 0 0,0 0 0 0 0,0 0-1 0 0,-2-1 1 0 0,2 2-67 0 0,-1-1 0 0 0,1 1 0 0 0,0-1 0 0 0,0 1 0 0 0,0 0 0 0 0,-1 0 0 0 0,1-1 0 0 0,0 1 0 0 0,0 0 0 0 0,0 0 1 0 0,0 0-1 0 0,0 0 0 0 0,0 0 0 0 0,0 0 0 0 0,1 1 0 0 0,-1-1 0 0 0,0 0 0 0 0,1 0 0 0 0,-1 1 0 0 0,0 1 0 0 0,-4 8 102 0 0,1 1-1 0 0,1-1 0 0 0,-1 1 1 0 0,2 0-1 0 0,0 0 1 0 0,-1 12-1 0 0,1 76 52 0 0,2-68-221 0 0,2 54 8 0 0,15 111 0 0 0,-9-147-18 0 0,2 0 1 0 0,2-1-1 0 0,30 76 1 0 0,-34-106 8 0 0,1 0 0 0 0,0-1 1 0 0,15 21-1 0 0,-20-33-10 0 0,0-1 1 0 0,0 0-1 0 0,1 1 1 0 0,0-2 0 0 0,0 1-1 0 0,0 0 1 0 0,0-1-1 0 0,0 0 1 0 0,1 0-1 0 0,0-1 1 0 0,0 1-1 0 0,0-1 1 0 0,10 3-1 0 0,-13-5-71 0 0,-1-1-1 0 0,1 0 1 0 0,0 1-1 0 0,0-1 1 0 0,-1-1-1 0 0,1 1 1 0 0,0 0-1 0 0,0 0 1 0 0,-1-1 0 0 0,1 0-1 0 0,0 0 1 0 0,-1 1-1 0 0,1-1 1 0 0,0-1-1 0 0,-1 1 1 0 0,0 0-1 0 0,1-1 1 0 0,-1 1-1 0 0,0-1 1 0 0,0 0-1 0 0,1 0 1 0 0,-1 1-1 0 0,-1-1 1 0 0,1-1-1 0 0,3-3 1 0 0,3-7-921 0 0</inkml:trace>
</inkml:ink>
</file>

<file path=ppt/ink/ink3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4.175"/>
    </inkml:context>
    <inkml:brush xml:id="br0">
      <inkml:brushProperty name="width" value="0.1" units="cm"/>
      <inkml:brushProperty name="height" value="0.1" units="cm"/>
      <inkml:brushProperty name="color" value="#F6630D"/>
    </inkml:brush>
  </inkml:definitions>
  <inkml:trace contextRef="#ctx0" brushRef="#br0">10 214 4609 0 0,'-10'1'8272'0'0,"36"-8"-3533"0"0,-10 3-4569 0 0,13-6 933 0 0,-1-1-1 0 0,0-1 1 0 0,0-1-1 0 0,29-21 1 0 0,22-19-1873 0 0,-4-2-5281 0 0,-54 39-1037 0 0</inkml:trace>
</inkml:ink>
</file>

<file path=ppt/ink/ink3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22.837"/>
    </inkml:context>
    <inkml:brush xml:id="br0">
      <inkml:brushProperty name="width" value="0.1" units="cm"/>
      <inkml:brushProperty name="height" value="0.1" units="cm"/>
      <inkml:brushProperty name="color" value="#F6630D"/>
    </inkml:brush>
  </inkml:definitions>
  <inkml:trace contextRef="#ctx0" brushRef="#br0">295 51 2761 0 0,'-2'-2'259'0'0,"0"0"-1"0"0,0 1 1 0 0,-1-1 0 0 0,1 1 0 0 0,0 0 0 0 0,-1 0 0 0 0,1 0 0 0 0,-1 0 0 0 0,1 0 0 0 0,-1 0 0 0 0,0 1 0 0 0,1-1-1 0 0,-4 1 1 0 0,3 0-98 0 0,0-1 0 0 0,0 1-1 0 0,-1 0 1 0 0,1 1 0 0 0,0-1-1 0 0,0 1 1 0 0,0-1 0 0 0,-1 1-1 0 0,1 0 1 0 0,0 0-1 0 0,0 0 1 0 0,0 1 0 0 0,0-1-1 0 0,1 1 1 0 0,-1-1 0 0 0,0 1-1 0 0,-3 3 1 0 0,2-1 15 0 0,1 0 0 0 0,-1 0 1 0 0,1 1-1 0 0,0-1 0 0 0,1 1 0 0 0,-1-1 1 0 0,1 1-1 0 0,0 0 0 0 0,-3 9 0 0 0,0 8 64 0 0,1-1 0 0 0,1 0-1 0 0,1 1 1 0 0,0 24 0 0 0,2-36-229 0 0,0 19 57 0 0,0 1 0 0 0,9 51 0 0 0,-7-71-53 0 0,0 1 0 0 0,1 0 0 0 0,0-1 0 0 0,1 0 0 0 0,0 0 0 0 0,0 0 0 0 0,1 0 1 0 0,1-1-1 0 0,-1 0 0 0 0,14 16 0 0 0,-17-23 33 0 0,0 1 1 0 0,0-1 0 0 0,1 0 0 0 0,-1 0 0 0 0,1 0-1 0 0,-1 0 1 0 0,1 0 0 0 0,0 0 0 0 0,0-1 0 0 0,0 0-1 0 0,0 1 1 0 0,0-1 0 0 0,0 0 0 0 0,0 0-1 0 0,0-1 1 0 0,0 1 0 0 0,1-1 0 0 0,-1 1 0 0 0,0-1-1 0 0,0 0 1 0 0,1 0 0 0 0,-1-1 0 0 0,0 1-1 0 0,0-1 1 0 0,0 1 0 0 0,1-1 0 0 0,-1 0 0 0 0,0 0-1 0 0,0 0 1 0 0,0-1 0 0 0,0 1 0 0 0,-1-1-1 0 0,1 0 1 0 0,3-2 0 0 0,-2 1 37 0 0,0 0-1 0 0,-1-1 1 0 0,0 1 0 0 0,1-1-1 0 0,-1 1 1 0 0,-1-1-1 0 0,1 0 1 0 0,0 0 0 0 0,-1-1-1 0 0,0 1 1 0 0,0 0 0 0 0,0-1-1 0 0,-1 1 1 0 0,1-1-1 0 0,-1 0 1 0 0,0 1 0 0 0,-1-1-1 0 0,1 0 1 0 0,-1 0 0 0 0,0 0-1 0 0,0 1 1 0 0,-1-10-1 0 0,-7-11 647 0 0,0 1-1 0 0,-2 0 0 0 0,0 1 0 0 0,-1 0 0 0 0,-20-27 1 0 0,16 23-405 0 0,0 2-51 0 0,-1 0 1 0 0,-2 1-1 0 0,-39-43 1 0 0,49 59-338 0 0,0 0 0 0 0,-1 0 1 0 0,0 0-1 0 0,-1 1 0 0 0,0 1 0 0 0,0 0 0 0 0,0 0 1 0 0,-1 1-1 0 0,0 0 0 0 0,0 1 0 0 0,0 0 1 0 0,-20-4-1 0 0,13 8-2720 0 0</inkml:trace>
</inkml:ink>
</file>

<file path=ppt/ink/ink3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24.931"/>
    </inkml:context>
    <inkml:brush xml:id="br0">
      <inkml:brushProperty name="width" value="0.1" units="cm"/>
      <inkml:brushProperty name="height" value="0.1" units="cm"/>
      <inkml:brushProperty name="color" value="#F6630D"/>
    </inkml:brush>
  </inkml:definitions>
  <inkml:trace contextRef="#ctx0" brushRef="#br0">62 107 2304 0 0,'-6'-8'671'0'0,"1"-1"-1"0"0,0 0 1 0 0,0 0-1 0 0,-6-14 1 0 0,8 13 481 0 0,-2 1 0 0 0,1-1 1 0 0,-1 1-1 0 0,-7-2 3381 0 0,18 50-3265 0 0,17 33-839 0 0,58 121-1 0 0,-33-86-1030 0 0,-14-36-3091 0 0,-21-50-1038 0 0</inkml:trace>
</inkml:ink>
</file>

<file path=ppt/ink/ink3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25.138"/>
    </inkml:context>
    <inkml:brush xml:id="br0">
      <inkml:brushProperty name="width" value="0.1" units="cm"/>
      <inkml:brushProperty name="height" value="0.1" units="cm"/>
      <inkml:brushProperty name="color" value="#F6630D"/>
    </inkml:brush>
  </inkml:definitions>
  <inkml:trace contextRef="#ctx0" brushRef="#br0">1 1 7370 0 0,'2'0'4786'0'0,"1"5"-6887"0"0,1 13 2080 0 0</inkml:trace>
</inkml:ink>
</file>

<file path=ppt/ink/ink3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25.583"/>
    </inkml:context>
    <inkml:brush xml:id="br0">
      <inkml:brushProperty name="width" value="0.1" units="cm"/>
      <inkml:brushProperty name="height" value="0.1" units="cm"/>
      <inkml:brushProperty name="color" value="#F6630D"/>
    </inkml:brush>
  </inkml:definitions>
  <inkml:trace contextRef="#ctx0" brushRef="#br0">43 47 5065 0 0,'-5'-36'2440'0'0,"4"36"-2304"0"0,1-1 0 0 0,0 0 1 0 0,0 1-1 0 0,0-1 1 0 0,-1 1-1 0 0,1-1 1 0 0,0 0-1 0 0,-1 1 0 0 0,1-1 1 0 0,0 1-1 0 0,-1-1 1 0 0,1 1-1 0 0,-1-1 0 0 0,1 1 1 0 0,-1-1-1 0 0,1 1 1 0 0,-1-1-1 0 0,1 1 0 0 0,-2-1 1 0 0,2 1-66 0 0,-1 0 1 0 0,0 1-1 0 0,1-1 0 0 0,-1 0 1 0 0,0 0-1 0 0,1 0 0 0 0,-1 1 1 0 0,0-1-1 0 0,1 0 1 0 0,-1 1-1 0 0,1-1 0 0 0,-1 0 1 0 0,0 1-1 0 0,1-1 0 0 0,-1 1 1 0 0,1-1-1 0 0,0 1 1 0 0,-1-1-1 0 0,1 1 0 0 0,-1-1 1 0 0,1 1-1 0 0,0-1 0 0 0,-1 1 1 0 0,1 1-1 0 0,-3 2-5 0 0,1 1 0 0 0,0 0 0 0 0,0 0 0 0 0,0 1 0 0 0,1-1 0 0 0,0 0 0 0 0,0 0 0 0 0,0 1 0 0 0,1-1 0 0 0,0 1 0 0 0,0-1 0 0 0,0 0 0 0 0,1 6 0 0 0,2 10 309 0 0,10 39 0 0 0,-9-46-423 0 0,1 0 1 0 0,0 0-1 0 0,1-1 1 0 0,0 1-1 0 0,1-1 1 0 0,0-1-1 0 0,18 24 1 0 0,-22-33 33 0 0,0 1 0 0 0,0-1 0 0 0,0 0 1 0 0,0 0-1 0 0,0 0 0 0 0,1-1 0 0 0,-1 1 0 0 0,1-1 1 0 0,0 0-1 0 0,0 0 0 0 0,-1 0 0 0 0,1-1 0 0 0,1 1 1 0 0,-1-1-1 0 0,0 0 0 0 0,0 0 0 0 0,0 0 0 0 0,1-1 0 0 0,-1 1 1 0 0,0-1-1 0 0,1 0 0 0 0,-1 0 0 0 0,0-1 0 0 0,0 1 1 0 0,1-1-1 0 0,-1 0 0 0 0,0 0 0 0 0,0-1 0 0 0,0 1 1 0 0,8-5-1 0 0,-4 2 48 0 0,0-1 0 0 0,-1 0 1 0 0,1 0-1 0 0,-1-1 0 0 0,0 0 1 0 0,10-11-1 0 0,-15 15-25 0 0,-1 0 0 0 0,1 1 1 0 0,-1-1-1 0 0,1 0 0 0 0,-1 0 1 0 0,1 0-1 0 0,-1 0 0 0 0,0 0 0 0 0,0 0 1 0 0,0 0-1 0 0,0-1 0 0 0,-1 1 1 0 0,1 0-1 0 0,0 0 0 0 0,-1-1 0 0 0,0 1 1 0 0,0 0-1 0 0,1-1 0 0 0,-1 1 1 0 0,0 0-1 0 0,-1-1 0 0 0,1 1 1 0 0,0 0-1 0 0,-1-1 0 0 0,1 1 0 0 0,-1 0 1 0 0,0-1-1 0 0,0 1 0 0 0,0 0 1 0 0,-2-3-1 0 0,2 4 41 0 0,0-1 1 0 0,-1 1-1 0 0,1 0 1 0 0,0 0 0 0 0,-1 0-1 0 0,0 0 1 0 0,1 0-1 0 0,-1 0 1 0 0,1 0-1 0 0,-1 1 1 0 0,0-1-1 0 0,0 1 1 0 0,1-1-1 0 0,-1 1 1 0 0,0-1 0 0 0,0 1-1 0 0,0 0 1 0 0,1 0-1 0 0,-1 0 1 0 0,0 0-1 0 0,0 0 1 0 0,0 1-1 0 0,0-1 1 0 0,1 0-1 0 0,-1 1 1 0 0,0-1 0 0 0,0 1-1 0 0,1 0 1 0 0,-1 0-1 0 0,0-1 1 0 0,1 1-1 0 0,-1 0 1 0 0,1 0-1 0 0,-3 2 1 0 0,-3 2 252 0 0,0 0 1 0 0,0 1-1 0 0,1-1 1 0 0,-1 1-1 0 0,-9 13 1 0 0,9-11-531 0 0,1 1 0 0 0,0 0 0 0 0,0 0 1 0 0,1 0-1 0 0,0 0 0 0 0,0 1 0 0 0,1 0 0 0 0,1 0 0 0 0,0 0 1 0 0,-3 15-1 0 0,9-13-4408 0 0</inkml:trace>
</inkml:ink>
</file>

<file path=ppt/ink/ink3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25.868"/>
    </inkml:context>
    <inkml:brush xml:id="br0">
      <inkml:brushProperty name="width" value="0.1" units="cm"/>
      <inkml:brushProperty name="height" value="0.1" units="cm"/>
      <inkml:brushProperty name="color" value="#F6630D"/>
    </inkml:brush>
  </inkml:definitions>
  <inkml:trace contextRef="#ctx0" brushRef="#br0">0 67 1376 0 0,'5'-7'265'0'0,"1"1"-1"0"0,-1 0 0 0 0,1 0 0 0 0,0 1 1 0 0,1 0-1 0 0,-1 0 0 0 0,1 0 1 0 0,13-6-1 0 0,-16 8-43 0 0,-2 2-164 0 0,-1 0 1 0 0,0 1 0 0 0,1-1-1 0 0,-1 0 1 0 0,1 0 0 0 0,-1 1-1 0 0,1-1 1 0 0,-1 1 0 0 0,1-1-1 0 0,0 1 1 0 0,-1 0 0 0 0,1 0-1 0 0,-1 0 1 0 0,1 0 0 0 0,0 0-1 0 0,-1 0 1 0 0,1 0 0 0 0,-1 0-1 0 0,1 0 1 0 0,-1 1 0 0 0,1-1-1 0 0,0 1 1 0 0,-1-1 0 0 0,2 2-1 0 0,0 0-10 0 0,-1 0 0 0 0,0 0-1 0 0,1 0 1 0 0,-1 0 0 0 0,0 0-1 0 0,-1 1 1 0 0,1-1 0 0 0,0 1-1 0 0,-1-1 1 0 0,1 1 0 0 0,-1 0-1 0 0,2 3 1 0 0,2 10 84 0 0,0 1 0 0 0,-2 0 1 0 0,4 27-1 0 0,-6-39-55 0 0,4 40 153 0 0,18 102 501 0 0,-18-123-1013 0 0,1-1-1 0 0,1 0 1 0 0,2-1-1 0 0,12 27 1 0 0,-12-34-1971 0 0</inkml:trace>
</inkml:ink>
</file>

<file path=ppt/ink/ink3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26.105"/>
    </inkml:context>
    <inkml:brush xml:id="br0">
      <inkml:brushProperty name="width" value="0.1" units="cm"/>
      <inkml:brushProperty name="height" value="0.1" units="cm"/>
      <inkml:brushProperty name="color" value="#F6630D"/>
    </inkml:brush>
  </inkml:definitions>
  <inkml:trace contextRef="#ctx0" brushRef="#br0">0 370 5985 0 0,'1'-1'63'0'0,"0"-1"1"0"0,-1 1-1 0 0,1-1 0 0 0,0 1 0 0 0,0-1 0 0 0,-1 1 0 0 0,1-1 1 0 0,0 1-1 0 0,1 0 0 0 0,-1-1 0 0 0,0 1 0 0 0,0 0 0 0 0,0 0 0 0 0,1 0 1 0 0,-1 0-1 0 0,3-1 0 0 0,2-3 280 0 0,104-105 2942 0 0,14-12-1222 0 0,-37 47-4900 0 0,-65 57 298 0 0,-5 1-114 0 0</inkml:trace>
</inkml:ink>
</file>

<file path=ppt/ink/ink3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27.358"/>
    </inkml:context>
    <inkml:brush xml:id="br0">
      <inkml:brushProperty name="width" value="0.1" units="cm"/>
      <inkml:brushProperty name="height" value="0.1" units="cm"/>
      <inkml:brushProperty name="color" value="#F6630D"/>
    </inkml:brush>
  </inkml:definitions>
  <inkml:trace contextRef="#ctx0" brushRef="#br0">48 85 2761 0 0,'-15'-26'782'0'0,"8"15"1519"0"0,0 1 0 0 0,1-1 0 0 0,-6-16 0 0 0,22 55 1661 0 0,17 31 1 0 0,46 73-2907 0 0,4 6-1534 0 0,-52-84 199 0 0,-12-22-521 0 0,2-1-1 0 0,1-1 1 0 0,2 0-1 0 0,36 46 1 0 0,-32-57-1864 0 0,-22-18 2436 0 0,1-1 0 0 0,0 1 0 0 0,0-1 0 0 0,0 1-1 0 0,0-1 1 0 0,0 0 0 0 0,0 1 0 0 0,0-1 0 0 0,0 0 0 0 0,0 0 0 0 0,0 0 0 0 0,0 0-1 0 0,0 0 1 0 0,0 0 0 0 0,0 0 0 0 0,0 0 0 0 0,0 0 0 0 0,0 0 0 0 0,0 0 0 0 0,0-1-1 0 0,0 1 1 0 0,0 0 0 0 0,-1-1 0 0 0,1 1 0 0 0,0-1 0 0 0,2 0 0 0 0,5-8-2013 0 0</inkml:trace>
</inkml:ink>
</file>

<file path=ppt/ink/ink3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28.294"/>
    </inkml:context>
    <inkml:brush xml:id="br0">
      <inkml:brushProperty name="width" value="0.1" units="cm"/>
      <inkml:brushProperty name="height" value="0.1" units="cm"/>
      <inkml:brushProperty name="color" value="#F6630D"/>
    </inkml:brush>
  </inkml:definitions>
  <inkml:trace contextRef="#ctx0" brushRef="#br0">9 42 2304 0 0,'0'0'167'0'0,"0"-1"-59"0"0,0 0 116 0 0,0 0-1 0 0,0 0 1 0 0,0-1-1 0 0,0 1 1 0 0,1 0 0 0 0,-1 0-1 0 0,0 0 1 0 0,1 0-1 0 0,-1 0 1 0 0,1 0-1 0 0,-1 0 1 0 0,1 0 0 0 0,-1 1-1 0 0,1-1 1 0 0,0 0-1 0 0,-1 0 1 0 0,1 0-1 0 0,1-1 1 0 0,-1 2-526 0 0,0-1 0 0 0,0 0 0 0 0,-1 0 0 0 0,1 0-1 0 0,0 1 1 0 0,-1-1 0 0 0,1 0 0 0 0,0 0 0 0 0,-1 0 0 0 0,1 0 0 0 0,-1 0 0 0 0,0 0 0 0 0,1-1-1 0 0,-1 1 1 0 0,0 0 0 0 0,1 0 0 0 0,-1-3 1724 0 0,-2 7-1000 0 0,-24 59 11144 0 0,31-72-8351 0 0,-4 10-3168 0 0,-1 0 0 0 0,0 0 0 0 0,0-1 0 0 0,1 1 1 0 0,-1 0-1 0 0,0 0 0 0 0,0-1 0 0 0,0 1 0 0 0,1 0 0 0 0,-1-1 0 0 0,0 1 0 0 0,0 0 1 0 0,0-1-1 0 0,0 1 0 0 0,0 0 0 0 0,1-1 0 0 0,-1 1 0 0 0,0 0 0 0 0,0-1 0 0 0,0 1 1 0 0,0 0-1 0 0,0-1 0 0 0,0 1 0 0 0,0 0 0 0 0,0-1 0 0 0,0 1 0 0 0,-1-1 0 0 0,1 1 0 0 0,0 0 1 0 0,0-1-1 0 0,0 1 0 0 0,0 0 0 0 0,0-1 0 0 0,-1 1 0 0 0,1 0 0 0 0,0 0 0 0 0,0-1 1 0 0,0 1-1 0 0,-1 0 0 0 0,1 0 0 0 0,0-1 0 0 0,-1 1 0 0 0,1 0 0 0 0,0 0 0 0 0,0-1 1 0 0,-1 1-1 0 0,0 0 0 0 0,1-1 401 0 0</inkml:trace>
</inkml:ink>
</file>

<file path=ppt/ink/ink3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28.772"/>
    </inkml:context>
    <inkml:brush xml:id="br0">
      <inkml:brushProperty name="width" value="0.1" units="cm"/>
      <inkml:brushProperty name="height" value="0.1" units="cm"/>
      <inkml:brushProperty name="color" value="#F6630D"/>
    </inkml:brush>
  </inkml:definitions>
  <inkml:trace contextRef="#ctx0" brushRef="#br0">45 81 6913 0 0,'-1'-18'374'0'0,"1"9"372"0"0,-1 0 0 0 0,0 0 0 0 0,-1 1 0 0 0,-3-13 0 0 0,5 20-651 0 0,0 1-1 0 0,0 0 1 0 0,0 0-1 0 0,0-1 1 0 0,0 1 0 0 0,0 0-1 0 0,-2-3 1231 0 0,2 3-1231 0 0,-1-1 1 0 0,1 1-1 0 0,0 0 1 0 0,0 0 0 0 0,-1 0-1 0 0,1 0 1 0 0,0 0-1 0 0,0 0 1 0 0,-1 0 0 0 0,1 0-1 0 0,0 0 1 0 0,0 0-1 0 0,-1 0 1 0 0,1 0 0 0 0,0 0-1 0 0,-1 0 1 0 0,1 0-1 0 0,0 0 1 0 0,-9 9 1645 0 0,-3 16-459 0 0,10-13-1308 0 0,0 0 0 0 0,0-1-1 0 0,1 1 1 0 0,1 0 0 0 0,0 0-1 0 0,1-1 1 0 0,0 1-1 0 0,1 0 1 0 0,0-1 0 0 0,1 1-1 0 0,0-1 1 0 0,9 21-1 0 0,6 9-332 0 0,45 75 0 0 0,-55-104 236 0 0,62 95-1132 0 0,-63-96 838 0 0,2-1-1 0 0,0 0 1 0 0,0 0 0 0 0,0-1 0 0 0,1-1-1 0 0,1 0 1 0 0,15 10 0 0 0,-23-16 359 0 0,-1-1 0 0 0,0 1 0 0 0,1-1 0 0 0,-1 0-1 0 0,0 0 1 0 0,1 0 0 0 0,0-1 0 0 0,-1 1 0 0 0,1-1 0 0 0,-1 1 0 0 0,1-1 0 0 0,0 0 0 0 0,-1 0 0 0 0,1 0-1 0 0,0 0 1 0 0,-1 0 0 0 0,1-1 0 0 0,-1 1 0 0 0,1-1 0 0 0,-1 0 0 0 0,1 0 0 0 0,-1 1 0 0 0,1-2 0 0 0,-1 1 0 0 0,1 0-1 0 0,-1 0 1 0 0,0-1 0 0 0,0 1 0 0 0,0-1 0 0 0,0 0 0 0 0,0 0 0 0 0,0 0 0 0 0,0 0 0 0 0,-1 0 0 0 0,1 0 0 0 0,-1 0-1 0 0,3-4 1 0 0,-1-1 258 0 0,1 0-1 0 0,-1 0 1 0 0,-1 0-1 0 0,0-1 1 0 0,1 1-1 0 0,-2 0 1 0 0,1-1-1 0 0,-1 1 1 0 0,-1-1-1 0 0,1 0 1 0 0,-1 1-1 0 0,-1-10 1 0 0,-2 3 155 0 0,1 0 1 0 0,-2 0 0 0 0,-8-24-1 0 0,10 33-151 0 0,0 0-1 0 0,-1 0 1 0 0,1 0 0 0 0,-1 0-1 0 0,0 0 1 0 0,0 1 0 0 0,-1-1-1 0 0,1 1 1 0 0,-1 0 0 0 0,0 0-1 0 0,0 1 1 0 0,-9-7 0 0 0,12 9-165 0 0,1 1 1 0 0,-1-1 0 0 0,0 1 0 0 0,0-1 0 0 0,0 1 0 0 0,0 0 0 0 0,0-1 0 0 0,0 1 0 0 0,0 0 0 0 0,0 0 0 0 0,0 0 0 0 0,0 0 0 0 0,0 0 0 0 0,0 0 0 0 0,0 0 0 0 0,0 0 0 0 0,0 0 0 0 0,0 0 0 0 0,1 0 0 0 0,-1 1 0 0 0,0-1 0 0 0,0 0 0 0 0,0 1 0 0 0,0-1 0 0 0,0 1 0 0 0,-1 0 0 0 0,0 1-89 0 0,0 0-1 0 0,0 0 1 0 0,1 0 0 0 0,-1 0-1 0 0,1 0 1 0 0,0 0-1 0 0,-1 0 1 0 0,1 0-1 0 0,0 1 1 0 0,-1 2-1 0 0,-1 7-751 0 0,0 0 0 0 0,0 0 0 0 0,-1 14-1 0 0,4-25 711 0 0,-1 16-1165 0 0</inkml:trace>
</inkml:ink>
</file>

<file path=ppt/ink/ink3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29.183"/>
    </inkml:context>
    <inkml:brush xml:id="br0">
      <inkml:brushProperty name="width" value="0.1" units="cm"/>
      <inkml:brushProperty name="height" value="0.1" units="cm"/>
      <inkml:brushProperty name="color" value="#F6630D"/>
    </inkml:brush>
  </inkml:definitions>
  <inkml:trace contextRef="#ctx0" brushRef="#br0">84 66 3681 0 0,'-9'-3'124'0'0,"4"1"600"0"0,1 0 0 0 0,0 0 0 0 0,-1 1 0 0 0,1-1 0 0 0,-1 1 0 0 0,1 0 0 0 0,-1 1 0 0 0,1-1 0 0 0,-1 1 0 0 0,0 0 0 0 0,1 0 0 0 0,-1 0 0 0 0,0 1 0 0 0,-5 1-1 0 0,41-2 1321 0 0,-21-4-1812 0 0,-1 0 1 0 0,0-1 0 0 0,13-7-1 0 0,-16 7-153 0 0,0 2 0 0 0,0-1 0 0 0,1 1 0 0 0,0 0 0 0 0,0 0 1 0 0,0 0-1 0 0,10-1 0 0 0,-15 4-77 0 0,0 0 0 0 0,0 0 1 0 0,-1 0-1 0 0,1 1 1 0 0,0-1-1 0 0,-1 1 0 0 0,1-1 1 0 0,-1 1-1 0 0,1 0 1 0 0,-1-1-1 0 0,1 1 0 0 0,-1 0 1 0 0,1 0-1 0 0,-1 0 1 0 0,0 0-1 0 0,1 0 1 0 0,-1 1-1 0 0,0-1 0 0 0,0 0 1 0 0,0 0-1 0 0,0 1 1 0 0,0-1-1 0 0,0 1 0 0 0,1 2 1 0 0,19 45-180 0 0,-16-34 11 0 0,3 4-127 0 0,178 406-1961 0 0,-178-410 599 0 0,1-1-3433 0 0</inkml:trace>
</inkml:ink>
</file>

<file path=ppt/ink/ink3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29.342"/>
    </inkml:context>
    <inkml:brush xml:id="br0">
      <inkml:brushProperty name="width" value="0.1" units="cm"/>
      <inkml:brushProperty name="height" value="0.1" units="cm"/>
      <inkml:brushProperty name="color" value="#F6630D"/>
    </inkml:brush>
  </inkml:definitions>
  <inkml:trace contextRef="#ctx0" brushRef="#br0">90 357 6913 0 0,'-6'-2'147'0'0,"0"0"0"0"0,0-1 0 0 0,0 0-1 0 0,0 0 1 0 0,1 0 0 0 0,-1-1-1 0 0,1 0 1 0 0,0 0 0 0 0,0 0-1 0 0,-5-6 1 0 0,7 7 15 0 0,1-1 1 0 0,-1 1-1 0 0,1-1 0 0 0,0 0 0 0 0,0 0 1 0 0,0 0-1 0 0,1 0 0 0 0,-1 0 0 0 0,1 0 0 0 0,0-1 1 0 0,0 1-1 0 0,1 0 0 0 0,-1-1 0 0 0,1 1 1 0 0,0 0-1 0 0,0-6 0 0 0,2-1 103 0 0,0 0 0 0 0,0 0 0 0 0,1 1 0 0 0,0-1 0 0 0,1 1 0 0 0,1 0 0 0 0,-1 0 0 0 0,1 0 0 0 0,10-13 0 0 0,5-5-759 0 0,40-44 0 0 0,-38 48-4147 0 0</inkml:trace>
</inkml:ink>
</file>

<file path=ppt/ink/ink3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29.944"/>
    </inkml:context>
    <inkml:brush xml:id="br0">
      <inkml:brushProperty name="width" value="0.1" units="cm"/>
      <inkml:brushProperty name="height" value="0.1" units="cm"/>
      <inkml:brushProperty name="color" value="#F6630D"/>
    </inkml:brush>
  </inkml:definitions>
  <inkml:trace contextRef="#ctx0" brushRef="#br0">473 11 8754 0 0,'-1'-10'848'0'0,"-3"11"735"0"0,-10 4 570 0 0,2-3-1499 0 0,0 1 1 0 0,0 1 0 0 0,0 0 0 0 0,0 0 0 0 0,1 1 0 0 0,0 1-1 0 0,0 0 1 0 0,-17 12 0 0 0,-79 68 379 0 0,90-71-776 0 0,-149 130-459 0 0,124-106-541 0 0</inkml:trace>
</inkml:ink>
</file>

<file path=ppt/ink/ink3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5.701"/>
    </inkml:context>
    <inkml:brush xml:id="br0">
      <inkml:brushProperty name="width" value="0.1" units="cm"/>
      <inkml:brushProperty name="height" value="0.1" units="cm"/>
      <inkml:brushProperty name="color" value="#F6630D"/>
    </inkml:brush>
  </inkml:definitions>
  <inkml:trace contextRef="#ctx0" brushRef="#br0">44 132 2304 0 0,'-17'-13'1443'0'0,"14"11"-1098"0"0,0 0 0 0 0,0 0 0 0 0,1 0 1 0 0,-1 0-1 0 0,1-1 0 0 0,-1 1 0 0 0,-3-5 0 0 0,6 6-219 0 0,-1 0-1 0 0,1 0 0 0 0,0 0 0 0 0,0-1 0 0 0,-1 1 0 0 0,1 0 1 0 0,0 0-1 0 0,0 0 0 0 0,0 0 0 0 0,0 0 0 0 0,0 0 0 0 0,0 0 1 0 0,1 0-1 0 0,-1 0 0 0 0,0 0 0 0 0,0 0 0 0 0,1 0 1 0 0,-1 0-1 0 0,1 0 0 0 0,-1 0 0 0 0,1 0 0 0 0,-1 0 0 0 0,1 0 1 0 0,-1 0-1 0 0,1 1 0 0 0,0-1 0 0 0,-1 0 0 0 0,1 0 1 0 0,0 1-1 0 0,1-2 0 0 0,6-5 630 0 0,-1 1 1 0 0,1 0 0 0 0,0 0-1 0 0,1 1 1 0 0,-1 0-1 0 0,1 0 1 0 0,0 1 0 0 0,0 0-1 0 0,1 1 1 0 0,9-3-1 0 0,-7 3-466 0 0,0 1 0 0 0,0 0 0 0 0,0 1 0 0 0,0 0 1 0 0,0 1-1 0 0,0 0 0 0 0,0 1 0 0 0,14 3 0 0 0,-18-2-309 0 0,0-1 1 0 0,0 2 0 0 0,0-1 0 0 0,0 1-1 0 0,0 1 1 0 0,-1-1 0 0 0,0 1 0 0 0,0 1-1 0 0,0-1 1 0 0,0 1 0 0 0,11 11 0 0 0,-13-11 8 0 0,-1 0 0 0 0,0 1 0 0 0,0 0 0 0 0,0-1 0 0 0,-1 1 0 0 0,0 0 0 0 0,0 1 0 0 0,0-1 0 0 0,-1 0 0 0 0,0 1 0 0 0,0 0 0 0 0,-1-1 0 0 0,0 1 0 0 0,0 0 0 0 0,0 0 0 0 0,-1 6 0 0 0,-1 5-38 0 0,-1-1 0 0 0,0 0 0 0 0,-1 0 0 0 0,-1 0-1 0 0,-1 0 1 0 0,0 0 0 0 0,-15 30 0 0 0,-69 108-471 0 0,40-75 409 0 0,24-40 286 0 0,17-28-44 0 0,0 0 0 0 0,0 1 0 0 0,1-1 0 0 0,1 1-1 0 0,0 0 1 0 0,0 1 0 0 0,2 0 0 0 0,-5 21 0 0 0,9-33-93 0 0,0-1 0 0 0,0 1 1 0 0,0-1-1 0 0,0 0 0 0 0,0 1 0 0 0,0-1 1 0 0,1 1-1 0 0,-1-1 0 0 0,0 0 1 0 0,1 1-1 0 0,0-1 0 0 0,-1 0 1 0 0,1 1-1 0 0,0-1 0 0 0,-1 0 1 0 0,1 0-1 0 0,0 0 0 0 0,0 0 1 0 0,0 0-1 0 0,0 0 0 0 0,0 0 1 0 0,0 0-1 0 0,0 0 0 0 0,1 0 1 0 0,-1 0-1 0 0,0-1 0 0 0,0 1 1 0 0,1-1-1 0 0,-1 1 0 0 0,0-1 1 0 0,1 1-1 0 0,-1-1 0 0 0,0 0 1 0 0,1 1-1 0 0,-1-1 0 0 0,3 0 0 0 0,7 1 16 0 0,-1-1 0 0 0,1 0 0 0 0,21-2-1 0 0,-15 0 51 0 0,18 0-28 0 0,432-41-136 0 0,-456 41-603 0 0,0 1 1 0 0,-1-1-1 0 0,1 2 1 0 0,16 0-1 0 0</inkml:trace>
</inkml:ink>
</file>

<file path=ppt/ink/ink3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6.189"/>
    </inkml:context>
    <inkml:brush xml:id="br0">
      <inkml:brushProperty name="width" value="0.1" units="cm"/>
      <inkml:brushProperty name="height" value="0.1" units="cm"/>
      <inkml:brushProperty name="color" value="#F6630D"/>
    </inkml:brush>
  </inkml:definitions>
  <inkml:trace contextRef="#ctx0" brushRef="#br0">70 19 4609 0 0,'-13'-19'11647'0'0,"16"28"-9087"0"0,-2-5-2533 0 0,3 10 305 0 0,-1 0-1 0 0,-1 0 1 0 0,0 1 0 0 0,0-1 0 0 0,-2 1 0 0 0,0-1 0 0 0,0 1 0 0 0,-3 15 0 0 0,-5 12-306 0 0,-18 57 1 0 0,14-59-298 0 0,-11 67 0 0 0,23-103 277 0 0,-1 0 1 0 0,1 0 0 0 0,-1-1 0 0 0,1 1-1 0 0,0 0 1 0 0,1 0 0 0 0,-1 0 0 0 0,1-1 0 0 0,-1 1-1 0 0,1 0 1 0 0,0-1 0 0 0,1 1 0 0 0,1 3-1 0 0,-2-5 20 0 0,0-1 0 0 0,1 0-1 0 0,-1 1 1 0 0,0-1 0 0 0,1 0-1 0 0,-1 0 1 0 0,1 0 0 0 0,0 0-1 0 0,-1 0 1 0 0,1-1 0 0 0,0 1-1 0 0,-1 0 1 0 0,1-1 0 0 0,0 1-1 0 0,0-1 1 0 0,0 0 0 0 0,-1 1-1 0 0,1-1 1 0 0,0 0 0 0 0,0 0-1 0 0,0 0 1 0 0,0 0-1 0 0,-1-1 1 0 0,1 1 0 0 0,0 0-1 0 0,0-1 1 0 0,0 1 0 0 0,2-2-1 0 0,161-53 412 0 0,-4 1-1298 0 0,-117 41-3061 0 0</inkml:trace>
</inkml:ink>
</file>

<file path=ppt/ink/ink3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6.468"/>
    </inkml:context>
    <inkml:brush xml:id="br0">
      <inkml:brushProperty name="width" value="0.1" units="cm"/>
      <inkml:brushProperty name="height" value="0.1" units="cm"/>
      <inkml:brushProperty name="color" value="#F6630D"/>
    </inkml:brush>
  </inkml:definitions>
  <inkml:trace contextRef="#ctx0" brushRef="#br0">48 6 920 0 0,'-46'-5'19860'0'0,"44"22"-19317"0"0,4 30 507 0 0,10 52 0 0 0,0 8-767 0 0,-6 97-139 0 0,-5-116-7058 0 0,-1-67-364 0 0</inkml:trace>
</inkml:ink>
</file>

<file path=ppt/ink/ink3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7.022"/>
    </inkml:context>
    <inkml:brush xml:id="br0">
      <inkml:brushProperty name="width" value="0.1" units="cm"/>
      <inkml:brushProperty name="height" value="0.1" units="cm"/>
      <inkml:brushProperty name="color" value="#F6630D"/>
    </inkml:brush>
  </inkml:definitions>
  <inkml:trace contextRef="#ctx0" brushRef="#br0">16 12 8754 0 0,'-15'-11'6153'0'0,"14"36"2254"0"0,3-8-9632 0 0,4 143 1677 0 0,2 246 892 0 0,-11-331-1402 0 0,0-26-102 0 0,2-1-1 0 0,2 0 1 0 0,8 54-1 0 0,-3-77-339 0 0</inkml:trace>
</inkml:ink>
</file>

<file path=ppt/ink/ink3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7.423"/>
    </inkml:context>
    <inkml:brush xml:id="br0">
      <inkml:brushProperty name="width" value="0.1" units="cm"/>
      <inkml:brushProperty name="height" value="0.1" units="cm"/>
      <inkml:brushProperty name="color" value="#F6630D"/>
    </inkml:brush>
  </inkml:definitions>
  <inkml:trace contextRef="#ctx0" brushRef="#br0">0 431 3681 0 0,'4'1'657'0'0,"-1"-1"-1"0"0,0-1 1 0 0,0 1 0 0 0,0 0-1 0 0,0-1 1 0 0,0 1 0 0 0,0-1 0 0 0,3-1-1 0 0,15-6-158 0 0,0 0 0 0 0,0-1 0 0 0,-1-1-1 0 0,-1-1 1 0 0,1-1 0 0 0,-2 0 0 0 0,0-2-1 0 0,0 0 1 0 0,-2-1 0 0 0,0-1 0 0 0,0 0-1 0 0,-1-1 1 0 0,-2-1 0 0 0,1 0 0 0 0,-2 0-1 0 0,-1-2 1 0 0,0 0 0 0 0,-1 0 0 0 0,-1 0 0 0 0,10-37-1 0 0,-18 54-498 0 0,0 0-1 0 0,0 1 0 0 0,-1-1 1 0 0,1 0-1 0 0,-1 0 1 0 0,0 0-1 0 0,0 1 0 0 0,0-1 1 0 0,0 0-1 0 0,0 0 0 0 0,-1 1 1 0 0,1-1-1 0 0,-1 0 1 0 0,0 0-1 0 0,0 1 0 0 0,0-1 1 0 0,0 1-1 0 0,0-1 1 0 0,0 1-1 0 0,-3-3 0 0 0,3 3-2 0 0,-1 1-1 0 0,0-1 1 0 0,0 1-1 0 0,0 0 1 0 0,0 0-1 0 0,0 0 1 0 0,0 0-1 0 0,0 0 0 0 0,0 0 1 0 0,0 0-1 0 0,0 1 1 0 0,-1-1-1 0 0,1 1 1 0 0,0 0-1 0 0,0 0 1 0 0,-1 0-1 0 0,1 0 1 0 0,0 0-1 0 0,-1 0 1 0 0,1 0-1 0 0,0 1 0 0 0,0-1 1 0 0,0 1-1 0 0,-1 0 1 0 0,-1 0-1 0 0,-5 2-32 0 0,1 1-1 0 0,-1-1 0 0 0,1 1 0 0 0,0 1 1 0 0,0-1-1 0 0,0 2 0 0 0,1-1 0 0 0,0 1 1 0 0,0 0-1 0 0,0 0 0 0 0,0 1 1 0 0,1 0-1 0 0,1 0 0 0 0,-1 0 0 0 0,1 1 1 0 0,0 0-1 0 0,1 0 0 0 0,0 0 1 0 0,0 1-1 0 0,0-1 0 0 0,1 1 0 0 0,1 0 1 0 0,0 0-1 0 0,0 0 0 0 0,0 0 0 0 0,1 0 1 0 0,1 0-1 0 0,-1 1 0 0 0,2-1 1 0 0,-1 0-1 0 0,1 0 0 0 0,0 0 0 0 0,1 0 1 0 0,5 16-1 0 0,-3-11 269 0 0,1-1 0 0 0,0 0 0 0 0,1 0-1 0 0,1 0 1 0 0,0 0 0 0 0,1-1 0 0 0,0 0 0 0 0,0-1 0 0 0,1 0 0 0 0,16 15-1 0 0,-17-19-235 0 0,0-1 0 0 0,0-1-1 0 0,1 0 1 0 0,-1 0-1 0 0,1 0 1 0 0,0-1-1 0 0,0 0 1 0 0,1-1 0 0 0,-1 0-1 0 0,1-1 1 0 0,0 1-1 0 0,-1-2 1 0 0,1 0-1 0 0,0 0 1 0 0,0 0 0 0 0,11-2-1 0 0,7-2-962 0 0,1-2-295 0 0</inkml:trace>
</inkml:ink>
</file>

<file path=ppt/ink/ink3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7.705"/>
    </inkml:context>
    <inkml:brush xml:id="br0">
      <inkml:brushProperty name="width" value="0.1" units="cm"/>
      <inkml:brushProperty name="height" value="0.1" units="cm"/>
      <inkml:brushProperty name="color" value="#F6630D"/>
    </inkml:brush>
  </inkml:definitions>
  <inkml:trace contextRef="#ctx0" brushRef="#br0">54 119 920 0 0,'-10'-1'-1091'0'0,"7"0"1957"0"0,-1 1 2 0 0,0 0-1 0 0,1-1 1 0 0,-1 1-1 0 0,0 0 1 0 0,0 1-1 0 0,-13 9 5170 0 0,17-9-5813 0 0,5 20 3024 0 0,2-8-2277 0 0,1 1 0 0 0,0-1 0 0 0,1 0 1 0 0,18 20-1 0 0,-13-18-762 0 0,1-1-1 0 0,0-1 1 0 0,0 0 0 0 0,1-1-1 0 0,1-1 1 0 0,19 11 0 0 0,-32-20-156 0 0,-1 0 0 0 0,1-1 0 0 0,-1 1 0 0 0,1-1 0 0 0,-1 0 0 0 0,1 0 0 0 0,-1 0 1 0 0,1 0-1 0 0,0-1 0 0 0,0 1 0 0 0,0-1 0 0 0,-1 0 0 0 0,1 0 0 0 0,0 0 0 0 0,0-1 0 0 0,7-1 0 0 0,-9 0-10 0 0,0 1 0 0 0,1 0 0 0 0,-1-1 0 0 0,0 0 0 0 0,0 0 0 0 0,0 1 0 0 0,0-1 0 0 0,0-1-1 0 0,0 1 1 0 0,-1 0 0 0 0,1 0 0 0 0,-1-1 0 0 0,1 1 0 0 0,-1 0 0 0 0,0-1 0 0 0,0 1 0 0 0,0-1 0 0 0,0 0 0 0 0,0 1 0 0 0,-1-1 0 0 0,1 0 0 0 0,-1 0-1 0 0,0-4 1 0 0,7-82 321 0 0,-6 54-514 0 0,2 0-1 0 0,13-59 0 0 0,-7 60-310 0 0</inkml:trace>
</inkml:ink>
</file>

<file path=ppt/ink/ink3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8.258"/>
    </inkml:context>
    <inkml:brush xml:id="br0">
      <inkml:brushProperty name="width" value="0.1" units="cm"/>
      <inkml:brushProperty name="height" value="0.1" units="cm"/>
      <inkml:brushProperty name="color" value="#F6630D"/>
    </inkml:brush>
  </inkml:definitions>
  <inkml:trace contextRef="#ctx0" brushRef="#br0">135 325 1952 0 0,'-6'3'247'0'0,"-1"-1"0"0"0,0 1 0 0 0,1-1-1 0 0,-1 0 1 0 0,0-1 0 0 0,0 1-1 0 0,0-1 1 0 0,0-1 0 0 0,0 1 0 0 0,0-1-1 0 0,0-1 1 0 0,0 1 0 0 0,0-1-1 0 0,0 0 1 0 0,0-1 0 0 0,0 0 0 0 0,-10-8 4602 0 0,27 5-2636 0 0,18-2-822 0 0,-24 6-837 0 0,38-9 975 0 0,0-1-1 0 0,57-25 1 0 0,-82 28-1479 0 0,0 0 1 0 0,-1-1-1 0 0,0 0 0 0 0,0-1 0 0 0,-2-1 1 0 0,1 0-1 0 0,-1-1 0 0 0,17-19 0 0 0,-27 26-138 0 0,-1 0 1 0 0,0 1-1 0 0,0-1 0 0 0,0 0 0 0 0,0 0 0 0 0,-1-1 1 0 0,1 1-1 0 0,-2 0 0 0 0,1-1 0 0 0,0 0 0 0 0,0-8 0 0 0,-2 11-44 0 0,1 0-1 0 0,-1-1 1 0 0,0 1-1 0 0,-1-1 1 0 0,1 1-1 0 0,-1 0 1 0 0,1-1-1 0 0,-1 1 1 0 0,0 0-1 0 0,0 0 1 0 0,-1-1-1 0 0,1 1 1 0 0,-1 0-1 0 0,1 0 1 0 0,-1 1-1 0 0,0-1 1 0 0,0 0-1 0 0,0 0 1 0 0,0 1-1 0 0,-5-4 1 0 0,7 5 85 0 0,0 1 0 0 0,-1-1 0 0 0,1 1 0 0 0,0-1 0 0 0,-1 1 0 0 0,1 0 0 0 0,-1-1 0 0 0,1 1 0 0 0,-1 0 0 0 0,1-1 0 0 0,-1 1 0 0 0,1 0 0 0 0,-1-1 0 0 0,1 1 0 0 0,-1 0 0 0 0,1 0 0 0 0,-1 0 0 0 0,1-1 0 0 0,-1 1 0 0 0,0 0 0 0 0,1 0 0 0 0,-1 0 0 0 0,1 0 0 0 0,-1 0 0 0 0,0 0 0 0 0,1 0 0 0 0,-1 0 0 0 0,1 0 0 0 0,-1 0 0 0 0,1 1 0 0 0,-1-1 0 0 0,0 0 0 0 0,1 0 0 0 0,-1 1 0 0 0,1-1 0 0 0,-1 0 0 0 0,1 0 0 0 0,-1 1 0 0 0,1-1 0 0 0,-1 1 0 0 0,1-1 0 0 0,0 0 0 0 0,-1 1 0 0 0,1-1 0 0 0,-1 1 0 0 0,1-1 0 0 0,0 1 0 0 0,0-1 0 0 0,-1 1 0 0 0,1-1 0 0 0,0 1 0 0 0,0-1 0 0 0,-1 1 0 0 0,1 0 0 0 0,0-1 0 0 0,0 2 0 0 0,-1 1-18 0 0,0 0 0 0 0,1 1 0 0 0,-1-1 1 0 0,1 1-1 0 0,0-1 0 0 0,0 1 0 0 0,0-1 0 0 0,1 4 0 0 0,0-3 495 0 0,0-1 0 0 0,-1 1 0 0 0,1-1 0 0 0,-1 1 0 0 0,0-1-1 0 0,0 1 1 0 0,0-1 0 0 0,0 1 0 0 0,0-1 0 0 0,-1 1-1 0 0,0-1 1 0 0,0 0 0 0 0,0 1 0 0 0,-2 4 0 0 0,2-3 137 0 0,-1-1-452 0 0,1-1-1 0 0,0 1 0 0 0,0 0 0 0 0,1 1 1 0 0,-1-1-1 0 0,1 0 0 0 0,0 0 0 0 0,0 0 1 0 0,1 0-1 0 0,-1 0 0 0 0,1 0 0 0 0,-1 0 1 0 0,1 0-1 0 0,1 0 0 0 0,-1 0 0 0 0,0 0 1 0 0,1-1-1 0 0,0 1 0 0 0,0 0 0 0 0,0-1 1 0 0,0 0-1 0 0,4 4 0 0 0,-2-3-153 0 0,-1 0-1 0 0,1 0 0 0 0,0-1 0 0 0,1 1 1 0 0,-1-1-1 0 0,1 0 0 0 0,-1-1 0 0 0,1 1 1 0 0,0-1-1 0 0,0 0 0 0 0,0 0 0 0 0,0 0 1 0 0,0-1-1 0 0,0 0 0 0 0,1 0 0 0 0,5 1 1 0 0,38-4-1120 0 0,-21-2 125 0 0</inkml:trace>
</inkml:ink>
</file>

<file path=ppt/ink/ink3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8.559"/>
    </inkml:context>
    <inkml:brush xml:id="br0">
      <inkml:brushProperty name="width" value="0.1" units="cm"/>
      <inkml:brushProperty name="height" value="0.1" units="cm"/>
      <inkml:brushProperty name="color" value="#F6630D"/>
    </inkml:brush>
  </inkml:definitions>
  <inkml:trace contextRef="#ctx0" brushRef="#br0">37 0 8754 0 0,'-1'0'181'0'0,"-1"0"0"0"0,1 0 0 0 0,-1 0-1 0 0,1 0 1 0 0,0 0 0 0 0,-1 0 0 0 0,1 1 0 0 0,0-1 0 0 0,-1 0 0 0 0,1 1 0 0 0,0-1-1 0 0,-1 1 1 0 0,1-1 0 0 0,0 1 0 0 0,0 0 0 0 0,0 0 0 0 0,-1-1 0 0 0,1 1 0 0 0,0 0 0 0 0,0 0-1 0 0,0 0 1 0 0,0 0 0 0 0,0 0 0 0 0,-1 2 0 0 0,1 0 225 0 0,0 0 1 0 0,1 0 0 0 0,-1 0-1 0 0,0 0 1 0 0,1 0-1 0 0,0 0 1 0 0,0 0-1 0 0,0 0 1 0 0,0 0-1 0 0,1 6 1 0 0,7 38 1788 0 0,21 73 0 0 0,2 0-1520 0 0,16 184 111 0 0,-21-121-1649 0 0,-21-148 36 0 0</inkml:trace>
</inkml:ink>
</file>

<file path=ppt/ink/ink3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0:09.351"/>
    </inkml:context>
    <inkml:brush xml:id="br0">
      <inkml:brushProperty name="width" value="0.1" units="cm"/>
      <inkml:brushProperty name="height" value="0.1" units="cm"/>
      <inkml:brushProperty name="color" value="#F6630D"/>
    </inkml:brush>
  </inkml:definitions>
  <inkml:trace contextRef="#ctx0" brushRef="#br0">148 1 9674 0 0,'0'0'748'0'0,"-1"-1"-408"0"0,-4 3 638 0 0,1 0 0 0 0,-1 0 0 0 0,1 1 0 0 0,0 0 0 0 0,-6 4-1 0 0,10-7-869 0 0,-10 7 73 0 0,0 1 1 0 0,1 0-1 0 0,0 0 0 0 0,0 1 1 0 0,1 1-1 0 0,1-1 1 0 0,-1 1-1 0 0,1 0 0 0 0,-10 22 1 0 0,15-28-127 0 0,0 1 0 0 0,0 0 0 0 0,0 0 0 0 0,1 0 0 0 0,0 1 0 0 0,0-1 0 0 0,0 0 0 0 0,0 0 0 0 0,1 1-1 0 0,0-1 1 0 0,0 0 0 0 0,1 0 0 0 0,-1 1 0 0 0,1-1 0 0 0,0 0 0 0 0,1 0 0 0 0,-1 0 0 0 0,1 0 0 0 0,0 0 0 0 0,0 0 0 0 0,1 0 0 0 0,-1-1 0 0 0,1 1 0 0 0,0-1 0 0 0,4 5 0 0 0,9 7-109 0 0,1 0 0 0 0,0-1 0 0 0,27 18 0 0 0,-28-22 9 0 0,0 0 1 0 0,-1 2 0 0 0,0 0-1 0 0,-1 0 1 0 0,15 19 0 0 0,-28-30 61 0 0,1 0 1 0 0,-1 0-1 0 0,0 0 1 0 0,0 0 0 0 0,0 0-1 0 0,0 0 1 0 0,0 0 0 0 0,0 0-1 0 0,0 0 1 0 0,0 1-1 0 0,-1-1 1 0 0,0 0 0 0 0,1 0-1 0 0,-1 1 1 0 0,0-1 0 0 0,0 0-1 0 0,0 1 1 0 0,0-1 0 0 0,0 0-1 0 0,-1 1 1 0 0,0 2-1 0 0,-1-2 47 0 0,1 0 0 0 0,-1 0 0 0 0,0 0-1 0 0,0 0 1 0 0,0 0 0 0 0,0 0-1 0 0,-1-1 1 0 0,1 1 0 0 0,-1-1 0 0 0,1 0-1 0 0,-1 0 1 0 0,-6 4 0 0 0,-5 1 181 0 0,-1 1 1 0 0,-1-2-1 0 0,1 0 0 0 0,-30 7 1 0 0,-25 0-133 0 0,33-9-322 0 0</inkml:trace>
</inkml:ink>
</file>

<file path=ppt/ink/ink3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07.341"/>
    </inkml:context>
    <inkml:brush xml:id="br0">
      <inkml:brushProperty name="width" value="0.1" units="cm"/>
      <inkml:brushProperty name="height" value="0.1" units="cm"/>
      <inkml:brushProperty name="color" value="#F6630D"/>
    </inkml:brush>
  </inkml:definitions>
  <inkml:trace contextRef="#ctx0" brushRef="#br0">229 96 1840 0 0,'-26'-4'656'0'0,"-1"1"-1"0"0,0 1 1 0 0,-47 3-1 0 0,10 6 4532 0 0,53-7-788 0 0,33-7-3631 0 0,42-7-1013 0 0,-24 10 268 0 0,0 2-1 0 0,1 2 1 0 0,-1 2-1 0 0,60 9 1 0 0,31 2-96 0 0,307 8 329 0 0,-285-25 1111 0 0,201-30 0 0 0,-320 30-1124 0 0,137-30 987 0 0,-128 23-992 0 0,1 1-1 0 0,1 3 0 0 0,-1 1 0 0 0,53 1 0 0 0,-73 7-568 0 0,-9 0-4996 0 0</inkml:trace>
</inkml:ink>
</file>

<file path=ppt/ink/ink3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08.056"/>
    </inkml:context>
    <inkml:brush xml:id="br0">
      <inkml:brushProperty name="width" value="0.1" units="cm"/>
      <inkml:brushProperty name="height" value="0.1" units="cm"/>
      <inkml:brushProperty name="color" value="#F6630D"/>
    </inkml:brush>
  </inkml:definitions>
  <inkml:trace contextRef="#ctx0" brushRef="#br0">37 14 8290 0 0,'-14'-8'1956'0'0,"-8"2"5168"0"0,25 21-6894 0 0,57 181-133 0 0,-9 3 0 0 0,29 239-1 0 0,-9 404-1799 0 0,-52-656 2716 0 0,-11-128-335 0 0,-2 0 1 0 0,-2 0-1 0 0,-7 85 1 0 0,-1-120-898 0 0,1-3-710 0 0,2-6-2746 0 0</inkml:trace>
</inkml:ink>
</file>

<file path=ppt/ink/ink3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08.898"/>
    </inkml:context>
    <inkml:brush xml:id="br0">
      <inkml:brushProperty name="width" value="0.1" units="cm"/>
      <inkml:brushProperty name="height" value="0.1" units="cm"/>
      <inkml:brushProperty name="color" value="#F6630D"/>
    </inkml:brush>
  </inkml:definitions>
  <inkml:trace contextRef="#ctx0" brushRef="#br0">159 290 920 0 0,'-25'0'1156'0'0,"-3"0"1277"0"0,-1 0 0 0 0,-47 8 0 0 0,112 3-166 0 0,33-7-2369 0 0,1-3-1 0 0,-1-4 1 0 0,83-12-1 0 0,-74 6 57 0 0,118-13-41 0 0,166-13-162 0 0,-52 8 78 0 0,-122 10 166 0 0,426-77-155 0 0,-536 75-1192 0 0,84-32-1 0 0,-108 32-1815 0 0,-102 16-876 0 0,1 5 4067 0 0,-14 1 2779 0 0,57-3-2260 0 0,1 1 0 0 0,-1 0 0 0 0,0 0 0 0 0,0 0 0 0 0,1 0 0 0 0,-1 0 0 0 0,1 1 0 0 0,0 0 1 0 0,-1-1-1 0 0,1 1 0 0 0,0 1 0 0 0,-5 2 0 0 0,7-3-324 0 0,0 0 1 0 0,0 0 0 0 0,0-1-1 0 0,0 1 1 0 0,0 0-1 0 0,1 0 1 0 0,-1 0 0 0 0,1 0-1 0 0,-1 0 1 0 0,1 0-1 0 0,-1 0 1 0 0,1 0-1 0 0,0 0 1 0 0,0 3 0 0 0,3 35 568 0 0,-1-21-351 0 0,5 105 710 0 0,32 177-1 0 0,23 117-1134 0 0,-13-70-704 0 0,10-99 18 0 0,-36-167 1007 0 0,-4 0-1 0 0,10 98 1 0 0,-26-146 306 0 0,0-6 360 0 0,-1 0 0 0 0,-1 0 0 0 0,-1 0 1 0 0,-7 45-1 0 0,6-69-942 0 0,0 0 1 0 0,-1 0 0 0 0,0 0-1 0 0,1 0 1 0 0,-1 0-1 0 0,-1-1 1 0 0,-3 6-1 0 0,-5 7-1635 0 0,4 2-4500 0 0</inkml:trace>
</inkml:ink>
</file>

<file path=ppt/ink/ink3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15.929"/>
    </inkml:context>
    <inkml:brush xml:id="br0">
      <inkml:brushProperty name="width" value="0.1" units="cm"/>
      <inkml:brushProperty name="height" value="0.1" units="cm"/>
      <inkml:brushProperty name="color" value="#F6630D"/>
    </inkml:brush>
  </inkml:definitions>
  <inkml:trace contextRef="#ctx0" brushRef="#br0">1672 1 4609 0 0,'13'10'2221'0'0,"-1"0"2356"0"0,-12-10-4489 0 0,-1 1 0 0 0,1-1 0 0 0,0 1 0 0 0,0-1 1 0 0,-1 0-1 0 0,1 1 0 0 0,0-1 0 0 0,0 0 0 0 0,-1 1 0 0 0,1-1 0 0 0,0 0 0 0 0,-1 0 0 0 0,1 1 1 0 0,0-1-1 0 0,-1 0 0 0 0,1 0 0 0 0,0 1 0 0 0,-1-1 0 0 0,1 0 0 0 0,-1 0 0 0 0,1 0 0 0 0,-1 0 1 0 0,1 0-1 0 0,0 0 0 0 0,-1 0 0 0 0,1 0 0 0 0,-1 0 0 0 0,1 0 0 0 0,-1 0 0 0 0,1 0 0 0 0,0 0 1 0 0,-1 0-1 0 0,1 0 0 0 0,-1 0 0 0 0,1 0 0 0 0,-1-1 0 0 0,-49 5 1918 0 0,-118 2 93 0 0,-474 3 1598 0 0,416 0-3689 0 0,-111-19-9 0 0,218 4-13 0 0,9-8-1577 0 0,79 9-4381 0 0</inkml:trace>
</inkml:ink>
</file>

<file path=ppt/ink/ink3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17.260"/>
    </inkml:context>
    <inkml:brush xml:id="br0">
      <inkml:brushProperty name="width" value="0.1" units="cm"/>
      <inkml:brushProperty name="height" value="0.1" units="cm"/>
      <inkml:brushProperty name="color" value="#F6630D"/>
    </inkml:brush>
  </inkml:definitions>
  <inkml:trace contextRef="#ctx0" brushRef="#br0">56 411 6993 0 0,'-3'-2'99'0'0,"0"1"0"0"0,1-1 0 0 0,-1 0 0 0 0,1 0 0 0 0,-1 0 0 0 0,1-1 0 0 0,0 1 0 0 0,-1 0 0 0 0,1-1 0 0 0,0 0-1 0 0,1 1 1 0 0,-1-1 0 0 0,-2-5 0 0 0,-15-41 2123 0 0,18 41-2107 0 0,0 1 1 0 0,1-1 0 0 0,0 0 0 0 0,0 0 0 0 0,1 0 0 0 0,0 1 0 0 0,0-1 0 0 0,0 0 0 0 0,1 1 0 0 0,1-1-1 0 0,-1 1 1 0 0,1 0 0 0 0,1-1 0 0 0,-1 1 0 0 0,1 1 0 0 0,0-1 0 0 0,1 1 0 0 0,-1-1 0 0 0,12-10-1 0 0,0 0 222 0 0,2 0 0 0 0,0 1 0 0 0,1 0 0 0 0,0 2 0 0 0,26-15 0 0 0,-29 20-352 0 0,1 0 0 0 0,0 1 1 0 0,0 1-1 0 0,1 1 0 0 0,-1 1 0 0 0,30-6 0 0 0,-36 10 7 0 0,0-1 0 0 0,1 2 0 0 0,-1-1 0 0 0,0 1 0 0 0,0 1 0 0 0,1 0 0 0 0,-1 1 0 0 0,0 0 0 0 0,0 1 0 0 0,0 0 0 0 0,-1 0 0 0 0,13 7 0 0 0,-20-9-16 0 0,0 1 0 0 0,1 0 1 0 0,-1 0-1 0 0,0 1 0 0 0,0-1 0 0 0,0 1 0 0 0,0 0 0 0 0,-1-1 0 0 0,1 1 1 0 0,-1 0-1 0 0,0 0 0 0 0,0 1 0 0 0,0-1 0 0 0,0 0 0 0 0,0 1 0 0 0,1 4 1 0 0,-1-1-15 0 0,0 0 0 0 0,-1 0 0 0 0,0 0 0 0 0,0 0 1 0 0,-1 0-1 0 0,0 0 0 0 0,0 0 0 0 0,-2 10 1 0 0,-1 2 8 0 0,-1-1-1 0 0,-1 0 1 0 0,-1 0 0 0 0,0 0 0 0 0,-17 31 0 0 0,-10 6 701 0 0,-77 97 1 0 0,29-43 414 0 0,76-103-936 0 0,0 1 0 0 0,1 1 0 0 0,0-1 0 0 0,0 1 0 0 0,0-1 0 0 0,-2 10 0 0 0,6-15-77 0 0,-1 0 1 0 0,1-1 0 0 0,0 1-1 0 0,-1 0 1 0 0,1 0 0 0 0,0 0-1 0 0,0-1 1 0 0,0 1 0 0 0,1 0-1 0 0,-1 0 1 0 0,0 0 0 0 0,1-1 0 0 0,-1 1-1 0 0,1 0 1 0 0,0-1 0 0 0,-1 1-1 0 0,1 0 1 0 0,0-1 0 0 0,0 1-1 0 0,0-1 1 0 0,0 1 0 0 0,0-1-1 0 0,0 1 1 0 0,1-1 0 0 0,-1 0-1 0 0,0 0 1 0 0,1 0 0 0 0,-1 1-1 0 0,1-1 1 0 0,-1-1 0 0 0,1 1 0 0 0,0 0-1 0 0,-1 0 1 0 0,3 0 0 0 0,10 5 204 0 0,1-2 0 0 0,0 0 1 0 0,0 0-1 0 0,0-1 1 0 0,0-1-1 0 0,22 0 1 0 0,94-5 118 0 0,-124 3-409 0 0,45-6 288 0 0,56-12 0 0 0,-46 6-2062 0 0,-1 3-4199 0 0,-38 6-496 0 0</inkml:trace>
</inkml:ink>
</file>

<file path=ppt/ink/ink3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18.007"/>
    </inkml:context>
    <inkml:brush xml:id="br0">
      <inkml:brushProperty name="width" value="0.1" units="cm"/>
      <inkml:brushProperty name="height" value="0.1" units="cm"/>
      <inkml:brushProperty name="color" value="#F6630D"/>
    </inkml:brush>
  </inkml:definitions>
  <inkml:trace contextRef="#ctx0" brushRef="#br0">161 581 6913 0 0,'-19'-19'1574'0'0,"2"-1"0"0"0,0-1 0 0 0,1-1 0 0 0,1 0 0 0 0,1-1 0 0 0,-12-28 0 0 0,19 37-1255 0 0,1 0 1 0 0,1-1 0 0 0,0 0 0 0 0,1 0-1 0 0,1 0 1 0 0,0-1 0 0 0,1 1-1 0 0,1-1 1 0 0,0 1 0 0 0,1-1 0 0 0,4-29-1 0 0,-1 34-294 0 0,0 1-1 0 0,0 0 1 0 0,1 0-1 0 0,0 1 0 0 0,1-1 1 0 0,0 1-1 0 0,1 0 1 0 0,0 0-1 0 0,0 1 0 0 0,0 0 1 0 0,1 0-1 0 0,1 0 1 0 0,15-12-1 0 0,-16 14-11 0 0,1 0 1 0 0,0 1-1 0 0,0 0 0 0 0,0 0 1 0 0,1 1-1 0 0,0 0 0 0 0,0 0 1 0 0,0 1-1 0 0,0 0 0 0 0,1 1 1 0 0,-1 0-1 0 0,0 1 0 0 0,1-1 0 0 0,0 2 1 0 0,13 0-1 0 0,-20 0-46 0 0,1 0-1 0 0,-1 1 1 0 0,0-1 0 0 0,1 1-1 0 0,-1 0 1 0 0,0 0-1 0 0,0 0 1 0 0,0 1 0 0 0,0-1-1 0 0,0 1 1 0 0,0-1-1 0 0,0 1 1 0 0,0 0 0 0 0,-1 0-1 0 0,1 0 1 0 0,-1 0-1 0 0,1 1 1 0 0,-1-1 0 0 0,3 4-1 0 0,-3-1-72 0 0,0-1-1 0 0,1 1 0 0 0,-1 0 0 0 0,-1 0 1 0 0,1 0-1 0 0,-1 0 0 0 0,0 0 0 0 0,0 0 0 0 0,0 0 1 0 0,-1 1-1 0 0,0 5 0 0 0,-2 12-280 0 0,0 0-1 0 0,-2 0 0 0 0,-1 0 0 0 0,-9 29 1 0 0,-4 6-231 0 0,-24 87-256 0 0,37-122 333 0 0,1-1 1 0 0,1 1 0 0 0,1 0 0 0 0,2 33 0 0 0,0-50 390 0 0,1-1 0 0 0,0 1 1 0 0,0 0-1 0 0,0 0 0 0 0,1-1 1 0 0,0 1-1 0 0,0-1 0 0 0,0 1 1 0 0,1-1-1 0 0,-1 0 0 0 0,1 0 1 0 0,1 0-1 0 0,-1 0 0 0 0,1 0 1 0 0,0-1-1 0 0,0 0 0 0 0,0 0 1 0 0,0 0-1 0 0,1 0 0 0 0,-1-1 1 0 0,1 1-1 0 0,0-1 0 0 0,11 5 1 0 0,-10-6 269 0 0,1 1 0 0 0,0-1 0 0 0,0-1 0 0 0,0 1 0 0 0,0-1 0 0 0,0 0 0 0 0,1-1 0 0 0,-1 1 0 0 0,0-1 0 0 0,0-1 0 0 0,1 0 0 0 0,-1 0 0 0 0,0 0 0 0 0,0-1 0 0 0,0 0 1 0 0,0 0-1 0 0,-1-1 0 0 0,1 1 0 0 0,7-6 0 0 0,-3 2 337 0 0,-1 0 0 0 0,0-1 0 0 0,0-1 0 0 0,0 1 1 0 0,-1-2-1 0 0,-1 1 0 0 0,1-1 0 0 0,-2-1 0 0 0,11-14 0 0 0,-15 20-283 0 0,-1 0 0 0 0,0 0-1 0 0,0 0 1 0 0,0-1 0 0 0,-1 1-1 0 0,1-1 1 0 0,-1 1-1 0 0,0-1 1 0 0,0 0 0 0 0,-1 1-1 0 0,1-1 1 0 0,-1 0-1 0 0,0 0 1 0 0,0 1 0 0 0,-1-1-1 0 0,1 0 1 0 0,-1 1 0 0 0,0-1-1 0 0,-1 0 1 0 0,1 1-1 0 0,-1-1 1 0 0,0 1 0 0 0,0 0-1 0 0,0 0 1 0 0,0-1 0 0 0,-6-6-1 0 0,1 3-81 0 0,-1 0 0 0 0,0 1 0 0 0,0 0-1 0 0,0 0 1 0 0,0 1 0 0 0,-1 0 0 0 0,0 0 0 0 0,-1 1-1 0 0,1 0 1 0 0,-1 1 0 0 0,0 0 0 0 0,0 0 0 0 0,0 1-1 0 0,-1 1 1 0 0,1 0 0 0 0,-15-2 0 0 0,-19 1-101 0 0,0 1 1 0 0,-72 6-1 0 0,64-1-320 0 0,36-3-673 0 0,0 1 0 0 0,0 1 0 0 0,-30 7 0 0 0</inkml:trace>
</inkml:ink>
</file>

<file path=ppt/ink/ink3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19"/>
    </inkml:context>
    <inkml:brush xml:id="br0">
      <inkml:brushProperty name="width" value="0.1" units="cm"/>
      <inkml:brushProperty name="height" value="0.1" units="cm"/>
      <inkml:brushProperty name="color" value="#F6630D"/>
    </inkml:brush>
  </inkml:definitions>
  <inkml:trace contextRef="#ctx0" brushRef="#br0">96 160 5529 0 0,'-42'-67'4979'0'0,"-11"-25"5175"0"0,60 95-9469 0 0,8 10-307 0 0,-8 1-267 0 0,1 0 0 0 0,-2 1 1 0 0,0 0-1 0 0,-1 0 1 0 0,4 17-1 0 0,12 81 92 0 0,-17-89-142 0 0,27 286 238 0 0,-13-92-491 0 0,-14-188 4 0 0,1 1 1 0 0,2 0 0 0 0,1-1-1 0 0,20 50 1 0 0,-17-56-3694 0 0,19 32-1 0 0</inkml:trace>
</inkml:ink>
</file>

<file path=ppt/ink/ink3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19.431"/>
    </inkml:context>
    <inkml:brush xml:id="br0">
      <inkml:brushProperty name="width" value="0.1" units="cm"/>
      <inkml:brushProperty name="height" value="0.1" units="cm"/>
      <inkml:brushProperty name="color" value="#F6630D"/>
    </inkml:brush>
  </inkml:definitions>
  <inkml:trace contextRef="#ctx0" brushRef="#br0">7 431 11979 0 0,'4'-3'909'0'0,"0"-1"1"0"0,0 0 0 0 0,0 0 0 0 0,0 0 0 0 0,-1-1 0 0 0,4-5 0 0 0,25-47 673 0 0,-19 31-1735 0 0,-1-2 0 0 0,11-42 0 0 0,-16 42 150 0 0,4-40 0 0 0,-10 59 95 0 0,-1 0 0 0 0,0 0 0 0 0,0 0 0 0 0,0 0 0 0 0,-1 0-1 0 0,0 1 1 0 0,-1-1 0 0 0,-5-15 0 0 0,7 22-69 0 0,-1 1 1 0 0,0-1-1 0 0,0 1 1 0 0,0-1-1 0 0,1 1 0 0 0,-1 0 1 0 0,0 0-1 0 0,0-1 0 0 0,-1 1 1 0 0,1 0-1 0 0,0 0 1 0 0,0 0-1 0 0,-1 0 0 0 0,1 0 1 0 0,0 1-1 0 0,-1-1 1 0 0,1 0-1 0 0,-1 1 0 0 0,1-1 1 0 0,-1 0-1 0 0,1 1 0 0 0,-1 0 1 0 0,1-1-1 0 0,-1 1 1 0 0,0 0-1 0 0,1 0 0 0 0,-1 0 1 0 0,1 0-1 0 0,-1 0 1 0 0,0 0-1 0 0,1 1 0 0 0,-1-1 1 0 0,1 0-1 0 0,-1 1 0 0 0,1-1 1 0 0,-1 1-1 0 0,1 0 1 0 0,-1-1-1 0 0,1 1 0 0 0,0 0 1 0 0,-1 0-1 0 0,0 1 1 0 0,-4 1 6 0 0,0 1 0 0 0,1 0 0 0 0,-1 0 0 0 0,1 1 1 0 0,0-1-1 0 0,0 1 0 0 0,1 0 0 0 0,-7 10 1 0 0,8-10-48 0 0,1 1 0 0 0,0 0 1 0 0,0-1-1 0 0,1 1 1 0 0,0 0-1 0 0,0 0 1 0 0,0 0-1 0 0,0 0 0 0 0,1 0 1 0 0,0 0-1 0 0,0 0 1 0 0,1 0-1 0 0,0 0 0 0 0,0 0 1 0 0,0 0-1 0 0,1 0 1 0 0,0 0-1 0 0,0 0 1 0 0,3 6-1 0 0,5 10 20 0 0,1-1 0 0 0,1 0 0 0 0,21 28 0 0 0,-21-33 57 0 0,0 0 0 0 0,1-1 0 0 0,1 0 0 0 0,0-1 0 0 0,1-1 0 0 0,29 21 0 0 0,-35-29-305 0 0,1 0 0 0 0,-1 0-1 0 0,1 0 1 0 0,0-1 0 0 0,20 4-1 0 0,-21-6-631 0 0,0 0-1 0 0,0-1 0 0 0,0-1 0 0 0,0 0 0 0 0,0 0 1 0 0,0-1-1 0 0,16-2 0 0 0,-3-3-4865 0 0</inkml:trace>
</inkml:ink>
</file>

<file path=ppt/ink/ink3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19.731"/>
    </inkml:context>
    <inkml:brush xml:id="br0">
      <inkml:brushProperty name="width" value="0.1" units="cm"/>
      <inkml:brushProperty name="height" value="0.1" units="cm"/>
      <inkml:brushProperty name="color" value="#F6630D"/>
    </inkml:brush>
  </inkml:definitions>
  <inkml:trace contextRef="#ctx0" brushRef="#br0">33 188 3225 0 0,'0'0'54'0'0,"-11"-24"93"0"0,-7 12 6374 0 0,17 13-6351 0 0,1 0 54 0 0,-1 0 0 0 0,1 0-1 0 0,0 0 1 0 0,-1 0 0 0 0,1 0 0 0 0,0 0 0 0 0,-1 0 0 0 0,1 0 0 0 0,0 0 0 0 0,0 0 0 0 0,0 0-1 0 0,0 0 1 0 0,0 0 0 0 0,0 0 0 0 0,0 0 0 0 0,1 0 0 0 0,-1 0 0 0 0,0 0 0 0 0,0 0 0 0 0,1 0-1 0 0,-1 0 1 0 0,1 1 0 0 0,10 25 1301 0 0,-10-26-1394 0 0,7 15 480 0 0,1-1 0 0 0,1 0 0 0 0,0 0 0 0 0,2-1 0 0 0,17 18 0 0 0,-1-5-122 0 0,46 34 0 0 0,-72-59-463 0 0,1 0-1 0 0,0 0 1 0 0,0 0 0 0 0,-1 0-1 0 0,1 0 1 0 0,0-1 0 0 0,1 0-1 0 0,-1 1 1 0 0,0-1 0 0 0,0 0 0 0 0,1 0-1 0 0,-1-1 1 0 0,0 1 0 0 0,1-1-1 0 0,-1 1 1 0 0,0-1 0 0 0,1 0-1 0 0,-1-1 1 0 0,1 1 0 0 0,-1 0-1 0 0,4-2 1 0 0,-3 0 23 0 0,-1 1-1 0 0,0-1 1 0 0,0 0-1 0 0,0-1 1 0 0,0 1-1 0 0,-1 0 1 0 0,1-1 0 0 0,0 0-1 0 0,-1 1 1 0 0,0-1-1 0 0,0 0 1 0 0,0 0-1 0 0,0 0 1 0 0,0-1-1 0 0,0 1 1 0 0,-1 0 0 0 0,0-1-1 0 0,1 1 1 0 0,0-7-1 0 0,7-29 647 0 0,8-78 0 0 0,-2 9-2387 0 0,3 37-4374 0 0,-10 50-1130 0 0</inkml:trace>
</inkml:ink>
</file>

<file path=ppt/ink/ink3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20.049"/>
    </inkml:context>
    <inkml:brush xml:id="br0">
      <inkml:brushProperty name="width" value="0.1" units="cm"/>
      <inkml:brushProperty name="height" value="0.1" units="cm"/>
      <inkml:brushProperty name="color" value="#F6630D"/>
    </inkml:brush>
  </inkml:definitions>
  <inkml:trace contextRef="#ctx0" brushRef="#br0">1 467 1840 0 0,'0'1'40'0'0,"1"1"0"0"0,0 0-1 0 0,0 0 1 0 0,0-1 0 0 0,0 1 0 0 0,0-1-1 0 0,0 1 1 0 0,0-1 0 0 0,1 1-1 0 0,-1-1 1 0 0,0 0 0 0 0,1 1-1 0 0,-1-1 1 0 0,1 0 0 0 0,0 0 0 0 0,-1 0-1 0 0,1 0 1 0 0,0-1 0 0 0,-1 1-1 0 0,1 0 1 0 0,0-1 0 0 0,0 1-1 0 0,0-1 1 0 0,0 0 0 0 0,3 1-1 0 0,1-2 343 0 0,1 0-1 0 0,-1 0 0 0 0,0-1 0 0 0,1 0 1 0 0,-1 0-1 0 0,9-4 0 0 0,1-2-95 0 0,1 0 0 0 0,-2-1 0 0 0,1-1 0 0 0,-1 0 0 0 0,-1-1 0 0 0,0-1 0 0 0,0 0 0 0 0,-1-1 0 0 0,-1-1 0 0 0,0 0 0 0 0,-1 0 0 0 0,0-1 0 0 0,15-29 0 0 0,-18 27 409 0 0,0 1 0 0 0,-1-2 0 0 0,-1 1 1 0 0,-1-1-1 0 0,0 0 0 0 0,-1 0 1 0 0,-1 0-1 0 0,1-25 0 0 0,-4 35-350 0 0,-1 1 1 0 0,0-1-1 0 0,0 1 1 0 0,-1-1-1 0 0,0 1 0 0 0,0 0 1 0 0,-1 0-1 0 0,-6-13 1 0 0,8 18-254 0 0,0 1 0 0 0,0-1 0 0 0,0 0 1 0 0,0 0-1 0 0,-1 1 0 0 0,1-1 0 0 0,0 1 1 0 0,-1-1-1 0 0,0 1 0 0 0,1-1 1 0 0,-1 1-1 0 0,0 0 0 0 0,1 0 0 0 0,-1 0 1 0 0,-3-1-1 0 0,3 2-48 0 0,1 0 1 0 0,-1-1-1 0 0,1 1 1 0 0,-1 0-1 0 0,0 1 0 0 0,1-1 1 0 0,-1 0-1 0 0,1 0 1 0 0,-1 1-1 0 0,0-1 0 0 0,1 1 1 0 0,-1-1-1 0 0,1 1 1 0 0,-1 0-1 0 0,1-1 0 0 0,0 1 1 0 0,-1 0-1 0 0,1 0 1 0 0,0 0-1 0 0,-1 0 0 0 0,1 0 1 0 0,0 1-1 0 0,-1 0 1 0 0,-4 6-61 0 0,0 0 1 0 0,1 0 0 0 0,0 1-1 0 0,1-1 1 0 0,0 1 0 0 0,0 0-1 0 0,0 0 1 0 0,1 1 0 0 0,1-1-1 0 0,0 1 1 0 0,0-1 0 0 0,1 1-1 0 0,0 0 1 0 0,0-1 0 0 0,1 1-1 0 0,1 0 1 0 0,0 0 0 0 0,0-1-1 0 0,4 17 1 0 0,-1-18-173 0 0,-1 0 0 0 0,2 0 1 0 0,-1 0-1 0 0,1 0 0 0 0,0-1 0 0 0,0 0 0 0 0,1 0 1 0 0,0-1-1 0 0,11 10 0 0 0,19 9-5881 0 0,-18-17 376 0 0</inkml:trace>
</inkml:ink>
</file>

<file path=ppt/ink/ink3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20.335"/>
    </inkml:context>
    <inkml:brush xml:id="br0">
      <inkml:brushProperty name="width" value="0.1" units="cm"/>
      <inkml:brushProperty name="height" value="0.1" units="cm"/>
      <inkml:brushProperty name="color" value="#F6630D"/>
    </inkml:brush>
  </inkml:definitions>
  <inkml:trace contextRef="#ctx0" brushRef="#br0">49 160 2745 0 0,'-3'-23'614'0'0,"-2"1"0"0"0,-9-29 0 0 0,-12-12 14267 0 0,25 76-12692 0 0,4 20-1339 0 0,19 74-79 0 0,44 268 418 0 0,-58-301-1079 0 0,23 151-894 0 0,-26-198 212 0 0</inkml:trace>
</inkml:ink>
</file>

<file path=ppt/ink/ink3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26.899"/>
    </inkml:context>
    <inkml:brush xml:id="br0">
      <inkml:brushProperty name="width" value="0.1" units="cm"/>
      <inkml:brushProperty name="height" value="0.1" units="cm"/>
      <inkml:brushProperty name="color" value="#F6630D"/>
    </inkml:brush>
  </inkml:definitions>
  <inkml:trace contextRef="#ctx0" brushRef="#br0">46 189 2304 0 0,'-5'-6'769'0'0,"1"0"-1"0"0,-1-1 1 0 0,1 1-1 0 0,-4-9 1 0 0,-5-9 1887 0 0,12 23-2412 0 0,0 0-1 0 0,0-1 1 0 0,1 1 0 0 0,-1-1-1 0 0,0 1 1 0 0,1-1 0 0 0,0 1-1 0 0,-1-1 1 0 0,1 1 0 0 0,0-1-1 0 0,0 1 1 0 0,-1-1-1 0 0,1 0 1 0 0,0 1 0 0 0,1-1-1 0 0,-1 1 1 0 0,0-1 0 0 0,0 1-1 0 0,1-1 1 0 0,-1 1-1 0 0,2-3 1 0 0,-1 0-17 0 0,2 1 0 0 0,-1-1 0 0 0,0 0-1 0 0,1 1 1 0 0,-1 0 0 0 0,1-1 0 0 0,6-5 0 0 0,1 1-72 0 0,0 1 1 0 0,0 0-1 0 0,1 0 1 0 0,19-9 0 0 0,-26 14-86 0 0,1 0 0 0 0,-1 1 1 0 0,1-1-1 0 0,0 1 0 0 0,-1 0 1 0 0,1 0-1 0 0,0 1 0 0 0,0-1 1 0 0,0 1-1 0 0,0 0 0 0 0,-1 1 1 0 0,1-1-1 0 0,0 1 0 0 0,0 0 1 0 0,0 0-1 0 0,5 2 0 0 0,-7-2-51 0 0,0 1 0 0 0,0 0 0 0 0,0-1 0 0 0,-1 1-1 0 0,1 0 1 0 0,-1 0 0 0 0,1 0 0 0 0,-1 1 0 0 0,0-1 0 0 0,0 0 0 0 0,0 1-1 0 0,0 0 1 0 0,0-1 0 0 0,-1 1 0 0 0,1 0 0 0 0,-1 0 0 0 0,1 0-1 0 0,-1 0 1 0 0,0 0 0 0 0,-1 0 0 0 0,1 0 0 0 0,0 0 0 0 0,-1 1 0 0 0,0-1-1 0 0,1 4 1 0 0,-2 7-18 0 0,1 0 0 0 0,-2 0 0 0 0,0 0 0 0 0,0 0-1 0 0,-7 21 1 0 0,-30 67-20 0 0,13-36 12 0 0,-40 82-5 0 0,20-50 45 0 0,45-96 15 0 0,0 0-1 0 0,0 0 0 0 0,0 1 1 0 0,0-1-1 0 0,1 0 1 0 0,-1 1-1 0 0,1-1 1 0 0,-1 1-1 0 0,1-1 0 0 0,0 0 1 0 0,0 1-1 0 0,0-1 1 0 0,0 1-1 0 0,0-1 0 0 0,1 1 1 0 0,-1-1-1 0 0,1 0 1 0 0,1 5-1 0 0,-1-5 22 0 0,1-1-1 0 0,-1 1 1 0 0,0-1 0 0 0,1 0-1 0 0,0 1 1 0 0,-1-1 0 0 0,1 0 0 0 0,0 0-1 0 0,-1 0 1 0 0,1 0 0 0 0,0 0-1 0 0,0 0 1 0 0,0 0 0 0 0,0-1-1 0 0,0 1 1 0 0,0-1 0 0 0,0 0-1 0 0,0 1 1 0 0,0-1 0 0 0,0 0-1 0 0,0 0 1 0 0,4-1 0 0 0,9 1 115 0 0,0-2 0 0 0,0 0 0 0 0,0-1 0 0 0,-1 0 1 0 0,16-6-1 0 0,74-31 153 0 0,-56 20-186 0 0,118-41-12 0 0,-94 38-6631 0 0,-45 14-452 0 0</inkml:trace>
</inkml:ink>
</file>

<file path=ppt/ink/ink3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27.490"/>
    </inkml:context>
    <inkml:brush xml:id="br0">
      <inkml:brushProperty name="width" value="0.1" units="cm"/>
      <inkml:brushProperty name="height" value="0.1" units="cm"/>
      <inkml:brushProperty name="color" value="#F6630D"/>
    </inkml:brush>
  </inkml:definitions>
  <inkml:trace contextRef="#ctx0" brushRef="#br0">0 67 9674 0 0,'2'-7'1299'0'0,"0"-1"1"0"0,0 1-1 0 0,1-1 0 0 0,0 1 0 0 0,0 0 1 0 0,0 0-1 0 0,7-9 0 0 0,-2 57 1086 0 0,4 135-2260 0 0,-8-90-853 0 0,3 0 1 0 0,31 138-1 0 0,-32-199-6608 0 0</inkml:trace>
</inkml:ink>
</file>

<file path=ppt/ink/ink3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27.947"/>
    </inkml:context>
    <inkml:brush xml:id="br0">
      <inkml:brushProperty name="width" value="0.1" units="cm"/>
      <inkml:brushProperty name="height" value="0.1" units="cm"/>
      <inkml:brushProperty name="color" value="#F6630D"/>
    </inkml:brush>
  </inkml:definitions>
  <inkml:trace contextRef="#ctx0" brushRef="#br0">51 42 3681 0 0,'0'-1'-19'0'0,"-21"-31"10563"0"0,19 36-9868 0 0,-4 13-471 0 0,1-1 0 0 0,0 1 0 0 0,2 0 0 0 0,-1 0 0 0 0,2 0 0 0 0,0 0 1 0 0,2 29-1 0 0,1-22-203 0 0,0 0 0 0 0,2 0 1 0 0,1 0-1 0 0,1 0 1 0 0,9 26-1 0 0,-11-43-2 0 0,0 0-1 0 0,0 0 1 0 0,0-1 0 0 0,1 1 0 0 0,0-1-1 0 0,0 0 1 0 0,1 0 0 0 0,-1 0 0 0 0,1-1 0 0 0,0 0-1 0 0,1 0 1 0 0,0 0 0 0 0,-1 0 0 0 0,1-1-1 0 0,1 0 1 0 0,-1 0 0 0 0,1-1 0 0 0,9 4 0 0 0,-11-5 97 0 0,1 0 0 0 0,0-1 1 0 0,0 0-1 0 0,0 0 1 0 0,-1 0-1 0 0,1-1 1 0 0,0 0-1 0 0,0 0 0 0 0,0-1 1 0 0,0 1-1 0 0,0-1 1 0 0,0 0-1 0 0,0-1 1 0 0,0 0-1 0 0,-1 0 0 0 0,1 0 1 0 0,-1 0-1 0 0,1-1 1 0 0,-1 0-1 0 0,0 0 1 0 0,0 0-1 0 0,8-8 0 0 0,-7 5 72 0 0,-1 1 1 0 0,1-1-1 0 0,-1 0 0 0 0,-1 0 0 0 0,1 0 0 0 0,-1-1 0 0 0,0 1 0 0 0,-1-1 1 0 0,0 0-1 0 0,0 0 0 0 0,0-1 0 0 0,2-11 0 0 0,-3 7 26 0 0,0 0 0 0 0,-1 1 1 0 0,0-1-1 0 0,-1 0 0 0 0,0 0 0 0 0,-1 0 0 0 0,-5-22 0 0 0,4 21-245 0 0,-2 0 0 0 0,0 0 0 0 0,0 0 0 0 0,-2 1 0 0 0,1-1 0 0 0,-1 1 0 0 0,-1 1 0 0 0,0-1 0 0 0,-1 1 0 0 0,0 0 0 0 0,-1 1 0 0 0,0 0 0 0 0,0 0 0 0 0,-1 1 0 0 0,-14-10 0 0 0,4 8-5245 0 0,-2 4-1773 0 0</inkml:trace>
</inkml:ink>
</file>

<file path=ppt/ink/ink3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28.676"/>
    </inkml:context>
    <inkml:brush xml:id="br0">
      <inkml:brushProperty name="width" value="0.1" units="cm"/>
      <inkml:brushProperty name="height" value="0.1" units="cm"/>
      <inkml:brushProperty name="color" value="#F6630D"/>
    </inkml:brush>
  </inkml:definitions>
  <inkml:trace contextRef="#ctx0" brushRef="#br0">25 27 9674 0 0,'-25'-27'8688'0'0,"28"43"-6070"0"0,7 22-2181 0 0,-1 1 0 0 0,5 65 0 0 0,-6 82-292 0 0,2 13-415 0 0,-5-146-298 0 0,18 73 0 0 0,1-52-5947 0 0,-12-45 258 0 0</inkml:trace>
</inkml:ink>
</file>

<file path=ppt/ink/ink3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29.551"/>
    </inkml:context>
    <inkml:brush xml:id="br0">
      <inkml:brushProperty name="width" value="0.1" units="cm"/>
      <inkml:brushProperty name="height" value="0.1" units="cm"/>
      <inkml:brushProperty name="color" value="#F6630D"/>
    </inkml:brush>
  </inkml:definitions>
  <inkml:trace contextRef="#ctx0" brushRef="#br0">79 275 10138 0 0,'-6'-8'1032'0'0,"2"4"-929"0"0,1 0-1 0 0,0 0 1 0 0,0 0 0 0 0,0 0-1 0 0,1-1 1 0 0,-1 1-1 0 0,1-1 1 0 0,0 1-1 0 0,-3-10 4749 0 0,6 7-3400 0 0,9-12-1626 0 0,-10 18 194 0 0,-12-37 502 0 0,10 34-253 0 0,0 0-1 0 0,0-1 1 0 0,1 1 0 0 0,-1-1-1 0 0,1 1 1 0 0,0-1 0 0 0,0 0-1 0 0,0 1 1 0 0,0-8 0 0 0,1 11-268 0 0,-1 2-12 0 0,1-1-47 0 0,0 1-230 0 0,0 0 198 0 0,-1 3-145 0 0,-7 31 274 0 0,1 1 1 0 0,2 0 0 0 0,2 0-1 0 0,1 0 1 0 0,1 0 0 0 0,3 0-1 0 0,1 1 1 0 0,1-1 0 0 0,2-1 0 0 0,2 1-1 0 0,1-1 1 0 0,15 39 0 0 0,-19-63-43 0 0,-1-1 1 0 0,1 0-1 0 0,1 0 1 0 0,0-1-1 0 0,0 0 1 0 0,1 0-1 0 0,0 0 1 0 0,0-1-1 0 0,1 0 1 0 0,14 12-1 0 0,-16-17-37 0 0,-1 1 0 0 0,1-1-1 0 0,0 0 1 0 0,-1-1 0 0 0,1 1 0 0 0,1-1 0 0 0,-1 0-1 0 0,0-1 1 0 0,0 0 0 0 0,1 0 0 0 0,-1 0-1 0 0,1 0 1 0 0,-1-1 0 0 0,0 0 0 0 0,1-1 0 0 0,-1 1-1 0 0,1-1 1 0 0,-1 0 0 0 0,11-4 0 0 0,-5 1 29 0 0,-1 0 1 0 0,0 0-1 0 0,0-1 0 0 0,0-1 1 0 0,-1 0-1 0 0,1 0 1 0 0,-2-1-1 0 0,1 0 1 0 0,-1-1-1 0 0,0 0 1 0 0,0-1-1 0 0,12-15 0 0 0,-13 12 95 0 0,0-1-1 0 0,0 0 1 0 0,-2 0 0 0 0,1 0-1 0 0,-2-1 1 0 0,0 0-1 0 0,0 0 1 0 0,-1 0-1 0 0,2-22 1 0 0,-3 13 34 0 0,-2 0 0 0 0,0 0 0 0 0,-2-1 1 0 0,0 1-1 0 0,-2 0 0 0 0,0 0 0 0 0,-1 0 1 0 0,-2 1-1 0 0,0-1 0 0 0,-2 1 0 0 0,0 1 1 0 0,-2-1-1 0 0,-11-20 0 0 0,17 36-123 0 0,-45-70 35 0 0,43 68-128 0 0,0 0 0 0 0,-1 0 1 0 0,0 1-1 0 0,-1 0 0 0 0,1 1 0 0 0,-15-11 0 0 0,21 17 8 0 0,0-1 1 0 0,1 0 0 0 0,-1 1-1 0 0,0-1 1 0 0,0 1 0 0 0,0 0-1 0 0,1-1 1 0 0,-1 1 0 0 0,0 0-1 0 0,0-1 1 0 0,0 1 0 0 0,0 0-1 0 0,0 0 1 0 0,0 0 0 0 0,0 0-1 0 0,0 0 1 0 0,1 0 0 0 0,-1 0-1 0 0,0 0 1 0 0,0 0 0 0 0,0 0-1 0 0,0 0 1 0 0,0 0 0 0 0,0 1-1 0 0,0-1 1 0 0,0 0 0 0 0,1 1-1 0 0,-1-1 1 0 0,0 1 0 0 0,0-1-1 0 0,0 1 1 0 0,1-1 0 0 0,-1 1-1 0 0,0 0 1 0 0,1-1 0 0 0,-1 1-1 0 0,1 0 1 0 0,-1-1 0 0 0,0 1-1 0 0,1 0 1 0 0,0 0 0 0 0,-1 0-1 0 0,1-1 1 0 0,-1 1 0 0 0,1 0-1 0 0,0 0 1 0 0,0 0 0 0 0,-1 1-1 0 0,-3 17-6413 0 0</inkml:trace>
</inkml:ink>
</file>

<file path=ppt/ink/ink3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29.884"/>
    </inkml:context>
    <inkml:brush xml:id="br0">
      <inkml:brushProperty name="width" value="0.1" units="cm"/>
      <inkml:brushProperty name="height" value="0.1" units="cm"/>
      <inkml:brushProperty name="color" value="#F6630D"/>
    </inkml:brush>
  </inkml:definitions>
  <inkml:trace contextRef="#ctx0" brushRef="#br0">34 1 12899 0 0,'0'0'21'0'0,"0"0"-1"0"0,0 0 1 0 0,0 0 0 0 0,0 0 0 0 0,0 0 0 0 0,0-1-1 0 0,0 1 1 0 0,-1 0 0 0 0,1 0 0 0 0,0 0 0 0 0,0 0 0 0 0,0 0-1 0 0,0 0 1 0 0,0 0 0 0 0,0 0 0 0 0,-1 0 0 0 0,1 0 0 0 0,0 0-1 0 0,0 0 1 0 0,0 0 0 0 0,0 0 0 0 0,0 0 0 0 0,0 0-1 0 0,-1 0 1 0 0,1 0 0 0 0,0 0 0 0 0,0 0 0 0 0,0 0 0 0 0,0 0-1 0 0,0 0 1 0 0,0 1 0 0 0,0-1 0 0 0,-1 0 0 0 0,1 0-1 0 0,0 0 1 0 0,0 0 0 0 0,0 0 0 0 0,0 0 0 0 0,0 0 0 0 0,0 0-1 0 0,0 0 1 0 0,0 1 0 0 0,0-1 0 0 0,0 0 0 0 0,0 0-1 0 0,-1 0 1 0 0,1 0 0 0 0,0 0 0 0 0,0 0 0 0 0,0 0 0 0 0,0 1-1 0 0,0-1 1 0 0,0 0 0 0 0,0 0 0 0 0,0 0 0 0 0,0 0-1 0 0,0 0 1 0 0,0 0 0 0 0,0 1 0 0 0,0-1 0 0 0,-6 17 313 0 0,-2 18 545 0 0,1 6-247 0 0,3 0 0 0 0,1 0 0 0 0,2 46 0 0 0,2-65-605 0 0,1-1 0 0 0,1 0 0 0 0,1 0 0 0 0,1 0 0 0 0,0 0 0 0 0,2-1 0 0 0,16 36 1 0 0,-20-50-11 0 0,0 0 1 0 0,1 0 0 0 0,0-1 0 0 0,0 0 0 0 0,0 1 0 0 0,1-2 0 0 0,0 1 0 0 0,0 0 0 0 0,0-1 0 0 0,0 0 0 0 0,1 0 0 0 0,-1-1 0 0 0,1 1 0 0 0,0-1 0 0 0,0 0-1 0 0,10 3 1 0 0,-11-5 18 0 0,-1-1 0 0 0,0 1 0 0 0,0-1-1 0 0,0 1 1 0 0,0-1 0 0 0,0 0 0 0 0,1-1-1 0 0,-1 1 1 0 0,0-1 0 0 0,0 0 0 0 0,0 0-1 0 0,0 0 1 0 0,0 0 0 0 0,0-1 0 0 0,0 0-1 0 0,-1 0 1 0 0,1 0 0 0 0,-1 0-1 0 0,1 0 1 0 0,-1-1 0 0 0,0 1 0 0 0,0-1-1 0 0,0 0 1 0 0,0 0 0 0 0,0 0 0 0 0,0 0-1 0 0,2-6 1 0 0,19-35-1272 0 0,-17 31 52 0 0</inkml:trace>
</inkml:ink>
</file>

<file path=ppt/ink/ink3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0.089"/>
    </inkml:context>
    <inkml:brush xml:id="br0">
      <inkml:brushProperty name="width" value="0.1" units="cm"/>
      <inkml:brushProperty name="height" value="0.1" units="cm"/>
      <inkml:brushProperty name="color" value="#F6630D"/>
    </inkml:brush>
  </inkml:definitions>
  <inkml:trace contextRef="#ctx0" brushRef="#br0">16 1 5529 0 0,'-1'5'488'0'0,"1"1"-392"0"0,1-1-96 0 0,-1-2 0 0 0,0 0 272 0 0,2 1 32 0 0,-2 4 8 0 0,0 5 1 0 0,-2 4 719 0 0,1 2 152 0 0,0-1 24 0 0,-2-2 9 0 0,2 1-1698 0 0,-2-4-327 0 0,0-2-72 0 0,0-3-16 0 0,2-5 696 0 0,2-6 136 0 0</inkml:trace>
</inkml:ink>
</file>

<file path=ppt/ink/ink3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0.250"/>
    </inkml:context>
    <inkml:brush xml:id="br0">
      <inkml:brushProperty name="width" value="0.1" units="cm"/>
      <inkml:brushProperty name="height" value="0.1" units="cm"/>
      <inkml:brushProperty name="color" value="#F6630D"/>
    </inkml:brush>
  </inkml:definitions>
  <inkml:trace contextRef="#ctx0" brushRef="#br0">17 13 8290 0 0,'-17'-12'12001'0'0,"18"16"-11833"0"0,-1-3-180 0 0,0 2-168 0 0,1-1-1 0 0,-1 1 1 0 0,1-1-1 0 0,0 0 1 0 0,-1 1-1 0 0,1-1 1 0 0,0 0-1 0 0,0 0 1 0 0,1 1-1 0 0,-1-1 1 0 0,3 4-1 0 0,4 0-696 0 0</inkml:trace>
</inkml:ink>
</file>

<file path=ppt/ink/ink3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0.501"/>
    </inkml:context>
    <inkml:brush xml:id="br0">
      <inkml:brushProperty name="width" value="0.1" units="cm"/>
      <inkml:brushProperty name="height" value="0.1" units="cm"/>
      <inkml:brushProperty name="color" value="#F6630D"/>
    </inkml:brush>
  </inkml:definitions>
  <inkml:trace contextRef="#ctx0" brushRef="#br0">22 2 11979 0 0,'0'0'121'0'0,"-1"0"0"0"0,1-1 0 0 0,-1 1 0 0 0,1 0 0 0 0,-1 0 0 0 0,1 0 1 0 0,-1 0-1 0 0,1 0 0 0 0,-1 0 0 0 0,0 0 0 0 0,1 0 0 0 0,-1 0 1 0 0,1 0-1 0 0,-1 0 0 0 0,1 0 0 0 0,-1 0 0 0 0,0 0 0 0 0,1 1 0 0 0,-1-1 1 0 0,1 0-1 0 0,-1 0 0 0 0,1 1 0 0 0,-1-1 0 0 0,1 0 0 0 0,0 1 1 0 0,-1-1-1 0 0,1 0 0 0 0,-1 1 0 0 0,1-1 0 0 0,-1 2 0 0 0,-5 19 2182 0 0,9 28-460 0 0,-2-45-1752 0 0,46 290 1638 0 0,5-103-5401 0 0,-44-169-2930 0 0</inkml:trace>
</inkml:ink>
</file>

<file path=ppt/ink/ink3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0.661"/>
    </inkml:context>
    <inkml:brush xml:id="br0">
      <inkml:brushProperty name="width" value="0.1" units="cm"/>
      <inkml:brushProperty name="height" value="0.1" units="cm"/>
      <inkml:brushProperty name="color" value="#F6630D"/>
    </inkml:brush>
  </inkml:definitions>
  <inkml:trace contextRef="#ctx0" brushRef="#br0">4 183 11979 0 0,'-1'0'96'0'0,"1"-1"0"0"0,-1 0 0 0 0,1 0 0 0 0,0 0 0 0 0,-1 0 1 0 0,1 0-1 0 0,0 0 0 0 0,0 1 0 0 0,0-1 0 0 0,0 0 0 0 0,-1 0 0 0 0,1 0 1 0 0,0 0-1 0 0,1 0 0 0 0,-1 0 0 0 0,0 0 0 0 0,0 0 0 0 0,0 0 1 0 0,1 0-1 0 0,-1 0 0 0 0,0 1 0 0 0,1-1 0 0 0,-1 0 0 0 0,0 0 1 0 0,1 0-1 0 0,-1 0 0 0 0,1 1 0 0 0,0-1 0 0 0,-1 0 0 0 0,1 1 0 0 0,0-1 1 0 0,-1 0-1 0 0,1 1 0 0 0,1-2 0 0 0,33-26 1563 0 0,-29 23-1402 0 0,16-10-78 0 0,0 1 0 0 0,46-22 1 0 0,12 1-3690 0 0,-71 31 2812 0 0,29-12-1690 0 0</inkml:trace>
</inkml:ink>
</file>

<file path=ppt/ink/ink3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1.298"/>
    </inkml:context>
    <inkml:brush xml:id="br0">
      <inkml:brushProperty name="width" value="0.1" units="cm"/>
      <inkml:brushProperty name="height" value="0.1" units="cm"/>
      <inkml:brushProperty name="color" value="#F6630D"/>
    </inkml:brush>
  </inkml:definitions>
  <inkml:trace contextRef="#ctx0" brushRef="#br0">180 103 5065 0 0,'-76'8'1153'0'0,"42"-3"3220"0"0,-36-1-1 0 0,110-13-808 0 0,-14 1-3240 0 0,97-13 522 0 0,136-3 1 0 0,50-8-1549 0 0,-203 13-1646 0 0,-76 12 849 0 0</inkml:trace>
</inkml:ink>
</file>

<file path=ppt/ink/ink3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1.600"/>
    </inkml:context>
    <inkml:brush xml:id="br0">
      <inkml:brushProperty name="width" value="0.1" units="cm"/>
      <inkml:brushProperty name="height" value="0.1" units="cm"/>
      <inkml:brushProperty name="color" value="#F6630D"/>
    </inkml:brush>
  </inkml:definitions>
  <inkml:trace contextRef="#ctx0" brushRef="#br0">1 28 7370 0 0,'0'-1'190'0'0,"0"0"0"0"0,0 0 0 0 0,1 1 0 0 0,-1-1 0 0 0,0 0 1 0 0,1 1-1 0 0,-1-1 0 0 0,0 0 0 0 0,1 1 0 0 0,-1-1 0 0 0,1 0 0 0 0,-1 1 1 0 0,1-1-1 0 0,-1 1 0 0 0,1-1 0 0 0,-1 1 0 0 0,1-1 0 0 0,-1 1 1 0 0,1-1-1 0 0,0 1 0 0 0,-1 0 0 0 0,1-1 0 0 0,0 1 0 0 0,0 0 1 0 0,-1-1-1 0 0,2 1 0 0 0,22-11 3267 0 0,-16 10-3138 0 0,-1 0 1 0 0,1 1-1 0 0,-1 0 1 0 0,1 0-1 0 0,-1 1 1 0 0,0 0-1 0 0,1 0 1 0 0,-1 1-1 0 0,0 0 1 0 0,0 0-1 0 0,0 1 1 0 0,0 0-1 0 0,0 0 1 0 0,-1 0-1 0 0,11 8 1 0 0,-8-6-235 0 0,-1 1 1 0 0,0 0 0 0 0,-1 1-1 0 0,1-1 1 0 0,-1 2 0 0 0,0-1-1 0 0,-1 1 1 0 0,0 0 0 0 0,0 0-1 0 0,-1 0 1 0 0,6 11 0 0 0,-9-11-46 0 0,1 1 0 0 0,-1 0 0 0 0,0 0-1 0 0,-1 1 1 0 0,0-1 0 0 0,-1 0 0 0 0,1 0 0 0 0,-2 1 0 0 0,1-1 0 0 0,-2 0 0 0 0,1 0 0 0 0,-1 0 0 0 0,-3 9 0 0 0,-4 9-38 0 0,0 0-1 0 0,-26 48 1 0 0,10-32-736 0 0,-3-1 1 0 0,-1-1-1 0 0,-49 52 1 0 0,69-83 38 0 0,-7 9-6250 0 0</inkml:trace>
</inkml:ink>
</file>

<file path=ppt/ink/ink3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1.998"/>
    </inkml:context>
    <inkml:brush xml:id="br0">
      <inkml:brushProperty name="width" value="0.1" units="cm"/>
      <inkml:brushProperty name="height" value="0.1" units="cm"/>
      <inkml:brushProperty name="color" value="#F6630D"/>
    </inkml:brush>
  </inkml:definitions>
  <inkml:trace contextRef="#ctx0" brushRef="#br0">0 2 10658 0 0,'2'-1'1144'0'0,"6"6"114"0"0,8 11 893 0 0,-6-1-1543 0 0,-1 0 1 0 0,-1 1-1 0 0,0 0 0 0 0,-2 1 0 0 0,1-1 1 0 0,-2 1-1 0 0,4 22 0 0 0,14 125 682 0 0,-12 149-1942 0 0,-10-231-1323 0 0,0-40-4818 0 0</inkml:trace>
</inkml:ink>
</file>

<file path=ppt/ink/ink3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2.344"/>
    </inkml:context>
    <inkml:brush xml:id="br0">
      <inkml:brushProperty name="width" value="0.1" units="cm"/>
      <inkml:brushProperty name="height" value="0.1" units="cm"/>
      <inkml:brushProperty name="color" value="#F6630D"/>
    </inkml:brush>
  </inkml:definitions>
  <inkml:trace contextRef="#ctx0" brushRef="#br0">46 40 8754 0 0,'3'-9'607'0'0,"-2"-22"8839"0"0,-13 54-7685 0 0,4-3-1555 0 0,1 0 0 0 0,1 1 1 0 0,1-1-1 0 0,0 1 0 0 0,2 1 0 0 0,1-1 0 0 0,0 1 0 0 0,2 22 0 0 0,1-29-216 0 0,0 1-1 0 0,1-1 1 0 0,0 1 0 0 0,1-1-1 0 0,1 0 1 0 0,1 0 0 0 0,0-1 0 0 0,1 1-1 0 0,0-1 1 0 0,1 0 0 0 0,17 25-1 0 0,-18-33-13 0 0,0 1-1 0 0,0-1 0 0 0,0 0 0 0 0,1 0 0 0 0,0-1 0 0 0,0 1 0 0 0,0-2 1 0 0,1 1-1 0 0,-1-1 0 0 0,1 0 0 0 0,0-1 0 0 0,1 0 0 0 0,-1 0 0 0 0,1-1 1 0 0,-1 0-1 0 0,1 0 0 0 0,-1-1 0 0 0,1 0 0 0 0,0 0 0 0 0,0-1 0 0 0,0 0 1 0 0,-1-1-1 0 0,1 0 0 0 0,14-4 0 0 0,-14 3 35 0 0,0 0 1 0 0,-1-1-1 0 0,1-1 0 0 0,-1 1 0 0 0,0-1 1 0 0,0 0-1 0 0,0-1 0 0 0,0 0 0 0 0,-1-1 1 0 0,0 1-1 0 0,0-1 0 0 0,0 0 1 0 0,-1-1-1 0 0,0 0 0 0 0,0 0 0 0 0,-1 0 1 0 0,0-1-1 0 0,0 0 0 0 0,0 0 1 0 0,-1 0-1 0 0,-1 0 0 0 0,1-1 0 0 0,3-14 1 0 0,-5 8 57 0 0,0 0 1 0 0,-1 0 0 0 0,0 0 0 0 0,-1 0-1 0 0,-1 0 1 0 0,0 0 0 0 0,-1 0-1 0 0,-1 0 1 0 0,0 1 0 0 0,-6-17 0 0 0,5 20-62 0 0,0 0 0 0 0,-1 0 0 0 0,0 0 0 0 0,0 0 0 0 0,-1 1 1 0 0,-1 0-1 0 0,0 0 0 0 0,0 0 0 0 0,-1 1 0 0 0,0 0 0 0 0,-1 1 1 0 0,1 0-1 0 0,-13-8 0 0 0,18 14-137 0 0,0 0 0 0 0,0 0 0 0 0,-1 0-1 0 0,1 1 1 0 0,0 0 0 0 0,-1-1 0 0 0,0 1 0 0 0,1 1 0 0 0,-1-1 0 0 0,1 0 0 0 0,-1 1 0 0 0,0 0 0 0 0,0 0 0 0 0,1 0-1 0 0,-1 0 1 0 0,0 0 0 0 0,1 1 0 0 0,-1 0 0 0 0,-5 1 0 0 0,-10 8-805 0 0</inkml:trace>
</inkml:ink>
</file>

<file path=ppt/ink/ink3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2.788"/>
    </inkml:context>
    <inkml:brush xml:id="br0">
      <inkml:brushProperty name="width" value="0.1" units="cm"/>
      <inkml:brushProperty name="height" value="0.1" units="cm"/>
      <inkml:brushProperty name="color" value="#F6630D"/>
    </inkml:brush>
  </inkml:definitions>
  <inkml:trace contextRef="#ctx0" brushRef="#br0">6 55 6913 0 0,'0'-1'135'0'0,"-1"0"0"0"0,0 0 0 0 0,1 0 0 0 0,-1 0 0 0 0,1 0 0 0 0,-1 0 0 0 0,1 0 0 0 0,0-1 0 0 0,-1 1 0 0 0,1 0 0 0 0,0 0 0 0 0,0-1 0 0 0,0 1 0 0 0,0 0 0 0 0,0 0 0 0 0,0-1 0 0 0,0 1 0 0 0,0 0 0 0 0,1 0 0 0 0,-1-1-1 0 0,0 1 1 0 0,1 0 0 0 0,-1 0 0 0 0,1 0 0 0 0,-1 0 0 0 0,1 0 0 0 0,0 0 0 0 0,-1 0 0 0 0,1 0 0 0 0,0 0 0 0 0,0 0 0 0 0,0 0 0 0 0,0 0 0 0 0,0 0 0 0 0,0 0 0 0 0,0 1 0 0 0,0-1 0 0 0,0 0 0 0 0,0 1 0 0 0,0-1 0 0 0,0 1 0 0 0,2-1-1 0 0,-1-1 51 0 0,1 1 0 0 0,0 0 0 0 0,-1-1 0 0 0,1 1-1 0 0,0 0 1 0 0,0 1 0 0 0,0-1 0 0 0,0 0 0 0 0,0 1-1 0 0,0 0 1 0 0,0-1 0 0 0,0 1 0 0 0,0 1 0 0 0,0-1-1 0 0,0 0 1 0 0,0 1 0 0 0,0-1 0 0 0,3 2-1 0 0,-1 1-72 0 0,-1 1-1 0 0,1-1 1 0 0,-1 1-1 0 0,0 0 1 0 0,0 0-1 0 0,0 0 1 0 0,0 1-1 0 0,-1-1 1 0 0,0 1-1 0 0,0 0 1 0 0,0 0-1 0 0,0 0 1 0 0,-1 0-1 0 0,0 1 1 0 0,2 7-1 0 0,3 11-169 0 0,-1 0 0 0 0,2 29 0 0 0,-7-44 46 0 0,5 48 528 0 0,-3 79 0 0 0,-3-96 482 0 0,-1-38-891 0 0,1 1 0 0 0,0 0 1 0 0,0 0-1 0 0,1 0 0 0 0,-1 0 1 0 0,1-1-1 0 0,-1 1 0 0 0,1 0 0 0 0,0 0 1 0 0,0-1-1 0 0,0 1 0 0 0,0 0 1 0 0,0-1-1 0 0,1 1 0 0 0,-1-1 0 0 0,1 0 1 0 0,0 1-1 0 0,0-1 0 0 0,0 0 1 0 0,2 3-1 0 0,0-4-44 0 0,-1 1 0 0 0,0-1 0 0 0,0 1 0 0 0,1-1 0 0 0,-1 0 0 0 0,1 0 0 0 0,-1-1 0 0 0,1 1 0 0 0,-1-1 0 0 0,1 1 0 0 0,-1-1 0 0 0,1 0 0 0 0,-1 0 0 0 0,1-1 1 0 0,0 1-1 0 0,3-2 0 0 0,32-7-19 0 0,0-2-1 0 0,43-18 1 0 0,4-1-4515 0 0,-66 23-2470 0 0</inkml:trace>
</inkml:ink>
</file>

<file path=ppt/ink/ink3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3.089"/>
    </inkml:context>
    <inkml:brush xml:id="br0">
      <inkml:brushProperty name="width" value="0.1" units="cm"/>
      <inkml:brushProperty name="height" value="0.1" units="cm"/>
      <inkml:brushProperty name="color" value="#F6630D"/>
    </inkml:brush>
  </inkml:definitions>
  <inkml:trace contextRef="#ctx0" brushRef="#br0">14 21 9674 0 0,'-14'-20'9522'0'0,"18"26"-9136"0"0,0 0 0 0 0,-1 1 0 0 0,0 0 0 0 0,0 0 0 0 0,-1-1-1 0 0,0 1 1 0 0,2 11 0 0 0,6 56-108 0 0,-6-35-82 0 0,-1-16-164 0 0,0 0 1 0 0,2-1 0 0 0,1 1-1 0 0,1-1 1 0 0,1 0 0 0 0,1-1-1 0 0,13 26 1 0 0,-18-41-49 0 0,0 1-1 0 0,1 0 1 0 0,0-1 0 0 0,0 0-1 0 0,0 0 1 0 0,1-1 0 0 0,0 1-1 0 0,0-1 1 0 0,0 0 0 0 0,0-1 0 0 0,1 0-1 0 0,0 0 1 0 0,0 0 0 0 0,0-1-1 0 0,1 0 1 0 0,-1 0 0 0 0,1 0-1 0 0,-1-1 1 0 0,1-1 0 0 0,0 1-1 0 0,0-1 1 0 0,-1-1 0 0 0,1 1-1 0 0,14-2 1 0 0,-8-1-518 0 0,0-1 0 0 0,-1-1 0 0 0,1 0-1 0 0,-1-1 1 0 0,0 0 0 0 0,0-1 0 0 0,16-10 0 0 0,-13 8-987 0 0,6-4-4709 0 0</inkml:trace>
</inkml:ink>
</file>

<file path=ppt/ink/ink3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3.295"/>
    </inkml:context>
    <inkml:brush xml:id="br0">
      <inkml:brushProperty name="width" value="0.1" units="cm"/>
      <inkml:brushProperty name="height" value="0.1" units="cm"/>
      <inkml:brushProperty name="color" value="#F6630D"/>
    </inkml:brush>
  </inkml:definitions>
  <inkml:trace contextRef="#ctx0" brushRef="#br0">193 49 3225 0 0,'-22'-18'-127'0'0,"-17"-6"6183"0"0,37 23-5681 0 0,0 0 0 0 0,-1 0-1 0 0,1 0 1 0 0,0 1 0 0 0,-1-1-1 0 0,1 0 1 0 0,0 1 0 0 0,-1 0-1 0 0,1-1 1 0 0,0 1 0 0 0,-1 0-1 0 0,1 0 1 0 0,-1 0 0 0 0,1 1 0 0 0,0-1-1 0 0,-1 1 1 0 0,1-1 0 0 0,0 1-1 0 0,-1 0 1 0 0,1 0 0 0 0,0 0-1 0 0,0 0 1 0 0,0 0 0 0 0,-1 0 0 0 0,1 1-1 0 0,1-1 1 0 0,-1 1 0 0 0,-3 2-1 0 0,0 2-118 0 0,0 1 0 0 0,1 0 0 0 0,0 0 0 0 0,0 0-1 0 0,0 1 1 0 0,1-1 0 0 0,0 1 0 0 0,0 0 0 0 0,1 0 0 0 0,0 0-1 0 0,-1 8 1 0 0,-1 16-59 0 0,-1 47 0 0 0,4-53 37 0 0,-5 88 179 0 0,0-37-1378 0 0,7 116 1 0 0,2-162-7003 0 0</inkml:trace>
</inkml:ink>
</file>

<file path=ppt/ink/ink3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4.343"/>
    </inkml:context>
    <inkml:brush xml:id="br0">
      <inkml:brushProperty name="width" value="0.1" units="cm"/>
      <inkml:brushProperty name="height" value="0.1" units="cm"/>
      <inkml:brushProperty name="color" value="#F6630D"/>
    </inkml:brush>
  </inkml:definitions>
  <inkml:trace contextRef="#ctx0" brushRef="#br0">181 348 8754 0 0,'-3'-1'344'0'0,"-1"1"0"0"0,0-1 0 0 0,0 1 0 0 0,1 0 1 0 0,-1 0-1 0 0,0 0 0 0 0,0 1 0 0 0,1-1 0 0 0,-1 1 0 0 0,0 0 0 0 0,-6 2 1 0 0,-38 20 1846 0 0,41-18-2035 0 0,1 0 0 0 0,0 0 0 0 0,0 0 0 0 0,0 1 0 0 0,1 0 0 0 0,0 0 0 0 0,0 0 0 0 0,0 1 0 0 0,1 0 0 0 0,0 0 0 0 0,0 0-1 0 0,1 0 1 0 0,0 0 0 0 0,0 1 0 0 0,1 0 0 0 0,0-1 0 0 0,-1 10 0 0 0,2-13-131 0 0,0 0 1 0 0,1 0-1 0 0,0 0 0 0 0,0 1 0 0 0,0-1 0 0 0,0 0 1 0 0,0 0-1 0 0,1 0 0 0 0,0 0 0 0 0,0 0 0 0 0,0 0 0 0 0,1 0 1 0 0,-1 0-1 0 0,1 0 0 0 0,0-1 0 0 0,0 1 0 0 0,0-1 1 0 0,0 1-1 0 0,1-1 0 0 0,-1 0 0 0 0,1 0 0 0 0,0 0 1 0 0,0 0-1 0 0,0 0 0 0 0,1-1 0 0 0,-1 1 0 0 0,0-1 1 0 0,1 0-1 0 0,0 0 0 0 0,-1 0 0 0 0,1 0 0 0 0,0-1 1 0 0,0 0-1 0 0,5 2 0 0 0,-5-2-21 0 0,-1-1 0 0 0,1 1 0 0 0,-1 0-1 0 0,1-1 1 0 0,0 0 0 0 0,-1 0 0 0 0,1 0 0 0 0,-1 0 0 0 0,1-1-1 0 0,-1 1 1 0 0,1-1 0 0 0,-1 0 0 0 0,1 0 0 0 0,-1 0 0 0 0,1-1 0 0 0,-1 1-1 0 0,5-4 1 0 0,-3 1 7 0 0,0 0 0 0 0,0 0 0 0 0,-1 0 1 0 0,0 0-1 0 0,1-1 0 0 0,-2 0 0 0 0,1 0 0 0 0,-1 0 0 0 0,6-9 0 0 0,-3-1 8 0 0,0 0-1 0 0,0 0 1 0 0,-2 0-1 0 0,0 0 1 0 0,0-1-1 0 0,-2 1 1 0 0,2-21-1 0 0,-5-27 244 0 0,-2 0 0 0 0,-4 0 0 0 0,-21-92 0 0 0,28 150-134 0 0,-1 0-1 0 0,-1-1 0 0 0,1 1 1 0 0,-1 0-1 0 0,1 0 0 0 0,-2 0 1 0 0,1 0-1 0 0,0 0 1 0 0,-1 1-1 0 0,0-1 0 0 0,-4-4 1 0 0,7 9-101 0 0,0 0 1 0 0,-1 0 0 0 0,1 0 0 0 0,0 1 0 0 0,0-1 0 0 0,-1 0-1 0 0,1 0 1 0 0,0 0 0 0 0,0 0 0 0 0,-1 0 0 0 0,1 1 0 0 0,0-1-1 0 0,0 0 1 0 0,-1 0 0 0 0,1 0 0 0 0,0 1 0 0 0,0-1-1 0 0,0 0 1 0 0,0 0 0 0 0,-1 1 0 0 0,1-1 0 0 0,0 0 0 0 0,0 1-1 0 0,0-1 1 0 0,0 0 0 0 0,0 0 0 0 0,0 1 0 0 0,0-1 0 0 0,0 0-1 0 0,0 1 1 0 0,0-1 0 0 0,0 0 0 0 0,0 0 0 0 0,0 1 0 0 0,0-1-1 0 0,0 0 1 0 0,0 1 0 0 0,0-1 0 0 0,-1 16 19 0 0,1-15-35 0 0,-1 32 6 0 0,1 0 1 0 0,2 0-1 0 0,1 0 0 0 0,1 0 1 0 0,2 0-1 0 0,11 32 0 0 0,74 184 3 0 0,-39-117-71 0 0,-46-114-41 0 0,4 8 45 0 0,16 33 1 0 0,-24-54-319 0 0,1 0 1 0 0,0 0 0 0 0,0 0 0 0 0,1 0 0 0 0,0 0-1 0 0,0 0 1 0 0,0-1 0 0 0,0 0 0 0 0,0 0-1 0 0,1 0 1 0 0,0-1 0 0 0,7 5 0 0 0,-3-5-1466 0 0</inkml:trace>
</inkml:ink>
</file>

<file path=ppt/ink/ink3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4.509"/>
    </inkml:context>
    <inkml:brush xml:id="br0">
      <inkml:brushProperty name="width" value="0.1" units="cm"/>
      <inkml:brushProperty name="height" value="0.1" units="cm"/>
      <inkml:brushProperty name="color" value="#F6630D"/>
    </inkml:brush>
  </inkml:definitions>
  <inkml:trace contextRef="#ctx0" brushRef="#br0">4 23 6449 0 0,'3'-23'1320'0'0,"-5"38"2627"0"0,-3 38 1190 0 0,11 101-1800 0 0,5-52-4761 0 0,-10-89 914 0 0,2 10-6072 0 0</inkml:trace>
</inkml:ink>
</file>

<file path=ppt/ink/ink3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4.699"/>
    </inkml:context>
    <inkml:brush xml:id="br0">
      <inkml:brushProperty name="width" value="0.1" units="cm"/>
      <inkml:brushProperty name="height" value="0.1" units="cm"/>
      <inkml:brushProperty name="color" value="#F6630D"/>
    </inkml:brush>
  </inkml:definitions>
  <inkml:trace contextRef="#ctx0" brushRef="#br0">14 32 13827 0 0,'-4'-10'608'0'0,"2"3"128"0"0,-1 2-584 0 0,2 1-152 0 0,1 2 216 0 0,0 1 8 0 0,0 0 8 0 0,0-1 0 0 0,0 5-752 0 0,-2 1-152 0 0,2 4-32 0 0,0 5-8 0 0,-1 3 624 0 0,2 2 88 0 0,2 1 96 0 0</inkml:trace>
</inkml:ink>
</file>

<file path=ppt/ink/ink3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5.161"/>
    </inkml:context>
    <inkml:brush xml:id="br0">
      <inkml:brushProperty name="width" value="0.1" units="cm"/>
      <inkml:brushProperty name="height" value="0.1" units="cm"/>
      <inkml:brushProperty name="color" value="#F6630D"/>
    </inkml:brush>
  </inkml:definitions>
  <inkml:trace contextRef="#ctx0" brushRef="#br0">252 133 4145 0 0,'-7'-13'924'0'0,"-1"2"-1"0"0,0-1 1 0 0,-1 1 0 0 0,0 0 0 0 0,-1 0 0 0 0,0 1-1 0 0,-1 1 1 0 0,-18-14 0 0 0,25 20-743 0 0,1 1 0 0 0,-1 0 0 0 0,0-1 0 0 0,1 1 0 0 0,-1 1 0 0 0,0-1 0 0 0,0 1 0 0 0,0-1 0 0 0,0 1 0 0 0,0 0 0 0 0,0 1 0 0 0,-1-1 0 0 0,1 1 0 0 0,0-1 0 0 0,0 1 0 0 0,0 1-1 0 0,-1-1 1 0 0,1 1 0 0 0,0-1 0 0 0,0 1 0 0 0,0 0 0 0 0,0 1 0 0 0,0-1 0 0 0,0 1 0 0 0,0-1 0 0 0,0 1 0 0 0,1 0 0 0 0,-1 1 0 0 0,1-1 0 0 0,-1 1 0 0 0,1-1 0 0 0,0 1 0 0 0,-4 4 0 0 0,6-5-168 0 0,-1-1-1 0 0,1 0 1 0 0,0 0-1 0 0,0 1 1 0 0,0-1-1 0 0,0 1 1 0 0,0-1-1 0 0,0 1 1 0 0,0 0 0 0 0,0-1-1 0 0,0 1 1 0 0,1 0-1 0 0,-1-1 1 0 0,1 1-1 0 0,-1 0 1 0 0,1 0-1 0 0,0-1 1 0 0,0 1 0 0 0,0 3-1 0 0,0-4-52 0 0,1 1 0 0 0,-1-1 0 0 0,1 0 0 0 0,0 0 0 0 0,-1 0 0 0 0,1 1 0 0 0,0-1 0 0 0,0 0 0 0 0,0 0 0 0 0,0 0 0 0 0,0 0 1 0 0,0 0-1 0 0,0-1 0 0 0,0 1 0 0 0,0 0 0 0 0,0 0 0 0 0,0-1 0 0 0,1 1 0 0 0,1 0 0 0 0,4 2-236 0 0,0-1 1 0 0,0-1-1 0 0,1 1 1 0 0,-1-1-1 0 0,0 0 0 0 0,1-1 1 0 0,13 0-1 0 0,31-11-495 0 0,-41 8 1048 0 0,-1 0 1 0 0,0 1-1 0 0,1 0 1 0 0,0 1-1 0 0,14 0 1 0 0,-23 1-176 0 0,1 0-1 0 0,0 1 1 0 0,0-1-1 0 0,0 1 1 0 0,-1 0-1 0 0,1 0 1 0 0,0 0 0 0 0,-1 0-1 0 0,1 0 1 0 0,-1 1-1 0 0,1-1 1 0 0,-1 1-1 0 0,1 0 1 0 0,-1-1-1 0 0,0 1 1 0 0,0 0 0 0 0,0 0-1 0 0,0 1 1 0 0,-1-1-1 0 0,1 0 1 0 0,0 1-1 0 0,-1-1 1 0 0,1 1 0 0 0,0 3-1 0 0,4 9-48 0 0,-2 0-1 0 0,0 0 0 0 0,0 0 1 0 0,-2 0-1 0 0,0 1 1 0 0,-1-1-1 0 0,0 1 1 0 0,-1 0-1 0 0,-1-1 0 0 0,0 1 1 0 0,-2-1-1 0 0,1 1 1 0 0,-2-1-1 0 0,0 0 1 0 0,-1 0-1 0 0,0-1 0 0 0,-1 1 1 0 0,-14 22-1 0 0,17-32-40 0 0,-2 0 0 0 0,1 0 0 0 0,0 0 0 0 0,-1-1 0 0 0,0 1-1 0 0,-9 6 1 0 0,13-11-79 0 0,0 1-1 0 0,0 0 0 0 0,0 0 1 0 0,0-1-1 0 0,0 1 0 0 0,0-1 1 0 0,-1 1-1 0 0,1-1 1 0 0,0 1-1 0 0,0-1 0 0 0,0 0 1 0 0,0 1-1 0 0,-1-1 0 0 0,1 0 1 0 0,0 0-1 0 0,0 0 1 0 0,0 0-1 0 0,-1 0 0 0 0,1 0 1 0 0,0 0-1 0 0,0 0 0 0 0,-1-1 1 0 0,1 1-1 0 0,0 0 1 0 0,0-1-1 0 0,0 1 0 0 0,0-1 1 0 0,0 0-1 0 0,0 1 0 0 0,0-1 1 0 0,0 0-1 0 0,0 1 1 0 0,0-1-1 0 0,0 0 0 0 0,0 0 1 0 0,0 0-1 0 0,0 0 0 0 0,1 0 1 0 0,-1 0-1 0 0,0 0 1 0 0,1 0-1 0 0,-1 0 0 0 0,0-2 1 0 0</inkml:trace>
</inkml:ink>
</file>

<file path=ppt/ink/ink3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5.399"/>
    </inkml:context>
    <inkml:brush xml:id="br0">
      <inkml:brushProperty name="width" value="0.1" units="cm"/>
      <inkml:brushProperty name="height" value="0.1" units="cm"/>
      <inkml:brushProperty name="color" value="#F6630D"/>
    </inkml:brush>
  </inkml:definitions>
  <inkml:trace contextRef="#ctx0" brushRef="#br0">5 1 8754 0 0,'0'0'181'0'0,"-1"1"-1"0"0,1-1 1 0 0,-1 0 0 0 0,1 1-1 0 0,0-1 1 0 0,-1 1 0 0 0,1-1 0 0 0,0 1-1 0 0,-1-1 1 0 0,1 1 0 0 0,0 0-1 0 0,0-1 1 0 0,0 1 0 0 0,-1-1-1 0 0,1 1 1 0 0,0 0 0 0 0,0-1 0 0 0,0 1-1 0 0,0-1 1 0 0,0 1 0 0 0,0 0-1 0 0,0-1 1 0 0,0 1 0 0 0,0-1-1 0 0,1 1 1 0 0,-1-1 0 0 0,0 2 0 0 0,5 25 1715 0 0,-4-22-1384 0 0,20 221 4942 0 0,-14-116-6739 0 0,-6-97 114 0 0,0 0-3925 0 0</inkml:trace>
</inkml:ink>
</file>

<file path=ppt/ink/ink3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5.590"/>
    </inkml:context>
    <inkml:brush xml:id="br0">
      <inkml:brushProperty name="width" value="0.1" units="cm"/>
      <inkml:brushProperty name="height" value="0.1" units="cm"/>
      <inkml:brushProperty name="color" value="#F6630D"/>
    </inkml:brush>
  </inkml:definitions>
  <inkml:trace contextRef="#ctx0" brushRef="#br0">11 22 8754 0 0,'-3'-9'-111'0'0,"-2"-4"2194"0"0,4 27-210 0 0,0 66-2709 0 0,0-14-2523 0 0,2-40 2901 0 0</inkml:trace>
</inkml:ink>
</file>

<file path=ppt/ink/ink3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35.907"/>
    </inkml:context>
    <inkml:brush xml:id="br0">
      <inkml:brushProperty name="width" value="0.1" units="cm"/>
      <inkml:brushProperty name="height" value="0.1" units="cm"/>
      <inkml:brushProperty name="color" value="#F6630D"/>
    </inkml:brush>
  </inkml:definitions>
  <inkml:trace contextRef="#ctx0" brushRef="#br0">8 1 5985 0 0,'-7'3'8265'0'0,"7"-3"-8125"0"0,3 18 1776 0 0,-3-16-2005 0 0,14 119 3151 0 0,-1 143 1 0 0,1 25-7202 0 0,-11-256 2812 0 0</inkml:trace>
</inkml:ink>
</file>

<file path=ppt/ink/ink3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42.226"/>
    </inkml:context>
    <inkml:brush xml:id="br0">
      <inkml:brushProperty name="width" value="0.1" units="cm"/>
      <inkml:brushProperty name="height" value="0.1" units="cm"/>
      <inkml:brushProperty name="color" value="#F6630D"/>
    </inkml:brush>
  </inkml:definitions>
  <inkml:trace contextRef="#ctx0" brushRef="#br0">0 106 12899 0 0,'8'-1'756'0'0,"0"0"0"0"0,0 0 1 0 0,-1-1-1 0 0,1 1 0 0 0,-1-2 0 0 0,1 1 1 0 0,6-4-1 0 0,56-30 304 0 0,-12 6-1531 0 0,-31 19-594 0 0,2-1-316 0 0</inkml:trace>
</inkml:ink>
</file>

<file path=ppt/ink/ink3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42.913"/>
    </inkml:context>
    <inkml:brush xml:id="br0">
      <inkml:brushProperty name="width" value="0.1" units="cm"/>
      <inkml:brushProperty name="height" value="0.1" units="cm"/>
      <inkml:brushProperty name="color" value="#F6630D"/>
    </inkml:brush>
  </inkml:definitions>
  <inkml:trace contextRef="#ctx0" brushRef="#br0">233 345 2761 0 0,'-5'-2'129'0'0,"0"1"0"0"0,-1 0 0 0 0,1 0 0 0 0,0 0 0 0 0,-1 1 0 0 0,1 0 0 0 0,0 0 0 0 0,-1 1 1 0 0,1-1-1 0 0,0 1 0 0 0,0 0 0 0 0,-1 0 0 0 0,1 1 0 0 0,-8 3 0 0 0,6-1 290 0 0,0 0-1 0 0,0 0 0 0 0,1 0 0 0 0,0 1 1 0 0,0 0-1 0 0,0 1 0 0 0,0-1 0 0 0,1 1 1 0 0,-5 7-1 0 0,-2 5 448 0 0,0 0-1 0 0,2 1 1 0 0,0 0-1 0 0,1 1 1 0 0,1 0 0 0 0,-7 28-1 0 0,14-44-888 0 0,0 0 0 0 0,0 1 0 0 0,1-1 0 0 0,-1 0 0 0 0,1 0 0 0 0,0 0 0 0 0,1 0 0 0 0,-1 0 0 0 0,0 1 0 0 0,1-1 0 0 0,2 7 0 0 0,-2-10 13 0 0,-1 0 0 0 0,1 0-1 0 0,-1 0 1 0 0,1 0 0 0 0,-1 0 0 0 0,1 0 0 0 0,-1 0-1 0 0,1-1 1 0 0,0 1 0 0 0,-1 0 0 0 0,1 0 0 0 0,0-1-1 0 0,0 1 1 0 0,0-1 0 0 0,0 1 0 0 0,-1 0-1 0 0,1-1 1 0 0,0 0 0 0 0,0 1 0 0 0,2 0 0 0 0,-2-1 1 0 0,1 0 0 0 0,0 0 0 0 0,-1 0 0 0 0,1 0 1 0 0,0-1-1 0 0,0 1 0 0 0,-1 0 0 0 0,1-1 0 0 0,0 1 1 0 0,-1-1-1 0 0,1 0 0 0 0,-1 0 0 0 0,1 1 0 0 0,-1-1 1 0 0,1 0-1 0 0,1-2 0 0 0,9-6 111 0 0,0-1-1 0 0,-1-1 1 0 0,-1 0 0 0 0,1-1-1 0 0,-2 0 1 0 0,0 0 0 0 0,0-1-1 0 0,-1 0 1 0 0,11-26-1 0 0,12-16 1946 0 0,-31 54-2016 0 0,0 1-1 0 0,1 0 0 0 0,-1 0 0 0 0,0-1 0 0 0,0 1 0 0 0,1 0 0 0 0,-1 0 0 0 0,0-1 1 0 0,1 1-1 0 0,-1 0 0 0 0,0 0 0 0 0,1 0 0 0 0,-1 0 0 0 0,1-1 0 0 0,-1 1 0 0 0,0 0 1 0 0,1 0-1 0 0,-1 0 0 0 0,1 0 0 0 0,-1 0 0 0 0,0 0 0 0 0,1 0 0 0 0,-1 0 0 0 0,0 0 1 0 0,1 0-1 0 0,-1 0 0 0 0,1 0 0 0 0,-1 1 0 0 0,0-1 0 0 0,1 0 0 0 0,-1 0 0 0 0,0 0 1 0 0,1 0-1 0 0,-1 1 0 0 0,0-1 0 0 0,1 0 0 0 0,-1 0 0 0 0,0 1 0 0 0,1-1 0 0 0,-1 0 1 0 0,0 0-1 0 0,0 1 0 0 0,1-1 0 0 0,-1 0 0 0 0,0 1 0 0 0,0-1 0 0 0,0 0 1 0 0,0 1-1 0 0,1-1 0 0 0,-1 0 0 0 0,0 1 0 0 0,0-1 0 0 0,0 1 0 0 0,18 33 118 0 0,-5-10-14 0 0,-10-20-152 0 0,0 0 0 0 0,1 0 0 0 0,0 0 0 0 0,0-1 0 0 0,0 0 1 0 0,0 0-1 0 0,0 0 0 0 0,1 0 0 0 0,-1 0 0 0 0,1-1 0 0 0,0 0 0 0 0,0 0 0 0 0,0 0 0 0 0,0-1 1 0 0,0 1-1 0 0,0-1 0 0 0,0-1 0 0 0,0 1 0 0 0,1-1 0 0 0,-1 1 0 0 0,0-2 0 0 0,0 1 1 0 0,1 0-1 0 0,-1-1 0 0 0,0 0 0 0 0,0 0 0 0 0,0-1 0 0 0,0 1 0 0 0,0-1 0 0 0,8-5 1 0 0,-6 4-239 0 0,1-1 1 0 0,-1 0-1 0 0,-1 0 1 0 0,1-1 0 0 0,-1 0-1 0 0,1 0 1 0 0,-2-1 0 0 0,1 1-1 0 0,0-1 1 0 0,-1-1 0 0 0,0 1-1 0 0,-1-1 1 0 0,1 1 0 0 0,-1-1-1 0 0,-1-1 1 0 0,1 1 0 0 0,-1 0-1 0 0,-1-1 1 0 0,4-12 0 0 0,-4-11-752 0 0,0 1 0 0 0,-2 0 0 0 0,-7-53 0 0 0,-1-26 3099 0 0,8 52-178 0 0,-1 0 3757 0 0,3 202-2046 0 0,17 197-3211 0 0,-4-230 211 0 0,3-46-2273 0 0,1-26-3709 0 0,-3-16-1919 0 0</inkml:trace>
</inkml:ink>
</file>

<file path=ppt/ink/ink3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43.367"/>
    </inkml:context>
    <inkml:brush xml:id="br0">
      <inkml:brushProperty name="width" value="0.1" units="cm"/>
      <inkml:brushProperty name="height" value="0.1" units="cm"/>
      <inkml:brushProperty name="color" value="#F6630D"/>
    </inkml:brush>
  </inkml:definitions>
  <inkml:trace contextRef="#ctx0" brushRef="#br0">16 108 10138 0 0,'-16'-108'8487'0'0,"32"174"-5465"0"0,-1-3-2860 0 0,-2 20 426 0 0,1 124 0 0 0,-6-70-1697 0 0,8-1-4818 0 0,-8-95-924 0 0</inkml:trace>
</inkml:ink>
</file>

<file path=ppt/ink/ink3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43.749"/>
    </inkml:context>
    <inkml:brush xml:id="br0">
      <inkml:brushProperty name="width" value="0.1" units="cm"/>
      <inkml:brushProperty name="height" value="0.1" units="cm"/>
      <inkml:brushProperty name="color" value="#F6630D"/>
    </inkml:brush>
  </inkml:definitions>
  <inkml:trace contextRef="#ctx0" brushRef="#br0">0 405 7834 0 0,'6'-2'575'0'0,"-1"0"0"0"0,0 0 1 0 0,0 0-1 0 0,0-1 0 0 0,0 0 1 0 0,0 0-1 0 0,-1 0 0 0 0,8-7 0 0 0,-9 7-314 0 0,7-6 252 0 0,0-1 0 0 0,-1 0 0 0 0,0-1 0 0 0,-1 0 0 0 0,0 0 0 0 0,-1-1 0 0 0,0 0 0 0 0,-1 0 0 0 0,7-17-1 0 0,4-19 98 0 0,13-53-1 0 0,-29 95-548 0 0,0 0 0 0 0,0 1 0 0 0,0-1 0 0 0,0 0 0 0 0,-1 1 0 0 0,0-1 0 0 0,0 0 1 0 0,-1 0-1 0 0,1 1 0 0 0,-3-10 0 0 0,2 14-54 0 0,1-1 0 0 0,-1 1 1 0 0,0-1-1 0 0,1 1 0 0 0,-1 0 1 0 0,0 0-1 0 0,0-1 0 0 0,0 1 0 0 0,0 0 1 0 0,0 0-1 0 0,0 0 0 0 0,0 0 1 0 0,0 0-1 0 0,0 0 0 0 0,0 0 1 0 0,0 1-1 0 0,-1-1 0 0 0,-1-1 1 0 0,1 2-25 0 0,0-1 1 0 0,0 1 0 0 0,-1 0-1 0 0,1 0 1 0 0,0 0 0 0 0,0 0-1 0 0,-1 0 1 0 0,1 0 0 0 0,0 0-1 0 0,-1 1 1 0 0,1-1 0 0 0,0 1 0 0 0,0 0-1 0 0,0-1 1 0 0,-3 3 0 0 0,0-2-84 0 0,1 1 0 0 0,0 0 0 0 0,0 1 1 0 0,0-1-1 0 0,0 1 0 0 0,1-1 0 0 0,-1 1 1 0 0,1 0-1 0 0,-1 1 0 0 0,1-1 0 0 0,0 0 1 0 0,0 1-1 0 0,1 0 0 0 0,-1 0 1 0 0,1-1-1 0 0,-4 9 0 0 0,4-5 17 0 0,0 0 1 0 0,1-1-1 0 0,-1 1 1 0 0,1 0-1 0 0,1 0 1 0 0,-1 0-1 0 0,1 0 0 0 0,0 0 1 0 0,1 0-1 0 0,1 7 1 0 0,4 14 64 0 0,1-1-1 0 0,2-1 1 0 0,1 1 0 0 0,16 32 0 0 0,-23-54 52 0 0,6 15 4 0 0,1-1-1 0 0,1-1 1 0 0,0 0 0 0 0,2 0-1 0 0,14 16 1 0 0,-22-29-188 0 0,0 1-1 0 0,1 0 1 0 0,0-1 0 0 0,0 0 0 0 0,0-1 0 0 0,0 1 0 0 0,1-1 0 0 0,0-1 0 0 0,0 1 0 0 0,0-1-1 0 0,0 0 1 0 0,0-1 0 0 0,1 1 0 0 0,-1-1 0 0 0,1-1 0 0 0,-1 0 0 0 0,10 1 0 0 0,-13-2-462 0 0,0-1 1 0 0,0 1 0 0 0,0-1 0 0 0,0 0 0 0 0,0 0 0 0 0,0 0 0 0 0,5-3 0 0 0,8-4-3772 0 0</inkml:trace>
</inkml:ink>
</file>

<file path=ppt/ink/ink3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44.051"/>
    </inkml:context>
    <inkml:brush xml:id="br0">
      <inkml:brushProperty name="width" value="0.1" units="cm"/>
      <inkml:brushProperty name="height" value="0.1" units="cm"/>
      <inkml:brushProperty name="color" value="#F6630D"/>
    </inkml:brush>
  </inkml:definitions>
  <inkml:trace contextRef="#ctx0" brushRef="#br0">0 142 5529 0 0,'3'3'5320'0'0,"12"18"-448"0"0,-2-4-3813 0 0,27 29 1 0 0,-33-40-845 0 0,0-1 0 0 0,0 0 0 0 0,0 0 0 0 0,1-1 0 0 0,0 0 0 0 0,0 0 0 0 0,0 0 0 0 0,0-1 0 0 0,0-1 0 0 0,14 3 0 0 0,-19-4-151 0 0,0-1 0 0 0,0 1 0 0 0,0-1 0 0 0,1 0-1 0 0,-1 0 1 0 0,0-1 0 0 0,0 1 0 0 0,0-1 0 0 0,0 1 0 0 0,0-1 0 0 0,0 0-1 0 0,0 0 1 0 0,0 0 0 0 0,0-1 0 0 0,0 1 0 0 0,0-1 0 0 0,0 1 0 0 0,-1-1-1 0 0,1 0 1 0 0,-1 0 0 0 0,0 0 0 0 0,1-1 0 0 0,-1 1 0 0 0,0 0 0 0 0,0-1 0 0 0,0 1-1 0 0,-1-1 1 0 0,1 0 0 0 0,-1 0 0 0 0,1 0 0 0 0,1-5 0 0 0,5-16 198 0 0,8-39-1 0 0,-13 45-871 0 0,2 1 0 0 0,0-1 0 0 0,1 1 0 0 0,15-33 0 0 0,-10 32-6557 0 0</inkml:trace>
</inkml:ink>
</file>

<file path=ppt/ink/ink3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44.400"/>
    </inkml:context>
    <inkml:brush xml:id="br0">
      <inkml:brushProperty name="width" value="0.1" units="cm"/>
      <inkml:brushProperty name="height" value="0.1" units="cm"/>
      <inkml:brushProperty name="color" value="#F6630D"/>
    </inkml:brush>
  </inkml:definitions>
  <inkml:trace contextRef="#ctx0" brushRef="#br0">40 277 5065 0 0,'-1'0'33'0'0,"1"1"0"0"0,0-1 1 0 0,0 0-1 0 0,-1 1 0 0 0,1-1 0 0 0,0 0 0 0 0,0 1 0 0 0,0-1 1 0 0,0 0-1 0 0,0 1 0 0 0,-1-1 0 0 0,1 1 0 0 0,0-1 0 0 0,0 0 1 0 0,0 1-1 0 0,0-1 0 0 0,0 1 0 0 0,0-1 0 0 0,0 0 0 0 0,0 1 1 0 0,0-1-1 0 0,0 1 0 0 0,1-1 0 0 0,-1 0 0 0 0,0 1 0 0 0,0-1 1 0 0,0 1-1 0 0,15-8 6341 0 0,-14 5-6041 0 0,8-8 421 0 0,-1-1 0 0 0,0 0-1 0 0,-1 0 1 0 0,0 0 0 0 0,-1-1-1 0 0,0 0 1 0 0,8-24 0 0 0,-11 27-696 0 0,0 0 0 0 0,-1 0 1 0 0,0-1-1 0 0,-1 1 0 0 0,0-1 1 0 0,-1 0-1 0 0,0 1 1 0 0,0-1-1 0 0,-1 0 0 0 0,0 1 1 0 0,0-1-1 0 0,-4-11 1 0 0,4 19-77 0 0,1 1 1 0 0,-1-1 0 0 0,1 1 0 0 0,-1-1 0 0 0,1 0 0 0 0,-1 1 0 0 0,0-1 0 0 0,0 1 0 0 0,0 0 0 0 0,0-1 0 0 0,0 1 0 0 0,0 0 0 0 0,0-1 0 0 0,0 1 0 0 0,0 0-1 0 0,-1 0 1 0 0,1 0 0 0 0,0 0 0 0 0,-1 0 0 0 0,1 0 0 0 0,-4-1 0 0 0,4 2-52 0 0,-1 0-1 0 0,0 0 1 0 0,1 0-1 0 0,-1 0 1 0 0,0 1 0 0 0,1-1-1 0 0,-1 0 1 0 0,1 1-1 0 0,-1-1 1 0 0,0 1 0 0 0,1 0-1 0 0,-1-1 1 0 0,1 1-1 0 0,0 0 1 0 0,-1 0 0 0 0,1 0-1 0 0,-3 2 1 0 0,-2 3-241 0 0,-1 0 1 0 0,1 1 0 0 0,1 0-1 0 0,-1 0 1 0 0,1 0 0 0 0,-7 16-1 0 0,8-17 255 0 0,1 1 0 0 0,0 1 0 0 0,1-1-1 0 0,0 0 1 0 0,0 1 0 0 0,0-1-1 0 0,1 1 1 0 0,0-1 0 0 0,1 1 0 0 0,0-1-1 0 0,0 1 1 0 0,0 0 0 0 0,1-1 0 0 0,0 1-1 0 0,1-1 1 0 0,4 14 0 0 0,-3-13 132 0 0,1 0 1 0 0,0 0-1 0 0,1 0 0 0 0,0-1 1 0 0,0 0-1 0 0,0 0 1 0 0,1 0-1 0 0,0-1 0 0 0,1 0 1 0 0,-1 0-1 0 0,1 0 1 0 0,0-1-1 0 0,0 0 0 0 0,12 6 1 0 0,-11-7-166 0 0,0 0 0 0 0,0 0 0 0 0,1-1 0 0 0,-1 0 0 0 0,1-1 0 0 0,0 0 0 0 0,-1 0 0 0 0,1 0 0 0 0,0-1 0 0 0,0-1 0 0 0,0 0 0 0 0,0 0 0 0 0,0-1 1 0 0,0 0-1 0 0,0 0 0 0 0,0-1 0 0 0,10-3 0 0 0,10-4-5128 0 0</inkml:trace>
</inkml:ink>
</file>

<file path=ppt/ink/ink3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44.622"/>
    </inkml:context>
    <inkml:brush xml:id="br0">
      <inkml:brushProperty name="width" value="0.1" units="cm"/>
      <inkml:brushProperty name="height" value="0.1" units="cm"/>
      <inkml:brushProperty name="color" value="#F6630D"/>
    </inkml:brush>
  </inkml:definitions>
  <inkml:trace contextRef="#ctx0" brushRef="#br0">128 185 4689 0 0,'-1'-18'572'0'0,"-1"0"1"0"0,-1 0-1 0 0,-10-35 1 0 0,12 49-70 0 0,-1-1 1 0 0,1 1-1 0 0,-1-1 1 0 0,0 1 0 0 0,0-1-1 0 0,-1 1 1 0 0,1 0 0 0 0,-1 0-1 0 0,0 0 1 0 0,0 0 0 0 0,0 1-1 0 0,-1-1 1 0 0,1 1 0 0 0,-1 0-1 0 0,0 0 1 0 0,0 0 0 0 0,0 0-1 0 0,0 1 1 0 0,-9-4 0 0 0,12 5-388 0 0,0 1 1 0 0,0 0 0 0 0,0 0 0 0 0,0 0 0 0 0,0 0-1 0 0,0 0 1 0 0,1 1 0 0 0,-1-1 0 0 0,0 0 0 0 0,0 0-1 0 0,0 0 1 0 0,0 1 0 0 0,0-1 0 0 0,0 1-1 0 0,0-1 1 0 0,1 1 0 0 0,-1-1 0 0 0,0 1 0 0 0,0-1-1 0 0,0 1 1 0 0,1-1 0 0 0,-1 1 0 0 0,0 0 0 0 0,1 0-1 0 0,-1-1 1 0 0,1 1 0 0 0,-1 0 0 0 0,1 0-1 0 0,-1 0 1 0 0,1 0 0 0 0,0-1 0 0 0,-1 1 0 0 0,1 0-1 0 0,0 0 1 0 0,0 0 0 0 0,-1 0 0 0 0,1 0 0 0 0,0 1-1 0 0,-5 45 429 0 0,4-37-274 0 0,-9 209 984 0 0,12-183-1714 0 0,7 36 1 0 0,-4-44-1540 0 0,1-1-1 0 0,10 26 1 0 0,-7-28-5213 0 0</inkml:trace>
</inkml:ink>
</file>

<file path=ppt/ink/ink3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1:44.796"/>
    </inkml:context>
    <inkml:brush xml:id="br0">
      <inkml:brushProperty name="width" value="0.1" units="cm"/>
      <inkml:brushProperty name="height" value="0.1" units="cm"/>
      <inkml:brushProperty name="color" value="#F6630D"/>
    </inkml:brush>
  </inkml:definitions>
  <inkml:trace contextRef="#ctx0" brushRef="#br0">0 31 4145 0 0,'22'-8'11282'0'0,"-15"5"-8441"0"0,-1 3-2529 0 0,-1-1-224 0 0,2-2-88 0 0,3-3 64 0 0,3-3-64 0 0</inkml:trace>
</inkml:ink>
</file>

<file path=ppt/ink/ink3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07.975"/>
    </inkml:context>
    <inkml:brush xml:id="br0">
      <inkml:brushProperty name="width" value="0.1" units="cm"/>
      <inkml:brushProperty name="height" value="0.1" units="cm"/>
      <inkml:brushProperty name="color" value="#F6630D"/>
    </inkml:brush>
  </inkml:definitions>
  <inkml:trace contextRef="#ctx0" brushRef="#br0">418 147 4145 0 0,'1'-6'127'0'0,"1"-4"746"0"0,-1 0-1 0 0,0-1 0 0 0,-1 1 0 0 0,0 0 0 0 0,0 0 0 0 0,-3-12 0 0 0,2 19-626 0 0,1 0 0 0 0,-1 1 0 0 0,-1-1 0 0 0,1 0 0 0 0,0 0 0 0 0,-1 1 1 0 0,0-1-1 0 0,1 1 0 0 0,-1-1 0 0 0,0 1 0 0 0,0 0 0 0 0,0 0 0 0 0,-1 0 0 0 0,1 0 0 0 0,0 0 0 0 0,-1 0 0 0 0,1 0 0 0 0,-1 1 0 0 0,0 0 0 0 0,0-1 0 0 0,1 1 0 0 0,-1 0 0 0 0,0 0 0 0 0,0 0 0 0 0,-4 0 0 0 0,-1-1 9 0 0,0 1 0 0 0,0 0-1 0 0,-1 0 1 0 0,1 1 0 0 0,0 0-1 0 0,0 0 1 0 0,-1 1 0 0 0,1 0 0 0 0,0 0-1 0 0,0 1 1 0 0,-15 5 0 0 0,12-2-49 0 0,0 0-1 0 0,1 1 1 0 0,0 0 0 0 0,0 0 0 0 0,0 1 0 0 0,1 0 0 0 0,-14 14-1 0 0,7-3-96 0 0,0 1 0 0 0,2 0 0 0 0,0 0 0 0 0,1 2 0 0 0,1-1 0 0 0,1 2 0 0 0,-13 37 0 0 0,16-39-100 0 0,1 1 0 0 0,2 0 0 0 0,0 1 0 0 0,1 0 0 0 0,1-1 0 0 0,1 1 0 0 0,1 41 0 0 0,2-55-3 0 0,0 0 1 0 0,0 0-1 0 0,1 0 0 0 0,0 0 0 0 0,0 0 0 0 0,1 0 1 0 0,0 0-1 0 0,0-1 0 0 0,1 1 0 0 0,0-1 0 0 0,0 0 1 0 0,1 0-1 0 0,0 0 0 0 0,0-1 0 0 0,0 0 1 0 0,1 0-1 0 0,0 0 0 0 0,0-1 0 0 0,1 0 0 0 0,-1 0 1 0 0,1 0-1 0 0,0-1 0 0 0,14 6 0 0 0,-10-6 7 0 0,0 0 0 0 0,-1-1 1 0 0,1-1-1 0 0,0 0 0 0 0,0 0 0 0 0,1-1 0 0 0,-1 0 0 0 0,0-1 1 0 0,0-1-1 0 0,1 1 0 0 0,-1-2 0 0 0,0 0 0 0 0,0 0 0 0 0,0-1 1 0 0,-1 0-1 0 0,14-6 0 0 0,-7 2-225 0 0,-1-1 0 0 0,-1-1-1 0 0,1 0 1 0 0,-1-1 0 0 0,-1 0 0 0 0,1-2 0 0 0,-2 1 0 0 0,0-2 0 0 0,17-19-1 0 0,22-41-3314 0 0,-40 56 2321 0 0</inkml:trace>
</inkml:ink>
</file>

<file path=ppt/ink/ink3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08.261"/>
    </inkml:context>
    <inkml:brush xml:id="br0">
      <inkml:brushProperty name="width" value="0.1" units="cm"/>
      <inkml:brushProperty name="height" value="0.1" units="cm"/>
      <inkml:brushProperty name="color" value="#F6630D"/>
    </inkml:brush>
  </inkml:definitions>
  <inkml:trace contextRef="#ctx0" brushRef="#br0">21 41 9674 0 0,'-2'-5'199'0'0,"-17"-31"8877"0"0,25 78-5756 0 0,66 218-2463 0 0,-6-24-807 0 0,-58-204-779 0 0,2-1 0 0 0,22 51 1 0 0,-21-60-618 0 0</inkml:trace>
</inkml:ink>
</file>

<file path=ppt/ink/ink3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08.722"/>
    </inkml:context>
    <inkml:brush xml:id="br0">
      <inkml:brushProperty name="width" value="0.1" units="cm"/>
      <inkml:brushProperty name="height" value="0.1" units="cm"/>
      <inkml:brushProperty name="color" value="#F6630D"/>
    </inkml:brush>
  </inkml:definitions>
  <inkml:trace contextRef="#ctx0" brushRef="#br0">0 431 4609 0 0,'6'-1'881'0'0,"0"0"0"0"0,1-1 0 0 0,-1 0 0 0 0,-1 0-1 0 0,1-1 1 0 0,0 1 0 0 0,-1-1 0 0 0,1-1 0 0 0,-1 1 0 0 0,0-1 0 0 0,7-5 0 0 0,10-10 1303 0 0,24-26 0 0 0,-40 39-2125 0 0,0-2-1 0 0,0 1 1 0 0,-1 0 0 0 0,0-1-1 0 0,-1 0 1 0 0,0-1 0 0 0,0 1-1 0 0,-1 0 1 0 0,0-1 0 0 0,0 0-1 0 0,-1 0 1 0 0,0 0-1 0 0,0 0 1 0 0,-1 0 0 0 0,0-9-1 0 0,-2-1 39 0 0,0 0 0 0 0,-1 0 0 0 0,-1 1 0 0 0,0-1 0 0 0,-1 1 0 0 0,-10-24 0 0 0,14 40-104 0 0,-1-1 0 0 0,0 1 0 0 0,1 0 0 0 0,-1 1 0 0 0,0-1 0 0 0,0 0 0 0 0,0 0 1 0 0,0 0-1 0 0,-1 1 0 0 0,1-1 0 0 0,0 0 0 0 0,-1 1 0 0 0,1-1 0 0 0,-1 1 0 0 0,0 0 0 0 0,1-1 1 0 0,-1 1-1 0 0,0 0 0 0 0,-3-2 0 0 0,3 3-9 0 0,0 0 0 0 0,0-1 0 0 0,1 1 0 0 0,-1 0 0 0 0,0 0 0 0 0,0 1 1 0 0,0-1-1 0 0,0 0 0 0 0,1 0 0 0 0,-1 1 0 0 0,0-1 0 0 0,0 1 0 0 0,1 0 0 0 0,-1-1 0 0 0,0 1 0 0 0,1 0 0 0 0,-1 0 0 0 0,-1 2 0 0 0,-2 0-15 0 0,1 1 0 0 0,-1 0-1 0 0,1 0 1 0 0,0 1-1 0 0,0-1 1 0 0,1 1-1 0 0,-1 0 1 0 0,1 0 0 0 0,0 0-1 0 0,1 0 1 0 0,-1 0-1 0 0,1 1 1 0 0,-2 6-1 0 0,2 1 85 0 0,0 1 0 0 0,1-1 0 0 0,0 0-1 0 0,1 1 1 0 0,1-1 0 0 0,0 0 0 0 0,1 0-1 0 0,0 0 1 0 0,1 0 0 0 0,6 15-1 0 0,-7-20-22 0 0,1-1-1 0 0,0 1 0 0 0,0-1 1 0 0,1 0-1 0 0,0 0 0 0 0,0 0 0 0 0,1 0 1 0 0,-1-1-1 0 0,2 0 0 0 0,-1 0 0 0 0,1 0 1 0 0,-1-1-1 0 0,2 0 0 0 0,-1 0 1 0 0,0 0-1 0 0,1-1 0 0 0,0 0 0 0 0,9 4 1 0 0,-7-6-360 0 0,-1 0 1 0 0,1-1-1 0 0,0 0 0 0 0,0 0 1 0 0,0-1-1 0 0,-1 0 1 0 0,1-1-1 0 0,0 0 1 0 0,0 0-1 0 0,16-6 1 0 0,-6 2-1087 0 0</inkml:trace>
</inkml:ink>
</file>

<file path=ppt/ink/ink3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09.340"/>
    </inkml:context>
    <inkml:brush xml:id="br0">
      <inkml:brushProperty name="width" value="0.1" units="cm"/>
      <inkml:brushProperty name="height" value="0.1" units="cm"/>
      <inkml:brushProperty name="color" value="#F6630D"/>
    </inkml:brush>
  </inkml:definitions>
  <inkml:trace contextRef="#ctx0" brushRef="#br0">180 79 4145 0 0,'-1'-6'690'0'0,"0"0"0"0"0,-1 0 0 0 0,0 0 0 0 0,0 0 0 0 0,-1 1 0 0 0,1-1 0 0 0,-1 1 0 0 0,0-1 0 0 0,-6-5 0 0 0,8 9-529 0 0,0 1 1 0 0,0 0-1 0 0,-1 0 0 0 0,1 0 0 0 0,0 0 1 0 0,-1 0-1 0 0,1 0 0 0 0,-1 0 0 0 0,1 0 1 0 0,-1 0-1 0 0,0 0 0 0 0,1 1 1 0 0,-1-1-1 0 0,0 1 0 0 0,1 0 0 0 0,-1-1 1 0 0,0 1-1 0 0,0 0 0 0 0,1 0 0 0 0,-1 0 1 0 0,0 0-1 0 0,0 0 0 0 0,1 0 0 0 0,-1 1 1 0 0,0-1-1 0 0,0 1 0 0 0,1-1 0 0 0,-1 1 1 0 0,0-1-1 0 0,1 1 0 0 0,-1 0 0 0 0,1 0 1 0 0,-1 0-1 0 0,1 0 0 0 0,-1 0 0 0 0,1 0 1 0 0,-2 2-1 0 0,-4 3 35 0 0,1 1-1 0 0,0 0 1 0 0,0 0 0 0 0,0 0 0 0 0,1 1-1 0 0,0 0 1 0 0,0 0 0 0 0,1 0 0 0 0,0 0-1 0 0,0 1 1 0 0,-3 12 0 0 0,0 4-61 0 0,1 0 0 0 0,-5 48 0 0 0,10-61-119 0 0,0-1 0 0 0,1 1 0 0 0,1 0 0 0 0,0-1 0 0 0,0 1 0 0 0,1-1 0 0 0,5 15 0 0 0,-7-24-31 0 0,1 0-1 0 0,0 1 1 0 0,0-1-1 0 0,0 1 1 0 0,0-1 0 0 0,0 0-1 0 0,0 0 1 0 0,0 1-1 0 0,1-1 1 0 0,-1 0-1 0 0,1 0 1 0 0,0 0 0 0 0,0-1-1 0 0,-1 1 1 0 0,1 0-1 0 0,0-1 1 0 0,0 1-1 0 0,0-1 1 0 0,1 0 0 0 0,-1 1-1 0 0,0-1 1 0 0,1 0-1 0 0,-1 0 1 0 0,0-1-1 0 0,1 1 1 0 0,-1 0 0 0 0,1-1-1 0 0,-1 0 1 0 0,1 1-1 0 0,-1-1 1 0 0,1 0-1 0 0,-1 0 1 0 0,1-1 0 0 0,-1 1-1 0 0,1 0 1 0 0,-1-1-1 0 0,1 1 1 0 0,3-3-1 0 0,1 1-156 0 0,-1-2 0 0 0,-1 1-1 0 0,1 0 1 0 0,0-1 0 0 0,-1 0-1 0 0,0 0 1 0 0,0-1 0 0 0,0 0-1 0 0,0 0 1 0 0,-1 0-1 0 0,0 0 1 0 0,0 0 0 0 0,0-1-1 0 0,0 0 1 0 0,-1 0 0 0 0,0 0-1 0 0,-1 0 1 0 0,1 0-1 0 0,1-10 1 0 0,3-10 100 0 0,-1 1 1 0 0,-1-1-1 0 0,2-42 0 0 0,-6 54 574 0 0,3-40 816 0 0,1 34 3937 0 0,-5 21-5133 0 0,1 1-103 0 0,0-1 1 0 0,0 1-1 0 0,1 0 1 0 0,-2 0-1 0 0,1 0 1 0 0,0 0 0 0 0,0 0-1 0 0,-1 0 1 0 0,1 1-1 0 0,0 2 1 0 0,4 14 61 0 0,3 1 11 0 0,1-1 1 0 0,1 0 0 0 0,0 0-1 0 0,1-1 1 0 0,2-1 0 0 0,27 32 0 0 0,-34-43-242 0 0,0-1 1 0 0,0 1-1 0 0,1-1 1 0 0,0-1 0 0 0,0 1-1 0 0,0-1 1 0 0,0-1 0 0 0,1 1-1 0 0,8 2 1 0 0,-9-4-293 0 0,-1-1 0 0 0,1 0 0 0 0,-1 0 0 0 0,1 0 1 0 0,-1-1-1 0 0,1 0 0 0 0,-1-1 0 0 0,1 1 0 0 0,-1-1 0 0 0,1 0 0 0 0,-1-1 1 0 0,0 1-1 0 0,7-4 0 0 0,-6 2-959 0 0,0 0 1 0 0,0-1-1 0 0,0 0 1 0 0,12-9-1 0 0</inkml:trace>
</inkml:ink>
</file>

<file path=ppt/ink/ink3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09.892"/>
    </inkml:context>
    <inkml:brush xml:id="br0">
      <inkml:brushProperty name="width" value="0.1" units="cm"/>
      <inkml:brushProperty name="height" value="0.1" units="cm"/>
      <inkml:brushProperty name="color" value="#F6630D"/>
    </inkml:brush>
  </inkml:definitions>
  <inkml:trace contextRef="#ctx0" brushRef="#br0">1 221 6529 0 0,'7'-40'7978'0'0,"33"-75"-2146"0"0,-38 109-5602 0 0,1 0 0 0 0,0 0 0 0 0,0 0 0 0 0,1 1 0 0 0,0-1 0 0 0,0 1 0 0 0,8-9 0 0 0,-11 13-189 0 0,0 0-1 0 0,0 0 0 0 0,0 0 1 0 0,1 0-1 0 0,-1 0 1 0 0,0 0-1 0 0,1 1 1 0 0,-1-1-1 0 0,0 0 1 0 0,1 1-1 0 0,-1-1 1 0 0,1 1-1 0 0,-1 0 1 0 0,1-1-1 0 0,-1 1 1 0 0,1 0-1 0 0,-1 0 1 0 0,1 0-1 0 0,-1 0 1 0 0,1 0-1 0 0,-1 0 0 0 0,1 0 1 0 0,-1 1-1 0 0,1-1 1 0 0,-1 1-1 0 0,1-1 1 0 0,-1 1-1 0 0,1-1 1 0 0,-1 1-1 0 0,0 0 1 0 0,1-1-1 0 0,-1 1 1 0 0,0 0-1 0 0,0 0 1 0 0,1 0-1 0 0,-1 0 1 0 0,2 2-1 0 0,2 4-54 0 0,1 0 0 0 0,-1 0 1 0 0,0 0-1 0 0,0 1 0 0 0,0-1 0 0 0,-1 1 0 0 0,3 10 0 0 0,19 63-191 0 0,-5-12 96 0 0,7-3 94 0 0,-28-65 14 0 0,0-1-1 0 0,0 0 1 0 0,0 0 0 0 0,0 0-1 0 0,0 1 1 0 0,1-1 0 0 0,-1 0 0 0 0,0 0-1 0 0,0 0 1 0 0,0 0 0 0 0,0 1-1 0 0,1-1 1 0 0,-1 0 0 0 0,0 0-1 0 0,0 0 1 0 0,0 0 0 0 0,1 0-1 0 0,-1 0 1 0 0,0 0 0 0 0,0 1-1 0 0,1-1 1 0 0,-1 0 0 0 0,0 0 0 0 0,0 0-1 0 0,0 0 1 0 0,1 0 0 0 0,-1 0-1 0 0,0 0 1 0 0,0 0 0 0 0,1 0-1 0 0,-1 0 1 0 0,0 0 0 0 0,0 0-1 0 0,1-1 1 0 0,-1 1 0 0 0,0 0 0 0 0,0 0-1 0 0,0 0 1 0 0,1 0 0 0 0,-1 0-1 0 0,11-11-29 0 0,6-12-25 0 0,-7 3 42 0 0,0 0 1 0 0,-1-2 0 0 0,7-21 0 0 0,-10 22 101 0 0,2 1 1 0 0,0 0-1 0 0,16-26 1 0 0,-23 44-74 0 0,-1 1 0 0 0,1-1 0 0 0,0 1 1 0 0,0-1-1 0 0,0 1 0 0 0,0-1 0 0 0,0 1 0 0 0,1 0 0 0 0,-1 0 1 0 0,0 0-1 0 0,1-1 0 0 0,-1 1 0 0 0,0 0 0 0 0,1 0 0 0 0,-1 1 1 0 0,1-1-1 0 0,0 0 0 0 0,-1 1 0 0 0,1-1 0 0 0,0 0 0 0 0,-1 1 0 0 0,1 0 1 0 0,2-1-1 0 0,-2 2 1 0 0,0-1-1 0 0,0 1 1 0 0,0 0 0 0 0,0-1 0 0 0,0 1 0 0 0,0 0-1 0 0,0 0 1 0 0,0 1 0 0 0,-1-1 0 0 0,1 0 0 0 0,0 0-1 0 0,-1 1 1 0 0,1-1 0 0 0,-1 1 0 0 0,0-1 0 0 0,2 4-1 0 0,5 7 41 0 0,0 1-1 0 0,-1 0 1 0 0,0 1-1 0 0,4 15 1 0 0,-11-28-54 0 0,12 30-29 0 0,2 0-1 0 0,29 51 0 0 0,1-26-7164 0 0</inkml:trace>
</inkml:ink>
</file>

<file path=ppt/ink/ink3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3.519"/>
    </inkml:context>
    <inkml:brush xml:id="br0">
      <inkml:brushProperty name="width" value="0.1" units="cm"/>
      <inkml:brushProperty name="height" value="0.1" units="cm"/>
      <inkml:brushProperty name="color" value="#F6630D"/>
    </inkml:brush>
  </inkml:definitions>
  <inkml:trace contextRef="#ctx0" brushRef="#br0">20 116 6913 0 0,'-3'-17'2121'0'0,"3"13"-1335"0"0,-1 0 0 0 0,1 0-1 0 0,-1 0 1 0 0,0 0-1 0 0,0 0 1 0 0,-1 0-1 0 0,1 1 1 0 0,-1-1 0 0 0,0 0-1 0 0,-3-3 1 0 0,4 40 1900 0 0,18 184-1866 0 0,-15-202-808 0 0,1 0-1 0 0,7 19 1 0 0,0 0 108 0 0,-2-9 1010 0 0,-4-15-1323 0 0,-1 0 1 0 0,-1 0-1 0 0,1 0 0 0 0,0 15 0 0 0,-4-52-826 0 0,-1 0 0 0 0,-7-28 0 0 0,4 28 868 0 0,1-1 0 0 0,0-29 0 0 0,6 4 627 0 0,1-26 1500 0 0,-3 72-1696 0 0,-1-1 0 0 0,0 1 0 0 0,0-1 0 0 0,0 1 0 0 0,-1 0 0 0 0,0-1 0 0 0,-5-10 0 0 0,0 8-165 0 0,7 20 46 0 0,9 21 43 0 0,96 161-232 0 0,-6-9-23 0 0,-84-154 42 0 0,31 49-1 0 0,-40-70 11 0 0,-1 0-1 0 0,1-1 0 0 0,0 0 0 0 0,1 0 0 0 0,0 0 0 0 0,0-1 0 0 0,1 0 1 0 0,-1-1-1 0 0,1 0 0 0 0,17 9 0 0 0,-25-14 3 0 0,1 0 0 0 0,-1 0-1 0 0,0 1 1 0 0,0-1 0 0 0,1 0 0 0 0,-1 0-1 0 0,0 0 1 0 0,1 0 0 0 0,-1 0 0 0 0,0 0 0 0 0,1 0-1 0 0,-1 0 1 0 0,0 0 0 0 0,1 0 0 0 0,-1 0 0 0 0,0 0-1 0 0,0 0 1 0 0,1 0 0 0 0,-1 0 0 0 0,0 0-1 0 0,1 0 1 0 0,-1 0 0 0 0,0 0 0 0 0,1 0 0 0 0,-1 0-1 0 0,0-1 1 0 0,0 1 0 0 0,1 0 0 0 0,-1 0 0 0 0,0 0-1 0 0,0-1 1 0 0,1 1 0 0 0,-1 0 0 0 0,1-13 29 0 0,-12-23 13 0 0,7 25 44 0 0,0-3-16 0 0,1 0-1 0 0,1 0 1 0 0,0-1 0 0 0,0-15-1 0 0,-10-129 11 0 0,0 8 63 0 0,12 129-129 0 0,1-1 1 0 0,1 1 0 0 0,0-1 0 0 0,10-34-1 0 0,-12 55-15 0 0,1 0 1 0 0,0 0-1 0 0,-1-1 0 0 0,1 1 0 0 0,0 0 0 0 0,0 0 0 0 0,0 0 0 0 0,0 0 0 0 0,1 1 0 0 0,-1-1 0 0 0,0 0 0 0 0,1 0 0 0 0,-1 1 0 0 0,1-1 0 0 0,0 1 0 0 0,0-1 0 0 0,-1 1 0 0 0,5-2 0 0 0,-2 1-44 0 0,0 1 1 0 0,1 0-1 0 0,-1 0 0 0 0,1 0 1 0 0,0 1-1 0 0,-1-1 0 0 0,10 1 1 0 0,-15-1-100 0 0,1 0 148 0 0,0 1 0 0 0,0-1 0 0 0,0 1 0 0 0,0-1 0 0 0,-1 1 1 0 0,1 0-1 0 0,0-1 0 0 0,0 1 0 0 0,-1-1 0 0 0,1 1 0 0 0,0-1 1 0 0,-1 1-1 0 0,1 0 0 0 0,-1-1 0 0 0,1 1 0 0 0,0 0 0 0 0,-1-1 0 0 0,1 1 1 0 0,-1 0-1 0 0,1 0 0 0 0,-1-1 0 0 0,1 1 0 0 0,-1 0 0 0 0,-2-1-9 0 0,-1 0-1 0 0,1 1 0 0 0,0 0 0 0 0,-1-1 0 0 0,1 1 1 0 0,0 0-1 0 0,-6 1 0 0 0,-10 0-184 0 0,19-1 210 0 0</inkml:trace>
</inkml:ink>
</file>

<file path=ppt/ink/ink3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3.919"/>
    </inkml:context>
    <inkml:brush xml:id="br0">
      <inkml:brushProperty name="width" value="0.1" units="cm"/>
      <inkml:brushProperty name="height" value="0.1" units="cm"/>
      <inkml:brushProperty name="color" value="#F6630D"/>
    </inkml:brush>
  </inkml:definitions>
  <inkml:trace contextRef="#ctx0" brushRef="#br0">51 4 13827 0 0,'-12'-4'6947'0'0,"5"22"-7362"0"0,0 0-1 0 0,1 0 1 0 0,1 0 0 0 0,1 1-1 0 0,0 0 1 0 0,2-1 0 0 0,-1 25 0 0 0,3-23-986 0 0</inkml:trace>
</inkml:ink>
</file>

<file path=ppt/ink/ink3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4.264"/>
    </inkml:context>
    <inkml:brush xml:id="br0">
      <inkml:brushProperty name="width" value="0.1" units="cm"/>
      <inkml:brushProperty name="height" value="0.1" units="cm"/>
      <inkml:brushProperty name="color" value="#F6630D"/>
    </inkml:brush>
  </inkml:definitions>
  <inkml:trace contextRef="#ctx0" brushRef="#br0">47 109 6449 0 0,'-1'-9'624'0'0,"-5"-30"-133"0"0,6 38-216 0 0,0 0 0 0 0,-1-1 0 0 0,1 1 0 0 0,0 0 0 0 0,-1 0-1 0 0,1-1 1 0 0,-1 1 0 0 0,1 0 0 0 0,-1 0 0 0 0,0 0 0 0 0,1 0-1 0 0,-1-1 1 0 0,0 1 0 0 0,0 0 0 0 0,0 0 0 0 0,0 0 0 0 0,0 1 0 0 0,0-1-1 0 0,0 0 1 0 0,0 0 0 0 0,-2-1 0 0 0,2 3-154 0 0,1-1 0 0 0,-1 0 1 0 0,0 1-1 0 0,1-1 0 0 0,-1 0 0 0 0,1 1 1 0 0,-1-1-1 0 0,1 1 0 0 0,-1-1 0 0 0,1 0 1 0 0,-1 1-1 0 0,1-1 0 0 0,0 1 0 0 0,-1 0 1 0 0,1-1-1 0 0,-1 1 0 0 0,1-1 0 0 0,0 1 1 0 0,0 0-1 0 0,-1-1 0 0 0,1 1 0 0 0,0-1 1 0 0,0 1-1 0 0,0 1 0 0 0,-6 21 625 0 0,6-21-586 0 0,-2 7-108 0 0,0-1 0 0 0,1 1 0 0 0,0-1 0 0 0,1 1 0 0 0,0 0 0 0 0,0-1 0 0 0,1 1 0 0 0,0-1 1 0 0,0 1-1 0 0,1-1 0 0 0,0 1 0 0 0,5 10 0 0 0,-5-15-87 0 0,0 0 1 0 0,0 0-1 0 0,0-1 0 0 0,1 1 1 0 0,0 0-1 0 0,0-1 0 0 0,0 1 1 0 0,0-1-1 0 0,0 0 0 0 0,1 0 1 0 0,0-1-1 0 0,-1 1 0 0 0,1-1 1 0 0,0 1-1 0 0,0-1 0 0 0,0 0 1 0 0,0-1-1 0 0,1 1 0 0 0,-1-1 1 0 0,0 0-1 0 0,1 0 0 0 0,-1 0 1 0 0,1 0-1 0 0,-1-1 0 0 0,6 0 1 0 0,-4 1 17 0 0,0-1 0 0 0,0-1 1 0 0,-1 1-1 0 0,1-1 0 0 0,0 0 1 0 0,0 0-1 0 0,0-1 1 0 0,0 0-1 0 0,-1 0 0 0 0,1 0 1 0 0,-1 0-1 0 0,0-1 0 0 0,0 0 1 0 0,1 0-1 0 0,-2-1 0 0 0,1 1 1 0 0,0-1-1 0 0,-1 0 0 0 0,0 0 1 0 0,0-1-1 0 0,0 1 1 0 0,0-1-1 0 0,-1 0 0 0 0,1 0 1 0 0,2-7-1 0 0,-3 5 86 0 0,0 1 0 0 0,-1-2 0 0 0,0 1 0 0 0,0 0 1 0 0,0 0-1 0 0,-1-1 0 0 0,0 1 0 0 0,-1 0 0 0 0,0-1 0 0 0,0 1 0 0 0,0-1 0 0 0,-1 1 0 0 0,0-1 1 0 0,0 1-1 0 0,-1 0 0 0 0,0 0 0 0 0,0-1 0 0 0,-1 1 0 0 0,-6-12 0 0 0,8 18-176 0 0,0-1 0 0 0,0 0 0 0 0,-1 1-1 0 0,1-1 1 0 0,0 1 0 0 0,0-1 0 0 0,-1 1 0 0 0,1 0-1 0 0,-1 0 1 0 0,1-1 0 0 0,-1 1 0 0 0,0 0 0 0 0,1 0 0 0 0,-1 1-1 0 0,0-1 1 0 0,0 0 0 0 0,0 0 0 0 0,0 1 0 0 0,0-1-1 0 0,1 1 1 0 0,-1 0 0 0 0,0 0 0 0 0,0-1 0 0 0,0 1-1 0 0,0 0 1 0 0,0 1 0 0 0,0-1 0 0 0,0 0 0 0 0,0 1-1 0 0,0-1 1 0 0,0 1 0 0 0,0-1 0 0 0,1 1 0 0 0,-1 0-1 0 0,0 0 1 0 0,-2 1 0 0 0,-8 7-1173 0 0</inkml:trace>
</inkml:ink>
</file>

<file path=ppt/ink/ink3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4.470"/>
    </inkml:context>
    <inkml:brush xml:id="br0">
      <inkml:brushProperty name="width" value="0.1" units="cm"/>
      <inkml:brushProperty name="height" value="0.1" units="cm"/>
      <inkml:brushProperty name="color" value="#F6630D"/>
    </inkml:brush>
  </inkml:definitions>
  <inkml:trace contextRef="#ctx0" brushRef="#br0">52 0 7834 0 0,'1'7'5635'0'0,"-6"12"-2832"0"0,4-15-2071 0 0,-8 27 1123 0 0,-22 104 1354 0 0,28-120-3595 0 0,1 1 1 0 0,1 0-1 0 0,1 0 1 0 0,0 0-1 0 0,0 0 1 0 0,5 22-1 0 0,1-24-2796 0 0,-2-9 1550 0 0</inkml:trace>
</inkml:ink>
</file>

<file path=ppt/ink/ink3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4.628"/>
    </inkml:context>
    <inkml:brush xml:id="br0">
      <inkml:brushProperty name="width" value="0.1" units="cm"/>
      <inkml:brushProperty name="height" value="0.1" units="cm"/>
      <inkml:brushProperty name="color" value="#F6630D"/>
    </inkml:brush>
  </inkml:definitions>
  <inkml:trace contextRef="#ctx0" brushRef="#br0">7 7 8754 0 0,'-6'-6'7722'0'0,"6"9"-8136"0"0,0 11-210 0 0,2 0-1 0 0,-1-1 1 0 0,6 19-1 0 0,-4-17 712 0 0</inkml:trace>
</inkml:ink>
</file>

<file path=ppt/ink/ink3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5.016"/>
    </inkml:context>
    <inkml:brush xml:id="br0">
      <inkml:brushProperty name="width" value="0.1" units="cm"/>
      <inkml:brushProperty name="height" value="0.1" units="cm"/>
      <inkml:brushProperty name="color" value="#F6630D"/>
    </inkml:brush>
  </inkml:definitions>
  <inkml:trace contextRef="#ctx0" brushRef="#br0">160 9 9218 0 0,'0'0'143'0'0,"0"-1"0"0"0,0 1 0 0 0,0-1-1 0 0,0 1 1 0 0,-1 0 0 0 0,1-1 0 0 0,0 1 0 0 0,0-1 0 0 0,-1 1-1 0 0,1-1 1 0 0,0 1 0 0 0,-1 0 0 0 0,1-1 0 0 0,0 1 0 0 0,-1 0-1 0 0,1-1 1 0 0,0 1 0 0 0,-1 0 0 0 0,1 0 0 0 0,-1-1 0 0 0,1 1 0 0 0,-1 0-1 0 0,1 0 1 0 0,0 0 0 0 0,-1 0 0 0 0,1-1 0 0 0,-1 1 0 0 0,1 0-1 0 0,-1 0 1 0 0,1 0 0 0 0,-1 0 0 0 0,1 0 0 0 0,-1 0 0 0 0,1 0 0 0 0,-1 0-1 0 0,1 1 1 0 0,-1-1 0 0 0,1 0 0 0 0,-1 0 0 0 0,1 0 0 0 0,-1 1-1 0 0,-20 5 2269 0 0,12 1-2268 0 0,1-1 0 0 0,0 2 0 0 0,0-1 0 0 0,0 1 0 0 0,1 0 0 0 0,0 0 0 0 0,-11 19 0 0 0,9-13 31 0 0,2 0 1 0 0,-1 1-1 0 0,2 0 1 0 0,-9 26-1 0 0,14-39-196 0 0,0 1 0 0 0,1 0 0 0 0,-1 0 0 0 0,1-1 0 0 0,-1 1 0 0 0,1 0 0 0 0,0 0-1 0 0,0 0 1 0 0,0 0 0 0 0,0 0 0 0 0,1 0 0 0 0,-1-1 0 0 0,1 1 0 0 0,0 0 0 0 0,-1 0 0 0 0,1-1 0 0 0,1 1 0 0 0,-1 0 0 0 0,2 2-1 0 0,-1-3-10 0 0,0 0 0 0 0,0 0-1 0 0,1 0 1 0 0,-1 0 0 0 0,1 0 0 0 0,0 0-1 0 0,-1-1 1 0 0,1 1 0 0 0,0-1-1 0 0,0 0 1 0 0,0 0 0 0 0,0 0-1 0 0,0 0 1 0 0,0-1 0 0 0,0 1-1 0 0,0-1 1 0 0,5 1 0 0 0,34-2-484 0 0,-26 0 92 0 0,-1 1 0 0 0,22 2 0 0 0,-34-2 387 0 0,0 0 0 0 0,0 1 0 0 0,0-1 0 0 0,0 1 0 0 0,0 0 1 0 0,0 0-1 0 0,0 0 0 0 0,-1 0 0 0 0,1 1 0 0 0,0-1 0 0 0,-1 1 0 0 0,1-1 1 0 0,-1 1-1 0 0,0 0 0 0 0,1 0 0 0 0,-1 0 0 0 0,0 0 0 0 0,2 3 0 0 0,-3-2 98 0 0,0-1 0 0 0,0 1 0 0 0,0 0 0 0 0,0 0-1 0 0,-1 0 1 0 0,1 0 0 0 0,-1 0 0 0 0,0 0 0 0 0,1-1-1 0 0,-1 1 1 0 0,0 0 0 0 0,-1 0 0 0 0,1 0 0 0 0,-1 0-1 0 0,1 0 1 0 0,-1 0 0 0 0,0 0 0 0 0,0-1-1 0 0,0 1 1 0 0,0 0 0 0 0,-1-1 0 0 0,1 1 0 0 0,-1-1-1 0 0,1 1 1 0 0,-1-1 0 0 0,-4 4 0 0 0,-1 3 202 0 0,-1 0-1 0 0,-1-1 1 0 0,1 0 0 0 0,-1 0-1 0 0,-14 8 1 0 0,-17 11-3621 0 0</inkml:trace>
</inkml:ink>
</file>

<file path=ppt/ink/ink3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5.428"/>
    </inkml:context>
    <inkml:brush xml:id="br0">
      <inkml:brushProperty name="width" value="0.1" units="cm"/>
      <inkml:brushProperty name="height" value="0.1" units="cm"/>
      <inkml:brushProperty name="color" value="#F6630D"/>
    </inkml:brush>
  </inkml:definitions>
  <inkml:trace contextRef="#ctx0" brushRef="#br0">27 42 7370 0 0,'-7'1'6651'0'0,"-3"17"-3646"0"0,9-17-3377 0 0,-1 7 710 0 0,0 0-1 0 0,1 0 0 0 0,-1 0 1 0 0,2 0-1 0 0,-1 0 0 0 0,1 1 1 0 0,0-1-1 0 0,1 0 0 0 0,1 11 1 0 0,1-6-292 0 0,0 0 1 0 0,1 0-1 0 0,0 0 1 0 0,10 20-1 0 0,-13-29-152 0 0,1-1 0 0 0,0 1 0 0 0,0-1 0 0 0,0 0 0 0 0,0 1 0 0 0,1-1 0 0 0,-1 0 0 0 0,1 0 0 0 0,0-1 0 0 0,0 1 0 0 0,5 3 0 0 0,-7-5 19 0 0,1-1-1 0 0,0 1 1 0 0,-1-1 0 0 0,1 0-1 0 0,-1 1 1 0 0,1-1-1 0 0,0 0 1 0 0,-1 0-1 0 0,1 0 1 0 0,0 0-1 0 0,-1 0 1 0 0,1-1-1 0 0,0 1 1 0 0,-1 0 0 0 0,1-1-1 0 0,0 1 1 0 0,-1-1-1 0 0,1 0 1 0 0,-1 1-1 0 0,1-1 1 0 0,-1 0-1 0 0,0 0 1 0 0,1 0 0 0 0,-1 0-1 0 0,0 0 1 0 0,1 0-1 0 0,-1 0 1 0 0,0-1-1 0 0,1-1 1 0 0,7-6-10 0 0,-1-1 0 0 0,0-1 0 0 0,0 0 1 0 0,-1 0-1 0 0,-1 0 0 0 0,0 0 0 0 0,9-25 0 0 0,-2-4 1283 0 0,8-46 0 0 0,-14 57 265 0 0,-2 112 2565 0 0,2 18-4072 0 0,-7-58 16 0 0,-2-1 1 0 0,-1 1-1 0 0,-3-1 1 0 0,-1 0-1 0 0,-24 75 0 0 0,19-83-3312 0 0,-32 63 1 0 0,19-52-3711 0 0</inkml:trace>
</inkml:ink>
</file>

<file path=ppt/ink/ink3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6.111"/>
    </inkml:context>
    <inkml:brush xml:id="br0">
      <inkml:brushProperty name="width" value="0.1" units="cm"/>
      <inkml:brushProperty name="height" value="0.1" units="cm"/>
      <inkml:brushProperty name="color" value="#F6630D"/>
    </inkml:brush>
  </inkml:definitions>
  <inkml:trace contextRef="#ctx0" brushRef="#br0">286 93 6913 0 0,'-1'-2'205'0'0,"0"0"0"0"0,1-1 0 0 0,-1 1 0 0 0,-1 0 0 0 0,1 0 0 0 0,0 0 0 0 0,-1 0 0 0 0,1 0 0 0 0,-1 0 0 0 0,1 0 0 0 0,-1 1 0 0 0,0-1 0 0 0,0 0 0 0 0,0 1 0 0 0,0-1 0 0 0,0 1 0 0 0,0 0 0 0 0,0 0 0 0 0,0 0 0 0 0,0 0 0 0 0,-1 0 0 0 0,1 0 0 0 0,0 1 0 0 0,-1-1 0 0 0,1 1 0 0 0,-1 0 0 0 0,1-1 0 0 0,0 1 0 0 0,-1 0 0 0 0,1 0 0 0 0,-1 1 0 0 0,1-1 0 0 0,-3 1 0 0 0,-2 0 106 0 0,0 1-1 0 0,0 0 0 0 0,0 0 1 0 0,0 1-1 0 0,0 0 0 0 0,1 0 1 0 0,-1 1-1 0 0,1-1 0 0 0,0 1 1 0 0,-6 5-1 0 0,-2 4-153 0 0,1 0 0 0 0,1 1 0 0 0,0 0-1 0 0,1 1 1 0 0,1 0 0 0 0,0 1 0 0 0,1 0 0 0 0,0 1 0 0 0,1 0-1 0 0,1 0 1 0 0,1 0 0 0 0,1 1 0 0 0,0 0 0 0 0,-3 27 0 0 0,7-40-169 0 0,1-1 0 0 0,0 0 1 0 0,0 1-1 0 0,0-1 0 0 0,1 0 1 0 0,0 1-1 0 0,-1-1 0 0 0,1 0 1 0 0,1 0-1 0 0,-1 0 0 0 0,1 0 1 0 0,-1 0-1 0 0,1 0 0 0 0,0 0 1 0 0,1 0-1 0 0,-1-1 0 0 0,1 1 1 0 0,-1-1-1 0 0,1 1 1 0 0,0-1-1 0 0,0 0 0 0 0,0 0 1 0 0,1-1-1 0 0,-1 1 0 0 0,5 2 1 0 0,-1-2-46 0 0,0 0 1 0 0,0 0-1 0 0,0-1 1 0 0,1 0-1 0 0,-1-1 1 0 0,0 1 0 0 0,1-1-1 0 0,-1-1 1 0 0,0 1-1 0 0,1-1 1 0 0,-1-1-1 0 0,1 1 1 0 0,-1-1-1 0 0,8-3 1 0 0,-1 1 68 0 0,0-2 0 0 0,0 0 0 0 0,-1-1 0 0 0,0 0 0 0 0,0-1 0 0 0,0-1 0 0 0,-1 0-1 0 0,0 0 1 0 0,-1-1 0 0 0,0-1 0 0 0,18-19 0 0 0,-19 18 80 0 0,-1 1 0 0 0,-1-2 0 0 0,1 1 0 0 0,-2-1 0 0 0,0 0-1 0 0,0-1 1 0 0,-1 1 0 0 0,-1-1 0 0 0,0-1 0 0 0,-1 1 0 0 0,0-1 0 0 0,2-18 0 0 0,-5 23 20 0 0,-1 1 1 0 0,0 0 0 0 0,0 0 0 0 0,-1-1 0 0 0,0 1 0 0 0,0 0 0 0 0,-1 0 0 0 0,0 0 0 0 0,-1 0 0 0 0,0 0 0 0 0,0 1 0 0 0,0-1 0 0 0,-1 1 0 0 0,0-1-1 0 0,-1 1 1 0 0,-5-6 0 0 0,7 9-185 0 0,-1 0-1 0 0,0 0 0 0 0,0 0 0 0 0,-1 1 0 0 0,1 0 1 0 0,-1 0-1 0 0,1 0 0 0 0,-1 0 0 0 0,0 1 0 0 0,-9-4 1 0 0,9 5-501 0 0,-1-1 0 0 0,0 1 0 0 0,0 1 0 0 0,1-1 0 0 0,-1 1 0 0 0,0 0-1 0 0,0 0 1 0 0,0 0 0 0 0,0 1 0 0 0,1 0 0 0 0,-9 2 0 0 0,0 2-5497 0 0</inkml:trace>
</inkml:ink>
</file>

<file path=ppt/ink/ink3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6.573"/>
    </inkml:context>
    <inkml:brush xml:id="br0">
      <inkml:brushProperty name="width" value="0.1" units="cm"/>
      <inkml:brushProperty name="height" value="0.1" units="cm"/>
      <inkml:brushProperty name="color" value="#F6630D"/>
    </inkml:brush>
  </inkml:definitions>
  <inkml:trace contextRef="#ctx0" brushRef="#br0">0 22 6913 0 0,'1'-1'454'0'0,"-1"0"-1"0"0,1-1 0 0 0,-1 1 0 0 0,1 0 0 0 0,-1 0 1 0 0,7-8 3171 0 0,-6 8-3172 0 0,0 1 0 0 0,0-1 1 0 0,1 0-1 0 0,-1 0 0 0 0,0 1 0 0 0,1-1 0 0 0,-1 1-292 0 0,0 0 0 0 0,0 1-1 0 0,-1-1 1 0 0,1 0 0 0 0,0 1 0 0 0,-1-1-1 0 0,1 1 1 0 0,0-1 0 0 0,-1 1 0 0 0,1-1-1 0 0,-1 1 1 0 0,1-1 0 0 0,-1 1 0 0 0,1 0-1 0 0,-1-1 1 0 0,1 1 0 0 0,-1 0 0 0 0,0-1-1 0 0,1 1 1 0 0,-1 0 0 0 0,0-1 0 0 0,1 1-1 0 0,-1 0 1 0 0,0 1 0 0 0,4 10 211 0 0,-2 1 0 0 0,3 24 0 0 0,-4-31-68 0 0,3 30-50 0 0,-3-13-172 0 0,2 1 0 0 0,1-1 0 0 0,10 38 0 0 0,-12-56-110 0 0,0 1-1 0 0,0-1 0 0 0,0 0 0 0 0,1 0 0 0 0,0 0 0 0 0,0 0 0 0 0,0-1 0 0 0,0 1 0 0 0,1-1 1 0 0,0 0-1 0 0,0 0 0 0 0,0 0 0 0 0,0 0 0 0 0,1-1 0 0 0,-1 1 0 0 0,1-1 0 0 0,0 0 0 0 0,0-1 0 0 0,0 1 1 0 0,9 2-1 0 0,-12-4-40 0 0,0-1 0 0 0,0 1 0 0 0,1-1 1 0 0,-1 0-1 0 0,0 0 0 0 0,1 0 0 0 0,-1 0 0 0 0,0 0 1 0 0,0 0-1 0 0,1 0 0 0 0,-1-1 0 0 0,0 1 1 0 0,0-1-1 0 0,0 0 0 0 0,1 1 0 0 0,-1-1 0 0 0,3-2 1 0 0,-1 0-36 0 0,-1 1 0 0 0,1-1 0 0 0,-1 0 0 0 0,0 0 0 0 0,0-1 0 0 0,0 1 0 0 0,-1 0 0 0 0,5-8 0 0 0,2-5-84 0 0,-2-1 1 0 0,0 1-1 0 0,7-29 0 0 0,-10 33 231 0 0,2-10 222 0 0,12-34 625 0 0,-17 52-748 0 0,1 1 1 0 0,0-1 0 0 0,-1 1 0 0 0,1-1 0 0 0,1 1 0 0 0,-1 0-1 0 0,0 0 1 0 0,1 0 0 0 0,-1 0 0 0 0,1 0 0 0 0,5-3-1 0 0,-7 5-119 0 0,0 1-1 0 0,-1 0 0 0 0,1-1 0 0 0,0 1 0 0 0,0 0 1 0 0,0-1-1 0 0,0 1 0 0 0,0 0 0 0 0,0 0 0 0 0,0 0 1 0 0,0-1-1 0 0,0 1 0 0 0,-1 0 0 0 0,1 1 0 0 0,0-1 1 0 0,0 0-1 0 0,0 0 0 0 0,0 0 0 0 0,0 0 1 0 0,0 1-1 0 0,0-1 0 0 0,0 0 0 0 0,0 1 0 0 0,-1-1 1 0 0,1 1-1 0 0,0-1 0 0 0,0 1 0 0 0,0 0 0 0 0,-1-1 1 0 0,1 1-1 0 0,0-1 0 0 0,-1 1 0 0 0,1 0 0 0 0,-1 0 1 0 0,1-1-1 0 0,-1 1 0 0 0,1 0 0 0 0,-1 0 1 0 0,1 0-1 0 0,-1 0 0 0 0,1 1 0 0 0,14 45 26 0 0,-14-40 20 0 0,5 17-107 0 0,-3-7-203 0 0,1-1 0 0 0,0 1 1 0 0,1-1-1 0 0,1 0 1 0 0,1-1-1 0 0,0 1 0 0 0,1-1 1 0 0,0-1-1 0 0,19 25 0 0 0,-12-22-1818 0 0,0-2-4678 0 0</inkml:trace>
</inkml:ink>
</file>

<file path=ppt/ink/ink3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6.795"/>
    </inkml:context>
    <inkml:brush xml:id="br0">
      <inkml:brushProperty name="width" value="0.1" units="cm"/>
      <inkml:brushProperty name="height" value="0.1" units="cm"/>
      <inkml:brushProperty name="color" value="#F6630D"/>
    </inkml:brush>
  </inkml:definitions>
  <inkml:trace contextRef="#ctx0" brushRef="#br0">67 12 7370 0 0,'-1'-1'401'0'0,"0"0"1"0"0,0 0 0 0 0,-1 0-1 0 0,1 0 1 0 0,0 0 0 0 0,-1 0-1 0 0,1 0 1 0 0,-1 1 0 0 0,1-1-1 0 0,0 1 1 0 0,-1-1 0 0 0,0 1-1 0 0,1-1 1 0 0,-1 1 0 0 0,1 0-1 0 0,-1 0 1 0 0,1 0 0 0 0,-1 0-1 0 0,0 0 1 0 0,1 0 0 0 0,-3 1-1 0 0,2 0-180 0 0,0 0-1 0 0,1 0 0 0 0,0 0 1 0 0,-1 1-1 0 0,1-1 0 0 0,0 0 0 0 0,-1 1 1 0 0,1-1-1 0 0,0 1 0 0 0,0-1 1 0 0,0 1-1 0 0,1 0 0 0 0,-1-1 1 0 0,0 1-1 0 0,0 0 0 0 0,1 0 0 0 0,-1-1 1 0 0,1 1-1 0 0,-1 2 0 0 0,-3 22 141 0 0,0 0-1 0 0,2 0 1 0 0,1 0-1 0 0,1 1 0 0 0,1-1 1 0 0,5 30-1 0 0,4 6-223 0 0,27 86 0 0 0,-24-110-662 0 0,28 61-1 0 0,-27-69-331 0 0</inkml:trace>
</inkml:ink>
</file>

<file path=ppt/ink/ink3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7.002"/>
    </inkml:context>
    <inkml:brush xml:id="br0">
      <inkml:brushProperty name="width" value="0.1" units="cm"/>
      <inkml:brushProperty name="height" value="0.1" units="cm"/>
      <inkml:brushProperty name="color" value="#F6630D"/>
    </inkml:brush>
  </inkml:definitions>
  <inkml:trace contextRef="#ctx0" brushRef="#br0">30 152 11522 0 0,'-30'-2'4380'0'0,"45"-14"-3480"0"0,28-13-2346 0 0,82-43 1 0 0,-93 56 1841 0 0,-4 0-396 0 0</inkml:trace>
</inkml:ink>
</file>

<file path=ppt/ink/ink3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7.301"/>
    </inkml:context>
    <inkml:brush xml:id="br0">
      <inkml:brushProperty name="width" value="0.1" units="cm"/>
      <inkml:brushProperty name="height" value="0.1" units="cm"/>
      <inkml:brushProperty name="color" value="#F6630D"/>
    </inkml:brush>
  </inkml:definitions>
  <inkml:trace contextRef="#ctx0" brushRef="#br0">29 1 6913 0 0,'-5'0'-519'0'0,"-18"10"6574"0"0,34-1-3437 0 0,4 0-1582 0 0,-2 1 0 0 0,1 0-1 0 0,-1 1 1 0 0,-1 0 0 0 0,0 1-1 0 0,17 23 1 0 0,-17-20-948 0 0,-1 2 0 0 0,0 0-1 0 0,-2 0 1 0 0,0 1 0 0 0,0 0-1 0 0,-2 0 1 0 0,0 1 0 0 0,-1 0 0 0 0,3 24-1 0 0,-7-37-303 0 0,-1 0-1 0 0,-1-1 1 0 0,1 1 0 0 0,-1 0-1 0 0,0 0 1 0 0,0-1-1 0 0,-1 1 1 0 0,0 0 0 0 0,0 0-1 0 0,-3 9 1 0 0,-2-6-1122 0 0</inkml:trace>
</inkml:ink>
</file>

<file path=ppt/ink/ink3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7.524"/>
    </inkml:context>
    <inkml:brush xml:id="br0">
      <inkml:brushProperty name="width" value="0.1" units="cm"/>
      <inkml:brushProperty name="height" value="0.1" units="cm"/>
      <inkml:brushProperty name="color" value="#F6630D"/>
    </inkml:brush>
  </inkml:definitions>
  <inkml:trace contextRef="#ctx0" brushRef="#br0">0 116 7834 0 0,'1'-4'186'0'0,"-1"0"0"0"0,1 1 0 0 0,0-1 0 0 0,0 0 0 0 0,0 1 0 0 0,1-1 0 0 0,-1 0 1 0 0,1 1-1 0 0,0 0 0 0 0,0-1 0 0 0,0 1 0 0 0,0 0 0 0 0,0 0 0 0 0,1 0 0 0 0,0 0 0 0 0,-1 1 1 0 0,1-1-1 0 0,0 1 0 0 0,0-1 0 0 0,0 1 0 0 0,1 0 0 0 0,-1 0 0 0 0,1 1 0 0 0,-1-1 1 0 0,1 1-1 0 0,3-2 0 0 0,12-4 815 0 0,1 0 0 0 0,-1 1 0 0 0,1 1 0 0 0,24-4 0 0 0,-33 8-636 0 0,0-1 0 0 0,1 2 0 0 0,-1 0 0 0 0,0 0 0 0 0,0 1 0 0 0,0 0 0 0 0,0 1 0 0 0,0 0 0 0 0,15 5 0 0 0,-25-7-332 0 0,0 1-1 0 0,1 0 1 0 0,-1-1-1 0 0,0 1 1 0 0,1 0-1 0 0,-1 0 1 0 0,0-1 0 0 0,0 1-1 0 0,0 0 1 0 0,1 0-1 0 0,-1 0 1 0 0,0 1-1 0 0,0-1 1 0 0,-1 0 0 0 0,1 0-1 0 0,0 0 1 0 0,0 1-1 0 0,-1-1 1 0 0,1 0-1 0 0,0 1 1 0 0,-1-1 0 0 0,0 1-1 0 0,1-1 1 0 0,-1 2-1 0 0,0 1-24 0 0,0-1 0 0 0,0 1-1 0 0,0-1 1 0 0,-1 0 0 0 0,1 1-1 0 0,-1-1 1 0 0,0 1-1 0 0,0-1 1 0 0,0 0 0 0 0,-3 4-1 0 0,-3 7-179 0 0,-1-1 0 0 0,0 0 1 0 0,-17 19-1 0 0,5-10-809 0 0,-1-1 0 0 0,0-1 0 0 0,-48 34 0 0 0,54-43-328 0 0</inkml:trace>
</inkml:ink>
</file>

<file path=ppt/ink/ink3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7.889"/>
    </inkml:context>
    <inkml:brush xml:id="br0">
      <inkml:brushProperty name="width" value="0.1" units="cm"/>
      <inkml:brushProperty name="height" value="0.1" units="cm"/>
      <inkml:brushProperty name="color" value="#F6630D"/>
    </inkml:brush>
  </inkml:definitions>
  <inkml:trace contextRef="#ctx0" brushRef="#br0">0 31 8754 0 0,'2'0'286'0'0,"-1"-1"0"0"0,0 1 0 0 0,1 0 0 0 0,-1 1 1 0 0,1-1-1 0 0,-1 0 0 0 0,1 0 0 0 0,-1 1 0 0 0,0-1 0 0 0,1 0 1 0 0,-1 1-1 0 0,0-1 0 0 0,1 1 0 0 0,-1 0 0 0 0,0 0 0 0 0,0-1 1 0 0,0 1-1 0 0,0 0 0 0 0,1 0 0 0 0,-1 0 0 0 0,0 0 0 0 0,0 0 0 0 0,0 2 1 0 0,1-1 149 0 0,-1 1 0 0 0,-1 0 0 0 0,1 0 0 0 0,0-1 0 0 0,0 1 0 0 0,-1 0 0 0 0,0 0 0 0 0,0 0 0 0 0,0 0 0 0 0,0 5 0 0 0,-1 6-84 0 0,1 0 0 0 0,0-1 0 0 0,1 1 0 0 0,1-1-1 0 0,4 19 1 0 0,-6-29-406 0 0,1-1 0 0 0,-1 0 1 0 0,1 0-1 0 0,0 1 0 0 0,-1-1 0 0 0,1 0 0 0 0,0 0 0 0 0,0 0 0 0 0,1 0 0 0 0,-1 0 0 0 0,0 0 0 0 0,1 0 0 0 0,-1-1 0 0 0,1 1 0 0 0,-1 0 0 0 0,1-1 0 0 0,0 1 0 0 0,0-1 0 0 0,0 0 0 0 0,0 1 0 0 0,0-1 0 0 0,0 0 0 0 0,0 0 0 0 0,0 0 0 0 0,0-1 0 0 0,0 1 0 0 0,1 0 0 0 0,-1-1 0 0 0,0 0 0 0 0,1 1 0 0 0,-1-1 0 0 0,0 0 0 0 0,1 0 0 0 0,-1 0 0 0 0,0 0 0 0 0,0-1 0 0 0,1 1 0 0 0,-1-1 0 0 0,0 1 0 0 0,3-2 0 0 0,-2 1-173 0 0,1-1 0 0 0,0 0 0 0 0,-1 0-1 0 0,1 0 1 0 0,-1 0 0 0 0,0-1-1 0 0,0 1 1 0 0,0-1 0 0 0,0 0 0 0 0,0 1-1 0 0,0-1 1 0 0,-1-1 0 0 0,4-5 0 0 0,25-52-682 0 0,-12 22 1081 0 0,-12 25 27 0 0,21-35 1189 0 0,-27 48-1270 0 0,0-1 1 0 0,0 1 0 0 0,0 0 0 0 0,0-1 0 0 0,0 1 0 0 0,0 0-1 0 0,0 0 1 0 0,1-1 0 0 0,-1 1 0 0 0,0 0 0 0 0,1 0-1 0 0,-1 1 1 0 0,1-1 0 0 0,-1 0 0 0 0,1 0 0 0 0,0 1-1 0 0,-1-1 1 0 0,1 1 0 0 0,-1-1 0 0 0,1 1 0 0 0,0 0 0 0 0,0 0-1 0 0,-1 0 1 0 0,1-1 0 0 0,3 2 0 0 0,-3 0-82 0 0,0 0 0 0 0,-1 0 0 0 0,1 0 0 0 0,0 0 0 0 0,-1 0 0 0 0,1 0 1 0 0,-1 1-1 0 0,1-1 0 0 0,-1 0 0 0 0,1 1 0 0 0,-1-1 0 0 0,0 1 0 0 0,0 0 0 0 0,0 0 0 0 0,2 3 1 0 0,13 35 710 0 0,-5-12-455 0 0,-9-23-684 0 0,1-1 0 0 0,-1 0 0 0 0,1 1 0 0 0,0-1 0 0 0,0-1 0 0 0,1 1 0 0 0,-1 0 0 0 0,1-1 0 0 0,-1 0 0 0 0,1 0 0 0 0,0 0 0 0 0,0 0 0 0 0,1 0 0 0 0,-1-1 0 0 0,1 0 0 0 0,-1 0 0 0 0,1 0 0 0 0,0-1 0 0 0,7 3 0 0 0,7-2-6024 0 0</inkml:trace>
</inkml:ink>
</file>

<file path=ppt/ink/ink3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8.113"/>
    </inkml:context>
    <inkml:brush xml:id="br0">
      <inkml:brushProperty name="width" value="0.1" units="cm"/>
      <inkml:brushProperty name="height" value="0.1" units="cm"/>
      <inkml:brushProperty name="color" value="#F6630D"/>
    </inkml:brush>
  </inkml:definitions>
  <inkml:trace contextRef="#ctx0" brushRef="#br0">84 44 9218 0 0,'-1'-4'244'0'0,"0"1"0"0"0,-1-1 0 0 0,1 0 0 0 0,-1 0 0 0 0,0 1 0 0 0,0-1 0 0 0,0 1 0 0 0,-5-7 0 0 0,6 10-104 0 0,1-1 1 0 0,-1 1-1 0 0,1-1 0 0 0,-1 1 1 0 0,1 0-1 0 0,-1 0 0 0 0,1-1 1 0 0,-1 1-1 0 0,1 0 0 0 0,-1 0 1 0 0,1-1-1 0 0,-1 1 0 0 0,0 0 1 0 0,1 0-1 0 0,-1 0 0 0 0,1 0 0 0 0,-1 0 1 0 0,0 0-1 0 0,1 0 0 0 0,-1 0 1 0 0,1 0-1 0 0,-1 0 0 0 0,0 0 1 0 0,0 1-1 0 0,-1 0 112 0 0,1 0 0 0 0,-1 0 0 0 0,1 0-1 0 0,-1 0 1 0 0,1 0 0 0 0,0 0 0 0 0,-1 1 0 0 0,1-1 0 0 0,0 1-1 0 0,0-1 1 0 0,0 1 0 0 0,-1 2 0 0 0,-3 6 123 0 0,0 1 0 0 0,1 0 0 0 0,0 0 0 0 0,1 0 0 0 0,0 0 1 0 0,1 0-1 0 0,0 1 0 0 0,1 0 0 0 0,0-1 0 0 0,1 1 0 0 0,0-1 0 0 0,2 13 0 0 0,4 21-165 0 0,18 73 0 0 0,-22-112-146 0 0,15 63-5 0 0,3-2 1 0 0,37 82-1 0 0,3-34-2454 0 0,-45-89-5293 0 0</inkml:trace>
</inkml:ink>
</file>

<file path=ppt/ink/ink3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8.319"/>
    </inkml:context>
    <inkml:brush xml:id="br0">
      <inkml:brushProperty name="width" value="0.1" units="cm"/>
      <inkml:brushProperty name="height" value="0.1" units="cm"/>
      <inkml:brushProperty name="color" value="#F6630D"/>
    </inkml:brush>
  </inkml:definitions>
  <inkml:trace contextRef="#ctx0" brushRef="#br0">1 153 13363 0 0,'8'-1'938'0'0,"1"0"1"0"0,-1 0-1 0 0,17-6 0 0 0,0 0-135 0 0,212-51 3161 0 0,-78 13-6515 0 0,-40 20-490 0 0,-96 17 3041 0 0</inkml:trace>
</inkml:ink>
</file>

<file path=ppt/ink/ink3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3T23:42:18.479"/>
    </inkml:context>
    <inkml:brush xml:id="br0">
      <inkml:brushProperty name="width" value="0.1" units="cm"/>
      <inkml:brushProperty name="height" value="0.1" units="cm"/>
      <inkml:brushProperty name="color" value="#F6630D"/>
    </inkml:brush>
  </inkml:definitions>
  <inkml:trace contextRef="#ctx0" brushRef="#br0">7 0 14283 0 0,'-4'3'1400'0'0,"2"-1"-1248"0"0,1-2-152 0 0,1 1 0 0 0,0 0 64 0 0,1 2-64 0 0,1 0 0 0 0,2 4 72 0 0,3-3-72 0 0,4 0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0" i="0">
                <a:solidFill>
                  <a:srgbClr val="991B1E"/>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991B1E"/>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991B1E"/>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991B1E"/>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831764" y="65552"/>
            <a:ext cx="1275956" cy="661111"/>
          </a:xfrm>
          <a:prstGeom prst="rect">
            <a:avLst/>
          </a:prstGeom>
        </p:spPr>
      </p:pic>
      <p:sp>
        <p:nvSpPr>
          <p:cNvPr id="2" name="Holder 2"/>
          <p:cNvSpPr>
            <a:spLocks noGrp="1"/>
          </p:cNvSpPr>
          <p:nvPr>
            <p:ph type="title"/>
          </p:nvPr>
        </p:nvSpPr>
        <p:spPr>
          <a:xfrm>
            <a:off x="78739" y="14986"/>
            <a:ext cx="10328275" cy="467995"/>
          </a:xfrm>
          <a:prstGeom prst="rect">
            <a:avLst/>
          </a:prstGeom>
        </p:spPr>
        <p:txBody>
          <a:bodyPr wrap="square" lIns="0" tIns="0" rIns="0" bIns="0">
            <a:spAutoFit/>
          </a:bodyPr>
          <a:lstStyle>
            <a:lvl1pPr>
              <a:defRPr sz="3200" b="0" i="0">
                <a:solidFill>
                  <a:srgbClr val="991B1E"/>
                </a:solidFill>
                <a:latin typeface="Calibri"/>
                <a:cs typeface="Calibri"/>
              </a:defRPr>
            </a:lvl1pPr>
          </a:lstStyle>
          <a:p>
            <a:endParaRPr/>
          </a:p>
        </p:txBody>
      </p:sp>
      <p:sp>
        <p:nvSpPr>
          <p:cNvPr id="3" name="Holder 3"/>
          <p:cNvSpPr>
            <a:spLocks noGrp="1"/>
          </p:cNvSpPr>
          <p:nvPr>
            <p:ph type="body" idx="1"/>
          </p:nvPr>
        </p:nvSpPr>
        <p:spPr>
          <a:xfrm>
            <a:off x="1204366" y="1368933"/>
            <a:ext cx="9378315" cy="4081779"/>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4/9/2026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17" Type="http://schemas.openxmlformats.org/officeDocument/2006/relationships/image" Target="../media/image63.png"/><Relationship Id="rId299" Type="http://schemas.openxmlformats.org/officeDocument/2006/relationships/customXml" Target="../ink/ink150.xml"/><Relationship Id="rId21" Type="http://schemas.openxmlformats.org/officeDocument/2006/relationships/image" Target="../media/image15.png"/><Relationship Id="rId63" Type="http://schemas.openxmlformats.org/officeDocument/2006/relationships/image" Target="../media/image36.png"/><Relationship Id="rId159" Type="http://schemas.openxmlformats.org/officeDocument/2006/relationships/image" Target="../media/image84.png"/><Relationship Id="rId324" Type="http://schemas.openxmlformats.org/officeDocument/2006/relationships/image" Target="../media/image166.png"/><Relationship Id="rId170" Type="http://schemas.openxmlformats.org/officeDocument/2006/relationships/customXml" Target="../ink/ink85.xml"/><Relationship Id="rId226" Type="http://schemas.openxmlformats.org/officeDocument/2006/relationships/image" Target="../media/image117.png"/><Relationship Id="rId268" Type="http://schemas.openxmlformats.org/officeDocument/2006/relationships/image" Target="../media/image138.png"/><Relationship Id="rId32" Type="http://schemas.openxmlformats.org/officeDocument/2006/relationships/customXml" Target="../ink/ink16.xml"/><Relationship Id="rId74" Type="http://schemas.openxmlformats.org/officeDocument/2006/relationships/customXml" Target="../ink/ink37.xml"/><Relationship Id="rId128" Type="http://schemas.openxmlformats.org/officeDocument/2006/relationships/customXml" Target="../ink/ink64.xml"/><Relationship Id="rId335" Type="http://schemas.openxmlformats.org/officeDocument/2006/relationships/customXml" Target="../ink/ink168.xml"/><Relationship Id="rId5" Type="http://schemas.openxmlformats.org/officeDocument/2006/relationships/image" Target="../media/image7.png"/><Relationship Id="rId181" Type="http://schemas.openxmlformats.org/officeDocument/2006/relationships/image" Target="../media/image95.png"/><Relationship Id="rId237" Type="http://schemas.openxmlformats.org/officeDocument/2006/relationships/customXml" Target="../ink/ink119.xml"/><Relationship Id="rId279" Type="http://schemas.openxmlformats.org/officeDocument/2006/relationships/customXml" Target="../ink/ink140.xml"/><Relationship Id="rId43" Type="http://schemas.openxmlformats.org/officeDocument/2006/relationships/image" Target="../media/image26.png"/><Relationship Id="rId139" Type="http://schemas.openxmlformats.org/officeDocument/2006/relationships/image" Target="../media/image74.png"/><Relationship Id="rId290" Type="http://schemas.openxmlformats.org/officeDocument/2006/relationships/image" Target="../media/image149.png"/><Relationship Id="rId304" Type="http://schemas.openxmlformats.org/officeDocument/2006/relationships/image" Target="../media/image156.png"/><Relationship Id="rId346" Type="http://schemas.openxmlformats.org/officeDocument/2006/relationships/image" Target="../media/image177.png"/><Relationship Id="rId85" Type="http://schemas.openxmlformats.org/officeDocument/2006/relationships/image" Target="../media/image47.png"/><Relationship Id="rId150" Type="http://schemas.openxmlformats.org/officeDocument/2006/relationships/customXml" Target="../ink/ink75.xml"/><Relationship Id="rId192" Type="http://schemas.openxmlformats.org/officeDocument/2006/relationships/customXml" Target="../ink/ink96.xml"/><Relationship Id="rId206" Type="http://schemas.openxmlformats.org/officeDocument/2006/relationships/image" Target="../media/image107.png"/><Relationship Id="rId248" Type="http://schemas.openxmlformats.org/officeDocument/2006/relationships/image" Target="../media/image128.png"/><Relationship Id="rId12" Type="http://schemas.openxmlformats.org/officeDocument/2006/relationships/customXml" Target="../ink/ink6.xml"/><Relationship Id="rId108" Type="http://schemas.openxmlformats.org/officeDocument/2006/relationships/customXml" Target="../ink/ink54.xml"/><Relationship Id="rId315" Type="http://schemas.openxmlformats.org/officeDocument/2006/relationships/customXml" Target="../ink/ink158.xml"/><Relationship Id="rId54" Type="http://schemas.openxmlformats.org/officeDocument/2006/relationships/customXml" Target="../ink/ink27.xml"/><Relationship Id="rId96" Type="http://schemas.openxmlformats.org/officeDocument/2006/relationships/customXml" Target="../ink/ink48.xml"/><Relationship Id="rId161" Type="http://schemas.openxmlformats.org/officeDocument/2006/relationships/image" Target="../media/image85.png"/><Relationship Id="rId217" Type="http://schemas.openxmlformats.org/officeDocument/2006/relationships/customXml" Target="../ink/ink109.xml"/><Relationship Id="rId259" Type="http://schemas.openxmlformats.org/officeDocument/2006/relationships/customXml" Target="../ink/ink130.xml"/><Relationship Id="rId23" Type="http://schemas.openxmlformats.org/officeDocument/2006/relationships/image" Target="../media/image16.png"/><Relationship Id="rId119" Type="http://schemas.openxmlformats.org/officeDocument/2006/relationships/image" Target="../media/image64.png"/><Relationship Id="rId270" Type="http://schemas.openxmlformats.org/officeDocument/2006/relationships/image" Target="../media/image139.png"/><Relationship Id="rId326" Type="http://schemas.openxmlformats.org/officeDocument/2006/relationships/image" Target="../media/image167.png"/><Relationship Id="rId65" Type="http://schemas.openxmlformats.org/officeDocument/2006/relationships/image" Target="../media/image37.png"/><Relationship Id="rId130" Type="http://schemas.openxmlformats.org/officeDocument/2006/relationships/customXml" Target="../ink/ink65.xml"/><Relationship Id="rId172" Type="http://schemas.openxmlformats.org/officeDocument/2006/relationships/customXml" Target="../ink/ink86.xml"/><Relationship Id="rId228" Type="http://schemas.openxmlformats.org/officeDocument/2006/relationships/image" Target="../media/image118.png"/><Relationship Id="rId281" Type="http://schemas.openxmlformats.org/officeDocument/2006/relationships/customXml" Target="../ink/ink141.xml"/><Relationship Id="rId337" Type="http://schemas.openxmlformats.org/officeDocument/2006/relationships/customXml" Target="../ink/ink169.xml"/><Relationship Id="rId34" Type="http://schemas.openxmlformats.org/officeDocument/2006/relationships/customXml" Target="../ink/ink17.xml"/><Relationship Id="rId76" Type="http://schemas.openxmlformats.org/officeDocument/2006/relationships/customXml" Target="../ink/ink38.xml"/><Relationship Id="rId141" Type="http://schemas.openxmlformats.org/officeDocument/2006/relationships/image" Target="../media/image75.png"/><Relationship Id="rId7" Type="http://schemas.openxmlformats.org/officeDocument/2006/relationships/image" Target="../media/image8.png"/><Relationship Id="rId183" Type="http://schemas.openxmlformats.org/officeDocument/2006/relationships/image" Target="../media/image96.png"/><Relationship Id="rId239" Type="http://schemas.openxmlformats.org/officeDocument/2006/relationships/customXml" Target="../ink/ink120.xml"/><Relationship Id="rId250" Type="http://schemas.openxmlformats.org/officeDocument/2006/relationships/image" Target="../media/image129.png"/><Relationship Id="rId292" Type="http://schemas.openxmlformats.org/officeDocument/2006/relationships/image" Target="../media/image150.png"/><Relationship Id="rId306" Type="http://schemas.openxmlformats.org/officeDocument/2006/relationships/image" Target="../media/image157.png"/><Relationship Id="rId45" Type="http://schemas.openxmlformats.org/officeDocument/2006/relationships/image" Target="../media/image27.png"/><Relationship Id="rId87" Type="http://schemas.openxmlformats.org/officeDocument/2006/relationships/image" Target="../media/image48.png"/><Relationship Id="rId110" Type="http://schemas.openxmlformats.org/officeDocument/2006/relationships/customXml" Target="../ink/ink55.xml"/><Relationship Id="rId152" Type="http://schemas.openxmlformats.org/officeDocument/2006/relationships/customXml" Target="../ink/ink76.xml"/><Relationship Id="rId194" Type="http://schemas.openxmlformats.org/officeDocument/2006/relationships/customXml" Target="../ink/ink97.xml"/><Relationship Id="rId208" Type="http://schemas.openxmlformats.org/officeDocument/2006/relationships/image" Target="../media/image108.png"/><Relationship Id="rId261" Type="http://schemas.openxmlformats.org/officeDocument/2006/relationships/customXml" Target="../ink/ink131.xml"/><Relationship Id="rId14" Type="http://schemas.openxmlformats.org/officeDocument/2006/relationships/customXml" Target="../ink/ink7.xml"/><Relationship Id="rId35" Type="http://schemas.openxmlformats.org/officeDocument/2006/relationships/image" Target="../media/image22.png"/><Relationship Id="rId56" Type="http://schemas.openxmlformats.org/officeDocument/2006/relationships/customXml" Target="../ink/ink28.xml"/><Relationship Id="rId77" Type="http://schemas.openxmlformats.org/officeDocument/2006/relationships/image" Target="../media/image43.png"/><Relationship Id="rId100" Type="http://schemas.openxmlformats.org/officeDocument/2006/relationships/customXml" Target="../ink/ink50.xml"/><Relationship Id="rId282" Type="http://schemas.openxmlformats.org/officeDocument/2006/relationships/image" Target="../media/image145.png"/><Relationship Id="rId317" Type="http://schemas.openxmlformats.org/officeDocument/2006/relationships/customXml" Target="../ink/ink159.xml"/><Relationship Id="rId338" Type="http://schemas.openxmlformats.org/officeDocument/2006/relationships/image" Target="../media/image173.png"/><Relationship Id="rId8" Type="http://schemas.openxmlformats.org/officeDocument/2006/relationships/customXml" Target="../ink/ink4.xml"/><Relationship Id="rId98" Type="http://schemas.openxmlformats.org/officeDocument/2006/relationships/customXml" Target="../ink/ink49.xml"/><Relationship Id="rId121" Type="http://schemas.openxmlformats.org/officeDocument/2006/relationships/image" Target="../media/image65.png"/><Relationship Id="rId142" Type="http://schemas.openxmlformats.org/officeDocument/2006/relationships/customXml" Target="../ink/ink71.xml"/><Relationship Id="rId163" Type="http://schemas.openxmlformats.org/officeDocument/2006/relationships/image" Target="../media/image86.png"/><Relationship Id="rId184" Type="http://schemas.openxmlformats.org/officeDocument/2006/relationships/customXml" Target="../ink/ink92.xml"/><Relationship Id="rId219" Type="http://schemas.openxmlformats.org/officeDocument/2006/relationships/customXml" Target="../ink/ink110.xml"/><Relationship Id="rId230" Type="http://schemas.openxmlformats.org/officeDocument/2006/relationships/image" Target="../media/image119.png"/><Relationship Id="rId251" Type="http://schemas.openxmlformats.org/officeDocument/2006/relationships/customXml" Target="../ink/ink126.xml"/><Relationship Id="rId25" Type="http://schemas.openxmlformats.org/officeDocument/2006/relationships/image" Target="../media/image17.png"/><Relationship Id="rId46" Type="http://schemas.openxmlformats.org/officeDocument/2006/relationships/customXml" Target="../ink/ink23.xml"/><Relationship Id="rId67" Type="http://schemas.openxmlformats.org/officeDocument/2006/relationships/image" Target="../media/image38.png"/><Relationship Id="rId272" Type="http://schemas.openxmlformats.org/officeDocument/2006/relationships/image" Target="../media/image140.png"/><Relationship Id="rId293" Type="http://schemas.openxmlformats.org/officeDocument/2006/relationships/customXml" Target="../ink/ink147.xml"/><Relationship Id="rId307" Type="http://schemas.openxmlformats.org/officeDocument/2006/relationships/customXml" Target="../ink/ink154.xml"/><Relationship Id="rId328" Type="http://schemas.openxmlformats.org/officeDocument/2006/relationships/image" Target="../media/image168.png"/><Relationship Id="rId88" Type="http://schemas.openxmlformats.org/officeDocument/2006/relationships/customXml" Target="../ink/ink44.xml"/><Relationship Id="rId111" Type="http://schemas.openxmlformats.org/officeDocument/2006/relationships/image" Target="../media/image60.png"/><Relationship Id="rId132" Type="http://schemas.openxmlformats.org/officeDocument/2006/relationships/customXml" Target="../ink/ink66.xml"/><Relationship Id="rId153" Type="http://schemas.openxmlformats.org/officeDocument/2006/relationships/image" Target="../media/image81.png"/><Relationship Id="rId174" Type="http://schemas.openxmlformats.org/officeDocument/2006/relationships/customXml" Target="../ink/ink87.xml"/><Relationship Id="rId195" Type="http://schemas.openxmlformats.org/officeDocument/2006/relationships/customXml" Target="../ink/ink98.xml"/><Relationship Id="rId209" Type="http://schemas.openxmlformats.org/officeDocument/2006/relationships/customXml" Target="../ink/ink105.xml"/><Relationship Id="rId220" Type="http://schemas.openxmlformats.org/officeDocument/2006/relationships/image" Target="../media/image114.png"/><Relationship Id="rId241" Type="http://schemas.openxmlformats.org/officeDocument/2006/relationships/customXml" Target="../ink/ink121.xml"/><Relationship Id="rId15" Type="http://schemas.openxmlformats.org/officeDocument/2006/relationships/image" Target="../media/image12.png"/><Relationship Id="rId36" Type="http://schemas.openxmlformats.org/officeDocument/2006/relationships/customXml" Target="../ink/ink18.xml"/><Relationship Id="rId57" Type="http://schemas.openxmlformats.org/officeDocument/2006/relationships/image" Target="../media/image33.png"/><Relationship Id="rId262" Type="http://schemas.openxmlformats.org/officeDocument/2006/relationships/image" Target="../media/image135.png"/><Relationship Id="rId283" Type="http://schemas.openxmlformats.org/officeDocument/2006/relationships/customXml" Target="../ink/ink142.xml"/><Relationship Id="rId318" Type="http://schemas.openxmlformats.org/officeDocument/2006/relationships/image" Target="../media/image163.png"/><Relationship Id="rId339" Type="http://schemas.openxmlformats.org/officeDocument/2006/relationships/customXml" Target="../ink/ink170.xml"/><Relationship Id="rId78" Type="http://schemas.openxmlformats.org/officeDocument/2006/relationships/customXml" Target="../ink/ink39.xml"/><Relationship Id="rId99" Type="http://schemas.openxmlformats.org/officeDocument/2006/relationships/image" Target="../media/image54.png"/><Relationship Id="rId101" Type="http://schemas.openxmlformats.org/officeDocument/2006/relationships/image" Target="../media/image55.png"/><Relationship Id="rId122" Type="http://schemas.openxmlformats.org/officeDocument/2006/relationships/customXml" Target="../ink/ink61.xml"/><Relationship Id="rId143" Type="http://schemas.openxmlformats.org/officeDocument/2006/relationships/image" Target="../media/image76.png"/><Relationship Id="rId164" Type="http://schemas.openxmlformats.org/officeDocument/2006/relationships/customXml" Target="../ink/ink82.xml"/><Relationship Id="rId185" Type="http://schemas.openxmlformats.org/officeDocument/2006/relationships/image" Target="../media/image97.png"/><Relationship Id="rId9" Type="http://schemas.openxmlformats.org/officeDocument/2006/relationships/image" Target="../media/image9.png"/><Relationship Id="rId210" Type="http://schemas.openxmlformats.org/officeDocument/2006/relationships/image" Target="../media/image109.png"/><Relationship Id="rId26" Type="http://schemas.openxmlformats.org/officeDocument/2006/relationships/customXml" Target="../ink/ink13.xml"/><Relationship Id="rId231" Type="http://schemas.openxmlformats.org/officeDocument/2006/relationships/customXml" Target="../ink/ink116.xml"/><Relationship Id="rId252" Type="http://schemas.openxmlformats.org/officeDocument/2006/relationships/image" Target="../media/image130.png"/><Relationship Id="rId273" Type="http://schemas.openxmlformats.org/officeDocument/2006/relationships/customXml" Target="../ink/ink137.xml"/><Relationship Id="rId294" Type="http://schemas.openxmlformats.org/officeDocument/2006/relationships/image" Target="../media/image151.png"/><Relationship Id="rId308" Type="http://schemas.openxmlformats.org/officeDocument/2006/relationships/image" Target="../media/image158.png"/><Relationship Id="rId329" Type="http://schemas.openxmlformats.org/officeDocument/2006/relationships/customXml" Target="../ink/ink165.xml"/><Relationship Id="rId47" Type="http://schemas.openxmlformats.org/officeDocument/2006/relationships/image" Target="../media/image28.png"/><Relationship Id="rId68" Type="http://schemas.openxmlformats.org/officeDocument/2006/relationships/customXml" Target="../ink/ink34.xml"/><Relationship Id="rId89" Type="http://schemas.openxmlformats.org/officeDocument/2006/relationships/image" Target="../media/image49.png"/><Relationship Id="rId112" Type="http://schemas.openxmlformats.org/officeDocument/2006/relationships/customXml" Target="../ink/ink56.xml"/><Relationship Id="rId133" Type="http://schemas.openxmlformats.org/officeDocument/2006/relationships/image" Target="../media/image71.png"/><Relationship Id="rId154" Type="http://schemas.openxmlformats.org/officeDocument/2006/relationships/customXml" Target="../ink/ink77.xml"/><Relationship Id="rId175" Type="http://schemas.openxmlformats.org/officeDocument/2006/relationships/image" Target="../media/image92.png"/><Relationship Id="rId340" Type="http://schemas.openxmlformats.org/officeDocument/2006/relationships/image" Target="../media/image174.png"/><Relationship Id="rId196" Type="http://schemas.openxmlformats.org/officeDocument/2006/relationships/image" Target="../media/image102.png"/><Relationship Id="rId200" Type="http://schemas.openxmlformats.org/officeDocument/2006/relationships/image" Target="../media/image104.png"/><Relationship Id="rId16" Type="http://schemas.openxmlformats.org/officeDocument/2006/relationships/customXml" Target="../ink/ink8.xml"/><Relationship Id="rId221" Type="http://schemas.openxmlformats.org/officeDocument/2006/relationships/customXml" Target="../ink/ink111.xml"/><Relationship Id="rId242" Type="http://schemas.openxmlformats.org/officeDocument/2006/relationships/image" Target="../media/image125.png"/><Relationship Id="rId263" Type="http://schemas.openxmlformats.org/officeDocument/2006/relationships/customXml" Target="../ink/ink132.xml"/><Relationship Id="rId284" Type="http://schemas.openxmlformats.org/officeDocument/2006/relationships/image" Target="../media/image146.png"/><Relationship Id="rId319" Type="http://schemas.openxmlformats.org/officeDocument/2006/relationships/customXml" Target="../ink/ink160.xml"/><Relationship Id="rId37" Type="http://schemas.openxmlformats.org/officeDocument/2006/relationships/image" Target="../media/image23.png"/><Relationship Id="rId58" Type="http://schemas.openxmlformats.org/officeDocument/2006/relationships/customXml" Target="../ink/ink29.xml"/><Relationship Id="rId79" Type="http://schemas.openxmlformats.org/officeDocument/2006/relationships/image" Target="../media/image44.png"/><Relationship Id="rId102" Type="http://schemas.openxmlformats.org/officeDocument/2006/relationships/customXml" Target="../ink/ink51.xml"/><Relationship Id="rId123" Type="http://schemas.openxmlformats.org/officeDocument/2006/relationships/image" Target="../media/image66.png"/><Relationship Id="rId144" Type="http://schemas.openxmlformats.org/officeDocument/2006/relationships/customXml" Target="../ink/ink72.xml"/><Relationship Id="rId330" Type="http://schemas.openxmlformats.org/officeDocument/2006/relationships/image" Target="../media/image169.png"/><Relationship Id="rId90" Type="http://schemas.openxmlformats.org/officeDocument/2006/relationships/customXml" Target="../ink/ink45.xml"/><Relationship Id="rId165" Type="http://schemas.openxmlformats.org/officeDocument/2006/relationships/image" Target="../media/image87.png"/><Relationship Id="rId186" Type="http://schemas.openxmlformats.org/officeDocument/2006/relationships/customXml" Target="../ink/ink93.xml"/><Relationship Id="rId211" Type="http://schemas.openxmlformats.org/officeDocument/2006/relationships/customXml" Target="../ink/ink106.xml"/><Relationship Id="rId232" Type="http://schemas.openxmlformats.org/officeDocument/2006/relationships/image" Target="../media/image120.png"/><Relationship Id="rId253" Type="http://schemas.openxmlformats.org/officeDocument/2006/relationships/customXml" Target="../ink/ink127.xml"/><Relationship Id="rId274" Type="http://schemas.openxmlformats.org/officeDocument/2006/relationships/image" Target="../media/image141.png"/><Relationship Id="rId295" Type="http://schemas.openxmlformats.org/officeDocument/2006/relationships/customXml" Target="../ink/ink148.xml"/><Relationship Id="rId309" Type="http://schemas.openxmlformats.org/officeDocument/2006/relationships/customXml" Target="../ink/ink155.xml"/><Relationship Id="rId27" Type="http://schemas.openxmlformats.org/officeDocument/2006/relationships/image" Target="../media/image18.png"/><Relationship Id="rId48" Type="http://schemas.openxmlformats.org/officeDocument/2006/relationships/customXml" Target="../ink/ink24.xml"/><Relationship Id="rId69" Type="http://schemas.openxmlformats.org/officeDocument/2006/relationships/image" Target="../media/image39.png"/><Relationship Id="rId113" Type="http://schemas.openxmlformats.org/officeDocument/2006/relationships/image" Target="../media/image61.png"/><Relationship Id="rId134" Type="http://schemas.openxmlformats.org/officeDocument/2006/relationships/customXml" Target="../ink/ink67.xml"/><Relationship Id="rId320" Type="http://schemas.openxmlformats.org/officeDocument/2006/relationships/image" Target="../media/image164.png"/><Relationship Id="rId80" Type="http://schemas.openxmlformats.org/officeDocument/2006/relationships/customXml" Target="../ink/ink40.xml"/><Relationship Id="rId155" Type="http://schemas.openxmlformats.org/officeDocument/2006/relationships/image" Target="../media/image82.png"/><Relationship Id="rId176" Type="http://schemas.openxmlformats.org/officeDocument/2006/relationships/customXml" Target="../ink/ink88.xml"/><Relationship Id="rId197" Type="http://schemas.openxmlformats.org/officeDocument/2006/relationships/customXml" Target="../ink/ink99.xml"/><Relationship Id="rId341" Type="http://schemas.openxmlformats.org/officeDocument/2006/relationships/customXml" Target="../ink/ink171.xml"/><Relationship Id="rId201" Type="http://schemas.openxmlformats.org/officeDocument/2006/relationships/customXml" Target="../ink/ink101.xml"/><Relationship Id="rId222" Type="http://schemas.openxmlformats.org/officeDocument/2006/relationships/image" Target="../media/image115.png"/><Relationship Id="rId243" Type="http://schemas.openxmlformats.org/officeDocument/2006/relationships/customXml" Target="../ink/ink122.xml"/><Relationship Id="rId264" Type="http://schemas.openxmlformats.org/officeDocument/2006/relationships/image" Target="../media/image136.png"/><Relationship Id="rId285" Type="http://schemas.openxmlformats.org/officeDocument/2006/relationships/customXml" Target="../ink/ink143.xml"/><Relationship Id="rId17" Type="http://schemas.openxmlformats.org/officeDocument/2006/relationships/image" Target="../media/image13.png"/><Relationship Id="rId38" Type="http://schemas.openxmlformats.org/officeDocument/2006/relationships/customXml" Target="../ink/ink19.xml"/><Relationship Id="rId59" Type="http://schemas.openxmlformats.org/officeDocument/2006/relationships/image" Target="../media/image34.png"/><Relationship Id="rId103" Type="http://schemas.openxmlformats.org/officeDocument/2006/relationships/image" Target="../media/image56.png"/><Relationship Id="rId124" Type="http://schemas.openxmlformats.org/officeDocument/2006/relationships/customXml" Target="../ink/ink62.xml"/><Relationship Id="rId310" Type="http://schemas.openxmlformats.org/officeDocument/2006/relationships/image" Target="../media/image159.png"/><Relationship Id="rId70" Type="http://schemas.openxmlformats.org/officeDocument/2006/relationships/customXml" Target="../ink/ink35.xml"/><Relationship Id="rId91" Type="http://schemas.openxmlformats.org/officeDocument/2006/relationships/image" Target="../media/image50.png"/><Relationship Id="rId145" Type="http://schemas.openxmlformats.org/officeDocument/2006/relationships/image" Target="../media/image77.png"/><Relationship Id="rId166" Type="http://schemas.openxmlformats.org/officeDocument/2006/relationships/customXml" Target="../ink/ink83.xml"/><Relationship Id="rId187" Type="http://schemas.openxmlformats.org/officeDocument/2006/relationships/image" Target="../media/image98.png"/><Relationship Id="rId331" Type="http://schemas.openxmlformats.org/officeDocument/2006/relationships/customXml" Target="../ink/ink166.xml"/><Relationship Id="rId1" Type="http://schemas.openxmlformats.org/officeDocument/2006/relationships/slideLayout" Target="../slideLayouts/slideLayout2.xml"/><Relationship Id="rId212" Type="http://schemas.openxmlformats.org/officeDocument/2006/relationships/image" Target="../media/image110.png"/><Relationship Id="rId233" Type="http://schemas.openxmlformats.org/officeDocument/2006/relationships/customXml" Target="../ink/ink117.xml"/><Relationship Id="rId254" Type="http://schemas.openxmlformats.org/officeDocument/2006/relationships/image" Target="../media/image131.png"/><Relationship Id="rId28" Type="http://schemas.openxmlformats.org/officeDocument/2006/relationships/customXml" Target="../ink/ink14.xml"/><Relationship Id="rId49" Type="http://schemas.openxmlformats.org/officeDocument/2006/relationships/image" Target="../media/image29.png"/><Relationship Id="rId114" Type="http://schemas.openxmlformats.org/officeDocument/2006/relationships/customXml" Target="../ink/ink57.xml"/><Relationship Id="rId275" Type="http://schemas.openxmlformats.org/officeDocument/2006/relationships/customXml" Target="../ink/ink138.xml"/><Relationship Id="rId296" Type="http://schemas.openxmlformats.org/officeDocument/2006/relationships/image" Target="../media/image152.png"/><Relationship Id="rId300" Type="http://schemas.openxmlformats.org/officeDocument/2006/relationships/image" Target="../media/image154.png"/><Relationship Id="rId60" Type="http://schemas.openxmlformats.org/officeDocument/2006/relationships/customXml" Target="../ink/ink30.xml"/><Relationship Id="rId81" Type="http://schemas.openxmlformats.org/officeDocument/2006/relationships/image" Target="../media/image45.png"/><Relationship Id="rId135" Type="http://schemas.openxmlformats.org/officeDocument/2006/relationships/image" Target="../media/image72.png"/><Relationship Id="rId156" Type="http://schemas.openxmlformats.org/officeDocument/2006/relationships/customXml" Target="../ink/ink78.xml"/><Relationship Id="rId177" Type="http://schemas.openxmlformats.org/officeDocument/2006/relationships/image" Target="../media/image93.png"/><Relationship Id="rId198" Type="http://schemas.openxmlformats.org/officeDocument/2006/relationships/image" Target="../media/image103.png"/><Relationship Id="rId321" Type="http://schemas.openxmlformats.org/officeDocument/2006/relationships/customXml" Target="../ink/ink161.xml"/><Relationship Id="rId342" Type="http://schemas.openxmlformats.org/officeDocument/2006/relationships/image" Target="../media/image175.png"/><Relationship Id="rId202" Type="http://schemas.openxmlformats.org/officeDocument/2006/relationships/image" Target="../media/image105.png"/><Relationship Id="rId223" Type="http://schemas.openxmlformats.org/officeDocument/2006/relationships/customXml" Target="../ink/ink112.xml"/><Relationship Id="rId244" Type="http://schemas.openxmlformats.org/officeDocument/2006/relationships/image" Target="../media/image126.png"/><Relationship Id="rId18" Type="http://schemas.openxmlformats.org/officeDocument/2006/relationships/customXml" Target="../ink/ink9.xml"/><Relationship Id="rId39" Type="http://schemas.openxmlformats.org/officeDocument/2006/relationships/image" Target="../media/image24.png"/><Relationship Id="rId265" Type="http://schemas.openxmlformats.org/officeDocument/2006/relationships/customXml" Target="../ink/ink133.xml"/><Relationship Id="rId286" Type="http://schemas.openxmlformats.org/officeDocument/2006/relationships/image" Target="../media/image147.png"/><Relationship Id="rId50" Type="http://schemas.openxmlformats.org/officeDocument/2006/relationships/customXml" Target="../ink/ink25.xml"/><Relationship Id="rId104" Type="http://schemas.openxmlformats.org/officeDocument/2006/relationships/customXml" Target="../ink/ink52.xml"/><Relationship Id="rId125" Type="http://schemas.openxmlformats.org/officeDocument/2006/relationships/image" Target="../media/image67.png"/><Relationship Id="rId146" Type="http://schemas.openxmlformats.org/officeDocument/2006/relationships/customXml" Target="../ink/ink73.xml"/><Relationship Id="rId167" Type="http://schemas.openxmlformats.org/officeDocument/2006/relationships/image" Target="../media/image88.png"/><Relationship Id="rId188" Type="http://schemas.openxmlformats.org/officeDocument/2006/relationships/customXml" Target="../ink/ink94.xml"/><Relationship Id="rId311" Type="http://schemas.openxmlformats.org/officeDocument/2006/relationships/customXml" Target="../ink/ink156.xml"/><Relationship Id="rId332" Type="http://schemas.openxmlformats.org/officeDocument/2006/relationships/image" Target="../media/image170.png"/><Relationship Id="rId71" Type="http://schemas.openxmlformats.org/officeDocument/2006/relationships/image" Target="../media/image40.png"/><Relationship Id="rId92" Type="http://schemas.openxmlformats.org/officeDocument/2006/relationships/customXml" Target="../ink/ink46.xml"/><Relationship Id="rId213" Type="http://schemas.openxmlformats.org/officeDocument/2006/relationships/customXml" Target="../ink/ink107.xml"/><Relationship Id="rId234" Type="http://schemas.openxmlformats.org/officeDocument/2006/relationships/image" Target="../media/image121.png"/><Relationship Id="rId2" Type="http://schemas.openxmlformats.org/officeDocument/2006/relationships/customXml" Target="../ink/ink1.xml"/><Relationship Id="rId29" Type="http://schemas.openxmlformats.org/officeDocument/2006/relationships/image" Target="../media/image19.png"/><Relationship Id="rId255" Type="http://schemas.openxmlformats.org/officeDocument/2006/relationships/customXml" Target="../ink/ink128.xml"/><Relationship Id="rId276" Type="http://schemas.openxmlformats.org/officeDocument/2006/relationships/image" Target="../media/image142.png"/><Relationship Id="rId297" Type="http://schemas.openxmlformats.org/officeDocument/2006/relationships/customXml" Target="../ink/ink149.xml"/><Relationship Id="rId40" Type="http://schemas.openxmlformats.org/officeDocument/2006/relationships/customXml" Target="../ink/ink20.xml"/><Relationship Id="rId115" Type="http://schemas.openxmlformats.org/officeDocument/2006/relationships/image" Target="../media/image62.png"/><Relationship Id="rId136" Type="http://schemas.openxmlformats.org/officeDocument/2006/relationships/customXml" Target="../ink/ink68.xml"/><Relationship Id="rId157" Type="http://schemas.openxmlformats.org/officeDocument/2006/relationships/image" Target="../media/image83.png"/><Relationship Id="rId178" Type="http://schemas.openxmlformats.org/officeDocument/2006/relationships/customXml" Target="../ink/ink89.xml"/><Relationship Id="rId301" Type="http://schemas.openxmlformats.org/officeDocument/2006/relationships/customXml" Target="../ink/ink151.xml"/><Relationship Id="rId322" Type="http://schemas.openxmlformats.org/officeDocument/2006/relationships/image" Target="../media/image165.png"/><Relationship Id="rId343" Type="http://schemas.openxmlformats.org/officeDocument/2006/relationships/customXml" Target="../ink/ink172.xml"/><Relationship Id="rId61" Type="http://schemas.openxmlformats.org/officeDocument/2006/relationships/image" Target="../media/image35.png"/><Relationship Id="rId82" Type="http://schemas.openxmlformats.org/officeDocument/2006/relationships/customXml" Target="../ink/ink41.xml"/><Relationship Id="rId199" Type="http://schemas.openxmlformats.org/officeDocument/2006/relationships/customXml" Target="../ink/ink100.xml"/><Relationship Id="rId203" Type="http://schemas.openxmlformats.org/officeDocument/2006/relationships/customXml" Target="../ink/ink102.xml"/><Relationship Id="rId19" Type="http://schemas.openxmlformats.org/officeDocument/2006/relationships/image" Target="../media/image14.png"/><Relationship Id="rId224" Type="http://schemas.openxmlformats.org/officeDocument/2006/relationships/image" Target="../media/image116.png"/><Relationship Id="rId245" Type="http://schemas.openxmlformats.org/officeDocument/2006/relationships/customXml" Target="../ink/ink123.xml"/><Relationship Id="rId266" Type="http://schemas.openxmlformats.org/officeDocument/2006/relationships/image" Target="../media/image137.png"/><Relationship Id="rId287" Type="http://schemas.openxmlformats.org/officeDocument/2006/relationships/customXml" Target="../ink/ink144.xml"/><Relationship Id="rId30" Type="http://schemas.openxmlformats.org/officeDocument/2006/relationships/customXml" Target="../ink/ink15.xml"/><Relationship Id="rId105" Type="http://schemas.openxmlformats.org/officeDocument/2006/relationships/image" Target="../media/image57.png"/><Relationship Id="rId126" Type="http://schemas.openxmlformats.org/officeDocument/2006/relationships/customXml" Target="../ink/ink63.xml"/><Relationship Id="rId147" Type="http://schemas.openxmlformats.org/officeDocument/2006/relationships/image" Target="../media/image78.png"/><Relationship Id="rId168" Type="http://schemas.openxmlformats.org/officeDocument/2006/relationships/customXml" Target="../ink/ink84.xml"/><Relationship Id="rId312" Type="http://schemas.openxmlformats.org/officeDocument/2006/relationships/image" Target="../media/image160.png"/><Relationship Id="rId333" Type="http://schemas.openxmlformats.org/officeDocument/2006/relationships/customXml" Target="../ink/ink167.xml"/><Relationship Id="rId51" Type="http://schemas.openxmlformats.org/officeDocument/2006/relationships/image" Target="../media/image30.png"/><Relationship Id="rId72" Type="http://schemas.openxmlformats.org/officeDocument/2006/relationships/customXml" Target="../ink/ink36.xml"/><Relationship Id="rId93" Type="http://schemas.openxmlformats.org/officeDocument/2006/relationships/image" Target="../media/image51.png"/><Relationship Id="rId189" Type="http://schemas.openxmlformats.org/officeDocument/2006/relationships/image" Target="../media/image99.png"/><Relationship Id="rId3" Type="http://schemas.openxmlformats.org/officeDocument/2006/relationships/image" Target="../media/image6.png"/><Relationship Id="rId214" Type="http://schemas.openxmlformats.org/officeDocument/2006/relationships/image" Target="../media/image111.png"/><Relationship Id="rId235" Type="http://schemas.openxmlformats.org/officeDocument/2006/relationships/customXml" Target="../ink/ink118.xml"/><Relationship Id="rId256" Type="http://schemas.openxmlformats.org/officeDocument/2006/relationships/image" Target="../media/image132.png"/><Relationship Id="rId277" Type="http://schemas.openxmlformats.org/officeDocument/2006/relationships/customXml" Target="../ink/ink139.xml"/><Relationship Id="rId298" Type="http://schemas.openxmlformats.org/officeDocument/2006/relationships/image" Target="../media/image153.png"/><Relationship Id="rId116" Type="http://schemas.openxmlformats.org/officeDocument/2006/relationships/customXml" Target="../ink/ink58.xml"/><Relationship Id="rId137" Type="http://schemas.openxmlformats.org/officeDocument/2006/relationships/image" Target="../media/image73.png"/><Relationship Id="rId158" Type="http://schemas.openxmlformats.org/officeDocument/2006/relationships/customXml" Target="../ink/ink79.xml"/><Relationship Id="rId302" Type="http://schemas.openxmlformats.org/officeDocument/2006/relationships/image" Target="../media/image155.png"/><Relationship Id="rId323" Type="http://schemas.openxmlformats.org/officeDocument/2006/relationships/customXml" Target="../ink/ink162.xml"/><Relationship Id="rId344" Type="http://schemas.openxmlformats.org/officeDocument/2006/relationships/image" Target="../media/image176.png"/><Relationship Id="rId20" Type="http://schemas.openxmlformats.org/officeDocument/2006/relationships/customXml" Target="../ink/ink10.xml"/><Relationship Id="rId41" Type="http://schemas.openxmlformats.org/officeDocument/2006/relationships/image" Target="../media/image25.png"/><Relationship Id="rId62" Type="http://schemas.openxmlformats.org/officeDocument/2006/relationships/customXml" Target="../ink/ink31.xml"/><Relationship Id="rId83" Type="http://schemas.openxmlformats.org/officeDocument/2006/relationships/image" Target="../media/image46.png"/><Relationship Id="rId179" Type="http://schemas.openxmlformats.org/officeDocument/2006/relationships/image" Target="../media/image94.png"/><Relationship Id="rId190" Type="http://schemas.openxmlformats.org/officeDocument/2006/relationships/customXml" Target="../ink/ink95.xml"/><Relationship Id="rId204" Type="http://schemas.openxmlformats.org/officeDocument/2006/relationships/image" Target="../media/image106.png"/><Relationship Id="rId225" Type="http://schemas.openxmlformats.org/officeDocument/2006/relationships/customXml" Target="../ink/ink113.xml"/><Relationship Id="rId246" Type="http://schemas.openxmlformats.org/officeDocument/2006/relationships/image" Target="../media/image127.png"/><Relationship Id="rId267" Type="http://schemas.openxmlformats.org/officeDocument/2006/relationships/customXml" Target="../ink/ink134.xml"/><Relationship Id="rId288" Type="http://schemas.openxmlformats.org/officeDocument/2006/relationships/image" Target="../media/image148.png"/><Relationship Id="rId106" Type="http://schemas.openxmlformats.org/officeDocument/2006/relationships/customXml" Target="../ink/ink53.xml"/><Relationship Id="rId127" Type="http://schemas.openxmlformats.org/officeDocument/2006/relationships/image" Target="../media/image68.png"/><Relationship Id="rId313" Type="http://schemas.openxmlformats.org/officeDocument/2006/relationships/customXml" Target="../ink/ink157.xml"/><Relationship Id="rId10" Type="http://schemas.openxmlformats.org/officeDocument/2006/relationships/customXml" Target="../ink/ink5.xml"/><Relationship Id="rId31" Type="http://schemas.openxmlformats.org/officeDocument/2006/relationships/image" Target="../media/image20.png"/><Relationship Id="rId52" Type="http://schemas.openxmlformats.org/officeDocument/2006/relationships/customXml" Target="../ink/ink26.xml"/><Relationship Id="rId73" Type="http://schemas.openxmlformats.org/officeDocument/2006/relationships/image" Target="../media/image41.png"/><Relationship Id="rId94" Type="http://schemas.openxmlformats.org/officeDocument/2006/relationships/customXml" Target="../ink/ink47.xml"/><Relationship Id="rId148" Type="http://schemas.openxmlformats.org/officeDocument/2006/relationships/customXml" Target="../ink/ink74.xml"/><Relationship Id="rId169" Type="http://schemas.openxmlformats.org/officeDocument/2006/relationships/image" Target="../media/image89.png"/><Relationship Id="rId334" Type="http://schemas.openxmlformats.org/officeDocument/2006/relationships/image" Target="../media/image171.png"/><Relationship Id="rId4" Type="http://schemas.openxmlformats.org/officeDocument/2006/relationships/customXml" Target="../ink/ink2.xml"/><Relationship Id="rId180" Type="http://schemas.openxmlformats.org/officeDocument/2006/relationships/customXml" Target="../ink/ink90.xml"/><Relationship Id="rId215" Type="http://schemas.openxmlformats.org/officeDocument/2006/relationships/customXml" Target="../ink/ink108.xml"/><Relationship Id="rId236" Type="http://schemas.openxmlformats.org/officeDocument/2006/relationships/image" Target="../media/image122.png"/><Relationship Id="rId257" Type="http://schemas.openxmlformats.org/officeDocument/2006/relationships/customXml" Target="../ink/ink129.xml"/><Relationship Id="rId278" Type="http://schemas.openxmlformats.org/officeDocument/2006/relationships/image" Target="../media/image143.png"/><Relationship Id="rId303" Type="http://schemas.openxmlformats.org/officeDocument/2006/relationships/customXml" Target="../ink/ink152.xml"/><Relationship Id="rId42" Type="http://schemas.openxmlformats.org/officeDocument/2006/relationships/customXml" Target="../ink/ink21.xml"/><Relationship Id="rId84" Type="http://schemas.openxmlformats.org/officeDocument/2006/relationships/customXml" Target="../ink/ink42.xml"/><Relationship Id="rId138" Type="http://schemas.openxmlformats.org/officeDocument/2006/relationships/customXml" Target="../ink/ink69.xml"/><Relationship Id="rId345" Type="http://schemas.openxmlformats.org/officeDocument/2006/relationships/customXml" Target="../ink/ink173.xml"/><Relationship Id="rId191" Type="http://schemas.openxmlformats.org/officeDocument/2006/relationships/image" Target="../media/image100.png"/><Relationship Id="rId205" Type="http://schemas.openxmlformats.org/officeDocument/2006/relationships/customXml" Target="../ink/ink103.xml"/><Relationship Id="rId247" Type="http://schemas.openxmlformats.org/officeDocument/2006/relationships/customXml" Target="../ink/ink124.xml"/><Relationship Id="rId107" Type="http://schemas.openxmlformats.org/officeDocument/2006/relationships/image" Target="../media/image58.png"/><Relationship Id="rId289" Type="http://schemas.openxmlformats.org/officeDocument/2006/relationships/customXml" Target="../ink/ink145.xml"/><Relationship Id="rId11" Type="http://schemas.openxmlformats.org/officeDocument/2006/relationships/image" Target="../media/image10.png"/><Relationship Id="rId53" Type="http://schemas.openxmlformats.org/officeDocument/2006/relationships/image" Target="../media/image31.png"/><Relationship Id="rId149" Type="http://schemas.openxmlformats.org/officeDocument/2006/relationships/image" Target="../media/image79.png"/><Relationship Id="rId314" Type="http://schemas.openxmlformats.org/officeDocument/2006/relationships/image" Target="../media/image161.png"/><Relationship Id="rId95" Type="http://schemas.openxmlformats.org/officeDocument/2006/relationships/image" Target="../media/image52.png"/><Relationship Id="rId160" Type="http://schemas.openxmlformats.org/officeDocument/2006/relationships/customXml" Target="../ink/ink80.xml"/><Relationship Id="rId216" Type="http://schemas.openxmlformats.org/officeDocument/2006/relationships/image" Target="../media/image112.png"/><Relationship Id="rId258" Type="http://schemas.openxmlformats.org/officeDocument/2006/relationships/image" Target="../media/image133.png"/><Relationship Id="rId22" Type="http://schemas.openxmlformats.org/officeDocument/2006/relationships/customXml" Target="../ink/ink11.xml"/><Relationship Id="rId64" Type="http://schemas.openxmlformats.org/officeDocument/2006/relationships/customXml" Target="../ink/ink32.xml"/><Relationship Id="rId118" Type="http://schemas.openxmlformats.org/officeDocument/2006/relationships/customXml" Target="../ink/ink59.xml"/><Relationship Id="rId325" Type="http://schemas.openxmlformats.org/officeDocument/2006/relationships/customXml" Target="../ink/ink163.xml"/><Relationship Id="rId171" Type="http://schemas.openxmlformats.org/officeDocument/2006/relationships/image" Target="../media/image90.png"/><Relationship Id="rId227" Type="http://schemas.openxmlformats.org/officeDocument/2006/relationships/customXml" Target="../ink/ink114.xml"/><Relationship Id="rId269" Type="http://schemas.openxmlformats.org/officeDocument/2006/relationships/customXml" Target="../ink/ink135.xml"/><Relationship Id="rId33" Type="http://schemas.openxmlformats.org/officeDocument/2006/relationships/image" Target="../media/image21.png"/><Relationship Id="rId129" Type="http://schemas.openxmlformats.org/officeDocument/2006/relationships/image" Target="../media/image69.png"/><Relationship Id="rId280" Type="http://schemas.openxmlformats.org/officeDocument/2006/relationships/image" Target="../media/image144.png"/><Relationship Id="rId336" Type="http://schemas.openxmlformats.org/officeDocument/2006/relationships/image" Target="../media/image172.png"/><Relationship Id="rId75" Type="http://schemas.openxmlformats.org/officeDocument/2006/relationships/image" Target="../media/image42.png"/><Relationship Id="rId140" Type="http://schemas.openxmlformats.org/officeDocument/2006/relationships/customXml" Target="../ink/ink70.xml"/><Relationship Id="rId182" Type="http://schemas.openxmlformats.org/officeDocument/2006/relationships/customXml" Target="../ink/ink91.xml"/><Relationship Id="rId6" Type="http://schemas.openxmlformats.org/officeDocument/2006/relationships/customXml" Target="../ink/ink3.xml"/><Relationship Id="rId238" Type="http://schemas.openxmlformats.org/officeDocument/2006/relationships/image" Target="../media/image123.png"/><Relationship Id="rId291" Type="http://schemas.openxmlformats.org/officeDocument/2006/relationships/customXml" Target="../ink/ink146.xml"/><Relationship Id="rId305" Type="http://schemas.openxmlformats.org/officeDocument/2006/relationships/customXml" Target="../ink/ink153.xml"/><Relationship Id="rId44" Type="http://schemas.openxmlformats.org/officeDocument/2006/relationships/customXml" Target="../ink/ink22.xml"/><Relationship Id="rId86" Type="http://schemas.openxmlformats.org/officeDocument/2006/relationships/customXml" Target="../ink/ink43.xml"/><Relationship Id="rId151" Type="http://schemas.openxmlformats.org/officeDocument/2006/relationships/image" Target="../media/image80.png"/><Relationship Id="rId193" Type="http://schemas.openxmlformats.org/officeDocument/2006/relationships/image" Target="../media/image101.png"/><Relationship Id="rId207" Type="http://schemas.openxmlformats.org/officeDocument/2006/relationships/customXml" Target="../ink/ink104.xml"/><Relationship Id="rId249" Type="http://schemas.openxmlformats.org/officeDocument/2006/relationships/customXml" Target="../ink/ink125.xml"/><Relationship Id="rId13" Type="http://schemas.openxmlformats.org/officeDocument/2006/relationships/image" Target="../media/image11.png"/><Relationship Id="rId109" Type="http://schemas.openxmlformats.org/officeDocument/2006/relationships/image" Target="../media/image59.png"/><Relationship Id="rId260" Type="http://schemas.openxmlformats.org/officeDocument/2006/relationships/image" Target="../media/image134.png"/><Relationship Id="rId316" Type="http://schemas.openxmlformats.org/officeDocument/2006/relationships/image" Target="../media/image162.png"/><Relationship Id="rId55" Type="http://schemas.openxmlformats.org/officeDocument/2006/relationships/image" Target="../media/image32.png"/><Relationship Id="rId97" Type="http://schemas.openxmlformats.org/officeDocument/2006/relationships/image" Target="../media/image53.png"/><Relationship Id="rId120" Type="http://schemas.openxmlformats.org/officeDocument/2006/relationships/customXml" Target="../ink/ink60.xml"/><Relationship Id="rId162" Type="http://schemas.openxmlformats.org/officeDocument/2006/relationships/customXml" Target="../ink/ink81.xml"/><Relationship Id="rId218" Type="http://schemas.openxmlformats.org/officeDocument/2006/relationships/image" Target="../media/image113.png"/><Relationship Id="rId271" Type="http://schemas.openxmlformats.org/officeDocument/2006/relationships/customXml" Target="../ink/ink136.xml"/><Relationship Id="rId24" Type="http://schemas.openxmlformats.org/officeDocument/2006/relationships/customXml" Target="../ink/ink12.xml"/><Relationship Id="rId66" Type="http://schemas.openxmlformats.org/officeDocument/2006/relationships/customXml" Target="../ink/ink33.xml"/><Relationship Id="rId131" Type="http://schemas.openxmlformats.org/officeDocument/2006/relationships/image" Target="../media/image70.png"/><Relationship Id="rId327" Type="http://schemas.openxmlformats.org/officeDocument/2006/relationships/customXml" Target="../ink/ink164.xml"/><Relationship Id="rId173" Type="http://schemas.openxmlformats.org/officeDocument/2006/relationships/image" Target="../media/image91.png"/><Relationship Id="rId229" Type="http://schemas.openxmlformats.org/officeDocument/2006/relationships/customXml" Target="../ink/ink115.xml"/><Relationship Id="rId240" Type="http://schemas.openxmlformats.org/officeDocument/2006/relationships/image" Target="../media/image124.png"/></Relationships>
</file>

<file path=ppt/slides/_rels/slide4.xml.rels><?xml version="1.0" encoding="UTF-8" standalone="yes"?>
<Relationships xmlns="http://schemas.openxmlformats.org/package/2006/relationships"><Relationship Id="rId117" Type="http://schemas.openxmlformats.org/officeDocument/2006/relationships/image" Target="../media/image6310.png"/><Relationship Id="rId21" Type="http://schemas.openxmlformats.org/officeDocument/2006/relationships/image" Target="../media/image1538.png"/><Relationship Id="rId42" Type="http://schemas.openxmlformats.org/officeDocument/2006/relationships/customXml" Target="../ink/ink194.xml"/><Relationship Id="rId63" Type="http://schemas.openxmlformats.org/officeDocument/2006/relationships/image" Target="../media/image3610.png"/><Relationship Id="rId84" Type="http://schemas.openxmlformats.org/officeDocument/2006/relationships/customXml" Target="../ink/ink215.xml"/><Relationship Id="rId138" Type="http://schemas.openxmlformats.org/officeDocument/2006/relationships/customXml" Target="../ink/ink242.xml"/><Relationship Id="rId159" Type="http://schemas.openxmlformats.org/officeDocument/2006/relationships/image" Target="../media/image8410.png"/><Relationship Id="rId170" Type="http://schemas.openxmlformats.org/officeDocument/2006/relationships/customXml" Target="../ink/ink258.xml"/><Relationship Id="rId191" Type="http://schemas.openxmlformats.org/officeDocument/2006/relationships/image" Target="../media/image10010.png"/><Relationship Id="rId205" Type="http://schemas.openxmlformats.org/officeDocument/2006/relationships/image" Target="../media/image10710.png"/><Relationship Id="rId226" Type="http://schemas.openxmlformats.org/officeDocument/2006/relationships/customXml" Target="../ink/ink286.xml"/><Relationship Id="rId107" Type="http://schemas.openxmlformats.org/officeDocument/2006/relationships/image" Target="../media/image5810.png"/><Relationship Id="rId11" Type="http://schemas.openxmlformats.org/officeDocument/2006/relationships/image" Target="../media/image10100.png"/><Relationship Id="rId32" Type="http://schemas.openxmlformats.org/officeDocument/2006/relationships/customXml" Target="../ink/ink189.xml"/><Relationship Id="rId53" Type="http://schemas.openxmlformats.org/officeDocument/2006/relationships/image" Target="../media/image3110.png"/><Relationship Id="rId74" Type="http://schemas.openxmlformats.org/officeDocument/2006/relationships/customXml" Target="../ink/ink210.xml"/><Relationship Id="rId128" Type="http://schemas.openxmlformats.org/officeDocument/2006/relationships/customXml" Target="../ink/ink237.xml"/><Relationship Id="rId149" Type="http://schemas.openxmlformats.org/officeDocument/2006/relationships/image" Target="../media/image7910.png"/><Relationship Id="rId5" Type="http://schemas.openxmlformats.org/officeDocument/2006/relationships/image" Target="../media/image7100.png"/><Relationship Id="rId95" Type="http://schemas.openxmlformats.org/officeDocument/2006/relationships/image" Target="../media/image5210.png"/><Relationship Id="rId160" Type="http://schemas.openxmlformats.org/officeDocument/2006/relationships/customXml" Target="../ink/ink253.xml"/><Relationship Id="rId181" Type="http://schemas.openxmlformats.org/officeDocument/2006/relationships/image" Target="../media/image9510.png"/><Relationship Id="rId216" Type="http://schemas.openxmlformats.org/officeDocument/2006/relationships/customXml" Target="../ink/ink281.xml"/><Relationship Id="rId22" Type="http://schemas.openxmlformats.org/officeDocument/2006/relationships/customXml" Target="../ink/ink184.xml"/><Relationship Id="rId43" Type="http://schemas.openxmlformats.org/officeDocument/2006/relationships/image" Target="../media/image2610.png"/><Relationship Id="rId64" Type="http://schemas.openxmlformats.org/officeDocument/2006/relationships/customXml" Target="../ink/ink205.xml"/><Relationship Id="rId118" Type="http://schemas.openxmlformats.org/officeDocument/2006/relationships/customXml" Target="../ink/ink232.xml"/><Relationship Id="rId139" Type="http://schemas.openxmlformats.org/officeDocument/2006/relationships/image" Target="../media/image7410.png"/><Relationship Id="rId85" Type="http://schemas.openxmlformats.org/officeDocument/2006/relationships/image" Target="../media/image4710.png"/><Relationship Id="rId150" Type="http://schemas.openxmlformats.org/officeDocument/2006/relationships/customXml" Target="../ink/ink248.xml"/><Relationship Id="rId171" Type="http://schemas.openxmlformats.org/officeDocument/2006/relationships/image" Target="../media/image9010.png"/><Relationship Id="rId192" Type="http://schemas.openxmlformats.org/officeDocument/2006/relationships/customXml" Target="../ink/ink269.xml"/><Relationship Id="rId206" Type="http://schemas.openxmlformats.org/officeDocument/2006/relationships/customXml" Target="../ink/ink276.xml"/><Relationship Id="rId227" Type="http://schemas.openxmlformats.org/officeDocument/2006/relationships/image" Target="../media/image11810.png"/><Relationship Id="rId12" Type="http://schemas.openxmlformats.org/officeDocument/2006/relationships/customXml" Target="../ink/ink179.xml"/><Relationship Id="rId33" Type="http://schemas.openxmlformats.org/officeDocument/2006/relationships/image" Target="../media/image2155.png"/><Relationship Id="rId108" Type="http://schemas.openxmlformats.org/officeDocument/2006/relationships/customXml" Target="../ink/ink227.xml"/><Relationship Id="rId129" Type="http://schemas.openxmlformats.org/officeDocument/2006/relationships/image" Target="../media/image6910.png"/><Relationship Id="rId54" Type="http://schemas.openxmlformats.org/officeDocument/2006/relationships/customXml" Target="../ink/ink200.xml"/><Relationship Id="rId75" Type="http://schemas.openxmlformats.org/officeDocument/2006/relationships/image" Target="../media/image4210.png"/><Relationship Id="rId96" Type="http://schemas.openxmlformats.org/officeDocument/2006/relationships/customXml" Target="../ink/ink221.xml"/><Relationship Id="rId140" Type="http://schemas.openxmlformats.org/officeDocument/2006/relationships/customXml" Target="../ink/ink243.xml"/><Relationship Id="rId161" Type="http://schemas.openxmlformats.org/officeDocument/2006/relationships/image" Target="../media/image8510.png"/><Relationship Id="rId182" Type="http://schemas.openxmlformats.org/officeDocument/2006/relationships/customXml" Target="../ink/ink264.xml"/><Relationship Id="rId217" Type="http://schemas.openxmlformats.org/officeDocument/2006/relationships/image" Target="../media/image11310.png"/><Relationship Id="rId6" Type="http://schemas.openxmlformats.org/officeDocument/2006/relationships/customXml" Target="../ink/ink176.xml"/><Relationship Id="rId23" Type="http://schemas.openxmlformats.org/officeDocument/2006/relationships/image" Target="../media/image16100.png"/><Relationship Id="rId119" Type="http://schemas.openxmlformats.org/officeDocument/2006/relationships/image" Target="../media/image6410.png"/><Relationship Id="rId44" Type="http://schemas.openxmlformats.org/officeDocument/2006/relationships/customXml" Target="../ink/ink195.xml"/><Relationship Id="rId65" Type="http://schemas.openxmlformats.org/officeDocument/2006/relationships/image" Target="../media/image3710.png"/><Relationship Id="rId86" Type="http://schemas.openxmlformats.org/officeDocument/2006/relationships/customXml" Target="../ink/ink216.xml"/><Relationship Id="rId130" Type="http://schemas.openxmlformats.org/officeDocument/2006/relationships/customXml" Target="../ink/ink238.xml"/><Relationship Id="rId151" Type="http://schemas.openxmlformats.org/officeDocument/2006/relationships/image" Target="../media/image8010.png"/><Relationship Id="rId172" Type="http://schemas.openxmlformats.org/officeDocument/2006/relationships/customXml" Target="../ink/ink259.xml"/><Relationship Id="rId193" Type="http://schemas.openxmlformats.org/officeDocument/2006/relationships/image" Target="../media/image10110.png"/><Relationship Id="rId207" Type="http://schemas.openxmlformats.org/officeDocument/2006/relationships/image" Target="../media/image10810.png"/><Relationship Id="rId228" Type="http://schemas.openxmlformats.org/officeDocument/2006/relationships/customXml" Target="../ink/ink287.xml"/><Relationship Id="rId13" Type="http://schemas.openxmlformats.org/officeDocument/2006/relationships/image" Target="../media/image11100.png"/><Relationship Id="rId109" Type="http://schemas.openxmlformats.org/officeDocument/2006/relationships/image" Target="../media/image5910.png"/><Relationship Id="rId34" Type="http://schemas.openxmlformats.org/officeDocument/2006/relationships/customXml" Target="../ink/ink190.xml"/><Relationship Id="rId55" Type="http://schemas.openxmlformats.org/officeDocument/2006/relationships/image" Target="../media/image3210.png"/><Relationship Id="rId76" Type="http://schemas.openxmlformats.org/officeDocument/2006/relationships/customXml" Target="../ink/ink211.xml"/><Relationship Id="rId97" Type="http://schemas.openxmlformats.org/officeDocument/2006/relationships/image" Target="../media/image5310.png"/><Relationship Id="rId120" Type="http://schemas.openxmlformats.org/officeDocument/2006/relationships/customXml" Target="../ink/ink233.xml"/><Relationship Id="rId141" Type="http://schemas.openxmlformats.org/officeDocument/2006/relationships/image" Target="../media/image7510.png"/><Relationship Id="rId7" Type="http://schemas.openxmlformats.org/officeDocument/2006/relationships/image" Target="../media/image8100.png"/><Relationship Id="rId162" Type="http://schemas.openxmlformats.org/officeDocument/2006/relationships/customXml" Target="../ink/ink254.xml"/><Relationship Id="rId183" Type="http://schemas.openxmlformats.org/officeDocument/2006/relationships/image" Target="../media/image9610.png"/><Relationship Id="rId218" Type="http://schemas.openxmlformats.org/officeDocument/2006/relationships/customXml" Target="../ink/ink282.xml"/><Relationship Id="rId24" Type="http://schemas.openxmlformats.org/officeDocument/2006/relationships/customXml" Target="../ink/ink185.xml"/><Relationship Id="rId45" Type="http://schemas.openxmlformats.org/officeDocument/2006/relationships/image" Target="../media/image2710.png"/><Relationship Id="rId66" Type="http://schemas.openxmlformats.org/officeDocument/2006/relationships/customXml" Target="../ink/ink206.xml"/><Relationship Id="rId87" Type="http://schemas.openxmlformats.org/officeDocument/2006/relationships/image" Target="../media/image4810.png"/><Relationship Id="rId110" Type="http://schemas.openxmlformats.org/officeDocument/2006/relationships/customXml" Target="../ink/ink228.xml"/><Relationship Id="rId131" Type="http://schemas.openxmlformats.org/officeDocument/2006/relationships/image" Target="../media/image7010.png"/><Relationship Id="rId152" Type="http://schemas.openxmlformats.org/officeDocument/2006/relationships/customXml" Target="../ink/ink249.xml"/><Relationship Id="rId173" Type="http://schemas.openxmlformats.org/officeDocument/2006/relationships/image" Target="../media/image9110.png"/><Relationship Id="rId194" Type="http://schemas.openxmlformats.org/officeDocument/2006/relationships/customXml" Target="../ink/ink270.xml"/><Relationship Id="rId208" Type="http://schemas.openxmlformats.org/officeDocument/2006/relationships/customXml" Target="../ink/ink277.xml"/><Relationship Id="rId229" Type="http://schemas.openxmlformats.org/officeDocument/2006/relationships/image" Target="../media/image11910.png"/><Relationship Id="rId14" Type="http://schemas.openxmlformats.org/officeDocument/2006/relationships/customXml" Target="../ink/ink180.xml"/><Relationship Id="rId35" Type="http://schemas.openxmlformats.org/officeDocument/2006/relationships/image" Target="../media/image2210.png"/><Relationship Id="rId56" Type="http://schemas.openxmlformats.org/officeDocument/2006/relationships/customXml" Target="../ink/ink201.xml"/><Relationship Id="rId77" Type="http://schemas.openxmlformats.org/officeDocument/2006/relationships/image" Target="../media/image4310.png"/><Relationship Id="rId100" Type="http://schemas.openxmlformats.org/officeDocument/2006/relationships/customXml" Target="../ink/ink223.xml"/><Relationship Id="rId8" Type="http://schemas.openxmlformats.org/officeDocument/2006/relationships/customXml" Target="../ink/ink177.xml"/><Relationship Id="rId98" Type="http://schemas.openxmlformats.org/officeDocument/2006/relationships/customXml" Target="../ink/ink222.xml"/><Relationship Id="rId121" Type="http://schemas.openxmlformats.org/officeDocument/2006/relationships/image" Target="../media/image6510.png"/><Relationship Id="rId142" Type="http://schemas.openxmlformats.org/officeDocument/2006/relationships/customXml" Target="../ink/ink244.xml"/><Relationship Id="rId163" Type="http://schemas.openxmlformats.org/officeDocument/2006/relationships/image" Target="../media/image8610.png"/><Relationship Id="rId184" Type="http://schemas.openxmlformats.org/officeDocument/2006/relationships/customXml" Target="../ink/ink265.xml"/><Relationship Id="rId219" Type="http://schemas.openxmlformats.org/officeDocument/2006/relationships/image" Target="../media/image11410.png"/><Relationship Id="rId230" Type="http://schemas.openxmlformats.org/officeDocument/2006/relationships/customXml" Target="../ink/ink288.xml"/><Relationship Id="rId25" Type="http://schemas.openxmlformats.org/officeDocument/2006/relationships/image" Target="../media/image17100.png"/><Relationship Id="rId46" Type="http://schemas.openxmlformats.org/officeDocument/2006/relationships/customXml" Target="../ink/ink196.xml"/><Relationship Id="rId67" Type="http://schemas.openxmlformats.org/officeDocument/2006/relationships/image" Target="../media/image3810.png"/><Relationship Id="rId20" Type="http://schemas.openxmlformats.org/officeDocument/2006/relationships/customXml" Target="../ink/ink183.xml"/><Relationship Id="rId41" Type="http://schemas.openxmlformats.org/officeDocument/2006/relationships/image" Target="../media/image2510.png"/><Relationship Id="rId62" Type="http://schemas.openxmlformats.org/officeDocument/2006/relationships/customXml" Target="../ink/ink204.xml"/><Relationship Id="rId83" Type="http://schemas.openxmlformats.org/officeDocument/2006/relationships/image" Target="../media/image4610.png"/><Relationship Id="rId88" Type="http://schemas.openxmlformats.org/officeDocument/2006/relationships/customXml" Target="../ink/ink217.xml"/><Relationship Id="rId111" Type="http://schemas.openxmlformats.org/officeDocument/2006/relationships/image" Target="../media/image6010.png"/><Relationship Id="rId132" Type="http://schemas.openxmlformats.org/officeDocument/2006/relationships/customXml" Target="../ink/ink239.xml"/><Relationship Id="rId153" Type="http://schemas.openxmlformats.org/officeDocument/2006/relationships/image" Target="../media/image8110.png"/><Relationship Id="rId174" Type="http://schemas.openxmlformats.org/officeDocument/2006/relationships/customXml" Target="../ink/ink260.xml"/><Relationship Id="rId179" Type="http://schemas.openxmlformats.org/officeDocument/2006/relationships/image" Target="../media/image9410.png"/><Relationship Id="rId195" Type="http://schemas.openxmlformats.org/officeDocument/2006/relationships/image" Target="../media/image10210.png"/><Relationship Id="rId209" Type="http://schemas.openxmlformats.org/officeDocument/2006/relationships/image" Target="../media/image10910.png"/><Relationship Id="rId190" Type="http://schemas.openxmlformats.org/officeDocument/2006/relationships/customXml" Target="../ink/ink268.xml"/><Relationship Id="rId204" Type="http://schemas.openxmlformats.org/officeDocument/2006/relationships/customXml" Target="../ink/ink275.xml"/><Relationship Id="rId220" Type="http://schemas.openxmlformats.org/officeDocument/2006/relationships/customXml" Target="../ink/ink283.xml"/><Relationship Id="rId225" Type="http://schemas.openxmlformats.org/officeDocument/2006/relationships/image" Target="../media/image11710.png"/><Relationship Id="rId15" Type="http://schemas.openxmlformats.org/officeDocument/2006/relationships/image" Target="../media/image12100.png"/><Relationship Id="rId36" Type="http://schemas.openxmlformats.org/officeDocument/2006/relationships/customXml" Target="../ink/ink191.xml"/><Relationship Id="rId57" Type="http://schemas.openxmlformats.org/officeDocument/2006/relationships/image" Target="../media/image3310.png"/><Relationship Id="rId106" Type="http://schemas.openxmlformats.org/officeDocument/2006/relationships/customXml" Target="../ink/ink226.xml"/><Relationship Id="rId127" Type="http://schemas.openxmlformats.org/officeDocument/2006/relationships/image" Target="../media/image6810.png"/><Relationship Id="rId10" Type="http://schemas.openxmlformats.org/officeDocument/2006/relationships/customXml" Target="../ink/ink178.xml"/><Relationship Id="rId31" Type="http://schemas.openxmlformats.org/officeDocument/2006/relationships/image" Target="../media/image202.png"/><Relationship Id="rId52" Type="http://schemas.openxmlformats.org/officeDocument/2006/relationships/customXml" Target="../ink/ink199.xml"/><Relationship Id="rId73" Type="http://schemas.openxmlformats.org/officeDocument/2006/relationships/image" Target="../media/image4110.png"/><Relationship Id="rId78" Type="http://schemas.openxmlformats.org/officeDocument/2006/relationships/customXml" Target="../ink/ink212.xml"/><Relationship Id="rId94" Type="http://schemas.openxmlformats.org/officeDocument/2006/relationships/customXml" Target="../ink/ink220.xml"/><Relationship Id="rId99" Type="http://schemas.openxmlformats.org/officeDocument/2006/relationships/image" Target="../media/image5410.png"/><Relationship Id="rId101" Type="http://schemas.openxmlformats.org/officeDocument/2006/relationships/image" Target="../media/image5510.png"/><Relationship Id="rId122" Type="http://schemas.openxmlformats.org/officeDocument/2006/relationships/customXml" Target="../ink/ink234.xml"/><Relationship Id="rId143" Type="http://schemas.openxmlformats.org/officeDocument/2006/relationships/image" Target="../media/image7610.png"/><Relationship Id="rId148" Type="http://schemas.openxmlformats.org/officeDocument/2006/relationships/customXml" Target="../ink/ink247.xml"/><Relationship Id="rId164" Type="http://schemas.openxmlformats.org/officeDocument/2006/relationships/customXml" Target="../ink/ink255.xml"/><Relationship Id="rId169" Type="http://schemas.openxmlformats.org/officeDocument/2006/relationships/image" Target="../media/image8910.png"/><Relationship Id="rId185" Type="http://schemas.openxmlformats.org/officeDocument/2006/relationships/image" Target="../media/image9710.png"/><Relationship Id="rId4" Type="http://schemas.openxmlformats.org/officeDocument/2006/relationships/customXml" Target="../ink/ink175.xml"/><Relationship Id="rId9" Type="http://schemas.openxmlformats.org/officeDocument/2006/relationships/image" Target="../media/image9100.png"/><Relationship Id="rId180" Type="http://schemas.openxmlformats.org/officeDocument/2006/relationships/customXml" Target="../ink/ink263.xml"/><Relationship Id="rId210" Type="http://schemas.openxmlformats.org/officeDocument/2006/relationships/customXml" Target="../ink/ink278.xml"/><Relationship Id="rId215" Type="http://schemas.openxmlformats.org/officeDocument/2006/relationships/image" Target="../media/image11210.png"/><Relationship Id="rId26" Type="http://schemas.openxmlformats.org/officeDocument/2006/relationships/customXml" Target="../ink/ink186.xml"/><Relationship Id="rId231" Type="http://schemas.openxmlformats.org/officeDocument/2006/relationships/image" Target="../media/image12010.png"/><Relationship Id="rId47" Type="http://schemas.openxmlformats.org/officeDocument/2006/relationships/image" Target="../media/image2810.png"/><Relationship Id="rId68" Type="http://schemas.openxmlformats.org/officeDocument/2006/relationships/customXml" Target="../ink/ink207.xml"/><Relationship Id="rId89" Type="http://schemas.openxmlformats.org/officeDocument/2006/relationships/image" Target="../media/image4910.png"/><Relationship Id="rId112" Type="http://schemas.openxmlformats.org/officeDocument/2006/relationships/customXml" Target="../ink/ink229.xml"/><Relationship Id="rId133" Type="http://schemas.openxmlformats.org/officeDocument/2006/relationships/image" Target="../media/image7110.png"/><Relationship Id="rId154" Type="http://schemas.openxmlformats.org/officeDocument/2006/relationships/customXml" Target="../ink/ink250.xml"/><Relationship Id="rId175" Type="http://schemas.openxmlformats.org/officeDocument/2006/relationships/image" Target="../media/image9210.png"/><Relationship Id="rId196" Type="http://schemas.openxmlformats.org/officeDocument/2006/relationships/customXml" Target="../ink/ink271.xml"/><Relationship Id="rId200" Type="http://schemas.openxmlformats.org/officeDocument/2006/relationships/customXml" Target="../ink/ink273.xml"/><Relationship Id="rId16" Type="http://schemas.openxmlformats.org/officeDocument/2006/relationships/customXml" Target="../ink/ink181.xml"/><Relationship Id="rId221" Type="http://schemas.openxmlformats.org/officeDocument/2006/relationships/image" Target="../media/image11510.png"/><Relationship Id="rId37" Type="http://schemas.openxmlformats.org/officeDocument/2006/relationships/image" Target="../media/image2310.png"/><Relationship Id="rId58" Type="http://schemas.openxmlformats.org/officeDocument/2006/relationships/customXml" Target="../ink/ink202.xml"/><Relationship Id="rId79" Type="http://schemas.openxmlformats.org/officeDocument/2006/relationships/image" Target="../media/image4410.png"/><Relationship Id="rId102" Type="http://schemas.openxmlformats.org/officeDocument/2006/relationships/customXml" Target="../ink/ink224.xml"/><Relationship Id="rId123" Type="http://schemas.openxmlformats.org/officeDocument/2006/relationships/image" Target="../media/image6610.png"/><Relationship Id="rId144" Type="http://schemas.openxmlformats.org/officeDocument/2006/relationships/customXml" Target="../ink/ink245.xml"/><Relationship Id="rId90" Type="http://schemas.openxmlformats.org/officeDocument/2006/relationships/customXml" Target="../ink/ink218.xml"/><Relationship Id="rId165" Type="http://schemas.openxmlformats.org/officeDocument/2006/relationships/image" Target="../media/image8710.png"/><Relationship Id="rId186" Type="http://schemas.openxmlformats.org/officeDocument/2006/relationships/customXml" Target="../ink/ink266.xml"/><Relationship Id="rId211" Type="http://schemas.openxmlformats.org/officeDocument/2006/relationships/image" Target="../media/image11010.png"/><Relationship Id="rId232" Type="http://schemas.openxmlformats.org/officeDocument/2006/relationships/customXml" Target="../ink/ink289.xml"/><Relationship Id="rId27" Type="http://schemas.openxmlformats.org/officeDocument/2006/relationships/image" Target="../media/image18100.png"/><Relationship Id="rId48" Type="http://schemas.openxmlformats.org/officeDocument/2006/relationships/customXml" Target="../ink/ink197.xml"/><Relationship Id="rId69" Type="http://schemas.openxmlformats.org/officeDocument/2006/relationships/image" Target="../media/image3910.png"/><Relationship Id="rId113" Type="http://schemas.openxmlformats.org/officeDocument/2006/relationships/image" Target="../media/image6110.png"/><Relationship Id="rId134" Type="http://schemas.openxmlformats.org/officeDocument/2006/relationships/customXml" Target="../ink/ink240.xml"/><Relationship Id="rId80" Type="http://schemas.openxmlformats.org/officeDocument/2006/relationships/customXml" Target="../ink/ink213.xml"/><Relationship Id="rId155" Type="http://schemas.openxmlformats.org/officeDocument/2006/relationships/image" Target="../media/image8210.png"/><Relationship Id="rId176" Type="http://schemas.openxmlformats.org/officeDocument/2006/relationships/customXml" Target="../ink/ink261.xml"/><Relationship Id="rId197" Type="http://schemas.openxmlformats.org/officeDocument/2006/relationships/image" Target="../media/image10310.png"/><Relationship Id="rId201" Type="http://schemas.openxmlformats.org/officeDocument/2006/relationships/image" Target="../media/image10510.png"/><Relationship Id="rId222" Type="http://schemas.openxmlformats.org/officeDocument/2006/relationships/customXml" Target="../ink/ink284.xml"/><Relationship Id="rId17" Type="http://schemas.openxmlformats.org/officeDocument/2006/relationships/image" Target="../media/image13100.png"/><Relationship Id="rId38" Type="http://schemas.openxmlformats.org/officeDocument/2006/relationships/customXml" Target="../ink/ink192.xml"/><Relationship Id="rId59" Type="http://schemas.openxmlformats.org/officeDocument/2006/relationships/image" Target="../media/image3410.png"/><Relationship Id="rId103" Type="http://schemas.openxmlformats.org/officeDocument/2006/relationships/image" Target="../media/image5610.png"/><Relationship Id="rId124" Type="http://schemas.openxmlformats.org/officeDocument/2006/relationships/customXml" Target="../ink/ink235.xml"/><Relationship Id="rId70" Type="http://schemas.openxmlformats.org/officeDocument/2006/relationships/customXml" Target="../ink/ink208.xml"/><Relationship Id="rId91" Type="http://schemas.openxmlformats.org/officeDocument/2006/relationships/image" Target="../media/image5010.png"/><Relationship Id="rId145" Type="http://schemas.openxmlformats.org/officeDocument/2006/relationships/image" Target="../media/image7710.png"/><Relationship Id="rId166" Type="http://schemas.openxmlformats.org/officeDocument/2006/relationships/customXml" Target="../ink/ink256.xml"/><Relationship Id="rId187" Type="http://schemas.openxmlformats.org/officeDocument/2006/relationships/image" Target="../media/image9810.png"/><Relationship Id="rId1" Type="http://schemas.openxmlformats.org/officeDocument/2006/relationships/slideLayout" Target="../slideLayouts/slideLayout2.xml"/><Relationship Id="rId212" Type="http://schemas.openxmlformats.org/officeDocument/2006/relationships/customXml" Target="../ink/ink279.xml"/><Relationship Id="rId233" Type="http://schemas.openxmlformats.org/officeDocument/2006/relationships/image" Target="../media/image12110.png"/><Relationship Id="rId28" Type="http://schemas.openxmlformats.org/officeDocument/2006/relationships/customXml" Target="../ink/ink187.xml"/><Relationship Id="rId49" Type="http://schemas.openxmlformats.org/officeDocument/2006/relationships/image" Target="../media/image2910.png"/><Relationship Id="rId114" Type="http://schemas.openxmlformats.org/officeDocument/2006/relationships/customXml" Target="../ink/ink230.xml"/><Relationship Id="rId60" Type="http://schemas.openxmlformats.org/officeDocument/2006/relationships/customXml" Target="../ink/ink203.xml"/><Relationship Id="rId81" Type="http://schemas.openxmlformats.org/officeDocument/2006/relationships/image" Target="../media/image4510.png"/><Relationship Id="rId135" Type="http://schemas.openxmlformats.org/officeDocument/2006/relationships/image" Target="../media/image7210.png"/><Relationship Id="rId156" Type="http://schemas.openxmlformats.org/officeDocument/2006/relationships/customXml" Target="../ink/ink251.xml"/><Relationship Id="rId177" Type="http://schemas.openxmlformats.org/officeDocument/2006/relationships/image" Target="../media/image9310.png"/><Relationship Id="rId198" Type="http://schemas.openxmlformats.org/officeDocument/2006/relationships/customXml" Target="../ink/ink272.xml"/><Relationship Id="rId202" Type="http://schemas.openxmlformats.org/officeDocument/2006/relationships/customXml" Target="../ink/ink274.xml"/><Relationship Id="rId223" Type="http://schemas.openxmlformats.org/officeDocument/2006/relationships/image" Target="../media/image11610.png"/><Relationship Id="rId18" Type="http://schemas.openxmlformats.org/officeDocument/2006/relationships/customXml" Target="../ink/ink182.xml"/><Relationship Id="rId39" Type="http://schemas.openxmlformats.org/officeDocument/2006/relationships/image" Target="../media/image2410.png"/><Relationship Id="rId50" Type="http://schemas.openxmlformats.org/officeDocument/2006/relationships/customXml" Target="../ink/ink198.xml"/><Relationship Id="rId104" Type="http://schemas.openxmlformats.org/officeDocument/2006/relationships/customXml" Target="../ink/ink225.xml"/><Relationship Id="rId125" Type="http://schemas.openxmlformats.org/officeDocument/2006/relationships/image" Target="../media/image6710.png"/><Relationship Id="rId146" Type="http://schemas.openxmlformats.org/officeDocument/2006/relationships/customXml" Target="../ink/ink246.xml"/><Relationship Id="rId167" Type="http://schemas.openxmlformats.org/officeDocument/2006/relationships/image" Target="../media/image8810.png"/><Relationship Id="rId188" Type="http://schemas.openxmlformats.org/officeDocument/2006/relationships/customXml" Target="../ink/ink267.xml"/><Relationship Id="rId71" Type="http://schemas.openxmlformats.org/officeDocument/2006/relationships/image" Target="../media/image4010.png"/><Relationship Id="rId92" Type="http://schemas.openxmlformats.org/officeDocument/2006/relationships/customXml" Target="../ink/ink219.xml"/><Relationship Id="rId213" Type="http://schemas.openxmlformats.org/officeDocument/2006/relationships/image" Target="../media/image11110.png"/><Relationship Id="rId2" Type="http://schemas.openxmlformats.org/officeDocument/2006/relationships/customXml" Target="../ink/ink174.xml"/><Relationship Id="rId29" Type="http://schemas.openxmlformats.org/officeDocument/2006/relationships/image" Target="../media/image1943.png"/><Relationship Id="rId40" Type="http://schemas.openxmlformats.org/officeDocument/2006/relationships/customXml" Target="../ink/ink193.xml"/><Relationship Id="rId115" Type="http://schemas.openxmlformats.org/officeDocument/2006/relationships/image" Target="../media/image6210.png"/><Relationship Id="rId136" Type="http://schemas.openxmlformats.org/officeDocument/2006/relationships/customXml" Target="../ink/ink241.xml"/><Relationship Id="rId157" Type="http://schemas.openxmlformats.org/officeDocument/2006/relationships/image" Target="../media/image8310.png"/><Relationship Id="rId178" Type="http://schemas.openxmlformats.org/officeDocument/2006/relationships/customXml" Target="../ink/ink262.xml"/><Relationship Id="rId61" Type="http://schemas.openxmlformats.org/officeDocument/2006/relationships/image" Target="../media/image3510.png"/><Relationship Id="rId82" Type="http://schemas.openxmlformats.org/officeDocument/2006/relationships/customXml" Target="../ink/ink214.xml"/><Relationship Id="rId199" Type="http://schemas.openxmlformats.org/officeDocument/2006/relationships/image" Target="../media/image10410.png"/><Relationship Id="rId203" Type="http://schemas.openxmlformats.org/officeDocument/2006/relationships/image" Target="../media/image10610.png"/><Relationship Id="rId19" Type="http://schemas.openxmlformats.org/officeDocument/2006/relationships/image" Target="../media/image14100.png"/><Relationship Id="rId224" Type="http://schemas.openxmlformats.org/officeDocument/2006/relationships/customXml" Target="../ink/ink285.xml"/><Relationship Id="rId30" Type="http://schemas.openxmlformats.org/officeDocument/2006/relationships/customXml" Target="../ink/ink188.xml"/><Relationship Id="rId105" Type="http://schemas.openxmlformats.org/officeDocument/2006/relationships/image" Target="../media/image5710.png"/><Relationship Id="rId126" Type="http://schemas.openxmlformats.org/officeDocument/2006/relationships/customXml" Target="../ink/ink236.xml"/><Relationship Id="rId147" Type="http://schemas.openxmlformats.org/officeDocument/2006/relationships/image" Target="../media/image7810.png"/><Relationship Id="rId168" Type="http://schemas.openxmlformats.org/officeDocument/2006/relationships/customXml" Target="../ink/ink257.xml"/><Relationship Id="rId51" Type="http://schemas.openxmlformats.org/officeDocument/2006/relationships/image" Target="../media/image3010.png"/><Relationship Id="rId72" Type="http://schemas.openxmlformats.org/officeDocument/2006/relationships/customXml" Target="../ink/ink209.xml"/><Relationship Id="rId93" Type="http://schemas.openxmlformats.org/officeDocument/2006/relationships/image" Target="../media/image5110.png"/><Relationship Id="rId189" Type="http://schemas.openxmlformats.org/officeDocument/2006/relationships/image" Target="../media/image9910.png"/><Relationship Id="rId3" Type="http://schemas.openxmlformats.org/officeDocument/2006/relationships/image" Target="../media/image6100.png"/><Relationship Id="rId214" Type="http://schemas.openxmlformats.org/officeDocument/2006/relationships/customXml" Target="../ink/ink280.xml"/><Relationship Id="rId116" Type="http://schemas.openxmlformats.org/officeDocument/2006/relationships/customXml" Target="../ink/ink231.xml"/><Relationship Id="rId137" Type="http://schemas.openxmlformats.org/officeDocument/2006/relationships/image" Target="../media/image7310.png"/><Relationship Id="rId158" Type="http://schemas.openxmlformats.org/officeDocument/2006/relationships/customXml" Target="../ink/ink252.xml"/></Relationships>
</file>

<file path=ppt/slides/_rels/slide5.xml.rels><?xml version="1.0" encoding="UTF-8" standalone="yes"?>
<Relationships xmlns="http://schemas.openxmlformats.org/package/2006/relationships"><Relationship Id="rId13" Type="http://schemas.openxmlformats.org/officeDocument/2006/relationships/image" Target="../media/image184.png"/><Relationship Id="rId18" Type="http://schemas.openxmlformats.org/officeDocument/2006/relationships/customXml" Target="../ink/ink297.xml"/><Relationship Id="rId26" Type="http://schemas.openxmlformats.org/officeDocument/2006/relationships/customXml" Target="../ink/ink301.xml"/><Relationship Id="rId39" Type="http://schemas.openxmlformats.org/officeDocument/2006/relationships/image" Target="../media/image197.png"/><Relationship Id="rId21" Type="http://schemas.openxmlformats.org/officeDocument/2006/relationships/image" Target="../media/image188.png"/><Relationship Id="rId34" Type="http://schemas.openxmlformats.org/officeDocument/2006/relationships/customXml" Target="../ink/ink305.xml"/><Relationship Id="rId42" Type="http://schemas.openxmlformats.org/officeDocument/2006/relationships/customXml" Target="../ink/ink309.xml"/><Relationship Id="rId47" Type="http://schemas.openxmlformats.org/officeDocument/2006/relationships/image" Target="../media/image201.png"/><Relationship Id="rId7" Type="http://schemas.openxmlformats.org/officeDocument/2006/relationships/image" Target="../media/image181.png"/><Relationship Id="rId2" Type="http://schemas.openxmlformats.org/officeDocument/2006/relationships/image" Target="../media/image6.jpeg"/><Relationship Id="rId16" Type="http://schemas.openxmlformats.org/officeDocument/2006/relationships/customXml" Target="../ink/ink296.xml"/><Relationship Id="rId29" Type="http://schemas.openxmlformats.org/officeDocument/2006/relationships/image" Target="../media/image192.png"/><Relationship Id="rId1" Type="http://schemas.openxmlformats.org/officeDocument/2006/relationships/slideLayout" Target="../slideLayouts/slideLayout2.xml"/><Relationship Id="rId6" Type="http://schemas.openxmlformats.org/officeDocument/2006/relationships/customXml" Target="../ink/ink291.xml"/><Relationship Id="rId11" Type="http://schemas.openxmlformats.org/officeDocument/2006/relationships/image" Target="../media/image183.png"/><Relationship Id="rId24" Type="http://schemas.openxmlformats.org/officeDocument/2006/relationships/customXml" Target="../ink/ink300.xml"/><Relationship Id="rId32" Type="http://schemas.openxmlformats.org/officeDocument/2006/relationships/customXml" Target="../ink/ink304.xml"/><Relationship Id="rId37" Type="http://schemas.openxmlformats.org/officeDocument/2006/relationships/image" Target="../media/image196.png"/><Relationship Id="rId40" Type="http://schemas.openxmlformats.org/officeDocument/2006/relationships/customXml" Target="../ink/ink308.xml"/><Relationship Id="rId45" Type="http://schemas.openxmlformats.org/officeDocument/2006/relationships/image" Target="../media/image200.png"/><Relationship Id="rId5" Type="http://schemas.openxmlformats.org/officeDocument/2006/relationships/image" Target="../media/image180.png"/><Relationship Id="rId15" Type="http://schemas.openxmlformats.org/officeDocument/2006/relationships/image" Target="../media/image185.png"/><Relationship Id="rId23" Type="http://schemas.openxmlformats.org/officeDocument/2006/relationships/image" Target="../media/image189.png"/><Relationship Id="rId28" Type="http://schemas.openxmlformats.org/officeDocument/2006/relationships/customXml" Target="../ink/ink302.xml"/><Relationship Id="rId36" Type="http://schemas.openxmlformats.org/officeDocument/2006/relationships/customXml" Target="../ink/ink306.xml"/><Relationship Id="rId10" Type="http://schemas.openxmlformats.org/officeDocument/2006/relationships/customXml" Target="../ink/ink293.xml"/><Relationship Id="rId19" Type="http://schemas.openxmlformats.org/officeDocument/2006/relationships/image" Target="../media/image187.png"/><Relationship Id="rId31" Type="http://schemas.openxmlformats.org/officeDocument/2006/relationships/image" Target="../media/image193.png"/><Relationship Id="rId44" Type="http://schemas.openxmlformats.org/officeDocument/2006/relationships/customXml" Target="../ink/ink310.xml"/><Relationship Id="rId4" Type="http://schemas.openxmlformats.org/officeDocument/2006/relationships/customXml" Target="../ink/ink290.xml"/><Relationship Id="rId9" Type="http://schemas.openxmlformats.org/officeDocument/2006/relationships/image" Target="../media/image182.png"/><Relationship Id="rId14" Type="http://schemas.openxmlformats.org/officeDocument/2006/relationships/customXml" Target="../ink/ink295.xml"/><Relationship Id="rId22" Type="http://schemas.openxmlformats.org/officeDocument/2006/relationships/customXml" Target="../ink/ink299.xml"/><Relationship Id="rId27" Type="http://schemas.openxmlformats.org/officeDocument/2006/relationships/image" Target="../media/image191.png"/><Relationship Id="rId30" Type="http://schemas.openxmlformats.org/officeDocument/2006/relationships/customXml" Target="../ink/ink303.xml"/><Relationship Id="rId35" Type="http://schemas.openxmlformats.org/officeDocument/2006/relationships/image" Target="../media/image195.png"/><Relationship Id="rId43" Type="http://schemas.openxmlformats.org/officeDocument/2006/relationships/image" Target="../media/image199.png"/><Relationship Id="rId8" Type="http://schemas.openxmlformats.org/officeDocument/2006/relationships/customXml" Target="../ink/ink292.xml"/><Relationship Id="rId3" Type="http://schemas.openxmlformats.org/officeDocument/2006/relationships/image" Target="../media/image7.jpeg"/><Relationship Id="rId12" Type="http://schemas.openxmlformats.org/officeDocument/2006/relationships/customXml" Target="../ink/ink294.xml"/><Relationship Id="rId17" Type="http://schemas.openxmlformats.org/officeDocument/2006/relationships/image" Target="../media/image186.png"/><Relationship Id="rId25" Type="http://schemas.openxmlformats.org/officeDocument/2006/relationships/image" Target="../media/image190.png"/><Relationship Id="rId33" Type="http://schemas.openxmlformats.org/officeDocument/2006/relationships/image" Target="../media/image194.png"/><Relationship Id="rId38" Type="http://schemas.openxmlformats.org/officeDocument/2006/relationships/customXml" Target="../ink/ink307.xml"/><Relationship Id="rId46" Type="http://schemas.openxmlformats.org/officeDocument/2006/relationships/customXml" Target="../ink/ink311.xml"/><Relationship Id="rId20" Type="http://schemas.openxmlformats.org/officeDocument/2006/relationships/customXml" Target="../ink/ink298.xml"/><Relationship Id="rId41" Type="http://schemas.openxmlformats.org/officeDocument/2006/relationships/image" Target="../media/image198.png"/></Relationships>
</file>

<file path=ppt/slides/_rels/slide6.xml.rels><?xml version="1.0" encoding="UTF-8" standalone="yes"?>
<Relationships xmlns="http://schemas.openxmlformats.org/package/2006/relationships"><Relationship Id="rId117" Type="http://schemas.openxmlformats.org/officeDocument/2006/relationships/image" Target="../media/image178.png"/><Relationship Id="rId21" Type="http://schemas.openxmlformats.org/officeDocument/2006/relationships/image" Target="../media/image13010.png"/><Relationship Id="rId42" Type="http://schemas.openxmlformats.org/officeDocument/2006/relationships/customXml" Target="../ink/ink331.xml"/><Relationship Id="rId63" Type="http://schemas.openxmlformats.org/officeDocument/2006/relationships/image" Target="../media/image15110.png"/><Relationship Id="rId84" Type="http://schemas.openxmlformats.org/officeDocument/2006/relationships/customXml" Target="../ink/ink352.xml"/><Relationship Id="rId138" Type="http://schemas.openxmlformats.org/officeDocument/2006/relationships/customXml" Target="../ink/ink379.xml"/><Relationship Id="rId159" Type="http://schemas.openxmlformats.org/officeDocument/2006/relationships/image" Target="../media/image19910.png"/><Relationship Id="rId107" Type="http://schemas.openxmlformats.org/officeDocument/2006/relationships/image" Target="../media/image17310.png"/><Relationship Id="rId11" Type="http://schemas.openxmlformats.org/officeDocument/2006/relationships/image" Target="../media/image12510.png"/><Relationship Id="rId32" Type="http://schemas.openxmlformats.org/officeDocument/2006/relationships/customXml" Target="../ink/ink326.xml"/><Relationship Id="rId53" Type="http://schemas.openxmlformats.org/officeDocument/2006/relationships/image" Target="../media/image14610.png"/><Relationship Id="rId74" Type="http://schemas.openxmlformats.org/officeDocument/2006/relationships/customXml" Target="../ink/ink347.xml"/><Relationship Id="rId128" Type="http://schemas.openxmlformats.org/officeDocument/2006/relationships/customXml" Target="../ink/ink374.xml"/><Relationship Id="rId149" Type="http://schemas.openxmlformats.org/officeDocument/2006/relationships/image" Target="../media/image1944.png"/><Relationship Id="rId5" Type="http://schemas.openxmlformats.org/officeDocument/2006/relationships/image" Target="../media/image12210.png"/><Relationship Id="rId95" Type="http://schemas.openxmlformats.org/officeDocument/2006/relationships/image" Target="../media/image16710.png"/><Relationship Id="rId160" Type="http://schemas.openxmlformats.org/officeDocument/2006/relationships/customXml" Target="../ink/ink390.xml"/><Relationship Id="rId22" Type="http://schemas.openxmlformats.org/officeDocument/2006/relationships/customXml" Target="../ink/ink321.xml"/><Relationship Id="rId43" Type="http://schemas.openxmlformats.org/officeDocument/2006/relationships/image" Target="../media/image14110.png"/><Relationship Id="rId64" Type="http://schemas.openxmlformats.org/officeDocument/2006/relationships/customXml" Target="../ink/ink342.xml"/><Relationship Id="rId118" Type="http://schemas.openxmlformats.org/officeDocument/2006/relationships/customXml" Target="../ink/ink369.xml"/><Relationship Id="rId139" Type="http://schemas.openxmlformats.org/officeDocument/2006/relationships/image" Target="../media/image18910.png"/><Relationship Id="rId85" Type="http://schemas.openxmlformats.org/officeDocument/2006/relationships/image" Target="../media/image16210.png"/><Relationship Id="rId150" Type="http://schemas.openxmlformats.org/officeDocument/2006/relationships/customXml" Target="../ink/ink385.xml"/><Relationship Id="rId12" Type="http://schemas.openxmlformats.org/officeDocument/2006/relationships/customXml" Target="../ink/ink316.xml"/><Relationship Id="rId17" Type="http://schemas.openxmlformats.org/officeDocument/2006/relationships/image" Target="../media/image12810.png"/><Relationship Id="rId33" Type="http://schemas.openxmlformats.org/officeDocument/2006/relationships/image" Target="../media/image13610.png"/><Relationship Id="rId38" Type="http://schemas.openxmlformats.org/officeDocument/2006/relationships/customXml" Target="../ink/ink329.xml"/><Relationship Id="rId59" Type="http://schemas.openxmlformats.org/officeDocument/2006/relationships/image" Target="../media/image14910.png"/><Relationship Id="rId103" Type="http://schemas.openxmlformats.org/officeDocument/2006/relationships/image" Target="../media/image17110.png"/><Relationship Id="rId108" Type="http://schemas.openxmlformats.org/officeDocument/2006/relationships/customXml" Target="../ink/ink364.xml"/><Relationship Id="rId124" Type="http://schemas.openxmlformats.org/officeDocument/2006/relationships/customXml" Target="../ink/ink372.xml"/><Relationship Id="rId129" Type="http://schemas.openxmlformats.org/officeDocument/2006/relationships/image" Target="../media/image18410.png"/><Relationship Id="rId54" Type="http://schemas.openxmlformats.org/officeDocument/2006/relationships/customXml" Target="../ink/ink337.xml"/><Relationship Id="rId70" Type="http://schemas.openxmlformats.org/officeDocument/2006/relationships/customXml" Target="../ink/ink345.xml"/><Relationship Id="rId75" Type="http://schemas.openxmlformats.org/officeDocument/2006/relationships/image" Target="../media/image15710.png"/><Relationship Id="rId91" Type="http://schemas.openxmlformats.org/officeDocument/2006/relationships/image" Target="../media/image16510.png"/><Relationship Id="rId96" Type="http://schemas.openxmlformats.org/officeDocument/2006/relationships/customXml" Target="../ink/ink358.xml"/><Relationship Id="rId140" Type="http://schemas.openxmlformats.org/officeDocument/2006/relationships/customXml" Target="../ink/ink380.xml"/><Relationship Id="rId145" Type="http://schemas.openxmlformats.org/officeDocument/2006/relationships/image" Target="../media/image19210.png"/><Relationship Id="rId161" Type="http://schemas.openxmlformats.org/officeDocument/2006/relationships/image" Target="../media/image20010.png"/><Relationship Id="rId1" Type="http://schemas.openxmlformats.org/officeDocument/2006/relationships/slideLayout" Target="../slideLayouts/slideLayout2.xml"/><Relationship Id="rId6" Type="http://schemas.openxmlformats.org/officeDocument/2006/relationships/customXml" Target="../ink/ink313.xml"/><Relationship Id="rId23" Type="http://schemas.openxmlformats.org/officeDocument/2006/relationships/image" Target="../media/image13110.png"/><Relationship Id="rId28" Type="http://schemas.openxmlformats.org/officeDocument/2006/relationships/customXml" Target="../ink/ink324.xml"/><Relationship Id="rId49" Type="http://schemas.openxmlformats.org/officeDocument/2006/relationships/image" Target="../media/image14410.png"/><Relationship Id="rId114" Type="http://schemas.openxmlformats.org/officeDocument/2006/relationships/customXml" Target="../ink/ink367.xml"/><Relationship Id="rId119" Type="http://schemas.openxmlformats.org/officeDocument/2006/relationships/image" Target="../media/image179.png"/><Relationship Id="rId44" Type="http://schemas.openxmlformats.org/officeDocument/2006/relationships/customXml" Target="../ink/ink332.xml"/><Relationship Id="rId60" Type="http://schemas.openxmlformats.org/officeDocument/2006/relationships/customXml" Target="../ink/ink340.xml"/><Relationship Id="rId65" Type="http://schemas.openxmlformats.org/officeDocument/2006/relationships/image" Target="../media/image15210.png"/><Relationship Id="rId81" Type="http://schemas.openxmlformats.org/officeDocument/2006/relationships/image" Target="../media/image16010.png"/><Relationship Id="rId86" Type="http://schemas.openxmlformats.org/officeDocument/2006/relationships/customXml" Target="../ink/ink353.xml"/><Relationship Id="rId130" Type="http://schemas.openxmlformats.org/officeDocument/2006/relationships/customXml" Target="../ink/ink375.xml"/><Relationship Id="rId135" Type="http://schemas.openxmlformats.org/officeDocument/2006/relationships/image" Target="../media/image18710.png"/><Relationship Id="rId151" Type="http://schemas.openxmlformats.org/officeDocument/2006/relationships/image" Target="../media/image1950.png"/><Relationship Id="rId156" Type="http://schemas.openxmlformats.org/officeDocument/2006/relationships/customXml" Target="../ink/ink388.xml"/><Relationship Id="rId13" Type="http://schemas.openxmlformats.org/officeDocument/2006/relationships/image" Target="../media/image12610.png"/><Relationship Id="rId18" Type="http://schemas.openxmlformats.org/officeDocument/2006/relationships/customXml" Target="../ink/ink319.xml"/><Relationship Id="rId39" Type="http://schemas.openxmlformats.org/officeDocument/2006/relationships/image" Target="../media/image13910.png"/><Relationship Id="rId109" Type="http://schemas.openxmlformats.org/officeDocument/2006/relationships/image" Target="../media/image17410.png"/><Relationship Id="rId34" Type="http://schemas.openxmlformats.org/officeDocument/2006/relationships/customXml" Target="../ink/ink327.xml"/><Relationship Id="rId50" Type="http://schemas.openxmlformats.org/officeDocument/2006/relationships/customXml" Target="../ink/ink335.xml"/><Relationship Id="rId55" Type="http://schemas.openxmlformats.org/officeDocument/2006/relationships/image" Target="../media/image14710.png"/><Relationship Id="rId76" Type="http://schemas.openxmlformats.org/officeDocument/2006/relationships/customXml" Target="../ink/ink348.xml"/><Relationship Id="rId97" Type="http://schemas.openxmlformats.org/officeDocument/2006/relationships/image" Target="../media/image16810.png"/><Relationship Id="rId104" Type="http://schemas.openxmlformats.org/officeDocument/2006/relationships/customXml" Target="../ink/ink362.xml"/><Relationship Id="rId120" Type="http://schemas.openxmlformats.org/officeDocument/2006/relationships/customXml" Target="../ink/ink370.xml"/><Relationship Id="rId125" Type="http://schemas.openxmlformats.org/officeDocument/2006/relationships/image" Target="../media/image18210.png"/><Relationship Id="rId141" Type="http://schemas.openxmlformats.org/officeDocument/2006/relationships/image" Target="../media/image19010.png"/><Relationship Id="rId146" Type="http://schemas.openxmlformats.org/officeDocument/2006/relationships/customXml" Target="../ink/ink383.xml"/><Relationship Id="rId7" Type="http://schemas.openxmlformats.org/officeDocument/2006/relationships/image" Target="../media/image12310.png"/><Relationship Id="rId71" Type="http://schemas.openxmlformats.org/officeDocument/2006/relationships/image" Target="../media/image15510.png"/><Relationship Id="rId92" Type="http://schemas.openxmlformats.org/officeDocument/2006/relationships/customXml" Target="../ink/ink356.xml"/><Relationship Id="rId162" Type="http://schemas.openxmlformats.org/officeDocument/2006/relationships/customXml" Target="../ink/ink391.xml"/><Relationship Id="rId2" Type="http://schemas.openxmlformats.org/officeDocument/2006/relationships/image" Target="../media/image6.jpeg"/><Relationship Id="rId29" Type="http://schemas.openxmlformats.org/officeDocument/2006/relationships/image" Target="../media/image13410.png"/><Relationship Id="rId24" Type="http://schemas.openxmlformats.org/officeDocument/2006/relationships/customXml" Target="../ink/ink322.xml"/><Relationship Id="rId40" Type="http://schemas.openxmlformats.org/officeDocument/2006/relationships/customXml" Target="../ink/ink330.xml"/><Relationship Id="rId45" Type="http://schemas.openxmlformats.org/officeDocument/2006/relationships/image" Target="../media/image14210.png"/><Relationship Id="rId66" Type="http://schemas.openxmlformats.org/officeDocument/2006/relationships/customXml" Target="../ink/ink343.xml"/><Relationship Id="rId87" Type="http://schemas.openxmlformats.org/officeDocument/2006/relationships/image" Target="../media/image16310.png"/><Relationship Id="rId110" Type="http://schemas.openxmlformats.org/officeDocument/2006/relationships/customXml" Target="../ink/ink365.xml"/><Relationship Id="rId115" Type="http://schemas.openxmlformats.org/officeDocument/2006/relationships/image" Target="../media/image17710.png"/><Relationship Id="rId131" Type="http://schemas.openxmlformats.org/officeDocument/2006/relationships/image" Target="../media/image18510.png"/><Relationship Id="rId136" Type="http://schemas.openxmlformats.org/officeDocument/2006/relationships/customXml" Target="../ink/ink378.xml"/><Relationship Id="rId157" Type="http://schemas.openxmlformats.org/officeDocument/2006/relationships/image" Target="../media/image1980.png"/><Relationship Id="rId61" Type="http://schemas.openxmlformats.org/officeDocument/2006/relationships/image" Target="../media/image15010.png"/><Relationship Id="rId82" Type="http://schemas.openxmlformats.org/officeDocument/2006/relationships/customXml" Target="../ink/ink351.xml"/><Relationship Id="rId152" Type="http://schemas.openxmlformats.org/officeDocument/2006/relationships/customXml" Target="../ink/ink386.xml"/><Relationship Id="rId19" Type="http://schemas.openxmlformats.org/officeDocument/2006/relationships/image" Target="../media/image12910.png"/><Relationship Id="rId14" Type="http://schemas.openxmlformats.org/officeDocument/2006/relationships/customXml" Target="../ink/ink317.xml"/><Relationship Id="rId30" Type="http://schemas.openxmlformats.org/officeDocument/2006/relationships/customXml" Target="../ink/ink325.xml"/><Relationship Id="rId35" Type="http://schemas.openxmlformats.org/officeDocument/2006/relationships/image" Target="../media/image13710.png"/><Relationship Id="rId56" Type="http://schemas.openxmlformats.org/officeDocument/2006/relationships/customXml" Target="../ink/ink338.xml"/><Relationship Id="rId77" Type="http://schemas.openxmlformats.org/officeDocument/2006/relationships/image" Target="../media/image15810.png"/><Relationship Id="rId100" Type="http://schemas.openxmlformats.org/officeDocument/2006/relationships/customXml" Target="../ink/ink360.xml"/><Relationship Id="rId105" Type="http://schemas.openxmlformats.org/officeDocument/2006/relationships/image" Target="../media/image17210.png"/><Relationship Id="rId126" Type="http://schemas.openxmlformats.org/officeDocument/2006/relationships/customXml" Target="../ink/ink373.xml"/><Relationship Id="rId147" Type="http://schemas.openxmlformats.org/officeDocument/2006/relationships/image" Target="../media/image19310.png"/><Relationship Id="rId8" Type="http://schemas.openxmlformats.org/officeDocument/2006/relationships/customXml" Target="../ink/ink314.xml"/><Relationship Id="rId51" Type="http://schemas.openxmlformats.org/officeDocument/2006/relationships/image" Target="../media/image14510.png"/><Relationship Id="rId72" Type="http://schemas.openxmlformats.org/officeDocument/2006/relationships/customXml" Target="../ink/ink346.xml"/><Relationship Id="rId93" Type="http://schemas.openxmlformats.org/officeDocument/2006/relationships/image" Target="../media/image16610.png"/><Relationship Id="rId98" Type="http://schemas.openxmlformats.org/officeDocument/2006/relationships/customXml" Target="../ink/ink359.xml"/><Relationship Id="rId121" Type="http://schemas.openxmlformats.org/officeDocument/2006/relationships/image" Target="../media/image18010.png"/><Relationship Id="rId142" Type="http://schemas.openxmlformats.org/officeDocument/2006/relationships/customXml" Target="../ink/ink381.xml"/><Relationship Id="rId163" Type="http://schemas.openxmlformats.org/officeDocument/2006/relationships/image" Target="../media/image20110.png"/><Relationship Id="rId3" Type="http://schemas.openxmlformats.org/officeDocument/2006/relationships/image" Target="../media/image7.jpeg"/><Relationship Id="rId25" Type="http://schemas.openxmlformats.org/officeDocument/2006/relationships/image" Target="../media/image13210.png"/><Relationship Id="rId46" Type="http://schemas.openxmlformats.org/officeDocument/2006/relationships/customXml" Target="../ink/ink333.xml"/><Relationship Id="rId67" Type="http://schemas.openxmlformats.org/officeDocument/2006/relationships/image" Target="../media/image1539.png"/><Relationship Id="rId116" Type="http://schemas.openxmlformats.org/officeDocument/2006/relationships/customXml" Target="../ink/ink368.xml"/><Relationship Id="rId137" Type="http://schemas.openxmlformats.org/officeDocument/2006/relationships/image" Target="../media/image18810.png"/><Relationship Id="rId158" Type="http://schemas.openxmlformats.org/officeDocument/2006/relationships/customXml" Target="../ink/ink389.xml"/><Relationship Id="rId20" Type="http://schemas.openxmlformats.org/officeDocument/2006/relationships/customXml" Target="../ink/ink320.xml"/><Relationship Id="rId41" Type="http://schemas.openxmlformats.org/officeDocument/2006/relationships/image" Target="../media/image14010.png"/><Relationship Id="rId62" Type="http://schemas.openxmlformats.org/officeDocument/2006/relationships/customXml" Target="../ink/ink341.xml"/><Relationship Id="rId83" Type="http://schemas.openxmlformats.org/officeDocument/2006/relationships/image" Target="../media/image16110.png"/><Relationship Id="rId88" Type="http://schemas.openxmlformats.org/officeDocument/2006/relationships/customXml" Target="../ink/ink354.xml"/><Relationship Id="rId111" Type="http://schemas.openxmlformats.org/officeDocument/2006/relationships/image" Target="../media/image17510.png"/><Relationship Id="rId132" Type="http://schemas.openxmlformats.org/officeDocument/2006/relationships/customXml" Target="../ink/ink376.xml"/><Relationship Id="rId153" Type="http://schemas.openxmlformats.org/officeDocument/2006/relationships/image" Target="../media/image1960.png"/><Relationship Id="rId15" Type="http://schemas.openxmlformats.org/officeDocument/2006/relationships/image" Target="../media/image12710.png"/><Relationship Id="rId36" Type="http://schemas.openxmlformats.org/officeDocument/2006/relationships/customXml" Target="../ink/ink328.xml"/><Relationship Id="rId57" Type="http://schemas.openxmlformats.org/officeDocument/2006/relationships/image" Target="../media/image14810.png"/><Relationship Id="rId106" Type="http://schemas.openxmlformats.org/officeDocument/2006/relationships/customXml" Target="../ink/ink363.xml"/><Relationship Id="rId127" Type="http://schemas.openxmlformats.org/officeDocument/2006/relationships/image" Target="../media/image18310.png"/><Relationship Id="rId10" Type="http://schemas.openxmlformats.org/officeDocument/2006/relationships/customXml" Target="../ink/ink315.xml"/><Relationship Id="rId31" Type="http://schemas.openxmlformats.org/officeDocument/2006/relationships/image" Target="../media/image13510.png"/><Relationship Id="rId52" Type="http://schemas.openxmlformats.org/officeDocument/2006/relationships/customXml" Target="../ink/ink336.xml"/><Relationship Id="rId73" Type="http://schemas.openxmlformats.org/officeDocument/2006/relationships/image" Target="../media/image15610.png"/><Relationship Id="rId78" Type="http://schemas.openxmlformats.org/officeDocument/2006/relationships/customXml" Target="../ink/ink349.xml"/><Relationship Id="rId94" Type="http://schemas.openxmlformats.org/officeDocument/2006/relationships/customXml" Target="../ink/ink357.xml"/><Relationship Id="rId99" Type="http://schemas.openxmlformats.org/officeDocument/2006/relationships/image" Target="../media/image16910.png"/><Relationship Id="rId101" Type="http://schemas.openxmlformats.org/officeDocument/2006/relationships/image" Target="../media/image17010.png"/><Relationship Id="rId122" Type="http://schemas.openxmlformats.org/officeDocument/2006/relationships/customXml" Target="../ink/ink371.xml"/><Relationship Id="rId143" Type="http://schemas.openxmlformats.org/officeDocument/2006/relationships/image" Target="../media/image19110.png"/><Relationship Id="rId148" Type="http://schemas.openxmlformats.org/officeDocument/2006/relationships/customXml" Target="../ink/ink384.xml"/><Relationship Id="rId4" Type="http://schemas.openxmlformats.org/officeDocument/2006/relationships/customXml" Target="../ink/ink312.xml"/><Relationship Id="rId9" Type="http://schemas.openxmlformats.org/officeDocument/2006/relationships/image" Target="../media/image12410.png"/><Relationship Id="rId26" Type="http://schemas.openxmlformats.org/officeDocument/2006/relationships/customXml" Target="../ink/ink323.xml"/><Relationship Id="rId47" Type="http://schemas.openxmlformats.org/officeDocument/2006/relationships/image" Target="../media/image14310.png"/><Relationship Id="rId68" Type="http://schemas.openxmlformats.org/officeDocument/2006/relationships/customXml" Target="../ink/ink344.xml"/><Relationship Id="rId89" Type="http://schemas.openxmlformats.org/officeDocument/2006/relationships/image" Target="../media/image16410.png"/><Relationship Id="rId112" Type="http://schemas.openxmlformats.org/officeDocument/2006/relationships/customXml" Target="../ink/ink366.xml"/><Relationship Id="rId133" Type="http://schemas.openxmlformats.org/officeDocument/2006/relationships/image" Target="../media/image18610.png"/><Relationship Id="rId154" Type="http://schemas.openxmlformats.org/officeDocument/2006/relationships/customXml" Target="../ink/ink387.xml"/><Relationship Id="rId16" Type="http://schemas.openxmlformats.org/officeDocument/2006/relationships/customXml" Target="../ink/ink318.xml"/><Relationship Id="rId37" Type="http://schemas.openxmlformats.org/officeDocument/2006/relationships/image" Target="../media/image13810.png"/><Relationship Id="rId58" Type="http://schemas.openxmlformats.org/officeDocument/2006/relationships/customXml" Target="../ink/ink339.xml"/><Relationship Id="rId79" Type="http://schemas.openxmlformats.org/officeDocument/2006/relationships/image" Target="../media/image15910.png"/><Relationship Id="rId102" Type="http://schemas.openxmlformats.org/officeDocument/2006/relationships/customXml" Target="../ink/ink361.xml"/><Relationship Id="rId123" Type="http://schemas.openxmlformats.org/officeDocument/2006/relationships/image" Target="../media/image18110.png"/><Relationship Id="rId144" Type="http://schemas.openxmlformats.org/officeDocument/2006/relationships/customXml" Target="../ink/ink382.xml"/><Relationship Id="rId90" Type="http://schemas.openxmlformats.org/officeDocument/2006/relationships/customXml" Target="../ink/ink355.xml"/><Relationship Id="rId27" Type="http://schemas.openxmlformats.org/officeDocument/2006/relationships/image" Target="../media/image13310.png"/><Relationship Id="rId48" Type="http://schemas.openxmlformats.org/officeDocument/2006/relationships/customXml" Target="../ink/ink334.xml"/><Relationship Id="rId69" Type="http://schemas.openxmlformats.org/officeDocument/2006/relationships/image" Target="../media/image1540.png"/><Relationship Id="rId113" Type="http://schemas.openxmlformats.org/officeDocument/2006/relationships/image" Target="../media/image17610.png"/><Relationship Id="rId134" Type="http://schemas.openxmlformats.org/officeDocument/2006/relationships/customXml" Target="../ink/ink377.xml"/><Relationship Id="rId80" Type="http://schemas.openxmlformats.org/officeDocument/2006/relationships/customXml" Target="../ink/ink350.xml"/><Relationship Id="rId155" Type="http://schemas.openxmlformats.org/officeDocument/2006/relationships/image" Target="../media/image1970.png"/></Relationships>
</file>

<file path=ppt/slides/_rels/slide7.xml.rels><?xml version="1.0" encoding="UTF-8" standalone="yes"?>
<Relationships xmlns="http://schemas.openxmlformats.org/package/2006/relationships"><Relationship Id="rId117" Type="http://schemas.openxmlformats.org/officeDocument/2006/relationships/customXml" Target="../ink/ink449.xml"/><Relationship Id="rId21" Type="http://schemas.openxmlformats.org/officeDocument/2006/relationships/customXml" Target="../ink/ink401.xml"/><Relationship Id="rId42" Type="http://schemas.openxmlformats.org/officeDocument/2006/relationships/image" Target="../media/image224.png"/><Relationship Id="rId63" Type="http://schemas.openxmlformats.org/officeDocument/2006/relationships/customXml" Target="../ink/ink422.xml"/><Relationship Id="rId84" Type="http://schemas.openxmlformats.org/officeDocument/2006/relationships/image" Target="../media/image245.png"/><Relationship Id="rId138" Type="http://schemas.openxmlformats.org/officeDocument/2006/relationships/image" Target="../media/image272.png"/><Relationship Id="rId159" Type="http://schemas.openxmlformats.org/officeDocument/2006/relationships/customXml" Target="../ink/ink470.xml"/><Relationship Id="rId170" Type="http://schemas.openxmlformats.org/officeDocument/2006/relationships/image" Target="../media/image288.png"/><Relationship Id="rId107" Type="http://schemas.openxmlformats.org/officeDocument/2006/relationships/customXml" Target="../ink/ink444.xml"/><Relationship Id="rId11" Type="http://schemas.openxmlformats.org/officeDocument/2006/relationships/customXml" Target="../ink/ink396.xml"/><Relationship Id="rId32" Type="http://schemas.openxmlformats.org/officeDocument/2006/relationships/image" Target="../media/image219.png"/><Relationship Id="rId53" Type="http://schemas.openxmlformats.org/officeDocument/2006/relationships/customXml" Target="../ink/ink417.xml"/><Relationship Id="rId74" Type="http://schemas.openxmlformats.org/officeDocument/2006/relationships/image" Target="../media/image240.png"/><Relationship Id="rId128" Type="http://schemas.openxmlformats.org/officeDocument/2006/relationships/image" Target="../media/image267.png"/><Relationship Id="rId149" Type="http://schemas.openxmlformats.org/officeDocument/2006/relationships/customXml" Target="../ink/ink465.xml"/><Relationship Id="rId5" Type="http://schemas.openxmlformats.org/officeDocument/2006/relationships/customXml" Target="../ink/ink393.xml"/><Relationship Id="rId95" Type="http://schemas.openxmlformats.org/officeDocument/2006/relationships/customXml" Target="../ink/ink438.xml"/><Relationship Id="rId160" Type="http://schemas.openxmlformats.org/officeDocument/2006/relationships/image" Target="../media/image283.png"/><Relationship Id="rId22" Type="http://schemas.openxmlformats.org/officeDocument/2006/relationships/image" Target="../media/image214.png"/><Relationship Id="rId43" Type="http://schemas.openxmlformats.org/officeDocument/2006/relationships/customXml" Target="../ink/ink412.xml"/><Relationship Id="rId64" Type="http://schemas.openxmlformats.org/officeDocument/2006/relationships/image" Target="../media/image235.png"/><Relationship Id="rId118" Type="http://schemas.openxmlformats.org/officeDocument/2006/relationships/image" Target="../media/image262.png"/><Relationship Id="rId139" Type="http://schemas.openxmlformats.org/officeDocument/2006/relationships/customXml" Target="../ink/ink460.xml"/><Relationship Id="rId85" Type="http://schemas.openxmlformats.org/officeDocument/2006/relationships/customXml" Target="../ink/ink433.xml"/><Relationship Id="rId150" Type="http://schemas.openxmlformats.org/officeDocument/2006/relationships/image" Target="../media/image278.png"/><Relationship Id="rId171" Type="http://schemas.openxmlformats.org/officeDocument/2006/relationships/customXml" Target="../ink/ink476.xml"/><Relationship Id="rId12" Type="http://schemas.openxmlformats.org/officeDocument/2006/relationships/image" Target="../media/image209.png"/><Relationship Id="rId33" Type="http://schemas.openxmlformats.org/officeDocument/2006/relationships/customXml" Target="../ink/ink407.xml"/><Relationship Id="rId108" Type="http://schemas.openxmlformats.org/officeDocument/2006/relationships/image" Target="../media/image257.png"/><Relationship Id="rId129" Type="http://schemas.openxmlformats.org/officeDocument/2006/relationships/customXml" Target="../ink/ink455.xml"/><Relationship Id="rId54" Type="http://schemas.openxmlformats.org/officeDocument/2006/relationships/image" Target="../media/image230.png"/><Relationship Id="rId75" Type="http://schemas.openxmlformats.org/officeDocument/2006/relationships/customXml" Target="../ink/ink428.xml"/><Relationship Id="rId96" Type="http://schemas.openxmlformats.org/officeDocument/2006/relationships/image" Target="../media/image251.png"/><Relationship Id="rId140" Type="http://schemas.openxmlformats.org/officeDocument/2006/relationships/image" Target="../media/image273.png"/><Relationship Id="rId161" Type="http://schemas.openxmlformats.org/officeDocument/2006/relationships/customXml" Target="../ink/ink471.xml"/><Relationship Id="rId6" Type="http://schemas.openxmlformats.org/officeDocument/2006/relationships/image" Target="../media/image206.png"/><Relationship Id="rId23" Type="http://schemas.openxmlformats.org/officeDocument/2006/relationships/customXml" Target="../ink/ink402.xml"/><Relationship Id="rId28" Type="http://schemas.openxmlformats.org/officeDocument/2006/relationships/image" Target="../media/image217.png"/><Relationship Id="rId49" Type="http://schemas.openxmlformats.org/officeDocument/2006/relationships/customXml" Target="../ink/ink415.xml"/><Relationship Id="rId114" Type="http://schemas.openxmlformats.org/officeDocument/2006/relationships/image" Target="../media/image260.png"/><Relationship Id="rId119" Type="http://schemas.openxmlformats.org/officeDocument/2006/relationships/customXml" Target="../ink/ink450.xml"/><Relationship Id="rId44" Type="http://schemas.openxmlformats.org/officeDocument/2006/relationships/image" Target="../media/image225.png"/><Relationship Id="rId60" Type="http://schemas.openxmlformats.org/officeDocument/2006/relationships/image" Target="../media/image233.png"/><Relationship Id="rId65" Type="http://schemas.openxmlformats.org/officeDocument/2006/relationships/customXml" Target="../ink/ink423.xml"/><Relationship Id="rId81" Type="http://schemas.openxmlformats.org/officeDocument/2006/relationships/customXml" Target="../ink/ink431.xml"/><Relationship Id="rId86" Type="http://schemas.openxmlformats.org/officeDocument/2006/relationships/image" Target="../media/image246.png"/><Relationship Id="rId130" Type="http://schemas.openxmlformats.org/officeDocument/2006/relationships/image" Target="../media/image268.png"/><Relationship Id="rId135" Type="http://schemas.openxmlformats.org/officeDocument/2006/relationships/customXml" Target="../ink/ink458.xml"/><Relationship Id="rId151" Type="http://schemas.openxmlformats.org/officeDocument/2006/relationships/customXml" Target="../ink/ink466.xml"/><Relationship Id="rId156" Type="http://schemas.openxmlformats.org/officeDocument/2006/relationships/image" Target="../media/image281.png"/><Relationship Id="rId177" Type="http://schemas.openxmlformats.org/officeDocument/2006/relationships/customXml" Target="../ink/ink479.xml"/><Relationship Id="rId172" Type="http://schemas.openxmlformats.org/officeDocument/2006/relationships/image" Target="../media/image289.png"/><Relationship Id="rId13" Type="http://schemas.openxmlformats.org/officeDocument/2006/relationships/customXml" Target="../ink/ink397.xml"/><Relationship Id="rId18" Type="http://schemas.openxmlformats.org/officeDocument/2006/relationships/image" Target="../media/image212.png"/><Relationship Id="rId39" Type="http://schemas.openxmlformats.org/officeDocument/2006/relationships/customXml" Target="../ink/ink410.xml"/><Relationship Id="rId109" Type="http://schemas.openxmlformats.org/officeDocument/2006/relationships/customXml" Target="../ink/ink445.xml"/><Relationship Id="rId34" Type="http://schemas.openxmlformats.org/officeDocument/2006/relationships/image" Target="../media/image220.png"/><Relationship Id="rId50" Type="http://schemas.openxmlformats.org/officeDocument/2006/relationships/image" Target="../media/image228.png"/><Relationship Id="rId55" Type="http://schemas.openxmlformats.org/officeDocument/2006/relationships/customXml" Target="../ink/ink418.xml"/><Relationship Id="rId76" Type="http://schemas.openxmlformats.org/officeDocument/2006/relationships/image" Target="../media/image241.png"/><Relationship Id="rId97" Type="http://schemas.openxmlformats.org/officeDocument/2006/relationships/customXml" Target="../ink/ink439.xml"/><Relationship Id="rId104" Type="http://schemas.openxmlformats.org/officeDocument/2006/relationships/image" Target="../media/image255.png"/><Relationship Id="rId120" Type="http://schemas.openxmlformats.org/officeDocument/2006/relationships/image" Target="../media/image263.png"/><Relationship Id="rId125" Type="http://schemas.openxmlformats.org/officeDocument/2006/relationships/customXml" Target="../ink/ink453.xml"/><Relationship Id="rId141" Type="http://schemas.openxmlformats.org/officeDocument/2006/relationships/customXml" Target="../ink/ink461.xml"/><Relationship Id="rId146" Type="http://schemas.openxmlformats.org/officeDocument/2006/relationships/image" Target="../media/image276.png"/><Relationship Id="rId167" Type="http://schemas.openxmlformats.org/officeDocument/2006/relationships/customXml" Target="../ink/ink474.xml"/><Relationship Id="rId7" Type="http://schemas.openxmlformats.org/officeDocument/2006/relationships/customXml" Target="../ink/ink394.xml"/><Relationship Id="rId71" Type="http://schemas.openxmlformats.org/officeDocument/2006/relationships/customXml" Target="../ink/ink426.xml"/><Relationship Id="rId92" Type="http://schemas.openxmlformats.org/officeDocument/2006/relationships/image" Target="../media/image249.png"/><Relationship Id="rId162" Type="http://schemas.openxmlformats.org/officeDocument/2006/relationships/image" Target="../media/image284.png"/><Relationship Id="rId2" Type="http://schemas.openxmlformats.org/officeDocument/2006/relationships/image" Target="../media/image8.jpeg"/><Relationship Id="rId29" Type="http://schemas.openxmlformats.org/officeDocument/2006/relationships/customXml" Target="../ink/ink405.xml"/><Relationship Id="rId24" Type="http://schemas.openxmlformats.org/officeDocument/2006/relationships/image" Target="../media/image215.png"/><Relationship Id="rId40" Type="http://schemas.openxmlformats.org/officeDocument/2006/relationships/image" Target="../media/image223.png"/><Relationship Id="rId45" Type="http://schemas.openxmlformats.org/officeDocument/2006/relationships/customXml" Target="../ink/ink413.xml"/><Relationship Id="rId66" Type="http://schemas.openxmlformats.org/officeDocument/2006/relationships/image" Target="../media/image236.png"/><Relationship Id="rId87" Type="http://schemas.openxmlformats.org/officeDocument/2006/relationships/customXml" Target="../ink/ink434.xml"/><Relationship Id="rId110" Type="http://schemas.openxmlformats.org/officeDocument/2006/relationships/image" Target="../media/image258.png"/><Relationship Id="rId115" Type="http://schemas.openxmlformats.org/officeDocument/2006/relationships/customXml" Target="../ink/ink448.xml"/><Relationship Id="rId131" Type="http://schemas.openxmlformats.org/officeDocument/2006/relationships/customXml" Target="../ink/ink456.xml"/><Relationship Id="rId136" Type="http://schemas.openxmlformats.org/officeDocument/2006/relationships/image" Target="../media/image271.png"/><Relationship Id="rId157" Type="http://schemas.openxmlformats.org/officeDocument/2006/relationships/customXml" Target="../ink/ink469.xml"/><Relationship Id="rId178" Type="http://schemas.openxmlformats.org/officeDocument/2006/relationships/image" Target="../media/image292.png"/><Relationship Id="rId61" Type="http://schemas.openxmlformats.org/officeDocument/2006/relationships/customXml" Target="../ink/ink421.xml"/><Relationship Id="rId82" Type="http://schemas.openxmlformats.org/officeDocument/2006/relationships/image" Target="../media/image244.png"/><Relationship Id="rId152" Type="http://schemas.openxmlformats.org/officeDocument/2006/relationships/image" Target="../media/image279.png"/><Relationship Id="rId173" Type="http://schemas.openxmlformats.org/officeDocument/2006/relationships/customXml" Target="../ink/ink477.xml"/><Relationship Id="rId19" Type="http://schemas.openxmlformats.org/officeDocument/2006/relationships/customXml" Target="../ink/ink400.xml"/><Relationship Id="rId14" Type="http://schemas.openxmlformats.org/officeDocument/2006/relationships/image" Target="../media/image210.png"/><Relationship Id="rId30" Type="http://schemas.openxmlformats.org/officeDocument/2006/relationships/image" Target="../media/image218.png"/><Relationship Id="rId35" Type="http://schemas.openxmlformats.org/officeDocument/2006/relationships/customXml" Target="../ink/ink408.xml"/><Relationship Id="rId56" Type="http://schemas.openxmlformats.org/officeDocument/2006/relationships/image" Target="../media/image231.png"/><Relationship Id="rId77" Type="http://schemas.openxmlformats.org/officeDocument/2006/relationships/customXml" Target="../ink/ink429.xml"/><Relationship Id="rId100" Type="http://schemas.openxmlformats.org/officeDocument/2006/relationships/image" Target="../media/image253.png"/><Relationship Id="rId105" Type="http://schemas.openxmlformats.org/officeDocument/2006/relationships/customXml" Target="../ink/ink443.xml"/><Relationship Id="rId126" Type="http://schemas.openxmlformats.org/officeDocument/2006/relationships/image" Target="../media/image266.png"/><Relationship Id="rId147" Type="http://schemas.openxmlformats.org/officeDocument/2006/relationships/customXml" Target="../ink/ink464.xml"/><Relationship Id="rId168" Type="http://schemas.openxmlformats.org/officeDocument/2006/relationships/image" Target="../media/image287.png"/><Relationship Id="rId8" Type="http://schemas.openxmlformats.org/officeDocument/2006/relationships/image" Target="../media/image207.png"/><Relationship Id="rId51" Type="http://schemas.openxmlformats.org/officeDocument/2006/relationships/customXml" Target="../ink/ink416.xml"/><Relationship Id="rId72" Type="http://schemas.openxmlformats.org/officeDocument/2006/relationships/image" Target="../media/image239.png"/><Relationship Id="rId93" Type="http://schemas.openxmlformats.org/officeDocument/2006/relationships/customXml" Target="../ink/ink437.xml"/><Relationship Id="rId98" Type="http://schemas.openxmlformats.org/officeDocument/2006/relationships/image" Target="../media/image252.png"/><Relationship Id="rId121" Type="http://schemas.openxmlformats.org/officeDocument/2006/relationships/customXml" Target="../ink/ink451.xml"/><Relationship Id="rId142" Type="http://schemas.openxmlformats.org/officeDocument/2006/relationships/image" Target="../media/image274.png"/><Relationship Id="rId163" Type="http://schemas.openxmlformats.org/officeDocument/2006/relationships/customXml" Target="../ink/ink472.xml"/><Relationship Id="rId3" Type="http://schemas.openxmlformats.org/officeDocument/2006/relationships/customXml" Target="../ink/ink392.xml"/><Relationship Id="rId25" Type="http://schemas.openxmlformats.org/officeDocument/2006/relationships/customXml" Target="../ink/ink403.xml"/><Relationship Id="rId46" Type="http://schemas.openxmlformats.org/officeDocument/2006/relationships/image" Target="../media/image226.png"/><Relationship Id="rId67" Type="http://schemas.openxmlformats.org/officeDocument/2006/relationships/customXml" Target="../ink/ink424.xml"/><Relationship Id="rId116" Type="http://schemas.openxmlformats.org/officeDocument/2006/relationships/image" Target="../media/image261.png"/><Relationship Id="rId137" Type="http://schemas.openxmlformats.org/officeDocument/2006/relationships/customXml" Target="../ink/ink459.xml"/><Relationship Id="rId158" Type="http://schemas.openxmlformats.org/officeDocument/2006/relationships/image" Target="../media/image282.png"/><Relationship Id="rId20" Type="http://schemas.openxmlformats.org/officeDocument/2006/relationships/image" Target="../media/image213.png"/><Relationship Id="rId41" Type="http://schemas.openxmlformats.org/officeDocument/2006/relationships/customXml" Target="../ink/ink411.xml"/><Relationship Id="rId62" Type="http://schemas.openxmlformats.org/officeDocument/2006/relationships/image" Target="../media/image234.png"/><Relationship Id="rId83" Type="http://schemas.openxmlformats.org/officeDocument/2006/relationships/customXml" Target="../ink/ink432.xml"/><Relationship Id="rId88" Type="http://schemas.openxmlformats.org/officeDocument/2006/relationships/image" Target="../media/image247.png"/><Relationship Id="rId111" Type="http://schemas.openxmlformats.org/officeDocument/2006/relationships/customXml" Target="../ink/ink446.xml"/><Relationship Id="rId132" Type="http://schemas.openxmlformats.org/officeDocument/2006/relationships/image" Target="../media/image269.png"/><Relationship Id="rId153" Type="http://schemas.openxmlformats.org/officeDocument/2006/relationships/customXml" Target="../ink/ink467.xml"/><Relationship Id="rId174" Type="http://schemas.openxmlformats.org/officeDocument/2006/relationships/image" Target="../media/image290.png"/><Relationship Id="rId15" Type="http://schemas.openxmlformats.org/officeDocument/2006/relationships/customXml" Target="../ink/ink398.xml"/><Relationship Id="rId36" Type="http://schemas.openxmlformats.org/officeDocument/2006/relationships/image" Target="../media/image221.png"/><Relationship Id="rId57" Type="http://schemas.openxmlformats.org/officeDocument/2006/relationships/customXml" Target="../ink/ink419.xml"/><Relationship Id="rId106" Type="http://schemas.openxmlformats.org/officeDocument/2006/relationships/image" Target="../media/image256.png"/><Relationship Id="rId127" Type="http://schemas.openxmlformats.org/officeDocument/2006/relationships/customXml" Target="../ink/ink454.xml"/><Relationship Id="rId10" Type="http://schemas.openxmlformats.org/officeDocument/2006/relationships/image" Target="../media/image208.png"/><Relationship Id="rId31" Type="http://schemas.openxmlformats.org/officeDocument/2006/relationships/customXml" Target="../ink/ink406.xml"/><Relationship Id="rId52" Type="http://schemas.openxmlformats.org/officeDocument/2006/relationships/image" Target="../media/image229.png"/><Relationship Id="rId73" Type="http://schemas.openxmlformats.org/officeDocument/2006/relationships/customXml" Target="../ink/ink427.xml"/><Relationship Id="rId78" Type="http://schemas.openxmlformats.org/officeDocument/2006/relationships/image" Target="../media/image242.png"/><Relationship Id="rId94" Type="http://schemas.openxmlformats.org/officeDocument/2006/relationships/image" Target="../media/image250.png"/><Relationship Id="rId99" Type="http://schemas.openxmlformats.org/officeDocument/2006/relationships/customXml" Target="../ink/ink440.xml"/><Relationship Id="rId101" Type="http://schemas.openxmlformats.org/officeDocument/2006/relationships/customXml" Target="../ink/ink441.xml"/><Relationship Id="rId122" Type="http://schemas.openxmlformats.org/officeDocument/2006/relationships/image" Target="../media/image264.png"/><Relationship Id="rId143" Type="http://schemas.openxmlformats.org/officeDocument/2006/relationships/customXml" Target="../ink/ink462.xml"/><Relationship Id="rId148" Type="http://schemas.openxmlformats.org/officeDocument/2006/relationships/image" Target="../media/image277.png"/><Relationship Id="rId164" Type="http://schemas.openxmlformats.org/officeDocument/2006/relationships/image" Target="../media/image285.png"/><Relationship Id="rId169" Type="http://schemas.openxmlformats.org/officeDocument/2006/relationships/customXml" Target="../ink/ink475.xml"/><Relationship Id="rId4" Type="http://schemas.openxmlformats.org/officeDocument/2006/relationships/image" Target="../media/image205.png"/><Relationship Id="rId9" Type="http://schemas.openxmlformats.org/officeDocument/2006/relationships/customXml" Target="../ink/ink395.xml"/><Relationship Id="rId26" Type="http://schemas.openxmlformats.org/officeDocument/2006/relationships/image" Target="../media/image216.png"/><Relationship Id="rId47" Type="http://schemas.openxmlformats.org/officeDocument/2006/relationships/customXml" Target="../ink/ink414.xml"/><Relationship Id="rId68" Type="http://schemas.openxmlformats.org/officeDocument/2006/relationships/image" Target="../media/image237.png"/><Relationship Id="rId89" Type="http://schemas.openxmlformats.org/officeDocument/2006/relationships/customXml" Target="../ink/ink435.xml"/><Relationship Id="rId112" Type="http://schemas.openxmlformats.org/officeDocument/2006/relationships/image" Target="../media/image259.png"/><Relationship Id="rId133" Type="http://schemas.openxmlformats.org/officeDocument/2006/relationships/customXml" Target="../ink/ink457.xml"/><Relationship Id="rId154" Type="http://schemas.openxmlformats.org/officeDocument/2006/relationships/image" Target="../media/image280.png"/><Relationship Id="rId175" Type="http://schemas.openxmlformats.org/officeDocument/2006/relationships/customXml" Target="../ink/ink478.xml"/><Relationship Id="rId16" Type="http://schemas.openxmlformats.org/officeDocument/2006/relationships/image" Target="../media/image211.png"/><Relationship Id="rId37" Type="http://schemas.openxmlformats.org/officeDocument/2006/relationships/customXml" Target="../ink/ink409.xml"/><Relationship Id="rId58" Type="http://schemas.openxmlformats.org/officeDocument/2006/relationships/image" Target="../media/image232.png"/><Relationship Id="rId79" Type="http://schemas.openxmlformats.org/officeDocument/2006/relationships/customXml" Target="../ink/ink430.xml"/><Relationship Id="rId102" Type="http://schemas.openxmlformats.org/officeDocument/2006/relationships/image" Target="../media/image254.png"/><Relationship Id="rId123" Type="http://schemas.openxmlformats.org/officeDocument/2006/relationships/customXml" Target="../ink/ink452.xml"/><Relationship Id="rId144" Type="http://schemas.openxmlformats.org/officeDocument/2006/relationships/image" Target="../media/image275.png"/><Relationship Id="rId90" Type="http://schemas.openxmlformats.org/officeDocument/2006/relationships/image" Target="../media/image248.png"/><Relationship Id="rId165" Type="http://schemas.openxmlformats.org/officeDocument/2006/relationships/customXml" Target="../ink/ink473.xml"/><Relationship Id="rId27" Type="http://schemas.openxmlformats.org/officeDocument/2006/relationships/customXml" Target="../ink/ink404.xml"/><Relationship Id="rId48" Type="http://schemas.openxmlformats.org/officeDocument/2006/relationships/image" Target="../media/image227.png"/><Relationship Id="rId69" Type="http://schemas.openxmlformats.org/officeDocument/2006/relationships/customXml" Target="../ink/ink425.xml"/><Relationship Id="rId113" Type="http://schemas.openxmlformats.org/officeDocument/2006/relationships/customXml" Target="../ink/ink447.xml"/><Relationship Id="rId134" Type="http://schemas.openxmlformats.org/officeDocument/2006/relationships/image" Target="../media/image270.png"/><Relationship Id="rId80" Type="http://schemas.openxmlformats.org/officeDocument/2006/relationships/image" Target="../media/image243.png"/><Relationship Id="rId155" Type="http://schemas.openxmlformats.org/officeDocument/2006/relationships/customXml" Target="../ink/ink468.xml"/><Relationship Id="rId176" Type="http://schemas.openxmlformats.org/officeDocument/2006/relationships/image" Target="../media/image291.png"/><Relationship Id="rId17" Type="http://schemas.openxmlformats.org/officeDocument/2006/relationships/customXml" Target="../ink/ink399.xml"/><Relationship Id="rId38" Type="http://schemas.openxmlformats.org/officeDocument/2006/relationships/image" Target="../media/image222.png"/><Relationship Id="rId59" Type="http://schemas.openxmlformats.org/officeDocument/2006/relationships/customXml" Target="../ink/ink420.xml"/><Relationship Id="rId103" Type="http://schemas.openxmlformats.org/officeDocument/2006/relationships/customXml" Target="../ink/ink442.xml"/><Relationship Id="rId124" Type="http://schemas.openxmlformats.org/officeDocument/2006/relationships/image" Target="../media/image265.png"/><Relationship Id="rId70" Type="http://schemas.openxmlformats.org/officeDocument/2006/relationships/image" Target="../media/image238.png"/><Relationship Id="rId91" Type="http://schemas.openxmlformats.org/officeDocument/2006/relationships/customXml" Target="../ink/ink436.xml"/><Relationship Id="rId145" Type="http://schemas.openxmlformats.org/officeDocument/2006/relationships/customXml" Target="../ink/ink463.xml"/><Relationship Id="rId166" Type="http://schemas.openxmlformats.org/officeDocument/2006/relationships/image" Target="../media/image28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6" Type="http://schemas.openxmlformats.org/officeDocument/2006/relationships/image" Target="../media/image303.png"/><Relationship Id="rId21" Type="http://schemas.openxmlformats.org/officeDocument/2006/relationships/customXml" Target="../ink/ink489.xml"/><Relationship Id="rId42" Type="http://schemas.openxmlformats.org/officeDocument/2006/relationships/image" Target="../media/image311.png"/><Relationship Id="rId47" Type="http://schemas.openxmlformats.org/officeDocument/2006/relationships/customXml" Target="../ink/ink502.xml"/><Relationship Id="rId63" Type="http://schemas.openxmlformats.org/officeDocument/2006/relationships/customXml" Target="../ink/ink510.xml"/><Relationship Id="rId68" Type="http://schemas.openxmlformats.org/officeDocument/2006/relationships/image" Target="../media/image324.png"/><Relationship Id="rId84" Type="http://schemas.openxmlformats.org/officeDocument/2006/relationships/image" Target="../media/image332.png"/><Relationship Id="rId89" Type="http://schemas.openxmlformats.org/officeDocument/2006/relationships/customXml" Target="../ink/ink523.xml"/><Relationship Id="rId16" Type="http://schemas.openxmlformats.org/officeDocument/2006/relationships/image" Target="../media/image298.png"/><Relationship Id="rId11" Type="http://schemas.openxmlformats.org/officeDocument/2006/relationships/customXml" Target="../ink/ink484.xml"/><Relationship Id="rId32" Type="http://schemas.openxmlformats.org/officeDocument/2006/relationships/image" Target="../media/image306.png"/><Relationship Id="rId37" Type="http://schemas.openxmlformats.org/officeDocument/2006/relationships/customXml" Target="../ink/ink497.xml"/><Relationship Id="rId53" Type="http://schemas.openxmlformats.org/officeDocument/2006/relationships/customXml" Target="../ink/ink505.xml"/><Relationship Id="rId58" Type="http://schemas.openxmlformats.org/officeDocument/2006/relationships/image" Target="../media/image319.png"/><Relationship Id="rId74" Type="http://schemas.openxmlformats.org/officeDocument/2006/relationships/image" Target="../media/image327.png"/><Relationship Id="rId79" Type="http://schemas.openxmlformats.org/officeDocument/2006/relationships/customXml" Target="../ink/ink518.xml"/><Relationship Id="rId5" Type="http://schemas.openxmlformats.org/officeDocument/2006/relationships/customXml" Target="../ink/ink481.xml"/><Relationship Id="rId90" Type="http://schemas.openxmlformats.org/officeDocument/2006/relationships/image" Target="../media/image335.png"/><Relationship Id="rId95" Type="http://schemas.openxmlformats.org/officeDocument/2006/relationships/customXml" Target="../ink/ink526.xml"/><Relationship Id="rId22" Type="http://schemas.openxmlformats.org/officeDocument/2006/relationships/image" Target="../media/image301.png"/><Relationship Id="rId27" Type="http://schemas.openxmlformats.org/officeDocument/2006/relationships/customXml" Target="../ink/ink492.xml"/><Relationship Id="rId43" Type="http://schemas.openxmlformats.org/officeDocument/2006/relationships/customXml" Target="../ink/ink500.xml"/><Relationship Id="rId48" Type="http://schemas.openxmlformats.org/officeDocument/2006/relationships/image" Target="../media/image314.png"/><Relationship Id="rId64" Type="http://schemas.openxmlformats.org/officeDocument/2006/relationships/image" Target="../media/image322.png"/><Relationship Id="rId69" Type="http://schemas.openxmlformats.org/officeDocument/2006/relationships/customXml" Target="../ink/ink513.xml"/><Relationship Id="rId80" Type="http://schemas.openxmlformats.org/officeDocument/2006/relationships/image" Target="../media/image330.png"/><Relationship Id="rId85" Type="http://schemas.openxmlformats.org/officeDocument/2006/relationships/customXml" Target="../ink/ink521.xml"/><Relationship Id="rId3" Type="http://schemas.openxmlformats.org/officeDocument/2006/relationships/customXml" Target="../ink/ink480.xml"/><Relationship Id="rId12" Type="http://schemas.openxmlformats.org/officeDocument/2006/relationships/image" Target="../media/image204.png"/><Relationship Id="rId17" Type="http://schemas.openxmlformats.org/officeDocument/2006/relationships/customXml" Target="../ink/ink487.xml"/><Relationship Id="rId25" Type="http://schemas.openxmlformats.org/officeDocument/2006/relationships/customXml" Target="../ink/ink491.xml"/><Relationship Id="rId33" Type="http://schemas.openxmlformats.org/officeDocument/2006/relationships/customXml" Target="../ink/ink495.xml"/><Relationship Id="rId38" Type="http://schemas.openxmlformats.org/officeDocument/2006/relationships/image" Target="../media/image309.png"/><Relationship Id="rId46" Type="http://schemas.openxmlformats.org/officeDocument/2006/relationships/image" Target="../media/image313.png"/><Relationship Id="rId59" Type="http://schemas.openxmlformats.org/officeDocument/2006/relationships/customXml" Target="../ink/ink508.xml"/><Relationship Id="rId67" Type="http://schemas.openxmlformats.org/officeDocument/2006/relationships/customXml" Target="../ink/ink512.xml"/><Relationship Id="rId20" Type="http://schemas.openxmlformats.org/officeDocument/2006/relationships/image" Target="../media/image300.png"/><Relationship Id="rId41" Type="http://schemas.openxmlformats.org/officeDocument/2006/relationships/customXml" Target="../ink/ink499.xml"/><Relationship Id="rId54" Type="http://schemas.openxmlformats.org/officeDocument/2006/relationships/image" Target="../media/image317.png"/><Relationship Id="rId62" Type="http://schemas.openxmlformats.org/officeDocument/2006/relationships/image" Target="../media/image321.png"/><Relationship Id="rId70" Type="http://schemas.openxmlformats.org/officeDocument/2006/relationships/image" Target="../media/image325.png"/><Relationship Id="rId75" Type="http://schemas.openxmlformats.org/officeDocument/2006/relationships/customXml" Target="../ink/ink516.xml"/><Relationship Id="rId83" Type="http://schemas.openxmlformats.org/officeDocument/2006/relationships/customXml" Target="../ink/ink520.xml"/><Relationship Id="rId88" Type="http://schemas.openxmlformats.org/officeDocument/2006/relationships/image" Target="../media/image334.png"/><Relationship Id="rId91" Type="http://schemas.openxmlformats.org/officeDocument/2006/relationships/customXml" Target="../ink/ink524.xml"/><Relationship Id="rId96" Type="http://schemas.openxmlformats.org/officeDocument/2006/relationships/image" Target="../media/image338.png"/><Relationship Id="rId1" Type="http://schemas.openxmlformats.org/officeDocument/2006/relationships/slideLayout" Target="../slideLayouts/slideLayout2.xml"/><Relationship Id="rId6" Type="http://schemas.openxmlformats.org/officeDocument/2006/relationships/image" Target="../media/image295.png"/><Relationship Id="rId15" Type="http://schemas.openxmlformats.org/officeDocument/2006/relationships/customXml" Target="../ink/ink486.xml"/><Relationship Id="rId23" Type="http://schemas.openxmlformats.org/officeDocument/2006/relationships/customXml" Target="../ink/ink490.xml"/><Relationship Id="rId28" Type="http://schemas.openxmlformats.org/officeDocument/2006/relationships/image" Target="../media/image304.png"/><Relationship Id="rId36" Type="http://schemas.openxmlformats.org/officeDocument/2006/relationships/image" Target="../media/image308.png"/><Relationship Id="rId49" Type="http://schemas.openxmlformats.org/officeDocument/2006/relationships/customXml" Target="../ink/ink503.xml"/><Relationship Id="rId57" Type="http://schemas.openxmlformats.org/officeDocument/2006/relationships/customXml" Target="../ink/ink507.xml"/><Relationship Id="rId10" Type="http://schemas.openxmlformats.org/officeDocument/2006/relationships/image" Target="../media/image297.png"/><Relationship Id="rId31" Type="http://schemas.openxmlformats.org/officeDocument/2006/relationships/customXml" Target="../ink/ink494.xml"/><Relationship Id="rId44" Type="http://schemas.openxmlformats.org/officeDocument/2006/relationships/image" Target="../media/image312.png"/><Relationship Id="rId52" Type="http://schemas.openxmlformats.org/officeDocument/2006/relationships/image" Target="../media/image316.png"/><Relationship Id="rId60" Type="http://schemas.openxmlformats.org/officeDocument/2006/relationships/image" Target="../media/image320.png"/><Relationship Id="rId65" Type="http://schemas.openxmlformats.org/officeDocument/2006/relationships/customXml" Target="../ink/ink511.xml"/><Relationship Id="rId73" Type="http://schemas.openxmlformats.org/officeDocument/2006/relationships/customXml" Target="../ink/ink515.xml"/><Relationship Id="rId78" Type="http://schemas.openxmlformats.org/officeDocument/2006/relationships/image" Target="../media/image329.png"/><Relationship Id="rId81" Type="http://schemas.openxmlformats.org/officeDocument/2006/relationships/customXml" Target="../ink/ink519.xml"/><Relationship Id="rId86" Type="http://schemas.openxmlformats.org/officeDocument/2006/relationships/image" Target="../media/image333.png"/><Relationship Id="rId94" Type="http://schemas.openxmlformats.org/officeDocument/2006/relationships/image" Target="../media/image337.png"/><Relationship Id="rId99" Type="http://schemas.openxmlformats.org/officeDocument/2006/relationships/customXml" Target="../ink/ink528.xml"/><Relationship Id="rId4" Type="http://schemas.openxmlformats.org/officeDocument/2006/relationships/image" Target="../media/image294.png"/><Relationship Id="rId9" Type="http://schemas.openxmlformats.org/officeDocument/2006/relationships/customXml" Target="../ink/ink483.xml"/><Relationship Id="rId13" Type="http://schemas.openxmlformats.org/officeDocument/2006/relationships/customXml" Target="../ink/ink485.xml"/><Relationship Id="rId18" Type="http://schemas.openxmlformats.org/officeDocument/2006/relationships/image" Target="../media/image299.png"/><Relationship Id="rId39" Type="http://schemas.openxmlformats.org/officeDocument/2006/relationships/customXml" Target="../ink/ink498.xml"/><Relationship Id="rId34" Type="http://schemas.openxmlformats.org/officeDocument/2006/relationships/image" Target="../media/image307.png"/><Relationship Id="rId50" Type="http://schemas.openxmlformats.org/officeDocument/2006/relationships/image" Target="../media/image315.png"/><Relationship Id="rId55" Type="http://schemas.openxmlformats.org/officeDocument/2006/relationships/customXml" Target="../ink/ink506.xml"/><Relationship Id="rId76" Type="http://schemas.openxmlformats.org/officeDocument/2006/relationships/image" Target="../media/image328.png"/><Relationship Id="rId97" Type="http://schemas.openxmlformats.org/officeDocument/2006/relationships/customXml" Target="../ink/ink527.xml"/><Relationship Id="rId7" Type="http://schemas.openxmlformats.org/officeDocument/2006/relationships/customXml" Target="../ink/ink482.xml"/><Relationship Id="rId71" Type="http://schemas.openxmlformats.org/officeDocument/2006/relationships/customXml" Target="../ink/ink514.xml"/><Relationship Id="rId92" Type="http://schemas.openxmlformats.org/officeDocument/2006/relationships/image" Target="../media/image336.png"/><Relationship Id="rId2" Type="http://schemas.openxmlformats.org/officeDocument/2006/relationships/image" Target="../media/image9.jpeg"/><Relationship Id="rId29" Type="http://schemas.openxmlformats.org/officeDocument/2006/relationships/customXml" Target="../ink/ink493.xml"/><Relationship Id="rId24" Type="http://schemas.openxmlformats.org/officeDocument/2006/relationships/image" Target="../media/image302.png"/><Relationship Id="rId40" Type="http://schemas.openxmlformats.org/officeDocument/2006/relationships/image" Target="../media/image310.png"/><Relationship Id="rId45" Type="http://schemas.openxmlformats.org/officeDocument/2006/relationships/customXml" Target="../ink/ink501.xml"/><Relationship Id="rId66" Type="http://schemas.openxmlformats.org/officeDocument/2006/relationships/image" Target="../media/image323.png"/><Relationship Id="rId87" Type="http://schemas.openxmlformats.org/officeDocument/2006/relationships/customXml" Target="../ink/ink522.xml"/><Relationship Id="rId61" Type="http://schemas.openxmlformats.org/officeDocument/2006/relationships/customXml" Target="../ink/ink509.xml"/><Relationship Id="rId82" Type="http://schemas.openxmlformats.org/officeDocument/2006/relationships/image" Target="../media/image331.png"/><Relationship Id="rId19" Type="http://schemas.openxmlformats.org/officeDocument/2006/relationships/customXml" Target="../ink/ink488.xml"/><Relationship Id="rId14" Type="http://schemas.openxmlformats.org/officeDocument/2006/relationships/image" Target="../media/image293.png"/><Relationship Id="rId30" Type="http://schemas.openxmlformats.org/officeDocument/2006/relationships/image" Target="../media/image305.png"/><Relationship Id="rId35" Type="http://schemas.openxmlformats.org/officeDocument/2006/relationships/customXml" Target="../ink/ink496.xml"/><Relationship Id="rId56" Type="http://schemas.openxmlformats.org/officeDocument/2006/relationships/image" Target="../media/image318.png"/><Relationship Id="rId77" Type="http://schemas.openxmlformats.org/officeDocument/2006/relationships/customXml" Target="../ink/ink517.xml"/><Relationship Id="rId100" Type="http://schemas.openxmlformats.org/officeDocument/2006/relationships/image" Target="../media/image340.png"/><Relationship Id="rId8" Type="http://schemas.openxmlformats.org/officeDocument/2006/relationships/image" Target="../media/image296.png"/><Relationship Id="rId51" Type="http://schemas.openxmlformats.org/officeDocument/2006/relationships/customXml" Target="../ink/ink504.xml"/><Relationship Id="rId72" Type="http://schemas.openxmlformats.org/officeDocument/2006/relationships/image" Target="../media/image326.png"/><Relationship Id="rId93" Type="http://schemas.openxmlformats.org/officeDocument/2006/relationships/customXml" Target="../ink/ink525.xml"/><Relationship Id="rId98" Type="http://schemas.openxmlformats.org/officeDocument/2006/relationships/image" Target="../media/image339.png"/></Relationships>
</file>

<file path=ppt/slides/_rels/slide9.xml.rels><?xml version="1.0" encoding="UTF-8" standalone="yes"?>
<Relationships xmlns="http://schemas.openxmlformats.org/package/2006/relationships"><Relationship Id="rId117" Type="http://schemas.openxmlformats.org/officeDocument/2006/relationships/image" Target="../media/image355.png"/><Relationship Id="rId89" Type="http://schemas.openxmlformats.org/officeDocument/2006/relationships/image" Target="../media/image341.png"/><Relationship Id="rId112" Type="http://schemas.openxmlformats.org/officeDocument/2006/relationships/customXml" Target="../ink/ink541.xml"/><Relationship Id="rId133" Type="http://schemas.openxmlformats.org/officeDocument/2006/relationships/image" Target="../media/image363.png"/><Relationship Id="rId138" Type="http://schemas.openxmlformats.org/officeDocument/2006/relationships/customXml" Target="../ink/ink554.xml"/><Relationship Id="rId154" Type="http://schemas.openxmlformats.org/officeDocument/2006/relationships/customXml" Target="../ink/ink562.xml"/><Relationship Id="rId159" Type="http://schemas.openxmlformats.org/officeDocument/2006/relationships/image" Target="../media/image376.png"/><Relationship Id="rId107" Type="http://schemas.openxmlformats.org/officeDocument/2006/relationships/image" Target="../media/image350.png"/><Relationship Id="rId102" Type="http://schemas.openxmlformats.org/officeDocument/2006/relationships/customXml" Target="../ink/ink536.xml"/><Relationship Id="rId110" Type="http://schemas.openxmlformats.org/officeDocument/2006/relationships/customXml" Target="../ink/ink540.xml"/><Relationship Id="rId115" Type="http://schemas.openxmlformats.org/officeDocument/2006/relationships/image" Target="../media/image354.png"/><Relationship Id="rId123" Type="http://schemas.openxmlformats.org/officeDocument/2006/relationships/image" Target="../media/image358.png"/><Relationship Id="rId128" Type="http://schemas.openxmlformats.org/officeDocument/2006/relationships/customXml" Target="../ink/ink549.xml"/><Relationship Id="rId131" Type="http://schemas.openxmlformats.org/officeDocument/2006/relationships/image" Target="../media/image362.png"/><Relationship Id="rId136" Type="http://schemas.openxmlformats.org/officeDocument/2006/relationships/customXml" Target="../ink/ink553.xml"/><Relationship Id="rId144" Type="http://schemas.openxmlformats.org/officeDocument/2006/relationships/customXml" Target="../ink/ink557.xml"/><Relationship Id="rId149" Type="http://schemas.openxmlformats.org/officeDocument/2006/relationships/image" Target="../media/image371.png"/><Relationship Id="rId157" Type="http://schemas.openxmlformats.org/officeDocument/2006/relationships/image" Target="../media/image375.png"/><Relationship Id="rId90" Type="http://schemas.openxmlformats.org/officeDocument/2006/relationships/customXml" Target="../ink/ink530.xml"/><Relationship Id="rId95" Type="http://schemas.openxmlformats.org/officeDocument/2006/relationships/image" Target="../media/image344.png"/><Relationship Id="rId152" Type="http://schemas.openxmlformats.org/officeDocument/2006/relationships/customXml" Target="../ink/ink561.xml"/><Relationship Id="rId160" Type="http://schemas.openxmlformats.org/officeDocument/2006/relationships/customXml" Target="../ink/ink565.xml"/><Relationship Id="rId100" Type="http://schemas.openxmlformats.org/officeDocument/2006/relationships/customXml" Target="../ink/ink535.xml"/><Relationship Id="rId105" Type="http://schemas.openxmlformats.org/officeDocument/2006/relationships/image" Target="../media/image349.png"/><Relationship Id="rId113" Type="http://schemas.openxmlformats.org/officeDocument/2006/relationships/image" Target="../media/image353.png"/><Relationship Id="rId118" Type="http://schemas.openxmlformats.org/officeDocument/2006/relationships/customXml" Target="../ink/ink544.xml"/><Relationship Id="rId126" Type="http://schemas.openxmlformats.org/officeDocument/2006/relationships/customXml" Target="../ink/ink548.xml"/><Relationship Id="rId134" Type="http://schemas.openxmlformats.org/officeDocument/2006/relationships/customXml" Target="../ink/ink552.xml"/><Relationship Id="rId139" Type="http://schemas.openxmlformats.org/officeDocument/2006/relationships/image" Target="../media/image366.png"/><Relationship Id="rId147" Type="http://schemas.openxmlformats.org/officeDocument/2006/relationships/image" Target="../media/image370.png"/><Relationship Id="rId93" Type="http://schemas.openxmlformats.org/officeDocument/2006/relationships/image" Target="../media/image343.png"/><Relationship Id="rId98" Type="http://schemas.openxmlformats.org/officeDocument/2006/relationships/customXml" Target="../ink/ink534.xml"/><Relationship Id="rId121" Type="http://schemas.openxmlformats.org/officeDocument/2006/relationships/image" Target="../media/image357.png"/><Relationship Id="rId142" Type="http://schemas.openxmlformats.org/officeDocument/2006/relationships/customXml" Target="../ink/ink556.xml"/><Relationship Id="rId150" Type="http://schemas.openxmlformats.org/officeDocument/2006/relationships/customXml" Target="../ink/ink560.xml"/><Relationship Id="rId155" Type="http://schemas.openxmlformats.org/officeDocument/2006/relationships/image" Target="../media/image374.png"/><Relationship Id="rId163" Type="http://schemas.openxmlformats.org/officeDocument/2006/relationships/image" Target="../media/image378.png"/><Relationship Id="rId103" Type="http://schemas.openxmlformats.org/officeDocument/2006/relationships/image" Target="../media/image348.png"/><Relationship Id="rId108" Type="http://schemas.openxmlformats.org/officeDocument/2006/relationships/customXml" Target="../ink/ink539.xml"/><Relationship Id="rId116" Type="http://schemas.openxmlformats.org/officeDocument/2006/relationships/customXml" Target="../ink/ink543.xml"/><Relationship Id="rId124" Type="http://schemas.openxmlformats.org/officeDocument/2006/relationships/customXml" Target="../ink/ink547.xml"/><Relationship Id="rId129" Type="http://schemas.openxmlformats.org/officeDocument/2006/relationships/image" Target="../media/image361.png"/><Relationship Id="rId137" Type="http://schemas.openxmlformats.org/officeDocument/2006/relationships/image" Target="../media/image365.png"/><Relationship Id="rId158" Type="http://schemas.openxmlformats.org/officeDocument/2006/relationships/customXml" Target="../ink/ink564.xml"/><Relationship Id="rId91" Type="http://schemas.openxmlformats.org/officeDocument/2006/relationships/image" Target="../media/image342.png"/><Relationship Id="rId96" Type="http://schemas.openxmlformats.org/officeDocument/2006/relationships/customXml" Target="../ink/ink533.xml"/><Relationship Id="rId111" Type="http://schemas.openxmlformats.org/officeDocument/2006/relationships/image" Target="../media/image352.png"/><Relationship Id="rId132" Type="http://schemas.openxmlformats.org/officeDocument/2006/relationships/customXml" Target="../ink/ink551.xml"/><Relationship Id="rId140" Type="http://schemas.openxmlformats.org/officeDocument/2006/relationships/customXml" Target="../ink/ink555.xml"/><Relationship Id="rId145" Type="http://schemas.openxmlformats.org/officeDocument/2006/relationships/image" Target="../media/image369.png"/><Relationship Id="rId153" Type="http://schemas.openxmlformats.org/officeDocument/2006/relationships/image" Target="../media/image373.png"/><Relationship Id="rId161" Type="http://schemas.openxmlformats.org/officeDocument/2006/relationships/image" Target="../media/image377.png"/><Relationship Id="rId1" Type="http://schemas.openxmlformats.org/officeDocument/2006/relationships/slideLayout" Target="../slideLayouts/slideLayout2.xml"/><Relationship Id="rId106" Type="http://schemas.openxmlformats.org/officeDocument/2006/relationships/customXml" Target="../ink/ink538.xml"/><Relationship Id="rId114" Type="http://schemas.openxmlformats.org/officeDocument/2006/relationships/customXml" Target="../ink/ink542.xml"/><Relationship Id="rId119" Type="http://schemas.openxmlformats.org/officeDocument/2006/relationships/image" Target="../media/image356.png"/><Relationship Id="rId127" Type="http://schemas.openxmlformats.org/officeDocument/2006/relationships/image" Target="../media/image360.png"/><Relationship Id="rId94" Type="http://schemas.openxmlformats.org/officeDocument/2006/relationships/customXml" Target="../ink/ink532.xml"/><Relationship Id="rId99" Type="http://schemas.openxmlformats.org/officeDocument/2006/relationships/image" Target="../media/image346.png"/><Relationship Id="rId101" Type="http://schemas.openxmlformats.org/officeDocument/2006/relationships/image" Target="../media/image347.png"/><Relationship Id="rId122" Type="http://schemas.openxmlformats.org/officeDocument/2006/relationships/customXml" Target="../ink/ink546.xml"/><Relationship Id="rId130" Type="http://schemas.openxmlformats.org/officeDocument/2006/relationships/customXml" Target="../ink/ink550.xml"/><Relationship Id="rId135" Type="http://schemas.openxmlformats.org/officeDocument/2006/relationships/image" Target="../media/image364.png"/><Relationship Id="rId143" Type="http://schemas.openxmlformats.org/officeDocument/2006/relationships/image" Target="../media/image368.png"/><Relationship Id="rId148" Type="http://schemas.openxmlformats.org/officeDocument/2006/relationships/customXml" Target="../ink/ink559.xml"/><Relationship Id="rId151" Type="http://schemas.openxmlformats.org/officeDocument/2006/relationships/image" Target="../media/image372.png"/><Relationship Id="rId156" Type="http://schemas.openxmlformats.org/officeDocument/2006/relationships/customXml" Target="../ink/ink563.xml"/><Relationship Id="rId109" Type="http://schemas.openxmlformats.org/officeDocument/2006/relationships/image" Target="../media/image351.png"/><Relationship Id="rId97" Type="http://schemas.openxmlformats.org/officeDocument/2006/relationships/image" Target="../media/image345.png"/><Relationship Id="rId104" Type="http://schemas.openxmlformats.org/officeDocument/2006/relationships/customXml" Target="../ink/ink537.xml"/><Relationship Id="rId120" Type="http://schemas.openxmlformats.org/officeDocument/2006/relationships/customXml" Target="../ink/ink545.xml"/><Relationship Id="rId125" Type="http://schemas.openxmlformats.org/officeDocument/2006/relationships/image" Target="../media/image359.png"/><Relationship Id="rId141" Type="http://schemas.openxmlformats.org/officeDocument/2006/relationships/image" Target="../media/image367.png"/><Relationship Id="rId146" Type="http://schemas.openxmlformats.org/officeDocument/2006/relationships/customXml" Target="../ink/ink558.xml"/><Relationship Id="rId92" Type="http://schemas.openxmlformats.org/officeDocument/2006/relationships/customXml" Target="../ink/ink531.xml"/><Relationship Id="rId162" Type="http://schemas.openxmlformats.org/officeDocument/2006/relationships/customXml" Target="../ink/ink566.xml"/><Relationship Id="rId2" Type="http://schemas.openxmlformats.org/officeDocument/2006/relationships/customXml" Target="../ink/ink529.xml"/></Relationships>
</file>

<file path=ppt/slides/_rels/slide10.xml.rels><?xml version="1.0" encoding="UTF-8" standalone="yes"?>
<Relationships xmlns="http://schemas.openxmlformats.org/package/2006/relationships"><Relationship Id="rId13" Type="http://schemas.openxmlformats.org/officeDocument/2006/relationships/image" Target="../media/image385.png"/><Relationship Id="rId18" Type="http://schemas.openxmlformats.org/officeDocument/2006/relationships/customXml" Target="../ink/ink574.xml"/><Relationship Id="rId26" Type="http://schemas.openxmlformats.org/officeDocument/2006/relationships/customXml" Target="../ink/ink578.xml"/><Relationship Id="rId39" Type="http://schemas.openxmlformats.org/officeDocument/2006/relationships/image" Target="../media/image397.png"/><Relationship Id="rId21" Type="http://schemas.openxmlformats.org/officeDocument/2006/relationships/image" Target="../media/image389.png"/><Relationship Id="rId34" Type="http://schemas.openxmlformats.org/officeDocument/2006/relationships/customXml" Target="../ink/ink582.xml"/><Relationship Id="rId7" Type="http://schemas.openxmlformats.org/officeDocument/2006/relationships/image" Target="../media/image382.png"/><Relationship Id="rId2" Type="http://schemas.openxmlformats.org/officeDocument/2006/relationships/image" Target="../media/image203.png"/><Relationship Id="rId16" Type="http://schemas.openxmlformats.org/officeDocument/2006/relationships/customXml" Target="../ink/ink573.xml"/><Relationship Id="rId20" Type="http://schemas.openxmlformats.org/officeDocument/2006/relationships/customXml" Target="../ink/ink575.xml"/><Relationship Id="rId29" Type="http://schemas.openxmlformats.org/officeDocument/2006/relationships/image" Target="../media/image393.png"/><Relationship Id="rId41" Type="http://schemas.openxmlformats.org/officeDocument/2006/relationships/image" Target="../media/image398.png"/><Relationship Id="rId1" Type="http://schemas.openxmlformats.org/officeDocument/2006/relationships/slideLayout" Target="../slideLayouts/slideLayout2.xml"/><Relationship Id="rId6" Type="http://schemas.openxmlformats.org/officeDocument/2006/relationships/customXml" Target="../ink/ink568.xml"/><Relationship Id="rId11" Type="http://schemas.openxmlformats.org/officeDocument/2006/relationships/image" Target="../media/image384.png"/><Relationship Id="rId24" Type="http://schemas.openxmlformats.org/officeDocument/2006/relationships/customXml" Target="../ink/ink577.xml"/><Relationship Id="rId32" Type="http://schemas.openxmlformats.org/officeDocument/2006/relationships/customXml" Target="../ink/ink581.xml"/><Relationship Id="rId37" Type="http://schemas.openxmlformats.org/officeDocument/2006/relationships/image" Target="../media/image396.png"/><Relationship Id="rId40" Type="http://schemas.openxmlformats.org/officeDocument/2006/relationships/customXml" Target="../ink/ink585.xml"/><Relationship Id="rId5" Type="http://schemas.openxmlformats.org/officeDocument/2006/relationships/image" Target="../media/image381.png"/><Relationship Id="rId15" Type="http://schemas.openxmlformats.org/officeDocument/2006/relationships/image" Target="../media/image386.png"/><Relationship Id="rId23" Type="http://schemas.openxmlformats.org/officeDocument/2006/relationships/image" Target="../media/image390.png"/><Relationship Id="rId28" Type="http://schemas.openxmlformats.org/officeDocument/2006/relationships/customXml" Target="../ink/ink579.xml"/><Relationship Id="rId36" Type="http://schemas.openxmlformats.org/officeDocument/2006/relationships/customXml" Target="../ink/ink583.xml"/><Relationship Id="rId10" Type="http://schemas.openxmlformats.org/officeDocument/2006/relationships/customXml" Target="../ink/ink570.xml"/><Relationship Id="rId19" Type="http://schemas.openxmlformats.org/officeDocument/2006/relationships/image" Target="../media/image388.png"/><Relationship Id="rId31" Type="http://schemas.openxmlformats.org/officeDocument/2006/relationships/image" Target="../media/image335.png"/><Relationship Id="rId4" Type="http://schemas.openxmlformats.org/officeDocument/2006/relationships/customXml" Target="../ink/ink567.xml"/><Relationship Id="rId9" Type="http://schemas.openxmlformats.org/officeDocument/2006/relationships/image" Target="../media/image383.png"/><Relationship Id="rId14" Type="http://schemas.openxmlformats.org/officeDocument/2006/relationships/customXml" Target="../ink/ink572.xml"/><Relationship Id="rId22" Type="http://schemas.openxmlformats.org/officeDocument/2006/relationships/customXml" Target="../ink/ink576.xml"/><Relationship Id="rId27" Type="http://schemas.openxmlformats.org/officeDocument/2006/relationships/image" Target="../media/image392.png"/><Relationship Id="rId30" Type="http://schemas.openxmlformats.org/officeDocument/2006/relationships/customXml" Target="../ink/ink580.xml"/><Relationship Id="rId35" Type="http://schemas.openxmlformats.org/officeDocument/2006/relationships/image" Target="../media/image395.png"/><Relationship Id="rId8" Type="http://schemas.openxmlformats.org/officeDocument/2006/relationships/customXml" Target="../ink/ink569.xml"/><Relationship Id="rId3" Type="http://schemas.openxmlformats.org/officeDocument/2006/relationships/image" Target="../media/image379.png"/><Relationship Id="rId12" Type="http://schemas.openxmlformats.org/officeDocument/2006/relationships/customXml" Target="../ink/ink571.xml"/><Relationship Id="rId17" Type="http://schemas.openxmlformats.org/officeDocument/2006/relationships/image" Target="../media/image387.png"/><Relationship Id="rId25" Type="http://schemas.openxmlformats.org/officeDocument/2006/relationships/image" Target="../media/image391.png"/><Relationship Id="rId33" Type="http://schemas.openxmlformats.org/officeDocument/2006/relationships/image" Target="../media/image394.png"/><Relationship Id="rId38" Type="http://schemas.openxmlformats.org/officeDocument/2006/relationships/customXml" Target="../ink/ink584.xml"/></Relationships>
</file>

<file path=ppt/slides/_rels/slide11.xml.rels><?xml version="1.0" encoding="UTF-8" standalone="yes"?>
<Relationships xmlns="http://schemas.openxmlformats.org/package/2006/relationships"><Relationship Id="rId3" Type="http://schemas.openxmlformats.org/officeDocument/2006/relationships/customXml" Target="../ink/ink586.xml"/><Relationship Id="rId2" Type="http://schemas.openxmlformats.org/officeDocument/2006/relationships/image" Target="../media/image380.png"/><Relationship Id="rId1" Type="http://schemas.openxmlformats.org/officeDocument/2006/relationships/slideLayout" Target="../slideLayouts/slideLayout2.xml"/><Relationship Id="rId4" Type="http://schemas.openxmlformats.org/officeDocument/2006/relationships/image" Target="../media/image400.png"/></Relationships>
</file>

<file path=ppt/slides/_rels/slide12.xml.rels><?xml version="1.0" encoding="UTF-8" standalone="yes"?>
<Relationships xmlns="http://schemas.openxmlformats.org/package/2006/relationships"><Relationship Id="rId117" Type="http://schemas.openxmlformats.org/officeDocument/2006/relationships/image" Target="../media/image458.png"/><Relationship Id="rId21" Type="http://schemas.openxmlformats.org/officeDocument/2006/relationships/image" Target="../media/image410.png"/><Relationship Id="rId42" Type="http://schemas.openxmlformats.org/officeDocument/2006/relationships/customXml" Target="../ink/ink607.xml"/><Relationship Id="rId63" Type="http://schemas.openxmlformats.org/officeDocument/2006/relationships/image" Target="../media/image431.png"/><Relationship Id="rId84" Type="http://schemas.openxmlformats.org/officeDocument/2006/relationships/customXml" Target="../ink/ink628.xml"/><Relationship Id="rId138" Type="http://schemas.openxmlformats.org/officeDocument/2006/relationships/customXml" Target="../ink/ink655.xml"/><Relationship Id="rId159" Type="http://schemas.openxmlformats.org/officeDocument/2006/relationships/image" Target="../media/image479.png"/><Relationship Id="rId170" Type="http://schemas.openxmlformats.org/officeDocument/2006/relationships/customXml" Target="../ink/ink671.xml"/><Relationship Id="rId191" Type="http://schemas.openxmlformats.org/officeDocument/2006/relationships/image" Target="../media/image495.png"/><Relationship Id="rId205" Type="http://schemas.openxmlformats.org/officeDocument/2006/relationships/image" Target="../media/image502.png"/><Relationship Id="rId226" Type="http://schemas.openxmlformats.org/officeDocument/2006/relationships/customXml" Target="../ink/ink699.xml"/><Relationship Id="rId247" Type="http://schemas.openxmlformats.org/officeDocument/2006/relationships/image" Target="../media/image523.png"/><Relationship Id="rId107" Type="http://schemas.openxmlformats.org/officeDocument/2006/relationships/image" Target="../media/image453.png"/><Relationship Id="rId11" Type="http://schemas.openxmlformats.org/officeDocument/2006/relationships/image" Target="../media/image405.png"/><Relationship Id="rId32" Type="http://schemas.openxmlformats.org/officeDocument/2006/relationships/customXml" Target="../ink/ink602.xml"/><Relationship Id="rId53" Type="http://schemas.openxmlformats.org/officeDocument/2006/relationships/image" Target="../media/image426.png"/><Relationship Id="rId74" Type="http://schemas.openxmlformats.org/officeDocument/2006/relationships/customXml" Target="../ink/ink623.xml"/><Relationship Id="rId128" Type="http://schemas.openxmlformats.org/officeDocument/2006/relationships/customXml" Target="../ink/ink650.xml"/><Relationship Id="rId149" Type="http://schemas.openxmlformats.org/officeDocument/2006/relationships/image" Target="../media/image474.png"/><Relationship Id="rId5" Type="http://schemas.openxmlformats.org/officeDocument/2006/relationships/image" Target="../media/image402.png"/><Relationship Id="rId95" Type="http://schemas.openxmlformats.org/officeDocument/2006/relationships/image" Target="../media/image447.png"/><Relationship Id="rId160" Type="http://schemas.openxmlformats.org/officeDocument/2006/relationships/customXml" Target="../ink/ink666.xml"/><Relationship Id="rId181" Type="http://schemas.openxmlformats.org/officeDocument/2006/relationships/image" Target="../media/image490.png"/><Relationship Id="rId216" Type="http://schemas.openxmlformats.org/officeDocument/2006/relationships/customXml" Target="../ink/ink694.xml"/><Relationship Id="rId237" Type="http://schemas.openxmlformats.org/officeDocument/2006/relationships/image" Target="../media/image518.png"/><Relationship Id="rId22" Type="http://schemas.openxmlformats.org/officeDocument/2006/relationships/customXml" Target="../ink/ink597.xml"/><Relationship Id="rId43" Type="http://schemas.openxmlformats.org/officeDocument/2006/relationships/image" Target="../media/image421.png"/><Relationship Id="rId64" Type="http://schemas.openxmlformats.org/officeDocument/2006/relationships/customXml" Target="../ink/ink618.xml"/><Relationship Id="rId118" Type="http://schemas.openxmlformats.org/officeDocument/2006/relationships/customXml" Target="../ink/ink645.xml"/><Relationship Id="rId139" Type="http://schemas.openxmlformats.org/officeDocument/2006/relationships/image" Target="../media/image469.png"/><Relationship Id="rId85" Type="http://schemas.openxmlformats.org/officeDocument/2006/relationships/image" Target="../media/image442.png"/><Relationship Id="rId150" Type="http://schemas.openxmlformats.org/officeDocument/2006/relationships/customXml" Target="../ink/ink661.xml"/><Relationship Id="rId171" Type="http://schemas.openxmlformats.org/officeDocument/2006/relationships/image" Target="../media/image485.png"/><Relationship Id="rId192" Type="http://schemas.openxmlformats.org/officeDocument/2006/relationships/customXml" Target="../ink/ink682.xml"/><Relationship Id="rId206" Type="http://schemas.openxmlformats.org/officeDocument/2006/relationships/customXml" Target="../ink/ink689.xml"/><Relationship Id="rId227" Type="http://schemas.openxmlformats.org/officeDocument/2006/relationships/image" Target="../media/image513.png"/><Relationship Id="rId248" Type="http://schemas.openxmlformats.org/officeDocument/2006/relationships/customXml" Target="../ink/ink710.xml"/><Relationship Id="rId12" Type="http://schemas.openxmlformats.org/officeDocument/2006/relationships/customXml" Target="../ink/ink592.xml"/><Relationship Id="rId33" Type="http://schemas.openxmlformats.org/officeDocument/2006/relationships/image" Target="../media/image416.png"/><Relationship Id="rId108" Type="http://schemas.openxmlformats.org/officeDocument/2006/relationships/customXml" Target="../ink/ink640.xml"/><Relationship Id="rId129" Type="http://schemas.openxmlformats.org/officeDocument/2006/relationships/image" Target="../media/image464.png"/><Relationship Id="rId54" Type="http://schemas.openxmlformats.org/officeDocument/2006/relationships/customXml" Target="../ink/ink613.xml"/><Relationship Id="rId75" Type="http://schemas.openxmlformats.org/officeDocument/2006/relationships/image" Target="../media/image437.png"/><Relationship Id="rId96" Type="http://schemas.openxmlformats.org/officeDocument/2006/relationships/customXml" Target="../ink/ink634.xml"/><Relationship Id="rId140" Type="http://schemas.openxmlformats.org/officeDocument/2006/relationships/customXml" Target="../ink/ink656.xml"/><Relationship Id="rId161" Type="http://schemas.openxmlformats.org/officeDocument/2006/relationships/image" Target="../media/image480.png"/><Relationship Id="rId182" Type="http://schemas.openxmlformats.org/officeDocument/2006/relationships/customXml" Target="../ink/ink677.xml"/><Relationship Id="rId217" Type="http://schemas.openxmlformats.org/officeDocument/2006/relationships/image" Target="../media/image508.png"/><Relationship Id="rId6" Type="http://schemas.openxmlformats.org/officeDocument/2006/relationships/customXml" Target="../ink/ink589.xml"/><Relationship Id="rId238" Type="http://schemas.openxmlformats.org/officeDocument/2006/relationships/customXml" Target="../ink/ink705.xml"/><Relationship Id="rId23" Type="http://schemas.openxmlformats.org/officeDocument/2006/relationships/image" Target="../media/image411.png"/><Relationship Id="rId119" Type="http://schemas.openxmlformats.org/officeDocument/2006/relationships/image" Target="../media/image459.png"/><Relationship Id="rId44" Type="http://schemas.openxmlformats.org/officeDocument/2006/relationships/customXml" Target="../ink/ink608.xml"/><Relationship Id="rId65" Type="http://schemas.openxmlformats.org/officeDocument/2006/relationships/image" Target="../media/image432.png"/><Relationship Id="rId86" Type="http://schemas.openxmlformats.org/officeDocument/2006/relationships/customXml" Target="../ink/ink629.xml"/><Relationship Id="rId130" Type="http://schemas.openxmlformats.org/officeDocument/2006/relationships/customXml" Target="../ink/ink651.xml"/><Relationship Id="rId151" Type="http://schemas.openxmlformats.org/officeDocument/2006/relationships/image" Target="../media/image475.png"/><Relationship Id="rId172" Type="http://schemas.openxmlformats.org/officeDocument/2006/relationships/customXml" Target="../ink/ink672.xml"/><Relationship Id="rId193" Type="http://schemas.openxmlformats.org/officeDocument/2006/relationships/image" Target="../media/image496.png"/><Relationship Id="rId207" Type="http://schemas.openxmlformats.org/officeDocument/2006/relationships/image" Target="../media/image503.png"/><Relationship Id="rId228" Type="http://schemas.openxmlformats.org/officeDocument/2006/relationships/customXml" Target="../ink/ink700.xml"/><Relationship Id="rId249" Type="http://schemas.openxmlformats.org/officeDocument/2006/relationships/image" Target="../media/image524.png"/><Relationship Id="rId13" Type="http://schemas.openxmlformats.org/officeDocument/2006/relationships/image" Target="../media/image406.png"/><Relationship Id="rId109" Type="http://schemas.openxmlformats.org/officeDocument/2006/relationships/image" Target="../media/image454.png"/><Relationship Id="rId34" Type="http://schemas.openxmlformats.org/officeDocument/2006/relationships/customXml" Target="../ink/ink603.xml"/><Relationship Id="rId55" Type="http://schemas.openxmlformats.org/officeDocument/2006/relationships/image" Target="../media/image427.png"/><Relationship Id="rId76" Type="http://schemas.openxmlformats.org/officeDocument/2006/relationships/customXml" Target="../ink/ink624.xml"/><Relationship Id="rId97" Type="http://schemas.openxmlformats.org/officeDocument/2006/relationships/image" Target="../media/image448.png"/><Relationship Id="rId120" Type="http://schemas.openxmlformats.org/officeDocument/2006/relationships/customXml" Target="../ink/ink646.xml"/><Relationship Id="rId141" Type="http://schemas.openxmlformats.org/officeDocument/2006/relationships/image" Target="../media/image470.png"/><Relationship Id="rId7" Type="http://schemas.openxmlformats.org/officeDocument/2006/relationships/image" Target="../media/image403.png"/><Relationship Id="rId162" Type="http://schemas.openxmlformats.org/officeDocument/2006/relationships/customXml" Target="../ink/ink667.xml"/><Relationship Id="rId183" Type="http://schemas.openxmlformats.org/officeDocument/2006/relationships/image" Target="../media/image491.png"/><Relationship Id="rId218" Type="http://schemas.openxmlformats.org/officeDocument/2006/relationships/customXml" Target="../ink/ink695.xml"/><Relationship Id="rId239" Type="http://schemas.openxmlformats.org/officeDocument/2006/relationships/image" Target="../media/image519.png"/><Relationship Id="rId250" Type="http://schemas.openxmlformats.org/officeDocument/2006/relationships/customXml" Target="../ink/ink711.xml"/><Relationship Id="rId24" Type="http://schemas.openxmlformats.org/officeDocument/2006/relationships/customXml" Target="../ink/ink598.xml"/><Relationship Id="rId45" Type="http://schemas.openxmlformats.org/officeDocument/2006/relationships/image" Target="../media/image422.png"/><Relationship Id="rId66" Type="http://schemas.openxmlformats.org/officeDocument/2006/relationships/customXml" Target="../ink/ink619.xml"/><Relationship Id="rId87" Type="http://schemas.openxmlformats.org/officeDocument/2006/relationships/image" Target="../media/image443.png"/><Relationship Id="rId110" Type="http://schemas.openxmlformats.org/officeDocument/2006/relationships/customXml" Target="../ink/ink641.xml"/><Relationship Id="rId131" Type="http://schemas.openxmlformats.org/officeDocument/2006/relationships/image" Target="../media/image465.png"/><Relationship Id="rId152" Type="http://schemas.openxmlformats.org/officeDocument/2006/relationships/customXml" Target="../ink/ink662.xml"/><Relationship Id="rId173" Type="http://schemas.openxmlformats.org/officeDocument/2006/relationships/image" Target="../media/image486.png"/><Relationship Id="rId194" Type="http://schemas.openxmlformats.org/officeDocument/2006/relationships/customXml" Target="../ink/ink683.xml"/><Relationship Id="rId208" Type="http://schemas.openxmlformats.org/officeDocument/2006/relationships/customXml" Target="../ink/ink690.xml"/><Relationship Id="rId229" Type="http://schemas.openxmlformats.org/officeDocument/2006/relationships/image" Target="../media/image514.png"/><Relationship Id="rId240" Type="http://schemas.openxmlformats.org/officeDocument/2006/relationships/customXml" Target="../ink/ink706.xml"/><Relationship Id="rId14" Type="http://schemas.openxmlformats.org/officeDocument/2006/relationships/customXml" Target="../ink/ink593.xml"/><Relationship Id="rId35" Type="http://schemas.openxmlformats.org/officeDocument/2006/relationships/image" Target="../media/image417.png"/><Relationship Id="rId56" Type="http://schemas.openxmlformats.org/officeDocument/2006/relationships/customXml" Target="../ink/ink614.xml"/><Relationship Id="rId77" Type="http://schemas.openxmlformats.org/officeDocument/2006/relationships/image" Target="../media/image438.png"/><Relationship Id="rId100" Type="http://schemas.openxmlformats.org/officeDocument/2006/relationships/customXml" Target="../ink/ink636.xml"/><Relationship Id="rId8" Type="http://schemas.openxmlformats.org/officeDocument/2006/relationships/customXml" Target="../ink/ink590.xml"/><Relationship Id="rId98" Type="http://schemas.openxmlformats.org/officeDocument/2006/relationships/customXml" Target="../ink/ink635.xml"/><Relationship Id="rId121" Type="http://schemas.openxmlformats.org/officeDocument/2006/relationships/image" Target="../media/image460.png"/><Relationship Id="rId142" Type="http://schemas.openxmlformats.org/officeDocument/2006/relationships/customXml" Target="../ink/ink657.xml"/><Relationship Id="rId163" Type="http://schemas.openxmlformats.org/officeDocument/2006/relationships/image" Target="../media/image481.png"/><Relationship Id="rId184" Type="http://schemas.openxmlformats.org/officeDocument/2006/relationships/customXml" Target="../ink/ink678.xml"/><Relationship Id="rId219" Type="http://schemas.openxmlformats.org/officeDocument/2006/relationships/image" Target="../media/image509.png"/><Relationship Id="rId230" Type="http://schemas.openxmlformats.org/officeDocument/2006/relationships/customXml" Target="../ink/ink701.xml"/><Relationship Id="rId251" Type="http://schemas.openxmlformats.org/officeDocument/2006/relationships/image" Target="../media/image525.png"/><Relationship Id="rId25" Type="http://schemas.openxmlformats.org/officeDocument/2006/relationships/image" Target="../media/image412.png"/><Relationship Id="rId46" Type="http://schemas.openxmlformats.org/officeDocument/2006/relationships/customXml" Target="../ink/ink609.xml"/><Relationship Id="rId67" Type="http://schemas.openxmlformats.org/officeDocument/2006/relationships/image" Target="../media/image433.png"/><Relationship Id="rId88" Type="http://schemas.openxmlformats.org/officeDocument/2006/relationships/customXml" Target="../ink/ink630.xml"/><Relationship Id="rId111" Type="http://schemas.openxmlformats.org/officeDocument/2006/relationships/image" Target="../media/image455.png"/><Relationship Id="rId132" Type="http://schemas.openxmlformats.org/officeDocument/2006/relationships/customXml" Target="../ink/ink652.xml"/><Relationship Id="rId153" Type="http://schemas.openxmlformats.org/officeDocument/2006/relationships/image" Target="../media/image476.png"/><Relationship Id="rId174" Type="http://schemas.openxmlformats.org/officeDocument/2006/relationships/customXml" Target="../ink/ink673.xml"/><Relationship Id="rId195" Type="http://schemas.openxmlformats.org/officeDocument/2006/relationships/image" Target="../media/image497.png"/><Relationship Id="rId209" Type="http://schemas.openxmlformats.org/officeDocument/2006/relationships/image" Target="../media/image504.png"/><Relationship Id="rId220" Type="http://schemas.openxmlformats.org/officeDocument/2006/relationships/customXml" Target="../ink/ink696.xml"/><Relationship Id="rId241" Type="http://schemas.openxmlformats.org/officeDocument/2006/relationships/image" Target="../media/image520.png"/><Relationship Id="rId15" Type="http://schemas.openxmlformats.org/officeDocument/2006/relationships/image" Target="../media/image407.png"/><Relationship Id="rId36" Type="http://schemas.openxmlformats.org/officeDocument/2006/relationships/customXml" Target="../ink/ink604.xml"/><Relationship Id="rId57" Type="http://schemas.openxmlformats.org/officeDocument/2006/relationships/image" Target="../media/image428.png"/><Relationship Id="rId78" Type="http://schemas.openxmlformats.org/officeDocument/2006/relationships/customXml" Target="../ink/ink625.xml"/><Relationship Id="rId99" Type="http://schemas.openxmlformats.org/officeDocument/2006/relationships/image" Target="../media/image449.png"/><Relationship Id="rId101" Type="http://schemas.openxmlformats.org/officeDocument/2006/relationships/image" Target="../media/image450.png"/><Relationship Id="rId122" Type="http://schemas.openxmlformats.org/officeDocument/2006/relationships/customXml" Target="../ink/ink647.xml"/><Relationship Id="rId143" Type="http://schemas.openxmlformats.org/officeDocument/2006/relationships/image" Target="../media/image471.png"/><Relationship Id="rId164" Type="http://schemas.openxmlformats.org/officeDocument/2006/relationships/customXml" Target="../ink/ink668.xml"/><Relationship Id="rId185" Type="http://schemas.openxmlformats.org/officeDocument/2006/relationships/image" Target="../media/image492.png"/><Relationship Id="rId4" Type="http://schemas.openxmlformats.org/officeDocument/2006/relationships/customXml" Target="../ink/ink588.xml"/><Relationship Id="rId9" Type="http://schemas.openxmlformats.org/officeDocument/2006/relationships/image" Target="../media/image404.png"/><Relationship Id="rId180" Type="http://schemas.openxmlformats.org/officeDocument/2006/relationships/customXml" Target="../ink/ink676.xml"/><Relationship Id="rId210" Type="http://schemas.openxmlformats.org/officeDocument/2006/relationships/customXml" Target="../ink/ink691.xml"/><Relationship Id="rId215" Type="http://schemas.openxmlformats.org/officeDocument/2006/relationships/image" Target="../media/image507.png"/><Relationship Id="rId236" Type="http://schemas.openxmlformats.org/officeDocument/2006/relationships/customXml" Target="../ink/ink704.xml"/><Relationship Id="rId26" Type="http://schemas.openxmlformats.org/officeDocument/2006/relationships/customXml" Target="../ink/ink599.xml"/><Relationship Id="rId231" Type="http://schemas.openxmlformats.org/officeDocument/2006/relationships/image" Target="../media/image515.png"/><Relationship Id="rId47" Type="http://schemas.openxmlformats.org/officeDocument/2006/relationships/image" Target="../media/image423.png"/><Relationship Id="rId68" Type="http://schemas.openxmlformats.org/officeDocument/2006/relationships/customXml" Target="../ink/ink620.xml"/><Relationship Id="rId89" Type="http://schemas.openxmlformats.org/officeDocument/2006/relationships/image" Target="../media/image444.png"/><Relationship Id="rId112" Type="http://schemas.openxmlformats.org/officeDocument/2006/relationships/customXml" Target="../ink/ink642.xml"/><Relationship Id="rId133" Type="http://schemas.openxmlformats.org/officeDocument/2006/relationships/image" Target="../media/image466.png"/><Relationship Id="rId154" Type="http://schemas.openxmlformats.org/officeDocument/2006/relationships/customXml" Target="../ink/ink663.xml"/><Relationship Id="rId175" Type="http://schemas.openxmlformats.org/officeDocument/2006/relationships/image" Target="../media/image487.png"/><Relationship Id="rId196" Type="http://schemas.openxmlformats.org/officeDocument/2006/relationships/customXml" Target="../ink/ink684.xml"/><Relationship Id="rId200" Type="http://schemas.openxmlformats.org/officeDocument/2006/relationships/customXml" Target="../ink/ink686.xml"/><Relationship Id="rId16" Type="http://schemas.openxmlformats.org/officeDocument/2006/relationships/customXml" Target="../ink/ink594.xml"/><Relationship Id="rId221" Type="http://schemas.openxmlformats.org/officeDocument/2006/relationships/image" Target="../media/image510.png"/><Relationship Id="rId242" Type="http://schemas.openxmlformats.org/officeDocument/2006/relationships/customXml" Target="../ink/ink707.xml"/><Relationship Id="rId37" Type="http://schemas.openxmlformats.org/officeDocument/2006/relationships/image" Target="../media/image418.png"/><Relationship Id="rId58" Type="http://schemas.openxmlformats.org/officeDocument/2006/relationships/customXml" Target="../ink/ink615.xml"/><Relationship Id="rId79" Type="http://schemas.openxmlformats.org/officeDocument/2006/relationships/image" Target="../media/image439.png"/><Relationship Id="rId102" Type="http://schemas.openxmlformats.org/officeDocument/2006/relationships/customXml" Target="../ink/ink637.xml"/><Relationship Id="rId123" Type="http://schemas.openxmlformats.org/officeDocument/2006/relationships/image" Target="../media/image461.png"/><Relationship Id="rId144" Type="http://schemas.openxmlformats.org/officeDocument/2006/relationships/customXml" Target="../ink/ink658.xml"/><Relationship Id="rId90" Type="http://schemas.openxmlformats.org/officeDocument/2006/relationships/customXml" Target="../ink/ink631.xml"/><Relationship Id="rId165" Type="http://schemas.openxmlformats.org/officeDocument/2006/relationships/image" Target="../media/image482.png"/><Relationship Id="rId186" Type="http://schemas.openxmlformats.org/officeDocument/2006/relationships/customXml" Target="../ink/ink679.xml"/><Relationship Id="rId211" Type="http://schemas.openxmlformats.org/officeDocument/2006/relationships/image" Target="../media/image505.png"/><Relationship Id="rId232" Type="http://schemas.openxmlformats.org/officeDocument/2006/relationships/customXml" Target="../ink/ink702.xml"/><Relationship Id="rId27" Type="http://schemas.openxmlformats.org/officeDocument/2006/relationships/image" Target="../media/image413.png"/><Relationship Id="rId48" Type="http://schemas.openxmlformats.org/officeDocument/2006/relationships/customXml" Target="../ink/ink610.xml"/><Relationship Id="rId69" Type="http://schemas.openxmlformats.org/officeDocument/2006/relationships/image" Target="../media/image434.png"/><Relationship Id="rId113" Type="http://schemas.openxmlformats.org/officeDocument/2006/relationships/image" Target="../media/image456.png"/><Relationship Id="rId134" Type="http://schemas.openxmlformats.org/officeDocument/2006/relationships/customXml" Target="../ink/ink653.xml"/><Relationship Id="rId80" Type="http://schemas.openxmlformats.org/officeDocument/2006/relationships/customXml" Target="../ink/ink626.xml"/><Relationship Id="rId155" Type="http://schemas.openxmlformats.org/officeDocument/2006/relationships/image" Target="../media/image477.png"/><Relationship Id="rId176" Type="http://schemas.openxmlformats.org/officeDocument/2006/relationships/customXml" Target="../ink/ink674.xml"/><Relationship Id="rId197" Type="http://schemas.openxmlformats.org/officeDocument/2006/relationships/image" Target="../media/image498.png"/><Relationship Id="rId201" Type="http://schemas.openxmlformats.org/officeDocument/2006/relationships/image" Target="../media/image500.png"/><Relationship Id="rId222" Type="http://schemas.openxmlformats.org/officeDocument/2006/relationships/customXml" Target="../ink/ink697.xml"/><Relationship Id="rId243" Type="http://schemas.openxmlformats.org/officeDocument/2006/relationships/image" Target="../media/image521.png"/><Relationship Id="rId17" Type="http://schemas.openxmlformats.org/officeDocument/2006/relationships/image" Target="../media/image408.png"/><Relationship Id="rId38" Type="http://schemas.openxmlformats.org/officeDocument/2006/relationships/customXml" Target="../ink/ink605.xml"/><Relationship Id="rId59" Type="http://schemas.openxmlformats.org/officeDocument/2006/relationships/image" Target="../media/image429.png"/><Relationship Id="rId103" Type="http://schemas.openxmlformats.org/officeDocument/2006/relationships/image" Target="../media/image451.png"/><Relationship Id="rId124" Type="http://schemas.openxmlformats.org/officeDocument/2006/relationships/customXml" Target="../ink/ink648.xml"/><Relationship Id="rId70" Type="http://schemas.openxmlformats.org/officeDocument/2006/relationships/customXml" Target="../ink/ink621.xml"/><Relationship Id="rId91" Type="http://schemas.openxmlformats.org/officeDocument/2006/relationships/image" Target="../media/image445.png"/><Relationship Id="rId145" Type="http://schemas.openxmlformats.org/officeDocument/2006/relationships/image" Target="../media/image472.png"/><Relationship Id="rId166" Type="http://schemas.openxmlformats.org/officeDocument/2006/relationships/customXml" Target="../ink/ink669.xml"/><Relationship Id="rId187" Type="http://schemas.openxmlformats.org/officeDocument/2006/relationships/image" Target="../media/image493.png"/><Relationship Id="rId1" Type="http://schemas.openxmlformats.org/officeDocument/2006/relationships/slideLayout" Target="../slideLayouts/slideLayout2.xml"/><Relationship Id="rId212" Type="http://schemas.openxmlformats.org/officeDocument/2006/relationships/customXml" Target="../ink/ink692.xml"/><Relationship Id="rId233" Type="http://schemas.openxmlformats.org/officeDocument/2006/relationships/image" Target="../media/image516.png"/><Relationship Id="rId28" Type="http://schemas.openxmlformats.org/officeDocument/2006/relationships/customXml" Target="../ink/ink600.xml"/><Relationship Id="rId49" Type="http://schemas.openxmlformats.org/officeDocument/2006/relationships/image" Target="../media/image424.png"/><Relationship Id="rId114" Type="http://schemas.openxmlformats.org/officeDocument/2006/relationships/customXml" Target="../ink/ink643.xml"/><Relationship Id="rId60" Type="http://schemas.openxmlformats.org/officeDocument/2006/relationships/customXml" Target="../ink/ink616.xml"/><Relationship Id="rId81" Type="http://schemas.openxmlformats.org/officeDocument/2006/relationships/image" Target="../media/image440.png"/><Relationship Id="rId135" Type="http://schemas.openxmlformats.org/officeDocument/2006/relationships/image" Target="../media/image467.png"/><Relationship Id="rId156" Type="http://schemas.openxmlformats.org/officeDocument/2006/relationships/customXml" Target="../ink/ink664.xml"/><Relationship Id="rId177" Type="http://schemas.openxmlformats.org/officeDocument/2006/relationships/image" Target="../media/image488.png"/><Relationship Id="rId198" Type="http://schemas.openxmlformats.org/officeDocument/2006/relationships/customXml" Target="../ink/ink685.xml"/><Relationship Id="rId202" Type="http://schemas.openxmlformats.org/officeDocument/2006/relationships/customXml" Target="../ink/ink687.xml"/><Relationship Id="rId223" Type="http://schemas.openxmlformats.org/officeDocument/2006/relationships/image" Target="../media/image511.png"/><Relationship Id="rId244" Type="http://schemas.openxmlformats.org/officeDocument/2006/relationships/customXml" Target="../ink/ink708.xml"/><Relationship Id="rId18" Type="http://schemas.openxmlformats.org/officeDocument/2006/relationships/customXml" Target="../ink/ink595.xml"/><Relationship Id="rId39" Type="http://schemas.openxmlformats.org/officeDocument/2006/relationships/image" Target="../media/image419.png"/><Relationship Id="rId50" Type="http://schemas.openxmlformats.org/officeDocument/2006/relationships/customXml" Target="../ink/ink611.xml"/><Relationship Id="rId104" Type="http://schemas.openxmlformats.org/officeDocument/2006/relationships/customXml" Target="../ink/ink638.xml"/><Relationship Id="rId125" Type="http://schemas.openxmlformats.org/officeDocument/2006/relationships/image" Target="../media/image462.png"/><Relationship Id="rId146" Type="http://schemas.openxmlformats.org/officeDocument/2006/relationships/customXml" Target="../ink/ink659.xml"/><Relationship Id="rId167" Type="http://schemas.openxmlformats.org/officeDocument/2006/relationships/image" Target="../media/image483.png"/><Relationship Id="rId188" Type="http://schemas.openxmlformats.org/officeDocument/2006/relationships/customXml" Target="../ink/ink680.xml"/><Relationship Id="rId71" Type="http://schemas.openxmlformats.org/officeDocument/2006/relationships/image" Target="../media/image435.png"/><Relationship Id="rId92" Type="http://schemas.openxmlformats.org/officeDocument/2006/relationships/customXml" Target="../ink/ink632.xml"/><Relationship Id="rId213" Type="http://schemas.openxmlformats.org/officeDocument/2006/relationships/image" Target="../media/image506.png"/><Relationship Id="rId234" Type="http://schemas.openxmlformats.org/officeDocument/2006/relationships/customXml" Target="../ink/ink703.xml"/><Relationship Id="rId2" Type="http://schemas.openxmlformats.org/officeDocument/2006/relationships/customXml" Target="../ink/ink587.xml"/><Relationship Id="rId29" Type="http://schemas.openxmlformats.org/officeDocument/2006/relationships/image" Target="../media/image414.png"/><Relationship Id="rId40" Type="http://schemas.openxmlformats.org/officeDocument/2006/relationships/customXml" Target="../ink/ink606.xml"/><Relationship Id="rId115" Type="http://schemas.openxmlformats.org/officeDocument/2006/relationships/image" Target="../media/image457.png"/><Relationship Id="rId136" Type="http://schemas.openxmlformats.org/officeDocument/2006/relationships/customXml" Target="../ink/ink654.xml"/><Relationship Id="rId157" Type="http://schemas.openxmlformats.org/officeDocument/2006/relationships/image" Target="../media/image478.png"/><Relationship Id="rId178" Type="http://schemas.openxmlformats.org/officeDocument/2006/relationships/customXml" Target="../ink/ink675.xml"/><Relationship Id="rId61" Type="http://schemas.openxmlformats.org/officeDocument/2006/relationships/image" Target="../media/image430.png"/><Relationship Id="rId82" Type="http://schemas.openxmlformats.org/officeDocument/2006/relationships/customXml" Target="../ink/ink627.xml"/><Relationship Id="rId199" Type="http://schemas.openxmlformats.org/officeDocument/2006/relationships/image" Target="../media/image499.png"/><Relationship Id="rId203" Type="http://schemas.openxmlformats.org/officeDocument/2006/relationships/image" Target="../media/image501.png"/><Relationship Id="rId19" Type="http://schemas.openxmlformats.org/officeDocument/2006/relationships/image" Target="../media/image409.png"/><Relationship Id="rId224" Type="http://schemas.openxmlformats.org/officeDocument/2006/relationships/customXml" Target="../ink/ink698.xml"/><Relationship Id="rId245" Type="http://schemas.openxmlformats.org/officeDocument/2006/relationships/image" Target="../media/image522.png"/><Relationship Id="rId30" Type="http://schemas.openxmlformats.org/officeDocument/2006/relationships/customXml" Target="../ink/ink601.xml"/><Relationship Id="rId105" Type="http://schemas.openxmlformats.org/officeDocument/2006/relationships/image" Target="../media/image452.png"/><Relationship Id="rId126" Type="http://schemas.openxmlformats.org/officeDocument/2006/relationships/customXml" Target="../ink/ink649.xml"/><Relationship Id="rId147" Type="http://schemas.openxmlformats.org/officeDocument/2006/relationships/image" Target="../media/image473.png"/><Relationship Id="rId168" Type="http://schemas.openxmlformats.org/officeDocument/2006/relationships/customXml" Target="../ink/ink670.xml"/><Relationship Id="rId51" Type="http://schemas.openxmlformats.org/officeDocument/2006/relationships/image" Target="../media/image425.png"/><Relationship Id="rId72" Type="http://schemas.openxmlformats.org/officeDocument/2006/relationships/customXml" Target="../ink/ink622.xml"/><Relationship Id="rId93" Type="http://schemas.openxmlformats.org/officeDocument/2006/relationships/image" Target="../media/image446.png"/><Relationship Id="rId189" Type="http://schemas.openxmlformats.org/officeDocument/2006/relationships/image" Target="../media/image494.png"/><Relationship Id="rId3" Type="http://schemas.openxmlformats.org/officeDocument/2006/relationships/image" Target="../media/image401.png"/><Relationship Id="rId214" Type="http://schemas.openxmlformats.org/officeDocument/2006/relationships/customXml" Target="../ink/ink693.xml"/><Relationship Id="rId235" Type="http://schemas.openxmlformats.org/officeDocument/2006/relationships/image" Target="../media/image517.png"/><Relationship Id="rId116" Type="http://schemas.openxmlformats.org/officeDocument/2006/relationships/customXml" Target="../ink/ink644.xml"/><Relationship Id="rId137" Type="http://schemas.openxmlformats.org/officeDocument/2006/relationships/image" Target="../media/image468.png"/><Relationship Id="rId158" Type="http://schemas.openxmlformats.org/officeDocument/2006/relationships/customXml" Target="../ink/ink665.xml"/><Relationship Id="rId20" Type="http://schemas.openxmlformats.org/officeDocument/2006/relationships/customXml" Target="../ink/ink596.xml"/><Relationship Id="rId41" Type="http://schemas.openxmlformats.org/officeDocument/2006/relationships/image" Target="../media/image420.png"/><Relationship Id="rId62" Type="http://schemas.openxmlformats.org/officeDocument/2006/relationships/customXml" Target="../ink/ink617.xml"/><Relationship Id="rId83" Type="http://schemas.openxmlformats.org/officeDocument/2006/relationships/image" Target="../media/image441.png"/><Relationship Id="rId179" Type="http://schemas.openxmlformats.org/officeDocument/2006/relationships/image" Target="../media/image489.png"/><Relationship Id="rId190" Type="http://schemas.openxmlformats.org/officeDocument/2006/relationships/customXml" Target="../ink/ink681.xml"/><Relationship Id="rId204" Type="http://schemas.openxmlformats.org/officeDocument/2006/relationships/customXml" Target="../ink/ink688.xml"/><Relationship Id="rId225" Type="http://schemas.openxmlformats.org/officeDocument/2006/relationships/image" Target="../media/image512.png"/><Relationship Id="rId246" Type="http://schemas.openxmlformats.org/officeDocument/2006/relationships/customXml" Target="../ink/ink709.xml"/><Relationship Id="rId106" Type="http://schemas.openxmlformats.org/officeDocument/2006/relationships/customXml" Target="../ink/ink639.xml"/><Relationship Id="rId127" Type="http://schemas.openxmlformats.org/officeDocument/2006/relationships/image" Target="../media/image463.png"/><Relationship Id="rId10" Type="http://schemas.openxmlformats.org/officeDocument/2006/relationships/customXml" Target="../ink/ink591.xml"/><Relationship Id="rId31" Type="http://schemas.openxmlformats.org/officeDocument/2006/relationships/image" Target="../media/image415.png"/><Relationship Id="rId52" Type="http://schemas.openxmlformats.org/officeDocument/2006/relationships/customXml" Target="../ink/ink612.xml"/><Relationship Id="rId73" Type="http://schemas.openxmlformats.org/officeDocument/2006/relationships/image" Target="../media/image436.png"/><Relationship Id="rId94" Type="http://schemas.openxmlformats.org/officeDocument/2006/relationships/customXml" Target="../ink/ink633.xml"/><Relationship Id="rId148" Type="http://schemas.openxmlformats.org/officeDocument/2006/relationships/customXml" Target="../ink/ink660.xml"/><Relationship Id="rId169" Type="http://schemas.openxmlformats.org/officeDocument/2006/relationships/image" Target="../media/image484.png"/></Relationships>
</file>

<file path=ppt/slides/_rels/slide13.xml.rels><?xml version="1.0" encoding="UTF-8" standalone="yes"?>
<Relationships xmlns="http://schemas.openxmlformats.org/package/2006/relationships"><Relationship Id="rId117" Type="http://schemas.openxmlformats.org/officeDocument/2006/relationships/image" Target="../media/image583.png"/><Relationship Id="rId299" Type="http://schemas.openxmlformats.org/officeDocument/2006/relationships/image" Target="../media/image674.png"/><Relationship Id="rId21" Type="http://schemas.openxmlformats.org/officeDocument/2006/relationships/image" Target="../media/image535.png"/><Relationship Id="rId63" Type="http://schemas.openxmlformats.org/officeDocument/2006/relationships/image" Target="../media/image556.png"/><Relationship Id="rId159" Type="http://schemas.openxmlformats.org/officeDocument/2006/relationships/image" Target="../media/image604.png"/><Relationship Id="rId170" Type="http://schemas.openxmlformats.org/officeDocument/2006/relationships/customXml" Target="../ink/ink796.xml"/><Relationship Id="rId226" Type="http://schemas.openxmlformats.org/officeDocument/2006/relationships/customXml" Target="../ink/ink824.xml"/><Relationship Id="rId268" Type="http://schemas.openxmlformats.org/officeDocument/2006/relationships/customXml" Target="../ink/ink845.xml"/><Relationship Id="rId32" Type="http://schemas.openxmlformats.org/officeDocument/2006/relationships/customXml" Target="../ink/ink727.xml"/><Relationship Id="rId74" Type="http://schemas.openxmlformats.org/officeDocument/2006/relationships/customXml" Target="../ink/ink748.xml"/><Relationship Id="rId128" Type="http://schemas.openxmlformats.org/officeDocument/2006/relationships/customXml" Target="../ink/ink775.xml"/><Relationship Id="rId5" Type="http://schemas.openxmlformats.org/officeDocument/2006/relationships/image" Target="../media/image527.png"/><Relationship Id="rId181" Type="http://schemas.openxmlformats.org/officeDocument/2006/relationships/image" Target="../media/image615.png"/><Relationship Id="rId237" Type="http://schemas.openxmlformats.org/officeDocument/2006/relationships/image" Target="../media/image643.png"/><Relationship Id="rId279" Type="http://schemas.openxmlformats.org/officeDocument/2006/relationships/image" Target="../media/image664.png"/><Relationship Id="rId43" Type="http://schemas.openxmlformats.org/officeDocument/2006/relationships/image" Target="../media/image546.png"/><Relationship Id="rId139" Type="http://schemas.openxmlformats.org/officeDocument/2006/relationships/image" Target="../media/image594.png"/><Relationship Id="rId290" Type="http://schemas.openxmlformats.org/officeDocument/2006/relationships/customXml" Target="../ink/ink856.xml"/><Relationship Id="rId85" Type="http://schemas.openxmlformats.org/officeDocument/2006/relationships/image" Target="../media/image567.png"/><Relationship Id="rId150" Type="http://schemas.openxmlformats.org/officeDocument/2006/relationships/customXml" Target="../ink/ink786.xml"/><Relationship Id="rId192" Type="http://schemas.openxmlformats.org/officeDocument/2006/relationships/customXml" Target="../ink/ink807.xml"/><Relationship Id="rId206" Type="http://schemas.openxmlformats.org/officeDocument/2006/relationships/customXml" Target="../ink/ink814.xml"/><Relationship Id="rId248" Type="http://schemas.openxmlformats.org/officeDocument/2006/relationships/customXml" Target="../ink/ink835.xml"/><Relationship Id="rId12" Type="http://schemas.openxmlformats.org/officeDocument/2006/relationships/customXml" Target="../ink/ink717.xml"/><Relationship Id="rId108" Type="http://schemas.openxmlformats.org/officeDocument/2006/relationships/customXml" Target="../ink/ink765.xml"/><Relationship Id="rId54" Type="http://schemas.openxmlformats.org/officeDocument/2006/relationships/customXml" Target="../ink/ink738.xml"/><Relationship Id="rId96" Type="http://schemas.openxmlformats.org/officeDocument/2006/relationships/customXml" Target="../ink/ink759.xml"/><Relationship Id="rId161" Type="http://schemas.openxmlformats.org/officeDocument/2006/relationships/image" Target="../media/image605.png"/><Relationship Id="rId217" Type="http://schemas.openxmlformats.org/officeDocument/2006/relationships/image" Target="../media/image633.png"/><Relationship Id="rId6" Type="http://schemas.openxmlformats.org/officeDocument/2006/relationships/customXml" Target="../ink/ink714.xml"/><Relationship Id="rId238" Type="http://schemas.openxmlformats.org/officeDocument/2006/relationships/customXml" Target="../ink/ink830.xml"/><Relationship Id="rId259" Type="http://schemas.openxmlformats.org/officeDocument/2006/relationships/image" Target="../media/image654.png"/><Relationship Id="rId23" Type="http://schemas.openxmlformats.org/officeDocument/2006/relationships/image" Target="../media/image536.png"/><Relationship Id="rId119" Type="http://schemas.openxmlformats.org/officeDocument/2006/relationships/image" Target="../media/image584.png"/><Relationship Id="rId270" Type="http://schemas.openxmlformats.org/officeDocument/2006/relationships/customXml" Target="../ink/ink846.xml"/><Relationship Id="rId291" Type="http://schemas.openxmlformats.org/officeDocument/2006/relationships/image" Target="../media/image670.png"/><Relationship Id="rId44" Type="http://schemas.openxmlformats.org/officeDocument/2006/relationships/customXml" Target="../ink/ink733.xml"/><Relationship Id="rId65" Type="http://schemas.openxmlformats.org/officeDocument/2006/relationships/image" Target="../media/image557.png"/><Relationship Id="rId86" Type="http://schemas.openxmlformats.org/officeDocument/2006/relationships/customXml" Target="../ink/ink754.xml"/><Relationship Id="rId130" Type="http://schemas.openxmlformats.org/officeDocument/2006/relationships/customXml" Target="../ink/ink776.xml"/><Relationship Id="rId151" Type="http://schemas.openxmlformats.org/officeDocument/2006/relationships/image" Target="../media/image600.png"/><Relationship Id="rId172" Type="http://schemas.openxmlformats.org/officeDocument/2006/relationships/customXml" Target="../ink/ink797.xml"/><Relationship Id="rId193" Type="http://schemas.openxmlformats.org/officeDocument/2006/relationships/image" Target="../media/image621.png"/><Relationship Id="rId207" Type="http://schemas.openxmlformats.org/officeDocument/2006/relationships/image" Target="../media/image628.png"/><Relationship Id="rId228" Type="http://schemas.openxmlformats.org/officeDocument/2006/relationships/customXml" Target="../ink/ink825.xml"/><Relationship Id="rId249" Type="http://schemas.openxmlformats.org/officeDocument/2006/relationships/image" Target="../media/image649.png"/><Relationship Id="rId13" Type="http://schemas.openxmlformats.org/officeDocument/2006/relationships/image" Target="../media/image531.png"/><Relationship Id="rId109" Type="http://schemas.openxmlformats.org/officeDocument/2006/relationships/image" Target="../media/image579.png"/><Relationship Id="rId260" Type="http://schemas.openxmlformats.org/officeDocument/2006/relationships/customXml" Target="../ink/ink841.xml"/><Relationship Id="rId281" Type="http://schemas.openxmlformats.org/officeDocument/2006/relationships/image" Target="../media/image665.png"/><Relationship Id="rId34" Type="http://schemas.openxmlformats.org/officeDocument/2006/relationships/customXml" Target="../ink/ink728.xml"/><Relationship Id="rId55" Type="http://schemas.openxmlformats.org/officeDocument/2006/relationships/image" Target="../media/image552.png"/><Relationship Id="rId76" Type="http://schemas.openxmlformats.org/officeDocument/2006/relationships/customXml" Target="../ink/ink749.xml"/><Relationship Id="rId97" Type="http://schemas.openxmlformats.org/officeDocument/2006/relationships/image" Target="../media/image573.png"/><Relationship Id="rId120" Type="http://schemas.openxmlformats.org/officeDocument/2006/relationships/customXml" Target="../ink/ink771.xml"/><Relationship Id="rId141" Type="http://schemas.openxmlformats.org/officeDocument/2006/relationships/image" Target="../media/image595.png"/><Relationship Id="rId7" Type="http://schemas.openxmlformats.org/officeDocument/2006/relationships/image" Target="../media/image528.png"/><Relationship Id="rId162" Type="http://schemas.openxmlformats.org/officeDocument/2006/relationships/customXml" Target="../ink/ink792.xml"/><Relationship Id="rId183" Type="http://schemas.openxmlformats.org/officeDocument/2006/relationships/image" Target="../media/image616.png"/><Relationship Id="rId218" Type="http://schemas.openxmlformats.org/officeDocument/2006/relationships/customXml" Target="../ink/ink820.xml"/><Relationship Id="rId239" Type="http://schemas.openxmlformats.org/officeDocument/2006/relationships/image" Target="../media/image644.png"/><Relationship Id="rId250" Type="http://schemas.openxmlformats.org/officeDocument/2006/relationships/customXml" Target="../ink/ink836.xml"/><Relationship Id="rId271" Type="http://schemas.openxmlformats.org/officeDocument/2006/relationships/image" Target="../media/image660.png"/><Relationship Id="rId292" Type="http://schemas.openxmlformats.org/officeDocument/2006/relationships/customXml" Target="../ink/ink857.xml"/><Relationship Id="rId24" Type="http://schemas.openxmlformats.org/officeDocument/2006/relationships/customXml" Target="../ink/ink723.xml"/><Relationship Id="rId45" Type="http://schemas.openxmlformats.org/officeDocument/2006/relationships/image" Target="../media/image547.png"/><Relationship Id="rId66" Type="http://schemas.openxmlformats.org/officeDocument/2006/relationships/customXml" Target="../ink/ink744.xml"/><Relationship Id="rId87" Type="http://schemas.openxmlformats.org/officeDocument/2006/relationships/image" Target="../media/image568.png"/><Relationship Id="rId110" Type="http://schemas.openxmlformats.org/officeDocument/2006/relationships/customXml" Target="../ink/ink766.xml"/><Relationship Id="rId131" Type="http://schemas.openxmlformats.org/officeDocument/2006/relationships/image" Target="../media/image590.png"/><Relationship Id="rId152" Type="http://schemas.openxmlformats.org/officeDocument/2006/relationships/customXml" Target="../ink/ink787.xml"/><Relationship Id="rId173" Type="http://schemas.openxmlformats.org/officeDocument/2006/relationships/image" Target="../media/image611.png"/><Relationship Id="rId194" Type="http://schemas.openxmlformats.org/officeDocument/2006/relationships/customXml" Target="../ink/ink808.xml"/><Relationship Id="rId208" Type="http://schemas.openxmlformats.org/officeDocument/2006/relationships/customXml" Target="../ink/ink815.xml"/><Relationship Id="rId229" Type="http://schemas.openxmlformats.org/officeDocument/2006/relationships/image" Target="../media/image639.png"/><Relationship Id="rId240" Type="http://schemas.openxmlformats.org/officeDocument/2006/relationships/customXml" Target="../ink/ink831.xml"/><Relationship Id="rId261" Type="http://schemas.openxmlformats.org/officeDocument/2006/relationships/image" Target="../media/image655.png"/><Relationship Id="rId14" Type="http://schemas.openxmlformats.org/officeDocument/2006/relationships/customXml" Target="../ink/ink718.xml"/><Relationship Id="rId35" Type="http://schemas.openxmlformats.org/officeDocument/2006/relationships/image" Target="../media/image542.png"/><Relationship Id="rId56" Type="http://schemas.openxmlformats.org/officeDocument/2006/relationships/customXml" Target="../ink/ink739.xml"/><Relationship Id="rId77" Type="http://schemas.openxmlformats.org/officeDocument/2006/relationships/image" Target="../media/image563.png"/><Relationship Id="rId100" Type="http://schemas.openxmlformats.org/officeDocument/2006/relationships/customXml" Target="../ink/ink761.xml"/><Relationship Id="rId282" Type="http://schemas.openxmlformats.org/officeDocument/2006/relationships/customXml" Target="../ink/ink852.xml"/><Relationship Id="rId8" Type="http://schemas.openxmlformats.org/officeDocument/2006/relationships/customXml" Target="../ink/ink715.xml"/><Relationship Id="rId98" Type="http://schemas.openxmlformats.org/officeDocument/2006/relationships/customXml" Target="../ink/ink760.xml"/><Relationship Id="rId121" Type="http://schemas.openxmlformats.org/officeDocument/2006/relationships/image" Target="../media/image585.png"/><Relationship Id="rId142" Type="http://schemas.openxmlformats.org/officeDocument/2006/relationships/customXml" Target="../ink/ink782.xml"/><Relationship Id="rId163" Type="http://schemas.openxmlformats.org/officeDocument/2006/relationships/image" Target="../media/image606.png"/><Relationship Id="rId184" Type="http://schemas.openxmlformats.org/officeDocument/2006/relationships/customXml" Target="../ink/ink803.xml"/><Relationship Id="rId219" Type="http://schemas.openxmlformats.org/officeDocument/2006/relationships/image" Target="../media/image634.png"/><Relationship Id="rId230" Type="http://schemas.openxmlformats.org/officeDocument/2006/relationships/customXml" Target="../ink/ink826.xml"/><Relationship Id="rId251" Type="http://schemas.openxmlformats.org/officeDocument/2006/relationships/image" Target="../media/image650.png"/><Relationship Id="rId25" Type="http://schemas.openxmlformats.org/officeDocument/2006/relationships/image" Target="../media/image537.png"/><Relationship Id="rId46" Type="http://schemas.openxmlformats.org/officeDocument/2006/relationships/customXml" Target="../ink/ink734.xml"/><Relationship Id="rId67" Type="http://schemas.openxmlformats.org/officeDocument/2006/relationships/image" Target="../media/image558.png"/><Relationship Id="rId272" Type="http://schemas.openxmlformats.org/officeDocument/2006/relationships/customXml" Target="../ink/ink847.xml"/><Relationship Id="rId293" Type="http://schemas.openxmlformats.org/officeDocument/2006/relationships/image" Target="../media/image671.png"/><Relationship Id="rId88" Type="http://schemas.openxmlformats.org/officeDocument/2006/relationships/customXml" Target="../ink/ink755.xml"/><Relationship Id="rId111" Type="http://schemas.openxmlformats.org/officeDocument/2006/relationships/image" Target="../media/image580.png"/><Relationship Id="rId132" Type="http://schemas.openxmlformats.org/officeDocument/2006/relationships/customXml" Target="../ink/ink777.xml"/><Relationship Id="rId153" Type="http://schemas.openxmlformats.org/officeDocument/2006/relationships/image" Target="../media/image601.png"/><Relationship Id="rId174" Type="http://schemas.openxmlformats.org/officeDocument/2006/relationships/customXml" Target="../ink/ink798.xml"/><Relationship Id="rId195" Type="http://schemas.openxmlformats.org/officeDocument/2006/relationships/image" Target="../media/image622.png"/><Relationship Id="rId209" Type="http://schemas.openxmlformats.org/officeDocument/2006/relationships/image" Target="../media/image629.png"/><Relationship Id="rId220" Type="http://schemas.openxmlformats.org/officeDocument/2006/relationships/customXml" Target="../ink/ink821.xml"/><Relationship Id="rId241" Type="http://schemas.openxmlformats.org/officeDocument/2006/relationships/image" Target="../media/image645.png"/><Relationship Id="rId15" Type="http://schemas.openxmlformats.org/officeDocument/2006/relationships/image" Target="../media/image532.png"/><Relationship Id="rId36" Type="http://schemas.openxmlformats.org/officeDocument/2006/relationships/customXml" Target="../ink/ink729.xml"/><Relationship Id="rId57" Type="http://schemas.openxmlformats.org/officeDocument/2006/relationships/image" Target="../media/image553.png"/><Relationship Id="rId262" Type="http://schemas.openxmlformats.org/officeDocument/2006/relationships/customXml" Target="../ink/ink842.xml"/><Relationship Id="rId283" Type="http://schemas.openxmlformats.org/officeDocument/2006/relationships/image" Target="../media/image666.png"/><Relationship Id="rId78" Type="http://schemas.openxmlformats.org/officeDocument/2006/relationships/customXml" Target="../ink/ink750.xml"/><Relationship Id="rId99" Type="http://schemas.openxmlformats.org/officeDocument/2006/relationships/image" Target="../media/image574.png"/><Relationship Id="rId101" Type="http://schemas.openxmlformats.org/officeDocument/2006/relationships/image" Target="../media/image575.png"/><Relationship Id="rId122" Type="http://schemas.openxmlformats.org/officeDocument/2006/relationships/customXml" Target="../ink/ink772.xml"/><Relationship Id="rId143" Type="http://schemas.openxmlformats.org/officeDocument/2006/relationships/image" Target="../media/image596.png"/><Relationship Id="rId164" Type="http://schemas.openxmlformats.org/officeDocument/2006/relationships/customXml" Target="../ink/ink793.xml"/><Relationship Id="rId185" Type="http://schemas.openxmlformats.org/officeDocument/2006/relationships/image" Target="../media/image617.png"/><Relationship Id="rId9" Type="http://schemas.openxmlformats.org/officeDocument/2006/relationships/image" Target="../media/image529.png"/><Relationship Id="rId210" Type="http://schemas.openxmlformats.org/officeDocument/2006/relationships/customXml" Target="../ink/ink816.xml"/><Relationship Id="rId26" Type="http://schemas.openxmlformats.org/officeDocument/2006/relationships/customXml" Target="../ink/ink724.xml"/><Relationship Id="rId231" Type="http://schemas.openxmlformats.org/officeDocument/2006/relationships/image" Target="../media/image640.png"/><Relationship Id="rId252" Type="http://schemas.openxmlformats.org/officeDocument/2006/relationships/customXml" Target="../ink/ink837.xml"/><Relationship Id="rId273" Type="http://schemas.openxmlformats.org/officeDocument/2006/relationships/image" Target="../media/image661.png"/><Relationship Id="rId294" Type="http://schemas.openxmlformats.org/officeDocument/2006/relationships/customXml" Target="../ink/ink858.xml"/><Relationship Id="rId47" Type="http://schemas.openxmlformats.org/officeDocument/2006/relationships/image" Target="../media/image548.png"/><Relationship Id="rId68" Type="http://schemas.openxmlformats.org/officeDocument/2006/relationships/customXml" Target="../ink/ink745.xml"/><Relationship Id="rId89" Type="http://schemas.openxmlformats.org/officeDocument/2006/relationships/image" Target="../media/image569.png"/><Relationship Id="rId112" Type="http://schemas.openxmlformats.org/officeDocument/2006/relationships/customXml" Target="../ink/ink767.xml"/><Relationship Id="rId133" Type="http://schemas.openxmlformats.org/officeDocument/2006/relationships/image" Target="../media/image591.png"/><Relationship Id="rId154" Type="http://schemas.openxmlformats.org/officeDocument/2006/relationships/customXml" Target="../ink/ink788.xml"/><Relationship Id="rId175" Type="http://schemas.openxmlformats.org/officeDocument/2006/relationships/image" Target="../media/image612.png"/><Relationship Id="rId196" Type="http://schemas.openxmlformats.org/officeDocument/2006/relationships/customXml" Target="../ink/ink809.xml"/><Relationship Id="rId200" Type="http://schemas.openxmlformats.org/officeDocument/2006/relationships/customXml" Target="../ink/ink811.xml"/><Relationship Id="rId16" Type="http://schemas.openxmlformats.org/officeDocument/2006/relationships/customXml" Target="../ink/ink719.xml"/><Relationship Id="rId221" Type="http://schemas.openxmlformats.org/officeDocument/2006/relationships/image" Target="../media/image635.png"/><Relationship Id="rId242" Type="http://schemas.openxmlformats.org/officeDocument/2006/relationships/customXml" Target="../ink/ink832.xml"/><Relationship Id="rId263" Type="http://schemas.openxmlformats.org/officeDocument/2006/relationships/image" Target="../media/image656.png"/><Relationship Id="rId284" Type="http://schemas.openxmlformats.org/officeDocument/2006/relationships/customXml" Target="../ink/ink853.xml"/><Relationship Id="rId37" Type="http://schemas.openxmlformats.org/officeDocument/2006/relationships/image" Target="../media/image543.png"/><Relationship Id="rId58" Type="http://schemas.openxmlformats.org/officeDocument/2006/relationships/customXml" Target="../ink/ink740.xml"/><Relationship Id="rId79" Type="http://schemas.openxmlformats.org/officeDocument/2006/relationships/image" Target="../media/image564.png"/><Relationship Id="rId102" Type="http://schemas.openxmlformats.org/officeDocument/2006/relationships/customXml" Target="../ink/ink762.xml"/><Relationship Id="rId123" Type="http://schemas.openxmlformats.org/officeDocument/2006/relationships/image" Target="../media/image586.png"/><Relationship Id="rId144" Type="http://schemas.openxmlformats.org/officeDocument/2006/relationships/customXml" Target="../ink/ink783.xml"/><Relationship Id="rId90" Type="http://schemas.openxmlformats.org/officeDocument/2006/relationships/customXml" Target="../ink/ink756.xml"/><Relationship Id="rId165" Type="http://schemas.openxmlformats.org/officeDocument/2006/relationships/image" Target="../media/image607.png"/><Relationship Id="rId186" Type="http://schemas.openxmlformats.org/officeDocument/2006/relationships/customXml" Target="../ink/ink804.xml"/><Relationship Id="rId211" Type="http://schemas.openxmlformats.org/officeDocument/2006/relationships/image" Target="../media/image630.png"/><Relationship Id="rId232" Type="http://schemas.openxmlformats.org/officeDocument/2006/relationships/customXml" Target="../ink/ink827.xml"/><Relationship Id="rId253" Type="http://schemas.openxmlformats.org/officeDocument/2006/relationships/image" Target="../media/image651.png"/><Relationship Id="rId274" Type="http://schemas.openxmlformats.org/officeDocument/2006/relationships/customXml" Target="../ink/ink848.xml"/><Relationship Id="rId295" Type="http://schemas.openxmlformats.org/officeDocument/2006/relationships/image" Target="../media/image672.png"/><Relationship Id="rId27" Type="http://schemas.openxmlformats.org/officeDocument/2006/relationships/image" Target="../media/image538.png"/><Relationship Id="rId48" Type="http://schemas.openxmlformats.org/officeDocument/2006/relationships/customXml" Target="../ink/ink735.xml"/><Relationship Id="rId69" Type="http://schemas.openxmlformats.org/officeDocument/2006/relationships/image" Target="../media/image559.png"/><Relationship Id="rId113" Type="http://schemas.openxmlformats.org/officeDocument/2006/relationships/image" Target="../media/image581.png"/><Relationship Id="rId134" Type="http://schemas.openxmlformats.org/officeDocument/2006/relationships/customXml" Target="../ink/ink778.xml"/><Relationship Id="rId80" Type="http://schemas.openxmlformats.org/officeDocument/2006/relationships/customXml" Target="../ink/ink751.xml"/><Relationship Id="rId155" Type="http://schemas.openxmlformats.org/officeDocument/2006/relationships/image" Target="../media/image602.png"/><Relationship Id="rId176" Type="http://schemas.openxmlformats.org/officeDocument/2006/relationships/customXml" Target="../ink/ink799.xml"/><Relationship Id="rId197" Type="http://schemas.openxmlformats.org/officeDocument/2006/relationships/image" Target="../media/image623.png"/><Relationship Id="rId201" Type="http://schemas.openxmlformats.org/officeDocument/2006/relationships/image" Target="../media/image625.png"/><Relationship Id="rId222" Type="http://schemas.openxmlformats.org/officeDocument/2006/relationships/customXml" Target="../ink/ink822.xml"/><Relationship Id="rId243" Type="http://schemas.openxmlformats.org/officeDocument/2006/relationships/image" Target="../media/image646.png"/><Relationship Id="rId264" Type="http://schemas.openxmlformats.org/officeDocument/2006/relationships/customXml" Target="../ink/ink843.xml"/><Relationship Id="rId285" Type="http://schemas.openxmlformats.org/officeDocument/2006/relationships/image" Target="../media/image667.png"/><Relationship Id="rId17" Type="http://schemas.openxmlformats.org/officeDocument/2006/relationships/image" Target="../media/image533.png"/><Relationship Id="rId38" Type="http://schemas.openxmlformats.org/officeDocument/2006/relationships/customXml" Target="../ink/ink730.xml"/><Relationship Id="rId59" Type="http://schemas.openxmlformats.org/officeDocument/2006/relationships/image" Target="../media/image554.png"/><Relationship Id="rId103" Type="http://schemas.openxmlformats.org/officeDocument/2006/relationships/image" Target="../media/image576.png"/><Relationship Id="rId124" Type="http://schemas.openxmlformats.org/officeDocument/2006/relationships/customXml" Target="../ink/ink773.xml"/><Relationship Id="rId70" Type="http://schemas.openxmlformats.org/officeDocument/2006/relationships/customXml" Target="../ink/ink746.xml"/><Relationship Id="rId91" Type="http://schemas.openxmlformats.org/officeDocument/2006/relationships/image" Target="../media/image570.png"/><Relationship Id="rId145" Type="http://schemas.openxmlformats.org/officeDocument/2006/relationships/image" Target="../media/image597.png"/><Relationship Id="rId166" Type="http://schemas.openxmlformats.org/officeDocument/2006/relationships/customXml" Target="../ink/ink794.xml"/><Relationship Id="rId187" Type="http://schemas.openxmlformats.org/officeDocument/2006/relationships/image" Target="../media/image618.png"/><Relationship Id="rId1" Type="http://schemas.openxmlformats.org/officeDocument/2006/relationships/slideLayout" Target="../slideLayouts/slideLayout2.xml"/><Relationship Id="rId212" Type="http://schemas.openxmlformats.org/officeDocument/2006/relationships/customXml" Target="../ink/ink817.xml"/><Relationship Id="rId233" Type="http://schemas.openxmlformats.org/officeDocument/2006/relationships/image" Target="../media/image641.png"/><Relationship Id="rId254" Type="http://schemas.openxmlformats.org/officeDocument/2006/relationships/customXml" Target="../ink/ink838.xml"/><Relationship Id="rId28" Type="http://schemas.openxmlformats.org/officeDocument/2006/relationships/customXml" Target="../ink/ink725.xml"/><Relationship Id="rId49" Type="http://schemas.openxmlformats.org/officeDocument/2006/relationships/image" Target="../media/image549.png"/><Relationship Id="rId114" Type="http://schemas.openxmlformats.org/officeDocument/2006/relationships/customXml" Target="../ink/ink768.xml"/><Relationship Id="rId275" Type="http://schemas.openxmlformats.org/officeDocument/2006/relationships/image" Target="../media/image662.png"/><Relationship Id="rId296" Type="http://schemas.openxmlformats.org/officeDocument/2006/relationships/customXml" Target="../ink/ink859.xml"/><Relationship Id="rId300" Type="http://schemas.openxmlformats.org/officeDocument/2006/relationships/customXml" Target="../ink/ink861.xml"/><Relationship Id="rId60" Type="http://schemas.openxmlformats.org/officeDocument/2006/relationships/customXml" Target="../ink/ink741.xml"/><Relationship Id="rId81" Type="http://schemas.openxmlformats.org/officeDocument/2006/relationships/image" Target="../media/image565.png"/><Relationship Id="rId135" Type="http://schemas.openxmlformats.org/officeDocument/2006/relationships/image" Target="../media/image592.png"/><Relationship Id="rId156" Type="http://schemas.openxmlformats.org/officeDocument/2006/relationships/customXml" Target="../ink/ink789.xml"/><Relationship Id="rId177" Type="http://schemas.openxmlformats.org/officeDocument/2006/relationships/image" Target="../media/image613.png"/><Relationship Id="rId198" Type="http://schemas.openxmlformats.org/officeDocument/2006/relationships/customXml" Target="../ink/ink810.xml"/><Relationship Id="rId202" Type="http://schemas.openxmlformats.org/officeDocument/2006/relationships/customXml" Target="../ink/ink812.xml"/><Relationship Id="rId223" Type="http://schemas.openxmlformats.org/officeDocument/2006/relationships/image" Target="../media/image636.png"/><Relationship Id="rId244" Type="http://schemas.openxmlformats.org/officeDocument/2006/relationships/customXml" Target="../ink/ink833.xml"/><Relationship Id="rId18" Type="http://schemas.openxmlformats.org/officeDocument/2006/relationships/customXml" Target="../ink/ink720.xml"/><Relationship Id="rId39" Type="http://schemas.openxmlformats.org/officeDocument/2006/relationships/image" Target="../media/image544.png"/><Relationship Id="rId265" Type="http://schemas.openxmlformats.org/officeDocument/2006/relationships/image" Target="../media/image657.png"/><Relationship Id="rId286" Type="http://schemas.openxmlformats.org/officeDocument/2006/relationships/customXml" Target="../ink/ink854.xml"/><Relationship Id="rId50" Type="http://schemas.openxmlformats.org/officeDocument/2006/relationships/customXml" Target="../ink/ink736.xml"/><Relationship Id="rId104" Type="http://schemas.openxmlformats.org/officeDocument/2006/relationships/customXml" Target="../ink/ink763.xml"/><Relationship Id="rId125" Type="http://schemas.openxmlformats.org/officeDocument/2006/relationships/image" Target="../media/image587.png"/><Relationship Id="rId146" Type="http://schemas.openxmlformats.org/officeDocument/2006/relationships/customXml" Target="../ink/ink784.xml"/><Relationship Id="rId167" Type="http://schemas.openxmlformats.org/officeDocument/2006/relationships/image" Target="../media/image608.png"/><Relationship Id="rId188" Type="http://schemas.openxmlformats.org/officeDocument/2006/relationships/customXml" Target="../ink/ink805.xml"/><Relationship Id="rId71" Type="http://schemas.openxmlformats.org/officeDocument/2006/relationships/image" Target="../media/image560.png"/><Relationship Id="rId92" Type="http://schemas.openxmlformats.org/officeDocument/2006/relationships/customXml" Target="../ink/ink757.xml"/><Relationship Id="rId213" Type="http://schemas.openxmlformats.org/officeDocument/2006/relationships/image" Target="../media/image631.png"/><Relationship Id="rId234" Type="http://schemas.openxmlformats.org/officeDocument/2006/relationships/customXml" Target="../ink/ink828.xml"/><Relationship Id="rId2" Type="http://schemas.openxmlformats.org/officeDocument/2006/relationships/customXml" Target="../ink/ink712.xml"/><Relationship Id="rId29" Type="http://schemas.openxmlformats.org/officeDocument/2006/relationships/image" Target="../media/image539.png"/><Relationship Id="rId255" Type="http://schemas.openxmlformats.org/officeDocument/2006/relationships/image" Target="../media/image652.png"/><Relationship Id="rId276" Type="http://schemas.openxmlformats.org/officeDocument/2006/relationships/customXml" Target="../ink/ink849.xml"/><Relationship Id="rId297" Type="http://schemas.openxmlformats.org/officeDocument/2006/relationships/image" Target="../media/image673.png"/><Relationship Id="rId40" Type="http://schemas.openxmlformats.org/officeDocument/2006/relationships/customXml" Target="../ink/ink731.xml"/><Relationship Id="rId115" Type="http://schemas.openxmlformats.org/officeDocument/2006/relationships/image" Target="../media/image582.png"/><Relationship Id="rId136" Type="http://schemas.openxmlformats.org/officeDocument/2006/relationships/customXml" Target="../ink/ink779.xml"/><Relationship Id="rId157" Type="http://schemas.openxmlformats.org/officeDocument/2006/relationships/image" Target="../media/image603.png"/><Relationship Id="rId178" Type="http://schemas.openxmlformats.org/officeDocument/2006/relationships/customXml" Target="../ink/ink800.xml"/><Relationship Id="rId301" Type="http://schemas.openxmlformats.org/officeDocument/2006/relationships/image" Target="../media/image675.png"/><Relationship Id="rId61" Type="http://schemas.openxmlformats.org/officeDocument/2006/relationships/image" Target="../media/image555.png"/><Relationship Id="rId82" Type="http://schemas.openxmlformats.org/officeDocument/2006/relationships/customXml" Target="../ink/ink752.xml"/><Relationship Id="rId199" Type="http://schemas.openxmlformats.org/officeDocument/2006/relationships/image" Target="../media/image624.png"/><Relationship Id="rId203" Type="http://schemas.openxmlformats.org/officeDocument/2006/relationships/image" Target="../media/image626.png"/><Relationship Id="rId19" Type="http://schemas.openxmlformats.org/officeDocument/2006/relationships/image" Target="../media/image534.png"/><Relationship Id="rId224" Type="http://schemas.openxmlformats.org/officeDocument/2006/relationships/customXml" Target="../ink/ink823.xml"/><Relationship Id="rId245" Type="http://schemas.openxmlformats.org/officeDocument/2006/relationships/image" Target="../media/image647.png"/><Relationship Id="rId266" Type="http://schemas.openxmlformats.org/officeDocument/2006/relationships/customXml" Target="../ink/ink844.xml"/><Relationship Id="rId287" Type="http://schemas.openxmlformats.org/officeDocument/2006/relationships/image" Target="../media/image668.png"/><Relationship Id="rId30" Type="http://schemas.openxmlformats.org/officeDocument/2006/relationships/customXml" Target="../ink/ink726.xml"/><Relationship Id="rId105" Type="http://schemas.openxmlformats.org/officeDocument/2006/relationships/image" Target="../media/image577.png"/><Relationship Id="rId126" Type="http://schemas.openxmlformats.org/officeDocument/2006/relationships/customXml" Target="../ink/ink774.xml"/><Relationship Id="rId147" Type="http://schemas.openxmlformats.org/officeDocument/2006/relationships/image" Target="../media/image598.png"/><Relationship Id="rId168" Type="http://schemas.openxmlformats.org/officeDocument/2006/relationships/customXml" Target="../ink/ink795.xml"/><Relationship Id="rId51" Type="http://schemas.openxmlformats.org/officeDocument/2006/relationships/image" Target="../media/image550.png"/><Relationship Id="rId72" Type="http://schemas.openxmlformats.org/officeDocument/2006/relationships/customXml" Target="../ink/ink747.xml"/><Relationship Id="rId93" Type="http://schemas.openxmlformats.org/officeDocument/2006/relationships/image" Target="../media/image571.png"/><Relationship Id="rId189" Type="http://schemas.openxmlformats.org/officeDocument/2006/relationships/image" Target="../media/image619.png"/><Relationship Id="rId3" Type="http://schemas.openxmlformats.org/officeDocument/2006/relationships/image" Target="../media/image526.png"/><Relationship Id="rId214" Type="http://schemas.openxmlformats.org/officeDocument/2006/relationships/customXml" Target="../ink/ink818.xml"/><Relationship Id="rId235" Type="http://schemas.openxmlformats.org/officeDocument/2006/relationships/image" Target="../media/image642.png"/><Relationship Id="rId256" Type="http://schemas.openxmlformats.org/officeDocument/2006/relationships/customXml" Target="../ink/ink839.xml"/><Relationship Id="rId277" Type="http://schemas.openxmlformats.org/officeDocument/2006/relationships/image" Target="../media/image663.png"/><Relationship Id="rId298" Type="http://schemas.openxmlformats.org/officeDocument/2006/relationships/customXml" Target="../ink/ink860.xml"/><Relationship Id="rId116" Type="http://schemas.openxmlformats.org/officeDocument/2006/relationships/customXml" Target="../ink/ink769.xml"/><Relationship Id="rId137" Type="http://schemas.openxmlformats.org/officeDocument/2006/relationships/image" Target="../media/image593.png"/><Relationship Id="rId158" Type="http://schemas.openxmlformats.org/officeDocument/2006/relationships/customXml" Target="../ink/ink790.xml"/><Relationship Id="rId302" Type="http://schemas.openxmlformats.org/officeDocument/2006/relationships/customXml" Target="../ink/ink862.xml"/><Relationship Id="rId20" Type="http://schemas.openxmlformats.org/officeDocument/2006/relationships/customXml" Target="../ink/ink721.xml"/><Relationship Id="rId41" Type="http://schemas.openxmlformats.org/officeDocument/2006/relationships/image" Target="../media/image545.png"/><Relationship Id="rId62" Type="http://schemas.openxmlformats.org/officeDocument/2006/relationships/customXml" Target="../ink/ink742.xml"/><Relationship Id="rId83" Type="http://schemas.openxmlformats.org/officeDocument/2006/relationships/image" Target="../media/image566.png"/><Relationship Id="rId179" Type="http://schemas.openxmlformats.org/officeDocument/2006/relationships/image" Target="../media/image614.png"/><Relationship Id="rId190" Type="http://schemas.openxmlformats.org/officeDocument/2006/relationships/customXml" Target="../ink/ink806.xml"/><Relationship Id="rId204" Type="http://schemas.openxmlformats.org/officeDocument/2006/relationships/customXml" Target="../ink/ink813.xml"/><Relationship Id="rId225" Type="http://schemas.openxmlformats.org/officeDocument/2006/relationships/image" Target="../media/image637.png"/><Relationship Id="rId246" Type="http://schemas.openxmlformats.org/officeDocument/2006/relationships/customXml" Target="../ink/ink834.xml"/><Relationship Id="rId267" Type="http://schemas.openxmlformats.org/officeDocument/2006/relationships/image" Target="../media/image658.png"/><Relationship Id="rId288" Type="http://schemas.openxmlformats.org/officeDocument/2006/relationships/customXml" Target="../ink/ink855.xml"/><Relationship Id="rId106" Type="http://schemas.openxmlformats.org/officeDocument/2006/relationships/customXml" Target="../ink/ink764.xml"/><Relationship Id="rId127" Type="http://schemas.openxmlformats.org/officeDocument/2006/relationships/image" Target="../media/image588.png"/><Relationship Id="rId10" Type="http://schemas.openxmlformats.org/officeDocument/2006/relationships/customXml" Target="../ink/ink716.xml"/><Relationship Id="rId31" Type="http://schemas.openxmlformats.org/officeDocument/2006/relationships/image" Target="../media/image540.png"/><Relationship Id="rId52" Type="http://schemas.openxmlformats.org/officeDocument/2006/relationships/customXml" Target="../ink/ink737.xml"/><Relationship Id="rId73" Type="http://schemas.openxmlformats.org/officeDocument/2006/relationships/image" Target="../media/image561.png"/><Relationship Id="rId94" Type="http://schemas.openxmlformats.org/officeDocument/2006/relationships/customXml" Target="../ink/ink758.xml"/><Relationship Id="rId148" Type="http://schemas.openxmlformats.org/officeDocument/2006/relationships/customXml" Target="../ink/ink785.xml"/><Relationship Id="rId169" Type="http://schemas.openxmlformats.org/officeDocument/2006/relationships/image" Target="../media/image609.png"/><Relationship Id="rId4" Type="http://schemas.openxmlformats.org/officeDocument/2006/relationships/customXml" Target="../ink/ink713.xml"/><Relationship Id="rId180" Type="http://schemas.openxmlformats.org/officeDocument/2006/relationships/customXml" Target="../ink/ink801.xml"/><Relationship Id="rId215" Type="http://schemas.openxmlformats.org/officeDocument/2006/relationships/image" Target="../media/image632.png"/><Relationship Id="rId236" Type="http://schemas.openxmlformats.org/officeDocument/2006/relationships/customXml" Target="../ink/ink829.xml"/><Relationship Id="rId257" Type="http://schemas.openxmlformats.org/officeDocument/2006/relationships/image" Target="../media/image653.png"/><Relationship Id="rId278" Type="http://schemas.openxmlformats.org/officeDocument/2006/relationships/customXml" Target="../ink/ink850.xml"/><Relationship Id="rId303" Type="http://schemas.openxmlformats.org/officeDocument/2006/relationships/image" Target="../media/image676.png"/><Relationship Id="rId42" Type="http://schemas.openxmlformats.org/officeDocument/2006/relationships/customXml" Target="../ink/ink732.xml"/><Relationship Id="rId84" Type="http://schemas.openxmlformats.org/officeDocument/2006/relationships/customXml" Target="../ink/ink753.xml"/><Relationship Id="rId138" Type="http://schemas.openxmlformats.org/officeDocument/2006/relationships/customXml" Target="../ink/ink780.xml"/><Relationship Id="rId191" Type="http://schemas.openxmlformats.org/officeDocument/2006/relationships/image" Target="../media/image620.png"/><Relationship Id="rId205" Type="http://schemas.openxmlformats.org/officeDocument/2006/relationships/image" Target="../media/image627.png"/><Relationship Id="rId247" Type="http://schemas.openxmlformats.org/officeDocument/2006/relationships/image" Target="../media/image648.png"/><Relationship Id="rId107" Type="http://schemas.openxmlformats.org/officeDocument/2006/relationships/image" Target="../media/image578.png"/><Relationship Id="rId289" Type="http://schemas.openxmlformats.org/officeDocument/2006/relationships/image" Target="../media/image669.png"/><Relationship Id="rId11" Type="http://schemas.openxmlformats.org/officeDocument/2006/relationships/image" Target="../media/image530.png"/><Relationship Id="rId53" Type="http://schemas.openxmlformats.org/officeDocument/2006/relationships/image" Target="../media/image551.png"/><Relationship Id="rId149" Type="http://schemas.openxmlformats.org/officeDocument/2006/relationships/image" Target="../media/image599.png"/><Relationship Id="rId95" Type="http://schemas.openxmlformats.org/officeDocument/2006/relationships/image" Target="../media/image572.png"/><Relationship Id="rId160" Type="http://schemas.openxmlformats.org/officeDocument/2006/relationships/customXml" Target="../ink/ink791.xml"/><Relationship Id="rId216" Type="http://schemas.openxmlformats.org/officeDocument/2006/relationships/customXml" Target="../ink/ink819.xml"/><Relationship Id="rId258" Type="http://schemas.openxmlformats.org/officeDocument/2006/relationships/customXml" Target="../ink/ink840.xml"/><Relationship Id="rId22" Type="http://schemas.openxmlformats.org/officeDocument/2006/relationships/customXml" Target="../ink/ink722.xml"/><Relationship Id="rId64" Type="http://schemas.openxmlformats.org/officeDocument/2006/relationships/customXml" Target="../ink/ink743.xml"/><Relationship Id="rId118" Type="http://schemas.openxmlformats.org/officeDocument/2006/relationships/customXml" Target="../ink/ink770.xml"/><Relationship Id="rId171" Type="http://schemas.openxmlformats.org/officeDocument/2006/relationships/image" Target="../media/image610.png"/><Relationship Id="rId227" Type="http://schemas.openxmlformats.org/officeDocument/2006/relationships/image" Target="../media/image638.png"/><Relationship Id="rId269" Type="http://schemas.openxmlformats.org/officeDocument/2006/relationships/image" Target="../media/image659.png"/><Relationship Id="rId33" Type="http://schemas.openxmlformats.org/officeDocument/2006/relationships/image" Target="../media/image541.png"/><Relationship Id="rId129" Type="http://schemas.openxmlformats.org/officeDocument/2006/relationships/image" Target="../media/image589.png"/><Relationship Id="rId280" Type="http://schemas.openxmlformats.org/officeDocument/2006/relationships/customXml" Target="../ink/ink851.xml"/><Relationship Id="rId75" Type="http://schemas.openxmlformats.org/officeDocument/2006/relationships/image" Target="../media/image562.png"/><Relationship Id="rId140" Type="http://schemas.openxmlformats.org/officeDocument/2006/relationships/customXml" Target="../ink/ink781.xml"/><Relationship Id="rId182" Type="http://schemas.openxmlformats.org/officeDocument/2006/relationships/customXml" Target="../ink/ink802.xml"/></Relationships>
</file>

<file path=ppt/slides/_rels/slide14.xml.rels><?xml version="1.0" encoding="UTF-8" standalone="yes"?>
<Relationships xmlns="http://schemas.openxmlformats.org/package/2006/relationships"><Relationship Id="rId117" Type="http://schemas.openxmlformats.org/officeDocument/2006/relationships/customXml" Target="../ink/ink915.xml"/><Relationship Id="rId21" Type="http://schemas.openxmlformats.org/officeDocument/2006/relationships/customXml" Target="../ink/ink867.xml"/><Relationship Id="rId42" Type="http://schemas.openxmlformats.org/officeDocument/2006/relationships/image" Target="../media/image4030.png"/><Relationship Id="rId47" Type="http://schemas.openxmlformats.org/officeDocument/2006/relationships/customXml" Target="../ink/ink880.xml"/><Relationship Id="rId63" Type="http://schemas.openxmlformats.org/officeDocument/2006/relationships/customXml" Target="../ink/ink888.xml"/><Relationship Id="rId68" Type="http://schemas.openxmlformats.org/officeDocument/2006/relationships/image" Target="../media/image4160.png"/><Relationship Id="rId84" Type="http://schemas.openxmlformats.org/officeDocument/2006/relationships/image" Target="../media/image4240.png"/><Relationship Id="rId89" Type="http://schemas.openxmlformats.org/officeDocument/2006/relationships/customXml" Target="../ink/ink901.xml"/><Relationship Id="rId112" Type="http://schemas.openxmlformats.org/officeDocument/2006/relationships/image" Target="../media/image4380.png"/><Relationship Id="rId133" Type="http://schemas.openxmlformats.org/officeDocument/2006/relationships/customXml" Target="../ink/ink923.xml"/><Relationship Id="rId138" Type="http://schemas.openxmlformats.org/officeDocument/2006/relationships/image" Target="../media/image4511.png"/><Relationship Id="rId16" Type="http://schemas.openxmlformats.org/officeDocument/2006/relationships/image" Target="../media/image3900.png"/><Relationship Id="rId107" Type="http://schemas.openxmlformats.org/officeDocument/2006/relationships/customXml" Target="../ink/ink910.xml"/><Relationship Id="rId32" Type="http://schemas.openxmlformats.org/officeDocument/2006/relationships/image" Target="../media/image3980.png"/><Relationship Id="rId37" Type="http://schemas.openxmlformats.org/officeDocument/2006/relationships/customXml" Target="../ink/ink875.xml"/><Relationship Id="rId53" Type="http://schemas.openxmlformats.org/officeDocument/2006/relationships/customXml" Target="../ink/ink883.xml"/><Relationship Id="rId58" Type="http://schemas.openxmlformats.org/officeDocument/2006/relationships/image" Target="../media/image4111.png"/><Relationship Id="rId74" Type="http://schemas.openxmlformats.org/officeDocument/2006/relationships/image" Target="../media/image4190.png"/><Relationship Id="rId79" Type="http://schemas.openxmlformats.org/officeDocument/2006/relationships/customXml" Target="../ink/ink896.xml"/><Relationship Id="rId102" Type="http://schemas.openxmlformats.org/officeDocument/2006/relationships/image" Target="../media/image4330.png"/><Relationship Id="rId123" Type="http://schemas.openxmlformats.org/officeDocument/2006/relationships/customXml" Target="../ink/ink918.xml"/><Relationship Id="rId128" Type="http://schemas.openxmlformats.org/officeDocument/2006/relationships/image" Target="../media/image4460.png"/><Relationship Id="rId90" Type="http://schemas.openxmlformats.org/officeDocument/2006/relationships/image" Target="../media/image4270.png"/><Relationship Id="rId95" Type="http://schemas.openxmlformats.org/officeDocument/2006/relationships/customXml" Target="../ink/ink904.xml"/><Relationship Id="rId22" Type="http://schemas.openxmlformats.org/officeDocument/2006/relationships/image" Target="../media/image3930.png"/><Relationship Id="rId27" Type="http://schemas.openxmlformats.org/officeDocument/2006/relationships/customXml" Target="../ink/ink870.xml"/><Relationship Id="rId43" Type="http://schemas.openxmlformats.org/officeDocument/2006/relationships/customXml" Target="../ink/ink878.xml"/><Relationship Id="rId48" Type="http://schemas.openxmlformats.org/officeDocument/2006/relationships/image" Target="../media/image4060.png"/><Relationship Id="rId64" Type="http://schemas.openxmlformats.org/officeDocument/2006/relationships/image" Target="../media/image4140.png"/><Relationship Id="rId69" Type="http://schemas.openxmlformats.org/officeDocument/2006/relationships/customXml" Target="../ink/ink891.xml"/><Relationship Id="rId113" Type="http://schemas.openxmlformats.org/officeDocument/2006/relationships/customXml" Target="../ink/ink913.xml"/><Relationship Id="rId118" Type="http://schemas.openxmlformats.org/officeDocument/2006/relationships/image" Target="../media/image4411.png"/><Relationship Id="rId134" Type="http://schemas.openxmlformats.org/officeDocument/2006/relationships/image" Target="../media/image4490.png"/><Relationship Id="rId139" Type="http://schemas.openxmlformats.org/officeDocument/2006/relationships/customXml" Target="../ink/ink926.xml"/><Relationship Id="rId80" Type="http://schemas.openxmlformats.org/officeDocument/2006/relationships/image" Target="../media/image4220.png"/><Relationship Id="rId85" Type="http://schemas.openxmlformats.org/officeDocument/2006/relationships/customXml" Target="../ink/ink899.xml"/><Relationship Id="rId17" Type="http://schemas.openxmlformats.org/officeDocument/2006/relationships/customXml" Target="../ink/ink865.xml"/><Relationship Id="rId33" Type="http://schemas.openxmlformats.org/officeDocument/2006/relationships/customXml" Target="../ink/ink873.xml"/><Relationship Id="rId38" Type="http://schemas.openxmlformats.org/officeDocument/2006/relationships/image" Target="../media/image4011.png"/><Relationship Id="rId59" Type="http://schemas.openxmlformats.org/officeDocument/2006/relationships/customXml" Target="../ink/ink886.xml"/><Relationship Id="rId103" Type="http://schemas.openxmlformats.org/officeDocument/2006/relationships/customXml" Target="../ink/ink908.xml"/><Relationship Id="rId108" Type="http://schemas.openxmlformats.org/officeDocument/2006/relationships/image" Target="../media/image4360.png"/><Relationship Id="rId124" Type="http://schemas.openxmlformats.org/officeDocument/2006/relationships/image" Target="../media/image4440.png"/><Relationship Id="rId129" Type="http://schemas.openxmlformats.org/officeDocument/2006/relationships/customXml" Target="../ink/ink921.xml"/><Relationship Id="rId54" Type="http://schemas.openxmlformats.org/officeDocument/2006/relationships/image" Target="../media/image4090.png"/><Relationship Id="rId70" Type="http://schemas.openxmlformats.org/officeDocument/2006/relationships/image" Target="../media/image4170.png"/><Relationship Id="rId75" Type="http://schemas.openxmlformats.org/officeDocument/2006/relationships/customXml" Target="../ink/ink894.xml"/><Relationship Id="rId91" Type="http://schemas.openxmlformats.org/officeDocument/2006/relationships/customXml" Target="../ink/ink902.xml"/><Relationship Id="rId96" Type="http://schemas.openxmlformats.org/officeDocument/2006/relationships/image" Target="../media/image4300.png"/><Relationship Id="rId140" Type="http://schemas.openxmlformats.org/officeDocument/2006/relationships/image" Target="../media/image4520.png"/><Relationship Id="rId1" Type="http://schemas.openxmlformats.org/officeDocument/2006/relationships/slideLayout" Target="../slideLayouts/slideLayout2.xml"/><Relationship Id="rId6" Type="http://schemas.openxmlformats.org/officeDocument/2006/relationships/image" Target="../media/image3850.png"/><Relationship Id="rId23" Type="http://schemas.openxmlformats.org/officeDocument/2006/relationships/customXml" Target="../ink/ink868.xml"/><Relationship Id="rId28" Type="http://schemas.openxmlformats.org/officeDocument/2006/relationships/image" Target="../media/image3960.png"/><Relationship Id="rId49" Type="http://schemas.openxmlformats.org/officeDocument/2006/relationships/customXml" Target="../ink/ink881.xml"/><Relationship Id="rId114" Type="http://schemas.openxmlformats.org/officeDocument/2006/relationships/image" Target="../media/image4390.png"/><Relationship Id="rId119" Type="http://schemas.openxmlformats.org/officeDocument/2006/relationships/customXml" Target="../ink/ink916.xml"/><Relationship Id="rId44" Type="http://schemas.openxmlformats.org/officeDocument/2006/relationships/image" Target="../media/image4040.png"/><Relationship Id="rId60" Type="http://schemas.openxmlformats.org/officeDocument/2006/relationships/image" Target="../media/image4120.png"/><Relationship Id="rId65" Type="http://schemas.openxmlformats.org/officeDocument/2006/relationships/customXml" Target="../ink/ink889.xml"/><Relationship Id="rId81" Type="http://schemas.openxmlformats.org/officeDocument/2006/relationships/customXml" Target="../ink/ink897.xml"/><Relationship Id="rId86" Type="http://schemas.openxmlformats.org/officeDocument/2006/relationships/image" Target="../media/image4250.png"/><Relationship Id="rId130" Type="http://schemas.openxmlformats.org/officeDocument/2006/relationships/image" Target="../media/image4470.png"/><Relationship Id="rId135" Type="http://schemas.openxmlformats.org/officeDocument/2006/relationships/customXml" Target="../ink/ink924.xml"/><Relationship Id="rId18" Type="http://schemas.openxmlformats.org/officeDocument/2006/relationships/image" Target="../media/image3911.png"/><Relationship Id="rId39" Type="http://schemas.openxmlformats.org/officeDocument/2006/relationships/customXml" Target="../ink/ink876.xml"/><Relationship Id="rId109" Type="http://schemas.openxmlformats.org/officeDocument/2006/relationships/customXml" Target="../ink/ink911.xml"/><Relationship Id="rId34" Type="http://schemas.openxmlformats.org/officeDocument/2006/relationships/image" Target="../media/image3990.png"/><Relationship Id="rId50" Type="http://schemas.openxmlformats.org/officeDocument/2006/relationships/image" Target="../media/image4070.png"/><Relationship Id="rId55" Type="http://schemas.openxmlformats.org/officeDocument/2006/relationships/customXml" Target="../ink/ink884.xml"/><Relationship Id="rId76" Type="http://schemas.openxmlformats.org/officeDocument/2006/relationships/image" Target="../media/image4200.png"/><Relationship Id="rId97" Type="http://schemas.openxmlformats.org/officeDocument/2006/relationships/customXml" Target="../ink/ink905.xml"/><Relationship Id="rId104" Type="http://schemas.openxmlformats.org/officeDocument/2006/relationships/image" Target="../media/image4340.png"/><Relationship Id="rId120" Type="http://schemas.openxmlformats.org/officeDocument/2006/relationships/image" Target="../media/image4420.png"/><Relationship Id="rId125" Type="http://schemas.openxmlformats.org/officeDocument/2006/relationships/customXml" Target="../ink/ink919.xml"/><Relationship Id="rId141" Type="http://schemas.openxmlformats.org/officeDocument/2006/relationships/customXml" Target="../ink/ink927.xml"/><Relationship Id="rId7" Type="http://schemas.openxmlformats.org/officeDocument/2006/relationships/customXml" Target="../ink/ink864.xml"/><Relationship Id="rId71" Type="http://schemas.openxmlformats.org/officeDocument/2006/relationships/customXml" Target="../ink/ink892.xml"/><Relationship Id="rId92" Type="http://schemas.openxmlformats.org/officeDocument/2006/relationships/image" Target="../media/image4280.png"/><Relationship Id="rId2" Type="http://schemas.openxmlformats.org/officeDocument/2006/relationships/image" Target="../media/image399.png"/><Relationship Id="rId29" Type="http://schemas.openxmlformats.org/officeDocument/2006/relationships/customXml" Target="../ink/ink871.xml"/><Relationship Id="rId24" Type="http://schemas.openxmlformats.org/officeDocument/2006/relationships/image" Target="../media/image3940.png"/><Relationship Id="rId40" Type="http://schemas.openxmlformats.org/officeDocument/2006/relationships/image" Target="../media/image4020.png"/><Relationship Id="rId45" Type="http://schemas.openxmlformats.org/officeDocument/2006/relationships/customXml" Target="../ink/ink879.xml"/><Relationship Id="rId66" Type="http://schemas.openxmlformats.org/officeDocument/2006/relationships/image" Target="../media/image4150.png"/><Relationship Id="rId87" Type="http://schemas.openxmlformats.org/officeDocument/2006/relationships/customXml" Target="../ink/ink900.xml"/><Relationship Id="rId110" Type="http://schemas.openxmlformats.org/officeDocument/2006/relationships/image" Target="../media/image4370.png"/><Relationship Id="rId115" Type="http://schemas.openxmlformats.org/officeDocument/2006/relationships/customXml" Target="../ink/ink914.xml"/><Relationship Id="rId131" Type="http://schemas.openxmlformats.org/officeDocument/2006/relationships/customXml" Target="../ink/ink922.xml"/><Relationship Id="rId136" Type="http://schemas.openxmlformats.org/officeDocument/2006/relationships/image" Target="../media/image4500.png"/><Relationship Id="rId61" Type="http://schemas.openxmlformats.org/officeDocument/2006/relationships/customXml" Target="../ink/ink887.xml"/><Relationship Id="rId82" Type="http://schemas.openxmlformats.org/officeDocument/2006/relationships/image" Target="../media/image4230.png"/><Relationship Id="rId19" Type="http://schemas.openxmlformats.org/officeDocument/2006/relationships/customXml" Target="../ink/ink866.xml"/><Relationship Id="rId30" Type="http://schemas.openxmlformats.org/officeDocument/2006/relationships/image" Target="../media/image3970.png"/><Relationship Id="rId35" Type="http://schemas.openxmlformats.org/officeDocument/2006/relationships/customXml" Target="../ink/ink874.xml"/><Relationship Id="rId56" Type="http://schemas.openxmlformats.org/officeDocument/2006/relationships/image" Target="../media/image4100.png"/><Relationship Id="rId77" Type="http://schemas.openxmlformats.org/officeDocument/2006/relationships/customXml" Target="../ink/ink895.xml"/><Relationship Id="rId100" Type="http://schemas.openxmlformats.org/officeDocument/2006/relationships/image" Target="../media/image4320.png"/><Relationship Id="rId105" Type="http://schemas.openxmlformats.org/officeDocument/2006/relationships/customXml" Target="../ink/ink909.xml"/><Relationship Id="rId126" Type="http://schemas.openxmlformats.org/officeDocument/2006/relationships/image" Target="../media/image4450.png"/><Relationship Id="rId51" Type="http://schemas.openxmlformats.org/officeDocument/2006/relationships/customXml" Target="../ink/ink882.xml"/><Relationship Id="rId72" Type="http://schemas.openxmlformats.org/officeDocument/2006/relationships/image" Target="../media/image4180.png"/><Relationship Id="rId93" Type="http://schemas.openxmlformats.org/officeDocument/2006/relationships/customXml" Target="../ink/ink903.xml"/><Relationship Id="rId98" Type="http://schemas.openxmlformats.org/officeDocument/2006/relationships/image" Target="../media/image4311.png"/><Relationship Id="rId121" Type="http://schemas.openxmlformats.org/officeDocument/2006/relationships/customXml" Target="../ink/ink917.xml"/><Relationship Id="rId142" Type="http://schemas.openxmlformats.org/officeDocument/2006/relationships/image" Target="../media/image4530.png"/><Relationship Id="rId3" Type="http://schemas.openxmlformats.org/officeDocument/2006/relationships/customXml" Target="../ink/ink863.xml"/><Relationship Id="rId25" Type="http://schemas.openxmlformats.org/officeDocument/2006/relationships/customXml" Target="../ink/ink869.xml"/><Relationship Id="rId46" Type="http://schemas.openxmlformats.org/officeDocument/2006/relationships/image" Target="../media/image4050.png"/><Relationship Id="rId67" Type="http://schemas.openxmlformats.org/officeDocument/2006/relationships/customXml" Target="../ink/ink890.xml"/><Relationship Id="rId116" Type="http://schemas.openxmlformats.org/officeDocument/2006/relationships/image" Target="../media/image4400.png"/><Relationship Id="rId137" Type="http://schemas.openxmlformats.org/officeDocument/2006/relationships/customXml" Target="../ink/ink925.xml"/><Relationship Id="rId20" Type="http://schemas.openxmlformats.org/officeDocument/2006/relationships/image" Target="../media/image3920.png"/><Relationship Id="rId41" Type="http://schemas.openxmlformats.org/officeDocument/2006/relationships/customXml" Target="../ink/ink877.xml"/><Relationship Id="rId62" Type="http://schemas.openxmlformats.org/officeDocument/2006/relationships/image" Target="../media/image4130.png"/><Relationship Id="rId83" Type="http://schemas.openxmlformats.org/officeDocument/2006/relationships/customXml" Target="../ink/ink898.xml"/><Relationship Id="rId88" Type="http://schemas.openxmlformats.org/officeDocument/2006/relationships/image" Target="../media/image4260.png"/><Relationship Id="rId111" Type="http://schemas.openxmlformats.org/officeDocument/2006/relationships/customXml" Target="../ink/ink912.xml"/><Relationship Id="rId132" Type="http://schemas.openxmlformats.org/officeDocument/2006/relationships/image" Target="../media/image4480.png"/><Relationship Id="rId36" Type="http://schemas.openxmlformats.org/officeDocument/2006/relationships/image" Target="../media/image4000.png"/><Relationship Id="rId57" Type="http://schemas.openxmlformats.org/officeDocument/2006/relationships/customXml" Target="../ink/ink885.xml"/><Relationship Id="rId106" Type="http://schemas.openxmlformats.org/officeDocument/2006/relationships/image" Target="../media/image4350.png"/><Relationship Id="rId127" Type="http://schemas.openxmlformats.org/officeDocument/2006/relationships/customXml" Target="../ink/ink920.xml"/><Relationship Id="rId31" Type="http://schemas.openxmlformats.org/officeDocument/2006/relationships/customXml" Target="../ink/ink872.xml"/><Relationship Id="rId52" Type="http://schemas.openxmlformats.org/officeDocument/2006/relationships/image" Target="../media/image4080.png"/><Relationship Id="rId73" Type="http://schemas.openxmlformats.org/officeDocument/2006/relationships/customXml" Target="../ink/ink893.xml"/><Relationship Id="rId78" Type="http://schemas.openxmlformats.org/officeDocument/2006/relationships/image" Target="../media/image4211.png"/><Relationship Id="rId94" Type="http://schemas.openxmlformats.org/officeDocument/2006/relationships/image" Target="../media/image4290.png"/><Relationship Id="rId99" Type="http://schemas.openxmlformats.org/officeDocument/2006/relationships/customXml" Target="../ink/ink906.xml"/><Relationship Id="rId101" Type="http://schemas.openxmlformats.org/officeDocument/2006/relationships/customXml" Target="../ink/ink907.xml"/><Relationship Id="rId122" Type="http://schemas.openxmlformats.org/officeDocument/2006/relationships/image" Target="../media/image4430.png"/><Relationship Id="rId26" Type="http://schemas.openxmlformats.org/officeDocument/2006/relationships/image" Target="../media/image3950.png"/></Relationships>
</file>

<file path=ppt/slides/_rels/slide15.xml.rels><?xml version="1.0" encoding="UTF-8" standalone="yes"?>
<Relationships xmlns="http://schemas.openxmlformats.org/package/2006/relationships"><Relationship Id="rId2" Type="http://schemas.openxmlformats.org/officeDocument/2006/relationships/image" Target="../media/image67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17" Type="http://schemas.openxmlformats.org/officeDocument/2006/relationships/image" Target="../media/image736.png"/><Relationship Id="rId671" Type="http://schemas.openxmlformats.org/officeDocument/2006/relationships/image" Target="../media/image1013.png"/><Relationship Id="rId21" Type="http://schemas.openxmlformats.org/officeDocument/2006/relationships/image" Target="../media/image688.png"/><Relationship Id="rId324" Type="http://schemas.openxmlformats.org/officeDocument/2006/relationships/customXml" Target="../ink/ink1089.xml"/><Relationship Id="rId531" Type="http://schemas.openxmlformats.org/officeDocument/2006/relationships/image" Target="../media/image943.png"/><Relationship Id="rId629" Type="http://schemas.openxmlformats.org/officeDocument/2006/relationships/image" Target="../media/image992.png"/><Relationship Id="rId170" Type="http://schemas.openxmlformats.org/officeDocument/2006/relationships/customXml" Target="../ink/ink1012.xml"/><Relationship Id="rId268" Type="http://schemas.openxmlformats.org/officeDocument/2006/relationships/customXml" Target="../ink/ink1061.xml"/><Relationship Id="rId475" Type="http://schemas.openxmlformats.org/officeDocument/2006/relationships/image" Target="../media/image915.png"/><Relationship Id="rId682" Type="http://schemas.openxmlformats.org/officeDocument/2006/relationships/customXml" Target="../ink/ink1268.xml"/><Relationship Id="rId32" Type="http://schemas.openxmlformats.org/officeDocument/2006/relationships/customXml" Target="../ink/ink943.xml"/><Relationship Id="rId128" Type="http://schemas.openxmlformats.org/officeDocument/2006/relationships/customXml" Target="../ink/ink991.xml"/><Relationship Id="rId335" Type="http://schemas.openxmlformats.org/officeDocument/2006/relationships/image" Target="../media/image845.png"/><Relationship Id="rId542" Type="http://schemas.openxmlformats.org/officeDocument/2006/relationships/customXml" Target="../ink/ink1198.xml"/><Relationship Id="rId181" Type="http://schemas.openxmlformats.org/officeDocument/2006/relationships/image" Target="../media/image768.png"/><Relationship Id="rId402" Type="http://schemas.openxmlformats.org/officeDocument/2006/relationships/customXml" Target="../ink/ink1128.xml"/><Relationship Id="rId279" Type="http://schemas.openxmlformats.org/officeDocument/2006/relationships/image" Target="../media/image817.png"/><Relationship Id="rId486" Type="http://schemas.openxmlformats.org/officeDocument/2006/relationships/customXml" Target="../ink/ink1170.xml"/><Relationship Id="rId693" Type="http://schemas.openxmlformats.org/officeDocument/2006/relationships/image" Target="../media/image1024.png"/><Relationship Id="rId43" Type="http://schemas.openxmlformats.org/officeDocument/2006/relationships/image" Target="../media/image699.png"/><Relationship Id="rId139" Type="http://schemas.openxmlformats.org/officeDocument/2006/relationships/image" Target="../media/image747.png"/><Relationship Id="rId346" Type="http://schemas.openxmlformats.org/officeDocument/2006/relationships/customXml" Target="../ink/ink1100.xml"/><Relationship Id="rId553" Type="http://schemas.openxmlformats.org/officeDocument/2006/relationships/image" Target="../media/image954.png"/><Relationship Id="rId192" Type="http://schemas.openxmlformats.org/officeDocument/2006/relationships/customXml" Target="../ink/ink1023.xml"/><Relationship Id="rId206" Type="http://schemas.openxmlformats.org/officeDocument/2006/relationships/customXml" Target="../ink/ink1030.xml"/><Relationship Id="rId413" Type="http://schemas.openxmlformats.org/officeDocument/2006/relationships/image" Target="../media/image884.png"/><Relationship Id="rId497" Type="http://schemas.openxmlformats.org/officeDocument/2006/relationships/image" Target="../media/image926.png"/><Relationship Id="rId620" Type="http://schemas.openxmlformats.org/officeDocument/2006/relationships/customXml" Target="../ink/ink1237.xml"/><Relationship Id="rId357" Type="http://schemas.openxmlformats.org/officeDocument/2006/relationships/image" Target="../media/image856.png"/><Relationship Id="rId54" Type="http://schemas.openxmlformats.org/officeDocument/2006/relationships/customXml" Target="../ink/ink954.xml"/><Relationship Id="rId217" Type="http://schemas.openxmlformats.org/officeDocument/2006/relationships/image" Target="../media/image786.png"/><Relationship Id="rId564" Type="http://schemas.openxmlformats.org/officeDocument/2006/relationships/customXml" Target="../ink/ink1209.xml"/><Relationship Id="rId424" Type="http://schemas.openxmlformats.org/officeDocument/2006/relationships/customXml" Target="../ink/ink1139.xml"/><Relationship Id="rId631" Type="http://schemas.openxmlformats.org/officeDocument/2006/relationships/image" Target="../media/image993.png"/><Relationship Id="rId270" Type="http://schemas.openxmlformats.org/officeDocument/2006/relationships/customXml" Target="../ink/ink1062.xml"/><Relationship Id="rId65" Type="http://schemas.openxmlformats.org/officeDocument/2006/relationships/image" Target="../media/image710.png"/><Relationship Id="rId130" Type="http://schemas.openxmlformats.org/officeDocument/2006/relationships/customXml" Target="../ink/ink992.xml"/><Relationship Id="rId368" Type="http://schemas.openxmlformats.org/officeDocument/2006/relationships/customXml" Target="../ink/ink1111.xml"/><Relationship Id="rId575" Type="http://schemas.openxmlformats.org/officeDocument/2006/relationships/image" Target="../media/image965.png"/><Relationship Id="rId228" Type="http://schemas.openxmlformats.org/officeDocument/2006/relationships/customXml" Target="../ink/ink1041.xml"/><Relationship Id="rId435" Type="http://schemas.openxmlformats.org/officeDocument/2006/relationships/image" Target="../media/image895.png"/><Relationship Id="rId642" Type="http://schemas.openxmlformats.org/officeDocument/2006/relationships/customXml" Target="../ink/ink1248.xml"/><Relationship Id="rId281" Type="http://schemas.openxmlformats.org/officeDocument/2006/relationships/image" Target="../media/image818.png"/><Relationship Id="rId502" Type="http://schemas.openxmlformats.org/officeDocument/2006/relationships/customXml" Target="../ink/ink1178.xml"/><Relationship Id="rId76" Type="http://schemas.openxmlformats.org/officeDocument/2006/relationships/customXml" Target="../ink/ink965.xml"/><Relationship Id="rId141" Type="http://schemas.openxmlformats.org/officeDocument/2006/relationships/image" Target="../media/image748.png"/><Relationship Id="rId379" Type="http://schemas.openxmlformats.org/officeDocument/2006/relationships/image" Target="../media/image867.png"/><Relationship Id="rId586" Type="http://schemas.openxmlformats.org/officeDocument/2006/relationships/customXml" Target="../ink/ink1220.xml"/><Relationship Id="rId7" Type="http://schemas.openxmlformats.org/officeDocument/2006/relationships/image" Target="../media/image681.png"/><Relationship Id="rId239" Type="http://schemas.openxmlformats.org/officeDocument/2006/relationships/image" Target="../media/image797.png"/><Relationship Id="rId446" Type="http://schemas.openxmlformats.org/officeDocument/2006/relationships/customXml" Target="../ink/ink1150.xml"/><Relationship Id="rId653" Type="http://schemas.openxmlformats.org/officeDocument/2006/relationships/image" Target="../media/image1004.png"/><Relationship Id="rId292" Type="http://schemas.openxmlformats.org/officeDocument/2006/relationships/customXml" Target="../ink/ink1073.xml"/><Relationship Id="rId306" Type="http://schemas.openxmlformats.org/officeDocument/2006/relationships/customXml" Target="../ink/ink1080.xml"/><Relationship Id="rId87" Type="http://schemas.openxmlformats.org/officeDocument/2006/relationships/image" Target="../media/image721.png"/><Relationship Id="rId513" Type="http://schemas.openxmlformats.org/officeDocument/2006/relationships/image" Target="../media/image934.png"/><Relationship Id="rId597" Type="http://schemas.openxmlformats.org/officeDocument/2006/relationships/image" Target="../media/image976.png"/><Relationship Id="rId152" Type="http://schemas.openxmlformats.org/officeDocument/2006/relationships/customXml" Target="../ink/ink1003.xml"/><Relationship Id="rId457" Type="http://schemas.openxmlformats.org/officeDocument/2006/relationships/image" Target="../media/image906.png"/><Relationship Id="rId664" Type="http://schemas.openxmlformats.org/officeDocument/2006/relationships/customXml" Target="../ink/ink1259.xml"/><Relationship Id="rId14" Type="http://schemas.openxmlformats.org/officeDocument/2006/relationships/customXml" Target="../ink/ink934.xml"/><Relationship Id="rId317" Type="http://schemas.openxmlformats.org/officeDocument/2006/relationships/image" Target="../media/image836.png"/><Relationship Id="rId524" Type="http://schemas.openxmlformats.org/officeDocument/2006/relationships/customXml" Target="../ink/ink1189.xml"/><Relationship Id="rId98" Type="http://schemas.openxmlformats.org/officeDocument/2006/relationships/customXml" Target="../ink/ink976.xml"/><Relationship Id="rId163" Type="http://schemas.openxmlformats.org/officeDocument/2006/relationships/image" Target="../media/image759.png"/><Relationship Id="rId370" Type="http://schemas.openxmlformats.org/officeDocument/2006/relationships/customXml" Target="../ink/ink1112.xml"/><Relationship Id="rId230" Type="http://schemas.openxmlformats.org/officeDocument/2006/relationships/customXml" Target="../ink/ink1042.xml"/><Relationship Id="rId468" Type="http://schemas.openxmlformats.org/officeDocument/2006/relationships/customXml" Target="../ink/ink1161.xml"/><Relationship Id="rId675" Type="http://schemas.openxmlformats.org/officeDocument/2006/relationships/image" Target="../media/image1015.png"/><Relationship Id="rId25" Type="http://schemas.openxmlformats.org/officeDocument/2006/relationships/image" Target="../media/image690.png"/><Relationship Id="rId328" Type="http://schemas.openxmlformats.org/officeDocument/2006/relationships/customXml" Target="../ink/ink1091.xml"/><Relationship Id="rId535" Type="http://schemas.openxmlformats.org/officeDocument/2006/relationships/image" Target="../media/image945.png"/><Relationship Id="rId174" Type="http://schemas.openxmlformats.org/officeDocument/2006/relationships/customXml" Target="../ink/ink1014.xml"/><Relationship Id="rId381" Type="http://schemas.openxmlformats.org/officeDocument/2006/relationships/image" Target="../media/image868.png"/><Relationship Id="rId602" Type="http://schemas.openxmlformats.org/officeDocument/2006/relationships/customXml" Target="../ink/ink1228.xml"/><Relationship Id="rId241" Type="http://schemas.openxmlformats.org/officeDocument/2006/relationships/image" Target="../media/image798.png"/><Relationship Id="rId479" Type="http://schemas.openxmlformats.org/officeDocument/2006/relationships/image" Target="../media/image917.png"/><Relationship Id="rId686" Type="http://schemas.openxmlformats.org/officeDocument/2006/relationships/customXml" Target="../ink/ink1270.xml"/><Relationship Id="rId36" Type="http://schemas.openxmlformats.org/officeDocument/2006/relationships/customXml" Target="../ink/ink945.xml"/><Relationship Id="rId339" Type="http://schemas.openxmlformats.org/officeDocument/2006/relationships/image" Target="../media/image847.png"/><Relationship Id="rId546" Type="http://schemas.openxmlformats.org/officeDocument/2006/relationships/customXml" Target="../ink/ink1200.xml"/><Relationship Id="rId101" Type="http://schemas.openxmlformats.org/officeDocument/2006/relationships/image" Target="../media/image728.png"/><Relationship Id="rId185" Type="http://schemas.openxmlformats.org/officeDocument/2006/relationships/image" Target="../media/image770.png"/><Relationship Id="rId406" Type="http://schemas.openxmlformats.org/officeDocument/2006/relationships/customXml" Target="../ink/ink1130.xml"/><Relationship Id="rId392" Type="http://schemas.openxmlformats.org/officeDocument/2006/relationships/customXml" Target="../ink/ink1123.xml"/><Relationship Id="rId613" Type="http://schemas.openxmlformats.org/officeDocument/2006/relationships/image" Target="../media/image984.png"/><Relationship Id="rId252" Type="http://schemas.openxmlformats.org/officeDocument/2006/relationships/customXml" Target="../ink/ink1053.xml"/><Relationship Id="rId47" Type="http://schemas.openxmlformats.org/officeDocument/2006/relationships/image" Target="../media/image701.png"/><Relationship Id="rId112" Type="http://schemas.openxmlformats.org/officeDocument/2006/relationships/customXml" Target="../ink/ink983.xml"/><Relationship Id="rId557" Type="http://schemas.openxmlformats.org/officeDocument/2006/relationships/image" Target="../media/image956.png"/><Relationship Id="rId196" Type="http://schemas.openxmlformats.org/officeDocument/2006/relationships/customXml" Target="../ink/ink1025.xml"/><Relationship Id="rId417" Type="http://schemas.openxmlformats.org/officeDocument/2006/relationships/image" Target="../media/image886.png"/><Relationship Id="rId624" Type="http://schemas.openxmlformats.org/officeDocument/2006/relationships/customXml" Target="../ink/ink1239.xml"/><Relationship Id="rId263" Type="http://schemas.openxmlformats.org/officeDocument/2006/relationships/image" Target="../media/image809.png"/><Relationship Id="rId470" Type="http://schemas.openxmlformats.org/officeDocument/2006/relationships/customXml" Target="../ink/ink1162.xml"/><Relationship Id="rId58" Type="http://schemas.openxmlformats.org/officeDocument/2006/relationships/customXml" Target="../ink/ink956.xml"/><Relationship Id="rId123" Type="http://schemas.openxmlformats.org/officeDocument/2006/relationships/image" Target="../media/image739.png"/><Relationship Id="rId330" Type="http://schemas.openxmlformats.org/officeDocument/2006/relationships/customXml" Target="../ink/ink1092.xml"/><Relationship Id="rId568" Type="http://schemas.openxmlformats.org/officeDocument/2006/relationships/customXml" Target="../ink/ink1211.xml"/><Relationship Id="rId428" Type="http://schemas.openxmlformats.org/officeDocument/2006/relationships/customXml" Target="../ink/ink1141.xml"/><Relationship Id="rId635" Type="http://schemas.openxmlformats.org/officeDocument/2006/relationships/image" Target="../media/image995.png"/><Relationship Id="rId274" Type="http://schemas.openxmlformats.org/officeDocument/2006/relationships/customXml" Target="../ink/ink1064.xml"/><Relationship Id="rId481" Type="http://schemas.openxmlformats.org/officeDocument/2006/relationships/image" Target="../media/image918.png"/><Relationship Id="rId69" Type="http://schemas.openxmlformats.org/officeDocument/2006/relationships/image" Target="../media/image712.png"/><Relationship Id="rId134" Type="http://schemas.openxmlformats.org/officeDocument/2006/relationships/customXml" Target="../ink/ink994.xml"/><Relationship Id="rId579" Type="http://schemas.openxmlformats.org/officeDocument/2006/relationships/image" Target="../media/image967.png"/><Relationship Id="rId341" Type="http://schemas.openxmlformats.org/officeDocument/2006/relationships/image" Target="../media/image848.png"/><Relationship Id="rId439" Type="http://schemas.openxmlformats.org/officeDocument/2006/relationships/image" Target="../media/image897.png"/><Relationship Id="rId646" Type="http://schemas.openxmlformats.org/officeDocument/2006/relationships/customXml" Target="../ink/ink1250.xml"/><Relationship Id="rId201" Type="http://schemas.openxmlformats.org/officeDocument/2006/relationships/image" Target="../media/image778.png"/><Relationship Id="rId285" Type="http://schemas.openxmlformats.org/officeDocument/2006/relationships/image" Target="../media/image820.png"/><Relationship Id="rId506" Type="http://schemas.openxmlformats.org/officeDocument/2006/relationships/customXml" Target="../ink/ink1180.xml"/><Relationship Id="rId492" Type="http://schemas.openxmlformats.org/officeDocument/2006/relationships/customXml" Target="../ink/ink1173.xml"/><Relationship Id="rId145" Type="http://schemas.openxmlformats.org/officeDocument/2006/relationships/image" Target="../media/image750.png"/><Relationship Id="rId352" Type="http://schemas.openxmlformats.org/officeDocument/2006/relationships/customXml" Target="../ink/ink1103.xml"/><Relationship Id="rId212" Type="http://schemas.openxmlformats.org/officeDocument/2006/relationships/customXml" Target="../ink/ink1033.xml"/><Relationship Id="rId657" Type="http://schemas.openxmlformats.org/officeDocument/2006/relationships/image" Target="../media/image1006.png"/><Relationship Id="rId296" Type="http://schemas.openxmlformats.org/officeDocument/2006/relationships/customXml" Target="../ink/ink1075.xml"/><Relationship Id="rId517" Type="http://schemas.openxmlformats.org/officeDocument/2006/relationships/image" Target="../media/image936.png"/><Relationship Id="rId60" Type="http://schemas.openxmlformats.org/officeDocument/2006/relationships/customXml" Target="../ink/ink957.xml"/><Relationship Id="rId156" Type="http://schemas.openxmlformats.org/officeDocument/2006/relationships/customXml" Target="../ink/ink1005.xml"/><Relationship Id="rId198" Type="http://schemas.openxmlformats.org/officeDocument/2006/relationships/customXml" Target="../ink/ink1026.xml"/><Relationship Id="rId321" Type="http://schemas.openxmlformats.org/officeDocument/2006/relationships/image" Target="../media/image838.png"/><Relationship Id="rId363" Type="http://schemas.openxmlformats.org/officeDocument/2006/relationships/image" Target="../media/image859.png"/><Relationship Id="rId419" Type="http://schemas.openxmlformats.org/officeDocument/2006/relationships/image" Target="../media/image887.png"/><Relationship Id="rId570" Type="http://schemas.openxmlformats.org/officeDocument/2006/relationships/customXml" Target="../ink/ink1212.xml"/><Relationship Id="rId626" Type="http://schemas.openxmlformats.org/officeDocument/2006/relationships/customXml" Target="../ink/ink1240.xml"/><Relationship Id="rId223" Type="http://schemas.openxmlformats.org/officeDocument/2006/relationships/image" Target="../media/image789.png"/><Relationship Id="rId430" Type="http://schemas.openxmlformats.org/officeDocument/2006/relationships/customXml" Target="../ink/ink1142.xml"/><Relationship Id="rId668" Type="http://schemas.openxmlformats.org/officeDocument/2006/relationships/customXml" Target="../ink/ink1261.xml"/><Relationship Id="rId18" Type="http://schemas.openxmlformats.org/officeDocument/2006/relationships/customXml" Target="../ink/ink936.xml"/><Relationship Id="rId265" Type="http://schemas.openxmlformats.org/officeDocument/2006/relationships/image" Target="../media/image810.png"/><Relationship Id="rId472" Type="http://schemas.openxmlformats.org/officeDocument/2006/relationships/customXml" Target="../ink/ink1163.xml"/><Relationship Id="rId528" Type="http://schemas.openxmlformats.org/officeDocument/2006/relationships/customXml" Target="../ink/ink1191.xml"/><Relationship Id="rId125" Type="http://schemas.openxmlformats.org/officeDocument/2006/relationships/image" Target="../media/image740.png"/><Relationship Id="rId167" Type="http://schemas.openxmlformats.org/officeDocument/2006/relationships/image" Target="../media/image761.png"/><Relationship Id="rId332" Type="http://schemas.openxmlformats.org/officeDocument/2006/relationships/customXml" Target="../ink/ink1093.xml"/><Relationship Id="rId374" Type="http://schemas.openxmlformats.org/officeDocument/2006/relationships/customXml" Target="../ink/ink1114.xml"/><Relationship Id="rId581" Type="http://schemas.openxmlformats.org/officeDocument/2006/relationships/image" Target="../media/image968.png"/><Relationship Id="rId71" Type="http://schemas.openxmlformats.org/officeDocument/2006/relationships/image" Target="../media/image713.png"/><Relationship Id="rId234" Type="http://schemas.openxmlformats.org/officeDocument/2006/relationships/customXml" Target="../ink/ink1044.xml"/><Relationship Id="rId637" Type="http://schemas.openxmlformats.org/officeDocument/2006/relationships/image" Target="../media/image996.png"/><Relationship Id="rId679" Type="http://schemas.openxmlformats.org/officeDocument/2006/relationships/image" Target="../media/image1017.png"/><Relationship Id="rId2" Type="http://schemas.openxmlformats.org/officeDocument/2006/relationships/customXml" Target="../ink/ink928.xml"/><Relationship Id="rId29" Type="http://schemas.openxmlformats.org/officeDocument/2006/relationships/image" Target="../media/image692.png"/><Relationship Id="rId276" Type="http://schemas.openxmlformats.org/officeDocument/2006/relationships/customXml" Target="../ink/ink1065.xml"/><Relationship Id="rId441" Type="http://schemas.openxmlformats.org/officeDocument/2006/relationships/image" Target="../media/image898.png"/><Relationship Id="rId483" Type="http://schemas.openxmlformats.org/officeDocument/2006/relationships/image" Target="../media/image919.png"/><Relationship Id="rId539" Type="http://schemas.openxmlformats.org/officeDocument/2006/relationships/image" Target="../media/image947.png"/><Relationship Id="rId690" Type="http://schemas.openxmlformats.org/officeDocument/2006/relationships/customXml" Target="../ink/ink1272.xml"/><Relationship Id="rId40" Type="http://schemas.openxmlformats.org/officeDocument/2006/relationships/customXml" Target="../ink/ink947.xml"/><Relationship Id="rId136" Type="http://schemas.openxmlformats.org/officeDocument/2006/relationships/customXml" Target="../ink/ink995.xml"/><Relationship Id="rId178" Type="http://schemas.openxmlformats.org/officeDocument/2006/relationships/customXml" Target="../ink/ink1016.xml"/><Relationship Id="rId301" Type="http://schemas.openxmlformats.org/officeDocument/2006/relationships/image" Target="../media/image828.png"/><Relationship Id="rId343" Type="http://schemas.openxmlformats.org/officeDocument/2006/relationships/image" Target="../media/image849.png"/><Relationship Id="rId550" Type="http://schemas.openxmlformats.org/officeDocument/2006/relationships/customXml" Target="../ink/ink1202.xml"/><Relationship Id="rId82" Type="http://schemas.openxmlformats.org/officeDocument/2006/relationships/customXml" Target="../ink/ink968.xml"/><Relationship Id="rId203" Type="http://schemas.openxmlformats.org/officeDocument/2006/relationships/image" Target="../media/image779.png"/><Relationship Id="rId385" Type="http://schemas.openxmlformats.org/officeDocument/2006/relationships/image" Target="../media/image870.png"/><Relationship Id="rId592" Type="http://schemas.openxmlformats.org/officeDocument/2006/relationships/customXml" Target="../ink/ink1223.xml"/><Relationship Id="rId606" Type="http://schemas.openxmlformats.org/officeDocument/2006/relationships/customXml" Target="../ink/ink1230.xml"/><Relationship Id="rId648" Type="http://schemas.openxmlformats.org/officeDocument/2006/relationships/customXml" Target="../ink/ink1251.xml"/><Relationship Id="rId245" Type="http://schemas.openxmlformats.org/officeDocument/2006/relationships/image" Target="../media/image800.png"/><Relationship Id="rId287" Type="http://schemas.openxmlformats.org/officeDocument/2006/relationships/image" Target="../media/image821.png"/><Relationship Id="rId410" Type="http://schemas.openxmlformats.org/officeDocument/2006/relationships/customXml" Target="../ink/ink1132.xml"/><Relationship Id="rId452" Type="http://schemas.openxmlformats.org/officeDocument/2006/relationships/customXml" Target="../ink/ink1153.xml"/><Relationship Id="rId494" Type="http://schemas.openxmlformats.org/officeDocument/2006/relationships/customXml" Target="../ink/ink1174.xml"/><Relationship Id="rId508" Type="http://schemas.openxmlformats.org/officeDocument/2006/relationships/customXml" Target="../ink/ink1181.xml"/><Relationship Id="rId105" Type="http://schemas.openxmlformats.org/officeDocument/2006/relationships/image" Target="../media/image730.png"/><Relationship Id="rId147" Type="http://schemas.openxmlformats.org/officeDocument/2006/relationships/image" Target="../media/image751.png"/><Relationship Id="rId312" Type="http://schemas.openxmlformats.org/officeDocument/2006/relationships/customXml" Target="../ink/ink1083.xml"/><Relationship Id="rId354" Type="http://schemas.openxmlformats.org/officeDocument/2006/relationships/customXml" Target="../ink/ink1104.xml"/><Relationship Id="rId51" Type="http://schemas.openxmlformats.org/officeDocument/2006/relationships/image" Target="../media/image703.png"/><Relationship Id="rId93" Type="http://schemas.openxmlformats.org/officeDocument/2006/relationships/image" Target="../media/image724.png"/><Relationship Id="rId189" Type="http://schemas.openxmlformats.org/officeDocument/2006/relationships/image" Target="../media/image772.png"/><Relationship Id="rId396" Type="http://schemas.openxmlformats.org/officeDocument/2006/relationships/customXml" Target="../ink/ink1125.xml"/><Relationship Id="rId561" Type="http://schemas.openxmlformats.org/officeDocument/2006/relationships/image" Target="../media/image958.png"/><Relationship Id="rId617" Type="http://schemas.openxmlformats.org/officeDocument/2006/relationships/image" Target="../media/image986.png"/><Relationship Id="rId659" Type="http://schemas.openxmlformats.org/officeDocument/2006/relationships/image" Target="../media/image1007.png"/><Relationship Id="rId214" Type="http://schemas.openxmlformats.org/officeDocument/2006/relationships/customXml" Target="../ink/ink1034.xml"/><Relationship Id="rId256" Type="http://schemas.openxmlformats.org/officeDocument/2006/relationships/customXml" Target="../ink/ink1055.xml"/><Relationship Id="rId298" Type="http://schemas.openxmlformats.org/officeDocument/2006/relationships/customXml" Target="../ink/ink1076.xml"/><Relationship Id="rId421" Type="http://schemas.openxmlformats.org/officeDocument/2006/relationships/image" Target="../media/image888.png"/><Relationship Id="rId463" Type="http://schemas.openxmlformats.org/officeDocument/2006/relationships/image" Target="../media/image909.png"/><Relationship Id="rId519" Type="http://schemas.openxmlformats.org/officeDocument/2006/relationships/image" Target="../media/image937.png"/><Relationship Id="rId670" Type="http://schemas.openxmlformats.org/officeDocument/2006/relationships/customXml" Target="../ink/ink1262.xml"/><Relationship Id="rId116" Type="http://schemas.openxmlformats.org/officeDocument/2006/relationships/customXml" Target="../ink/ink985.xml"/><Relationship Id="rId158" Type="http://schemas.openxmlformats.org/officeDocument/2006/relationships/customXml" Target="../ink/ink1006.xml"/><Relationship Id="rId323" Type="http://schemas.openxmlformats.org/officeDocument/2006/relationships/image" Target="../media/image839.png"/><Relationship Id="rId530" Type="http://schemas.openxmlformats.org/officeDocument/2006/relationships/customXml" Target="../ink/ink1192.xml"/><Relationship Id="rId20" Type="http://schemas.openxmlformats.org/officeDocument/2006/relationships/customXml" Target="../ink/ink937.xml"/><Relationship Id="rId62" Type="http://schemas.openxmlformats.org/officeDocument/2006/relationships/customXml" Target="../ink/ink958.xml"/><Relationship Id="rId365" Type="http://schemas.openxmlformats.org/officeDocument/2006/relationships/image" Target="../media/image860.png"/><Relationship Id="rId572" Type="http://schemas.openxmlformats.org/officeDocument/2006/relationships/customXml" Target="../ink/ink1213.xml"/><Relationship Id="rId628" Type="http://schemas.openxmlformats.org/officeDocument/2006/relationships/customXml" Target="../ink/ink1241.xml"/><Relationship Id="rId225" Type="http://schemas.openxmlformats.org/officeDocument/2006/relationships/image" Target="../media/image790.png"/><Relationship Id="rId267" Type="http://schemas.openxmlformats.org/officeDocument/2006/relationships/image" Target="../media/image811.png"/><Relationship Id="rId432" Type="http://schemas.openxmlformats.org/officeDocument/2006/relationships/customXml" Target="../ink/ink1143.xml"/><Relationship Id="rId474" Type="http://schemas.openxmlformats.org/officeDocument/2006/relationships/customXml" Target="../ink/ink1164.xml"/><Relationship Id="rId127" Type="http://schemas.openxmlformats.org/officeDocument/2006/relationships/image" Target="../media/image741.png"/><Relationship Id="rId681" Type="http://schemas.openxmlformats.org/officeDocument/2006/relationships/image" Target="../media/image1018.png"/><Relationship Id="rId31" Type="http://schemas.openxmlformats.org/officeDocument/2006/relationships/image" Target="../media/image693.png"/><Relationship Id="rId73" Type="http://schemas.openxmlformats.org/officeDocument/2006/relationships/image" Target="../media/image714.png"/><Relationship Id="rId169" Type="http://schemas.openxmlformats.org/officeDocument/2006/relationships/image" Target="../media/image762.png"/><Relationship Id="rId334" Type="http://schemas.openxmlformats.org/officeDocument/2006/relationships/customXml" Target="../ink/ink1094.xml"/><Relationship Id="rId376" Type="http://schemas.openxmlformats.org/officeDocument/2006/relationships/customXml" Target="../ink/ink1115.xml"/><Relationship Id="rId541" Type="http://schemas.openxmlformats.org/officeDocument/2006/relationships/image" Target="../media/image948.png"/><Relationship Id="rId583" Type="http://schemas.openxmlformats.org/officeDocument/2006/relationships/image" Target="../media/image969.png"/><Relationship Id="rId639" Type="http://schemas.openxmlformats.org/officeDocument/2006/relationships/image" Target="../media/image997.png"/><Relationship Id="rId4" Type="http://schemas.openxmlformats.org/officeDocument/2006/relationships/customXml" Target="../ink/ink929.xml"/><Relationship Id="rId180" Type="http://schemas.openxmlformats.org/officeDocument/2006/relationships/customXml" Target="../ink/ink1017.xml"/><Relationship Id="rId236" Type="http://schemas.openxmlformats.org/officeDocument/2006/relationships/customXml" Target="../ink/ink1045.xml"/><Relationship Id="rId278" Type="http://schemas.openxmlformats.org/officeDocument/2006/relationships/customXml" Target="../ink/ink1066.xml"/><Relationship Id="rId401" Type="http://schemas.openxmlformats.org/officeDocument/2006/relationships/image" Target="../media/image878.png"/><Relationship Id="rId443" Type="http://schemas.openxmlformats.org/officeDocument/2006/relationships/image" Target="../media/image899.png"/><Relationship Id="rId650" Type="http://schemas.openxmlformats.org/officeDocument/2006/relationships/customXml" Target="../ink/ink1252.xml"/><Relationship Id="rId303" Type="http://schemas.openxmlformats.org/officeDocument/2006/relationships/image" Target="../media/image829.png"/><Relationship Id="rId485" Type="http://schemas.openxmlformats.org/officeDocument/2006/relationships/image" Target="../media/image920.png"/><Relationship Id="rId692" Type="http://schemas.openxmlformats.org/officeDocument/2006/relationships/customXml" Target="../ink/ink1273.xml"/><Relationship Id="rId42" Type="http://schemas.openxmlformats.org/officeDocument/2006/relationships/customXml" Target="../ink/ink948.xml"/><Relationship Id="rId84" Type="http://schemas.openxmlformats.org/officeDocument/2006/relationships/customXml" Target="../ink/ink969.xml"/><Relationship Id="rId138" Type="http://schemas.openxmlformats.org/officeDocument/2006/relationships/customXml" Target="../ink/ink996.xml"/><Relationship Id="rId345" Type="http://schemas.openxmlformats.org/officeDocument/2006/relationships/image" Target="../media/image850.png"/><Relationship Id="rId387" Type="http://schemas.openxmlformats.org/officeDocument/2006/relationships/image" Target="../media/image871.png"/><Relationship Id="rId510" Type="http://schemas.openxmlformats.org/officeDocument/2006/relationships/customXml" Target="../ink/ink1182.xml"/><Relationship Id="rId552" Type="http://schemas.openxmlformats.org/officeDocument/2006/relationships/customXml" Target="../ink/ink1203.xml"/><Relationship Id="rId594" Type="http://schemas.openxmlformats.org/officeDocument/2006/relationships/customXml" Target="../ink/ink1224.xml"/><Relationship Id="rId608" Type="http://schemas.openxmlformats.org/officeDocument/2006/relationships/customXml" Target="../ink/ink1231.xml"/><Relationship Id="rId191" Type="http://schemas.openxmlformats.org/officeDocument/2006/relationships/image" Target="../media/image773.png"/><Relationship Id="rId205" Type="http://schemas.openxmlformats.org/officeDocument/2006/relationships/image" Target="../media/image780.png"/><Relationship Id="rId247" Type="http://schemas.openxmlformats.org/officeDocument/2006/relationships/image" Target="../media/image801.png"/><Relationship Id="rId412" Type="http://schemas.openxmlformats.org/officeDocument/2006/relationships/customXml" Target="../ink/ink1133.xml"/><Relationship Id="rId107" Type="http://schemas.openxmlformats.org/officeDocument/2006/relationships/image" Target="../media/image731.png"/><Relationship Id="rId289" Type="http://schemas.openxmlformats.org/officeDocument/2006/relationships/image" Target="../media/image822.png"/><Relationship Id="rId454" Type="http://schemas.openxmlformats.org/officeDocument/2006/relationships/customXml" Target="../ink/ink1154.xml"/><Relationship Id="rId496" Type="http://schemas.openxmlformats.org/officeDocument/2006/relationships/customXml" Target="../ink/ink1175.xml"/><Relationship Id="rId661" Type="http://schemas.openxmlformats.org/officeDocument/2006/relationships/image" Target="../media/image1008.png"/><Relationship Id="rId11" Type="http://schemas.openxmlformats.org/officeDocument/2006/relationships/image" Target="../media/image683.png"/><Relationship Id="rId53" Type="http://schemas.openxmlformats.org/officeDocument/2006/relationships/image" Target="../media/image704.png"/><Relationship Id="rId149" Type="http://schemas.openxmlformats.org/officeDocument/2006/relationships/image" Target="../media/image752.png"/><Relationship Id="rId314" Type="http://schemas.openxmlformats.org/officeDocument/2006/relationships/customXml" Target="../ink/ink1084.xml"/><Relationship Id="rId356" Type="http://schemas.openxmlformats.org/officeDocument/2006/relationships/customXml" Target="../ink/ink1105.xml"/><Relationship Id="rId398" Type="http://schemas.openxmlformats.org/officeDocument/2006/relationships/customXml" Target="../ink/ink1126.xml"/><Relationship Id="rId521" Type="http://schemas.openxmlformats.org/officeDocument/2006/relationships/image" Target="../media/image938.png"/><Relationship Id="rId563" Type="http://schemas.openxmlformats.org/officeDocument/2006/relationships/image" Target="../media/image959.png"/><Relationship Id="rId619" Type="http://schemas.openxmlformats.org/officeDocument/2006/relationships/image" Target="../media/image987.png"/><Relationship Id="rId95" Type="http://schemas.openxmlformats.org/officeDocument/2006/relationships/image" Target="../media/image725.png"/><Relationship Id="rId160" Type="http://schemas.openxmlformats.org/officeDocument/2006/relationships/customXml" Target="../ink/ink1007.xml"/><Relationship Id="rId216" Type="http://schemas.openxmlformats.org/officeDocument/2006/relationships/customXml" Target="../ink/ink1035.xml"/><Relationship Id="rId423" Type="http://schemas.openxmlformats.org/officeDocument/2006/relationships/image" Target="../media/image889.png"/><Relationship Id="rId258" Type="http://schemas.openxmlformats.org/officeDocument/2006/relationships/customXml" Target="../ink/ink1056.xml"/><Relationship Id="rId465" Type="http://schemas.openxmlformats.org/officeDocument/2006/relationships/image" Target="../media/image910.png"/><Relationship Id="rId630" Type="http://schemas.openxmlformats.org/officeDocument/2006/relationships/customXml" Target="../ink/ink1242.xml"/><Relationship Id="rId672" Type="http://schemas.openxmlformats.org/officeDocument/2006/relationships/customXml" Target="../ink/ink1263.xml"/><Relationship Id="rId22" Type="http://schemas.openxmlformats.org/officeDocument/2006/relationships/customXml" Target="../ink/ink938.xml"/><Relationship Id="rId64" Type="http://schemas.openxmlformats.org/officeDocument/2006/relationships/customXml" Target="../ink/ink959.xml"/><Relationship Id="rId118" Type="http://schemas.openxmlformats.org/officeDocument/2006/relationships/customXml" Target="../ink/ink986.xml"/><Relationship Id="rId325" Type="http://schemas.openxmlformats.org/officeDocument/2006/relationships/image" Target="../media/image840.png"/><Relationship Id="rId367" Type="http://schemas.openxmlformats.org/officeDocument/2006/relationships/image" Target="../media/image861.png"/><Relationship Id="rId532" Type="http://schemas.openxmlformats.org/officeDocument/2006/relationships/customXml" Target="../ink/ink1193.xml"/><Relationship Id="rId574" Type="http://schemas.openxmlformats.org/officeDocument/2006/relationships/customXml" Target="../ink/ink1214.xml"/><Relationship Id="rId171" Type="http://schemas.openxmlformats.org/officeDocument/2006/relationships/image" Target="../media/image763.png"/><Relationship Id="rId227" Type="http://schemas.openxmlformats.org/officeDocument/2006/relationships/image" Target="../media/image791.png"/><Relationship Id="rId269" Type="http://schemas.openxmlformats.org/officeDocument/2006/relationships/image" Target="../media/image812.png"/><Relationship Id="rId434" Type="http://schemas.openxmlformats.org/officeDocument/2006/relationships/customXml" Target="../ink/ink1144.xml"/><Relationship Id="rId476" Type="http://schemas.openxmlformats.org/officeDocument/2006/relationships/customXml" Target="../ink/ink1165.xml"/><Relationship Id="rId641" Type="http://schemas.openxmlformats.org/officeDocument/2006/relationships/image" Target="../media/image998.png"/><Relationship Id="rId683" Type="http://schemas.openxmlformats.org/officeDocument/2006/relationships/image" Target="../media/image1019.png"/><Relationship Id="rId33" Type="http://schemas.openxmlformats.org/officeDocument/2006/relationships/image" Target="../media/image694.png"/><Relationship Id="rId129" Type="http://schemas.openxmlformats.org/officeDocument/2006/relationships/image" Target="../media/image742.png"/><Relationship Id="rId280" Type="http://schemas.openxmlformats.org/officeDocument/2006/relationships/customXml" Target="../ink/ink1067.xml"/><Relationship Id="rId336" Type="http://schemas.openxmlformats.org/officeDocument/2006/relationships/customXml" Target="../ink/ink1095.xml"/><Relationship Id="rId501" Type="http://schemas.openxmlformats.org/officeDocument/2006/relationships/image" Target="../media/image928.png"/><Relationship Id="rId543" Type="http://schemas.openxmlformats.org/officeDocument/2006/relationships/image" Target="../media/image949.png"/><Relationship Id="rId75" Type="http://schemas.openxmlformats.org/officeDocument/2006/relationships/image" Target="../media/image715.png"/><Relationship Id="rId140" Type="http://schemas.openxmlformats.org/officeDocument/2006/relationships/customXml" Target="../ink/ink997.xml"/><Relationship Id="rId182" Type="http://schemas.openxmlformats.org/officeDocument/2006/relationships/customXml" Target="../ink/ink1018.xml"/><Relationship Id="rId378" Type="http://schemas.openxmlformats.org/officeDocument/2006/relationships/customXml" Target="../ink/ink1116.xml"/><Relationship Id="rId403" Type="http://schemas.openxmlformats.org/officeDocument/2006/relationships/image" Target="../media/image879.png"/><Relationship Id="rId585" Type="http://schemas.openxmlformats.org/officeDocument/2006/relationships/image" Target="../media/image970.png"/><Relationship Id="rId6" Type="http://schemas.openxmlformats.org/officeDocument/2006/relationships/customXml" Target="../ink/ink930.xml"/><Relationship Id="rId238" Type="http://schemas.openxmlformats.org/officeDocument/2006/relationships/customXml" Target="../ink/ink1046.xml"/><Relationship Id="rId445" Type="http://schemas.openxmlformats.org/officeDocument/2006/relationships/image" Target="../media/image900.png"/><Relationship Id="rId487" Type="http://schemas.openxmlformats.org/officeDocument/2006/relationships/image" Target="../media/image921.png"/><Relationship Id="rId610" Type="http://schemas.openxmlformats.org/officeDocument/2006/relationships/customXml" Target="../ink/ink1232.xml"/><Relationship Id="rId652" Type="http://schemas.openxmlformats.org/officeDocument/2006/relationships/customXml" Target="../ink/ink1253.xml"/><Relationship Id="rId291" Type="http://schemas.openxmlformats.org/officeDocument/2006/relationships/image" Target="../media/image823.png"/><Relationship Id="rId305" Type="http://schemas.openxmlformats.org/officeDocument/2006/relationships/image" Target="../media/image830.png"/><Relationship Id="rId347" Type="http://schemas.openxmlformats.org/officeDocument/2006/relationships/image" Target="../media/image851.png"/><Relationship Id="rId512" Type="http://schemas.openxmlformats.org/officeDocument/2006/relationships/customXml" Target="../ink/ink1183.xml"/><Relationship Id="rId44" Type="http://schemas.openxmlformats.org/officeDocument/2006/relationships/customXml" Target="../ink/ink949.xml"/><Relationship Id="rId86" Type="http://schemas.openxmlformats.org/officeDocument/2006/relationships/customXml" Target="../ink/ink970.xml"/><Relationship Id="rId151" Type="http://schemas.openxmlformats.org/officeDocument/2006/relationships/image" Target="../media/image753.png"/><Relationship Id="rId389" Type="http://schemas.openxmlformats.org/officeDocument/2006/relationships/image" Target="../media/image872.png"/><Relationship Id="rId554" Type="http://schemas.openxmlformats.org/officeDocument/2006/relationships/customXml" Target="../ink/ink1204.xml"/><Relationship Id="rId596" Type="http://schemas.openxmlformats.org/officeDocument/2006/relationships/customXml" Target="../ink/ink1225.xml"/><Relationship Id="rId193" Type="http://schemas.openxmlformats.org/officeDocument/2006/relationships/image" Target="../media/image774.png"/><Relationship Id="rId207" Type="http://schemas.openxmlformats.org/officeDocument/2006/relationships/image" Target="../media/image781.png"/><Relationship Id="rId249" Type="http://schemas.openxmlformats.org/officeDocument/2006/relationships/image" Target="../media/image802.png"/><Relationship Id="rId414" Type="http://schemas.openxmlformats.org/officeDocument/2006/relationships/customXml" Target="../ink/ink1134.xml"/><Relationship Id="rId456" Type="http://schemas.openxmlformats.org/officeDocument/2006/relationships/customXml" Target="../ink/ink1155.xml"/><Relationship Id="rId498" Type="http://schemas.openxmlformats.org/officeDocument/2006/relationships/customXml" Target="../ink/ink1176.xml"/><Relationship Id="rId621" Type="http://schemas.openxmlformats.org/officeDocument/2006/relationships/image" Target="../media/image988.png"/><Relationship Id="rId663" Type="http://schemas.openxmlformats.org/officeDocument/2006/relationships/image" Target="../media/image1009.png"/><Relationship Id="rId13" Type="http://schemas.openxmlformats.org/officeDocument/2006/relationships/image" Target="../media/image684.png"/><Relationship Id="rId109" Type="http://schemas.openxmlformats.org/officeDocument/2006/relationships/image" Target="../media/image732.png"/><Relationship Id="rId260" Type="http://schemas.openxmlformats.org/officeDocument/2006/relationships/customXml" Target="../ink/ink1057.xml"/><Relationship Id="rId316" Type="http://schemas.openxmlformats.org/officeDocument/2006/relationships/customXml" Target="../ink/ink1085.xml"/><Relationship Id="rId523" Type="http://schemas.openxmlformats.org/officeDocument/2006/relationships/image" Target="../media/image939.png"/><Relationship Id="rId55" Type="http://schemas.openxmlformats.org/officeDocument/2006/relationships/image" Target="../media/image705.png"/><Relationship Id="rId97" Type="http://schemas.openxmlformats.org/officeDocument/2006/relationships/image" Target="../media/image726.png"/><Relationship Id="rId120" Type="http://schemas.openxmlformats.org/officeDocument/2006/relationships/customXml" Target="../ink/ink987.xml"/><Relationship Id="rId358" Type="http://schemas.openxmlformats.org/officeDocument/2006/relationships/customXml" Target="../ink/ink1106.xml"/><Relationship Id="rId565" Type="http://schemas.openxmlformats.org/officeDocument/2006/relationships/image" Target="../media/image960.png"/><Relationship Id="rId162" Type="http://schemas.openxmlformats.org/officeDocument/2006/relationships/customXml" Target="../ink/ink1008.xml"/><Relationship Id="rId218" Type="http://schemas.openxmlformats.org/officeDocument/2006/relationships/customXml" Target="../ink/ink1036.xml"/><Relationship Id="rId425" Type="http://schemas.openxmlformats.org/officeDocument/2006/relationships/image" Target="../media/image890.png"/><Relationship Id="rId467" Type="http://schemas.openxmlformats.org/officeDocument/2006/relationships/image" Target="../media/image911.png"/><Relationship Id="rId632" Type="http://schemas.openxmlformats.org/officeDocument/2006/relationships/customXml" Target="../ink/ink1243.xml"/><Relationship Id="rId271" Type="http://schemas.openxmlformats.org/officeDocument/2006/relationships/image" Target="../media/image813.png"/><Relationship Id="rId674" Type="http://schemas.openxmlformats.org/officeDocument/2006/relationships/customXml" Target="../ink/ink1264.xml"/><Relationship Id="rId24" Type="http://schemas.openxmlformats.org/officeDocument/2006/relationships/customXml" Target="../ink/ink939.xml"/><Relationship Id="rId66" Type="http://schemas.openxmlformats.org/officeDocument/2006/relationships/customXml" Target="../ink/ink960.xml"/><Relationship Id="rId131" Type="http://schemas.openxmlformats.org/officeDocument/2006/relationships/image" Target="../media/image743.png"/><Relationship Id="rId327" Type="http://schemas.openxmlformats.org/officeDocument/2006/relationships/image" Target="../media/image841.png"/><Relationship Id="rId369" Type="http://schemas.openxmlformats.org/officeDocument/2006/relationships/image" Target="../media/image862.png"/><Relationship Id="rId534" Type="http://schemas.openxmlformats.org/officeDocument/2006/relationships/customXml" Target="../ink/ink1194.xml"/><Relationship Id="rId576" Type="http://schemas.openxmlformats.org/officeDocument/2006/relationships/customXml" Target="../ink/ink1215.xml"/><Relationship Id="rId173" Type="http://schemas.openxmlformats.org/officeDocument/2006/relationships/image" Target="../media/image764.png"/><Relationship Id="rId229" Type="http://schemas.openxmlformats.org/officeDocument/2006/relationships/image" Target="../media/image792.png"/><Relationship Id="rId380" Type="http://schemas.openxmlformats.org/officeDocument/2006/relationships/customXml" Target="../ink/ink1117.xml"/><Relationship Id="rId436" Type="http://schemas.openxmlformats.org/officeDocument/2006/relationships/customXml" Target="../ink/ink1145.xml"/><Relationship Id="rId601" Type="http://schemas.openxmlformats.org/officeDocument/2006/relationships/image" Target="../media/image978.png"/><Relationship Id="rId643" Type="http://schemas.openxmlformats.org/officeDocument/2006/relationships/image" Target="../media/image999.png"/><Relationship Id="rId240" Type="http://schemas.openxmlformats.org/officeDocument/2006/relationships/customXml" Target="../ink/ink1047.xml"/><Relationship Id="rId478" Type="http://schemas.openxmlformats.org/officeDocument/2006/relationships/customXml" Target="../ink/ink1166.xml"/><Relationship Id="rId685" Type="http://schemas.openxmlformats.org/officeDocument/2006/relationships/image" Target="../media/image1020.png"/><Relationship Id="rId35" Type="http://schemas.openxmlformats.org/officeDocument/2006/relationships/image" Target="../media/image695.png"/><Relationship Id="rId77" Type="http://schemas.openxmlformats.org/officeDocument/2006/relationships/image" Target="../media/image716.png"/><Relationship Id="rId100" Type="http://schemas.openxmlformats.org/officeDocument/2006/relationships/customXml" Target="../ink/ink977.xml"/><Relationship Id="rId282" Type="http://schemas.openxmlformats.org/officeDocument/2006/relationships/customXml" Target="../ink/ink1068.xml"/><Relationship Id="rId338" Type="http://schemas.openxmlformats.org/officeDocument/2006/relationships/customXml" Target="../ink/ink1096.xml"/><Relationship Id="rId503" Type="http://schemas.openxmlformats.org/officeDocument/2006/relationships/image" Target="../media/image929.png"/><Relationship Id="rId545" Type="http://schemas.openxmlformats.org/officeDocument/2006/relationships/image" Target="../media/image950.png"/><Relationship Id="rId587" Type="http://schemas.openxmlformats.org/officeDocument/2006/relationships/image" Target="../media/image971.png"/><Relationship Id="rId8" Type="http://schemas.openxmlformats.org/officeDocument/2006/relationships/customXml" Target="../ink/ink931.xml"/><Relationship Id="rId142" Type="http://schemas.openxmlformats.org/officeDocument/2006/relationships/customXml" Target="../ink/ink998.xml"/><Relationship Id="rId184" Type="http://schemas.openxmlformats.org/officeDocument/2006/relationships/customXml" Target="../ink/ink1019.xml"/><Relationship Id="rId391" Type="http://schemas.openxmlformats.org/officeDocument/2006/relationships/image" Target="../media/image873.png"/><Relationship Id="rId405" Type="http://schemas.openxmlformats.org/officeDocument/2006/relationships/image" Target="../media/image880.png"/><Relationship Id="rId447" Type="http://schemas.openxmlformats.org/officeDocument/2006/relationships/image" Target="../media/image901.png"/><Relationship Id="rId612" Type="http://schemas.openxmlformats.org/officeDocument/2006/relationships/customXml" Target="../ink/ink1233.xml"/><Relationship Id="rId251" Type="http://schemas.openxmlformats.org/officeDocument/2006/relationships/image" Target="../media/image803.png"/><Relationship Id="rId489" Type="http://schemas.openxmlformats.org/officeDocument/2006/relationships/image" Target="../media/image922.png"/><Relationship Id="rId654" Type="http://schemas.openxmlformats.org/officeDocument/2006/relationships/customXml" Target="../ink/ink1254.xml"/><Relationship Id="rId46" Type="http://schemas.openxmlformats.org/officeDocument/2006/relationships/customXml" Target="../ink/ink950.xml"/><Relationship Id="rId293" Type="http://schemas.openxmlformats.org/officeDocument/2006/relationships/image" Target="../media/image824.png"/><Relationship Id="rId307" Type="http://schemas.openxmlformats.org/officeDocument/2006/relationships/image" Target="../media/image831.png"/><Relationship Id="rId349" Type="http://schemas.openxmlformats.org/officeDocument/2006/relationships/image" Target="../media/image852.png"/><Relationship Id="rId514" Type="http://schemas.openxmlformats.org/officeDocument/2006/relationships/customXml" Target="../ink/ink1184.xml"/><Relationship Id="rId556" Type="http://schemas.openxmlformats.org/officeDocument/2006/relationships/customXml" Target="../ink/ink1205.xml"/><Relationship Id="rId88" Type="http://schemas.openxmlformats.org/officeDocument/2006/relationships/customXml" Target="../ink/ink971.xml"/><Relationship Id="rId111" Type="http://schemas.openxmlformats.org/officeDocument/2006/relationships/image" Target="../media/image733.png"/><Relationship Id="rId153" Type="http://schemas.openxmlformats.org/officeDocument/2006/relationships/image" Target="../media/image754.png"/><Relationship Id="rId195" Type="http://schemas.openxmlformats.org/officeDocument/2006/relationships/image" Target="../media/image775.png"/><Relationship Id="rId209" Type="http://schemas.openxmlformats.org/officeDocument/2006/relationships/image" Target="../media/image782.png"/><Relationship Id="rId360" Type="http://schemas.openxmlformats.org/officeDocument/2006/relationships/customXml" Target="../ink/ink1107.xml"/><Relationship Id="rId416" Type="http://schemas.openxmlformats.org/officeDocument/2006/relationships/customXml" Target="../ink/ink1135.xml"/><Relationship Id="rId598" Type="http://schemas.openxmlformats.org/officeDocument/2006/relationships/customXml" Target="../ink/ink1226.xml"/><Relationship Id="rId220" Type="http://schemas.openxmlformats.org/officeDocument/2006/relationships/customXml" Target="../ink/ink1037.xml"/><Relationship Id="rId458" Type="http://schemas.openxmlformats.org/officeDocument/2006/relationships/customXml" Target="../ink/ink1156.xml"/><Relationship Id="rId623" Type="http://schemas.openxmlformats.org/officeDocument/2006/relationships/image" Target="../media/image989.png"/><Relationship Id="rId665" Type="http://schemas.openxmlformats.org/officeDocument/2006/relationships/image" Target="../media/image1010.png"/><Relationship Id="rId15" Type="http://schemas.openxmlformats.org/officeDocument/2006/relationships/image" Target="../media/image685.png"/><Relationship Id="rId57" Type="http://schemas.openxmlformats.org/officeDocument/2006/relationships/image" Target="../media/image706.png"/><Relationship Id="rId262" Type="http://schemas.openxmlformats.org/officeDocument/2006/relationships/customXml" Target="../ink/ink1058.xml"/><Relationship Id="rId318" Type="http://schemas.openxmlformats.org/officeDocument/2006/relationships/customXml" Target="../ink/ink1086.xml"/><Relationship Id="rId525" Type="http://schemas.openxmlformats.org/officeDocument/2006/relationships/image" Target="../media/image940.png"/><Relationship Id="rId567" Type="http://schemas.openxmlformats.org/officeDocument/2006/relationships/image" Target="../media/image961.png"/><Relationship Id="rId99" Type="http://schemas.openxmlformats.org/officeDocument/2006/relationships/image" Target="../media/image727.png"/><Relationship Id="rId122" Type="http://schemas.openxmlformats.org/officeDocument/2006/relationships/customXml" Target="../ink/ink988.xml"/><Relationship Id="rId164" Type="http://schemas.openxmlformats.org/officeDocument/2006/relationships/customXml" Target="../ink/ink1009.xml"/><Relationship Id="rId371" Type="http://schemas.openxmlformats.org/officeDocument/2006/relationships/image" Target="../media/image863.png"/><Relationship Id="rId427" Type="http://schemas.openxmlformats.org/officeDocument/2006/relationships/image" Target="../media/image891.png"/><Relationship Id="rId469" Type="http://schemas.openxmlformats.org/officeDocument/2006/relationships/image" Target="../media/image912.png"/><Relationship Id="rId634" Type="http://schemas.openxmlformats.org/officeDocument/2006/relationships/customXml" Target="../ink/ink1244.xml"/><Relationship Id="rId676" Type="http://schemas.openxmlformats.org/officeDocument/2006/relationships/customXml" Target="../ink/ink1265.xml"/><Relationship Id="rId26" Type="http://schemas.openxmlformats.org/officeDocument/2006/relationships/customXml" Target="../ink/ink940.xml"/><Relationship Id="rId231" Type="http://schemas.openxmlformats.org/officeDocument/2006/relationships/image" Target="../media/image793.png"/><Relationship Id="rId273" Type="http://schemas.openxmlformats.org/officeDocument/2006/relationships/image" Target="../media/image814.png"/><Relationship Id="rId329" Type="http://schemas.openxmlformats.org/officeDocument/2006/relationships/image" Target="../media/image842.png"/><Relationship Id="rId480" Type="http://schemas.openxmlformats.org/officeDocument/2006/relationships/customXml" Target="../ink/ink1167.xml"/><Relationship Id="rId536" Type="http://schemas.openxmlformats.org/officeDocument/2006/relationships/customXml" Target="../ink/ink1195.xml"/><Relationship Id="rId68" Type="http://schemas.openxmlformats.org/officeDocument/2006/relationships/customXml" Target="../ink/ink961.xml"/><Relationship Id="rId133" Type="http://schemas.openxmlformats.org/officeDocument/2006/relationships/image" Target="../media/image744.png"/><Relationship Id="rId175" Type="http://schemas.openxmlformats.org/officeDocument/2006/relationships/image" Target="../media/image765.png"/><Relationship Id="rId340" Type="http://schemas.openxmlformats.org/officeDocument/2006/relationships/customXml" Target="../ink/ink1097.xml"/><Relationship Id="rId578" Type="http://schemas.openxmlformats.org/officeDocument/2006/relationships/customXml" Target="../ink/ink1216.xml"/><Relationship Id="rId200" Type="http://schemas.openxmlformats.org/officeDocument/2006/relationships/customXml" Target="../ink/ink1027.xml"/><Relationship Id="rId382" Type="http://schemas.openxmlformats.org/officeDocument/2006/relationships/customXml" Target="../ink/ink1118.xml"/><Relationship Id="rId438" Type="http://schemas.openxmlformats.org/officeDocument/2006/relationships/customXml" Target="../ink/ink1146.xml"/><Relationship Id="rId603" Type="http://schemas.openxmlformats.org/officeDocument/2006/relationships/image" Target="../media/image979.png"/><Relationship Id="rId645" Type="http://schemas.openxmlformats.org/officeDocument/2006/relationships/image" Target="../media/image1000.png"/><Relationship Id="rId687" Type="http://schemas.openxmlformats.org/officeDocument/2006/relationships/image" Target="../media/image1021.png"/><Relationship Id="rId242" Type="http://schemas.openxmlformats.org/officeDocument/2006/relationships/customXml" Target="../ink/ink1048.xml"/><Relationship Id="rId284" Type="http://schemas.openxmlformats.org/officeDocument/2006/relationships/customXml" Target="../ink/ink1069.xml"/><Relationship Id="rId491" Type="http://schemas.openxmlformats.org/officeDocument/2006/relationships/image" Target="../media/image923.png"/><Relationship Id="rId505" Type="http://schemas.openxmlformats.org/officeDocument/2006/relationships/image" Target="../media/image930.png"/><Relationship Id="rId37" Type="http://schemas.openxmlformats.org/officeDocument/2006/relationships/image" Target="../media/image696.png"/><Relationship Id="rId79" Type="http://schemas.openxmlformats.org/officeDocument/2006/relationships/image" Target="../media/image717.png"/><Relationship Id="rId102" Type="http://schemas.openxmlformats.org/officeDocument/2006/relationships/customXml" Target="../ink/ink978.xml"/><Relationship Id="rId144" Type="http://schemas.openxmlformats.org/officeDocument/2006/relationships/customXml" Target="../ink/ink999.xml"/><Relationship Id="rId547" Type="http://schemas.openxmlformats.org/officeDocument/2006/relationships/image" Target="../media/image951.png"/><Relationship Id="rId589" Type="http://schemas.openxmlformats.org/officeDocument/2006/relationships/image" Target="../media/image972.png"/><Relationship Id="rId90" Type="http://schemas.openxmlformats.org/officeDocument/2006/relationships/customXml" Target="../ink/ink972.xml"/><Relationship Id="rId186" Type="http://schemas.openxmlformats.org/officeDocument/2006/relationships/customXml" Target="../ink/ink1020.xml"/><Relationship Id="rId351" Type="http://schemas.openxmlformats.org/officeDocument/2006/relationships/image" Target="../media/image853.png"/><Relationship Id="rId393" Type="http://schemas.openxmlformats.org/officeDocument/2006/relationships/image" Target="../media/image874.png"/><Relationship Id="rId407" Type="http://schemas.openxmlformats.org/officeDocument/2006/relationships/image" Target="../media/image881.png"/><Relationship Id="rId449" Type="http://schemas.openxmlformats.org/officeDocument/2006/relationships/image" Target="../media/image902.png"/><Relationship Id="rId614" Type="http://schemas.openxmlformats.org/officeDocument/2006/relationships/customXml" Target="../ink/ink1234.xml"/><Relationship Id="rId656" Type="http://schemas.openxmlformats.org/officeDocument/2006/relationships/customXml" Target="../ink/ink1255.xml"/><Relationship Id="rId211" Type="http://schemas.openxmlformats.org/officeDocument/2006/relationships/image" Target="../media/image783.png"/><Relationship Id="rId253" Type="http://schemas.openxmlformats.org/officeDocument/2006/relationships/image" Target="../media/image804.png"/><Relationship Id="rId295" Type="http://schemas.openxmlformats.org/officeDocument/2006/relationships/image" Target="../media/image825.png"/><Relationship Id="rId309" Type="http://schemas.openxmlformats.org/officeDocument/2006/relationships/image" Target="../media/image832.png"/><Relationship Id="rId460" Type="http://schemas.openxmlformats.org/officeDocument/2006/relationships/customXml" Target="../ink/ink1157.xml"/><Relationship Id="rId516" Type="http://schemas.openxmlformats.org/officeDocument/2006/relationships/customXml" Target="../ink/ink1185.xml"/><Relationship Id="rId48" Type="http://schemas.openxmlformats.org/officeDocument/2006/relationships/customXml" Target="../ink/ink951.xml"/><Relationship Id="rId113" Type="http://schemas.openxmlformats.org/officeDocument/2006/relationships/image" Target="../media/image734.png"/><Relationship Id="rId320" Type="http://schemas.openxmlformats.org/officeDocument/2006/relationships/customXml" Target="../ink/ink1087.xml"/><Relationship Id="rId558" Type="http://schemas.openxmlformats.org/officeDocument/2006/relationships/customXml" Target="../ink/ink1206.xml"/><Relationship Id="rId155" Type="http://schemas.openxmlformats.org/officeDocument/2006/relationships/image" Target="../media/image755.png"/><Relationship Id="rId197" Type="http://schemas.openxmlformats.org/officeDocument/2006/relationships/image" Target="../media/image776.png"/><Relationship Id="rId362" Type="http://schemas.openxmlformats.org/officeDocument/2006/relationships/customXml" Target="../ink/ink1108.xml"/><Relationship Id="rId418" Type="http://schemas.openxmlformats.org/officeDocument/2006/relationships/customXml" Target="../ink/ink1136.xml"/><Relationship Id="rId625" Type="http://schemas.openxmlformats.org/officeDocument/2006/relationships/image" Target="../media/image990.png"/><Relationship Id="rId222" Type="http://schemas.openxmlformats.org/officeDocument/2006/relationships/customXml" Target="../ink/ink1038.xml"/><Relationship Id="rId264" Type="http://schemas.openxmlformats.org/officeDocument/2006/relationships/customXml" Target="../ink/ink1059.xml"/><Relationship Id="rId471" Type="http://schemas.openxmlformats.org/officeDocument/2006/relationships/image" Target="../media/image913.png"/><Relationship Id="rId667" Type="http://schemas.openxmlformats.org/officeDocument/2006/relationships/image" Target="../media/image1011.png"/><Relationship Id="rId17" Type="http://schemas.openxmlformats.org/officeDocument/2006/relationships/image" Target="../media/image686.png"/><Relationship Id="rId59" Type="http://schemas.openxmlformats.org/officeDocument/2006/relationships/image" Target="../media/image707.png"/><Relationship Id="rId124" Type="http://schemas.openxmlformats.org/officeDocument/2006/relationships/customXml" Target="../ink/ink989.xml"/><Relationship Id="rId527" Type="http://schemas.openxmlformats.org/officeDocument/2006/relationships/image" Target="../media/image941.png"/><Relationship Id="rId569" Type="http://schemas.openxmlformats.org/officeDocument/2006/relationships/image" Target="../media/image962.png"/><Relationship Id="rId70" Type="http://schemas.openxmlformats.org/officeDocument/2006/relationships/customXml" Target="../ink/ink962.xml"/><Relationship Id="rId166" Type="http://schemas.openxmlformats.org/officeDocument/2006/relationships/customXml" Target="../ink/ink1010.xml"/><Relationship Id="rId331" Type="http://schemas.openxmlformats.org/officeDocument/2006/relationships/image" Target="../media/image843.png"/><Relationship Id="rId373" Type="http://schemas.openxmlformats.org/officeDocument/2006/relationships/image" Target="../media/image864.png"/><Relationship Id="rId429" Type="http://schemas.openxmlformats.org/officeDocument/2006/relationships/image" Target="../media/image892.png"/><Relationship Id="rId580" Type="http://schemas.openxmlformats.org/officeDocument/2006/relationships/customXml" Target="../ink/ink1217.xml"/><Relationship Id="rId636" Type="http://schemas.openxmlformats.org/officeDocument/2006/relationships/customXml" Target="../ink/ink1245.xml"/><Relationship Id="rId1" Type="http://schemas.openxmlformats.org/officeDocument/2006/relationships/slideLayout" Target="../slideLayouts/slideLayout2.xml"/><Relationship Id="rId233" Type="http://schemas.openxmlformats.org/officeDocument/2006/relationships/image" Target="../media/image794.png"/><Relationship Id="rId440" Type="http://schemas.openxmlformats.org/officeDocument/2006/relationships/customXml" Target="../ink/ink1147.xml"/><Relationship Id="rId678" Type="http://schemas.openxmlformats.org/officeDocument/2006/relationships/customXml" Target="../ink/ink1266.xml"/><Relationship Id="rId28" Type="http://schemas.openxmlformats.org/officeDocument/2006/relationships/customXml" Target="../ink/ink941.xml"/><Relationship Id="rId275" Type="http://schemas.openxmlformats.org/officeDocument/2006/relationships/image" Target="../media/image815.png"/><Relationship Id="rId300" Type="http://schemas.openxmlformats.org/officeDocument/2006/relationships/customXml" Target="../ink/ink1077.xml"/><Relationship Id="rId482" Type="http://schemas.openxmlformats.org/officeDocument/2006/relationships/customXml" Target="../ink/ink1168.xml"/><Relationship Id="rId538" Type="http://schemas.openxmlformats.org/officeDocument/2006/relationships/customXml" Target="../ink/ink1196.xml"/><Relationship Id="rId81" Type="http://schemas.openxmlformats.org/officeDocument/2006/relationships/image" Target="../media/image718.png"/><Relationship Id="rId135" Type="http://schemas.openxmlformats.org/officeDocument/2006/relationships/image" Target="../media/image745.png"/><Relationship Id="rId177" Type="http://schemas.openxmlformats.org/officeDocument/2006/relationships/image" Target="../media/image766.png"/><Relationship Id="rId342" Type="http://schemas.openxmlformats.org/officeDocument/2006/relationships/customXml" Target="../ink/ink1098.xml"/><Relationship Id="rId384" Type="http://schemas.openxmlformats.org/officeDocument/2006/relationships/customXml" Target="../ink/ink1119.xml"/><Relationship Id="rId591" Type="http://schemas.openxmlformats.org/officeDocument/2006/relationships/image" Target="../media/image973.png"/><Relationship Id="rId605" Type="http://schemas.openxmlformats.org/officeDocument/2006/relationships/image" Target="../media/image980.png"/><Relationship Id="rId202" Type="http://schemas.openxmlformats.org/officeDocument/2006/relationships/customXml" Target="../ink/ink1028.xml"/><Relationship Id="rId244" Type="http://schemas.openxmlformats.org/officeDocument/2006/relationships/customXml" Target="../ink/ink1049.xml"/><Relationship Id="rId647" Type="http://schemas.openxmlformats.org/officeDocument/2006/relationships/image" Target="../media/image1001.png"/><Relationship Id="rId689" Type="http://schemas.openxmlformats.org/officeDocument/2006/relationships/image" Target="../media/image1022.png"/><Relationship Id="rId39" Type="http://schemas.openxmlformats.org/officeDocument/2006/relationships/image" Target="../media/image697.png"/><Relationship Id="rId286" Type="http://schemas.openxmlformats.org/officeDocument/2006/relationships/customXml" Target="../ink/ink1070.xml"/><Relationship Id="rId451" Type="http://schemas.openxmlformats.org/officeDocument/2006/relationships/image" Target="../media/image903.png"/><Relationship Id="rId493" Type="http://schemas.openxmlformats.org/officeDocument/2006/relationships/image" Target="../media/image924.png"/><Relationship Id="rId507" Type="http://schemas.openxmlformats.org/officeDocument/2006/relationships/image" Target="../media/image931.png"/><Relationship Id="rId549" Type="http://schemas.openxmlformats.org/officeDocument/2006/relationships/image" Target="../media/image952.png"/><Relationship Id="rId50" Type="http://schemas.openxmlformats.org/officeDocument/2006/relationships/customXml" Target="../ink/ink952.xml"/><Relationship Id="rId104" Type="http://schemas.openxmlformats.org/officeDocument/2006/relationships/customXml" Target="../ink/ink979.xml"/><Relationship Id="rId146" Type="http://schemas.openxmlformats.org/officeDocument/2006/relationships/customXml" Target="../ink/ink1000.xml"/><Relationship Id="rId188" Type="http://schemas.openxmlformats.org/officeDocument/2006/relationships/customXml" Target="../ink/ink1021.xml"/><Relationship Id="rId311" Type="http://schemas.openxmlformats.org/officeDocument/2006/relationships/image" Target="../media/image833.png"/><Relationship Id="rId353" Type="http://schemas.openxmlformats.org/officeDocument/2006/relationships/image" Target="../media/image854.png"/><Relationship Id="rId395" Type="http://schemas.openxmlformats.org/officeDocument/2006/relationships/image" Target="../media/image875.png"/><Relationship Id="rId409" Type="http://schemas.openxmlformats.org/officeDocument/2006/relationships/image" Target="../media/image882.png"/><Relationship Id="rId560" Type="http://schemas.openxmlformats.org/officeDocument/2006/relationships/customXml" Target="../ink/ink1207.xml"/><Relationship Id="rId92" Type="http://schemas.openxmlformats.org/officeDocument/2006/relationships/customXml" Target="../ink/ink973.xml"/><Relationship Id="rId213" Type="http://schemas.openxmlformats.org/officeDocument/2006/relationships/image" Target="../media/image784.png"/><Relationship Id="rId420" Type="http://schemas.openxmlformats.org/officeDocument/2006/relationships/customXml" Target="../ink/ink1137.xml"/><Relationship Id="rId616" Type="http://schemas.openxmlformats.org/officeDocument/2006/relationships/customXml" Target="../ink/ink1235.xml"/><Relationship Id="rId658" Type="http://schemas.openxmlformats.org/officeDocument/2006/relationships/customXml" Target="../ink/ink1256.xml"/><Relationship Id="rId255" Type="http://schemas.openxmlformats.org/officeDocument/2006/relationships/image" Target="../media/image805.png"/><Relationship Id="rId297" Type="http://schemas.openxmlformats.org/officeDocument/2006/relationships/image" Target="../media/image826.png"/><Relationship Id="rId462" Type="http://schemas.openxmlformats.org/officeDocument/2006/relationships/customXml" Target="../ink/ink1158.xml"/><Relationship Id="rId518" Type="http://schemas.openxmlformats.org/officeDocument/2006/relationships/customXml" Target="../ink/ink1186.xml"/><Relationship Id="rId115" Type="http://schemas.openxmlformats.org/officeDocument/2006/relationships/image" Target="../media/image735.png"/><Relationship Id="rId157" Type="http://schemas.openxmlformats.org/officeDocument/2006/relationships/image" Target="../media/image756.png"/><Relationship Id="rId322" Type="http://schemas.openxmlformats.org/officeDocument/2006/relationships/customXml" Target="../ink/ink1088.xml"/><Relationship Id="rId364" Type="http://schemas.openxmlformats.org/officeDocument/2006/relationships/customXml" Target="../ink/ink1109.xml"/><Relationship Id="rId61" Type="http://schemas.openxmlformats.org/officeDocument/2006/relationships/image" Target="../media/image708.png"/><Relationship Id="rId199" Type="http://schemas.openxmlformats.org/officeDocument/2006/relationships/image" Target="../media/image777.png"/><Relationship Id="rId571" Type="http://schemas.openxmlformats.org/officeDocument/2006/relationships/image" Target="../media/image963.png"/><Relationship Id="rId627" Type="http://schemas.openxmlformats.org/officeDocument/2006/relationships/image" Target="../media/image991.png"/><Relationship Id="rId669" Type="http://schemas.openxmlformats.org/officeDocument/2006/relationships/image" Target="../media/image1012.png"/><Relationship Id="rId19" Type="http://schemas.openxmlformats.org/officeDocument/2006/relationships/image" Target="../media/image687.png"/><Relationship Id="rId224" Type="http://schemas.openxmlformats.org/officeDocument/2006/relationships/customXml" Target="../ink/ink1039.xml"/><Relationship Id="rId266" Type="http://schemas.openxmlformats.org/officeDocument/2006/relationships/customXml" Target="../ink/ink1060.xml"/><Relationship Id="rId431" Type="http://schemas.openxmlformats.org/officeDocument/2006/relationships/image" Target="../media/image893.png"/><Relationship Id="rId473" Type="http://schemas.openxmlformats.org/officeDocument/2006/relationships/image" Target="../media/image914.png"/><Relationship Id="rId529" Type="http://schemas.openxmlformats.org/officeDocument/2006/relationships/image" Target="../media/image942.png"/><Relationship Id="rId680" Type="http://schemas.openxmlformats.org/officeDocument/2006/relationships/customXml" Target="../ink/ink1267.xml"/><Relationship Id="rId30" Type="http://schemas.openxmlformats.org/officeDocument/2006/relationships/customXml" Target="../ink/ink942.xml"/><Relationship Id="rId126" Type="http://schemas.openxmlformats.org/officeDocument/2006/relationships/customXml" Target="../ink/ink990.xml"/><Relationship Id="rId168" Type="http://schemas.openxmlformats.org/officeDocument/2006/relationships/customXml" Target="../ink/ink1011.xml"/><Relationship Id="rId333" Type="http://schemas.openxmlformats.org/officeDocument/2006/relationships/image" Target="../media/image844.png"/><Relationship Id="rId540" Type="http://schemas.openxmlformats.org/officeDocument/2006/relationships/customXml" Target="../ink/ink1197.xml"/><Relationship Id="rId72" Type="http://schemas.openxmlformats.org/officeDocument/2006/relationships/customXml" Target="../ink/ink963.xml"/><Relationship Id="rId375" Type="http://schemas.openxmlformats.org/officeDocument/2006/relationships/image" Target="../media/image865.png"/><Relationship Id="rId582" Type="http://schemas.openxmlformats.org/officeDocument/2006/relationships/customXml" Target="../ink/ink1218.xml"/><Relationship Id="rId638" Type="http://schemas.openxmlformats.org/officeDocument/2006/relationships/customXml" Target="../ink/ink1246.xml"/><Relationship Id="rId3" Type="http://schemas.openxmlformats.org/officeDocument/2006/relationships/image" Target="../media/image679.png"/><Relationship Id="rId235" Type="http://schemas.openxmlformats.org/officeDocument/2006/relationships/image" Target="../media/image795.png"/><Relationship Id="rId277" Type="http://schemas.openxmlformats.org/officeDocument/2006/relationships/image" Target="../media/image816.png"/><Relationship Id="rId400" Type="http://schemas.openxmlformats.org/officeDocument/2006/relationships/customXml" Target="../ink/ink1127.xml"/><Relationship Id="rId442" Type="http://schemas.openxmlformats.org/officeDocument/2006/relationships/customXml" Target="../ink/ink1148.xml"/><Relationship Id="rId484" Type="http://schemas.openxmlformats.org/officeDocument/2006/relationships/customXml" Target="../ink/ink1169.xml"/><Relationship Id="rId137" Type="http://schemas.openxmlformats.org/officeDocument/2006/relationships/image" Target="../media/image746.png"/><Relationship Id="rId302" Type="http://schemas.openxmlformats.org/officeDocument/2006/relationships/customXml" Target="../ink/ink1078.xml"/><Relationship Id="rId344" Type="http://schemas.openxmlformats.org/officeDocument/2006/relationships/customXml" Target="../ink/ink1099.xml"/><Relationship Id="rId691" Type="http://schemas.openxmlformats.org/officeDocument/2006/relationships/image" Target="../media/image1023.png"/><Relationship Id="rId41" Type="http://schemas.openxmlformats.org/officeDocument/2006/relationships/image" Target="../media/image698.png"/><Relationship Id="rId83" Type="http://schemas.openxmlformats.org/officeDocument/2006/relationships/image" Target="../media/image719.png"/><Relationship Id="rId179" Type="http://schemas.openxmlformats.org/officeDocument/2006/relationships/image" Target="../media/image767.png"/><Relationship Id="rId386" Type="http://schemas.openxmlformats.org/officeDocument/2006/relationships/customXml" Target="../ink/ink1120.xml"/><Relationship Id="rId551" Type="http://schemas.openxmlformats.org/officeDocument/2006/relationships/image" Target="../media/image953.png"/><Relationship Id="rId593" Type="http://schemas.openxmlformats.org/officeDocument/2006/relationships/image" Target="../media/image974.png"/><Relationship Id="rId607" Type="http://schemas.openxmlformats.org/officeDocument/2006/relationships/image" Target="../media/image981.png"/><Relationship Id="rId649" Type="http://schemas.openxmlformats.org/officeDocument/2006/relationships/image" Target="../media/image1002.png"/><Relationship Id="rId190" Type="http://schemas.openxmlformats.org/officeDocument/2006/relationships/customXml" Target="../ink/ink1022.xml"/><Relationship Id="rId204" Type="http://schemas.openxmlformats.org/officeDocument/2006/relationships/customXml" Target="../ink/ink1029.xml"/><Relationship Id="rId246" Type="http://schemas.openxmlformats.org/officeDocument/2006/relationships/customXml" Target="../ink/ink1050.xml"/><Relationship Id="rId288" Type="http://schemas.openxmlformats.org/officeDocument/2006/relationships/customXml" Target="../ink/ink1071.xml"/><Relationship Id="rId411" Type="http://schemas.openxmlformats.org/officeDocument/2006/relationships/image" Target="../media/image883.png"/><Relationship Id="rId453" Type="http://schemas.openxmlformats.org/officeDocument/2006/relationships/image" Target="../media/image904.png"/><Relationship Id="rId509" Type="http://schemas.openxmlformats.org/officeDocument/2006/relationships/image" Target="../media/image932.png"/><Relationship Id="rId660" Type="http://schemas.openxmlformats.org/officeDocument/2006/relationships/customXml" Target="../ink/ink1257.xml"/><Relationship Id="rId106" Type="http://schemas.openxmlformats.org/officeDocument/2006/relationships/customXml" Target="../ink/ink980.xml"/><Relationship Id="rId313" Type="http://schemas.openxmlformats.org/officeDocument/2006/relationships/image" Target="../media/image834.png"/><Relationship Id="rId495" Type="http://schemas.openxmlformats.org/officeDocument/2006/relationships/image" Target="../media/image925.png"/><Relationship Id="rId10" Type="http://schemas.openxmlformats.org/officeDocument/2006/relationships/customXml" Target="../ink/ink932.xml"/><Relationship Id="rId52" Type="http://schemas.openxmlformats.org/officeDocument/2006/relationships/customXml" Target="../ink/ink953.xml"/><Relationship Id="rId94" Type="http://schemas.openxmlformats.org/officeDocument/2006/relationships/customXml" Target="../ink/ink974.xml"/><Relationship Id="rId148" Type="http://schemas.openxmlformats.org/officeDocument/2006/relationships/customXml" Target="../ink/ink1001.xml"/><Relationship Id="rId355" Type="http://schemas.openxmlformats.org/officeDocument/2006/relationships/image" Target="../media/image855.png"/><Relationship Id="rId397" Type="http://schemas.openxmlformats.org/officeDocument/2006/relationships/image" Target="../media/image876.png"/><Relationship Id="rId520" Type="http://schemas.openxmlformats.org/officeDocument/2006/relationships/customXml" Target="../ink/ink1187.xml"/><Relationship Id="rId562" Type="http://schemas.openxmlformats.org/officeDocument/2006/relationships/customXml" Target="../ink/ink1208.xml"/><Relationship Id="rId618" Type="http://schemas.openxmlformats.org/officeDocument/2006/relationships/customXml" Target="../ink/ink1236.xml"/><Relationship Id="rId215" Type="http://schemas.openxmlformats.org/officeDocument/2006/relationships/image" Target="../media/image785.png"/><Relationship Id="rId257" Type="http://schemas.openxmlformats.org/officeDocument/2006/relationships/image" Target="../media/image806.png"/><Relationship Id="rId422" Type="http://schemas.openxmlformats.org/officeDocument/2006/relationships/customXml" Target="../ink/ink1138.xml"/><Relationship Id="rId464" Type="http://schemas.openxmlformats.org/officeDocument/2006/relationships/customXml" Target="../ink/ink1159.xml"/><Relationship Id="rId299" Type="http://schemas.openxmlformats.org/officeDocument/2006/relationships/image" Target="../media/image827.png"/><Relationship Id="rId63" Type="http://schemas.openxmlformats.org/officeDocument/2006/relationships/image" Target="../media/image709.png"/><Relationship Id="rId159" Type="http://schemas.openxmlformats.org/officeDocument/2006/relationships/image" Target="../media/image757.png"/><Relationship Id="rId366" Type="http://schemas.openxmlformats.org/officeDocument/2006/relationships/customXml" Target="../ink/ink1110.xml"/><Relationship Id="rId573" Type="http://schemas.openxmlformats.org/officeDocument/2006/relationships/image" Target="../media/image964.png"/><Relationship Id="rId226" Type="http://schemas.openxmlformats.org/officeDocument/2006/relationships/customXml" Target="../ink/ink1040.xml"/><Relationship Id="rId433" Type="http://schemas.openxmlformats.org/officeDocument/2006/relationships/image" Target="../media/image894.png"/><Relationship Id="rId640" Type="http://schemas.openxmlformats.org/officeDocument/2006/relationships/customXml" Target="../ink/ink1247.xml"/><Relationship Id="rId74" Type="http://schemas.openxmlformats.org/officeDocument/2006/relationships/customXml" Target="../ink/ink964.xml"/><Relationship Id="rId377" Type="http://schemas.openxmlformats.org/officeDocument/2006/relationships/image" Target="../media/image866.png"/><Relationship Id="rId500" Type="http://schemas.openxmlformats.org/officeDocument/2006/relationships/customXml" Target="../ink/ink1177.xml"/><Relationship Id="rId584" Type="http://schemas.openxmlformats.org/officeDocument/2006/relationships/customXml" Target="../ink/ink1219.xml"/><Relationship Id="rId5" Type="http://schemas.openxmlformats.org/officeDocument/2006/relationships/image" Target="../media/image680.png"/><Relationship Id="rId237" Type="http://schemas.openxmlformats.org/officeDocument/2006/relationships/image" Target="../media/image796.png"/><Relationship Id="rId444" Type="http://schemas.openxmlformats.org/officeDocument/2006/relationships/customXml" Target="../ink/ink1149.xml"/><Relationship Id="rId651" Type="http://schemas.openxmlformats.org/officeDocument/2006/relationships/image" Target="../media/image1003.png"/><Relationship Id="rId290" Type="http://schemas.openxmlformats.org/officeDocument/2006/relationships/customXml" Target="../ink/ink1072.xml"/><Relationship Id="rId304" Type="http://schemas.openxmlformats.org/officeDocument/2006/relationships/customXml" Target="../ink/ink1079.xml"/><Relationship Id="rId388" Type="http://schemas.openxmlformats.org/officeDocument/2006/relationships/customXml" Target="../ink/ink1121.xml"/><Relationship Id="rId511" Type="http://schemas.openxmlformats.org/officeDocument/2006/relationships/image" Target="../media/image933.png"/><Relationship Id="rId609" Type="http://schemas.openxmlformats.org/officeDocument/2006/relationships/image" Target="../media/image982.png"/><Relationship Id="rId85" Type="http://schemas.openxmlformats.org/officeDocument/2006/relationships/image" Target="../media/image720.png"/><Relationship Id="rId150" Type="http://schemas.openxmlformats.org/officeDocument/2006/relationships/customXml" Target="../ink/ink1002.xml"/><Relationship Id="rId595" Type="http://schemas.openxmlformats.org/officeDocument/2006/relationships/image" Target="../media/image975.png"/><Relationship Id="rId248" Type="http://schemas.openxmlformats.org/officeDocument/2006/relationships/customXml" Target="../ink/ink1051.xml"/><Relationship Id="rId455" Type="http://schemas.openxmlformats.org/officeDocument/2006/relationships/image" Target="../media/image905.png"/><Relationship Id="rId662" Type="http://schemas.openxmlformats.org/officeDocument/2006/relationships/customXml" Target="../ink/ink1258.xml"/><Relationship Id="rId12" Type="http://schemas.openxmlformats.org/officeDocument/2006/relationships/customXml" Target="../ink/ink933.xml"/><Relationship Id="rId108" Type="http://schemas.openxmlformats.org/officeDocument/2006/relationships/customXml" Target="../ink/ink981.xml"/><Relationship Id="rId315" Type="http://schemas.openxmlformats.org/officeDocument/2006/relationships/image" Target="../media/image835.png"/><Relationship Id="rId522" Type="http://schemas.openxmlformats.org/officeDocument/2006/relationships/customXml" Target="../ink/ink1188.xml"/><Relationship Id="rId96" Type="http://schemas.openxmlformats.org/officeDocument/2006/relationships/customXml" Target="../ink/ink975.xml"/><Relationship Id="rId161" Type="http://schemas.openxmlformats.org/officeDocument/2006/relationships/image" Target="../media/image758.png"/><Relationship Id="rId399" Type="http://schemas.openxmlformats.org/officeDocument/2006/relationships/image" Target="../media/image877.png"/><Relationship Id="rId259" Type="http://schemas.openxmlformats.org/officeDocument/2006/relationships/image" Target="../media/image807.png"/><Relationship Id="rId466" Type="http://schemas.openxmlformats.org/officeDocument/2006/relationships/customXml" Target="../ink/ink1160.xml"/><Relationship Id="rId673" Type="http://schemas.openxmlformats.org/officeDocument/2006/relationships/image" Target="../media/image1014.png"/><Relationship Id="rId23" Type="http://schemas.openxmlformats.org/officeDocument/2006/relationships/image" Target="../media/image689.png"/><Relationship Id="rId119" Type="http://schemas.openxmlformats.org/officeDocument/2006/relationships/image" Target="../media/image737.png"/><Relationship Id="rId326" Type="http://schemas.openxmlformats.org/officeDocument/2006/relationships/customXml" Target="../ink/ink1090.xml"/><Relationship Id="rId533" Type="http://schemas.openxmlformats.org/officeDocument/2006/relationships/image" Target="../media/image944.png"/><Relationship Id="rId172" Type="http://schemas.openxmlformats.org/officeDocument/2006/relationships/customXml" Target="../ink/ink1013.xml"/><Relationship Id="rId477" Type="http://schemas.openxmlformats.org/officeDocument/2006/relationships/image" Target="../media/image916.png"/><Relationship Id="rId600" Type="http://schemas.openxmlformats.org/officeDocument/2006/relationships/customXml" Target="../ink/ink1227.xml"/><Relationship Id="rId684" Type="http://schemas.openxmlformats.org/officeDocument/2006/relationships/customXml" Target="../ink/ink1269.xml"/><Relationship Id="rId337" Type="http://schemas.openxmlformats.org/officeDocument/2006/relationships/image" Target="../media/image846.png"/><Relationship Id="rId34" Type="http://schemas.openxmlformats.org/officeDocument/2006/relationships/customXml" Target="../ink/ink944.xml"/><Relationship Id="rId544" Type="http://schemas.openxmlformats.org/officeDocument/2006/relationships/customXml" Target="../ink/ink1199.xml"/><Relationship Id="rId183" Type="http://schemas.openxmlformats.org/officeDocument/2006/relationships/image" Target="../media/image769.png"/><Relationship Id="rId390" Type="http://schemas.openxmlformats.org/officeDocument/2006/relationships/customXml" Target="../ink/ink1122.xml"/><Relationship Id="rId404" Type="http://schemas.openxmlformats.org/officeDocument/2006/relationships/customXml" Target="../ink/ink1129.xml"/><Relationship Id="rId611" Type="http://schemas.openxmlformats.org/officeDocument/2006/relationships/image" Target="../media/image983.png"/><Relationship Id="rId250" Type="http://schemas.openxmlformats.org/officeDocument/2006/relationships/customXml" Target="../ink/ink1052.xml"/><Relationship Id="rId488" Type="http://schemas.openxmlformats.org/officeDocument/2006/relationships/customXml" Target="../ink/ink1171.xml"/><Relationship Id="rId45" Type="http://schemas.openxmlformats.org/officeDocument/2006/relationships/image" Target="../media/image700.png"/><Relationship Id="rId110" Type="http://schemas.openxmlformats.org/officeDocument/2006/relationships/customXml" Target="../ink/ink982.xml"/><Relationship Id="rId348" Type="http://schemas.openxmlformats.org/officeDocument/2006/relationships/customXml" Target="../ink/ink1101.xml"/><Relationship Id="rId555" Type="http://schemas.openxmlformats.org/officeDocument/2006/relationships/image" Target="../media/image955.png"/><Relationship Id="rId194" Type="http://schemas.openxmlformats.org/officeDocument/2006/relationships/customXml" Target="../ink/ink1024.xml"/><Relationship Id="rId208" Type="http://schemas.openxmlformats.org/officeDocument/2006/relationships/customXml" Target="../ink/ink1031.xml"/><Relationship Id="rId415" Type="http://schemas.openxmlformats.org/officeDocument/2006/relationships/image" Target="../media/image885.png"/><Relationship Id="rId622" Type="http://schemas.openxmlformats.org/officeDocument/2006/relationships/customXml" Target="../ink/ink1238.xml"/><Relationship Id="rId261" Type="http://schemas.openxmlformats.org/officeDocument/2006/relationships/image" Target="../media/image808.png"/><Relationship Id="rId499" Type="http://schemas.openxmlformats.org/officeDocument/2006/relationships/image" Target="../media/image927.png"/><Relationship Id="rId56" Type="http://schemas.openxmlformats.org/officeDocument/2006/relationships/customXml" Target="../ink/ink955.xml"/><Relationship Id="rId359" Type="http://schemas.openxmlformats.org/officeDocument/2006/relationships/image" Target="../media/image857.png"/><Relationship Id="rId566" Type="http://schemas.openxmlformats.org/officeDocument/2006/relationships/customXml" Target="../ink/ink1210.xml"/><Relationship Id="rId121" Type="http://schemas.openxmlformats.org/officeDocument/2006/relationships/image" Target="../media/image738.png"/><Relationship Id="rId219" Type="http://schemas.openxmlformats.org/officeDocument/2006/relationships/image" Target="../media/image787.png"/><Relationship Id="rId426" Type="http://schemas.openxmlformats.org/officeDocument/2006/relationships/customXml" Target="../ink/ink1140.xml"/><Relationship Id="rId633" Type="http://schemas.openxmlformats.org/officeDocument/2006/relationships/image" Target="../media/image994.png"/><Relationship Id="rId67" Type="http://schemas.openxmlformats.org/officeDocument/2006/relationships/image" Target="../media/image711.png"/><Relationship Id="rId272" Type="http://schemas.openxmlformats.org/officeDocument/2006/relationships/customXml" Target="../ink/ink1063.xml"/><Relationship Id="rId577" Type="http://schemas.openxmlformats.org/officeDocument/2006/relationships/image" Target="../media/image966.png"/><Relationship Id="rId132" Type="http://schemas.openxmlformats.org/officeDocument/2006/relationships/customXml" Target="../ink/ink993.xml"/><Relationship Id="rId437" Type="http://schemas.openxmlformats.org/officeDocument/2006/relationships/image" Target="../media/image896.png"/><Relationship Id="rId644" Type="http://schemas.openxmlformats.org/officeDocument/2006/relationships/customXml" Target="../ink/ink1249.xml"/><Relationship Id="rId283" Type="http://schemas.openxmlformats.org/officeDocument/2006/relationships/image" Target="../media/image819.png"/><Relationship Id="rId490" Type="http://schemas.openxmlformats.org/officeDocument/2006/relationships/customXml" Target="../ink/ink1172.xml"/><Relationship Id="rId504" Type="http://schemas.openxmlformats.org/officeDocument/2006/relationships/customXml" Target="../ink/ink1179.xml"/><Relationship Id="rId78" Type="http://schemas.openxmlformats.org/officeDocument/2006/relationships/customXml" Target="../ink/ink966.xml"/><Relationship Id="rId143" Type="http://schemas.openxmlformats.org/officeDocument/2006/relationships/image" Target="../media/image749.png"/><Relationship Id="rId350" Type="http://schemas.openxmlformats.org/officeDocument/2006/relationships/customXml" Target="../ink/ink1102.xml"/><Relationship Id="rId588" Type="http://schemas.openxmlformats.org/officeDocument/2006/relationships/customXml" Target="../ink/ink1221.xml"/><Relationship Id="rId9" Type="http://schemas.openxmlformats.org/officeDocument/2006/relationships/image" Target="../media/image682.png"/><Relationship Id="rId210" Type="http://schemas.openxmlformats.org/officeDocument/2006/relationships/customXml" Target="../ink/ink1032.xml"/><Relationship Id="rId448" Type="http://schemas.openxmlformats.org/officeDocument/2006/relationships/customXml" Target="../ink/ink1151.xml"/><Relationship Id="rId655" Type="http://schemas.openxmlformats.org/officeDocument/2006/relationships/image" Target="../media/image1005.png"/><Relationship Id="rId294" Type="http://schemas.openxmlformats.org/officeDocument/2006/relationships/customXml" Target="../ink/ink1074.xml"/><Relationship Id="rId308" Type="http://schemas.openxmlformats.org/officeDocument/2006/relationships/customXml" Target="../ink/ink1081.xml"/><Relationship Id="rId515" Type="http://schemas.openxmlformats.org/officeDocument/2006/relationships/image" Target="../media/image935.png"/><Relationship Id="rId89" Type="http://schemas.openxmlformats.org/officeDocument/2006/relationships/image" Target="../media/image722.png"/><Relationship Id="rId154" Type="http://schemas.openxmlformats.org/officeDocument/2006/relationships/customXml" Target="../ink/ink1004.xml"/><Relationship Id="rId361" Type="http://schemas.openxmlformats.org/officeDocument/2006/relationships/image" Target="../media/image858.png"/><Relationship Id="rId599" Type="http://schemas.openxmlformats.org/officeDocument/2006/relationships/image" Target="../media/image977.png"/><Relationship Id="rId459" Type="http://schemas.openxmlformats.org/officeDocument/2006/relationships/image" Target="../media/image907.png"/><Relationship Id="rId666" Type="http://schemas.openxmlformats.org/officeDocument/2006/relationships/customXml" Target="../ink/ink1260.xml"/><Relationship Id="rId16" Type="http://schemas.openxmlformats.org/officeDocument/2006/relationships/customXml" Target="../ink/ink935.xml"/><Relationship Id="rId221" Type="http://schemas.openxmlformats.org/officeDocument/2006/relationships/image" Target="../media/image788.png"/><Relationship Id="rId319" Type="http://schemas.openxmlformats.org/officeDocument/2006/relationships/image" Target="../media/image837.png"/><Relationship Id="rId526" Type="http://schemas.openxmlformats.org/officeDocument/2006/relationships/customXml" Target="../ink/ink1190.xml"/><Relationship Id="rId165" Type="http://schemas.openxmlformats.org/officeDocument/2006/relationships/image" Target="../media/image760.png"/><Relationship Id="rId372" Type="http://schemas.openxmlformats.org/officeDocument/2006/relationships/customXml" Target="../ink/ink1113.xml"/><Relationship Id="rId677" Type="http://schemas.openxmlformats.org/officeDocument/2006/relationships/image" Target="../media/image1016.png"/><Relationship Id="rId232" Type="http://schemas.openxmlformats.org/officeDocument/2006/relationships/customXml" Target="../ink/ink1043.xml"/><Relationship Id="rId27" Type="http://schemas.openxmlformats.org/officeDocument/2006/relationships/image" Target="../media/image691.png"/><Relationship Id="rId537" Type="http://schemas.openxmlformats.org/officeDocument/2006/relationships/image" Target="../media/image946.png"/><Relationship Id="rId80" Type="http://schemas.openxmlformats.org/officeDocument/2006/relationships/customXml" Target="../ink/ink967.xml"/><Relationship Id="rId176" Type="http://schemas.openxmlformats.org/officeDocument/2006/relationships/customXml" Target="../ink/ink1015.xml"/><Relationship Id="rId383" Type="http://schemas.openxmlformats.org/officeDocument/2006/relationships/image" Target="../media/image869.png"/><Relationship Id="rId590" Type="http://schemas.openxmlformats.org/officeDocument/2006/relationships/customXml" Target="../ink/ink1222.xml"/><Relationship Id="rId604" Type="http://schemas.openxmlformats.org/officeDocument/2006/relationships/customXml" Target="../ink/ink1229.xml"/><Relationship Id="rId243" Type="http://schemas.openxmlformats.org/officeDocument/2006/relationships/image" Target="../media/image799.png"/><Relationship Id="rId450" Type="http://schemas.openxmlformats.org/officeDocument/2006/relationships/customXml" Target="../ink/ink1152.xml"/><Relationship Id="rId688" Type="http://schemas.openxmlformats.org/officeDocument/2006/relationships/customXml" Target="../ink/ink1271.xml"/><Relationship Id="rId38" Type="http://schemas.openxmlformats.org/officeDocument/2006/relationships/customXml" Target="../ink/ink946.xml"/><Relationship Id="rId103" Type="http://schemas.openxmlformats.org/officeDocument/2006/relationships/image" Target="../media/image729.png"/><Relationship Id="rId310" Type="http://schemas.openxmlformats.org/officeDocument/2006/relationships/customXml" Target="../ink/ink1082.xml"/><Relationship Id="rId548" Type="http://schemas.openxmlformats.org/officeDocument/2006/relationships/customXml" Target="../ink/ink1201.xml"/><Relationship Id="rId91" Type="http://schemas.openxmlformats.org/officeDocument/2006/relationships/image" Target="../media/image723.png"/><Relationship Id="rId187" Type="http://schemas.openxmlformats.org/officeDocument/2006/relationships/image" Target="../media/image771.png"/><Relationship Id="rId394" Type="http://schemas.openxmlformats.org/officeDocument/2006/relationships/customXml" Target="../ink/ink1124.xml"/><Relationship Id="rId408" Type="http://schemas.openxmlformats.org/officeDocument/2006/relationships/customXml" Target="../ink/ink1131.xml"/><Relationship Id="rId615" Type="http://schemas.openxmlformats.org/officeDocument/2006/relationships/image" Target="../media/image985.png"/><Relationship Id="rId254" Type="http://schemas.openxmlformats.org/officeDocument/2006/relationships/customXml" Target="../ink/ink1054.xml"/><Relationship Id="rId49" Type="http://schemas.openxmlformats.org/officeDocument/2006/relationships/image" Target="../media/image702.png"/><Relationship Id="rId114" Type="http://schemas.openxmlformats.org/officeDocument/2006/relationships/customXml" Target="../ink/ink984.xml"/><Relationship Id="rId461" Type="http://schemas.openxmlformats.org/officeDocument/2006/relationships/image" Target="../media/image908.png"/><Relationship Id="rId559" Type="http://schemas.openxmlformats.org/officeDocument/2006/relationships/image" Target="../media/image957.png"/></Relationships>
</file>

<file path=ppt/slides/_rels/slide17.xml.rels><?xml version="1.0" encoding="UTF-8" standalone="yes"?>
<Relationships xmlns="http://schemas.openxmlformats.org/package/2006/relationships"><Relationship Id="rId117" Type="http://schemas.openxmlformats.org/officeDocument/2006/relationships/image" Target="../media/image5050.png"/><Relationship Id="rId21" Type="http://schemas.openxmlformats.org/officeDocument/2006/relationships/image" Target="../media/image4570.png"/><Relationship Id="rId324" Type="http://schemas.openxmlformats.org/officeDocument/2006/relationships/customXml" Target="../ink/ink1435.xml"/><Relationship Id="rId531" Type="http://schemas.openxmlformats.org/officeDocument/2006/relationships/image" Target="../media/image7120.png"/><Relationship Id="rId170" Type="http://schemas.openxmlformats.org/officeDocument/2006/relationships/customXml" Target="../ink/ink1358.xml"/><Relationship Id="rId268" Type="http://schemas.openxmlformats.org/officeDocument/2006/relationships/customXml" Target="../ink/ink1407.xml"/><Relationship Id="rId475" Type="http://schemas.openxmlformats.org/officeDocument/2006/relationships/image" Target="../media/image6840.png"/><Relationship Id="rId32" Type="http://schemas.openxmlformats.org/officeDocument/2006/relationships/customXml" Target="../ink/ink1289.xml"/><Relationship Id="rId128" Type="http://schemas.openxmlformats.org/officeDocument/2006/relationships/customXml" Target="../ink/ink1337.xml"/><Relationship Id="rId335" Type="http://schemas.openxmlformats.org/officeDocument/2006/relationships/image" Target="../media/image6140.png"/><Relationship Id="rId542" Type="http://schemas.openxmlformats.org/officeDocument/2006/relationships/customXml" Target="../ink/ink1544.xml"/><Relationship Id="rId181" Type="http://schemas.openxmlformats.org/officeDocument/2006/relationships/image" Target="../media/image5370.png"/><Relationship Id="rId402" Type="http://schemas.openxmlformats.org/officeDocument/2006/relationships/customXml" Target="../ink/ink1474.xml"/><Relationship Id="rId279" Type="http://schemas.openxmlformats.org/officeDocument/2006/relationships/image" Target="../media/image5860.png"/><Relationship Id="rId486" Type="http://schemas.openxmlformats.org/officeDocument/2006/relationships/customXml" Target="../ink/ink1516.xml"/><Relationship Id="rId43" Type="http://schemas.openxmlformats.org/officeDocument/2006/relationships/image" Target="../media/image4680.png"/><Relationship Id="rId139" Type="http://schemas.openxmlformats.org/officeDocument/2006/relationships/image" Target="../media/image5160.png"/><Relationship Id="rId346" Type="http://schemas.openxmlformats.org/officeDocument/2006/relationships/customXml" Target="../ink/ink1446.xml"/><Relationship Id="rId553" Type="http://schemas.openxmlformats.org/officeDocument/2006/relationships/image" Target="../media/image7230.png"/><Relationship Id="rId192" Type="http://schemas.openxmlformats.org/officeDocument/2006/relationships/customXml" Target="../ink/ink1369.xml"/><Relationship Id="rId206" Type="http://schemas.openxmlformats.org/officeDocument/2006/relationships/customXml" Target="../ink/ink1376.xml"/><Relationship Id="rId413" Type="http://schemas.openxmlformats.org/officeDocument/2006/relationships/image" Target="../media/image6530.png"/><Relationship Id="rId497" Type="http://schemas.openxmlformats.org/officeDocument/2006/relationships/image" Target="../media/image6950.png"/><Relationship Id="rId357" Type="http://schemas.openxmlformats.org/officeDocument/2006/relationships/image" Target="../media/image6250.png"/><Relationship Id="rId54" Type="http://schemas.openxmlformats.org/officeDocument/2006/relationships/customXml" Target="../ink/ink1300.xml"/><Relationship Id="rId217" Type="http://schemas.openxmlformats.org/officeDocument/2006/relationships/image" Target="../media/image5550.png"/><Relationship Id="rId564" Type="http://schemas.openxmlformats.org/officeDocument/2006/relationships/customXml" Target="../ink/ink1555.xml"/><Relationship Id="rId424" Type="http://schemas.openxmlformats.org/officeDocument/2006/relationships/customXml" Target="../ink/ink1485.xml"/><Relationship Id="rId270" Type="http://schemas.openxmlformats.org/officeDocument/2006/relationships/customXml" Target="../ink/ink1408.xml"/><Relationship Id="rId65" Type="http://schemas.openxmlformats.org/officeDocument/2006/relationships/image" Target="../media/image4790.png"/><Relationship Id="rId130" Type="http://schemas.openxmlformats.org/officeDocument/2006/relationships/customXml" Target="../ink/ink1338.xml"/><Relationship Id="rId368" Type="http://schemas.openxmlformats.org/officeDocument/2006/relationships/customXml" Target="../ink/ink1457.xml"/><Relationship Id="rId172" Type="http://schemas.openxmlformats.org/officeDocument/2006/relationships/customXml" Target="../ink/ink1359.xml"/><Relationship Id="rId228" Type="http://schemas.openxmlformats.org/officeDocument/2006/relationships/customXml" Target="../ink/ink1387.xml"/><Relationship Id="rId435" Type="http://schemas.openxmlformats.org/officeDocument/2006/relationships/image" Target="../media/image6640.png"/><Relationship Id="rId477" Type="http://schemas.openxmlformats.org/officeDocument/2006/relationships/image" Target="../media/image6850.png"/><Relationship Id="rId281" Type="http://schemas.openxmlformats.org/officeDocument/2006/relationships/image" Target="../media/image5870.png"/><Relationship Id="rId337" Type="http://schemas.openxmlformats.org/officeDocument/2006/relationships/image" Target="../media/image6150.png"/><Relationship Id="rId502" Type="http://schemas.openxmlformats.org/officeDocument/2006/relationships/customXml" Target="../ink/ink1524.xml"/><Relationship Id="rId34" Type="http://schemas.openxmlformats.org/officeDocument/2006/relationships/customXml" Target="../ink/ink1290.xml"/><Relationship Id="rId76" Type="http://schemas.openxmlformats.org/officeDocument/2006/relationships/customXml" Target="../ink/ink1311.xml"/><Relationship Id="rId141" Type="http://schemas.openxmlformats.org/officeDocument/2006/relationships/image" Target="../media/image5170.png"/><Relationship Id="rId379" Type="http://schemas.openxmlformats.org/officeDocument/2006/relationships/image" Target="../media/image6360.png"/><Relationship Id="rId544" Type="http://schemas.openxmlformats.org/officeDocument/2006/relationships/customXml" Target="../ink/ink1545.xml"/><Relationship Id="rId7" Type="http://schemas.openxmlformats.org/officeDocument/2006/relationships/image" Target="../media/image3860.png"/><Relationship Id="rId183" Type="http://schemas.openxmlformats.org/officeDocument/2006/relationships/image" Target="../media/image5380.png"/><Relationship Id="rId239" Type="http://schemas.openxmlformats.org/officeDocument/2006/relationships/image" Target="../media/image5660.png"/><Relationship Id="rId390" Type="http://schemas.openxmlformats.org/officeDocument/2006/relationships/customXml" Target="../ink/ink1468.xml"/><Relationship Id="rId404" Type="http://schemas.openxmlformats.org/officeDocument/2006/relationships/customXml" Target="../ink/ink1475.xml"/><Relationship Id="rId446" Type="http://schemas.openxmlformats.org/officeDocument/2006/relationships/customXml" Target="../ink/ink1496.xml"/><Relationship Id="rId250" Type="http://schemas.openxmlformats.org/officeDocument/2006/relationships/customXml" Target="../ink/ink1398.xml"/><Relationship Id="rId292" Type="http://schemas.openxmlformats.org/officeDocument/2006/relationships/customXml" Target="../ink/ink1419.xml"/><Relationship Id="rId306" Type="http://schemas.openxmlformats.org/officeDocument/2006/relationships/customXml" Target="../ink/ink1426.xml"/><Relationship Id="rId488" Type="http://schemas.openxmlformats.org/officeDocument/2006/relationships/customXml" Target="../ink/ink1517.xml"/><Relationship Id="rId45" Type="http://schemas.openxmlformats.org/officeDocument/2006/relationships/image" Target="../media/image4690.png"/><Relationship Id="rId87" Type="http://schemas.openxmlformats.org/officeDocument/2006/relationships/image" Target="../media/image4900.png"/><Relationship Id="rId110" Type="http://schemas.openxmlformats.org/officeDocument/2006/relationships/customXml" Target="../ink/ink1328.xml"/><Relationship Id="rId348" Type="http://schemas.openxmlformats.org/officeDocument/2006/relationships/customXml" Target="../ink/ink1447.xml"/><Relationship Id="rId513" Type="http://schemas.openxmlformats.org/officeDocument/2006/relationships/image" Target="../media/image7030.png"/><Relationship Id="rId555" Type="http://schemas.openxmlformats.org/officeDocument/2006/relationships/image" Target="../media/image7240.png"/><Relationship Id="rId152" Type="http://schemas.openxmlformats.org/officeDocument/2006/relationships/customXml" Target="../ink/ink1349.xml"/><Relationship Id="rId194" Type="http://schemas.openxmlformats.org/officeDocument/2006/relationships/customXml" Target="../ink/ink1370.xml"/><Relationship Id="rId208" Type="http://schemas.openxmlformats.org/officeDocument/2006/relationships/customXml" Target="../ink/ink1377.xml"/><Relationship Id="rId415" Type="http://schemas.openxmlformats.org/officeDocument/2006/relationships/image" Target="../media/image6540.png"/><Relationship Id="rId457" Type="http://schemas.openxmlformats.org/officeDocument/2006/relationships/image" Target="../media/image6750.png"/><Relationship Id="rId261" Type="http://schemas.openxmlformats.org/officeDocument/2006/relationships/image" Target="../media/image5770.png"/><Relationship Id="rId499" Type="http://schemas.openxmlformats.org/officeDocument/2006/relationships/image" Target="../media/image6960.png"/><Relationship Id="rId14" Type="http://schemas.openxmlformats.org/officeDocument/2006/relationships/customXml" Target="../ink/ink1280.xml"/><Relationship Id="rId56" Type="http://schemas.openxmlformats.org/officeDocument/2006/relationships/customXml" Target="../ink/ink1301.xml"/><Relationship Id="rId317" Type="http://schemas.openxmlformats.org/officeDocument/2006/relationships/image" Target="../media/image6050.png"/><Relationship Id="rId359" Type="http://schemas.openxmlformats.org/officeDocument/2006/relationships/image" Target="../media/image6260.png"/><Relationship Id="rId524" Type="http://schemas.openxmlformats.org/officeDocument/2006/relationships/customXml" Target="../ink/ink1535.xml"/><Relationship Id="rId98" Type="http://schemas.openxmlformats.org/officeDocument/2006/relationships/customXml" Target="../ink/ink1322.xml"/><Relationship Id="rId121" Type="http://schemas.openxmlformats.org/officeDocument/2006/relationships/image" Target="../media/image5070.png"/><Relationship Id="rId163" Type="http://schemas.openxmlformats.org/officeDocument/2006/relationships/image" Target="../media/image5280.png"/><Relationship Id="rId219" Type="http://schemas.openxmlformats.org/officeDocument/2006/relationships/image" Target="../media/image5560.png"/><Relationship Id="rId370" Type="http://schemas.openxmlformats.org/officeDocument/2006/relationships/customXml" Target="../ink/ink1458.xml"/><Relationship Id="rId426" Type="http://schemas.openxmlformats.org/officeDocument/2006/relationships/customXml" Target="../ink/ink1486.xml"/><Relationship Id="rId230" Type="http://schemas.openxmlformats.org/officeDocument/2006/relationships/customXml" Target="../ink/ink1388.xml"/><Relationship Id="rId468" Type="http://schemas.openxmlformats.org/officeDocument/2006/relationships/customXml" Target="../ink/ink1507.xml"/><Relationship Id="rId25" Type="http://schemas.openxmlformats.org/officeDocument/2006/relationships/image" Target="../media/image4590.png"/><Relationship Id="rId67" Type="http://schemas.openxmlformats.org/officeDocument/2006/relationships/image" Target="../media/image4800.png"/><Relationship Id="rId272" Type="http://schemas.openxmlformats.org/officeDocument/2006/relationships/customXml" Target="../ink/ink1409.xml"/><Relationship Id="rId328" Type="http://schemas.openxmlformats.org/officeDocument/2006/relationships/customXml" Target="../ink/ink1437.xml"/><Relationship Id="rId535" Type="http://schemas.openxmlformats.org/officeDocument/2006/relationships/image" Target="../media/image7140.png"/><Relationship Id="rId132" Type="http://schemas.openxmlformats.org/officeDocument/2006/relationships/customXml" Target="../ink/ink1339.xml"/><Relationship Id="rId174" Type="http://schemas.openxmlformats.org/officeDocument/2006/relationships/customXml" Target="../ink/ink1360.xml"/><Relationship Id="rId381" Type="http://schemas.openxmlformats.org/officeDocument/2006/relationships/image" Target="../media/image6370.png"/><Relationship Id="rId241" Type="http://schemas.openxmlformats.org/officeDocument/2006/relationships/image" Target="../media/image5670.png"/><Relationship Id="rId437" Type="http://schemas.openxmlformats.org/officeDocument/2006/relationships/image" Target="../media/image6650.png"/><Relationship Id="rId479" Type="http://schemas.openxmlformats.org/officeDocument/2006/relationships/image" Target="../media/image6860.png"/><Relationship Id="rId36" Type="http://schemas.openxmlformats.org/officeDocument/2006/relationships/customXml" Target="../ink/ink1291.xml"/><Relationship Id="rId283" Type="http://schemas.openxmlformats.org/officeDocument/2006/relationships/image" Target="../media/image5880.png"/><Relationship Id="rId339" Type="http://schemas.openxmlformats.org/officeDocument/2006/relationships/image" Target="../media/image6160.png"/><Relationship Id="rId490" Type="http://schemas.openxmlformats.org/officeDocument/2006/relationships/customXml" Target="../ink/ink1518.xml"/><Relationship Id="rId504" Type="http://schemas.openxmlformats.org/officeDocument/2006/relationships/customXml" Target="../ink/ink1525.xml"/><Relationship Id="rId546" Type="http://schemas.openxmlformats.org/officeDocument/2006/relationships/customXml" Target="../ink/ink1546.xml"/><Relationship Id="rId78" Type="http://schemas.openxmlformats.org/officeDocument/2006/relationships/customXml" Target="../ink/ink1312.xml"/><Relationship Id="rId101" Type="http://schemas.openxmlformats.org/officeDocument/2006/relationships/image" Target="../media/image4970.png"/><Relationship Id="rId143" Type="http://schemas.openxmlformats.org/officeDocument/2006/relationships/image" Target="../media/image5180.png"/><Relationship Id="rId185" Type="http://schemas.openxmlformats.org/officeDocument/2006/relationships/image" Target="../media/image5390.png"/><Relationship Id="rId350" Type="http://schemas.openxmlformats.org/officeDocument/2006/relationships/customXml" Target="../ink/ink1448.xml"/><Relationship Id="rId406" Type="http://schemas.openxmlformats.org/officeDocument/2006/relationships/customXml" Target="../ink/ink1476.xml"/><Relationship Id="rId9" Type="http://schemas.openxmlformats.org/officeDocument/2006/relationships/image" Target="../media/image3870.png"/><Relationship Id="rId210" Type="http://schemas.openxmlformats.org/officeDocument/2006/relationships/customXml" Target="../ink/ink1378.xml"/><Relationship Id="rId392" Type="http://schemas.openxmlformats.org/officeDocument/2006/relationships/customXml" Target="../ink/ink1469.xml"/><Relationship Id="rId448" Type="http://schemas.openxmlformats.org/officeDocument/2006/relationships/customXml" Target="../ink/ink1497.xml"/><Relationship Id="rId252" Type="http://schemas.openxmlformats.org/officeDocument/2006/relationships/customXml" Target="../ink/ink1399.xml"/><Relationship Id="rId294" Type="http://schemas.openxmlformats.org/officeDocument/2006/relationships/customXml" Target="../ink/ink1420.xml"/><Relationship Id="rId308" Type="http://schemas.openxmlformats.org/officeDocument/2006/relationships/customXml" Target="../ink/ink1427.xml"/><Relationship Id="rId515" Type="http://schemas.openxmlformats.org/officeDocument/2006/relationships/image" Target="../media/image7040.png"/><Relationship Id="rId47" Type="http://schemas.openxmlformats.org/officeDocument/2006/relationships/image" Target="../media/image4700.png"/><Relationship Id="rId89" Type="http://schemas.openxmlformats.org/officeDocument/2006/relationships/image" Target="../media/image4911.png"/><Relationship Id="rId112" Type="http://schemas.openxmlformats.org/officeDocument/2006/relationships/customXml" Target="../ink/ink1329.xml"/><Relationship Id="rId154" Type="http://schemas.openxmlformats.org/officeDocument/2006/relationships/customXml" Target="../ink/ink1350.xml"/><Relationship Id="rId361" Type="http://schemas.openxmlformats.org/officeDocument/2006/relationships/image" Target="../media/image6270.png"/><Relationship Id="rId557" Type="http://schemas.openxmlformats.org/officeDocument/2006/relationships/image" Target="../media/image7250.png"/><Relationship Id="rId196" Type="http://schemas.openxmlformats.org/officeDocument/2006/relationships/customXml" Target="../ink/ink1371.xml"/><Relationship Id="rId417" Type="http://schemas.openxmlformats.org/officeDocument/2006/relationships/image" Target="../media/image6550.png"/><Relationship Id="rId459" Type="http://schemas.openxmlformats.org/officeDocument/2006/relationships/image" Target="../media/image6760.png"/><Relationship Id="rId16" Type="http://schemas.openxmlformats.org/officeDocument/2006/relationships/customXml" Target="../ink/ink1281.xml"/><Relationship Id="rId221" Type="http://schemas.openxmlformats.org/officeDocument/2006/relationships/image" Target="../media/image5570.png"/><Relationship Id="rId263" Type="http://schemas.openxmlformats.org/officeDocument/2006/relationships/image" Target="../media/image5780.png"/><Relationship Id="rId319" Type="http://schemas.openxmlformats.org/officeDocument/2006/relationships/image" Target="../media/image6060.png"/><Relationship Id="rId470" Type="http://schemas.openxmlformats.org/officeDocument/2006/relationships/customXml" Target="../ink/ink1508.xml"/><Relationship Id="rId526" Type="http://schemas.openxmlformats.org/officeDocument/2006/relationships/customXml" Target="../ink/ink1536.xml"/><Relationship Id="rId58" Type="http://schemas.openxmlformats.org/officeDocument/2006/relationships/customXml" Target="../ink/ink1302.xml"/><Relationship Id="rId123" Type="http://schemas.openxmlformats.org/officeDocument/2006/relationships/image" Target="../media/image5080.png"/><Relationship Id="rId330" Type="http://schemas.openxmlformats.org/officeDocument/2006/relationships/customXml" Target="../ink/ink1438.xml"/><Relationship Id="rId165" Type="http://schemas.openxmlformats.org/officeDocument/2006/relationships/image" Target="../media/image5290.png"/><Relationship Id="rId372" Type="http://schemas.openxmlformats.org/officeDocument/2006/relationships/customXml" Target="../ink/ink1459.xml"/><Relationship Id="rId428" Type="http://schemas.openxmlformats.org/officeDocument/2006/relationships/customXml" Target="../ink/ink1487.xml"/><Relationship Id="rId232" Type="http://schemas.openxmlformats.org/officeDocument/2006/relationships/customXml" Target="../ink/ink1389.xml"/><Relationship Id="rId274" Type="http://schemas.openxmlformats.org/officeDocument/2006/relationships/customXml" Target="../ink/ink1410.xml"/><Relationship Id="rId481" Type="http://schemas.openxmlformats.org/officeDocument/2006/relationships/image" Target="../media/image6870.png"/><Relationship Id="rId27" Type="http://schemas.openxmlformats.org/officeDocument/2006/relationships/image" Target="../media/image4600.png"/><Relationship Id="rId69" Type="http://schemas.openxmlformats.org/officeDocument/2006/relationships/image" Target="../media/image4811.png"/><Relationship Id="rId134" Type="http://schemas.openxmlformats.org/officeDocument/2006/relationships/customXml" Target="../ink/ink1340.xml"/><Relationship Id="rId537" Type="http://schemas.openxmlformats.org/officeDocument/2006/relationships/image" Target="../media/image7150.png"/><Relationship Id="rId80" Type="http://schemas.openxmlformats.org/officeDocument/2006/relationships/customXml" Target="../ink/ink1313.xml"/><Relationship Id="rId176" Type="http://schemas.openxmlformats.org/officeDocument/2006/relationships/customXml" Target="../ink/ink1361.xml"/><Relationship Id="rId341" Type="http://schemas.openxmlformats.org/officeDocument/2006/relationships/image" Target="../media/image6170.png"/><Relationship Id="rId383" Type="http://schemas.openxmlformats.org/officeDocument/2006/relationships/image" Target="../media/image6380.png"/><Relationship Id="rId439" Type="http://schemas.openxmlformats.org/officeDocument/2006/relationships/image" Target="../media/image6660.png"/><Relationship Id="rId201" Type="http://schemas.openxmlformats.org/officeDocument/2006/relationships/image" Target="../media/image5470.png"/><Relationship Id="rId243" Type="http://schemas.openxmlformats.org/officeDocument/2006/relationships/image" Target="../media/image5680.png"/><Relationship Id="rId285" Type="http://schemas.openxmlformats.org/officeDocument/2006/relationships/image" Target="../media/image5890.png"/><Relationship Id="rId450" Type="http://schemas.openxmlformats.org/officeDocument/2006/relationships/customXml" Target="../ink/ink1498.xml"/><Relationship Id="rId506" Type="http://schemas.openxmlformats.org/officeDocument/2006/relationships/customXml" Target="../ink/ink1526.xml"/><Relationship Id="rId38" Type="http://schemas.openxmlformats.org/officeDocument/2006/relationships/customXml" Target="../ink/ink1292.xml"/><Relationship Id="rId103" Type="http://schemas.openxmlformats.org/officeDocument/2006/relationships/image" Target="../media/image4980.png"/><Relationship Id="rId310" Type="http://schemas.openxmlformats.org/officeDocument/2006/relationships/customXml" Target="../ink/ink1428.xml"/><Relationship Id="rId492" Type="http://schemas.openxmlformats.org/officeDocument/2006/relationships/customXml" Target="../ink/ink1519.xml"/><Relationship Id="rId548" Type="http://schemas.openxmlformats.org/officeDocument/2006/relationships/customXml" Target="../ink/ink1547.xml"/><Relationship Id="rId91" Type="http://schemas.openxmlformats.org/officeDocument/2006/relationships/image" Target="../media/image4920.png"/><Relationship Id="rId145" Type="http://schemas.openxmlformats.org/officeDocument/2006/relationships/image" Target="../media/image5190.png"/><Relationship Id="rId187" Type="http://schemas.openxmlformats.org/officeDocument/2006/relationships/image" Target="../media/image5400.png"/><Relationship Id="rId352" Type="http://schemas.openxmlformats.org/officeDocument/2006/relationships/customXml" Target="../ink/ink1449.xml"/><Relationship Id="rId394" Type="http://schemas.openxmlformats.org/officeDocument/2006/relationships/customXml" Target="../ink/ink1470.xml"/><Relationship Id="rId408" Type="http://schemas.openxmlformats.org/officeDocument/2006/relationships/customXml" Target="../ink/ink1477.xml"/><Relationship Id="rId212" Type="http://schemas.openxmlformats.org/officeDocument/2006/relationships/customXml" Target="../ink/ink1379.xml"/><Relationship Id="rId254" Type="http://schemas.openxmlformats.org/officeDocument/2006/relationships/customXml" Target="../ink/ink1400.xml"/><Relationship Id="rId49" Type="http://schemas.openxmlformats.org/officeDocument/2006/relationships/image" Target="../media/image4711.png"/><Relationship Id="rId114" Type="http://schemas.openxmlformats.org/officeDocument/2006/relationships/customXml" Target="../ink/ink1330.xml"/><Relationship Id="rId296" Type="http://schemas.openxmlformats.org/officeDocument/2006/relationships/customXml" Target="../ink/ink1421.xml"/><Relationship Id="rId461" Type="http://schemas.openxmlformats.org/officeDocument/2006/relationships/image" Target="../media/image6770.png"/><Relationship Id="rId517" Type="http://schemas.openxmlformats.org/officeDocument/2006/relationships/image" Target="../media/image7050.png"/><Relationship Id="rId559" Type="http://schemas.openxmlformats.org/officeDocument/2006/relationships/image" Target="../media/image7260.png"/><Relationship Id="rId60" Type="http://schemas.openxmlformats.org/officeDocument/2006/relationships/customXml" Target="../ink/ink1303.xml"/><Relationship Id="rId156" Type="http://schemas.openxmlformats.org/officeDocument/2006/relationships/customXml" Target="../ink/ink1351.xml"/><Relationship Id="rId198" Type="http://schemas.openxmlformats.org/officeDocument/2006/relationships/customXml" Target="../ink/ink1372.xml"/><Relationship Id="rId321" Type="http://schemas.openxmlformats.org/officeDocument/2006/relationships/image" Target="../media/image6070.png"/><Relationship Id="rId363" Type="http://schemas.openxmlformats.org/officeDocument/2006/relationships/image" Target="../media/image6280.png"/><Relationship Id="rId419" Type="http://schemas.openxmlformats.org/officeDocument/2006/relationships/image" Target="../media/image6560.png"/><Relationship Id="rId223" Type="http://schemas.openxmlformats.org/officeDocument/2006/relationships/image" Target="../media/image5580.png"/><Relationship Id="rId430" Type="http://schemas.openxmlformats.org/officeDocument/2006/relationships/customXml" Target="../ink/ink1488.xml"/><Relationship Id="rId18" Type="http://schemas.openxmlformats.org/officeDocument/2006/relationships/customXml" Target="../ink/ink1282.xml"/><Relationship Id="rId265" Type="http://schemas.openxmlformats.org/officeDocument/2006/relationships/image" Target="../media/image5790.png"/><Relationship Id="rId472" Type="http://schemas.openxmlformats.org/officeDocument/2006/relationships/customXml" Target="../ink/ink1509.xml"/><Relationship Id="rId528" Type="http://schemas.openxmlformats.org/officeDocument/2006/relationships/customXml" Target="../ink/ink1537.xml"/><Relationship Id="rId125" Type="http://schemas.openxmlformats.org/officeDocument/2006/relationships/image" Target="../media/image5090.png"/><Relationship Id="rId167" Type="http://schemas.openxmlformats.org/officeDocument/2006/relationships/image" Target="../media/image5300.png"/><Relationship Id="rId332" Type="http://schemas.openxmlformats.org/officeDocument/2006/relationships/customXml" Target="../ink/ink1439.xml"/><Relationship Id="rId374" Type="http://schemas.openxmlformats.org/officeDocument/2006/relationships/customXml" Target="../ink/ink1460.xml"/><Relationship Id="rId71" Type="http://schemas.openxmlformats.org/officeDocument/2006/relationships/image" Target="../media/image4820.png"/><Relationship Id="rId234" Type="http://schemas.openxmlformats.org/officeDocument/2006/relationships/customXml" Target="../ink/ink1390.xml"/><Relationship Id="rId2" Type="http://schemas.openxmlformats.org/officeDocument/2006/relationships/customXml" Target="../ink/ink1274.xml"/><Relationship Id="rId29" Type="http://schemas.openxmlformats.org/officeDocument/2006/relationships/image" Target="../media/image4611.png"/><Relationship Id="rId276" Type="http://schemas.openxmlformats.org/officeDocument/2006/relationships/customXml" Target="../ink/ink1411.xml"/><Relationship Id="rId441" Type="http://schemas.openxmlformats.org/officeDocument/2006/relationships/image" Target="../media/image6670.png"/><Relationship Id="rId483" Type="http://schemas.openxmlformats.org/officeDocument/2006/relationships/image" Target="../media/image6880.png"/><Relationship Id="rId539" Type="http://schemas.openxmlformats.org/officeDocument/2006/relationships/image" Target="../media/image7160.png"/><Relationship Id="rId40" Type="http://schemas.openxmlformats.org/officeDocument/2006/relationships/customXml" Target="../ink/ink1293.xml"/><Relationship Id="rId136" Type="http://schemas.openxmlformats.org/officeDocument/2006/relationships/customXml" Target="../ink/ink1341.xml"/><Relationship Id="rId178" Type="http://schemas.openxmlformats.org/officeDocument/2006/relationships/customXml" Target="../ink/ink1362.xml"/><Relationship Id="rId301" Type="http://schemas.openxmlformats.org/officeDocument/2006/relationships/image" Target="../media/image5970.png"/><Relationship Id="rId343" Type="http://schemas.openxmlformats.org/officeDocument/2006/relationships/image" Target="../media/image6180.png"/><Relationship Id="rId550" Type="http://schemas.openxmlformats.org/officeDocument/2006/relationships/customXml" Target="../ink/ink1548.xml"/><Relationship Id="rId82" Type="http://schemas.openxmlformats.org/officeDocument/2006/relationships/customXml" Target="../ink/ink1314.xml"/><Relationship Id="rId203" Type="http://schemas.openxmlformats.org/officeDocument/2006/relationships/image" Target="../media/image5480.png"/><Relationship Id="rId385" Type="http://schemas.openxmlformats.org/officeDocument/2006/relationships/image" Target="../media/image6390.png"/><Relationship Id="rId245" Type="http://schemas.openxmlformats.org/officeDocument/2006/relationships/image" Target="../media/image5690.png"/><Relationship Id="rId287" Type="http://schemas.openxmlformats.org/officeDocument/2006/relationships/image" Target="../media/image5900.png"/><Relationship Id="rId410" Type="http://schemas.openxmlformats.org/officeDocument/2006/relationships/customXml" Target="../ink/ink1478.xml"/><Relationship Id="rId452" Type="http://schemas.openxmlformats.org/officeDocument/2006/relationships/customXml" Target="../ink/ink1499.xml"/><Relationship Id="rId494" Type="http://schemas.openxmlformats.org/officeDocument/2006/relationships/customXml" Target="../ink/ink1520.xml"/><Relationship Id="rId508" Type="http://schemas.openxmlformats.org/officeDocument/2006/relationships/customXml" Target="../ink/ink1527.xml"/><Relationship Id="rId105" Type="http://schemas.openxmlformats.org/officeDocument/2006/relationships/image" Target="../media/image4990.png"/><Relationship Id="rId147" Type="http://schemas.openxmlformats.org/officeDocument/2006/relationships/image" Target="../media/image5200.png"/><Relationship Id="rId312" Type="http://schemas.openxmlformats.org/officeDocument/2006/relationships/customXml" Target="../ink/ink1429.xml"/><Relationship Id="rId354" Type="http://schemas.openxmlformats.org/officeDocument/2006/relationships/customXml" Target="../ink/ink1450.xml"/><Relationship Id="rId51" Type="http://schemas.openxmlformats.org/officeDocument/2006/relationships/image" Target="../media/image4720.png"/><Relationship Id="rId93" Type="http://schemas.openxmlformats.org/officeDocument/2006/relationships/image" Target="../media/image4930.png"/><Relationship Id="rId189" Type="http://schemas.openxmlformats.org/officeDocument/2006/relationships/image" Target="../media/image5411.png"/><Relationship Id="rId396" Type="http://schemas.openxmlformats.org/officeDocument/2006/relationships/customXml" Target="../ink/ink1471.xml"/><Relationship Id="rId561" Type="http://schemas.openxmlformats.org/officeDocument/2006/relationships/image" Target="../media/image7270.png"/><Relationship Id="rId214" Type="http://schemas.openxmlformats.org/officeDocument/2006/relationships/customXml" Target="../ink/ink1380.xml"/><Relationship Id="rId256" Type="http://schemas.openxmlformats.org/officeDocument/2006/relationships/customXml" Target="../ink/ink1401.xml"/><Relationship Id="rId298" Type="http://schemas.openxmlformats.org/officeDocument/2006/relationships/customXml" Target="../ink/ink1422.xml"/><Relationship Id="rId421" Type="http://schemas.openxmlformats.org/officeDocument/2006/relationships/image" Target="../media/image6570.png"/><Relationship Id="rId463" Type="http://schemas.openxmlformats.org/officeDocument/2006/relationships/image" Target="../media/image6780.png"/><Relationship Id="rId519" Type="http://schemas.openxmlformats.org/officeDocument/2006/relationships/image" Target="../media/image7060.png"/><Relationship Id="rId116" Type="http://schemas.openxmlformats.org/officeDocument/2006/relationships/customXml" Target="../ink/ink1331.xml"/><Relationship Id="rId158" Type="http://schemas.openxmlformats.org/officeDocument/2006/relationships/customXml" Target="../ink/ink1352.xml"/><Relationship Id="rId323" Type="http://schemas.openxmlformats.org/officeDocument/2006/relationships/image" Target="../media/image6080.png"/><Relationship Id="rId530" Type="http://schemas.openxmlformats.org/officeDocument/2006/relationships/customXml" Target="../ink/ink1538.xml"/><Relationship Id="rId20" Type="http://schemas.openxmlformats.org/officeDocument/2006/relationships/customXml" Target="../ink/ink1283.xml"/><Relationship Id="rId62" Type="http://schemas.openxmlformats.org/officeDocument/2006/relationships/customXml" Target="../ink/ink1304.xml"/><Relationship Id="rId365" Type="http://schemas.openxmlformats.org/officeDocument/2006/relationships/image" Target="../media/image6290.png"/><Relationship Id="rId225" Type="http://schemas.openxmlformats.org/officeDocument/2006/relationships/image" Target="../media/image5590.png"/><Relationship Id="rId267" Type="http://schemas.openxmlformats.org/officeDocument/2006/relationships/image" Target="../media/image5800.png"/><Relationship Id="rId432" Type="http://schemas.openxmlformats.org/officeDocument/2006/relationships/customXml" Target="../ink/ink1489.xml"/><Relationship Id="rId474" Type="http://schemas.openxmlformats.org/officeDocument/2006/relationships/customXml" Target="../ink/ink1510.xml"/><Relationship Id="rId127" Type="http://schemas.openxmlformats.org/officeDocument/2006/relationships/image" Target="../media/image5100.png"/><Relationship Id="rId31" Type="http://schemas.openxmlformats.org/officeDocument/2006/relationships/image" Target="../media/image4620.png"/><Relationship Id="rId73" Type="http://schemas.openxmlformats.org/officeDocument/2006/relationships/image" Target="../media/image4830.png"/><Relationship Id="rId169" Type="http://schemas.openxmlformats.org/officeDocument/2006/relationships/image" Target="../media/image5311.png"/><Relationship Id="rId334" Type="http://schemas.openxmlformats.org/officeDocument/2006/relationships/customXml" Target="../ink/ink1440.xml"/><Relationship Id="rId376" Type="http://schemas.openxmlformats.org/officeDocument/2006/relationships/customXml" Target="../ink/ink1461.xml"/><Relationship Id="rId541" Type="http://schemas.openxmlformats.org/officeDocument/2006/relationships/image" Target="../media/image7170.png"/><Relationship Id="rId4" Type="http://schemas.openxmlformats.org/officeDocument/2006/relationships/customXml" Target="../ink/ink1275.xml"/><Relationship Id="rId180" Type="http://schemas.openxmlformats.org/officeDocument/2006/relationships/customXml" Target="../ink/ink1363.xml"/><Relationship Id="rId236" Type="http://schemas.openxmlformats.org/officeDocument/2006/relationships/customXml" Target="../ink/ink1391.xml"/><Relationship Id="rId278" Type="http://schemas.openxmlformats.org/officeDocument/2006/relationships/customXml" Target="../ink/ink1412.xml"/><Relationship Id="rId401" Type="http://schemas.openxmlformats.org/officeDocument/2006/relationships/image" Target="../media/image6470.png"/><Relationship Id="rId443" Type="http://schemas.openxmlformats.org/officeDocument/2006/relationships/image" Target="../media/image6680.png"/><Relationship Id="rId303" Type="http://schemas.openxmlformats.org/officeDocument/2006/relationships/image" Target="../media/image5980.png"/><Relationship Id="rId485" Type="http://schemas.openxmlformats.org/officeDocument/2006/relationships/image" Target="../media/image6890.png"/><Relationship Id="rId42" Type="http://schemas.openxmlformats.org/officeDocument/2006/relationships/customXml" Target="../ink/ink1294.xml"/><Relationship Id="rId84" Type="http://schemas.openxmlformats.org/officeDocument/2006/relationships/customXml" Target="../ink/ink1315.xml"/><Relationship Id="rId138" Type="http://schemas.openxmlformats.org/officeDocument/2006/relationships/customXml" Target="../ink/ink1342.xml"/><Relationship Id="rId345" Type="http://schemas.openxmlformats.org/officeDocument/2006/relationships/image" Target="../media/image6190.png"/><Relationship Id="rId387" Type="http://schemas.openxmlformats.org/officeDocument/2006/relationships/image" Target="../media/image6400.png"/><Relationship Id="rId510" Type="http://schemas.openxmlformats.org/officeDocument/2006/relationships/customXml" Target="../ink/ink1528.xml"/><Relationship Id="rId552" Type="http://schemas.openxmlformats.org/officeDocument/2006/relationships/customXml" Target="../ink/ink1549.xml"/><Relationship Id="rId191" Type="http://schemas.openxmlformats.org/officeDocument/2006/relationships/image" Target="../media/image5420.png"/><Relationship Id="rId205" Type="http://schemas.openxmlformats.org/officeDocument/2006/relationships/image" Target="../media/image5490.png"/><Relationship Id="rId247" Type="http://schemas.openxmlformats.org/officeDocument/2006/relationships/image" Target="../media/image5700.png"/><Relationship Id="rId412" Type="http://schemas.openxmlformats.org/officeDocument/2006/relationships/customXml" Target="../ink/ink1479.xml"/><Relationship Id="rId107" Type="http://schemas.openxmlformats.org/officeDocument/2006/relationships/image" Target="../media/image5000.png"/><Relationship Id="rId289" Type="http://schemas.openxmlformats.org/officeDocument/2006/relationships/image" Target="../media/image5911.png"/><Relationship Id="rId454" Type="http://schemas.openxmlformats.org/officeDocument/2006/relationships/customXml" Target="../ink/ink1500.xml"/><Relationship Id="rId496" Type="http://schemas.openxmlformats.org/officeDocument/2006/relationships/customXml" Target="../ink/ink1521.xml"/><Relationship Id="rId11" Type="http://schemas.openxmlformats.org/officeDocument/2006/relationships/image" Target="../media/image3880.png"/><Relationship Id="rId53" Type="http://schemas.openxmlformats.org/officeDocument/2006/relationships/image" Target="../media/image4730.png"/><Relationship Id="rId149" Type="http://schemas.openxmlformats.org/officeDocument/2006/relationships/image" Target="../media/image5211.png"/><Relationship Id="rId314" Type="http://schemas.openxmlformats.org/officeDocument/2006/relationships/customXml" Target="../ink/ink1430.xml"/><Relationship Id="rId356" Type="http://schemas.openxmlformats.org/officeDocument/2006/relationships/customXml" Target="../ink/ink1451.xml"/><Relationship Id="rId398" Type="http://schemas.openxmlformats.org/officeDocument/2006/relationships/customXml" Target="../ink/ink1472.xml"/><Relationship Id="rId521" Type="http://schemas.openxmlformats.org/officeDocument/2006/relationships/image" Target="../media/image7070.png"/><Relationship Id="rId563" Type="http://schemas.openxmlformats.org/officeDocument/2006/relationships/image" Target="../media/image7280.png"/><Relationship Id="rId95" Type="http://schemas.openxmlformats.org/officeDocument/2006/relationships/image" Target="../media/image4940.png"/><Relationship Id="rId160" Type="http://schemas.openxmlformats.org/officeDocument/2006/relationships/customXml" Target="../ink/ink1353.xml"/><Relationship Id="rId216" Type="http://schemas.openxmlformats.org/officeDocument/2006/relationships/customXml" Target="../ink/ink1381.xml"/><Relationship Id="rId423" Type="http://schemas.openxmlformats.org/officeDocument/2006/relationships/image" Target="../media/image6580.png"/><Relationship Id="rId258" Type="http://schemas.openxmlformats.org/officeDocument/2006/relationships/customXml" Target="../ink/ink1402.xml"/><Relationship Id="rId465" Type="http://schemas.openxmlformats.org/officeDocument/2006/relationships/image" Target="../media/image6790.png"/><Relationship Id="rId22" Type="http://schemas.openxmlformats.org/officeDocument/2006/relationships/customXml" Target="../ink/ink1284.xml"/><Relationship Id="rId64" Type="http://schemas.openxmlformats.org/officeDocument/2006/relationships/customXml" Target="../ink/ink1305.xml"/><Relationship Id="rId118" Type="http://schemas.openxmlformats.org/officeDocument/2006/relationships/customXml" Target="../ink/ink1332.xml"/><Relationship Id="rId325" Type="http://schemas.openxmlformats.org/officeDocument/2006/relationships/image" Target="../media/image6090.png"/><Relationship Id="rId367" Type="http://schemas.openxmlformats.org/officeDocument/2006/relationships/image" Target="../media/image6300.png"/><Relationship Id="rId532" Type="http://schemas.openxmlformats.org/officeDocument/2006/relationships/customXml" Target="../ink/ink1539.xml"/><Relationship Id="rId171" Type="http://schemas.openxmlformats.org/officeDocument/2006/relationships/image" Target="../media/image5320.png"/><Relationship Id="rId227" Type="http://schemas.openxmlformats.org/officeDocument/2006/relationships/image" Target="../media/image5600.png"/><Relationship Id="rId269" Type="http://schemas.openxmlformats.org/officeDocument/2006/relationships/image" Target="../media/image5811.png"/><Relationship Id="rId434" Type="http://schemas.openxmlformats.org/officeDocument/2006/relationships/customXml" Target="../ink/ink1490.xml"/><Relationship Id="rId476" Type="http://schemas.openxmlformats.org/officeDocument/2006/relationships/customXml" Target="../ink/ink1511.xml"/><Relationship Id="rId33" Type="http://schemas.openxmlformats.org/officeDocument/2006/relationships/image" Target="../media/image4630.png"/><Relationship Id="rId129" Type="http://schemas.openxmlformats.org/officeDocument/2006/relationships/image" Target="../media/image5111.png"/><Relationship Id="rId280" Type="http://schemas.openxmlformats.org/officeDocument/2006/relationships/customXml" Target="../ink/ink1413.xml"/><Relationship Id="rId336" Type="http://schemas.openxmlformats.org/officeDocument/2006/relationships/customXml" Target="../ink/ink1441.xml"/><Relationship Id="rId501" Type="http://schemas.openxmlformats.org/officeDocument/2006/relationships/image" Target="../media/image6970.png"/><Relationship Id="rId543" Type="http://schemas.openxmlformats.org/officeDocument/2006/relationships/image" Target="../media/image7180.png"/><Relationship Id="rId75" Type="http://schemas.openxmlformats.org/officeDocument/2006/relationships/image" Target="../media/image4840.png"/><Relationship Id="rId140" Type="http://schemas.openxmlformats.org/officeDocument/2006/relationships/customXml" Target="../ink/ink1343.xml"/><Relationship Id="rId182" Type="http://schemas.openxmlformats.org/officeDocument/2006/relationships/customXml" Target="../ink/ink1364.xml"/><Relationship Id="rId378" Type="http://schemas.openxmlformats.org/officeDocument/2006/relationships/customXml" Target="../ink/ink1462.xml"/><Relationship Id="rId403" Type="http://schemas.openxmlformats.org/officeDocument/2006/relationships/image" Target="../media/image6480.png"/><Relationship Id="rId6" Type="http://schemas.openxmlformats.org/officeDocument/2006/relationships/customXml" Target="../ink/ink1276.xml"/><Relationship Id="rId238" Type="http://schemas.openxmlformats.org/officeDocument/2006/relationships/customXml" Target="../ink/ink1392.xml"/><Relationship Id="rId445" Type="http://schemas.openxmlformats.org/officeDocument/2006/relationships/image" Target="../media/image6690.png"/><Relationship Id="rId487" Type="http://schemas.openxmlformats.org/officeDocument/2006/relationships/image" Target="../media/image6900.png"/><Relationship Id="rId291" Type="http://schemas.openxmlformats.org/officeDocument/2006/relationships/image" Target="../media/image5920.png"/><Relationship Id="rId305" Type="http://schemas.openxmlformats.org/officeDocument/2006/relationships/image" Target="../media/image5990.png"/><Relationship Id="rId347" Type="http://schemas.openxmlformats.org/officeDocument/2006/relationships/image" Target="../media/image6200.png"/><Relationship Id="rId512" Type="http://schemas.openxmlformats.org/officeDocument/2006/relationships/customXml" Target="../ink/ink1529.xml"/><Relationship Id="rId44" Type="http://schemas.openxmlformats.org/officeDocument/2006/relationships/customXml" Target="../ink/ink1295.xml"/><Relationship Id="rId86" Type="http://schemas.openxmlformats.org/officeDocument/2006/relationships/customXml" Target="../ink/ink1316.xml"/><Relationship Id="rId151" Type="http://schemas.openxmlformats.org/officeDocument/2006/relationships/image" Target="../media/image5220.png"/><Relationship Id="rId389" Type="http://schemas.openxmlformats.org/officeDocument/2006/relationships/image" Target="../media/image6411.png"/><Relationship Id="rId554" Type="http://schemas.openxmlformats.org/officeDocument/2006/relationships/customXml" Target="../ink/ink1550.xml"/><Relationship Id="rId193" Type="http://schemas.openxmlformats.org/officeDocument/2006/relationships/image" Target="../media/image5430.png"/><Relationship Id="rId207" Type="http://schemas.openxmlformats.org/officeDocument/2006/relationships/image" Target="../media/image5500.png"/><Relationship Id="rId249" Type="http://schemas.openxmlformats.org/officeDocument/2006/relationships/image" Target="../media/image5711.png"/><Relationship Id="rId414" Type="http://schemas.openxmlformats.org/officeDocument/2006/relationships/customXml" Target="../ink/ink1480.xml"/><Relationship Id="rId456" Type="http://schemas.openxmlformats.org/officeDocument/2006/relationships/customXml" Target="../ink/ink1501.xml"/><Relationship Id="rId498" Type="http://schemas.openxmlformats.org/officeDocument/2006/relationships/customXml" Target="../ink/ink1522.xml"/><Relationship Id="rId13" Type="http://schemas.openxmlformats.org/officeDocument/2006/relationships/image" Target="../media/image3890.png"/><Relationship Id="rId109" Type="http://schemas.openxmlformats.org/officeDocument/2006/relationships/image" Target="../media/image5011.png"/><Relationship Id="rId260" Type="http://schemas.openxmlformats.org/officeDocument/2006/relationships/customXml" Target="../ink/ink1403.xml"/><Relationship Id="rId316" Type="http://schemas.openxmlformats.org/officeDocument/2006/relationships/customXml" Target="../ink/ink1431.xml"/><Relationship Id="rId523" Type="http://schemas.openxmlformats.org/officeDocument/2006/relationships/image" Target="../media/image7080.png"/><Relationship Id="rId55" Type="http://schemas.openxmlformats.org/officeDocument/2006/relationships/image" Target="../media/image4740.png"/><Relationship Id="rId97" Type="http://schemas.openxmlformats.org/officeDocument/2006/relationships/image" Target="../media/image4950.png"/><Relationship Id="rId120" Type="http://schemas.openxmlformats.org/officeDocument/2006/relationships/customXml" Target="../ink/ink1333.xml"/><Relationship Id="rId358" Type="http://schemas.openxmlformats.org/officeDocument/2006/relationships/customXml" Target="../ink/ink1452.xml"/><Relationship Id="rId565" Type="http://schemas.openxmlformats.org/officeDocument/2006/relationships/image" Target="../media/image7290.png"/><Relationship Id="rId162" Type="http://schemas.openxmlformats.org/officeDocument/2006/relationships/customXml" Target="../ink/ink1354.xml"/><Relationship Id="rId218" Type="http://schemas.openxmlformats.org/officeDocument/2006/relationships/customXml" Target="../ink/ink1382.xml"/><Relationship Id="rId425" Type="http://schemas.openxmlformats.org/officeDocument/2006/relationships/image" Target="../media/image6590.png"/><Relationship Id="rId467" Type="http://schemas.openxmlformats.org/officeDocument/2006/relationships/image" Target="../media/image6800.png"/><Relationship Id="rId271" Type="http://schemas.openxmlformats.org/officeDocument/2006/relationships/image" Target="../media/image5820.png"/><Relationship Id="rId24" Type="http://schemas.openxmlformats.org/officeDocument/2006/relationships/customXml" Target="../ink/ink1285.xml"/><Relationship Id="rId66" Type="http://schemas.openxmlformats.org/officeDocument/2006/relationships/customXml" Target="../ink/ink1306.xml"/><Relationship Id="rId131" Type="http://schemas.openxmlformats.org/officeDocument/2006/relationships/image" Target="../media/image5120.png"/><Relationship Id="rId327" Type="http://schemas.openxmlformats.org/officeDocument/2006/relationships/image" Target="../media/image6101.png"/><Relationship Id="rId369" Type="http://schemas.openxmlformats.org/officeDocument/2006/relationships/image" Target="../media/image6311.png"/><Relationship Id="rId534" Type="http://schemas.openxmlformats.org/officeDocument/2006/relationships/customXml" Target="../ink/ink1540.xml"/><Relationship Id="rId173" Type="http://schemas.openxmlformats.org/officeDocument/2006/relationships/image" Target="../media/image5330.png"/><Relationship Id="rId229" Type="http://schemas.openxmlformats.org/officeDocument/2006/relationships/image" Target="../media/image5611.png"/><Relationship Id="rId380" Type="http://schemas.openxmlformats.org/officeDocument/2006/relationships/customXml" Target="../ink/ink1463.xml"/><Relationship Id="rId436" Type="http://schemas.openxmlformats.org/officeDocument/2006/relationships/customXml" Target="../ink/ink1491.xml"/><Relationship Id="rId240" Type="http://schemas.openxmlformats.org/officeDocument/2006/relationships/customXml" Target="../ink/ink1393.xml"/><Relationship Id="rId478" Type="http://schemas.openxmlformats.org/officeDocument/2006/relationships/customXml" Target="../ink/ink1512.xml"/><Relationship Id="rId35" Type="http://schemas.openxmlformats.org/officeDocument/2006/relationships/image" Target="../media/image4640.png"/><Relationship Id="rId77" Type="http://schemas.openxmlformats.org/officeDocument/2006/relationships/image" Target="../media/image4850.png"/><Relationship Id="rId100" Type="http://schemas.openxmlformats.org/officeDocument/2006/relationships/customXml" Target="../ink/ink1323.xml"/><Relationship Id="rId282" Type="http://schemas.openxmlformats.org/officeDocument/2006/relationships/customXml" Target="../ink/ink1414.xml"/><Relationship Id="rId338" Type="http://schemas.openxmlformats.org/officeDocument/2006/relationships/customXml" Target="../ink/ink1442.xml"/><Relationship Id="rId503" Type="http://schemas.openxmlformats.org/officeDocument/2006/relationships/image" Target="../media/image6980.png"/><Relationship Id="rId545" Type="http://schemas.openxmlformats.org/officeDocument/2006/relationships/image" Target="../media/image7190.png"/><Relationship Id="rId8" Type="http://schemas.openxmlformats.org/officeDocument/2006/relationships/customXml" Target="../ink/ink1277.xml"/><Relationship Id="rId142" Type="http://schemas.openxmlformats.org/officeDocument/2006/relationships/customXml" Target="../ink/ink1344.xml"/><Relationship Id="rId184" Type="http://schemas.openxmlformats.org/officeDocument/2006/relationships/customXml" Target="../ink/ink1365.xml"/><Relationship Id="rId391" Type="http://schemas.openxmlformats.org/officeDocument/2006/relationships/image" Target="../media/image6420.png"/><Relationship Id="rId405" Type="http://schemas.openxmlformats.org/officeDocument/2006/relationships/image" Target="../media/image6490.png"/><Relationship Id="rId447" Type="http://schemas.openxmlformats.org/officeDocument/2006/relationships/image" Target="../media/image6700.png"/><Relationship Id="rId251" Type="http://schemas.openxmlformats.org/officeDocument/2006/relationships/image" Target="../media/image5720.png"/><Relationship Id="rId489" Type="http://schemas.openxmlformats.org/officeDocument/2006/relationships/image" Target="../media/image6911.png"/><Relationship Id="rId46" Type="http://schemas.openxmlformats.org/officeDocument/2006/relationships/customXml" Target="../ink/ink1296.xml"/><Relationship Id="rId293" Type="http://schemas.openxmlformats.org/officeDocument/2006/relationships/image" Target="../media/image5930.png"/><Relationship Id="rId307" Type="http://schemas.openxmlformats.org/officeDocument/2006/relationships/image" Target="../media/image6000.png"/><Relationship Id="rId349" Type="http://schemas.openxmlformats.org/officeDocument/2006/relationships/image" Target="../media/image6211.png"/><Relationship Id="rId514" Type="http://schemas.openxmlformats.org/officeDocument/2006/relationships/customXml" Target="../ink/ink1530.xml"/><Relationship Id="rId556" Type="http://schemas.openxmlformats.org/officeDocument/2006/relationships/customXml" Target="../ink/ink1551.xml"/><Relationship Id="rId88" Type="http://schemas.openxmlformats.org/officeDocument/2006/relationships/customXml" Target="../ink/ink1317.xml"/><Relationship Id="rId111" Type="http://schemas.openxmlformats.org/officeDocument/2006/relationships/image" Target="../media/image5020.png"/><Relationship Id="rId153" Type="http://schemas.openxmlformats.org/officeDocument/2006/relationships/image" Target="../media/image5230.png"/><Relationship Id="rId195" Type="http://schemas.openxmlformats.org/officeDocument/2006/relationships/image" Target="../media/image5440.png"/><Relationship Id="rId209" Type="http://schemas.openxmlformats.org/officeDocument/2006/relationships/image" Target="../media/image5511.png"/><Relationship Id="rId360" Type="http://schemas.openxmlformats.org/officeDocument/2006/relationships/customXml" Target="../ink/ink1453.xml"/><Relationship Id="rId416" Type="http://schemas.openxmlformats.org/officeDocument/2006/relationships/customXml" Target="../ink/ink1481.xml"/><Relationship Id="rId220" Type="http://schemas.openxmlformats.org/officeDocument/2006/relationships/customXml" Target="../ink/ink1383.xml"/><Relationship Id="rId458" Type="http://schemas.openxmlformats.org/officeDocument/2006/relationships/customXml" Target="../ink/ink1502.xml"/><Relationship Id="rId15" Type="http://schemas.openxmlformats.org/officeDocument/2006/relationships/image" Target="../media/image4540.png"/><Relationship Id="rId57" Type="http://schemas.openxmlformats.org/officeDocument/2006/relationships/image" Target="../media/image4750.png"/><Relationship Id="rId262" Type="http://schemas.openxmlformats.org/officeDocument/2006/relationships/customXml" Target="../ink/ink1404.xml"/><Relationship Id="rId318" Type="http://schemas.openxmlformats.org/officeDocument/2006/relationships/customXml" Target="../ink/ink1432.xml"/><Relationship Id="rId525" Type="http://schemas.openxmlformats.org/officeDocument/2006/relationships/image" Target="../media/image7090.png"/><Relationship Id="rId99" Type="http://schemas.openxmlformats.org/officeDocument/2006/relationships/image" Target="../media/image4960.png"/><Relationship Id="rId122" Type="http://schemas.openxmlformats.org/officeDocument/2006/relationships/customXml" Target="../ink/ink1334.xml"/><Relationship Id="rId164" Type="http://schemas.openxmlformats.org/officeDocument/2006/relationships/customXml" Target="../ink/ink1355.xml"/><Relationship Id="rId371" Type="http://schemas.openxmlformats.org/officeDocument/2006/relationships/image" Target="../media/image6320.png"/><Relationship Id="rId427" Type="http://schemas.openxmlformats.org/officeDocument/2006/relationships/image" Target="../media/image6600.png"/><Relationship Id="rId469" Type="http://schemas.openxmlformats.org/officeDocument/2006/relationships/image" Target="../media/image6811.png"/><Relationship Id="rId26" Type="http://schemas.openxmlformats.org/officeDocument/2006/relationships/customXml" Target="../ink/ink1286.xml"/><Relationship Id="rId231" Type="http://schemas.openxmlformats.org/officeDocument/2006/relationships/image" Target="../media/image5620.png"/><Relationship Id="rId273" Type="http://schemas.openxmlformats.org/officeDocument/2006/relationships/image" Target="../media/image5830.png"/><Relationship Id="rId329" Type="http://schemas.openxmlformats.org/officeDocument/2006/relationships/image" Target="../media/image6111.png"/><Relationship Id="rId480" Type="http://schemas.openxmlformats.org/officeDocument/2006/relationships/customXml" Target="../ink/ink1513.xml"/><Relationship Id="rId536" Type="http://schemas.openxmlformats.org/officeDocument/2006/relationships/customXml" Target="../ink/ink1541.xml"/><Relationship Id="rId68" Type="http://schemas.openxmlformats.org/officeDocument/2006/relationships/customXml" Target="../ink/ink1307.xml"/><Relationship Id="rId133" Type="http://schemas.openxmlformats.org/officeDocument/2006/relationships/image" Target="../media/image5130.png"/><Relationship Id="rId175" Type="http://schemas.openxmlformats.org/officeDocument/2006/relationships/image" Target="../media/image5340.png"/><Relationship Id="rId340" Type="http://schemas.openxmlformats.org/officeDocument/2006/relationships/customXml" Target="../ink/ink1443.xml"/><Relationship Id="rId200" Type="http://schemas.openxmlformats.org/officeDocument/2006/relationships/customXml" Target="../ink/ink1373.xml"/><Relationship Id="rId382" Type="http://schemas.openxmlformats.org/officeDocument/2006/relationships/customXml" Target="../ink/ink1464.xml"/><Relationship Id="rId438" Type="http://schemas.openxmlformats.org/officeDocument/2006/relationships/customXml" Target="../ink/ink1492.xml"/><Relationship Id="rId242" Type="http://schemas.openxmlformats.org/officeDocument/2006/relationships/customXml" Target="../ink/ink1394.xml"/><Relationship Id="rId284" Type="http://schemas.openxmlformats.org/officeDocument/2006/relationships/customXml" Target="../ink/ink1415.xml"/><Relationship Id="rId491" Type="http://schemas.openxmlformats.org/officeDocument/2006/relationships/image" Target="../media/image6920.png"/><Relationship Id="rId505" Type="http://schemas.openxmlformats.org/officeDocument/2006/relationships/image" Target="../media/image6990.png"/><Relationship Id="rId37" Type="http://schemas.openxmlformats.org/officeDocument/2006/relationships/image" Target="../media/image4650.png"/><Relationship Id="rId79" Type="http://schemas.openxmlformats.org/officeDocument/2006/relationships/image" Target="../media/image4860.png"/><Relationship Id="rId102" Type="http://schemas.openxmlformats.org/officeDocument/2006/relationships/customXml" Target="../ink/ink1324.xml"/><Relationship Id="rId144" Type="http://schemas.openxmlformats.org/officeDocument/2006/relationships/customXml" Target="../ink/ink1345.xml"/><Relationship Id="rId547" Type="http://schemas.openxmlformats.org/officeDocument/2006/relationships/image" Target="../media/image7200.png"/><Relationship Id="rId90" Type="http://schemas.openxmlformats.org/officeDocument/2006/relationships/customXml" Target="../ink/ink1318.xml"/><Relationship Id="rId186" Type="http://schemas.openxmlformats.org/officeDocument/2006/relationships/customXml" Target="../ink/ink1366.xml"/><Relationship Id="rId351" Type="http://schemas.openxmlformats.org/officeDocument/2006/relationships/image" Target="../media/image6220.png"/><Relationship Id="rId393" Type="http://schemas.openxmlformats.org/officeDocument/2006/relationships/image" Target="../media/image6430.png"/><Relationship Id="rId407" Type="http://schemas.openxmlformats.org/officeDocument/2006/relationships/image" Target="../media/image6500.png"/><Relationship Id="rId449" Type="http://schemas.openxmlformats.org/officeDocument/2006/relationships/image" Target="../media/image6711.png"/><Relationship Id="rId211" Type="http://schemas.openxmlformats.org/officeDocument/2006/relationships/image" Target="../media/image5520.png"/><Relationship Id="rId253" Type="http://schemas.openxmlformats.org/officeDocument/2006/relationships/image" Target="../media/image5730.png"/><Relationship Id="rId295" Type="http://schemas.openxmlformats.org/officeDocument/2006/relationships/image" Target="../media/image5940.png"/><Relationship Id="rId309" Type="http://schemas.openxmlformats.org/officeDocument/2006/relationships/image" Target="../media/image6011.png"/><Relationship Id="rId460" Type="http://schemas.openxmlformats.org/officeDocument/2006/relationships/customXml" Target="../ink/ink1503.xml"/><Relationship Id="rId516" Type="http://schemas.openxmlformats.org/officeDocument/2006/relationships/customXml" Target="../ink/ink1531.xml"/><Relationship Id="rId48" Type="http://schemas.openxmlformats.org/officeDocument/2006/relationships/customXml" Target="../ink/ink1297.xml"/><Relationship Id="rId113" Type="http://schemas.openxmlformats.org/officeDocument/2006/relationships/image" Target="../media/image5030.png"/><Relationship Id="rId320" Type="http://schemas.openxmlformats.org/officeDocument/2006/relationships/customXml" Target="../ink/ink1433.xml"/><Relationship Id="rId558" Type="http://schemas.openxmlformats.org/officeDocument/2006/relationships/customXml" Target="../ink/ink1552.xml"/><Relationship Id="rId155" Type="http://schemas.openxmlformats.org/officeDocument/2006/relationships/image" Target="../media/image5240.png"/><Relationship Id="rId197" Type="http://schemas.openxmlformats.org/officeDocument/2006/relationships/image" Target="../media/image5450.png"/><Relationship Id="rId362" Type="http://schemas.openxmlformats.org/officeDocument/2006/relationships/customXml" Target="../ink/ink1454.xml"/><Relationship Id="rId418" Type="http://schemas.openxmlformats.org/officeDocument/2006/relationships/customXml" Target="../ink/ink1482.xml"/><Relationship Id="rId222" Type="http://schemas.openxmlformats.org/officeDocument/2006/relationships/customXml" Target="../ink/ink1384.xml"/><Relationship Id="rId264" Type="http://schemas.openxmlformats.org/officeDocument/2006/relationships/customXml" Target="../ink/ink1405.xml"/><Relationship Id="rId471" Type="http://schemas.openxmlformats.org/officeDocument/2006/relationships/image" Target="../media/image6820.png"/><Relationship Id="rId17" Type="http://schemas.openxmlformats.org/officeDocument/2006/relationships/image" Target="../media/image4550.png"/><Relationship Id="rId59" Type="http://schemas.openxmlformats.org/officeDocument/2006/relationships/image" Target="../media/image4760.png"/><Relationship Id="rId124" Type="http://schemas.openxmlformats.org/officeDocument/2006/relationships/customXml" Target="../ink/ink1335.xml"/><Relationship Id="rId527" Type="http://schemas.openxmlformats.org/officeDocument/2006/relationships/image" Target="../media/image7101.png"/><Relationship Id="rId70" Type="http://schemas.openxmlformats.org/officeDocument/2006/relationships/customXml" Target="../ink/ink1308.xml"/><Relationship Id="rId166" Type="http://schemas.openxmlformats.org/officeDocument/2006/relationships/customXml" Target="../ink/ink1356.xml"/><Relationship Id="rId331" Type="http://schemas.openxmlformats.org/officeDocument/2006/relationships/image" Target="../media/image6120.png"/><Relationship Id="rId373" Type="http://schemas.openxmlformats.org/officeDocument/2006/relationships/image" Target="../media/image6330.png"/><Relationship Id="rId429" Type="http://schemas.openxmlformats.org/officeDocument/2006/relationships/image" Target="../media/image6611.png"/><Relationship Id="rId1" Type="http://schemas.openxmlformats.org/officeDocument/2006/relationships/slideLayout" Target="../slideLayouts/slideLayout2.xml"/><Relationship Id="rId233" Type="http://schemas.openxmlformats.org/officeDocument/2006/relationships/image" Target="../media/image5630.png"/><Relationship Id="rId440" Type="http://schemas.openxmlformats.org/officeDocument/2006/relationships/customXml" Target="../ink/ink1493.xml"/><Relationship Id="rId28" Type="http://schemas.openxmlformats.org/officeDocument/2006/relationships/customXml" Target="../ink/ink1287.xml"/><Relationship Id="rId275" Type="http://schemas.openxmlformats.org/officeDocument/2006/relationships/image" Target="../media/image5840.png"/><Relationship Id="rId300" Type="http://schemas.openxmlformats.org/officeDocument/2006/relationships/customXml" Target="../ink/ink1423.xml"/><Relationship Id="rId482" Type="http://schemas.openxmlformats.org/officeDocument/2006/relationships/customXml" Target="../ink/ink1514.xml"/><Relationship Id="rId538" Type="http://schemas.openxmlformats.org/officeDocument/2006/relationships/customXml" Target="../ink/ink1542.xml"/><Relationship Id="rId81" Type="http://schemas.openxmlformats.org/officeDocument/2006/relationships/image" Target="../media/image4870.png"/><Relationship Id="rId135" Type="http://schemas.openxmlformats.org/officeDocument/2006/relationships/image" Target="../media/image5140.png"/><Relationship Id="rId177" Type="http://schemas.openxmlformats.org/officeDocument/2006/relationships/image" Target="../media/image5350.png"/><Relationship Id="rId342" Type="http://schemas.openxmlformats.org/officeDocument/2006/relationships/customXml" Target="../ink/ink1444.xml"/><Relationship Id="rId384" Type="http://schemas.openxmlformats.org/officeDocument/2006/relationships/customXml" Target="../ink/ink1465.xml"/><Relationship Id="rId202" Type="http://schemas.openxmlformats.org/officeDocument/2006/relationships/customXml" Target="../ink/ink1374.xml"/><Relationship Id="rId244" Type="http://schemas.openxmlformats.org/officeDocument/2006/relationships/customXml" Target="../ink/ink1395.xml"/><Relationship Id="rId39" Type="http://schemas.openxmlformats.org/officeDocument/2006/relationships/image" Target="../media/image4660.png"/><Relationship Id="rId286" Type="http://schemas.openxmlformats.org/officeDocument/2006/relationships/customXml" Target="../ink/ink1416.xml"/><Relationship Id="rId451" Type="http://schemas.openxmlformats.org/officeDocument/2006/relationships/image" Target="../media/image6720.png"/><Relationship Id="rId493" Type="http://schemas.openxmlformats.org/officeDocument/2006/relationships/image" Target="../media/image6930.png"/><Relationship Id="rId507" Type="http://schemas.openxmlformats.org/officeDocument/2006/relationships/image" Target="../media/image7000.png"/><Relationship Id="rId549" Type="http://schemas.openxmlformats.org/officeDocument/2006/relationships/image" Target="../media/image7211.png"/><Relationship Id="rId50" Type="http://schemas.openxmlformats.org/officeDocument/2006/relationships/customXml" Target="../ink/ink1298.xml"/><Relationship Id="rId104" Type="http://schemas.openxmlformats.org/officeDocument/2006/relationships/customXml" Target="../ink/ink1325.xml"/><Relationship Id="rId146" Type="http://schemas.openxmlformats.org/officeDocument/2006/relationships/customXml" Target="../ink/ink1346.xml"/><Relationship Id="rId188" Type="http://schemas.openxmlformats.org/officeDocument/2006/relationships/customXml" Target="../ink/ink1367.xml"/><Relationship Id="rId311" Type="http://schemas.openxmlformats.org/officeDocument/2006/relationships/image" Target="../media/image6020.png"/><Relationship Id="rId353" Type="http://schemas.openxmlformats.org/officeDocument/2006/relationships/image" Target="../media/image6230.png"/><Relationship Id="rId395" Type="http://schemas.openxmlformats.org/officeDocument/2006/relationships/image" Target="../media/image6440.png"/><Relationship Id="rId409" Type="http://schemas.openxmlformats.org/officeDocument/2006/relationships/image" Target="../media/image6511.png"/><Relationship Id="rId560" Type="http://schemas.openxmlformats.org/officeDocument/2006/relationships/customXml" Target="../ink/ink1553.xml"/><Relationship Id="rId92" Type="http://schemas.openxmlformats.org/officeDocument/2006/relationships/customXml" Target="../ink/ink1319.xml"/><Relationship Id="rId213" Type="http://schemas.openxmlformats.org/officeDocument/2006/relationships/image" Target="../media/image5530.png"/><Relationship Id="rId420" Type="http://schemas.openxmlformats.org/officeDocument/2006/relationships/customXml" Target="../ink/ink1483.xml"/><Relationship Id="rId255" Type="http://schemas.openxmlformats.org/officeDocument/2006/relationships/image" Target="../media/image5740.png"/><Relationship Id="rId297" Type="http://schemas.openxmlformats.org/officeDocument/2006/relationships/image" Target="../media/image5950.png"/><Relationship Id="rId462" Type="http://schemas.openxmlformats.org/officeDocument/2006/relationships/customXml" Target="../ink/ink1504.xml"/><Relationship Id="rId518" Type="http://schemas.openxmlformats.org/officeDocument/2006/relationships/customXml" Target="../ink/ink1532.xml"/><Relationship Id="rId115" Type="http://schemas.openxmlformats.org/officeDocument/2006/relationships/image" Target="../media/image5040.png"/><Relationship Id="rId157" Type="http://schemas.openxmlformats.org/officeDocument/2006/relationships/image" Target="../media/image5250.png"/><Relationship Id="rId322" Type="http://schemas.openxmlformats.org/officeDocument/2006/relationships/customXml" Target="../ink/ink1434.xml"/><Relationship Id="rId364" Type="http://schemas.openxmlformats.org/officeDocument/2006/relationships/customXml" Target="../ink/ink1455.xml"/><Relationship Id="rId61" Type="http://schemas.openxmlformats.org/officeDocument/2006/relationships/image" Target="../media/image4770.png"/><Relationship Id="rId199" Type="http://schemas.openxmlformats.org/officeDocument/2006/relationships/image" Target="../media/image5460.png"/><Relationship Id="rId19" Type="http://schemas.openxmlformats.org/officeDocument/2006/relationships/image" Target="../media/image4560.png"/><Relationship Id="rId224" Type="http://schemas.openxmlformats.org/officeDocument/2006/relationships/customXml" Target="../ink/ink1385.xml"/><Relationship Id="rId266" Type="http://schemas.openxmlformats.org/officeDocument/2006/relationships/customXml" Target="../ink/ink1406.xml"/><Relationship Id="rId431" Type="http://schemas.openxmlformats.org/officeDocument/2006/relationships/image" Target="../media/image6620.png"/><Relationship Id="rId473" Type="http://schemas.openxmlformats.org/officeDocument/2006/relationships/image" Target="../media/image6830.png"/><Relationship Id="rId529" Type="http://schemas.openxmlformats.org/officeDocument/2006/relationships/image" Target="../media/image7111.png"/><Relationship Id="rId30" Type="http://schemas.openxmlformats.org/officeDocument/2006/relationships/customXml" Target="../ink/ink1288.xml"/><Relationship Id="rId126" Type="http://schemas.openxmlformats.org/officeDocument/2006/relationships/customXml" Target="../ink/ink1336.xml"/><Relationship Id="rId168" Type="http://schemas.openxmlformats.org/officeDocument/2006/relationships/customXml" Target="../ink/ink1357.xml"/><Relationship Id="rId333" Type="http://schemas.openxmlformats.org/officeDocument/2006/relationships/image" Target="../media/image6130.png"/><Relationship Id="rId540" Type="http://schemas.openxmlformats.org/officeDocument/2006/relationships/customXml" Target="../ink/ink1543.xml"/><Relationship Id="rId72" Type="http://schemas.openxmlformats.org/officeDocument/2006/relationships/customXml" Target="../ink/ink1309.xml"/><Relationship Id="rId375" Type="http://schemas.openxmlformats.org/officeDocument/2006/relationships/image" Target="../media/image6340.png"/><Relationship Id="rId3" Type="http://schemas.openxmlformats.org/officeDocument/2006/relationships/image" Target="../media/image3830.png"/><Relationship Id="rId235" Type="http://schemas.openxmlformats.org/officeDocument/2006/relationships/image" Target="../media/image5640.png"/><Relationship Id="rId277" Type="http://schemas.openxmlformats.org/officeDocument/2006/relationships/image" Target="../media/image5850.png"/><Relationship Id="rId400" Type="http://schemas.openxmlformats.org/officeDocument/2006/relationships/customXml" Target="../ink/ink1473.xml"/><Relationship Id="rId442" Type="http://schemas.openxmlformats.org/officeDocument/2006/relationships/customXml" Target="../ink/ink1494.xml"/><Relationship Id="rId484" Type="http://schemas.openxmlformats.org/officeDocument/2006/relationships/customXml" Target="../ink/ink1515.xml"/><Relationship Id="rId137" Type="http://schemas.openxmlformats.org/officeDocument/2006/relationships/image" Target="../media/image5150.png"/><Relationship Id="rId302" Type="http://schemas.openxmlformats.org/officeDocument/2006/relationships/customXml" Target="../ink/ink1424.xml"/><Relationship Id="rId344" Type="http://schemas.openxmlformats.org/officeDocument/2006/relationships/customXml" Target="../ink/ink1445.xml"/><Relationship Id="rId41" Type="http://schemas.openxmlformats.org/officeDocument/2006/relationships/image" Target="../media/image4670.png"/><Relationship Id="rId83" Type="http://schemas.openxmlformats.org/officeDocument/2006/relationships/image" Target="../media/image4880.png"/><Relationship Id="rId179" Type="http://schemas.openxmlformats.org/officeDocument/2006/relationships/image" Target="../media/image5360.png"/><Relationship Id="rId386" Type="http://schemas.openxmlformats.org/officeDocument/2006/relationships/customXml" Target="../ink/ink1466.xml"/><Relationship Id="rId551" Type="http://schemas.openxmlformats.org/officeDocument/2006/relationships/image" Target="../media/image7220.png"/><Relationship Id="rId190" Type="http://schemas.openxmlformats.org/officeDocument/2006/relationships/customXml" Target="../ink/ink1368.xml"/><Relationship Id="rId204" Type="http://schemas.openxmlformats.org/officeDocument/2006/relationships/customXml" Target="../ink/ink1375.xml"/><Relationship Id="rId246" Type="http://schemas.openxmlformats.org/officeDocument/2006/relationships/customXml" Target="../ink/ink1396.xml"/><Relationship Id="rId288" Type="http://schemas.openxmlformats.org/officeDocument/2006/relationships/customXml" Target="../ink/ink1417.xml"/><Relationship Id="rId411" Type="http://schemas.openxmlformats.org/officeDocument/2006/relationships/image" Target="../media/image6520.png"/><Relationship Id="rId453" Type="http://schemas.openxmlformats.org/officeDocument/2006/relationships/image" Target="../media/image6730.png"/><Relationship Id="rId509" Type="http://schemas.openxmlformats.org/officeDocument/2006/relationships/image" Target="../media/image7011.png"/><Relationship Id="rId106" Type="http://schemas.openxmlformats.org/officeDocument/2006/relationships/customXml" Target="../ink/ink1326.xml"/><Relationship Id="rId313" Type="http://schemas.openxmlformats.org/officeDocument/2006/relationships/image" Target="../media/image6030.png"/><Relationship Id="rId495" Type="http://schemas.openxmlformats.org/officeDocument/2006/relationships/image" Target="../media/image6940.png"/><Relationship Id="rId10" Type="http://schemas.openxmlformats.org/officeDocument/2006/relationships/customXml" Target="../ink/ink1278.xml"/><Relationship Id="rId52" Type="http://schemas.openxmlformats.org/officeDocument/2006/relationships/customXml" Target="../ink/ink1299.xml"/><Relationship Id="rId94" Type="http://schemas.openxmlformats.org/officeDocument/2006/relationships/customXml" Target="../ink/ink1320.xml"/><Relationship Id="rId148" Type="http://schemas.openxmlformats.org/officeDocument/2006/relationships/customXml" Target="../ink/ink1347.xml"/><Relationship Id="rId355" Type="http://schemas.openxmlformats.org/officeDocument/2006/relationships/image" Target="../media/image6240.png"/><Relationship Id="rId397" Type="http://schemas.openxmlformats.org/officeDocument/2006/relationships/image" Target="../media/image6450.png"/><Relationship Id="rId520" Type="http://schemas.openxmlformats.org/officeDocument/2006/relationships/customXml" Target="../ink/ink1533.xml"/><Relationship Id="rId562" Type="http://schemas.openxmlformats.org/officeDocument/2006/relationships/customXml" Target="../ink/ink1554.xml"/><Relationship Id="rId215" Type="http://schemas.openxmlformats.org/officeDocument/2006/relationships/image" Target="../media/image5540.png"/><Relationship Id="rId257" Type="http://schemas.openxmlformats.org/officeDocument/2006/relationships/image" Target="../media/image5750.png"/><Relationship Id="rId422" Type="http://schemas.openxmlformats.org/officeDocument/2006/relationships/customXml" Target="../ink/ink1484.xml"/><Relationship Id="rId464" Type="http://schemas.openxmlformats.org/officeDocument/2006/relationships/customXml" Target="../ink/ink1505.xml"/><Relationship Id="rId299" Type="http://schemas.openxmlformats.org/officeDocument/2006/relationships/image" Target="../media/image5960.png"/><Relationship Id="rId63" Type="http://schemas.openxmlformats.org/officeDocument/2006/relationships/image" Target="../media/image4780.png"/><Relationship Id="rId159" Type="http://schemas.openxmlformats.org/officeDocument/2006/relationships/image" Target="../media/image5260.png"/><Relationship Id="rId366" Type="http://schemas.openxmlformats.org/officeDocument/2006/relationships/customXml" Target="../ink/ink1456.xml"/><Relationship Id="rId226" Type="http://schemas.openxmlformats.org/officeDocument/2006/relationships/customXml" Target="../ink/ink1386.xml"/><Relationship Id="rId433" Type="http://schemas.openxmlformats.org/officeDocument/2006/relationships/image" Target="../media/image6630.png"/><Relationship Id="rId74" Type="http://schemas.openxmlformats.org/officeDocument/2006/relationships/customXml" Target="../ink/ink1310.xml"/><Relationship Id="rId377" Type="http://schemas.openxmlformats.org/officeDocument/2006/relationships/image" Target="../media/image6350.png"/><Relationship Id="rId500" Type="http://schemas.openxmlformats.org/officeDocument/2006/relationships/customXml" Target="../ink/ink1523.xml"/><Relationship Id="rId5" Type="http://schemas.openxmlformats.org/officeDocument/2006/relationships/image" Target="../media/image3840.png"/><Relationship Id="rId237" Type="http://schemas.openxmlformats.org/officeDocument/2006/relationships/image" Target="../media/image5650.png"/><Relationship Id="rId444" Type="http://schemas.openxmlformats.org/officeDocument/2006/relationships/customXml" Target="../ink/ink1495.xml"/><Relationship Id="rId290" Type="http://schemas.openxmlformats.org/officeDocument/2006/relationships/customXml" Target="../ink/ink1418.xml"/><Relationship Id="rId304" Type="http://schemas.openxmlformats.org/officeDocument/2006/relationships/customXml" Target="../ink/ink1425.xml"/><Relationship Id="rId388" Type="http://schemas.openxmlformats.org/officeDocument/2006/relationships/customXml" Target="../ink/ink1467.xml"/><Relationship Id="rId511" Type="http://schemas.openxmlformats.org/officeDocument/2006/relationships/image" Target="../media/image7020.png"/><Relationship Id="rId85" Type="http://schemas.openxmlformats.org/officeDocument/2006/relationships/image" Target="../media/image4890.png"/><Relationship Id="rId150" Type="http://schemas.openxmlformats.org/officeDocument/2006/relationships/customXml" Target="../ink/ink1348.xml"/><Relationship Id="rId248" Type="http://schemas.openxmlformats.org/officeDocument/2006/relationships/customXml" Target="../ink/ink1397.xml"/><Relationship Id="rId455" Type="http://schemas.openxmlformats.org/officeDocument/2006/relationships/image" Target="../media/image6740.png"/><Relationship Id="rId12" Type="http://schemas.openxmlformats.org/officeDocument/2006/relationships/customXml" Target="../ink/ink1279.xml"/><Relationship Id="rId108" Type="http://schemas.openxmlformats.org/officeDocument/2006/relationships/customXml" Target="../ink/ink1327.xml"/><Relationship Id="rId315" Type="http://schemas.openxmlformats.org/officeDocument/2006/relationships/image" Target="../media/image6040.png"/><Relationship Id="rId522" Type="http://schemas.openxmlformats.org/officeDocument/2006/relationships/customXml" Target="../ink/ink1534.xml"/><Relationship Id="rId96" Type="http://schemas.openxmlformats.org/officeDocument/2006/relationships/customXml" Target="../ink/ink1321.xml"/><Relationship Id="rId161" Type="http://schemas.openxmlformats.org/officeDocument/2006/relationships/image" Target="../media/image5270.png"/><Relationship Id="rId399" Type="http://schemas.openxmlformats.org/officeDocument/2006/relationships/image" Target="../media/image6460.png"/><Relationship Id="rId259" Type="http://schemas.openxmlformats.org/officeDocument/2006/relationships/image" Target="../media/image5760.png"/><Relationship Id="rId466" Type="http://schemas.openxmlformats.org/officeDocument/2006/relationships/customXml" Target="../ink/ink1506.xml"/><Relationship Id="rId23" Type="http://schemas.openxmlformats.org/officeDocument/2006/relationships/image" Target="../media/image4580.png"/><Relationship Id="rId119" Type="http://schemas.openxmlformats.org/officeDocument/2006/relationships/image" Target="../media/image5060.png"/><Relationship Id="rId326" Type="http://schemas.openxmlformats.org/officeDocument/2006/relationships/customXml" Target="../ink/ink1436.xml"/><Relationship Id="rId533" Type="http://schemas.openxmlformats.org/officeDocument/2006/relationships/image" Target="../media/image7130.png"/></Relationships>
</file>

<file path=ppt/slides/_rels/slide18.xml.rels><?xml version="1.0" encoding="UTF-8" standalone="yes"?>
<Relationships xmlns="http://schemas.openxmlformats.org/package/2006/relationships"><Relationship Id="rId117" Type="http://schemas.openxmlformats.org/officeDocument/2006/relationships/image" Target="../media/image7920.png"/><Relationship Id="rId671" Type="http://schemas.openxmlformats.org/officeDocument/2006/relationships/image" Target="../media/image1069.png"/><Relationship Id="rId21" Type="http://schemas.openxmlformats.org/officeDocument/2006/relationships/image" Target="../media/image7450.png"/><Relationship Id="rId324" Type="http://schemas.openxmlformats.org/officeDocument/2006/relationships/customXml" Target="../ink/ink1717.xml"/><Relationship Id="rId531" Type="http://schemas.openxmlformats.org/officeDocument/2006/relationships/image" Target="../media/image9990.png"/><Relationship Id="rId629" Type="http://schemas.openxmlformats.org/officeDocument/2006/relationships/image" Target="../media/image1048.png"/><Relationship Id="rId170" Type="http://schemas.openxmlformats.org/officeDocument/2006/relationships/customXml" Target="../ink/ink1640.xml"/><Relationship Id="rId268" Type="http://schemas.openxmlformats.org/officeDocument/2006/relationships/customXml" Target="../ink/ink1689.xml"/><Relationship Id="rId475" Type="http://schemas.openxmlformats.org/officeDocument/2006/relationships/image" Target="../media/image9711.png"/><Relationship Id="rId682" Type="http://schemas.openxmlformats.org/officeDocument/2006/relationships/customXml" Target="../ink/ink1896.xml"/><Relationship Id="rId32" Type="http://schemas.openxmlformats.org/officeDocument/2006/relationships/customXml" Target="../ink/ink1571.xml"/><Relationship Id="rId128" Type="http://schemas.openxmlformats.org/officeDocument/2006/relationships/customXml" Target="../ink/ink1619.xml"/><Relationship Id="rId335" Type="http://schemas.openxmlformats.org/officeDocument/2006/relationships/image" Target="../media/image9011.png"/><Relationship Id="rId542" Type="http://schemas.openxmlformats.org/officeDocument/2006/relationships/customXml" Target="../ink/ink1826.xml"/><Relationship Id="rId181" Type="http://schemas.openxmlformats.org/officeDocument/2006/relationships/image" Target="../media/image8240.png"/><Relationship Id="rId402" Type="http://schemas.openxmlformats.org/officeDocument/2006/relationships/customXml" Target="../ink/ink1756.xml"/><Relationship Id="rId279" Type="http://schemas.openxmlformats.org/officeDocument/2006/relationships/image" Target="../media/image8730.png"/><Relationship Id="rId486" Type="http://schemas.openxmlformats.org/officeDocument/2006/relationships/customXml" Target="../ink/ink1798.xml"/><Relationship Id="rId43" Type="http://schemas.openxmlformats.org/officeDocument/2006/relationships/image" Target="../media/image7550.png"/><Relationship Id="rId139" Type="http://schemas.openxmlformats.org/officeDocument/2006/relationships/image" Target="../media/image8030.png"/><Relationship Id="rId346" Type="http://schemas.openxmlformats.org/officeDocument/2006/relationships/customXml" Target="../ink/ink1728.xml"/><Relationship Id="rId553" Type="http://schemas.openxmlformats.org/officeDocument/2006/relationships/image" Target="../media/image10101.png"/><Relationship Id="rId192" Type="http://schemas.openxmlformats.org/officeDocument/2006/relationships/customXml" Target="../ink/ink1651.xml"/><Relationship Id="rId206" Type="http://schemas.openxmlformats.org/officeDocument/2006/relationships/customXml" Target="../ink/ink1658.xml"/><Relationship Id="rId413" Type="http://schemas.openxmlformats.org/officeDocument/2006/relationships/image" Target="../media/image9400.png"/><Relationship Id="rId497" Type="http://schemas.openxmlformats.org/officeDocument/2006/relationships/image" Target="../media/image9820.png"/><Relationship Id="rId620" Type="http://schemas.openxmlformats.org/officeDocument/2006/relationships/customXml" Target="../ink/ink1865.xml"/><Relationship Id="rId357" Type="http://schemas.openxmlformats.org/officeDocument/2006/relationships/image" Target="../media/image9120.png"/><Relationship Id="rId54" Type="http://schemas.openxmlformats.org/officeDocument/2006/relationships/customXml" Target="../ink/ink1582.xml"/><Relationship Id="rId217" Type="http://schemas.openxmlformats.org/officeDocument/2006/relationships/image" Target="../media/image8420.png"/><Relationship Id="rId564" Type="http://schemas.openxmlformats.org/officeDocument/2006/relationships/customXml" Target="../ink/ink1837.xml"/><Relationship Id="rId424" Type="http://schemas.openxmlformats.org/officeDocument/2006/relationships/customXml" Target="../ink/ink1767.xml"/><Relationship Id="rId631" Type="http://schemas.openxmlformats.org/officeDocument/2006/relationships/image" Target="../media/image1049.png"/><Relationship Id="rId270" Type="http://schemas.openxmlformats.org/officeDocument/2006/relationships/customXml" Target="../ink/ink1690.xml"/><Relationship Id="rId65" Type="http://schemas.openxmlformats.org/officeDocument/2006/relationships/image" Target="../media/image7660.png"/><Relationship Id="rId130" Type="http://schemas.openxmlformats.org/officeDocument/2006/relationships/customXml" Target="../ink/ink1620.xml"/><Relationship Id="rId368" Type="http://schemas.openxmlformats.org/officeDocument/2006/relationships/customXml" Target="../ink/ink1739.xml"/><Relationship Id="rId575" Type="http://schemas.openxmlformats.org/officeDocument/2006/relationships/image" Target="../media/image10211.png"/><Relationship Id="rId228" Type="http://schemas.openxmlformats.org/officeDocument/2006/relationships/customXml" Target="../ink/ink1669.xml"/><Relationship Id="rId435" Type="http://schemas.openxmlformats.org/officeDocument/2006/relationships/image" Target="../media/image9511.png"/><Relationship Id="rId642" Type="http://schemas.openxmlformats.org/officeDocument/2006/relationships/customXml" Target="../ink/ink1876.xml"/><Relationship Id="rId281" Type="http://schemas.openxmlformats.org/officeDocument/2006/relationships/image" Target="../media/image8740.png"/><Relationship Id="rId502" Type="http://schemas.openxmlformats.org/officeDocument/2006/relationships/customXml" Target="../ink/ink1806.xml"/><Relationship Id="rId76" Type="http://schemas.openxmlformats.org/officeDocument/2006/relationships/customXml" Target="../ink/ink1593.xml"/><Relationship Id="rId141" Type="http://schemas.openxmlformats.org/officeDocument/2006/relationships/image" Target="../media/image8040.png"/><Relationship Id="rId379" Type="http://schemas.openxmlformats.org/officeDocument/2006/relationships/image" Target="../media/image9230.png"/><Relationship Id="rId586" Type="http://schemas.openxmlformats.org/officeDocument/2006/relationships/customXml" Target="../ink/ink1848.xml"/><Relationship Id="rId7" Type="http://schemas.openxmlformats.org/officeDocument/2006/relationships/image" Target="../media/image7380.png"/><Relationship Id="rId239" Type="http://schemas.openxmlformats.org/officeDocument/2006/relationships/image" Target="../media/image8530.png"/><Relationship Id="rId446" Type="http://schemas.openxmlformats.org/officeDocument/2006/relationships/customXml" Target="../ink/ink1778.xml"/><Relationship Id="rId653" Type="http://schemas.openxmlformats.org/officeDocument/2006/relationships/image" Target="../media/image1060.png"/><Relationship Id="rId292" Type="http://schemas.openxmlformats.org/officeDocument/2006/relationships/customXml" Target="../ink/ink1701.xml"/><Relationship Id="rId306" Type="http://schemas.openxmlformats.org/officeDocument/2006/relationships/customXml" Target="../ink/ink1708.xml"/><Relationship Id="rId87" Type="http://schemas.openxmlformats.org/officeDocument/2006/relationships/image" Target="../media/image7770.png"/><Relationship Id="rId513" Type="http://schemas.openxmlformats.org/officeDocument/2006/relationships/image" Target="../media/image9900.png"/><Relationship Id="rId597" Type="http://schemas.openxmlformats.org/officeDocument/2006/relationships/image" Target="../media/image1032.png"/><Relationship Id="rId152" Type="http://schemas.openxmlformats.org/officeDocument/2006/relationships/customXml" Target="../ink/ink1631.xml"/><Relationship Id="rId457" Type="http://schemas.openxmlformats.org/officeDocument/2006/relationships/image" Target="../media/image9620.png"/><Relationship Id="rId664" Type="http://schemas.openxmlformats.org/officeDocument/2006/relationships/customXml" Target="../ink/ink1887.xml"/><Relationship Id="rId14" Type="http://schemas.openxmlformats.org/officeDocument/2006/relationships/customXml" Target="../ink/ink1562.xml"/><Relationship Id="rId317" Type="http://schemas.openxmlformats.org/officeDocument/2006/relationships/image" Target="../media/image8920.png"/><Relationship Id="rId524" Type="http://schemas.openxmlformats.org/officeDocument/2006/relationships/customXml" Target="../ink/ink1817.xml"/><Relationship Id="rId98" Type="http://schemas.openxmlformats.org/officeDocument/2006/relationships/customXml" Target="../ink/ink1604.xml"/><Relationship Id="rId163" Type="http://schemas.openxmlformats.org/officeDocument/2006/relationships/image" Target="../media/image8150.png"/><Relationship Id="rId370" Type="http://schemas.openxmlformats.org/officeDocument/2006/relationships/customXml" Target="../ink/ink1740.xml"/><Relationship Id="rId230" Type="http://schemas.openxmlformats.org/officeDocument/2006/relationships/customXml" Target="../ink/ink1670.xml"/><Relationship Id="rId468" Type="http://schemas.openxmlformats.org/officeDocument/2006/relationships/customXml" Target="../ink/ink1789.xml"/><Relationship Id="rId675" Type="http://schemas.openxmlformats.org/officeDocument/2006/relationships/image" Target="../media/image1071.png"/><Relationship Id="rId25" Type="http://schemas.openxmlformats.org/officeDocument/2006/relationships/image" Target="../media/image7470.png"/><Relationship Id="rId328" Type="http://schemas.openxmlformats.org/officeDocument/2006/relationships/customXml" Target="../ink/ink1719.xml"/><Relationship Id="rId535" Type="http://schemas.openxmlformats.org/officeDocument/2006/relationships/image" Target="../media/image10011.png"/><Relationship Id="rId174" Type="http://schemas.openxmlformats.org/officeDocument/2006/relationships/customXml" Target="../ink/ink1642.xml"/><Relationship Id="rId381" Type="http://schemas.openxmlformats.org/officeDocument/2006/relationships/image" Target="../media/image9240.png"/><Relationship Id="rId602" Type="http://schemas.openxmlformats.org/officeDocument/2006/relationships/customXml" Target="../ink/ink1856.xml"/><Relationship Id="rId241" Type="http://schemas.openxmlformats.org/officeDocument/2006/relationships/image" Target="../media/image8540.png"/><Relationship Id="rId479" Type="http://schemas.openxmlformats.org/officeDocument/2006/relationships/image" Target="../media/image9730.png"/><Relationship Id="rId686" Type="http://schemas.openxmlformats.org/officeDocument/2006/relationships/customXml" Target="../ink/ink1898.xml"/><Relationship Id="rId36" Type="http://schemas.openxmlformats.org/officeDocument/2006/relationships/customXml" Target="../ink/ink1573.xml"/><Relationship Id="rId339" Type="http://schemas.openxmlformats.org/officeDocument/2006/relationships/image" Target="../media/image9030.png"/><Relationship Id="rId546" Type="http://schemas.openxmlformats.org/officeDocument/2006/relationships/customXml" Target="../ink/ink1828.xml"/><Relationship Id="rId101" Type="http://schemas.openxmlformats.org/officeDocument/2006/relationships/image" Target="../media/image7840.png"/><Relationship Id="rId185" Type="http://schemas.openxmlformats.org/officeDocument/2006/relationships/image" Target="../media/image8260.png"/><Relationship Id="rId406" Type="http://schemas.openxmlformats.org/officeDocument/2006/relationships/customXml" Target="../ink/ink1758.xml"/><Relationship Id="rId392" Type="http://schemas.openxmlformats.org/officeDocument/2006/relationships/customXml" Target="../ink/ink1751.xml"/><Relationship Id="rId613" Type="http://schemas.openxmlformats.org/officeDocument/2006/relationships/image" Target="../media/image1040.png"/><Relationship Id="rId252" Type="http://schemas.openxmlformats.org/officeDocument/2006/relationships/customXml" Target="../ink/ink1681.xml"/><Relationship Id="rId47" Type="http://schemas.openxmlformats.org/officeDocument/2006/relationships/image" Target="../media/image7570.png"/><Relationship Id="rId112" Type="http://schemas.openxmlformats.org/officeDocument/2006/relationships/customXml" Target="../ink/ink1611.xml"/><Relationship Id="rId557" Type="http://schemas.openxmlformats.org/officeDocument/2006/relationships/image" Target="../media/image10120.png"/><Relationship Id="rId196" Type="http://schemas.openxmlformats.org/officeDocument/2006/relationships/customXml" Target="../ink/ink1653.xml"/><Relationship Id="rId417" Type="http://schemas.openxmlformats.org/officeDocument/2006/relationships/image" Target="../media/image9420.png"/><Relationship Id="rId624" Type="http://schemas.openxmlformats.org/officeDocument/2006/relationships/customXml" Target="../ink/ink1867.xml"/><Relationship Id="rId263" Type="http://schemas.openxmlformats.org/officeDocument/2006/relationships/image" Target="../media/image8650.png"/><Relationship Id="rId470" Type="http://schemas.openxmlformats.org/officeDocument/2006/relationships/customXml" Target="../ink/ink1790.xml"/><Relationship Id="rId58" Type="http://schemas.openxmlformats.org/officeDocument/2006/relationships/customXml" Target="../ink/ink1584.xml"/><Relationship Id="rId123" Type="http://schemas.openxmlformats.org/officeDocument/2006/relationships/image" Target="../media/image7950.png"/><Relationship Id="rId330" Type="http://schemas.openxmlformats.org/officeDocument/2006/relationships/customXml" Target="../ink/ink1720.xml"/><Relationship Id="rId568" Type="http://schemas.openxmlformats.org/officeDocument/2006/relationships/customXml" Target="../ink/ink1839.xml"/><Relationship Id="rId428" Type="http://schemas.openxmlformats.org/officeDocument/2006/relationships/customXml" Target="../ink/ink1769.xml"/><Relationship Id="rId635" Type="http://schemas.openxmlformats.org/officeDocument/2006/relationships/image" Target="../media/image1051.png"/><Relationship Id="rId274" Type="http://schemas.openxmlformats.org/officeDocument/2006/relationships/customXml" Target="../ink/ink1692.xml"/><Relationship Id="rId481" Type="http://schemas.openxmlformats.org/officeDocument/2006/relationships/image" Target="../media/image9740.png"/><Relationship Id="rId69" Type="http://schemas.openxmlformats.org/officeDocument/2006/relationships/image" Target="../media/image7680.png"/><Relationship Id="rId134" Type="http://schemas.openxmlformats.org/officeDocument/2006/relationships/customXml" Target="../ink/ink1622.xml"/><Relationship Id="rId579" Type="http://schemas.openxmlformats.org/officeDocument/2006/relationships/image" Target="../media/image10230.png"/><Relationship Id="rId341" Type="http://schemas.openxmlformats.org/officeDocument/2006/relationships/image" Target="../media/image9040.png"/><Relationship Id="rId439" Type="http://schemas.openxmlformats.org/officeDocument/2006/relationships/image" Target="../media/image9530.png"/><Relationship Id="rId646" Type="http://schemas.openxmlformats.org/officeDocument/2006/relationships/customXml" Target="../ink/ink1878.xml"/><Relationship Id="rId201" Type="http://schemas.openxmlformats.org/officeDocument/2006/relationships/image" Target="../media/image8340.png"/><Relationship Id="rId285" Type="http://schemas.openxmlformats.org/officeDocument/2006/relationships/image" Target="../media/image8760.png"/><Relationship Id="rId506" Type="http://schemas.openxmlformats.org/officeDocument/2006/relationships/customXml" Target="../ink/ink1808.xml"/><Relationship Id="rId492" Type="http://schemas.openxmlformats.org/officeDocument/2006/relationships/customXml" Target="../ink/ink1801.xml"/><Relationship Id="rId145" Type="http://schemas.openxmlformats.org/officeDocument/2006/relationships/image" Target="../media/image8060.png"/><Relationship Id="rId352" Type="http://schemas.openxmlformats.org/officeDocument/2006/relationships/customXml" Target="../ink/ink1731.xml"/><Relationship Id="rId212" Type="http://schemas.openxmlformats.org/officeDocument/2006/relationships/customXml" Target="../ink/ink1661.xml"/><Relationship Id="rId657" Type="http://schemas.openxmlformats.org/officeDocument/2006/relationships/image" Target="../media/image1062.png"/><Relationship Id="rId49" Type="http://schemas.openxmlformats.org/officeDocument/2006/relationships/image" Target="../media/image7580.png"/><Relationship Id="rId114" Type="http://schemas.openxmlformats.org/officeDocument/2006/relationships/customXml" Target="../ink/ink1612.xml"/><Relationship Id="rId296" Type="http://schemas.openxmlformats.org/officeDocument/2006/relationships/customXml" Target="../ink/ink1703.xml"/><Relationship Id="rId461" Type="http://schemas.openxmlformats.org/officeDocument/2006/relationships/image" Target="../media/image9640.png"/><Relationship Id="rId517" Type="http://schemas.openxmlformats.org/officeDocument/2006/relationships/image" Target="../media/image9920.png"/><Relationship Id="rId559" Type="http://schemas.openxmlformats.org/officeDocument/2006/relationships/image" Target="../media/image10130.png"/><Relationship Id="rId60" Type="http://schemas.openxmlformats.org/officeDocument/2006/relationships/customXml" Target="../ink/ink1585.xml"/><Relationship Id="rId156" Type="http://schemas.openxmlformats.org/officeDocument/2006/relationships/customXml" Target="../ink/ink1633.xml"/><Relationship Id="rId198" Type="http://schemas.openxmlformats.org/officeDocument/2006/relationships/customXml" Target="../ink/ink1654.xml"/><Relationship Id="rId321" Type="http://schemas.openxmlformats.org/officeDocument/2006/relationships/image" Target="../media/image8940.png"/><Relationship Id="rId363" Type="http://schemas.openxmlformats.org/officeDocument/2006/relationships/image" Target="../media/image9150.png"/><Relationship Id="rId419" Type="http://schemas.openxmlformats.org/officeDocument/2006/relationships/image" Target="../media/image9430.png"/><Relationship Id="rId570" Type="http://schemas.openxmlformats.org/officeDocument/2006/relationships/customXml" Target="../ink/ink1840.xml"/><Relationship Id="rId626" Type="http://schemas.openxmlformats.org/officeDocument/2006/relationships/customXml" Target="../ink/ink1868.xml"/><Relationship Id="rId223" Type="http://schemas.openxmlformats.org/officeDocument/2006/relationships/image" Target="../media/image8450.png"/><Relationship Id="rId430" Type="http://schemas.openxmlformats.org/officeDocument/2006/relationships/customXml" Target="../ink/ink1770.xml"/><Relationship Id="rId668" Type="http://schemas.openxmlformats.org/officeDocument/2006/relationships/customXml" Target="../ink/ink1889.xml"/><Relationship Id="rId18" Type="http://schemas.openxmlformats.org/officeDocument/2006/relationships/customXml" Target="../ink/ink1564.xml"/><Relationship Id="rId265" Type="http://schemas.openxmlformats.org/officeDocument/2006/relationships/image" Target="../media/image8660.png"/><Relationship Id="rId472" Type="http://schemas.openxmlformats.org/officeDocument/2006/relationships/customXml" Target="../ink/ink1791.xml"/><Relationship Id="rId528" Type="http://schemas.openxmlformats.org/officeDocument/2006/relationships/customXml" Target="../ink/ink1819.xml"/><Relationship Id="rId125" Type="http://schemas.openxmlformats.org/officeDocument/2006/relationships/image" Target="../media/image7960.png"/><Relationship Id="rId167" Type="http://schemas.openxmlformats.org/officeDocument/2006/relationships/image" Target="../media/image8170.png"/><Relationship Id="rId332" Type="http://schemas.openxmlformats.org/officeDocument/2006/relationships/customXml" Target="../ink/ink1721.xml"/><Relationship Id="rId374" Type="http://schemas.openxmlformats.org/officeDocument/2006/relationships/customXml" Target="../ink/ink1742.xml"/><Relationship Id="rId581" Type="http://schemas.openxmlformats.org/officeDocument/2006/relationships/image" Target="../media/image10240.png"/><Relationship Id="rId71" Type="http://schemas.openxmlformats.org/officeDocument/2006/relationships/image" Target="../media/image7690.png"/><Relationship Id="rId234" Type="http://schemas.openxmlformats.org/officeDocument/2006/relationships/customXml" Target="../ink/ink1672.xml"/><Relationship Id="rId637" Type="http://schemas.openxmlformats.org/officeDocument/2006/relationships/image" Target="../media/image1052.png"/><Relationship Id="rId679" Type="http://schemas.openxmlformats.org/officeDocument/2006/relationships/image" Target="../media/image1073.png"/><Relationship Id="rId2" Type="http://schemas.openxmlformats.org/officeDocument/2006/relationships/customXml" Target="../ink/ink1556.xml"/><Relationship Id="rId29" Type="http://schemas.openxmlformats.org/officeDocument/2006/relationships/image" Target="../media/image7490.png"/><Relationship Id="rId276" Type="http://schemas.openxmlformats.org/officeDocument/2006/relationships/customXml" Target="../ink/ink1693.xml"/><Relationship Id="rId441" Type="http://schemas.openxmlformats.org/officeDocument/2006/relationships/image" Target="../media/image9540.png"/><Relationship Id="rId483" Type="http://schemas.openxmlformats.org/officeDocument/2006/relationships/image" Target="../media/image9750.png"/><Relationship Id="rId539" Type="http://schemas.openxmlformats.org/officeDocument/2006/relationships/image" Target="../media/image10030.png"/><Relationship Id="rId40" Type="http://schemas.openxmlformats.org/officeDocument/2006/relationships/customXml" Target="../ink/ink1575.xml"/><Relationship Id="rId136" Type="http://schemas.openxmlformats.org/officeDocument/2006/relationships/customXml" Target="../ink/ink1623.xml"/><Relationship Id="rId178" Type="http://schemas.openxmlformats.org/officeDocument/2006/relationships/customXml" Target="../ink/ink1644.xml"/><Relationship Id="rId301" Type="http://schemas.openxmlformats.org/officeDocument/2006/relationships/image" Target="../media/image8840.png"/><Relationship Id="rId343" Type="http://schemas.openxmlformats.org/officeDocument/2006/relationships/image" Target="../media/image9050.png"/><Relationship Id="rId550" Type="http://schemas.openxmlformats.org/officeDocument/2006/relationships/customXml" Target="../ink/ink1830.xml"/><Relationship Id="rId82" Type="http://schemas.openxmlformats.org/officeDocument/2006/relationships/customXml" Target="../ink/ink1596.xml"/><Relationship Id="rId203" Type="http://schemas.openxmlformats.org/officeDocument/2006/relationships/image" Target="../media/image8350.png"/><Relationship Id="rId385" Type="http://schemas.openxmlformats.org/officeDocument/2006/relationships/image" Target="../media/image9260.png"/><Relationship Id="rId592" Type="http://schemas.openxmlformats.org/officeDocument/2006/relationships/customXml" Target="../ink/ink1851.xml"/><Relationship Id="rId606" Type="http://schemas.openxmlformats.org/officeDocument/2006/relationships/customXml" Target="../ink/ink1858.xml"/><Relationship Id="rId648" Type="http://schemas.openxmlformats.org/officeDocument/2006/relationships/customXml" Target="../ink/ink1879.xml"/><Relationship Id="rId245" Type="http://schemas.openxmlformats.org/officeDocument/2006/relationships/image" Target="../media/image8560.png"/><Relationship Id="rId287" Type="http://schemas.openxmlformats.org/officeDocument/2006/relationships/image" Target="../media/image8770.png"/><Relationship Id="rId410" Type="http://schemas.openxmlformats.org/officeDocument/2006/relationships/customXml" Target="../ink/ink1760.xml"/><Relationship Id="rId452" Type="http://schemas.openxmlformats.org/officeDocument/2006/relationships/customXml" Target="../ink/ink1781.xml"/><Relationship Id="rId494" Type="http://schemas.openxmlformats.org/officeDocument/2006/relationships/customXml" Target="../ink/ink1802.xml"/><Relationship Id="rId508" Type="http://schemas.openxmlformats.org/officeDocument/2006/relationships/customXml" Target="../ink/ink1809.xml"/><Relationship Id="rId105" Type="http://schemas.openxmlformats.org/officeDocument/2006/relationships/image" Target="../media/image7860.png"/><Relationship Id="rId147" Type="http://schemas.openxmlformats.org/officeDocument/2006/relationships/image" Target="../media/image8070.png"/><Relationship Id="rId312" Type="http://schemas.openxmlformats.org/officeDocument/2006/relationships/customXml" Target="../ink/ink1711.xml"/><Relationship Id="rId354" Type="http://schemas.openxmlformats.org/officeDocument/2006/relationships/customXml" Target="../ink/ink1732.xml"/><Relationship Id="rId51" Type="http://schemas.openxmlformats.org/officeDocument/2006/relationships/image" Target="../media/image7590.png"/><Relationship Id="rId93" Type="http://schemas.openxmlformats.org/officeDocument/2006/relationships/image" Target="../media/image7800.png"/><Relationship Id="rId189" Type="http://schemas.openxmlformats.org/officeDocument/2006/relationships/image" Target="../media/image8280.png"/><Relationship Id="rId396" Type="http://schemas.openxmlformats.org/officeDocument/2006/relationships/customXml" Target="../ink/ink1753.xml"/><Relationship Id="rId561" Type="http://schemas.openxmlformats.org/officeDocument/2006/relationships/image" Target="../media/image10140.png"/><Relationship Id="rId617" Type="http://schemas.openxmlformats.org/officeDocument/2006/relationships/image" Target="../media/image1042.png"/><Relationship Id="rId659" Type="http://schemas.openxmlformats.org/officeDocument/2006/relationships/image" Target="../media/image1063.png"/><Relationship Id="rId214" Type="http://schemas.openxmlformats.org/officeDocument/2006/relationships/customXml" Target="../ink/ink1662.xml"/><Relationship Id="rId256" Type="http://schemas.openxmlformats.org/officeDocument/2006/relationships/customXml" Target="../ink/ink1683.xml"/><Relationship Id="rId298" Type="http://schemas.openxmlformats.org/officeDocument/2006/relationships/customXml" Target="../ink/ink1704.xml"/><Relationship Id="rId421" Type="http://schemas.openxmlformats.org/officeDocument/2006/relationships/image" Target="../media/image9440.png"/><Relationship Id="rId463" Type="http://schemas.openxmlformats.org/officeDocument/2006/relationships/image" Target="../media/image9650.png"/><Relationship Id="rId519" Type="http://schemas.openxmlformats.org/officeDocument/2006/relationships/image" Target="../media/image9930.png"/><Relationship Id="rId670" Type="http://schemas.openxmlformats.org/officeDocument/2006/relationships/customXml" Target="../ink/ink1890.xml"/><Relationship Id="rId116" Type="http://schemas.openxmlformats.org/officeDocument/2006/relationships/customXml" Target="../ink/ink1613.xml"/><Relationship Id="rId158" Type="http://schemas.openxmlformats.org/officeDocument/2006/relationships/customXml" Target="../ink/ink1634.xml"/><Relationship Id="rId323" Type="http://schemas.openxmlformats.org/officeDocument/2006/relationships/image" Target="../media/image8950.png"/><Relationship Id="rId530" Type="http://schemas.openxmlformats.org/officeDocument/2006/relationships/customXml" Target="../ink/ink1820.xml"/><Relationship Id="rId20" Type="http://schemas.openxmlformats.org/officeDocument/2006/relationships/customXml" Target="../ink/ink1565.xml"/><Relationship Id="rId62" Type="http://schemas.openxmlformats.org/officeDocument/2006/relationships/customXml" Target="../ink/ink1586.xml"/><Relationship Id="rId365" Type="http://schemas.openxmlformats.org/officeDocument/2006/relationships/image" Target="../media/image9160.png"/><Relationship Id="rId572" Type="http://schemas.openxmlformats.org/officeDocument/2006/relationships/customXml" Target="../ink/ink1841.xml"/><Relationship Id="rId628" Type="http://schemas.openxmlformats.org/officeDocument/2006/relationships/customXml" Target="../ink/ink1869.xml"/><Relationship Id="rId225" Type="http://schemas.openxmlformats.org/officeDocument/2006/relationships/image" Target="../media/image8460.png"/><Relationship Id="rId267" Type="http://schemas.openxmlformats.org/officeDocument/2006/relationships/image" Target="../media/image8670.png"/><Relationship Id="rId432" Type="http://schemas.openxmlformats.org/officeDocument/2006/relationships/customXml" Target="../ink/ink1771.xml"/><Relationship Id="rId474" Type="http://schemas.openxmlformats.org/officeDocument/2006/relationships/customXml" Target="../ink/ink1792.xml"/><Relationship Id="rId127" Type="http://schemas.openxmlformats.org/officeDocument/2006/relationships/image" Target="../media/image7970.png"/><Relationship Id="rId681" Type="http://schemas.openxmlformats.org/officeDocument/2006/relationships/image" Target="../media/image1074.png"/><Relationship Id="rId31" Type="http://schemas.openxmlformats.org/officeDocument/2006/relationships/image" Target="../media/image7500.png"/><Relationship Id="rId73" Type="http://schemas.openxmlformats.org/officeDocument/2006/relationships/image" Target="../media/image7700.png"/><Relationship Id="rId169" Type="http://schemas.openxmlformats.org/officeDocument/2006/relationships/image" Target="../media/image8180.png"/><Relationship Id="rId334" Type="http://schemas.openxmlformats.org/officeDocument/2006/relationships/customXml" Target="../ink/ink1722.xml"/><Relationship Id="rId376" Type="http://schemas.openxmlformats.org/officeDocument/2006/relationships/customXml" Target="../ink/ink1743.xml"/><Relationship Id="rId541" Type="http://schemas.openxmlformats.org/officeDocument/2006/relationships/image" Target="../media/image10040.png"/><Relationship Id="rId583" Type="http://schemas.openxmlformats.org/officeDocument/2006/relationships/image" Target="../media/image1025.png"/><Relationship Id="rId639" Type="http://schemas.openxmlformats.org/officeDocument/2006/relationships/image" Target="../media/image1053.png"/><Relationship Id="rId4" Type="http://schemas.openxmlformats.org/officeDocument/2006/relationships/customXml" Target="../ink/ink1557.xml"/><Relationship Id="rId180" Type="http://schemas.openxmlformats.org/officeDocument/2006/relationships/customXml" Target="../ink/ink1645.xml"/><Relationship Id="rId236" Type="http://schemas.openxmlformats.org/officeDocument/2006/relationships/customXml" Target="../ink/ink1673.xml"/><Relationship Id="rId278" Type="http://schemas.openxmlformats.org/officeDocument/2006/relationships/customXml" Target="../ink/ink1694.xml"/><Relationship Id="rId401" Type="http://schemas.openxmlformats.org/officeDocument/2006/relationships/image" Target="../media/image9340.png"/><Relationship Id="rId443" Type="http://schemas.openxmlformats.org/officeDocument/2006/relationships/image" Target="../media/image9550.png"/><Relationship Id="rId650" Type="http://schemas.openxmlformats.org/officeDocument/2006/relationships/customXml" Target="../ink/ink1880.xml"/><Relationship Id="rId303" Type="http://schemas.openxmlformats.org/officeDocument/2006/relationships/image" Target="../media/image8850.png"/><Relationship Id="rId485" Type="http://schemas.openxmlformats.org/officeDocument/2006/relationships/image" Target="../media/image9760.png"/><Relationship Id="rId42" Type="http://schemas.openxmlformats.org/officeDocument/2006/relationships/customXml" Target="../ink/ink1576.xml"/><Relationship Id="rId84" Type="http://schemas.openxmlformats.org/officeDocument/2006/relationships/customXml" Target="../ink/ink1597.xml"/><Relationship Id="rId138" Type="http://schemas.openxmlformats.org/officeDocument/2006/relationships/customXml" Target="../ink/ink1624.xml"/><Relationship Id="rId345" Type="http://schemas.openxmlformats.org/officeDocument/2006/relationships/image" Target="../media/image9060.png"/><Relationship Id="rId387" Type="http://schemas.openxmlformats.org/officeDocument/2006/relationships/image" Target="../media/image9270.png"/><Relationship Id="rId510" Type="http://schemas.openxmlformats.org/officeDocument/2006/relationships/customXml" Target="../ink/ink1810.xml"/><Relationship Id="rId552" Type="http://schemas.openxmlformats.org/officeDocument/2006/relationships/customXml" Target="../ink/ink1831.xml"/><Relationship Id="rId594" Type="http://schemas.openxmlformats.org/officeDocument/2006/relationships/customXml" Target="../ink/ink1852.xml"/><Relationship Id="rId608" Type="http://schemas.openxmlformats.org/officeDocument/2006/relationships/customXml" Target="../ink/ink1859.xml"/><Relationship Id="rId191" Type="http://schemas.openxmlformats.org/officeDocument/2006/relationships/image" Target="../media/image8290.png"/><Relationship Id="rId205" Type="http://schemas.openxmlformats.org/officeDocument/2006/relationships/image" Target="../media/image8360.png"/><Relationship Id="rId247" Type="http://schemas.openxmlformats.org/officeDocument/2006/relationships/image" Target="../media/image8570.png"/><Relationship Id="rId412" Type="http://schemas.openxmlformats.org/officeDocument/2006/relationships/customXml" Target="../ink/ink1761.xml"/><Relationship Id="rId107" Type="http://schemas.openxmlformats.org/officeDocument/2006/relationships/image" Target="../media/image7870.png"/><Relationship Id="rId289" Type="http://schemas.openxmlformats.org/officeDocument/2006/relationships/image" Target="../media/image8780.png"/><Relationship Id="rId454" Type="http://schemas.openxmlformats.org/officeDocument/2006/relationships/customXml" Target="../ink/ink1782.xml"/><Relationship Id="rId496" Type="http://schemas.openxmlformats.org/officeDocument/2006/relationships/customXml" Target="../ink/ink1803.xml"/><Relationship Id="rId661" Type="http://schemas.openxmlformats.org/officeDocument/2006/relationships/image" Target="../media/image1064.png"/><Relationship Id="rId11" Type="http://schemas.openxmlformats.org/officeDocument/2006/relationships/image" Target="../media/image7400.png"/><Relationship Id="rId53" Type="http://schemas.openxmlformats.org/officeDocument/2006/relationships/image" Target="../media/image7600.png"/><Relationship Id="rId149" Type="http://schemas.openxmlformats.org/officeDocument/2006/relationships/image" Target="../media/image8080.png"/><Relationship Id="rId314" Type="http://schemas.openxmlformats.org/officeDocument/2006/relationships/customXml" Target="../ink/ink1712.xml"/><Relationship Id="rId356" Type="http://schemas.openxmlformats.org/officeDocument/2006/relationships/customXml" Target="../ink/ink1733.xml"/><Relationship Id="rId398" Type="http://schemas.openxmlformats.org/officeDocument/2006/relationships/customXml" Target="../ink/ink1754.xml"/><Relationship Id="rId521" Type="http://schemas.openxmlformats.org/officeDocument/2006/relationships/image" Target="../media/image9940.png"/><Relationship Id="rId563" Type="http://schemas.openxmlformats.org/officeDocument/2006/relationships/image" Target="../media/image10150.png"/><Relationship Id="rId619" Type="http://schemas.openxmlformats.org/officeDocument/2006/relationships/image" Target="../media/image1043.png"/><Relationship Id="rId95" Type="http://schemas.openxmlformats.org/officeDocument/2006/relationships/image" Target="../media/image7811.png"/><Relationship Id="rId160" Type="http://schemas.openxmlformats.org/officeDocument/2006/relationships/customXml" Target="../ink/ink1635.xml"/><Relationship Id="rId216" Type="http://schemas.openxmlformats.org/officeDocument/2006/relationships/customXml" Target="../ink/ink1663.xml"/><Relationship Id="rId423" Type="http://schemas.openxmlformats.org/officeDocument/2006/relationships/image" Target="../media/image9450.png"/><Relationship Id="rId258" Type="http://schemas.openxmlformats.org/officeDocument/2006/relationships/customXml" Target="../ink/ink1684.xml"/><Relationship Id="rId465" Type="http://schemas.openxmlformats.org/officeDocument/2006/relationships/image" Target="../media/image9660.png"/><Relationship Id="rId630" Type="http://schemas.openxmlformats.org/officeDocument/2006/relationships/customXml" Target="../ink/ink1870.xml"/><Relationship Id="rId672" Type="http://schemas.openxmlformats.org/officeDocument/2006/relationships/customXml" Target="../ink/ink1891.xml"/><Relationship Id="rId22" Type="http://schemas.openxmlformats.org/officeDocument/2006/relationships/customXml" Target="../ink/ink1566.xml"/><Relationship Id="rId64" Type="http://schemas.openxmlformats.org/officeDocument/2006/relationships/customXml" Target="../ink/ink1587.xml"/><Relationship Id="rId118" Type="http://schemas.openxmlformats.org/officeDocument/2006/relationships/customXml" Target="../ink/ink1614.xml"/><Relationship Id="rId325" Type="http://schemas.openxmlformats.org/officeDocument/2006/relationships/image" Target="../media/image8960.png"/><Relationship Id="rId367" Type="http://schemas.openxmlformats.org/officeDocument/2006/relationships/image" Target="../media/image9170.png"/><Relationship Id="rId532" Type="http://schemas.openxmlformats.org/officeDocument/2006/relationships/customXml" Target="../ink/ink1821.xml"/><Relationship Id="rId574" Type="http://schemas.openxmlformats.org/officeDocument/2006/relationships/customXml" Target="../ink/ink1842.xml"/><Relationship Id="rId171" Type="http://schemas.openxmlformats.org/officeDocument/2006/relationships/image" Target="../media/image8190.png"/><Relationship Id="rId227" Type="http://schemas.openxmlformats.org/officeDocument/2006/relationships/image" Target="../media/image8470.png"/><Relationship Id="rId269" Type="http://schemas.openxmlformats.org/officeDocument/2006/relationships/image" Target="../media/image8680.png"/><Relationship Id="rId434" Type="http://schemas.openxmlformats.org/officeDocument/2006/relationships/customXml" Target="../ink/ink1772.xml"/><Relationship Id="rId476" Type="http://schemas.openxmlformats.org/officeDocument/2006/relationships/customXml" Target="../ink/ink1793.xml"/><Relationship Id="rId641" Type="http://schemas.openxmlformats.org/officeDocument/2006/relationships/image" Target="../media/image1054.png"/><Relationship Id="rId683" Type="http://schemas.openxmlformats.org/officeDocument/2006/relationships/image" Target="../media/image1075.png"/><Relationship Id="rId33" Type="http://schemas.openxmlformats.org/officeDocument/2006/relationships/image" Target="../media/image214.png"/><Relationship Id="rId129" Type="http://schemas.openxmlformats.org/officeDocument/2006/relationships/image" Target="../media/image7980.png"/><Relationship Id="rId280" Type="http://schemas.openxmlformats.org/officeDocument/2006/relationships/customXml" Target="../ink/ink1695.xml"/><Relationship Id="rId336" Type="http://schemas.openxmlformats.org/officeDocument/2006/relationships/customXml" Target="../ink/ink1723.xml"/><Relationship Id="rId501" Type="http://schemas.openxmlformats.org/officeDocument/2006/relationships/image" Target="../media/image9840.png"/><Relationship Id="rId543" Type="http://schemas.openxmlformats.org/officeDocument/2006/relationships/image" Target="../media/image10050.png"/><Relationship Id="rId75" Type="http://schemas.openxmlformats.org/officeDocument/2006/relationships/image" Target="../media/image7711.png"/><Relationship Id="rId140" Type="http://schemas.openxmlformats.org/officeDocument/2006/relationships/customXml" Target="../ink/ink1625.xml"/><Relationship Id="rId182" Type="http://schemas.openxmlformats.org/officeDocument/2006/relationships/customXml" Target="../ink/ink1646.xml"/><Relationship Id="rId378" Type="http://schemas.openxmlformats.org/officeDocument/2006/relationships/customXml" Target="../ink/ink1744.xml"/><Relationship Id="rId403" Type="http://schemas.openxmlformats.org/officeDocument/2006/relationships/image" Target="../media/image9350.png"/><Relationship Id="rId585" Type="http://schemas.openxmlformats.org/officeDocument/2006/relationships/image" Target="../media/image1026.png"/><Relationship Id="rId6" Type="http://schemas.openxmlformats.org/officeDocument/2006/relationships/customXml" Target="../ink/ink1558.xml"/><Relationship Id="rId238" Type="http://schemas.openxmlformats.org/officeDocument/2006/relationships/customXml" Target="../ink/ink1674.xml"/><Relationship Id="rId445" Type="http://schemas.openxmlformats.org/officeDocument/2006/relationships/image" Target="../media/image9560.png"/><Relationship Id="rId487" Type="http://schemas.openxmlformats.org/officeDocument/2006/relationships/image" Target="../media/image9770.png"/><Relationship Id="rId610" Type="http://schemas.openxmlformats.org/officeDocument/2006/relationships/customXml" Target="../ink/ink1860.xml"/><Relationship Id="rId652" Type="http://schemas.openxmlformats.org/officeDocument/2006/relationships/customXml" Target="../ink/ink1881.xml"/><Relationship Id="rId291" Type="http://schemas.openxmlformats.org/officeDocument/2006/relationships/image" Target="../media/image8790.png"/><Relationship Id="rId305" Type="http://schemas.openxmlformats.org/officeDocument/2006/relationships/image" Target="../media/image8860.png"/><Relationship Id="rId347" Type="http://schemas.openxmlformats.org/officeDocument/2006/relationships/image" Target="../media/image9070.png"/><Relationship Id="rId512" Type="http://schemas.openxmlformats.org/officeDocument/2006/relationships/customXml" Target="../ink/ink1811.xml"/><Relationship Id="rId44" Type="http://schemas.openxmlformats.org/officeDocument/2006/relationships/customXml" Target="../ink/ink1577.xml"/><Relationship Id="rId86" Type="http://schemas.openxmlformats.org/officeDocument/2006/relationships/customXml" Target="../ink/ink1598.xml"/><Relationship Id="rId151" Type="http://schemas.openxmlformats.org/officeDocument/2006/relationships/image" Target="../media/image8090.png"/><Relationship Id="rId389" Type="http://schemas.openxmlformats.org/officeDocument/2006/relationships/image" Target="../media/image9280.png"/><Relationship Id="rId554" Type="http://schemas.openxmlformats.org/officeDocument/2006/relationships/customXml" Target="../ink/ink1832.xml"/><Relationship Id="rId596" Type="http://schemas.openxmlformats.org/officeDocument/2006/relationships/customXml" Target="../ink/ink1853.xml"/><Relationship Id="rId193" Type="http://schemas.openxmlformats.org/officeDocument/2006/relationships/image" Target="../media/image8300.png"/><Relationship Id="rId207" Type="http://schemas.openxmlformats.org/officeDocument/2006/relationships/image" Target="../media/image8370.png"/><Relationship Id="rId249" Type="http://schemas.openxmlformats.org/officeDocument/2006/relationships/image" Target="../media/image8580.png"/><Relationship Id="rId414" Type="http://schemas.openxmlformats.org/officeDocument/2006/relationships/customXml" Target="../ink/ink1762.xml"/><Relationship Id="rId456" Type="http://schemas.openxmlformats.org/officeDocument/2006/relationships/customXml" Target="../ink/ink1783.xml"/><Relationship Id="rId498" Type="http://schemas.openxmlformats.org/officeDocument/2006/relationships/customXml" Target="../ink/ink1804.xml"/><Relationship Id="rId621" Type="http://schemas.openxmlformats.org/officeDocument/2006/relationships/image" Target="../media/image1044.png"/><Relationship Id="rId663" Type="http://schemas.openxmlformats.org/officeDocument/2006/relationships/image" Target="../media/image1065.png"/><Relationship Id="rId13" Type="http://schemas.openxmlformats.org/officeDocument/2006/relationships/image" Target="../media/image7411.png"/><Relationship Id="rId109" Type="http://schemas.openxmlformats.org/officeDocument/2006/relationships/image" Target="../media/image7880.png"/><Relationship Id="rId260" Type="http://schemas.openxmlformats.org/officeDocument/2006/relationships/customXml" Target="../ink/ink1685.xml"/><Relationship Id="rId316" Type="http://schemas.openxmlformats.org/officeDocument/2006/relationships/customXml" Target="../ink/ink1713.xml"/><Relationship Id="rId523" Type="http://schemas.openxmlformats.org/officeDocument/2006/relationships/image" Target="../media/image9950.png"/><Relationship Id="rId55" Type="http://schemas.openxmlformats.org/officeDocument/2006/relationships/image" Target="../media/image7611.png"/><Relationship Id="rId97" Type="http://schemas.openxmlformats.org/officeDocument/2006/relationships/image" Target="../media/image7820.png"/><Relationship Id="rId120" Type="http://schemas.openxmlformats.org/officeDocument/2006/relationships/customXml" Target="../ink/ink1615.xml"/><Relationship Id="rId358" Type="http://schemas.openxmlformats.org/officeDocument/2006/relationships/customXml" Target="../ink/ink1734.xml"/><Relationship Id="rId565" Type="http://schemas.openxmlformats.org/officeDocument/2006/relationships/image" Target="../media/image10160.png"/><Relationship Id="rId162" Type="http://schemas.openxmlformats.org/officeDocument/2006/relationships/customXml" Target="../ink/ink1636.xml"/><Relationship Id="rId218" Type="http://schemas.openxmlformats.org/officeDocument/2006/relationships/customXml" Target="../ink/ink1664.xml"/><Relationship Id="rId425" Type="http://schemas.openxmlformats.org/officeDocument/2006/relationships/image" Target="../media/image9460.png"/><Relationship Id="rId467" Type="http://schemas.openxmlformats.org/officeDocument/2006/relationships/image" Target="../media/image9670.png"/><Relationship Id="rId632" Type="http://schemas.openxmlformats.org/officeDocument/2006/relationships/customXml" Target="../ink/ink1871.xml"/><Relationship Id="rId271" Type="http://schemas.openxmlformats.org/officeDocument/2006/relationships/image" Target="../media/image8690.png"/><Relationship Id="rId674" Type="http://schemas.openxmlformats.org/officeDocument/2006/relationships/customXml" Target="../ink/ink1892.xml"/><Relationship Id="rId24" Type="http://schemas.openxmlformats.org/officeDocument/2006/relationships/customXml" Target="../ink/ink1567.xml"/><Relationship Id="rId66" Type="http://schemas.openxmlformats.org/officeDocument/2006/relationships/customXml" Target="../ink/ink1588.xml"/><Relationship Id="rId131" Type="http://schemas.openxmlformats.org/officeDocument/2006/relationships/image" Target="../media/image7990.png"/><Relationship Id="rId327" Type="http://schemas.openxmlformats.org/officeDocument/2006/relationships/image" Target="../media/image8970.png"/><Relationship Id="rId369" Type="http://schemas.openxmlformats.org/officeDocument/2006/relationships/image" Target="../media/image9180.png"/><Relationship Id="rId534" Type="http://schemas.openxmlformats.org/officeDocument/2006/relationships/customXml" Target="../ink/ink1822.xml"/><Relationship Id="rId576" Type="http://schemas.openxmlformats.org/officeDocument/2006/relationships/customXml" Target="../ink/ink1843.xml"/><Relationship Id="rId173" Type="http://schemas.openxmlformats.org/officeDocument/2006/relationships/image" Target="../media/image8200.png"/><Relationship Id="rId229" Type="http://schemas.openxmlformats.org/officeDocument/2006/relationships/image" Target="../media/image8480.png"/><Relationship Id="rId380" Type="http://schemas.openxmlformats.org/officeDocument/2006/relationships/customXml" Target="../ink/ink1745.xml"/><Relationship Id="rId436" Type="http://schemas.openxmlformats.org/officeDocument/2006/relationships/customXml" Target="../ink/ink1773.xml"/><Relationship Id="rId601" Type="http://schemas.openxmlformats.org/officeDocument/2006/relationships/image" Target="../media/image1034.png"/><Relationship Id="rId643" Type="http://schemas.openxmlformats.org/officeDocument/2006/relationships/image" Target="../media/image1055.png"/><Relationship Id="rId240" Type="http://schemas.openxmlformats.org/officeDocument/2006/relationships/customXml" Target="../ink/ink1675.xml"/><Relationship Id="rId478" Type="http://schemas.openxmlformats.org/officeDocument/2006/relationships/customXml" Target="../ink/ink1794.xml"/><Relationship Id="rId685" Type="http://schemas.openxmlformats.org/officeDocument/2006/relationships/image" Target="../media/image1076.png"/><Relationship Id="rId35" Type="http://schemas.openxmlformats.org/officeDocument/2006/relationships/image" Target="../media/image7511.png"/><Relationship Id="rId77" Type="http://schemas.openxmlformats.org/officeDocument/2006/relationships/image" Target="../media/image7720.png"/><Relationship Id="rId100" Type="http://schemas.openxmlformats.org/officeDocument/2006/relationships/customXml" Target="../ink/ink1605.xml"/><Relationship Id="rId282" Type="http://schemas.openxmlformats.org/officeDocument/2006/relationships/customXml" Target="../ink/ink1696.xml"/><Relationship Id="rId338" Type="http://schemas.openxmlformats.org/officeDocument/2006/relationships/customXml" Target="../ink/ink1724.xml"/><Relationship Id="rId503" Type="http://schemas.openxmlformats.org/officeDocument/2006/relationships/image" Target="../media/image9850.png"/><Relationship Id="rId545" Type="http://schemas.openxmlformats.org/officeDocument/2006/relationships/image" Target="../media/image10060.png"/><Relationship Id="rId587" Type="http://schemas.openxmlformats.org/officeDocument/2006/relationships/image" Target="../media/image1027.png"/><Relationship Id="rId8" Type="http://schemas.openxmlformats.org/officeDocument/2006/relationships/customXml" Target="../ink/ink1559.xml"/><Relationship Id="rId142" Type="http://schemas.openxmlformats.org/officeDocument/2006/relationships/customXml" Target="../ink/ink1626.xml"/><Relationship Id="rId184" Type="http://schemas.openxmlformats.org/officeDocument/2006/relationships/customXml" Target="../ink/ink1647.xml"/><Relationship Id="rId391" Type="http://schemas.openxmlformats.org/officeDocument/2006/relationships/image" Target="../media/image9290.png"/><Relationship Id="rId405" Type="http://schemas.openxmlformats.org/officeDocument/2006/relationships/image" Target="../media/image9360.png"/><Relationship Id="rId447" Type="http://schemas.openxmlformats.org/officeDocument/2006/relationships/image" Target="../media/image9570.png"/><Relationship Id="rId612" Type="http://schemas.openxmlformats.org/officeDocument/2006/relationships/customXml" Target="../ink/ink1861.xml"/><Relationship Id="rId251" Type="http://schemas.openxmlformats.org/officeDocument/2006/relationships/image" Target="../media/image8590.png"/><Relationship Id="rId489" Type="http://schemas.openxmlformats.org/officeDocument/2006/relationships/image" Target="../media/image9780.png"/><Relationship Id="rId654" Type="http://schemas.openxmlformats.org/officeDocument/2006/relationships/customXml" Target="../ink/ink1882.xml"/><Relationship Id="rId46" Type="http://schemas.openxmlformats.org/officeDocument/2006/relationships/customXml" Target="../ink/ink1578.xml"/><Relationship Id="rId293" Type="http://schemas.openxmlformats.org/officeDocument/2006/relationships/image" Target="../media/image8800.png"/><Relationship Id="rId307" Type="http://schemas.openxmlformats.org/officeDocument/2006/relationships/image" Target="../media/image8870.png"/><Relationship Id="rId349" Type="http://schemas.openxmlformats.org/officeDocument/2006/relationships/image" Target="../media/image9080.png"/><Relationship Id="rId514" Type="http://schemas.openxmlformats.org/officeDocument/2006/relationships/customXml" Target="../ink/ink1812.xml"/><Relationship Id="rId556" Type="http://schemas.openxmlformats.org/officeDocument/2006/relationships/customXml" Target="../ink/ink1833.xml"/><Relationship Id="rId88" Type="http://schemas.openxmlformats.org/officeDocument/2006/relationships/customXml" Target="../ink/ink1599.xml"/><Relationship Id="rId111" Type="http://schemas.openxmlformats.org/officeDocument/2006/relationships/image" Target="../media/image7890.png"/><Relationship Id="rId153" Type="http://schemas.openxmlformats.org/officeDocument/2006/relationships/image" Target="../media/image8101.png"/><Relationship Id="rId195" Type="http://schemas.openxmlformats.org/officeDocument/2006/relationships/image" Target="../media/image8311.png"/><Relationship Id="rId209" Type="http://schemas.openxmlformats.org/officeDocument/2006/relationships/image" Target="../media/image8380.png"/><Relationship Id="rId360" Type="http://schemas.openxmlformats.org/officeDocument/2006/relationships/customXml" Target="../ink/ink1735.xml"/><Relationship Id="rId416" Type="http://schemas.openxmlformats.org/officeDocument/2006/relationships/customXml" Target="../ink/ink1763.xml"/><Relationship Id="rId598" Type="http://schemas.openxmlformats.org/officeDocument/2006/relationships/customXml" Target="../ink/ink1854.xml"/><Relationship Id="rId220" Type="http://schemas.openxmlformats.org/officeDocument/2006/relationships/customXml" Target="../ink/ink1665.xml"/><Relationship Id="rId458" Type="http://schemas.openxmlformats.org/officeDocument/2006/relationships/customXml" Target="../ink/ink1784.xml"/><Relationship Id="rId623" Type="http://schemas.openxmlformats.org/officeDocument/2006/relationships/image" Target="../media/image1045.png"/><Relationship Id="rId665" Type="http://schemas.openxmlformats.org/officeDocument/2006/relationships/image" Target="../media/image1066.png"/><Relationship Id="rId15" Type="http://schemas.openxmlformats.org/officeDocument/2006/relationships/image" Target="../media/image7420.png"/><Relationship Id="rId57" Type="http://schemas.openxmlformats.org/officeDocument/2006/relationships/image" Target="../media/image7620.png"/><Relationship Id="rId262" Type="http://schemas.openxmlformats.org/officeDocument/2006/relationships/customXml" Target="../ink/ink1686.xml"/><Relationship Id="rId318" Type="http://schemas.openxmlformats.org/officeDocument/2006/relationships/customXml" Target="../ink/ink1714.xml"/><Relationship Id="rId525" Type="http://schemas.openxmlformats.org/officeDocument/2006/relationships/image" Target="../media/image9960.png"/><Relationship Id="rId567" Type="http://schemas.openxmlformats.org/officeDocument/2006/relationships/image" Target="../media/image10170.png"/><Relationship Id="rId99" Type="http://schemas.openxmlformats.org/officeDocument/2006/relationships/image" Target="../media/image7830.png"/><Relationship Id="rId122" Type="http://schemas.openxmlformats.org/officeDocument/2006/relationships/customXml" Target="../ink/ink1616.xml"/><Relationship Id="rId164" Type="http://schemas.openxmlformats.org/officeDocument/2006/relationships/customXml" Target="../ink/ink1637.xml"/><Relationship Id="rId371" Type="http://schemas.openxmlformats.org/officeDocument/2006/relationships/image" Target="../media/image9190.png"/><Relationship Id="rId427" Type="http://schemas.openxmlformats.org/officeDocument/2006/relationships/image" Target="../media/image9470.png"/><Relationship Id="rId469" Type="http://schemas.openxmlformats.org/officeDocument/2006/relationships/image" Target="../media/image9680.png"/><Relationship Id="rId634" Type="http://schemas.openxmlformats.org/officeDocument/2006/relationships/customXml" Target="../ink/ink1872.xml"/><Relationship Id="rId676" Type="http://schemas.openxmlformats.org/officeDocument/2006/relationships/customXml" Target="../ink/ink1893.xml"/><Relationship Id="rId26" Type="http://schemas.openxmlformats.org/officeDocument/2006/relationships/customXml" Target="../ink/ink1568.xml"/><Relationship Id="rId231" Type="http://schemas.openxmlformats.org/officeDocument/2006/relationships/image" Target="../media/image8490.png"/><Relationship Id="rId273" Type="http://schemas.openxmlformats.org/officeDocument/2006/relationships/image" Target="../media/image8700.png"/><Relationship Id="rId329" Type="http://schemas.openxmlformats.org/officeDocument/2006/relationships/image" Target="../media/image8980.png"/><Relationship Id="rId480" Type="http://schemas.openxmlformats.org/officeDocument/2006/relationships/customXml" Target="../ink/ink1795.xml"/><Relationship Id="rId536" Type="http://schemas.openxmlformats.org/officeDocument/2006/relationships/customXml" Target="../ink/ink1823.xml"/><Relationship Id="rId68" Type="http://schemas.openxmlformats.org/officeDocument/2006/relationships/customXml" Target="../ink/ink1589.xml"/><Relationship Id="rId133" Type="http://schemas.openxmlformats.org/officeDocument/2006/relationships/image" Target="../media/image8000.png"/><Relationship Id="rId175" Type="http://schemas.openxmlformats.org/officeDocument/2006/relationships/image" Target="../media/image8211.png"/><Relationship Id="rId340" Type="http://schemas.openxmlformats.org/officeDocument/2006/relationships/customXml" Target="../ink/ink1725.xml"/><Relationship Id="rId578" Type="http://schemas.openxmlformats.org/officeDocument/2006/relationships/customXml" Target="../ink/ink1844.xml"/><Relationship Id="rId200" Type="http://schemas.openxmlformats.org/officeDocument/2006/relationships/customXml" Target="../ink/ink1655.xml"/><Relationship Id="rId382" Type="http://schemas.openxmlformats.org/officeDocument/2006/relationships/customXml" Target="../ink/ink1746.xml"/><Relationship Id="rId438" Type="http://schemas.openxmlformats.org/officeDocument/2006/relationships/customXml" Target="../ink/ink1774.xml"/><Relationship Id="rId603" Type="http://schemas.openxmlformats.org/officeDocument/2006/relationships/image" Target="../media/image1035.png"/><Relationship Id="rId645" Type="http://schemas.openxmlformats.org/officeDocument/2006/relationships/image" Target="../media/image1056.png"/><Relationship Id="rId687" Type="http://schemas.openxmlformats.org/officeDocument/2006/relationships/image" Target="../media/image1077.png"/><Relationship Id="rId242" Type="http://schemas.openxmlformats.org/officeDocument/2006/relationships/customXml" Target="../ink/ink1676.xml"/><Relationship Id="rId284" Type="http://schemas.openxmlformats.org/officeDocument/2006/relationships/customXml" Target="../ink/ink1697.xml"/><Relationship Id="rId491" Type="http://schemas.openxmlformats.org/officeDocument/2006/relationships/image" Target="../media/image9790.png"/><Relationship Id="rId505" Type="http://schemas.openxmlformats.org/officeDocument/2006/relationships/image" Target="../media/image9860.png"/><Relationship Id="rId37" Type="http://schemas.openxmlformats.org/officeDocument/2006/relationships/image" Target="../media/image7520.png"/><Relationship Id="rId79" Type="http://schemas.openxmlformats.org/officeDocument/2006/relationships/image" Target="../media/image7730.png"/><Relationship Id="rId102" Type="http://schemas.openxmlformats.org/officeDocument/2006/relationships/customXml" Target="../ink/ink1606.xml"/><Relationship Id="rId144" Type="http://schemas.openxmlformats.org/officeDocument/2006/relationships/customXml" Target="../ink/ink1627.xml"/><Relationship Id="rId547" Type="http://schemas.openxmlformats.org/officeDocument/2006/relationships/image" Target="../media/image10070.png"/><Relationship Id="rId589" Type="http://schemas.openxmlformats.org/officeDocument/2006/relationships/image" Target="../media/image1028.png"/><Relationship Id="rId90" Type="http://schemas.openxmlformats.org/officeDocument/2006/relationships/customXml" Target="../ink/ink1600.xml"/><Relationship Id="rId186" Type="http://schemas.openxmlformats.org/officeDocument/2006/relationships/customXml" Target="../ink/ink1648.xml"/><Relationship Id="rId351" Type="http://schemas.openxmlformats.org/officeDocument/2006/relationships/image" Target="../media/image9090.png"/><Relationship Id="rId393" Type="http://schemas.openxmlformats.org/officeDocument/2006/relationships/image" Target="../media/image9300.png"/><Relationship Id="rId407" Type="http://schemas.openxmlformats.org/officeDocument/2006/relationships/image" Target="../media/image9370.png"/><Relationship Id="rId449" Type="http://schemas.openxmlformats.org/officeDocument/2006/relationships/image" Target="../media/image9580.png"/><Relationship Id="rId614" Type="http://schemas.openxmlformats.org/officeDocument/2006/relationships/customXml" Target="../ink/ink1862.xml"/><Relationship Id="rId656" Type="http://schemas.openxmlformats.org/officeDocument/2006/relationships/customXml" Target="../ink/ink1883.xml"/><Relationship Id="rId211" Type="http://schemas.openxmlformats.org/officeDocument/2006/relationships/image" Target="../media/image8390.png"/><Relationship Id="rId253" Type="http://schemas.openxmlformats.org/officeDocument/2006/relationships/image" Target="../media/image8600.png"/><Relationship Id="rId295" Type="http://schemas.openxmlformats.org/officeDocument/2006/relationships/image" Target="../media/image8811.png"/><Relationship Id="rId309" Type="http://schemas.openxmlformats.org/officeDocument/2006/relationships/image" Target="../media/image8880.png"/><Relationship Id="rId460" Type="http://schemas.openxmlformats.org/officeDocument/2006/relationships/customXml" Target="../ink/ink1785.xml"/><Relationship Id="rId516" Type="http://schemas.openxmlformats.org/officeDocument/2006/relationships/customXml" Target="../ink/ink1813.xml"/><Relationship Id="rId48" Type="http://schemas.openxmlformats.org/officeDocument/2006/relationships/customXml" Target="../ink/ink1579.xml"/><Relationship Id="rId113" Type="http://schemas.openxmlformats.org/officeDocument/2006/relationships/image" Target="../media/image7900.png"/><Relationship Id="rId320" Type="http://schemas.openxmlformats.org/officeDocument/2006/relationships/customXml" Target="../ink/ink1715.xml"/><Relationship Id="rId558" Type="http://schemas.openxmlformats.org/officeDocument/2006/relationships/customXml" Target="../ink/ink1834.xml"/><Relationship Id="rId155" Type="http://schemas.openxmlformats.org/officeDocument/2006/relationships/image" Target="../media/image8111.png"/><Relationship Id="rId197" Type="http://schemas.openxmlformats.org/officeDocument/2006/relationships/image" Target="../media/image8320.png"/><Relationship Id="rId362" Type="http://schemas.openxmlformats.org/officeDocument/2006/relationships/customXml" Target="../ink/ink1736.xml"/><Relationship Id="rId418" Type="http://schemas.openxmlformats.org/officeDocument/2006/relationships/customXml" Target="../ink/ink1764.xml"/><Relationship Id="rId625" Type="http://schemas.openxmlformats.org/officeDocument/2006/relationships/image" Target="../media/image1046.png"/><Relationship Id="rId222" Type="http://schemas.openxmlformats.org/officeDocument/2006/relationships/customXml" Target="../ink/ink1666.xml"/><Relationship Id="rId264" Type="http://schemas.openxmlformats.org/officeDocument/2006/relationships/customXml" Target="../ink/ink1687.xml"/><Relationship Id="rId471" Type="http://schemas.openxmlformats.org/officeDocument/2006/relationships/image" Target="../media/image9690.png"/><Relationship Id="rId667" Type="http://schemas.openxmlformats.org/officeDocument/2006/relationships/image" Target="../media/image1067.png"/><Relationship Id="rId17" Type="http://schemas.openxmlformats.org/officeDocument/2006/relationships/image" Target="../media/image7430.png"/><Relationship Id="rId59" Type="http://schemas.openxmlformats.org/officeDocument/2006/relationships/image" Target="../media/image7630.png"/><Relationship Id="rId124" Type="http://schemas.openxmlformats.org/officeDocument/2006/relationships/customXml" Target="../ink/ink1617.xml"/><Relationship Id="rId527" Type="http://schemas.openxmlformats.org/officeDocument/2006/relationships/image" Target="../media/image9970.png"/><Relationship Id="rId569" Type="http://schemas.openxmlformats.org/officeDocument/2006/relationships/image" Target="../media/image10180.png"/><Relationship Id="rId70" Type="http://schemas.openxmlformats.org/officeDocument/2006/relationships/customXml" Target="../ink/ink1590.xml"/><Relationship Id="rId166" Type="http://schemas.openxmlformats.org/officeDocument/2006/relationships/customXml" Target="../ink/ink1638.xml"/><Relationship Id="rId331" Type="http://schemas.openxmlformats.org/officeDocument/2006/relationships/image" Target="../media/image8990.png"/><Relationship Id="rId373" Type="http://schemas.openxmlformats.org/officeDocument/2006/relationships/image" Target="../media/image9200.png"/><Relationship Id="rId429" Type="http://schemas.openxmlformats.org/officeDocument/2006/relationships/image" Target="../media/image9480.png"/><Relationship Id="rId580" Type="http://schemas.openxmlformats.org/officeDocument/2006/relationships/customXml" Target="../ink/ink1845.xml"/><Relationship Id="rId636" Type="http://schemas.openxmlformats.org/officeDocument/2006/relationships/customXml" Target="../ink/ink1873.xml"/><Relationship Id="rId1" Type="http://schemas.openxmlformats.org/officeDocument/2006/relationships/slideLayout" Target="../slideLayouts/slideLayout2.xml"/><Relationship Id="rId233" Type="http://schemas.openxmlformats.org/officeDocument/2006/relationships/image" Target="../media/image8500.png"/><Relationship Id="rId440" Type="http://schemas.openxmlformats.org/officeDocument/2006/relationships/customXml" Target="../ink/ink1775.xml"/><Relationship Id="rId678" Type="http://schemas.openxmlformats.org/officeDocument/2006/relationships/customXml" Target="../ink/ink1894.xml"/><Relationship Id="rId28" Type="http://schemas.openxmlformats.org/officeDocument/2006/relationships/customXml" Target="../ink/ink1569.xml"/><Relationship Id="rId275" Type="http://schemas.openxmlformats.org/officeDocument/2006/relationships/image" Target="../media/image8711.png"/><Relationship Id="rId300" Type="http://schemas.openxmlformats.org/officeDocument/2006/relationships/customXml" Target="../ink/ink1705.xml"/><Relationship Id="rId482" Type="http://schemas.openxmlformats.org/officeDocument/2006/relationships/customXml" Target="../ink/ink1796.xml"/><Relationship Id="rId538" Type="http://schemas.openxmlformats.org/officeDocument/2006/relationships/customXml" Target="../ink/ink1824.xml"/><Relationship Id="rId81" Type="http://schemas.openxmlformats.org/officeDocument/2006/relationships/image" Target="../media/image7740.png"/><Relationship Id="rId135" Type="http://schemas.openxmlformats.org/officeDocument/2006/relationships/image" Target="../media/image8011.png"/><Relationship Id="rId177" Type="http://schemas.openxmlformats.org/officeDocument/2006/relationships/image" Target="../media/image8220.png"/><Relationship Id="rId342" Type="http://schemas.openxmlformats.org/officeDocument/2006/relationships/customXml" Target="../ink/ink1726.xml"/><Relationship Id="rId384" Type="http://schemas.openxmlformats.org/officeDocument/2006/relationships/customXml" Target="../ink/ink1747.xml"/><Relationship Id="rId591" Type="http://schemas.openxmlformats.org/officeDocument/2006/relationships/image" Target="../media/image1029.png"/><Relationship Id="rId605" Type="http://schemas.openxmlformats.org/officeDocument/2006/relationships/image" Target="../media/image1036.png"/><Relationship Id="rId202" Type="http://schemas.openxmlformats.org/officeDocument/2006/relationships/customXml" Target="../ink/ink1656.xml"/><Relationship Id="rId244" Type="http://schemas.openxmlformats.org/officeDocument/2006/relationships/customXml" Target="../ink/ink1677.xml"/><Relationship Id="rId647" Type="http://schemas.openxmlformats.org/officeDocument/2006/relationships/image" Target="../media/image1057.png"/><Relationship Id="rId689" Type="http://schemas.openxmlformats.org/officeDocument/2006/relationships/image" Target="../media/image1078.png"/><Relationship Id="rId39" Type="http://schemas.openxmlformats.org/officeDocument/2006/relationships/image" Target="../media/image7530.png"/><Relationship Id="rId286" Type="http://schemas.openxmlformats.org/officeDocument/2006/relationships/customXml" Target="../ink/ink1698.xml"/><Relationship Id="rId451" Type="http://schemas.openxmlformats.org/officeDocument/2006/relationships/image" Target="../media/image9590.png"/><Relationship Id="rId493" Type="http://schemas.openxmlformats.org/officeDocument/2006/relationships/image" Target="../media/image9800.png"/><Relationship Id="rId507" Type="http://schemas.openxmlformats.org/officeDocument/2006/relationships/image" Target="../media/image9870.png"/><Relationship Id="rId549" Type="http://schemas.openxmlformats.org/officeDocument/2006/relationships/image" Target="../media/image10080.png"/><Relationship Id="rId50" Type="http://schemas.openxmlformats.org/officeDocument/2006/relationships/customXml" Target="../ink/ink1580.xml"/><Relationship Id="rId104" Type="http://schemas.openxmlformats.org/officeDocument/2006/relationships/customXml" Target="../ink/ink1607.xml"/><Relationship Id="rId146" Type="http://schemas.openxmlformats.org/officeDocument/2006/relationships/customXml" Target="../ink/ink1628.xml"/><Relationship Id="rId188" Type="http://schemas.openxmlformats.org/officeDocument/2006/relationships/customXml" Target="../ink/ink1649.xml"/><Relationship Id="rId311" Type="http://schemas.openxmlformats.org/officeDocument/2006/relationships/image" Target="../media/image8890.png"/><Relationship Id="rId353" Type="http://schemas.openxmlformats.org/officeDocument/2006/relationships/image" Target="../media/image9101.png"/><Relationship Id="rId395" Type="http://schemas.openxmlformats.org/officeDocument/2006/relationships/image" Target="../media/image9311.png"/><Relationship Id="rId409" Type="http://schemas.openxmlformats.org/officeDocument/2006/relationships/image" Target="../media/image9380.png"/><Relationship Id="rId560" Type="http://schemas.openxmlformats.org/officeDocument/2006/relationships/customXml" Target="../ink/ink1835.xml"/><Relationship Id="rId92" Type="http://schemas.openxmlformats.org/officeDocument/2006/relationships/customXml" Target="../ink/ink1601.xml"/><Relationship Id="rId213" Type="http://schemas.openxmlformats.org/officeDocument/2006/relationships/image" Target="../media/image8400.png"/><Relationship Id="rId420" Type="http://schemas.openxmlformats.org/officeDocument/2006/relationships/customXml" Target="../ink/ink1765.xml"/><Relationship Id="rId616" Type="http://schemas.openxmlformats.org/officeDocument/2006/relationships/customXml" Target="../ink/ink1863.xml"/><Relationship Id="rId658" Type="http://schemas.openxmlformats.org/officeDocument/2006/relationships/customXml" Target="../ink/ink1884.xml"/><Relationship Id="rId255" Type="http://schemas.openxmlformats.org/officeDocument/2006/relationships/image" Target="../media/image8611.png"/><Relationship Id="rId297" Type="http://schemas.openxmlformats.org/officeDocument/2006/relationships/image" Target="../media/image8820.png"/><Relationship Id="rId462" Type="http://schemas.openxmlformats.org/officeDocument/2006/relationships/customXml" Target="../ink/ink1786.xml"/><Relationship Id="rId518" Type="http://schemas.openxmlformats.org/officeDocument/2006/relationships/customXml" Target="../ink/ink1814.xml"/><Relationship Id="rId115" Type="http://schemas.openxmlformats.org/officeDocument/2006/relationships/image" Target="../media/image7911.png"/><Relationship Id="rId157" Type="http://schemas.openxmlformats.org/officeDocument/2006/relationships/image" Target="../media/image8120.png"/><Relationship Id="rId322" Type="http://schemas.openxmlformats.org/officeDocument/2006/relationships/customXml" Target="../ink/ink1716.xml"/><Relationship Id="rId364" Type="http://schemas.openxmlformats.org/officeDocument/2006/relationships/customXml" Target="../ink/ink1737.xml"/><Relationship Id="rId61" Type="http://schemas.openxmlformats.org/officeDocument/2006/relationships/image" Target="../media/image7640.png"/><Relationship Id="rId199" Type="http://schemas.openxmlformats.org/officeDocument/2006/relationships/image" Target="../media/image8330.png"/><Relationship Id="rId571" Type="http://schemas.openxmlformats.org/officeDocument/2006/relationships/image" Target="../media/image10190.png"/><Relationship Id="rId627" Type="http://schemas.openxmlformats.org/officeDocument/2006/relationships/image" Target="../media/image1047.png"/><Relationship Id="rId669" Type="http://schemas.openxmlformats.org/officeDocument/2006/relationships/image" Target="../media/image1068.png"/><Relationship Id="rId19" Type="http://schemas.openxmlformats.org/officeDocument/2006/relationships/image" Target="../media/image7440.png"/><Relationship Id="rId224" Type="http://schemas.openxmlformats.org/officeDocument/2006/relationships/customXml" Target="../ink/ink1667.xml"/><Relationship Id="rId266" Type="http://schemas.openxmlformats.org/officeDocument/2006/relationships/customXml" Target="../ink/ink1688.xml"/><Relationship Id="rId431" Type="http://schemas.openxmlformats.org/officeDocument/2006/relationships/image" Target="../media/image9490.png"/><Relationship Id="rId473" Type="http://schemas.openxmlformats.org/officeDocument/2006/relationships/image" Target="../media/image9700.png"/><Relationship Id="rId529" Type="http://schemas.openxmlformats.org/officeDocument/2006/relationships/image" Target="../media/image9980.png"/><Relationship Id="rId680" Type="http://schemas.openxmlformats.org/officeDocument/2006/relationships/customXml" Target="../ink/ink1895.xml"/><Relationship Id="rId30" Type="http://schemas.openxmlformats.org/officeDocument/2006/relationships/customXml" Target="../ink/ink1570.xml"/><Relationship Id="rId126" Type="http://schemas.openxmlformats.org/officeDocument/2006/relationships/customXml" Target="../ink/ink1618.xml"/><Relationship Id="rId168" Type="http://schemas.openxmlformats.org/officeDocument/2006/relationships/customXml" Target="../ink/ink1639.xml"/><Relationship Id="rId333" Type="http://schemas.openxmlformats.org/officeDocument/2006/relationships/image" Target="../media/image9000.png"/><Relationship Id="rId540" Type="http://schemas.openxmlformats.org/officeDocument/2006/relationships/customXml" Target="../ink/ink1825.xml"/><Relationship Id="rId72" Type="http://schemas.openxmlformats.org/officeDocument/2006/relationships/customXml" Target="../ink/ink1591.xml"/><Relationship Id="rId375" Type="http://schemas.openxmlformats.org/officeDocument/2006/relationships/image" Target="../media/image9211.png"/><Relationship Id="rId582" Type="http://schemas.openxmlformats.org/officeDocument/2006/relationships/customXml" Target="../ink/ink1846.xml"/><Relationship Id="rId638" Type="http://schemas.openxmlformats.org/officeDocument/2006/relationships/customXml" Target="../ink/ink1874.xml"/><Relationship Id="rId3" Type="http://schemas.openxmlformats.org/officeDocument/2006/relationships/image" Target="../media/image7360.png"/><Relationship Id="rId235" Type="http://schemas.openxmlformats.org/officeDocument/2006/relationships/image" Target="../media/image8511.png"/><Relationship Id="rId277" Type="http://schemas.openxmlformats.org/officeDocument/2006/relationships/image" Target="../media/image8720.png"/><Relationship Id="rId400" Type="http://schemas.openxmlformats.org/officeDocument/2006/relationships/customXml" Target="../ink/ink1755.xml"/><Relationship Id="rId442" Type="http://schemas.openxmlformats.org/officeDocument/2006/relationships/customXml" Target="../ink/ink1776.xml"/><Relationship Id="rId484" Type="http://schemas.openxmlformats.org/officeDocument/2006/relationships/customXml" Target="../ink/ink1797.xml"/><Relationship Id="rId137" Type="http://schemas.openxmlformats.org/officeDocument/2006/relationships/image" Target="../media/image8020.png"/><Relationship Id="rId302" Type="http://schemas.openxmlformats.org/officeDocument/2006/relationships/customXml" Target="../ink/ink1706.xml"/><Relationship Id="rId344" Type="http://schemas.openxmlformats.org/officeDocument/2006/relationships/customXml" Target="../ink/ink1727.xml"/><Relationship Id="rId41" Type="http://schemas.openxmlformats.org/officeDocument/2006/relationships/image" Target="../media/image7540.png"/><Relationship Id="rId83" Type="http://schemas.openxmlformats.org/officeDocument/2006/relationships/image" Target="../media/image7750.png"/><Relationship Id="rId179" Type="http://schemas.openxmlformats.org/officeDocument/2006/relationships/image" Target="../media/image8230.png"/><Relationship Id="rId386" Type="http://schemas.openxmlformats.org/officeDocument/2006/relationships/customXml" Target="../ink/ink1748.xml"/><Relationship Id="rId551" Type="http://schemas.openxmlformats.org/officeDocument/2006/relationships/image" Target="../media/image10090.png"/><Relationship Id="rId593" Type="http://schemas.openxmlformats.org/officeDocument/2006/relationships/image" Target="../media/image1030.png"/><Relationship Id="rId607" Type="http://schemas.openxmlformats.org/officeDocument/2006/relationships/image" Target="../media/image1037.png"/><Relationship Id="rId649" Type="http://schemas.openxmlformats.org/officeDocument/2006/relationships/image" Target="../media/image1058.png"/><Relationship Id="rId190" Type="http://schemas.openxmlformats.org/officeDocument/2006/relationships/customXml" Target="../ink/ink1650.xml"/><Relationship Id="rId204" Type="http://schemas.openxmlformats.org/officeDocument/2006/relationships/customXml" Target="../ink/ink1657.xml"/><Relationship Id="rId246" Type="http://schemas.openxmlformats.org/officeDocument/2006/relationships/customXml" Target="../ink/ink1678.xml"/><Relationship Id="rId288" Type="http://schemas.openxmlformats.org/officeDocument/2006/relationships/customXml" Target="../ink/ink1699.xml"/><Relationship Id="rId411" Type="http://schemas.openxmlformats.org/officeDocument/2006/relationships/image" Target="../media/image9390.png"/><Relationship Id="rId453" Type="http://schemas.openxmlformats.org/officeDocument/2006/relationships/image" Target="../media/image9600.png"/><Relationship Id="rId509" Type="http://schemas.openxmlformats.org/officeDocument/2006/relationships/image" Target="../media/image9880.png"/><Relationship Id="rId660" Type="http://schemas.openxmlformats.org/officeDocument/2006/relationships/customXml" Target="../ink/ink1885.xml"/><Relationship Id="rId106" Type="http://schemas.openxmlformats.org/officeDocument/2006/relationships/customXml" Target="../ink/ink1608.xml"/><Relationship Id="rId313" Type="http://schemas.openxmlformats.org/officeDocument/2006/relationships/image" Target="../media/image8900.png"/><Relationship Id="rId495" Type="http://schemas.openxmlformats.org/officeDocument/2006/relationships/image" Target="../media/image9811.png"/><Relationship Id="rId10" Type="http://schemas.openxmlformats.org/officeDocument/2006/relationships/customXml" Target="../ink/ink1560.xml"/><Relationship Id="rId52" Type="http://schemas.openxmlformats.org/officeDocument/2006/relationships/customXml" Target="../ink/ink1581.xml"/><Relationship Id="rId94" Type="http://schemas.openxmlformats.org/officeDocument/2006/relationships/customXml" Target="../ink/ink1602.xml"/><Relationship Id="rId148" Type="http://schemas.openxmlformats.org/officeDocument/2006/relationships/customXml" Target="../ink/ink1629.xml"/><Relationship Id="rId355" Type="http://schemas.openxmlformats.org/officeDocument/2006/relationships/image" Target="../media/image9111.png"/><Relationship Id="rId397" Type="http://schemas.openxmlformats.org/officeDocument/2006/relationships/image" Target="../media/image9320.png"/><Relationship Id="rId520" Type="http://schemas.openxmlformats.org/officeDocument/2006/relationships/customXml" Target="../ink/ink1815.xml"/><Relationship Id="rId562" Type="http://schemas.openxmlformats.org/officeDocument/2006/relationships/customXml" Target="../ink/ink1836.xml"/><Relationship Id="rId618" Type="http://schemas.openxmlformats.org/officeDocument/2006/relationships/customXml" Target="../ink/ink1864.xml"/><Relationship Id="rId215" Type="http://schemas.openxmlformats.org/officeDocument/2006/relationships/image" Target="../media/image8411.png"/><Relationship Id="rId257" Type="http://schemas.openxmlformats.org/officeDocument/2006/relationships/image" Target="../media/image8620.png"/><Relationship Id="rId422" Type="http://schemas.openxmlformats.org/officeDocument/2006/relationships/customXml" Target="../ink/ink1766.xml"/><Relationship Id="rId464" Type="http://schemas.openxmlformats.org/officeDocument/2006/relationships/customXml" Target="../ink/ink1787.xml"/><Relationship Id="rId299" Type="http://schemas.openxmlformats.org/officeDocument/2006/relationships/image" Target="../media/image8830.png"/><Relationship Id="rId63" Type="http://schemas.openxmlformats.org/officeDocument/2006/relationships/image" Target="../media/image7650.png"/><Relationship Id="rId159" Type="http://schemas.openxmlformats.org/officeDocument/2006/relationships/image" Target="../media/image8130.png"/><Relationship Id="rId366" Type="http://schemas.openxmlformats.org/officeDocument/2006/relationships/customXml" Target="../ink/ink1738.xml"/><Relationship Id="rId573" Type="http://schemas.openxmlformats.org/officeDocument/2006/relationships/image" Target="../media/image10200.png"/><Relationship Id="rId226" Type="http://schemas.openxmlformats.org/officeDocument/2006/relationships/customXml" Target="../ink/ink1668.xml"/><Relationship Id="rId433" Type="http://schemas.openxmlformats.org/officeDocument/2006/relationships/image" Target="../media/image9500.png"/><Relationship Id="rId640" Type="http://schemas.openxmlformats.org/officeDocument/2006/relationships/customXml" Target="../ink/ink1875.xml"/><Relationship Id="rId74" Type="http://schemas.openxmlformats.org/officeDocument/2006/relationships/customXml" Target="../ink/ink1592.xml"/><Relationship Id="rId377" Type="http://schemas.openxmlformats.org/officeDocument/2006/relationships/image" Target="../media/image9220.png"/><Relationship Id="rId500" Type="http://schemas.openxmlformats.org/officeDocument/2006/relationships/customXml" Target="../ink/ink1805.xml"/><Relationship Id="rId584" Type="http://schemas.openxmlformats.org/officeDocument/2006/relationships/customXml" Target="../ink/ink1847.xml"/><Relationship Id="rId5" Type="http://schemas.openxmlformats.org/officeDocument/2006/relationships/image" Target="../media/image7370.png"/><Relationship Id="rId237" Type="http://schemas.openxmlformats.org/officeDocument/2006/relationships/image" Target="../media/image8520.png"/><Relationship Id="rId444" Type="http://schemas.openxmlformats.org/officeDocument/2006/relationships/customXml" Target="../ink/ink1777.xml"/><Relationship Id="rId651" Type="http://schemas.openxmlformats.org/officeDocument/2006/relationships/image" Target="../media/image1059.png"/><Relationship Id="rId290" Type="http://schemas.openxmlformats.org/officeDocument/2006/relationships/customXml" Target="../ink/ink1700.xml"/><Relationship Id="rId304" Type="http://schemas.openxmlformats.org/officeDocument/2006/relationships/customXml" Target="../ink/ink1707.xml"/><Relationship Id="rId388" Type="http://schemas.openxmlformats.org/officeDocument/2006/relationships/customXml" Target="../ink/ink1749.xml"/><Relationship Id="rId511" Type="http://schemas.openxmlformats.org/officeDocument/2006/relationships/image" Target="../media/image9890.png"/><Relationship Id="rId609" Type="http://schemas.openxmlformats.org/officeDocument/2006/relationships/image" Target="../media/image1038.png"/><Relationship Id="rId85" Type="http://schemas.openxmlformats.org/officeDocument/2006/relationships/image" Target="../media/image7760.png"/><Relationship Id="rId150" Type="http://schemas.openxmlformats.org/officeDocument/2006/relationships/customXml" Target="../ink/ink1630.xml"/><Relationship Id="rId595" Type="http://schemas.openxmlformats.org/officeDocument/2006/relationships/image" Target="../media/image1031.png"/><Relationship Id="rId248" Type="http://schemas.openxmlformats.org/officeDocument/2006/relationships/customXml" Target="../ink/ink1679.xml"/><Relationship Id="rId455" Type="http://schemas.openxmlformats.org/officeDocument/2006/relationships/image" Target="../media/image9611.png"/><Relationship Id="rId662" Type="http://schemas.openxmlformats.org/officeDocument/2006/relationships/customXml" Target="../ink/ink1886.xml"/><Relationship Id="rId12" Type="http://schemas.openxmlformats.org/officeDocument/2006/relationships/customXml" Target="../ink/ink1561.xml"/><Relationship Id="rId108" Type="http://schemas.openxmlformats.org/officeDocument/2006/relationships/customXml" Target="../ink/ink1609.xml"/><Relationship Id="rId315" Type="http://schemas.openxmlformats.org/officeDocument/2006/relationships/image" Target="../media/image8911.png"/><Relationship Id="rId522" Type="http://schemas.openxmlformats.org/officeDocument/2006/relationships/customXml" Target="../ink/ink1816.xml"/><Relationship Id="rId96" Type="http://schemas.openxmlformats.org/officeDocument/2006/relationships/customXml" Target="../ink/ink1603.xml"/><Relationship Id="rId161" Type="http://schemas.openxmlformats.org/officeDocument/2006/relationships/image" Target="../media/image8140.png"/><Relationship Id="rId399" Type="http://schemas.openxmlformats.org/officeDocument/2006/relationships/image" Target="../media/image9330.png"/><Relationship Id="rId259" Type="http://schemas.openxmlformats.org/officeDocument/2006/relationships/image" Target="../media/image8630.png"/><Relationship Id="rId466" Type="http://schemas.openxmlformats.org/officeDocument/2006/relationships/customXml" Target="../ink/ink1788.xml"/><Relationship Id="rId673" Type="http://schemas.openxmlformats.org/officeDocument/2006/relationships/image" Target="../media/image1070.png"/><Relationship Id="rId23" Type="http://schemas.openxmlformats.org/officeDocument/2006/relationships/image" Target="../media/image7460.png"/><Relationship Id="rId119" Type="http://schemas.openxmlformats.org/officeDocument/2006/relationships/image" Target="../media/image7930.png"/><Relationship Id="rId326" Type="http://schemas.openxmlformats.org/officeDocument/2006/relationships/customXml" Target="../ink/ink1718.xml"/><Relationship Id="rId533" Type="http://schemas.openxmlformats.org/officeDocument/2006/relationships/image" Target="../media/image10000.png"/><Relationship Id="rId172" Type="http://schemas.openxmlformats.org/officeDocument/2006/relationships/customXml" Target="../ink/ink1641.xml"/><Relationship Id="rId477" Type="http://schemas.openxmlformats.org/officeDocument/2006/relationships/image" Target="../media/image9720.png"/><Relationship Id="rId600" Type="http://schemas.openxmlformats.org/officeDocument/2006/relationships/customXml" Target="../ink/ink1855.xml"/><Relationship Id="rId684" Type="http://schemas.openxmlformats.org/officeDocument/2006/relationships/customXml" Target="../ink/ink1897.xml"/><Relationship Id="rId337" Type="http://schemas.openxmlformats.org/officeDocument/2006/relationships/image" Target="../media/image9020.png"/><Relationship Id="rId34" Type="http://schemas.openxmlformats.org/officeDocument/2006/relationships/customXml" Target="../ink/ink1572.xml"/><Relationship Id="rId544" Type="http://schemas.openxmlformats.org/officeDocument/2006/relationships/customXml" Target="../ink/ink1827.xml"/><Relationship Id="rId183" Type="http://schemas.openxmlformats.org/officeDocument/2006/relationships/image" Target="../media/image8250.png"/><Relationship Id="rId390" Type="http://schemas.openxmlformats.org/officeDocument/2006/relationships/customXml" Target="../ink/ink1750.xml"/><Relationship Id="rId404" Type="http://schemas.openxmlformats.org/officeDocument/2006/relationships/customXml" Target="../ink/ink1757.xml"/><Relationship Id="rId611" Type="http://schemas.openxmlformats.org/officeDocument/2006/relationships/image" Target="../media/image1039.png"/><Relationship Id="rId250" Type="http://schemas.openxmlformats.org/officeDocument/2006/relationships/customXml" Target="../ink/ink1680.xml"/><Relationship Id="rId488" Type="http://schemas.openxmlformats.org/officeDocument/2006/relationships/customXml" Target="../ink/ink1799.xml"/><Relationship Id="rId45" Type="http://schemas.openxmlformats.org/officeDocument/2006/relationships/image" Target="../media/image7560.png"/><Relationship Id="rId110" Type="http://schemas.openxmlformats.org/officeDocument/2006/relationships/customXml" Target="../ink/ink1610.xml"/><Relationship Id="rId348" Type="http://schemas.openxmlformats.org/officeDocument/2006/relationships/customXml" Target="../ink/ink1729.xml"/><Relationship Id="rId555" Type="http://schemas.openxmlformats.org/officeDocument/2006/relationships/image" Target="../media/image10111.png"/><Relationship Id="rId194" Type="http://schemas.openxmlformats.org/officeDocument/2006/relationships/customXml" Target="../ink/ink1652.xml"/><Relationship Id="rId208" Type="http://schemas.openxmlformats.org/officeDocument/2006/relationships/customXml" Target="../ink/ink1659.xml"/><Relationship Id="rId415" Type="http://schemas.openxmlformats.org/officeDocument/2006/relationships/image" Target="../media/image9411.png"/><Relationship Id="rId622" Type="http://schemas.openxmlformats.org/officeDocument/2006/relationships/customXml" Target="../ink/ink1866.xml"/><Relationship Id="rId261" Type="http://schemas.openxmlformats.org/officeDocument/2006/relationships/image" Target="../media/image8640.png"/><Relationship Id="rId499" Type="http://schemas.openxmlformats.org/officeDocument/2006/relationships/image" Target="../media/image9830.png"/><Relationship Id="rId56" Type="http://schemas.openxmlformats.org/officeDocument/2006/relationships/customXml" Target="../ink/ink1583.xml"/><Relationship Id="rId359" Type="http://schemas.openxmlformats.org/officeDocument/2006/relationships/image" Target="../media/image9130.png"/><Relationship Id="rId566" Type="http://schemas.openxmlformats.org/officeDocument/2006/relationships/customXml" Target="../ink/ink1838.xml"/><Relationship Id="rId121" Type="http://schemas.openxmlformats.org/officeDocument/2006/relationships/image" Target="../media/image7940.png"/><Relationship Id="rId219" Type="http://schemas.openxmlformats.org/officeDocument/2006/relationships/image" Target="../media/image8430.png"/><Relationship Id="rId426" Type="http://schemas.openxmlformats.org/officeDocument/2006/relationships/customXml" Target="../ink/ink1768.xml"/><Relationship Id="rId633" Type="http://schemas.openxmlformats.org/officeDocument/2006/relationships/image" Target="../media/image1050.png"/><Relationship Id="rId67" Type="http://schemas.openxmlformats.org/officeDocument/2006/relationships/image" Target="../media/image7670.png"/><Relationship Id="rId272" Type="http://schemas.openxmlformats.org/officeDocument/2006/relationships/customXml" Target="../ink/ink1691.xml"/><Relationship Id="rId577" Type="http://schemas.openxmlformats.org/officeDocument/2006/relationships/image" Target="../media/image10220.png"/><Relationship Id="rId132" Type="http://schemas.openxmlformats.org/officeDocument/2006/relationships/customXml" Target="../ink/ink1621.xml"/><Relationship Id="rId437" Type="http://schemas.openxmlformats.org/officeDocument/2006/relationships/image" Target="../media/image9520.png"/><Relationship Id="rId644" Type="http://schemas.openxmlformats.org/officeDocument/2006/relationships/customXml" Target="../ink/ink1877.xml"/><Relationship Id="rId283" Type="http://schemas.openxmlformats.org/officeDocument/2006/relationships/image" Target="../media/image8750.png"/><Relationship Id="rId490" Type="http://schemas.openxmlformats.org/officeDocument/2006/relationships/customXml" Target="../ink/ink1800.xml"/><Relationship Id="rId504" Type="http://schemas.openxmlformats.org/officeDocument/2006/relationships/customXml" Target="../ink/ink1807.xml"/><Relationship Id="rId78" Type="http://schemas.openxmlformats.org/officeDocument/2006/relationships/customXml" Target="../ink/ink1594.xml"/><Relationship Id="rId143" Type="http://schemas.openxmlformats.org/officeDocument/2006/relationships/image" Target="../media/image8050.png"/><Relationship Id="rId350" Type="http://schemas.openxmlformats.org/officeDocument/2006/relationships/customXml" Target="../ink/ink1730.xml"/><Relationship Id="rId588" Type="http://schemas.openxmlformats.org/officeDocument/2006/relationships/customXml" Target="../ink/ink1849.xml"/><Relationship Id="rId9" Type="http://schemas.openxmlformats.org/officeDocument/2006/relationships/image" Target="../media/image7390.png"/><Relationship Id="rId210" Type="http://schemas.openxmlformats.org/officeDocument/2006/relationships/customXml" Target="../ink/ink1660.xml"/><Relationship Id="rId448" Type="http://schemas.openxmlformats.org/officeDocument/2006/relationships/customXml" Target="../ink/ink1779.xml"/><Relationship Id="rId655" Type="http://schemas.openxmlformats.org/officeDocument/2006/relationships/image" Target="../media/image1061.png"/><Relationship Id="rId294" Type="http://schemas.openxmlformats.org/officeDocument/2006/relationships/customXml" Target="../ink/ink1702.xml"/><Relationship Id="rId308" Type="http://schemas.openxmlformats.org/officeDocument/2006/relationships/customXml" Target="../ink/ink1709.xml"/><Relationship Id="rId515" Type="http://schemas.openxmlformats.org/officeDocument/2006/relationships/image" Target="../media/image9911.png"/><Relationship Id="rId89" Type="http://schemas.openxmlformats.org/officeDocument/2006/relationships/image" Target="../media/image7780.png"/><Relationship Id="rId154" Type="http://schemas.openxmlformats.org/officeDocument/2006/relationships/customXml" Target="../ink/ink1632.xml"/><Relationship Id="rId361" Type="http://schemas.openxmlformats.org/officeDocument/2006/relationships/image" Target="../media/image9140.png"/><Relationship Id="rId599" Type="http://schemas.openxmlformats.org/officeDocument/2006/relationships/image" Target="../media/image1033.png"/><Relationship Id="rId459" Type="http://schemas.openxmlformats.org/officeDocument/2006/relationships/image" Target="../media/image9630.png"/><Relationship Id="rId666" Type="http://schemas.openxmlformats.org/officeDocument/2006/relationships/customXml" Target="../ink/ink1888.xml"/><Relationship Id="rId16" Type="http://schemas.openxmlformats.org/officeDocument/2006/relationships/customXml" Target="../ink/ink1563.xml"/><Relationship Id="rId221" Type="http://schemas.openxmlformats.org/officeDocument/2006/relationships/image" Target="../media/image8440.png"/><Relationship Id="rId319" Type="http://schemas.openxmlformats.org/officeDocument/2006/relationships/image" Target="../media/image8930.png"/><Relationship Id="rId526" Type="http://schemas.openxmlformats.org/officeDocument/2006/relationships/customXml" Target="../ink/ink1818.xml"/><Relationship Id="rId165" Type="http://schemas.openxmlformats.org/officeDocument/2006/relationships/image" Target="../media/image8160.png"/><Relationship Id="rId372" Type="http://schemas.openxmlformats.org/officeDocument/2006/relationships/customXml" Target="../ink/ink1741.xml"/><Relationship Id="rId677" Type="http://schemas.openxmlformats.org/officeDocument/2006/relationships/image" Target="../media/image1072.png"/><Relationship Id="rId232" Type="http://schemas.openxmlformats.org/officeDocument/2006/relationships/customXml" Target="../ink/ink1671.xml"/><Relationship Id="rId27" Type="http://schemas.openxmlformats.org/officeDocument/2006/relationships/image" Target="../media/image7480.png"/><Relationship Id="rId537" Type="http://schemas.openxmlformats.org/officeDocument/2006/relationships/image" Target="../media/image10020.png"/><Relationship Id="rId80" Type="http://schemas.openxmlformats.org/officeDocument/2006/relationships/customXml" Target="../ink/ink1595.xml"/><Relationship Id="rId176" Type="http://schemas.openxmlformats.org/officeDocument/2006/relationships/customXml" Target="../ink/ink1643.xml"/><Relationship Id="rId383" Type="http://schemas.openxmlformats.org/officeDocument/2006/relationships/image" Target="../media/image9250.png"/><Relationship Id="rId590" Type="http://schemas.openxmlformats.org/officeDocument/2006/relationships/customXml" Target="../ink/ink1850.xml"/><Relationship Id="rId604" Type="http://schemas.openxmlformats.org/officeDocument/2006/relationships/customXml" Target="../ink/ink1857.xml"/><Relationship Id="rId243" Type="http://schemas.openxmlformats.org/officeDocument/2006/relationships/image" Target="../media/image8550.png"/><Relationship Id="rId450" Type="http://schemas.openxmlformats.org/officeDocument/2006/relationships/customXml" Target="../ink/ink1780.xml"/><Relationship Id="rId688" Type="http://schemas.openxmlformats.org/officeDocument/2006/relationships/customXml" Target="../ink/ink1899.xml"/><Relationship Id="rId38" Type="http://schemas.openxmlformats.org/officeDocument/2006/relationships/customXml" Target="../ink/ink1574.xml"/><Relationship Id="rId103" Type="http://schemas.openxmlformats.org/officeDocument/2006/relationships/image" Target="../media/image7850.png"/><Relationship Id="rId310" Type="http://schemas.openxmlformats.org/officeDocument/2006/relationships/customXml" Target="../ink/ink1710.xml"/><Relationship Id="rId548" Type="http://schemas.openxmlformats.org/officeDocument/2006/relationships/customXml" Target="../ink/ink1829.xml"/><Relationship Id="rId91" Type="http://schemas.openxmlformats.org/officeDocument/2006/relationships/image" Target="../media/image7790.png"/><Relationship Id="rId187" Type="http://schemas.openxmlformats.org/officeDocument/2006/relationships/image" Target="../media/image8270.png"/><Relationship Id="rId394" Type="http://schemas.openxmlformats.org/officeDocument/2006/relationships/customXml" Target="../ink/ink1752.xml"/><Relationship Id="rId408" Type="http://schemas.openxmlformats.org/officeDocument/2006/relationships/customXml" Target="../ink/ink1759.xml"/><Relationship Id="rId615" Type="http://schemas.openxmlformats.org/officeDocument/2006/relationships/image" Target="../media/image1041.png"/><Relationship Id="rId254" Type="http://schemas.openxmlformats.org/officeDocument/2006/relationships/customXml" Target="../ink/ink1682.xml"/></Relationships>
</file>

<file path=ppt/slides/_rels/slide19.xml.rels><?xml version="1.0" encoding="UTF-8" standalone="yes"?>
<Relationships xmlns="http://schemas.openxmlformats.org/package/2006/relationships"><Relationship Id="rId117" Type="http://schemas.openxmlformats.org/officeDocument/2006/relationships/image" Target="../media/image1136.png"/><Relationship Id="rId21" Type="http://schemas.openxmlformats.org/officeDocument/2006/relationships/image" Target="../media/image1088.png"/><Relationship Id="rId42" Type="http://schemas.openxmlformats.org/officeDocument/2006/relationships/customXml" Target="../ink/ink1920.xml"/><Relationship Id="rId63" Type="http://schemas.openxmlformats.org/officeDocument/2006/relationships/image" Target="../media/image1109.png"/><Relationship Id="rId84" Type="http://schemas.openxmlformats.org/officeDocument/2006/relationships/customXml" Target="../ink/ink1941.xml"/><Relationship Id="rId138" Type="http://schemas.openxmlformats.org/officeDocument/2006/relationships/customXml" Target="../ink/ink1968.xml"/><Relationship Id="rId159" Type="http://schemas.openxmlformats.org/officeDocument/2006/relationships/image" Target="../media/image1157.png"/><Relationship Id="rId170" Type="http://schemas.openxmlformats.org/officeDocument/2006/relationships/customXml" Target="../ink/ink1984.xml"/><Relationship Id="rId107" Type="http://schemas.openxmlformats.org/officeDocument/2006/relationships/image" Target="../media/image1131.png"/><Relationship Id="rId11" Type="http://schemas.openxmlformats.org/officeDocument/2006/relationships/image" Target="../media/image1083.png"/><Relationship Id="rId32" Type="http://schemas.openxmlformats.org/officeDocument/2006/relationships/customXml" Target="../ink/ink1915.xml"/><Relationship Id="rId53" Type="http://schemas.openxmlformats.org/officeDocument/2006/relationships/image" Target="../media/image1104.png"/><Relationship Id="rId74" Type="http://schemas.openxmlformats.org/officeDocument/2006/relationships/customXml" Target="../ink/ink1936.xml"/><Relationship Id="rId128" Type="http://schemas.openxmlformats.org/officeDocument/2006/relationships/customXml" Target="../ink/ink1963.xml"/><Relationship Id="rId149" Type="http://schemas.openxmlformats.org/officeDocument/2006/relationships/image" Target="../media/image1152.png"/><Relationship Id="rId5" Type="http://schemas.openxmlformats.org/officeDocument/2006/relationships/image" Target="../media/image1080.png"/><Relationship Id="rId95" Type="http://schemas.openxmlformats.org/officeDocument/2006/relationships/image" Target="../media/image1125.png"/><Relationship Id="rId160" Type="http://schemas.openxmlformats.org/officeDocument/2006/relationships/customXml" Target="../ink/ink1979.xml"/><Relationship Id="rId181" Type="http://schemas.openxmlformats.org/officeDocument/2006/relationships/image" Target="../media/image1168.png"/><Relationship Id="rId22" Type="http://schemas.openxmlformats.org/officeDocument/2006/relationships/customXml" Target="../ink/ink1910.xml"/><Relationship Id="rId43" Type="http://schemas.openxmlformats.org/officeDocument/2006/relationships/image" Target="../media/image1099.png"/><Relationship Id="rId64" Type="http://schemas.openxmlformats.org/officeDocument/2006/relationships/customXml" Target="../ink/ink1931.xml"/><Relationship Id="rId118" Type="http://schemas.openxmlformats.org/officeDocument/2006/relationships/customXml" Target="../ink/ink1958.xml"/><Relationship Id="rId139" Type="http://schemas.openxmlformats.org/officeDocument/2006/relationships/image" Target="../media/image1147.png"/><Relationship Id="rId85" Type="http://schemas.openxmlformats.org/officeDocument/2006/relationships/image" Target="../media/image1120.png"/><Relationship Id="rId150" Type="http://schemas.openxmlformats.org/officeDocument/2006/relationships/customXml" Target="../ink/ink1974.xml"/><Relationship Id="rId171" Type="http://schemas.openxmlformats.org/officeDocument/2006/relationships/image" Target="../media/image1163.png"/><Relationship Id="rId12" Type="http://schemas.openxmlformats.org/officeDocument/2006/relationships/customXml" Target="../ink/ink1905.xml"/><Relationship Id="rId33" Type="http://schemas.openxmlformats.org/officeDocument/2006/relationships/image" Target="../media/image1094.png"/><Relationship Id="rId108" Type="http://schemas.openxmlformats.org/officeDocument/2006/relationships/customXml" Target="../ink/ink1953.xml"/><Relationship Id="rId129" Type="http://schemas.openxmlformats.org/officeDocument/2006/relationships/image" Target="../media/image1142.png"/><Relationship Id="rId54" Type="http://schemas.openxmlformats.org/officeDocument/2006/relationships/customXml" Target="../ink/ink1926.xml"/><Relationship Id="rId75" Type="http://schemas.openxmlformats.org/officeDocument/2006/relationships/image" Target="../media/image1115.png"/><Relationship Id="rId96" Type="http://schemas.openxmlformats.org/officeDocument/2006/relationships/customXml" Target="../ink/ink1947.xml"/><Relationship Id="rId140" Type="http://schemas.openxmlformats.org/officeDocument/2006/relationships/customXml" Target="../ink/ink1969.xml"/><Relationship Id="rId161" Type="http://schemas.openxmlformats.org/officeDocument/2006/relationships/image" Target="../media/image1158.png"/><Relationship Id="rId182" Type="http://schemas.openxmlformats.org/officeDocument/2006/relationships/customXml" Target="../ink/ink1990.xml"/><Relationship Id="rId6" Type="http://schemas.openxmlformats.org/officeDocument/2006/relationships/customXml" Target="../ink/ink1902.xml"/><Relationship Id="rId23" Type="http://schemas.openxmlformats.org/officeDocument/2006/relationships/image" Target="../media/image1089.png"/><Relationship Id="rId119" Type="http://schemas.openxmlformats.org/officeDocument/2006/relationships/image" Target="../media/image1137.png"/><Relationship Id="rId44" Type="http://schemas.openxmlformats.org/officeDocument/2006/relationships/customXml" Target="../ink/ink1921.xml"/><Relationship Id="rId65" Type="http://schemas.openxmlformats.org/officeDocument/2006/relationships/image" Target="../media/image1110.png"/><Relationship Id="rId86" Type="http://schemas.openxmlformats.org/officeDocument/2006/relationships/customXml" Target="../ink/ink1942.xml"/><Relationship Id="rId130" Type="http://schemas.openxmlformats.org/officeDocument/2006/relationships/customXml" Target="../ink/ink1964.xml"/><Relationship Id="rId151" Type="http://schemas.openxmlformats.org/officeDocument/2006/relationships/image" Target="../media/image1153.png"/><Relationship Id="rId172" Type="http://schemas.openxmlformats.org/officeDocument/2006/relationships/customXml" Target="../ink/ink1985.xml"/><Relationship Id="rId13" Type="http://schemas.openxmlformats.org/officeDocument/2006/relationships/image" Target="../media/image1084.png"/><Relationship Id="rId18" Type="http://schemas.openxmlformats.org/officeDocument/2006/relationships/customXml" Target="../ink/ink1908.xml"/><Relationship Id="rId39" Type="http://schemas.openxmlformats.org/officeDocument/2006/relationships/image" Target="../media/image1097.png"/><Relationship Id="rId109" Type="http://schemas.openxmlformats.org/officeDocument/2006/relationships/image" Target="../media/image1132.png"/><Relationship Id="rId34" Type="http://schemas.openxmlformats.org/officeDocument/2006/relationships/customXml" Target="../ink/ink1916.xml"/><Relationship Id="rId50" Type="http://schemas.openxmlformats.org/officeDocument/2006/relationships/customXml" Target="../ink/ink1924.xml"/><Relationship Id="rId55" Type="http://schemas.openxmlformats.org/officeDocument/2006/relationships/image" Target="../media/image1105.png"/><Relationship Id="rId76" Type="http://schemas.openxmlformats.org/officeDocument/2006/relationships/customXml" Target="../ink/ink1937.xml"/><Relationship Id="rId97" Type="http://schemas.openxmlformats.org/officeDocument/2006/relationships/image" Target="../media/image1126.png"/><Relationship Id="rId104" Type="http://schemas.openxmlformats.org/officeDocument/2006/relationships/customXml" Target="../ink/ink1951.xml"/><Relationship Id="rId120" Type="http://schemas.openxmlformats.org/officeDocument/2006/relationships/customXml" Target="../ink/ink1959.xml"/><Relationship Id="rId125" Type="http://schemas.openxmlformats.org/officeDocument/2006/relationships/image" Target="../media/image1140.png"/><Relationship Id="rId141" Type="http://schemas.openxmlformats.org/officeDocument/2006/relationships/image" Target="../media/image1148.png"/><Relationship Id="rId146" Type="http://schemas.openxmlformats.org/officeDocument/2006/relationships/customXml" Target="../ink/ink1972.xml"/><Relationship Id="rId167" Type="http://schemas.openxmlformats.org/officeDocument/2006/relationships/image" Target="../media/image1161.png"/><Relationship Id="rId188" Type="http://schemas.openxmlformats.org/officeDocument/2006/relationships/customXml" Target="../ink/ink1993.xml"/><Relationship Id="rId7" Type="http://schemas.openxmlformats.org/officeDocument/2006/relationships/image" Target="../media/image1081.png"/><Relationship Id="rId71" Type="http://schemas.openxmlformats.org/officeDocument/2006/relationships/image" Target="../media/image1113.png"/><Relationship Id="rId92" Type="http://schemas.openxmlformats.org/officeDocument/2006/relationships/customXml" Target="../ink/ink1945.xml"/><Relationship Id="rId162" Type="http://schemas.openxmlformats.org/officeDocument/2006/relationships/customXml" Target="../ink/ink1980.xml"/><Relationship Id="rId183" Type="http://schemas.openxmlformats.org/officeDocument/2006/relationships/image" Target="../media/image1169.png"/><Relationship Id="rId2" Type="http://schemas.openxmlformats.org/officeDocument/2006/relationships/customXml" Target="../ink/ink1900.xml"/><Relationship Id="rId29" Type="http://schemas.openxmlformats.org/officeDocument/2006/relationships/image" Target="../media/image1092.png"/><Relationship Id="rId24" Type="http://schemas.openxmlformats.org/officeDocument/2006/relationships/customXml" Target="../ink/ink1911.xml"/><Relationship Id="rId40" Type="http://schemas.openxmlformats.org/officeDocument/2006/relationships/customXml" Target="../ink/ink1919.xml"/><Relationship Id="rId45" Type="http://schemas.openxmlformats.org/officeDocument/2006/relationships/image" Target="../media/image1100.png"/><Relationship Id="rId66" Type="http://schemas.openxmlformats.org/officeDocument/2006/relationships/customXml" Target="../ink/ink1932.xml"/><Relationship Id="rId87" Type="http://schemas.openxmlformats.org/officeDocument/2006/relationships/image" Target="../media/image1121.png"/><Relationship Id="rId110" Type="http://schemas.openxmlformats.org/officeDocument/2006/relationships/customXml" Target="../ink/ink1954.xml"/><Relationship Id="rId115" Type="http://schemas.openxmlformats.org/officeDocument/2006/relationships/image" Target="../media/image1135.png"/><Relationship Id="rId131" Type="http://schemas.openxmlformats.org/officeDocument/2006/relationships/image" Target="../media/image1143.png"/><Relationship Id="rId136" Type="http://schemas.openxmlformats.org/officeDocument/2006/relationships/customXml" Target="../ink/ink1967.xml"/><Relationship Id="rId157" Type="http://schemas.openxmlformats.org/officeDocument/2006/relationships/image" Target="../media/image1156.png"/><Relationship Id="rId178" Type="http://schemas.openxmlformats.org/officeDocument/2006/relationships/customXml" Target="../ink/ink1988.xml"/><Relationship Id="rId61" Type="http://schemas.openxmlformats.org/officeDocument/2006/relationships/image" Target="../media/image1108.png"/><Relationship Id="rId82" Type="http://schemas.openxmlformats.org/officeDocument/2006/relationships/customXml" Target="../ink/ink1940.xml"/><Relationship Id="rId152" Type="http://schemas.openxmlformats.org/officeDocument/2006/relationships/customXml" Target="../ink/ink1975.xml"/><Relationship Id="rId173" Type="http://schemas.openxmlformats.org/officeDocument/2006/relationships/image" Target="../media/image1164.png"/><Relationship Id="rId19" Type="http://schemas.openxmlformats.org/officeDocument/2006/relationships/image" Target="../media/image1087.png"/><Relationship Id="rId14" Type="http://schemas.openxmlformats.org/officeDocument/2006/relationships/customXml" Target="../ink/ink1906.xml"/><Relationship Id="rId30" Type="http://schemas.openxmlformats.org/officeDocument/2006/relationships/customXml" Target="../ink/ink1914.xml"/><Relationship Id="rId35" Type="http://schemas.openxmlformats.org/officeDocument/2006/relationships/image" Target="../media/image1095.png"/><Relationship Id="rId56" Type="http://schemas.openxmlformats.org/officeDocument/2006/relationships/customXml" Target="../ink/ink1927.xml"/><Relationship Id="rId77" Type="http://schemas.openxmlformats.org/officeDocument/2006/relationships/image" Target="../media/image1116.png"/><Relationship Id="rId100" Type="http://schemas.openxmlformats.org/officeDocument/2006/relationships/customXml" Target="../ink/ink1949.xml"/><Relationship Id="rId105" Type="http://schemas.openxmlformats.org/officeDocument/2006/relationships/image" Target="../media/image1130.png"/><Relationship Id="rId126" Type="http://schemas.openxmlformats.org/officeDocument/2006/relationships/customXml" Target="../ink/ink1962.xml"/><Relationship Id="rId147" Type="http://schemas.openxmlformats.org/officeDocument/2006/relationships/image" Target="../media/image1151.png"/><Relationship Id="rId168" Type="http://schemas.openxmlformats.org/officeDocument/2006/relationships/customXml" Target="../ink/ink1983.xml"/><Relationship Id="rId8" Type="http://schemas.openxmlformats.org/officeDocument/2006/relationships/customXml" Target="../ink/ink1903.xml"/><Relationship Id="rId51" Type="http://schemas.openxmlformats.org/officeDocument/2006/relationships/image" Target="../media/image1103.png"/><Relationship Id="rId72" Type="http://schemas.openxmlformats.org/officeDocument/2006/relationships/customXml" Target="../ink/ink1935.xml"/><Relationship Id="rId93" Type="http://schemas.openxmlformats.org/officeDocument/2006/relationships/image" Target="../media/image1124.png"/><Relationship Id="rId98" Type="http://schemas.openxmlformats.org/officeDocument/2006/relationships/customXml" Target="../ink/ink1948.xml"/><Relationship Id="rId121" Type="http://schemas.openxmlformats.org/officeDocument/2006/relationships/image" Target="../media/image1138.png"/><Relationship Id="rId142" Type="http://schemas.openxmlformats.org/officeDocument/2006/relationships/customXml" Target="../ink/ink1970.xml"/><Relationship Id="rId163" Type="http://schemas.openxmlformats.org/officeDocument/2006/relationships/image" Target="../media/image1159.png"/><Relationship Id="rId184" Type="http://schemas.openxmlformats.org/officeDocument/2006/relationships/customXml" Target="../ink/ink1991.xml"/><Relationship Id="rId189" Type="http://schemas.openxmlformats.org/officeDocument/2006/relationships/image" Target="../media/image1172.png"/><Relationship Id="rId3" Type="http://schemas.openxmlformats.org/officeDocument/2006/relationships/image" Target="../media/image1079.png"/><Relationship Id="rId25" Type="http://schemas.openxmlformats.org/officeDocument/2006/relationships/image" Target="../media/image1090.png"/><Relationship Id="rId46" Type="http://schemas.openxmlformats.org/officeDocument/2006/relationships/customXml" Target="../ink/ink1922.xml"/><Relationship Id="rId67" Type="http://schemas.openxmlformats.org/officeDocument/2006/relationships/image" Target="../media/image1111.png"/><Relationship Id="rId116" Type="http://schemas.openxmlformats.org/officeDocument/2006/relationships/customXml" Target="../ink/ink1957.xml"/><Relationship Id="rId137" Type="http://schemas.openxmlformats.org/officeDocument/2006/relationships/image" Target="../media/image1146.png"/><Relationship Id="rId158" Type="http://schemas.openxmlformats.org/officeDocument/2006/relationships/customXml" Target="../ink/ink1978.xml"/><Relationship Id="rId20" Type="http://schemas.openxmlformats.org/officeDocument/2006/relationships/customXml" Target="../ink/ink1909.xml"/><Relationship Id="rId41" Type="http://schemas.openxmlformats.org/officeDocument/2006/relationships/image" Target="../media/image1098.png"/><Relationship Id="rId62" Type="http://schemas.openxmlformats.org/officeDocument/2006/relationships/customXml" Target="../ink/ink1930.xml"/><Relationship Id="rId83" Type="http://schemas.openxmlformats.org/officeDocument/2006/relationships/image" Target="../media/image1119.png"/><Relationship Id="rId88" Type="http://schemas.openxmlformats.org/officeDocument/2006/relationships/customXml" Target="../ink/ink1943.xml"/><Relationship Id="rId111" Type="http://schemas.openxmlformats.org/officeDocument/2006/relationships/image" Target="../media/image1133.png"/><Relationship Id="rId132" Type="http://schemas.openxmlformats.org/officeDocument/2006/relationships/customXml" Target="../ink/ink1965.xml"/><Relationship Id="rId153" Type="http://schemas.openxmlformats.org/officeDocument/2006/relationships/image" Target="../media/image1154.png"/><Relationship Id="rId174" Type="http://schemas.openxmlformats.org/officeDocument/2006/relationships/customXml" Target="../ink/ink1986.xml"/><Relationship Id="rId179" Type="http://schemas.openxmlformats.org/officeDocument/2006/relationships/image" Target="../media/image1167.png"/><Relationship Id="rId15" Type="http://schemas.openxmlformats.org/officeDocument/2006/relationships/image" Target="../media/image1085.png"/><Relationship Id="rId36" Type="http://schemas.openxmlformats.org/officeDocument/2006/relationships/customXml" Target="../ink/ink1917.xml"/><Relationship Id="rId57" Type="http://schemas.openxmlformats.org/officeDocument/2006/relationships/image" Target="../media/image1106.png"/><Relationship Id="rId106" Type="http://schemas.openxmlformats.org/officeDocument/2006/relationships/customXml" Target="../ink/ink1952.xml"/><Relationship Id="rId127" Type="http://schemas.openxmlformats.org/officeDocument/2006/relationships/image" Target="../media/image1141.png"/><Relationship Id="rId10" Type="http://schemas.openxmlformats.org/officeDocument/2006/relationships/customXml" Target="../ink/ink1904.xml"/><Relationship Id="rId31" Type="http://schemas.openxmlformats.org/officeDocument/2006/relationships/image" Target="../media/image1093.png"/><Relationship Id="rId52" Type="http://schemas.openxmlformats.org/officeDocument/2006/relationships/customXml" Target="../ink/ink1925.xml"/><Relationship Id="rId73" Type="http://schemas.openxmlformats.org/officeDocument/2006/relationships/image" Target="../media/image1114.png"/><Relationship Id="rId78" Type="http://schemas.openxmlformats.org/officeDocument/2006/relationships/customXml" Target="../ink/ink1938.xml"/><Relationship Id="rId94" Type="http://schemas.openxmlformats.org/officeDocument/2006/relationships/customXml" Target="../ink/ink1946.xml"/><Relationship Id="rId99" Type="http://schemas.openxmlformats.org/officeDocument/2006/relationships/image" Target="../media/image1127.png"/><Relationship Id="rId101" Type="http://schemas.openxmlformats.org/officeDocument/2006/relationships/image" Target="../media/image1128.png"/><Relationship Id="rId122" Type="http://schemas.openxmlformats.org/officeDocument/2006/relationships/customXml" Target="../ink/ink1960.xml"/><Relationship Id="rId143" Type="http://schemas.openxmlformats.org/officeDocument/2006/relationships/image" Target="../media/image1149.png"/><Relationship Id="rId148" Type="http://schemas.openxmlformats.org/officeDocument/2006/relationships/customXml" Target="../ink/ink1973.xml"/><Relationship Id="rId164" Type="http://schemas.openxmlformats.org/officeDocument/2006/relationships/customXml" Target="../ink/ink1981.xml"/><Relationship Id="rId169" Type="http://schemas.openxmlformats.org/officeDocument/2006/relationships/image" Target="../media/image1162.png"/><Relationship Id="rId185" Type="http://schemas.openxmlformats.org/officeDocument/2006/relationships/image" Target="../media/image1170.png"/><Relationship Id="rId4" Type="http://schemas.openxmlformats.org/officeDocument/2006/relationships/customXml" Target="../ink/ink1901.xml"/><Relationship Id="rId9" Type="http://schemas.openxmlformats.org/officeDocument/2006/relationships/image" Target="../media/image1082.png"/><Relationship Id="rId180" Type="http://schemas.openxmlformats.org/officeDocument/2006/relationships/customXml" Target="../ink/ink1989.xml"/><Relationship Id="rId26" Type="http://schemas.openxmlformats.org/officeDocument/2006/relationships/customXml" Target="../ink/ink1912.xml"/><Relationship Id="rId47" Type="http://schemas.openxmlformats.org/officeDocument/2006/relationships/image" Target="../media/image1101.png"/><Relationship Id="rId68" Type="http://schemas.openxmlformats.org/officeDocument/2006/relationships/customXml" Target="../ink/ink1933.xml"/><Relationship Id="rId89" Type="http://schemas.openxmlformats.org/officeDocument/2006/relationships/image" Target="../media/image1122.png"/><Relationship Id="rId112" Type="http://schemas.openxmlformats.org/officeDocument/2006/relationships/customXml" Target="../ink/ink1955.xml"/><Relationship Id="rId133" Type="http://schemas.openxmlformats.org/officeDocument/2006/relationships/image" Target="../media/image1144.png"/><Relationship Id="rId154" Type="http://schemas.openxmlformats.org/officeDocument/2006/relationships/customXml" Target="../ink/ink1976.xml"/><Relationship Id="rId175" Type="http://schemas.openxmlformats.org/officeDocument/2006/relationships/image" Target="../media/image1165.png"/><Relationship Id="rId16" Type="http://schemas.openxmlformats.org/officeDocument/2006/relationships/customXml" Target="../ink/ink1907.xml"/><Relationship Id="rId37" Type="http://schemas.openxmlformats.org/officeDocument/2006/relationships/image" Target="../media/image1096.png"/><Relationship Id="rId58" Type="http://schemas.openxmlformats.org/officeDocument/2006/relationships/customXml" Target="../ink/ink1928.xml"/><Relationship Id="rId79" Type="http://schemas.openxmlformats.org/officeDocument/2006/relationships/image" Target="../media/image1117.png"/><Relationship Id="rId102" Type="http://schemas.openxmlformats.org/officeDocument/2006/relationships/customXml" Target="../ink/ink1950.xml"/><Relationship Id="rId123" Type="http://schemas.openxmlformats.org/officeDocument/2006/relationships/image" Target="../media/image1139.png"/><Relationship Id="rId144" Type="http://schemas.openxmlformats.org/officeDocument/2006/relationships/customXml" Target="../ink/ink1971.xml"/><Relationship Id="rId90" Type="http://schemas.openxmlformats.org/officeDocument/2006/relationships/customXml" Target="../ink/ink1944.xml"/><Relationship Id="rId165" Type="http://schemas.openxmlformats.org/officeDocument/2006/relationships/image" Target="../media/image1160.png"/><Relationship Id="rId186" Type="http://schemas.openxmlformats.org/officeDocument/2006/relationships/customXml" Target="../ink/ink1992.xml"/><Relationship Id="rId27" Type="http://schemas.openxmlformats.org/officeDocument/2006/relationships/image" Target="../media/image1091.png"/><Relationship Id="rId48" Type="http://schemas.openxmlformats.org/officeDocument/2006/relationships/customXml" Target="../ink/ink1923.xml"/><Relationship Id="rId69" Type="http://schemas.openxmlformats.org/officeDocument/2006/relationships/image" Target="../media/image1112.png"/><Relationship Id="rId113" Type="http://schemas.openxmlformats.org/officeDocument/2006/relationships/image" Target="../media/image1134.png"/><Relationship Id="rId134" Type="http://schemas.openxmlformats.org/officeDocument/2006/relationships/customXml" Target="../ink/ink1966.xml"/><Relationship Id="rId80" Type="http://schemas.openxmlformats.org/officeDocument/2006/relationships/customXml" Target="../ink/ink1939.xml"/><Relationship Id="rId155" Type="http://schemas.openxmlformats.org/officeDocument/2006/relationships/image" Target="../media/image1155.png"/><Relationship Id="rId176" Type="http://schemas.openxmlformats.org/officeDocument/2006/relationships/customXml" Target="../ink/ink1987.xml"/><Relationship Id="rId17" Type="http://schemas.openxmlformats.org/officeDocument/2006/relationships/image" Target="../media/image1086.png"/><Relationship Id="rId38" Type="http://schemas.openxmlformats.org/officeDocument/2006/relationships/customXml" Target="../ink/ink1918.xml"/><Relationship Id="rId59" Type="http://schemas.openxmlformats.org/officeDocument/2006/relationships/image" Target="../media/image1107.png"/><Relationship Id="rId103" Type="http://schemas.openxmlformats.org/officeDocument/2006/relationships/image" Target="../media/image1129.png"/><Relationship Id="rId124" Type="http://schemas.openxmlformats.org/officeDocument/2006/relationships/customXml" Target="../ink/ink1961.xml"/><Relationship Id="rId70" Type="http://schemas.openxmlformats.org/officeDocument/2006/relationships/customXml" Target="../ink/ink1934.xml"/><Relationship Id="rId91" Type="http://schemas.openxmlformats.org/officeDocument/2006/relationships/image" Target="../media/image1123.png"/><Relationship Id="rId145" Type="http://schemas.openxmlformats.org/officeDocument/2006/relationships/image" Target="../media/image1150.png"/><Relationship Id="rId166" Type="http://schemas.openxmlformats.org/officeDocument/2006/relationships/customXml" Target="../ink/ink1982.xml"/><Relationship Id="rId187" Type="http://schemas.openxmlformats.org/officeDocument/2006/relationships/image" Target="../media/image1171.png"/><Relationship Id="rId1" Type="http://schemas.openxmlformats.org/officeDocument/2006/relationships/slideLayout" Target="../slideLayouts/slideLayout2.xml"/><Relationship Id="rId28" Type="http://schemas.openxmlformats.org/officeDocument/2006/relationships/customXml" Target="../ink/ink1913.xml"/><Relationship Id="rId49" Type="http://schemas.openxmlformats.org/officeDocument/2006/relationships/image" Target="../media/image1102.png"/><Relationship Id="rId114" Type="http://schemas.openxmlformats.org/officeDocument/2006/relationships/customXml" Target="../ink/ink1956.xml"/><Relationship Id="rId60" Type="http://schemas.openxmlformats.org/officeDocument/2006/relationships/customXml" Target="../ink/ink1929.xml"/><Relationship Id="rId81" Type="http://schemas.openxmlformats.org/officeDocument/2006/relationships/image" Target="../media/image1118.png"/><Relationship Id="rId135" Type="http://schemas.openxmlformats.org/officeDocument/2006/relationships/image" Target="../media/image1145.png"/><Relationship Id="rId156" Type="http://schemas.openxmlformats.org/officeDocument/2006/relationships/customXml" Target="../ink/ink1977.xml"/><Relationship Id="rId177" Type="http://schemas.openxmlformats.org/officeDocument/2006/relationships/image" Target="../media/image1166.png"/></Relationships>
</file>

<file path=ppt/slides/_rels/slide20.xml.rels><?xml version="1.0" encoding="UTF-8" standalone="yes"?>
<Relationships xmlns="http://schemas.openxmlformats.org/package/2006/relationships"><Relationship Id="rId117" Type="http://schemas.openxmlformats.org/officeDocument/2006/relationships/image" Target="../media/image1230.png"/><Relationship Id="rId21" Type="http://schemas.openxmlformats.org/officeDocument/2006/relationships/image" Target="../media/image1182.png"/><Relationship Id="rId63" Type="http://schemas.openxmlformats.org/officeDocument/2006/relationships/image" Target="../media/image1203.png"/><Relationship Id="rId159" Type="http://schemas.openxmlformats.org/officeDocument/2006/relationships/image" Target="../media/image1251.png"/><Relationship Id="rId170" Type="http://schemas.openxmlformats.org/officeDocument/2006/relationships/customXml" Target="../ink/ink2078.xml"/><Relationship Id="rId191" Type="http://schemas.openxmlformats.org/officeDocument/2006/relationships/image" Target="../media/image1267.png"/><Relationship Id="rId205" Type="http://schemas.openxmlformats.org/officeDocument/2006/relationships/image" Target="../media/image1274.png"/><Relationship Id="rId226" Type="http://schemas.openxmlformats.org/officeDocument/2006/relationships/customXml" Target="../ink/ink2106.xml"/><Relationship Id="rId247" Type="http://schemas.openxmlformats.org/officeDocument/2006/relationships/image" Target="../media/image1295.png"/><Relationship Id="rId107" Type="http://schemas.openxmlformats.org/officeDocument/2006/relationships/image" Target="../media/image1225.png"/><Relationship Id="rId11" Type="http://schemas.openxmlformats.org/officeDocument/2006/relationships/image" Target="../media/image1177.png"/><Relationship Id="rId32" Type="http://schemas.openxmlformats.org/officeDocument/2006/relationships/customXml" Target="../ink/ink2009.xml"/><Relationship Id="rId53" Type="http://schemas.openxmlformats.org/officeDocument/2006/relationships/image" Target="../media/image1198.png"/><Relationship Id="rId74" Type="http://schemas.openxmlformats.org/officeDocument/2006/relationships/customXml" Target="../ink/ink2030.xml"/><Relationship Id="rId128" Type="http://schemas.openxmlformats.org/officeDocument/2006/relationships/customXml" Target="../ink/ink2057.xml"/><Relationship Id="rId149" Type="http://schemas.openxmlformats.org/officeDocument/2006/relationships/image" Target="../media/image1246.png"/><Relationship Id="rId5" Type="http://schemas.openxmlformats.org/officeDocument/2006/relationships/image" Target="../media/image1174.png"/><Relationship Id="rId95" Type="http://schemas.openxmlformats.org/officeDocument/2006/relationships/image" Target="../media/image1219.png"/><Relationship Id="rId160" Type="http://schemas.openxmlformats.org/officeDocument/2006/relationships/customXml" Target="../ink/ink2073.xml"/><Relationship Id="rId181" Type="http://schemas.openxmlformats.org/officeDocument/2006/relationships/image" Target="../media/image1262.png"/><Relationship Id="rId216" Type="http://schemas.openxmlformats.org/officeDocument/2006/relationships/customXml" Target="../ink/ink2101.xml"/><Relationship Id="rId237" Type="http://schemas.openxmlformats.org/officeDocument/2006/relationships/image" Target="../media/image1290.png"/><Relationship Id="rId258" Type="http://schemas.openxmlformats.org/officeDocument/2006/relationships/customXml" Target="../ink/ink2122.xml"/><Relationship Id="rId22" Type="http://schemas.openxmlformats.org/officeDocument/2006/relationships/customXml" Target="../ink/ink2004.xml"/><Relationship Id="rId43" Type="http://schemas.openxmlformats.org/officeDocument/2006/relationships/image" Target="../media/image1193.png"/><Relationship Id="rId64" Type="http://schemas.openxmlformats.org/officeDocument/2006/relationships/customXml" Target="../ink/ink2025.xml"/><Relationship Id="rId118" Type="http://schemas.openxmlformats.org/officeDocument/2006/relationships/customXml" Target="../ink/ink2052.xml"/><Relationship Id="rId139" Type="http://schemas.openxmlformats.org/officeDocument/2006/relationships/image" Target="../media/image1241.png"/><Relationship Id="rId85" Type="http://schemas.openxmlformats.org/officeDocument/2006/relationships/image" Target="../media/image1214.png"/><Relationship Id="rId150" Type="http://schemas.openxmlformats.org/officeDocument/2006/relationships/customXml" Target="../ink/ink2068.xml"/><Relationship Id="rId171" Type="http://schemas.openxmlformats.org/officeDocument/2006/relationships/image" Target="../media/image1257.png"/><Relationship Id="rId192" Type="http://schemas.openxmlformats.org/officeDocument/2006/relationships/customXml" Target="../ink/ink2089.xml"/><Relationship Id="rId206" Type="http://schemas.openxmlformats.org/officeDocument/2006/relationships/customXml" Target="../ink/ink2096.xml"/><Relationship Id="rId227" Type="http://schemas.openxmlformats.org/officeDocument/2006/relationships/image" Target="../media/image1285.png"/><Relationship Id="rId248" Type="http://schemas.openxmlformats.org/officeDocument/2006/relationships/customXml" Target="../ink/ink2117.xml"/><Relationship Id="rId12" Type="http://schemas.openxmlformats.org/officeDocument/2006/relationships/customXml" Target="../ink/ink1999.xml"/><Relationship Id="rId33" Type="http://schemas.openxmlformats.org/officeDocument/2006/relationships/image" Target="../media/image1188.png"/><Relationship Id="rId108" Type="http://schemas.openxmlformats.org/officeDocument/2006/relationships/customXml" Target="../ink/ink2047.xml"/><Relationship Id="rId129" Type="http://schemas.openxmlformats.org/officeDocument/2006/relationships/image" Target="../media/image1236.png"/><Relationship Id="rId54" Type="http://schemas.openxmlformats.org/officeDocument/2006/relationships/customXml" Target="../ink/ink2020.xml"/><Relationship Id="rId75" Type="http://schemas.openxmlformats.org/officeDocument/2006/relationships/image" Target="../media/image1209.png"/><Relationship Id="rId96" Type="http://schemas.openxmlformats.org/officeDocument/2006/relationships/customXml" Target="../ink/ink2041.xml"/><Relationship Id="rId140" Type="http://schemas.openxmlformats.org/officeDocument/2006/relationships/customXml" Target="../ink/ink2063.xml"/><Relationship Id="rId161" Type="http://schemas.openxmlformats.org/officeDocument/2006/relationships/image" Target="../media/image1252.png"/><Relationship Id="rId182" Type="http://schemas.openxmlformats.org/officeDocument/2006/relationships/customXml" Target="../ink/ink2084.xml"/><Relationship Id="rId217" Type="http://schemas.openxmlformats.org/officeDocument/2006/relationships/image" Target="../media/image1280.png"/><Relationship Id="rId6" Type="http://schemas.openxmlformats.org/officeDocument/2006/relationships/customXml" Target="../ink/ink1996.xml"/><Relationship Id="rId238" Type="http://schemas.openxmlformats.org/officeDocument/2006/relationships/customXml" Target="../ink/ink2112.xml"/><Relationship Id="rId259" Type="http://schemas.openxmlformats.org/officeDocument/2006/relationships/image" Target="../media/image1301.png"/><Relationship Id="rId23" Type="http://schemas.openxmlformats.org/officeDocument/2006/relationships/image" Target="../media/image1183.png"/><Relationship Id="rId119" Type="http://schemas.openxmlformats.org/officeDocument/2006/relationships/image" Target="../media/image1231.png"/><Relationship Id="rId44" Type="http://schemas.openxmlformats.org/officeDocument/2006/relationships/customXml" Target="../ink/ink2015.xml"/><Relationship Id="rId65" Type="http://schemas.openxmlformats.org/officeDocument/2006/relationships/image" Target="../media/image1204.png"/><Relationship Id="rId86" Type="http://schemas.openxmlformats.org/officeDocument/2006/relationships/customXml" Target="../ink/ink2036.xml"/><Relationship Id="rId130" Type="http://schemas.openxmlformats.org/officeDocument/2006/relationships/customXml" Target="../ink/ink2058.xml"/><Relationship Id="rId151" Type="http://schemas.openxmlformats.org/officeDocument/2006/relationships/image" Target="../media/image1247.png"/><Relationship Id="rId172" Type="http://schemas.openxmlformats.org/officeDocument/2006/relationships/customXml" Target="../ink/ink2079.xml"/><Relationship Id="rId193" Type="http://schemas.openxmlformats.org/officeDocument/2006/relationships/image" Target="../media/image1268.png"/><Relationship Id="rId207" Type="http://schemas.openxmlformats.org/officeDocument/2006/relationships/image" Target="../media/image1275.png"/><Relationship Id="rId228" Type="http://schemas.openxmlformats.org/officeDocument/2006/relationships/customXml" Target="../ink/ink2107.xml"/><Relationship Id="rId249" Type="http://schemas.openxmlformats.org/officeDocument/2006/relationships/image" Target="../media/image1296.png"/><Relationship Id="rId13" Type="http://schemas.openxmlformats.org/officeDocument/2006/relationships/image" Target="../media/image1178.png"/><Relationship Id="rId109" Type="http://schemas.openxmlformats.org/officeDocument/2006/relationships/image" Target="../media/image1226.png"/><Relationship Id="rId260" Type="http://schemas.openxmlformats.org/officeDocument/2006/relationships/customXml" Target="../ink/ink2123.xml"/><Relationship Id="rId34" Type="http://schemas.openxmlformats.org/officeDocument/2006/relationships/customXml" Target="../ink/ink2010.xml"/><Relationship Id="rId55" Type="http://schemas.openxmlformats.org/officeDocument/2006/relationships/image" Target="../media/image1199.png"/><Relationship Id="rId76" Type="http://schemas.openxmlformats.org/officeDocument/2006/relationships/customXml" Target="../ink/ink2031.xml"/><Relationship Id="rId97" Type="http://schemas.openxmlformats.org/officeDocument/2006/relationships/image" Target="../media/image1220.png"/><Relationship Id="rId120" Type="http://schemas.openxmlformats.org/officeDocument/2006/relationships/customXml" Target="../ink/ink2053.xml"/><Relationship Id="rId141" Type="http://schemas.openxmlformats.org/officeDocument/2006/relationships/image" Target="../media/image1242.png"/><Relationship Id="rId7" Type="http://schemas.openxmlformats.org/officeDocument/2006/relationships/image" Target="../media/image1175.png"/><Relationship Id="rId162" Type="http://schemas.openxmlformats.org/officeDocument/2006/relationships/customXml" Target="../ink/ink2074.xml"/><Relationship Id="rId183" Type="http://schemas.openxmlformats.org/officeDocument/2006/relationships/image" Target="../media/image1263.png"/><Relationship Id="rId218" Type="http://schemas.openxmlformats.org/officeDocument/2006/relationships/customXml" Target="../ink/ink2102.xml"/><Relationship Id="rId239" Type="http://schemas.openxmlformats.org/officeDocument/2006/relationships/image" Target="../media/image1291.png"/><Relationship Id="rId250" Type="http://schemas.openxmlformats.org/officeDocument/2006/relationships/customXml" Target="../ink/ink2118.xml"/><Relationship Id="rId24" Type="http://schemas.openxmlformats.org/officeDocument/2006/relationships/customXml" Target="../ink/ink2005.xml"/><Relationship Id="rId45" Type="http://schemas.openxmlformats.org/officeDocument/2006/relationships/image" Target="../media/image1194.png"/><Relationship Id="rId66" Type="http://schemas.openxmlformats.org/officeDocument/2006/relationships/customXml" Target="../ink/ink2026.xml"/><Relationship Id="rId87" Type="http://schemas.openxmlformats.org/officeDocument/2006/relationships/image" Target="../media/image1215.png"/><Relationship Id="rId110" Type="http://schemas.openxmlformats.org/officeDocument/2006/relationships/customXml" Target="../ink/ink2048.xml"/><Relationship Id="rId131" Type="http://schemas.openxmlformats.org/officeDocument/2006/relationships/image" Target="../media/image1237.png"/><Relationship Id="rId152" Type="http://schemas.openxmlformats.org/officeDocument/2006/relationships/customXml" Target="../ink/ink2069.xml"/><Relationship Id="rId173" Type="http://schemas.openxmlformats.org/officeDocument/2006/relationships/image" Target="../media/image1258.png"/><Relationship Id="rId194" Type="http://schemas.openxmlformats.org/officeDocument/2006/relationships/customXml" Target="../ink/ink2090.xml"/><Relationship Id="rId208" Type="http://schemas.openxmlformats.org/officeDocument/2006/relationships/customXml" Target="../ink/ink2097.xml"/><Relationship Id="rId229" Type="http://schemas.openxmlformats.org/officeDocument/2006/relationships/image" Target="../media/image1286.png"/><Relationship Id="rId240" Type="http://schemas.openxmlformats.org/officeDocument/2006/relationships/customXml" Target="../ink/ink2113.xml"/><Relationship Id="rId261" Type="http://schemas.openxmlformats.org/officeDocument/2006/relationships/image" Target="../media/image1302.png"/><Relationship Id="rId14" Type="http://schemas.openxmlformats.org/officeDocument/2006/relationships/customXml" Target="../ink/ink2000.xml"/><Relationship Id="rId35" Type="http://schemas.openxmlformats.org/officeDocument/2006/relationships/image" Target="../media/image1189.png"/><Relationship Id="rId56" Type="http://schemas.openxmlformats.org/officeDocument/2006/relationships/customXml" Target="../ink/ink2021.xml"/><Relationship Id="rId77" Type="http://schemas.openxmlformats.org/officeDocument/2006/relationships/image" Target="../media/image1210.png"/><Relationship Id="rId100" Type="http://schemas.openxmlformats.org/officeDocument/2006/relationships/customXml" Target="../ink/ink2043.xml"/><Relationship Id="rId8" Type="http://schemas.openxmlformats.org/officeDocument/2006/relationships/customXml" Target="../ink/ink1997.xml"/><Relationship Id="rId98" Type="http://schemas.openxmlformats.org/officeDocument/2006/relationships/customXml" Target="../ink/ink2042.xml"/><Relationship Id="rId121" Type="http://schemas.openxmlformats.org/officeDocument/2006/relationships/image" Target="../media/image1232.png"/><Relationship Id="rId142" Type="http://schemas.openxmlformats.org/officeDocument/2006/relationships/customXml" Target="../ink/ink2064.xml"/><Relationship Id="rId163" Type="http://schemas.openxmlformats.org/officeDocument/2006/relationships/image" Target="../media/image1253.png"/><Relationship Id="rId184" Type="http://schemas.openxmlformats.org/officeDocument/2006/relationships/customXml" Target="../ink/ink2085.xml"/><Relationship Id="rId219" Type="http://schemas.openxmlformats.org/officeDocument/2006/relationships/image" Target="../media/image1281.png"/><Relationship Id="rId230" Type="http://schemas.openxmlformats.org/officeDocument/2006/relationships/customXml" Target="../ink/ink2108.xml"/><Relationship Id="rId251" Type="http://schemas.openxmlformats.org/officeDocument/2006/relationships/image" Target="../media/image1297.png"/><Relationship Id="rId25" Type="http://schemas.openxmlformats.org/officeDocument/2006/relationships/image" Target="../media/image1184.png"/><Relationship Id="rId46" Type="http://schemas.openxmlformats.org/officeDocument/2006/relationships/customXml" Target="../ink/ink2016.xml"/><Relationship Id="rId67" Type="http://schemas.openxmlformats.org/officeDocument/2006/relationships/image" Target="../media/image1205.png"/><Relationship Id="rId88" Type="http://schemas.openxmlformats.org/officeDocument/2006/relationships/customXml" Target="../ink/ink2037.xml"/><Relationship Id="rId111" Type="http://schemas.openxmlformats.org/officeDocument/2006/relationships/image" Target="../media/image1227.png"/><Relationship Id="rId132" Type="http://schemas.openxmlformats.org/officeDocument/2006/relationships/customXml" Target="../ink/ink2059.xml"/><Relationship Id="rId153" Type="http://schemas.openxmlformats.org/officeDocument/2006/relationships/image" Target="../media/image1248.png"/><Relationship Id="rId174" Type="http://schemas.openxmlformats.org/officeDocument/2006/relationships/customXml" Target="../ink/ink2080.xml"/><Relationship Id="rId195" Type="http://schemas.openxmlformats.org/officeDocument/2006/relationships/image" Target="../media/image1269.png"/><Relationship Id="rId209" Type="http://schemas.openxmlformats.org/officeDocument/2006/relationships/image" Target="../media/image1276.png"/><Relationship Id="rId220" Type="http://schemas.openxmlformats.org/officeDocument/2006/relationships/customXml" Target="../ink/ink2103.xml"/><Relationship Id="rId241" Type="http://schemas.openxmlformats.org/officeDocument/2006/relationships/image" Target="../media/image1292.png"/><Relationship Id="rId15" Type="http://schemas.openxmlformats.org/officeDocument/2006/relationships/image" Target="../media/image1179.png"/><Relationship Id="rId36" Type="http://schemas.openxmlformats.org/officeDocument/2006/relationships/customXml" Target="../ink/ink2011.xml"/><Relationship Id="rId57" Type="http://schemas.openxmlformats.org/officeDocument/2006/relationships/image" Target="../media/image1200.png"/><Relationship Id="rId262" Type="http://schemas.openxmlformats.org/officeDocument/2006/relationships/customXml" Target="../ink/ink2124.xml"/><Relationship Id="rId78" Type="http://schemas.openxmlformats.org/officeDocument/2006/relationships/customXml" Target="../ink/ink2032.xml"/><Relationship Id="rId99" Type="http://schemas.openxmlformats.org/officeDocument/2006/relationships/image" Target="../media/image1221.png"/><Relationship Id="rId101" Type="http://schemas.openxmlformats.org/officeDocument/2006/relationships/image" Target="../media/image1222.png"/><Relationship Id="rId122" Type="http://schemas.openxmlformats.org/officeDocument/2006/relationships/customXml" Target="../ink/ink2054.xml"/><Relationship Id="rId143" Type="http://schemas.openxmlformats.org/officeDocument/2006/relationships/image" Target="../media/image1243.png"/><Relationship Id="rId164" Type="http://schemas.openxmlformats.org/officeDocument/2006/relationships/customXml" Target="../ink/ink2075.xml"/><Relationship Id="rId185" Type="http://schemas.openxmlformats.org/officeDocument/2006/relationships/image" Target="../media/image1264.png"/><Relationship Id="rId9" Type="http://schemas.openxmlformats.org/officeDocument/2006/relationships/image" Target="../media/image1176.png"/><Relationship Id="rId210" Type="http://schemas.openxmlformats.org/officeDocument/2006/relationships/customXml" Target="../ink/ink2098.xml"/><Relationship Id="rId26" Type="http://schemas.openxmlformats.org/officeDocument/2006/relationships/customXml" Target="../ink/ink2006.xml"/><Relationship Id="rId231" Type="http://schemas.openxmlformats.org/officeDocument/2006/relationships/image" Target="../media/image1287.png"/><Relationship Id="rId252" Type="http://schemas.openxmlformats.org/officeDocument/2006/relationships/customXml" Target="../ink/ink2119.xml"/><Relationship Id="rId47" Type="http://schemas.openxmlformats.org/officeDocument/2006/relationships/image" Target="../media/image1195.png"/><Relationship Id="rId68" Type="http://schemas.openxmlformats.org/officeDocument/2006/relationships/customXml" Target="../ink/ink2027.xml"/><Relationship Id="rId89" Type="http://schemas.openxmlformats.org/officeDocument/2006/relationships/image" Target="../media/image1216.png"/><Relationship Id="rId112" Type="http://schemas.openxmlformats.org/officeDocument/2006/relationships/customXml" Target="../ink/ink2049.xml"/><Relationship Id="rId133" Type="http://schemas.openxmlformats.org/officeDocument/2006/relationships/image" Target="../media/image1238.png"/><Relationship Id="rId154" Type="http://schemas.openxmlformats.org/officeDocument/2006/relationships/customXml" Target="../ink/ink2070.xml"/><Relationship Id="rId175" Type="http://schemas.openxmlformats.org/officeDocument/2006/relationships/image" Target="../media/image1259.png"/><Relationship Id="rId196" Type="http://schemas.openxmlformats.org/officeDocument/2006/relationships/customXml" Target="../ink/ink2091.xml"/><Relationship Id="rId200" Type="http://schemas.openxmlformats.org/officeDocument/2006/relationships/customXml" Target="../ink/ink2093.xml"/><Relationship Id="rId16" Type="http://schemas.openxmlformats.org/officeDocument/2006/relationships/customXml" Target="../ink/ink2001.xml"/><Relationship Id="rId221" Type="http://schemas.openxmlformats.org/officeDocument/2006/relationships/image" Target="../media/image1282.png"/><Relationship Id="rId242" Type="http://schemas.openxmlformats.org/officeDocument/2006/relationships/customXml" Target="../ink/ink2114.xml"/><Relationship Id="rId263" Type="http://schemas.openxmlformats.org/officeDocument/2006/relationships/image" Target="../media/image1303.png"/><Relationship Id="rId37" Type="http://schemas.openxmlformats.org/officeDocument/2006/relationships/image" Target="../media/image1190.png"/><Relationship Id="rId58" Type="http://schemas.openxmlformats.org/officeDocument/2006/relationships/customXml" Target="../ink/ink2022.xml"/><Relationship Id="rId79" Type="http://schemas.openxmlformats.org/officeDocument/2006/relationships/image" Target="../media/image1211.png"/><Relationship Id="rId102" Type="http://schemas.openxmlformats.org/officeDocument/2006/relationships/customXml" Target="../ink/ink2044.xml"/><Relationship Id="rId123" Type="http://schemas.openxmlformats.org/officeDocument/2006/relationships/image" Target="../media/image1233.png"/><Relationship Id="rId144" Type="http://schemas.openxmlformats.org/officeDocument/2006/relationships/customXml" Target="../ink/ink2065.xml"/><Relationship Id="rId90" Type="http://schemas.openxmlformats.org/officeDocument/2006/relationships/customXml" Target="../ink/ink2038.xml"/><Relationship Id="rId165" Type="http://schemas.openxmlformats.org/officeDocument/2006/relationships/image" Target="../media/image1254.png"/><Relationship Id="rId186" Type="http://schemas.openxmlformats.org/officeDocument/2006/relationships/customXml" Target="../ink/ink2086.xml"/><Relationship Id="rId211" Type="http://schemas.openxmlformats.org/officeDocument/2006/relationships/image" Target="../media/image1277.png"/><Relationship Id="rId232" Type="http://schemas.openxmlformats.org/officeDocument/2006/relationships/customXml" Target="../ink/ink2109.xml"/><Relationship Id="rId253" Type="http://schemas.openxmlformats.org/officeDocument/2006/relationships/image" Target="../media/image1298.png"/><Relationship Id="rId27" Type="http://schemas.openxmlformats.org/officeDocument/2006/relationships/image" Target="../media/image1185.png"/><Relationship Id="rId48" Type="http://schemas.openxmlformats.org/officeDocument/2006/relationships/customXml" Target="../ink/ink2017.xml"/><Relationship Id="rId69" Type="http://schemas.openxmlformats.org/officeDocument/2006/relationships/image" Target="../media/image1206.png"/><Relationship Id="rId113" Type="http://schemas.openxmlformats.org/officeDocument/2006/relationships/image" Target="../media/image1228.png"/><Relationship Id="rId134" Type="http://schemas.openxmlformats.org/officeDocument/2006/relationships/customXml" Target="../ink/ink2060.xml"/><Relationship Id="rId80" Type="http://schemas.openxmlformats.org/officeDocument/2006/relationships/customXml" Target="../ink/ink2033.xml"/><Relationship Id="rId155" Type="http://schemas.openxmlformats.org/officeDocument/2006/relationships/image" Target="../media/image1249.png"/><Relationship Id="rId176" Type="http://schemas.openxmlformats.org/officeDocument/2006/relationships/customXml" Target="../ink/ink2081.xml"/><Relationship Id="rId197" Type="http://schemas.openxmlformats.org/officeDocument/2006/relationships/image" Target="../media/image1270.png"/><Relationship Id="rId201" Type="http://schemas.openxmlformats.org/officeDocument/2006/relationships/image" Target="../media/image1272.png"/><Relationship Id="rId222" Type="http://schemas.openxmlformats.org/officeDocument/2006/relationships/customXml" Target="../ink/ink2104.xml"/><Relationship Id="rId243" Type="http://schemas.openxmlformats.org/officeDocument/2006/relationships/image" Target="../media/image1293.png"/><Relationship Id="rId17" Type="http://schemas.openxmlformats.org/officeDocument/2006/relationships/image" Target="../media/image1180.png"/><Relationship Id="rId38" Type="http://schemas.openxmlformats.org/officeDocument/2006/relationships/customXml" Target="../ink/ink2012.xml"/><Relationship Id="rId59" Type="http://schemas.openxmlformats.org/officeDocument/2006/relationships/image" Target="../media/image1201.png"/><Relationship Id="rId103" Type="http://schemas.openxmlformats.org/officeDocument/2006/relationships/image" Target="../media/image1223.png"/><Relationship Id="rId124" Type="http://schemas.openxmlformats.org/officeDocument/2006/relationships/customXml" Target="../ink/ink2055.xml"/><Relationship Id="rId70" Type="http://schemas.openxmlformats.org/officeDocument/2006/relationships/customXml" Target="../ink/ink2028.xml"/><Relationship Id="rId91" Type="http://schemas.openxmlformats.org/officeDocument/2006/relationships/image" Target="../media/image1217.png"/><Relationship Id="rId145" Type="http://schemas.openxmlformats.org/officeDocument/2006/relationships/image" Target="../media/image1244.png"/><Relationship Id="rId166" Type="http://schemas.openxmlformats.org/officeDocument/2006/relationships/customXml" Target="../ink/ink2076.xml"/><Relationship Id="rId187" Type="http://schemas.openxmlformats.org/officeDocument/2006/relationships/image" Target="../media/image1265.png"/><Relationship Id="rId1" Type="http://schemas.openxmlformats.org/officeDocument/2006/relationships/slideLayout" Target="../slideLayouts/slideLayout2.xml"/><Relationship Id="rId212" Type="http://schemas.openxmlformats.org/officeDocument/2006/relationships/customXml" Target="../ink/ink2099.xml"/><Relationship Id="rId233" Type="http://schemas.openxmlformats.org/officeDocument/2006/relationships/image" Target="../media/image1288.png"/><Relationship Id="rId254" Type="http://schemas.openxmlformats.org/officeDocument/2006/relationships/customXml" Target="../ink/ink2120.xml"/><Relationship Id="rId28" Type="http://schemas.openxmlformats.org/officeDocument/2006/relationships/customXml" Target="../ink/ink2007.xml"/><Relationship Id="rId49" Type="http://schemas.openxmlformats.org/officeDocument/2006/relationships/image" Target="../media/image1196.png"/><Relationship Id="rId114" Type="http://schemas.openxmlformats.org/officeDocument/2006/relationships/customXml" Target="../ink/ink2050.xml"/><Relationship Id="rId60" Type="http://schemas.openxmlformats.org/officeDocument/2006/relationships/customXml" Target="../ink/ink2023.xml"/><Relationship Id="rId81" Type="http://schemas.openxmlformats.org/officeDocument/2006/relationships/image" Target="../media/image1212.png"/><Relationship Id="rId135" Type="http://schemas.openxmlformats.org/officeDocument/2006/relationships/image" Target="../media/image1239.png"/><Relationship Id="rId156" Type="http://schemas.openxmlformats.org/officeDocument/2006/relationships/customXml" Target="../ink/ink2071.xml"/><Relationship Id="rId177" Type="http://schemas.openxmlformats.org/officeDocument/2006/relationships/image" Target="../media/image1260.png"/><Relationship Id="rId198" Type="http://schemas.openxmlformats.org/officeDocument/2006/relationships/customXml" Target="../ink/ink2092.xml"/><Relationship Id="rId202" Type="http://schemas.openxmlformats.org/officeDocument/2006/relationships/customXml" Target="../ink/ink2094.xml"/><Relationship Id="rId223" Type="http://schemas.openxmlformats.org/officeDocument/2006/relationships/image" Target="../media/image1283.png"/><Relationship Id="rId244" Type="http://schemas.openxmlformats.org/officeDocument/2006/relationships/customXml" Target="../ink/ink2115.xml"/><Relationship Id="rId18" Type="http://schemas.openxmlformats.org/officeDocument/2006/relationships/customXml" Target="../ink/ink2002.xml"/><Relationship Id="rId39" Type="http://schemas.openxmlformats.org/officeDocument/2006/relationships/image" Target="../media/image1191.png"/><Relationship Id="rId50" Type="http://schemas.openxmlformats.org/officeDocument/2006/relationships/customXml" Target="../ink/ink2018.xml"/><Relationship Id="rId104" Type="http://schemas.openxmlformats.org/officeDocument/2006/relationships/customXml" Target="../ink/ink2045.xml"/><Relationship Id="rId125" Type="http://schemas.openxmlformats.org/officeDocument/2006/relationships/image" Target="../media/image1234.png"/><Relationship Id="rId146" Type="http://schemas.openxmlformats.org/officeDocument/2006/relationships/customXml" Target="../ink/ink2066.xml"/><Relationship Id="rId167" Type="http://schemas.openxmlformats.org/officeDocument/2006/relationships/image" Target="../media/image1255.png"/><Relationship Id="rId188" Type="http://schemas.openxmlformats.org/officeDocument/2006/relationships/customXml" Target="../ink/ink2087.xml"/><Relationship Id="rId71" Type="http://schemas.openxmlformats.org/officeDocument/2006/relationships/image" Target="../media/image1207.png"/><Relationship Id="rId92" Type="http://schemas.openxmlformats.org/officeDocument/2006/relationships/customXml" Target="../ink/ink2039.xml"/><Relationship Id="rId213" Type="http://schemas.openxmlformats.org/officeDocument/2006/relationships/image" Target="../media/image1278.png"/><Relationship Id="rId234" Type="http://schemas.openxmlformats.org/officeDocument/2006/relationships/customXml" Target="../ink/ink2110.xml"/><Relationship Id="rId2" Type="http://schemas.openxmlformats.org/officeDocument/2006/relationships/customXml" Target="../ink/ink1994.xml"/><Relationship Id="rId29" Type="http://schemas.openxmlformats.org/officeDocument/2006/relationships/image" Target="../media/image1186.png"/><Relationship Id="rId255" Type="http://schemas.openxmlformats.org/officeDocument/2006/relationships/image" Target="../media/image1299.png"/><Relationship Id="rId40" Type="http://schemas.openxmlformats.org/officeDocument/2006/relationships/customXml" Target="../ink/ink2013.xml"/><Relationship Id="rId115" Type="http://schemas.openxmlformats.org/officeDocument/2006/relationships/image" Target="../media/image1229.png"/><Relationship Id="rId136" Type="http://schemas.openxmlformats.org/officeDocument/2006/relationships/customXml" Target="../ink/ink2061.xml"/><Relationship Id="rId157" Type="http://schemas.openxmlformats.org/officeDocument/2006/relationships/image" Target="../media/image1250.png"/><Relationship Id="rId178" Type="http://schemas.openxmlformats.org/officeDocument/2006/relationships/customXml" Target="../ink/ink2082.xml"/><Relationship Id="rId61" Type="http://schemas.openxmlformats.org/officeDocument/2006/relationships/image" Target="../media/image1202.png"/><Relationship Id="rId82" Type="http://schemas.openxmlformats.org/officeDocument/2006/relationships/customXml" Target="../ink/ink2034.xml"/><Relationship Id="rId199" Type="http://schemas.openxmlformats.org/officeDocument/2006/relationships/image" Target="../media/image1271.png"/><Relationship Id="rId203" Type="http://schemas.openxmlformats.org/officeDocument/2006/relationships/image" Target="../media/image1273.png"/><Relationship Id="rId19" Type="http://schemas.openxmlformats.org/officeDocument/2006/relationships/image" Target="../media/image1181.png"/><Relationship Id="rId224" Type="http://schemas.openxmlformats.org/officeDocument/2006/relationships/customXml" Target="../ink/ink2105.xml"/><Relationship Id="rId245" Type="http://schemas.openxmlformats.org/officeDocument/2006/relationships/image" Target="../media/image1294.png"/><Relationship Id="rId30" Type="http://schemas.openxmlformats.org/officeDocument/2006/relationships/customXml" Target="../ink/ink2008.xml"/><Relationship Id="rId105" Type="http://schemas.openxmlformats.org/officeDocument/2006/relationships/image" Target="../media/image1224.png"/><Relationship Id="rId126" Type="http://schemas.openxmlformats.org/officeDocument/2006/relationships/customXml" Target="../ink/ink2056.xml"/><Relationship Id="rId147" Type="http://schemas.openxmlformats.org/officeDocument/2006/relationships/image" Target="../media/image1245.png"/><Relationship Id="rId168" Type="http://schemas.openxmlformats.org/officeDocument/2006/relationships/customXml" Target="../ink/ink2077.xml"/><Relationship Id="rId51" Type="http://schemas.openxmlformats.org/officeDocument/2006/relationships/image" Target="../media/image1197.png"/><Relationship Id="rId72" Type="http://schemas.openxmlformats.org/officeDocument/2006/relationships/customXml" Target="../ink/ink2029.xml"/><Relationship Id="rId93" Type="http://schemas.openxmlformats.org/officeDocument/2006/relationships/image" Target="../media/image1218.png"/><Relationship Id="rId189" Type="http://schemas.openxmlformats.org/officeDocument/2006/relationships/image" Target="../media/image1266.png"/><Relationship Id="rId3" Type="http://schemas.openxmlformats.org/officeDocument/2006/relationships/image" Target="../media/image1173.png"/><Relationship Id="rId214" Type="http://schemas.openxmlformats.org/officeDocument/2006/relationships/customXml" Target="../ink/ink2100.xml"/><Relationship Id="rId235" Type="http://schemas.openxmlformats.org/officeDocument/2006/relationships/image" Target="../media/image1289.png"/><Relationship Id="rId256" Type="http://schemas.openxmlformats.org/officeDocument/2006/relationships/customXml" Target="../ink/ink2121.xml"/><Relationship Id="rId116" Type="http://schemas.openxmlformats.org/officeDocument/2006/relationships/customXml" Target="../ink/ink2051.xml"/><Relationship Id="rId137" Type="http://schemas.openxmlformats.org/officeDocument/2006/relationships/image" Target="../media/image1240.png"/><Relationship Id="rId158" Type="http://schemas.openxmlformats.org/officeDocument/2006/relationships/customXml" Target="../ink/ink2072.xml"/><Relationship Id="rId20" Type="http://schemas.openxmlformats.org/officeDocument/2006/relationships/customXml" Target="../ink/ink2003.xml"/><Relationship Id="rId41" Type="http://schemas.openxmlformats.org/officeDocument/2006/relationships/image" Target="../media/image1192.png"/><Relationship Id="rId62" Type="http://schemas.openxmlformats.org/officeDocument/2006/relationships/customXml" Target="../ink/ink2024.xml"/><Relationship Id="rId83" Type="http://schemas.openxmlformats.org/officeDocument/2006/relationships/image" Target="../media/image1213.png"/><Relationship Id="rId179" Type="http://schemas.openxmlformats.org/officeDocument/2006/relationships/image" Target="../media/image1261.png"/><Relationship Id="rId190" Type="http://schemas.openxmlformats.org/officeDocument/2006/relationships/customXml" Target="../ink/ink2088.xml"/><Relationship Id="rId204" Type="http://schemas.openxmlformats.org/officeDocument/2006/relationships/customXml" Target="../ink/ink2095.xml"/><Relationship Id="rId225" Type="http://schemas.openxmlformats.org/officeDocument/2006/relationships/image" Target="../media/image1284.png"/><Relationship Id="rId246" Type="http://schemas.openxmlformats.org/officeDocument/2006/relationships/customXml" Target="../ink/ink2116.xml"/><Relationship Id="rId106" Type="http://schemas.openxmlformats.org/officeDocument/2006/relationships/customXml" Target="../ink/ink2046.xml"/><Relationship Id="rId127" Type="http://schemas.openxmlformats.org/officeDocument/2006/relationships/image" Target="../media/image1235.png"/><Relationship Id="rId10" Type="http://schemas.openxmlformats.org/officeDocument/2006/relationships/customXml" Target="../ink/ink1998.xml"/><Relationship Id="rId31" Type="http://schemas.openxmlformats.org/officeDocument/2006/relationships/image" Target="../media/image1187.png"/><Relationship Id="rId52" Type="http://schemas.openxmlformats.org/officeDocument/2006/relationships/customXml" Target="../ink/ink2019.xml"/><Relationship Id="rId73" Type="http://schemas.openxmlformats.org/officeDocument/2006/relationships/image" Target="../media/image1208.png"/><Relationship Id="rId94" Type="http://schemas.openxmlformats.org/officeDocument/2006/relationships/customXml" Target="../ink/ink2040.xml"/><Relationship Id="rId148" Type="http://schemas.openxmlformats.org/officeDocument/2006/relationships/customXml" Target="../ink/ink2067.xml"/><Relationship Id="rId169" Type="http://schemas.openxmlformats.org/officeDocument/2006/relationships/image" Target="../media/image1256.png"/><Relationship Id="rId4" Type="http://schemas.openxmlformats.org/officeDocument/2006/relationships/customXml" Target="../ink/ink1995.xml"/><Relationship Id="rId180" Type="http://schemas.openxmlformats.org/officeDocument/2006/relationships/customXml" Target="../ink/ink2083.xml"/><Relationship Id="rId215" Type="http://schemas.openxmlformats.org/officeDocument/2006/relationships/image" Target="../media/image1279.png"/><Relationship Id="rId236" Type="http://schemas.openxmlformats.org/officeDocument/2006/relationships/customXml" Target="../ink/ink2111.xml"/><Relationship Id="rId257" Type="http://schemas.openxmlformats.org/officeDocument/2006/relationships/image" Target="../media/image1300.png"/><Relationship Id="rId42" Type="http://schemas.openxmlformats.org/officeDocument/2006/relationships/customXml" Target="../ink/ink2014.xml"/><Relationship Id="rId84" Type="http://schemas.openxmlformats.org/officeDocument/2006/relationships/customXml" Target="../ink/ink2035.xml"/><Relationship Id="rId138" Type="http://schemas.openxmlformats.org/officeDocument/2006/relationships/customXml" Target="../ink/ink2062.xml"/></Relationships>
</file>

<file path=ppt/slides/_rels/slide21.xml.rels><?xml version="1.0" encoding="UTF-8" standalone="yes"?>
<Relationships xmlns="http://schemas.openxmlformats.org/package/2006/relationships"><Relationship Id="rId2" Type="http://schemas.openxmlformats.org/officeDocument/2006/relationships/image" Target="../media/image678.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17" Type="http://schemas.openxmlformats.org/officeDocument/2006/relationships/image" Target="../media/image1344.png"/><Relationship Id="rId21" Type="http://schemas.openxmlformats.org/officeDocument/2006/relationships/image" Target="../media/image11830.png"/><Relationship Id="rId63" Type="http://schemas.openxmlformats.org/officeDocument/2006/relationships/image" Target="../media/image1317.png"/><Relationship Id="rId159" Type="http://schemas.openxmlformats.org/officeDocument/2006/relationships/image" Target="../media/image1365.png"/><Relationship Id="rId170" Type="http://schemas.openxmlformats.org/officeDocument/2006/relationships/customXml" Target="../ink/ink2209.xml"/><Relationship Id="rId226" Type="http://schemas.openxmlformats.org/officeDocument/2006/relationships/customXml" Target="../ink/ink2237.xml"/><Relationship Id="rId268" Type="http://schemas.openxmlformats.org/officeDocument/2006/relationships/customXml" Target="../ink/ink2258.xml"/><Relationship Id="rId32" Type="http://schemas.openxmlformats.org/officeDocument/2006/relationships/customXml" Target="../ink/ink2140.xml"/><Relationship Id="rId74" Type="http://schemas.openxmlformats.org/officeDocument/2006/relationships/customXml" Target="../ink/ink2161.xml"/><Relationship Id="rId128" Type="http://schemas.openxmlformats.org/officeDocument/2006/relationships/customXml" Target="../ink/ink2188.xml"/><Relationship Id="rId5" Type="http://schemas.openxmlformats.org/officeDocument/2006/relationships/image" Target="../media/image11750.png"/><Relationship Id="rId181" Type="http://schemas.openxmlformats.org/officeDocument/2006/relationships/image" Target="../media/image1376.png"/><Relationship Id="rId237" Type="http://schemas.openxmlformats.org/officeDocument/2006/relationships/image" Target="../media/image1404.png"/><Relationship Id="rId279" Type="http://schemas.openxmlformats.org/officeDocument/2006/relationships/image" Target="../media/image1425.png"/><Relationship Id="rId43" Type="http://schemas.openxmlformats.org/officeDocument/2006/relationships/image" Target="../media/image1307.png"/><Relationship Id="rId139" Type="http://schemas.openxmlformats.org/officeDocument/2006/relationships/image" Target="../media/image1355.png"/><Relationship Id="rId85" Type="http://schemas.openxmlformats.org/officeDocument/2006/relationships/image" Target="../media/image1328.png"/><Relationship Id="rId150" Type="http://schemas.openxmlformats.org/officeDocument/2006/relationships/customXml" Target="../ink/ink2199.xml"/><Relationship Id="rId171" Type="http://schemas.openxmlformats.org/officeDocument/2006/relationships/image" Target="../media/image1371.png"/><Relationship Id="rId192" Type="http://schemas.openxmlformats.org/officeDocument/2006/relationships/customXml" Target="../ink/ink2220.xml"/><Relationship Id="rId206" Type="http://schemas.openxmlformats.org/officeDocument/2006/relationships/customXml" Target="../ink/ink2227.xml"/><Relationship Id="rId227" Type="http://schemas.openxmlformats.org/officeDocument/2006/relationships/image" Target="../media/image1399.png"/><Relationship Id="rId248" Type="http://schemas.openxmlformats.org/officeDocument/2006/relationships/customXml" Target="../ink/ink2248.xml"/><Relationship Id="rId269" Type="http://schemas.openxmlformats.org/officeDocument/2006/relationships/image" Target="../media/image1420.png"/><Relationship Id="rId12" Type="http://schemas.openxmlformats.org/officeDocument/2006/relationships/customXml" Target="../ink/ink2130.xml"/><Relationship Id="rId33" Type="http://schemas.openxmlformats.org/officeDocument/2006/relationships/image" Target="../media/image11890.png"/><Relationship Id="rId108" Type="http://schemas.openxmlformats.org/officeDocument/2006/relationships/customXml" Target="../ink/ink2178.xml"/><Relationship Id="rId129" Type="http://schemas.openxmlformats.org/officeDocument/2006/relationships/image" Target="../media/image1350.png"/><Relationship Id="rId280" Type="http://schemas.openxmlformats.org/officeDocument/2006/relationships/customXml" Target="../ink/ink2264.xml"/><Relationship Id="rId54" Type="http://schemas.openxmlformats.org/officeDocument/2006/relationships/customXml" Target="../ink/ink2151.xml"/><Relationship Id="rId75" Type="http://schemas.openxmlformats.org/officeDocument/2006/relationships/image" Target="../media/image1323.png"/><Relationship Id="rId96" Type="http://schemas.openxmlformats.org/officeDocument/2006/relationships/customXml" Target="../ink/ink2172.xml"/><Relationship Id="rId140" Type="http://schemas.openxmlformats.org/officeDocument/2006/relationships/customXml" Target="../ink/ink2194.xml"/><Relationship Id="rId161" Type="http://schemas.openxmlformats.org/officeDocument/2006/relationships/image" Target="../media/image1366.png"/><Relationship Id="rId182" Type="http://schemas.openxmlformats.org/officeDocument/2006/relationships/customXml" Target="../ink/ink2215.xml"/><Relationship Id="rId217" Type="http://schemas.openxmlformats.org/officeDocument/2006/relationships/image" Target="../media/image1394.png"/><Relationship Id="rId6" Type="http://schemas.openxmlformats.org/officeDocument/2006/relationships/customXml" Target="../ink/ink2127.xml"/><Relationship Id="rId238" Type="http://schemas.openxmlformats.org/officeDocument/2006/relationships/customXml" Target="../ink/ink2243.xml"/><Relationship Id="rId259" Type="http://schemas.openxmlformats.org/officeDocument/2006/relationships/image" Target="../media/image1415.png"/><Relationship Id="rId23" Type="http://schemas.openxmlformats.org/officeDocument/2006/relationships/image" Target="../media/image11840.png"/><Relationship Id="rId119" Type="http://schemas.openxmlformats.org/officeDocument/2006/relationships/image" Target="../media/image1345.png"/><Relationship Id="rId270" Type="http://schemas.openxmlformats.org/officeDocument/2006/relationships/customXml" Target="../ink/ink2259.xml"/><Relationship Id="rId44" Type="http://schemas.openxmlformats.org/officeDocument/2006/relationships/customXml" Target="../ink/ink2146.xml"/><Relationship Id="rId65" Type="http://schemas.openxmlformats.org/officeDocument/2006/relationships/image" Target="../media/image1318.png"/><Relationship Id="rId86" Type="http://schemas.openxmlformats.org/officeDocument/2006/relationships/customXml" Target="../ink/ink2167.xml"/><Relationship Id="rId130" Type="http://schemas.openxmlformats.org/officeDocument/2006/relationships/customXml" Target="../ink/ink2189.xml"/><Relationship Id="rId151" Type="http://schemas.openxmlformats.org/officeDocument/2006/relationships/image" Target="../media/image1361.png"/><Relationship Id="rId172" Type="http://schemas.openxmlformats.org/officeDocument/2006/relationships/customXml" Target="../ink/ink2210.xml"/><Relationship Id="rId193" Type="http://schemas.openxmlformats.org/officeDocument/2006/relationships/image" Target="../media/image1382.png"/><Relationship Id="rId207" Type="http://schemas.openxmlformats.org/officeDocument/2006/relationships/image" Target="../media/image1389.png"/><Relationship Id="rId228" Type="http://schemas.openxmlformats.org/officeDocument/2006/relationships/customXml" Target="../ink/ink2238.xml"/><Relationship Id="rId249" Type="http://schemas.openxmlformats.org/officeDocument/2006/relationships/image" Target="../media/image1410.png"/><Relationship Id="rId13" Type="http://schemas.openxmlformats.org/officeDocument/2006/relationships/image" Target="../media/image11790.png"/><Relationship Id="rId109" Type="http://schemas.openxmlformats.org/officeDocument/2006/relationships/image" Target="../media/image1340.png"/><Relationship Id="rId260" Type="http://schemas.openxmlformats.org/officeDocument/2006/relationships/customXml" Target="../ink/ink2254.xml"/><Relationship Id="rId281" Type="http://schemas.openxmlformats.org/officeDocument/2006/relationships/image" Target="../media/image1426.png"/><Relationship Id="rId34" Type="http://schemas.openxmlformats.org/officeDocument/2006/relationships/customXml" Target="../ink/ink2141.xml"/><Relationship Id="rId55" Type="http://schemas.openxmlformats.org/officeDocument/2006/relationships/image" Target="../media/image1313.png"/><Relationship Id="rId76" Type="http://schemas.openxmlformats.org/officeDocument/2006/relationships/customXml" Target="../ink/ink2162.xml"/><Relationship Id="rId97" Type="http://schemas.openxmlformats.org/officeDocument/2006/relationships/image" Target="../media/image1334.png"/><Relationship Id="rId120" Type="http://schemas.openxmlformats.org/officeDocument/2006/relationships/customXml" Target="../ink/ink2184.xml"/><Relationship Id="rId141" Type="http://schemas.openxmlformats.org/officeDocument/2006/relationships/image" Target="../media/image1356.png"/><Relationship Id="rId7" Type="http://schemas.openxmlformats.org/officeDocument/2006/relationships/image" Target="../media/image11760.png"/><Relationship Id="rId162" Type="http://schemas.openxmlformats.org/officeDocument/2006/relationships/customXml" Target="../ink/ink2205.xml"/><Relationship Id="rId183" Type="http://schemas.openxmlformats.org/officeDocument/2006/relationships/image" Target="../media/image1377.png"/><Relationship Id="rId218" Type="http://schemas.openxmlformats.org/officeDocument/2006/relationships/customXml" Target="../ink/ink2233.xml"/><Relationship Id="rId239" Type="http://schemas.openxmlformats.org/officeDocument/2006/relationships/image" Target="../media/image1405.png"/><Relationship Id="rId250" Type="http://schemas.openxmlformats.org/officeDocument/2006/relationships/customXml" Target="../ink/ink2249.xml"/><Relationship Id="rId271" Type="http://schemas.openxmlformats.org/officeDocument/2006/relationships/image" Target="../media/image1421.png"/><Relationship Id="rId24" Type="http://schemas.openxmlformats.org/officeDocument/2006/relationships/customXml" Target="../ink/ink2136.xml"/><Relationship Id="rId45" Type="http://schemas.openxmlformats.org/officeDocument/2006/relationships/image" Target="../media/image1308.png"/><Relationship Id="rId66" Type="http://schemas.openxmlformats.org/officeDocument/2006/relationships/customXml" Target="../ink/ink2157.xml"/><Relationship Id="rId87" Type="http://schemas.openxmlformats.org/officeDocument/2006/relationships/image" Target="../media/image1329.png"/><Relationship Id="rId110" Type="http://schemas.openxmlformats.org/officeDocument/2006/relationships/customXml" Target="../ink/ink2179.xml"/><Relationship Id="rId131" Type="http://schemas.openxmlformats.org/officeDocument/2006/relationships/image" Target="../media/image1351.png"/><Relationship Id="rId152" Type="http://schemas.openxmlformats.org/officeDocument/2006/relationships/customXml" Target="../ink/ink2200.xml"/><Relationship Id="rId173" Type="http://schemas.openxmlformats.org/officeDocument/2006/relationships/image" Target="../media/image1372.png"/><Relationship Id="rId194" Type="http://schemas.openxmlformats.org/officeDocument/2006/relationships/customXml" Target="../ink/ink2221.xml"/><Relationship Id="rId208" Type="http://schemas.openxmlformats.org/officeDocument/2006/relationships/customXml" Target="../ink/ink2228.xml"/><Relationship Id="rId229" Type="http://schemas.openxmlformats.org/officeDocument/2006/relationships/image" Target="../media/image1400.png"/><Relationship Id="rId240" Type="http://schemas.openxmlformats.org/officeDocument/2006/relationships/customXml" Target="../ink/ink2244.xml"/><Relationship Id="rId261" Type="http://schemas.openxmlformats.org/officeDocument/2006/relationships/image" Target="../media/image1416.png"/><Relationship Id="rId14" Type="http://schemas.openxmlformats.org/officeDocument/2006/relationships/customXml" Target="../ink/ink2131.xml"/><Relationship Id="rId35" Type="http://schemas.openxmlformats.org/officeDocument/2006/relationships/image" Target="../media/image11900.png"/><Relationship Id="rId56" Type="http://schemas.openxmlformats.org/officeDocument/2006/relationships/customXml" Target="../ink/ink2152.xml"/><Relationship Id="rId77" Type="http://schemas.openxmlformats.org/officeDocument/2006/relationships/image" Target="../media/image1324.png"/><Relationship Id="rId100" Type="http://schemas.openxmlformats.org/officeDocument/2006/relationships/customXml" Target="../ink/ink2174.xml"/><Relationship Id="rId282" Type="http://schemas.openxmlformats.org/officeDocument/2006/relationships/customXml" Target="../ink/ink2265.xml"/><Relationship Id="rId8" Type="http://schemas.openxmlformats.org/officeDocument/2006/relationships/customXml" Target="../ink/ink2128.xml"/><Relationship Id="rId98" Type="http://schemas.openxmlformats.org/officeDocument/2006/relationships/customXml" Target="../ink/ink2173.xml"/><Relationship Id="rId121" Type="http://schemas.openxmlformats.org/officeDocument/2006/relationships/image" Target="../media/image1346.png"/><Relationship Id="rId142" Type="http://schemas.openxmlformats.org/officeDocument/2006/relationships/customXml" Target="../ink/ink2195.xml"/><Relationship Id="rId163" Type="http://schemas.openxmlformats.org/officeDocument/2006/relationships/image" Target="../media/image1367.png"/><Relationship Id="rId184" Type="http://schemas.openxmlformats.org/officeDocument/2006/relationships/customXml" Target="../ink/ink2216.xml"/><Relationship Id="rId219" Type="http://schemas.openxmlformats.org/officeDocument/2006/relationships/image" Target="../media/image1395.png"/><Relationship Id="rId230" Type="http://schemas.openxmlformats.org/officeDocument/2006/relationships/customXml" Target="../ink/ink2239.xml"/><Relationship Id="rId251" Type="http://schemas.openxmlformats.org/officeDocument/2006/relationships/image" Target="../media/image1411.png"/><Relationship Id="rId25" Type="http://schemas.openxmlformats.org/officeDocument/2006/relationships/image" Target="../media/image11850.png"/><Relationship Id="rId46" Type="http://schemas.openxmlformats.org/officeDocument/2006/relationships/customXml" Target="../ink/ink2147.xml"/><Relationship Id="rId67" Type="http://schemas.openxmlformats.org/officeDocument/2006/relationships/image" Target="../media/image1319.png"/><Relationship Id="rId272" Type="http://schemas.openxmlformats.org/officeDocument/2006/relationships/customXml" Target="../ink/ink2260.xml"/><Relationship Id="rId88" Type="http://schemas.openxmlformats.org/officeDocument/2006/relationships/customXml" Target="../ink/ink2168.xml"/><Relationship Id="rId111" Type="http://schemas.openxmlformats.org/officeDocument/2006/relationships/image" Target="../media/image1341.png"/><Relationship Id="rId132" Type="http://schemas.openxmlformats.org/officeDocument/2006/relationships/customXml" Target="../ink/ink2190.xml"/><Relationship Id="rId153" Type="http://schemas.openxmlformats.org/officeDocument/2006/relationships/image" Target="../media/image1362.png"/><Relationship Id="rId174" Type="http://schemas.openxmlformats.org/officeDocument/2006/relationships/customXml" Target="../ink/ink2211.xml"/><Relationship Id="rId195" Type="http://schemas.openxmlformats.org/officeDocument/2006/relationships/image" Target="../media/image1383.png"/><Relationship Id="rId209" Type="http://schemas.openxmlformats.org/officeDocument/2006/relationships/image" Target="../media/image1390.png"/><Relationship Id="rId220" Type="http://schemas.openxmlformats.org/officeDocument/2006/relationships/customXml" Target="../ink/ink2234.xml"/><Relationship Id="rId241" Type="http://schemas.openxmlformats.org/officeDocument/2006/relationships/image" Target="../media/image1406.png"/><Relationship Id="rId15" Type="http://schemas.openxmlformats.org/officeDocument/2006/relationships/image" Target="../media/image11800.png"/><Relationship Id="rId36" Type="http://schemas.openxmlformats.org/officeDocument/2006/relationships/customXml" Target="../ink/ink2142.xml"/><Relationship Id="rId57" Type="http://schemas.openxmlformats.org/officeDocument/2006/relationships/image" Target="../media/image1314.png"/><Relationship Id="rId262" Type="http://schemas.openxmlformats.org/officeDocument/2006/relationships/customXml" Target="../ink/ink2255.xml"/><Relationship Id="rId283" Type="http://schemas.openxmlformats.org/officeDocument/2006/relationships/image" Target="../media/image1427.png"/><Relationship Id="rId78" Type="http://schemas.openxmlformats.org/officeDocument/2006/relationships/customXml" Target="../ink/ink2163.xml"/><Relationship Id="rId99" Type="http://schemas.openxmlformats.org/officeDocument/2006/relationships/image" Target="../media/image1335.png"/><Relationship Id="rId101" Type="http://schemas.openxmlformats.org/officeDocument/2006/relationships/image" Target="../media/image1336.png"/><Relationship Id="rId122" Type="http://schemas.openxmlformats.org/officeDocument/2006/relationships/customXml" Target="../ink/ink2185.xml"/><Relationship Id="rId143" Type="http://schemas.openxmlformats.org/officeDocument/2006/relationships/image" Target="../media/image1357.png"/><Relationship Id="rId164" Type="http://schemas.openxmlformats.org/officeDocument/2006/relationships/customXml" Target="../ink/ink2206.xml"/><Relationship Id="rId185" Type="http://schemas.openxmlformats.org/officeDocument/2006/relationships/image" Target="../media/image1378.png"/><Relationship Id="rId9" Type="http://schemas.openxmlformats.org/officeDocument/2006/relationships/image" Target="../media/image11770.png"/><Relationship Id="rId210" Type="http://schemas.openxmlformats.org/officeDocument/2006/relationships/customXml" Target="../ink/ink2229.xml"/><Relationship Id="rId26" Type="http://schemas.openxmlformats.org/officeDocument/2006/relationships/customXml" Target="../ink/ink2137.xml"/><Relationship Id="rId231" Type="http://schemas.openxmlformats.org/officeDocument/2006/relationships/image" Target="../media/image1401.png"/><Relationship Id="rId252" Type="http://schemas.openxmlformats.org/officeDocument/2006/relationships/customXml" Target="../ink/ink2250.xml"/><Relationship Id="rId273" Type="http://schemas.openxmlformats.org/officeDocument/2006/relationships/image" Target="../media/image1422.png"/><Relationship Id="rId47" Type="http://schemas.openxmlformats.org/officeDocument/2006/relationships/image" Target="../media/image1309.png"/><Relationship Id="rId68" Type="http://schemas.openxmlformats.org/officeDocument/2006/relationships/customXml" Target="../ink/ink2158.xml"/><Relationship Id="rId89" Type="http://schemas.openxmlformats.org/officeDocument/2006/relationships/image" Target="../media/image1330.png"/><Relationship Id="rId112" Type="http://schemas.openxmlformats.org/officeDocument/2006/relationships/customXml" Target="../ink/ink2180.xml"/><Relationship Id="rId133" Type="http://schemas.openxmlformats.org/officeDocument/2006/relationships/image" Target="../media/image1352.png"/><Relationship Id="rId154" Type="http://schemas.openxmlformats.org/officeDocument/2006/relationships/customXml" Target="../ink/ink2201.xml"/><Relationship Id="rId175" Type="http://schemas.openxmlformats.org/officeDocument/2006/relationships/image" Target="../media/image1373.png"/><Relationship Id="rId196" Type="http://schemas.openxmlformats.org/officeDocument/2006/relationships/customXml" Target="../ink/ink2222.xml"/><Relationship Id="rId200" Type="http://schemas.openxmlformats.org/officeDocument/2006/relationships/customXml" Target="../ink/ink2224.xml"/><Relationship Id="rId16" Type="http://schemas.openxmlformats.org/officeDocument/2006/relationships/customXml" Target="../ink/ink2132.xml"/><Relationship Id="rId221" Type="http://schemas.openxmlformats.org/officeDocument/2006/relationships/image" Target="../media/image1396.png"/><Relationship Id="rId242" Type="http://schemas.openxmlformats.org/officeDocument/2006/relationships/customXml" Target="../ink/ink2245.xml"/><Relationship Id="rId263" Type="http://schemas.openxmlformats.org/officeDocument/2006/relationships/image" Target="../media/image1417.png"/><Relationship Id="rId284" Type="http://schemas.openxmlformats.org/officeDocument/2006/relationships/customXml" Target="../ink/ink2266.xml"/><Relationship Id="rId37" Type="http://schemas.openxmlformats.org/officeDocument/2006/relationships/image" Target="../media/image11911.png"/><Relationship Id="rId58" Type="http://schemas.openxmlformats.org/officeDocument/2006/relationships/customXml" Target="../ink/ink2153.xml"/><Relationship Id="rId79" Type="http://schemas.openxmlformats.org/officeDocument/2006/relationships/image" Target="../media/image1325.png"/><Relationship Id="rId102" Type="http://schemas.openxmlformats.org/officeDocument/2006/relationships/customXml" Target="../ink/ink2175.xml"/><Relationship Id="rId123" Type="http://schemas.openxmlformats.org/officeDocument/2006/relationships/image" Target="../media/image1347.png"/><Relationship Id="rId144" Type="http://schemas.openxmlformats.org/officeDocument/2006/relationships/customXml" Target="../ink/ink2196.xml"/><Relationship Id="rId90" Type="http://schemas.openxmlformats.org/officeDocument/2006/relationships/customXml" Target="../ink/ink2169.xml"/><Relationship Id="rId165" Type="http://schemas.openxmlformats.org/officeDocument/2006/relationships/image" Target="../media/image1368.png"/><Relationship Id="rId186" Type="http://schemas.openxmlformats.org/officeDocument/2006/relationships/customXml" Target="../ink/ink2217.xml"/><Relationship Id="rId211" Type="http://schemas.openxmlformats.org/officeDocument/2006/relationships/image" Target="../media/image1391.png"/><Relationship Id="rId232" Type="http://schemas.openxmlformats.org/officeDocument/2006/relationships/customXml" Target="../ink/ink2240.xml"/><Relationship Id="rId253" Type="http://schemas.openxmlformats.org/officeDocument/2006/relationships/image" Target="../media/image1412.png"/><Relationship Id="rId274" Type="http://schemas.openxmlformats.org/officeDocument/2006/relationships/customXml" Target="../ink/ink2261.xml"/><Relationship Id="rId27" Type="http://schemas.openxmlformats.org/officeDocument/2006/relationships/image" Target="../media/image11860.png"/><Relationship Id="rId48" Type="http://schemas.openxmlformats.org/officeDocument/2006/relationships/customXml" Target="../ink/ink2148.xml"/><Relationship Id="rId69" Type="http://schemas.openxmlformats.org/officeDocument/2006/relationships/image" Target="../media/image1320.png"/><Relationship Id="rId113" Type="http://schemas.openxmlformats.org/officeDocument/2006/relationships/image" Target="../media/image1342.png"/><Relationship Id="rId134" Type="http://schemas.openxmlformats.org/officeDocument/2006/relationships/customXml" Target="../ink/ink2191.xml"/><Relationship Id="rId80" Type="http://schemas.openxmlformats.org/officeDocument/2006/relationships/customXml" Target="../ink/ink2164.xml"/><Relationship Id="rId155" Type="http://schemas.openxmlformats.org/officeDocument/2006/relationships/image" Target="../media/image1363.png"/><Relationship Id="rId176" Type="http://schemas.openxmlformats.org/officeDocument/2006/relationships/customXml" Target="../ink/ink2212.xml"/><Relationship Id="rId197" Type="http://schemas.openxmlformats.org/officeDocument/2006/relationships/image" Target="../media/image1384.png"/><Relationship Id="rId201" Type="http://schemas.openxmlformats.org/officeDocument/2006/relationships/image" Target="../media/image1386.png"/><Relationship Id="rId222" Type="http://schemas.openxmlformats.org/officeDocument/2006/relationships/customXml" Target="../ink/ink2235.xml"/><Relationship Id="rId243" Type="http://schemas.openxmlformats.org/officeDocument/2006/relationships/image" Target="../media/image1407.png"/><Relationship Id="rId264" Type="http://schemas.openxmlformats.org/officeDocument/2006/relationships/customXml" Target="../ink/ink2256.xml"/><Relationship Id="rId285" Type="http://schemas.openxmlformats.org/officeDocument/2006/relationships/image" Target="../media/image1428.png"/><Relationship Id="rId17" Type="http://schemas.openxmlformats.org/officeDocument/2006/relationships/image" Target="../media/image11811.png"/><Relationship Id="rId38" Type="http://schemas.openxmlformats.org/officeDocument/2006/relationships/customXml" Target="../ink/ink2143.xml"/><Relationship Id="rId59" Type="http://schemas.openxmlformats.org/officeDocument/2006/relationships/image" Target="../media/image1315.png"/><Relationship Id="rId103" Type="http://schemas.openxmlformats.org/officeDocument/2006/relationships/image" Target="../media/image1337.png"/><Relationship Id="rId124" Type="http://schemas.openxmlformats.org/officeDocument/2006/relationships/customXml" Target="../ink/ink2186.xml"/><Relationship Id="rId70" Type="http://schemas.openxmlformats.org/officeDocument/2006/relationships/customXml" Target="../ink/ink2159.xml"/><Relationship Id="rId91" Type="http://schemas.openxmlformats.org/officeDocument/2006/relationships/image" Target="../media/image1331.png"/><Relationship Id="rId145" Type="http://schemas.openxmlformats.org/officeDocument/2006/relationships/image" Target="../media/image1358.png"/><Relationship Id="rId166" Type="http://schemas.openxmlformats.org/officeDocument/2006/relationships/customXml" Target="../ink/ink2207.xml"/><Relationship Id="rId187" Type="http://schemas.openxmlformats.org/officeDocument/2006/relationships/image" Target="../media/image1379.png"/><Relationship Id="rId1" Type="http://schemas.openxmlformats.org/officeDocument/2006/relationships/slideLayout" Target="../slideLayouts/slideLayout2.xml"/><Relationship Id="rId212" Type="http://schemas.openxmlformats.org/officeDocument/2006/relationships/customXml" Target="../ink/ink2230.xml"/><Relationship Id="rId233" Type="http://schemas.openxmlformats.org/officeDocument/2006/relationships/image" Target="../media/image1402.png"/><Relationship Id="rId254" Type="http://schemas.openxmlformats.org/officeDocument/2006/relationships/customXml" Target="../ink/ink2251.xml"/><Relationship Id="rId28" Type="http://schemas.openxmlformats.org/officeDocument/2006/relationships/customXml" Target="../ink/ink2138.xml"/><Relationship Id="rId49" Type="http://schemas.openxmlformats.org/officeDocument/2006/relationships/image" Target="../media/image1310.png"/><Relationship Id="rId114" Type="http://schemas.openxmlformats.org/officeDocument/2006/relationships/customXml" Target="../ink/ink2181.xml"/><Relationship Id="rId275" Type="http://schemas.openxmlformats.org/officeDocument/2006/relationships/image" Target="../media/image1423.png"/><Relationship Id="rId60" Type="http://schemas.openxmlformats.org/officeDocument/2006/relationships/customXml" Target="../ink/ink2154.xml"/><Relationship Id="rId81" Type="http://schemas.openxmlformats.org/officeDocument/2006/relationships/image" Target="../media/image1326.png"/><Relationship Id="rId135" Type="http://schemas.openxmlformats.org/officeDocument/2006/relationships/image" Target="../media/image1353.png"/><Relationship Id="rId156" Type="http://schemas.openxmlformats.org/officeDocument/2006/relationships/customXml" Target="../ink/ink2202.xml"/><Relationship Id="rId177" Type="http://schemas.openxmlformats.org/officeDocument/2006/relationships/image" Target="../media/image1374.png"/><Relationship Id="rId198" Type="http://schemas.openxmlformats.org/officeDocument/2006/relationships/customXml" Target="../ink/ink2223.xml"/><Relationship Id="rId202" Type="http://schemas.openxmlformats.org/officeDocument/2006/relationships/customXml" Target="../ink/ink2225.xml"/><Relationship Id="rId223" Type="http://schemas.openxmlformats.org/officeDocument/2006/relationships/image" Target="../media/image1397.png"/><Relationship Id="rId244" Type="http://schemas.openxmlformats.org/officeDocument/2006/relationships/customXml" Target="../ink/ink2246.xml"/><Relationship Id="rId18" Type="http://schemas.openxmlformats.org/officeDocument/2006/relationships/customXml" Target="../ink/ink2133.xml"/><Relationship Id="rId39" Type="http://schemas.openxmlformats.org/officeDocument/2006/relationships/image" Target="../media/image1305.png"/><Relationship Id="rId265" Type="http://schemas.openxmlformats.org/officeDocument/2006/relationships/image" Target="../media/image1418.png"/><Relationship Id="rId50" Type="http://schemas.openxmlformats.org/officeDocument/2006/relationships/customXml" Target="../ink/ink2149.xml"/><Relationship Id="rId104" Type="http://schemas.openxmlformats.org/officeDocument/2006/relationships/customXml" Target="../ink/ink2176.xml"/><Relationship Id="rId125" Type="http://schemas.openxmlformats.org/officeDocument/2006/relationships/image" Target="../media/image1348.png"/><Relationship Id="rId146" Type="http://schemas.openxmlformats.org/officeDocument/2006/relationships/customXml" Target="../ink/ink2197.xml"/><Relationship Id="rId167" Type="http://schemas.openxmlformats.org/officeDocument/2006/relationships/image" Target="../media/image1369.png"/><Relationship Id="rId188" Type="http://schemas.openxmlformats.org/officeDocument/2006/relationships/customXml" Target="../ink/ink2218.xml"/><Relationship Id="rId71" Type="http://schemas.openxmlformats.org/officeDocument/2006/relationships/image" Target="../media/image1321.png"/><Relationship Id="rId92" Type="http://schemas.openxmlformats.org/officeDocument/2006/relationships/customXml" Target="../ink/ink2170.xml"/><Relationship Id="rId213" Type="http://schemas.openxmlformats.org/officeDocument/2006/relationships/image" Target="../media/image1392.png"/><Relationship Id="rId234" Type="http://schemas.openxmlformats.org/officeDocument/2006/relationships/customXml" Target="../ink/ink2241.xml"/><Relationship Id="rId2" Type="http://schemas.openxmlformats.org/officeDocument/2006/relationships/customXml" Target="../ink/ink2125.xml"/><Relationship Id="rId29" Type="http://schemas.openxmlformats.org/officeDocument/2006/relationships/image" Target="../media/image11870.png"/><Relationship Id="rId255" Type="http://schemas.openxmlformats.org/officeDocument/2006/relationships/image" Target="../media/image1413.png"/><Relationship Id="rId276" Type="http://schemas.openxmlformats.org/officeDocument/2006/relationships/customXml" Target="../ink/ink2262.xml"/><Relationship Id="rId40" Type="http://schemas.openxmlformats.org/officeDocument/2006/relationships/customXml" Target="../ink/ink2144.xml"/><Relationship Id="rId115" Type="http://schemas.openxmlformats.org/officeDocument/2006/relationships/image" Target="../media/image1343.png"/><Relationship Id="rId136" Type="http://schemas.openxmlformats.org/officeDocument/2006/relationships/customXml" Target="../ink/ink2192.xml"/><Relationship Id="rId157" Type="http://schemas.openxmlformats.org/officeDocument/2006/relationships/image" Target="../media/image1364.png"/><Relationship Id="rId178" Type="http://schemas.openxmlformats.org/officeDocument/2006/relationships/customXml" Target="../ink/ink2213.xml"/><Relationship Id="rId61" Type="http://schemas.openxmlformats.org/officeDocument/2006/relationships/image" Target="../media/image1316.png"/><Relationship Id="rId82" Type="http://schemas.openxmlformats.org/officeDocument/2006/relationships/customXml" Target="../ink/ink2165.xml"/><Relationship Id="rId199" Type="http://schemas.openxmlformats.org/officeDocument/2006/relationships/image" Target="../media/image1385.png"/><Relationship Id="rId203" Type="http://schemas.openxmlformats.org/officeDocument/2006/relationships/image" Target="../media/image1387.png"/><Relationship Id="rId19" Type="http://schemas.openxmlformats.org/officeDocument/2006/relationships/image" Target="../media/image11820.png"/><Relationship Id="rId224" Type="http://schemas.openxmlformats.org/officeDocument/2006/relationships/customXml" Target="../ink/ink2236.xml"/><Relationship Id="rId245" Type="http://schemas.openxmlformats.org/officeDocument/2006/relationships/image" Target="../media/image1408.png"/><Relationship Id="rId266" Type="http://schemas.openxmlformats.org/officeDocument/2006/relationships/customXml" Target="../ink/ink2257.xml"/><Relationship Id="rId30" Type="http://schemas.openxmlformats.org/officeDocument/2006/relationships/customXml" Target="../ink/ink2139.xml"/><Relationship Id="rId105" Type="http://schemas.openxmlformats.org/officeDocument/2006/relationships/image" Target="../media/image1338.png"/><Relationship Id="rId126" Type="http://schemas.openxmlformats.org/officeDocument/2006/relationships/customXml" Target="../ink/ink2187.xml"/><Relationship Id="rId147" Type="http://schemas.openxmlformats.org/officeDocument/2006/relationships/image" Target="../media/image1359.png"/><Relationship Id="rId168" Type="http://schemas.openxmlformats.org/officeDocument/2006/relationships/customXml" Target="../ink/ink2208.xml"/><Relationship Id="rId51" Type="http://schemas.openxmlformats.org/officeDocument/2006/relationships/image" Target="../media/image1311.png"/><Relationship Id="rId72" Type="http://schemas.openxmlformats.org/officeDocument/2006/relationships/customXml" Target="../ink/ink2160.xml"/><Relationship Id="rId93" Type="http://schemas.openxmlformats.org/officeDocument/2006/relationships/image" Target="../media/image1332.png"/><Relationship Id="rId189" Type="http://schemas.openxmlformats.org/officeDocument/2006/relationships/image" Target="../media/image1380.png"/><Relationship Id="rId3" Type="http://schemas.openxmlformats.org/officeDocument/2006/relationships/image" Target="../media/image11740.png"/><Relationship Id="rId214" Type="http://schemas.openxmlformats.org/officeDocument/2006/relationships/customXml" Target="../ink/ink2231.xml"/><Relationship Id="rId235" Type="http://schemas.openxmlformats.org/officeDocument/2006/relationships/image" Target="../media/image1403.png"/><Relationship Id="rId256" Type="http://schemas.openxmlformats.org/officeDocument/2006/relationships/customXml" Target="../ink/ink2252.xml"/><Relationship Id="rId277" Type="http://schemas.openxmlformats.org/officeDocument/2006/relationships/image" Target="../media/image1424.png"/><Relationship Id="rId116" Type="http://schemas.openxmlformats.org/officeDocument/2006/relationships/customXml" Target="../ink/ink2182.xml"/><Relationship Id="rId137" Type="http://schemas.openxmlformats.org/officeDocument/2006/relationships/image" Target="../media/image1354.png"/><Relationship Id="rId158" Type="http://schemas.openxmlformats.org/officeDocument/2006/relationships/customXml" Target="../ink/ink2203.xml"/><Relationship Id="rId20" Type="http://schemas.openxmlformats.org/officeDocument/2006/relationships/customXml" Target="../ink/ink2134.xml"/><Relationship Id="rId41" Type="http://schemas.openxmlformats.org/officeDocument/2006/relationships/image" Target="../media/image1306.png"/><Relationship Id="rId62" Type="http://schemas.openxmlformats.org/officeDocument/2006/relationships/customXml" Target="../ink/ink2155.xml"/><Relationship Id="rId83" Type="http://schemas.openxmlformats.org/officeDocument/2006/relationships/image" Target="../media/image1327.png"/><Relationship Id="rId179" Type="http://schemas.openxmlformats.org/officeDocument/2006/relationships/image" Target="../media/image1375.png"/><Relationship Id="rId190" Type="http://schemas.openxmlformats.org/officeDocument/2006/relationships/customXml" Target="../ink/ink2219.xml"/><Relationship Id="rId204" Type="http://schemas.openxmlformats.org/officeDocument/2006/relationships/customXml" Target="../ink/ink2226.xml"/><Relationship Id="rId225" Type="http://schemas.openxmlformats.org/officeDocument/2006/relationships/image" Target="../media/image1398.png"/><Relationship Id="rId246" Type="http://schemas.openxmlformats.org/officeDocument/2006/relationships/customXml" Target="../ink/ink2247.xml"/><Relationship Id="rId267" Type="http://schemas.openxmlformats.org/officeDocument/2006/relationships/image" Target="../media/image1419.png"/><Relationship Id="rId106" Type="http://schemas.openxmlformats.org/officeDocument/2006/relationships/customXml" Target="../ink/ink2177.xml"/><Relationship Id="rId127" Type="http://schemas.openxmlformats.org/officeDocument/2006/relationships/image" Target="../media/image1349.png"/><Relationship Id="rId10" Type="http://schemas.openxmlformats.org/officeDocument/2006/relationships/customXml" Target="../ink/ink2129.xml"/><Relationship Id="rId31" Type="http://schemas.openxmlformats.org/officeDocument/2006/relationships/image" Target="../media/image11880.png"/><Relationship Id="rId52" Type="http://schemas.openxmlformats.org/officeDocument/2006/relationships/customXml" Target="../ink/ink2150.xml"/><Relationship Id="rId73" Type="http://schemas.openxmlformats.org/officeDocument/2006/relationships/image" Target="../media/image1322.png"/><Relationship Id="rId94" Type="http://schemas.openxmlformats.org/officeDocument/2006/relationships/customXml" Target="../ink/ink2171.xml"/><Relationship Id="rId148" Type="http://schemas.openxmlformats.org/officeDocument/2006/relationships/customXml" Target="../ink/ink2198.xml"/><Relationship Id="rId169" Type="http://schemas.openxmlformats.org/officeDocument/2006/relationships/image" Target="../media/image1370.png"/><Relationship Id="rId4" Type="http://schemas.openxmlformats.org/officeDocument/2006/relationships/customXml" Target="../ink/ink2126.xml"/><Relationship Id="rId180" Type="http://schemas.openxmlformats.org/officeDocument/2006/relationships/customXml" Target="../ink/ink2214.xml"/><Relationship Id="rId215" Type="http://schemas.openxmlformats.org/officeDocument/2006/relationships/image" Target="../media/image1393.png"/><Relationship Id="rId236" Type="http://schemas.openxmlformats.org/officeDocument/2006/relationships/customXml" Target="../ink/ink2242.xml"/><Relationship Id="rId257" Type="http://schemas.openxmlformats.org/officeDocument/2006/relationships/image" Target="../media/image1414.png"/><Relationship Id="rId278" Type="http://schemas.openxmlformats.org/officeDocument/2006/relationships/customXml" Target="../ink/ink2263.xml"/><Relationship Id="rId42" Type="http://schemas.openxmlformats.org/officeDocument/2006/relationships/customXml" Target="../ink/ink2145.xml"/><Relationship Id="rId84" Type="http://schemas.openxmlformats.org/officeDocument/2006/relationships/customXml" Target="../ink/ink2166.xml"/><Relationship Id="rId138" Type="http://schemas.openxmlformats.org/officeDocument/2006/relationships/customXml" Target="../ink/ink2193.xml"/><Relationship Id="rId191" Type="http://schemas.openxmlformats.org/officeDocument/2006/relationships/image" Target="../media/image1381.png"/><Relationship Id="rId205" Type="http://schemas.openxmlformats.org/officeDocument/2006/relationships/image" Target="../media/image1388.png"/><Relationship Id="rId247" Type="http://schemas.openxmlformats.org/officeDocument/2006/relationships/image" Target="../media/image1409.png"/><Relationship Id="rId107" Type="http://schemas.openxmlformats.org/officeDocument/2006/relationships/image" Target="../media/image1339.png"/><Relationship Id="rId11" Type="http://schemas.openxmlformats.org/officeDocument/2006/relationships/image" Target="../media/image11780.png"/><Relationship Id="rId53" Type="http://schemas.openxmlformats.org/officeDocument/2006/relationships/image" Target="../media/image1312.png"/><Relationship Id="rId149" Type="http://schemas.openxmlformats.org/officeDocument/2006/relationships/image" Target="../media/image1360.png"/><Relationship Id="rId95" Type="http://schemas.openxmlformats.org/officeDocument/2006/relationships/image" Target="../media/image1333.png"/><Relationship Id="rId160" Type="http://schemas.openxmlformats.org/officeDocument/2006/relationships/customXml" Target="../ink/ink2204.xml"/><Relationship Id="rId216" Type="http://schemas.openxmlformats.org/officeDocument/2006/relationships/customXml" Target="../ink/ink2232.xml"/><Relationship Id="rId258" Type="http://schemas.openxmlformats.org/officeDocument/2006/relationships/customXml" Target="../ink/ink2253.xml"/><Relationship Id="rId22" Type="http://schemas.openxmlformats.org/officeDocument/2006/relationships/customXml" Target="../ink/ink2135.xml"/><Relationship Id="rId64" Type="http://schemas.openxmlformats.org/officeDocument/2006/relationships/customXml" Target="../ink/ink2156.xml"/><Relationship Id="rId118" Type="http://schemas.openxmlformats.org/officeDocument/2006/relationships/customXml" Target="../ink/ink2183.xml"/></Relationships>
</file>

<file path=ppt/slides/_rels/slide23.xml.rels><?xml version="1.0" encoding="UTF-8" standalone="yes"?>
<Relationships xmlns="http://schemas.openxmlformats.org/package/2006/relationships"><Relationship Id="rId117" Type="http://schemas.openxmlformats.org/officeDocument/2006/relationships/image" Target="../media/image12520.png"/><Relationship Id="rId299" Type="http://schemas.openxmlformats.org/officeDocument/2006/relationships/image" Target="../media/image13430.png"/><Relationship Id="rId21" Type="http://schemas.openxmlformats.org/officeDocument/2006/relationships/image" Target="../media/image12040.png"/><Relationship Id="rId63" Type="http://schemas.openxmlformats.org/officeDocument/2006/relationships/image" Target="../media/image12250.png"/><Relationship Id="rId159" Type="http://schemas.openxmlformats.org/officeDocument/2006/relationships/image" Target="../media/image12730.png"/><Relationship Id="rId170" Type="http://schemas.openxmlformats.org/officeDocument/2006/relationships/customXml" Target="../ink/ink2351.xml"/><Relationship Id="rId226" Type="http://schemas.openxmlformats.org/officeDocument/2006/relationships/customXml" Target="../ink/ink2379.xml"/><Relationship Id="rId268" Type="http://schemas.openxmlformats.org/officeDocument/2006/relationships/customXml" Target="../ink/ink2400.xml"/><Relationship Id="rId32" Type="http://schemas.openxmlformats.org/officeDocument/2006/relationships/customXml" Target="../ink/ink2282.xml"/><Relationship Id="rId74" Type="http://schemas.openxmlformats.org/officeDocument/2006/relationships/customXml" Target="../ink/ink2303.xml"/><Relationship Id="rId128" Type="http://schemas.openxmlformats.org/officeDocument/2006/relationships/customXml" Target="../ink/ink2330.xml"/><Relationship Id="rId5" Type="http://schemas.openxmlformats.org/officeDocument/2006/relationships/image" Target="../media/image11960.png"/><Relationship Id="rId181" Type="http://schemas.openxmlformats.org/officeDocument/2006/relationships/image" Target="../media/image12840.png"/><Relationship Id="rId237" Type="http://schemas.openxmlformats.org/officeDocument/2006/relationships/image" Target="../media/image13120.png"/><Relationship Id="rId279" Type="http://schemas.openxmlformats.org/officeDocument/2006/relationships/image" Target="../media/image13330.png"/><Relationship Id="rId43" Type="http://schemas.openxmlformats.org/officeDocument/2006/relationships/image" Target="../media/image12150.png"/><Relationship Id="rId139" Type="http://schemas.openxmlformats.org/officeDocument/2006/relationships/image" Target="../media/image12630.png"/><Relationship Id="rId290" Type="http://schemas.openxmlformats.org/officeDocument/2006/relationships/customXml" Target="../ink/ink2411.xml"/><Relationship Id="rId304" Type="http://schemas.openxmlformats.org/officeDocument/2006/relationships/customXml" Target="../ink/ink2418.xml"/><Relationship Id="rId85" Type="http://schemas.openxmlformats.org/officeDocument/2006/relationships/image" Target="../media/image12360.png"/><Relationship Id="rId150" Type="http://schemas.openxmlformats.org/officeDocument/2006/relationships/customXml" Target="../ink/ink2341.xml"/><Relationship Id="rId192" Type="http://schemas.openxmlformats.org/officeDocument/2006/relationships/customXml" Target="../ink/ink2362.xml"/><Relationship Id="rId206" Type="http://schemas.openxmlformats.org/officeDocument/2006/relationships/customXml" Target="../ink/ink2369.xml"/><Relationship Id="rId248" Type="http://schemas.openxmlformats.org/officeDocument/2006/relationships/customXml" Target="../ink/ink2390.xml"/><Relationship Id="rId12" Type="http://schemas.openxmlformats.org/officeDocument/2006/relationships/customXml" Target="../ink/ink2272.xml"/><Relationship Id="rId108" Type="http://schemas.openxmlformats.org/officeDocument/2006/relationships/customXml" Target="../ink/ink2320.xml"/><Relationship Id="rId54" Type="http://schemas.openxmlformats.org/officeDocument/2006/relationships/customXml" Target="../ink/ink2293.xml"/><Relationship Id="rId96" Type="http://schemas.openxmlformats.org/officeDocument/2006/relationships/customXml" Target="../ink/ink2314.xml"/><Relationship Id="rId161" Type="http://schemas.openxmlformats.org/officeDocument/2006/relationships/image" Target="../media/image12740.png"/><Relationship Id="rId217" Type="http://schemas.openxmlformats.org/officeDocument/2006/relationships/image" Target="../media/image13020.png"/><Relationship Id="rId259" Type="http://schemas.openxmlformats.org/officeDocument/2006/relationships/image" Target="../media/image13230.png"/><Relationship Id="rId23" Type="http://schemas.openxmlformats.org/officeDocument/2006/relationships/image" Target="../media/image12050.png"/><Relationship Id="rId119" Type="http://schemas.openxmlformats.org/officeDocument/2006/relationships/image" Target="../media/image12530.png"/><Relationship Id="rId270" Type="http://schemas.openxmlformats.org/officeDocument/2006/relationships/customXml" Target="../ink/ink2401.xml"/><Relationship Id="rId65" Type="http://schemas.openxmlformats.org/officeDocument/2006/relationships/image" Target="../media/image12260.png"/><Relationship Id="rId130" Type="http://schemas.openxmlformats.org/officeDocument/2006/relationships/customXml" Target="../ink/ink2331.xml"/><Relationship Id="rId172" Type="http://schemas.openxmlformats.org/officeDocument/2006/relationships/customXml" Target="../ink/ink2352.xml"/><Relationship Id="rId193" Type="http://schemas.openxmlformats.org/officeDocument/2006/relationships/image" Target="../media/image12900.png"/><Relationship Id="rId207" Type="http://schemas.openxmlformats.org/officeDocument/2006/relationships/image" Target="../media/image12970.png"/><Relationship Id="rId228" Type="http://schemas.openxmlformats.org/officeDocument/2006/relationships/customXml" Target="../ink/ink2380.xml"/><Relationship Id="rId249" Type="http://schemas.openxmlformats.org/officeDocument/2006/relationships/image" Target="../media/image13180.png"/><Relationship Id="rId13" Type="http://schemas.openxmlformats.org/officeDocument/2006/relationships/image" Target="../media/image12000.png"/><Relationship Id="rId109" Type="http://schemas.openxmlformats.org/officeDocument/2006/relationships/image" Target="../media/image12480.png"/><Relationship Id="rId260" Type="http://schemas.openxmlformats.org/officeDocument/2006/relationships/customXml" Target="../ink/ink2396.xml"/><Relationship Id="rId281" Type="http://schemas.openxmlformats.org/officeDocument/2006/relationships/image" Target="../media/image13340.png"/><Relationship Id="rId34" Type="http://schemas.openxmlformats.org/officeDocument/2006/relationships/customXml" Target="../ink/ink2283.xml"/><Relationship Id="rId55" Type="http://schemas.openxmlformats.org/officeDocument/2006/relationships/image" Target="../media/image12211.png"/><Relationship Id="rId76" Type="http://schemas.openxmlformats.org/officeDocument/2006/relationships/customXml" Target="../ink/ink2304.xml"/><Relationship Id="rId97" Type="http://schemas.openxmlformats.org/officeDocument/2006/relationships/image" Target="../media/image12420.png"/><Relationship Id="rId120" Type="http://schemas.openxmlformats.org/officeDocument/2006/relationships/customXml" Target="../ink/ink2326.xml"/><Relationship Id="rId141" Type="http://schemas.openxmlformats.org/officeDocument/2006/relationships/image" Target="../media/image12640.png"/><Relationship Id="rId7" Type="http://schemas.openxmlformats.org/officeDocument/2006/relationships/image" Target="../media/image11970.png"/><Relationship Id="rId162" Type="http://schemas.openxmlformats.org/officeDocument/2006/relationships/customXml" Target="../ink/ink2347.xml"/><Relationship Id="rId183" Type="http://schemas.openxmlformats.org/officeDocument/2006/relationships/image" Target="../media/image12850.png"/><Relationship Id="rId218" Type="http://schemas.openxmlformats.org/officeDocument/2006/relationships/customXml" Target="../ink/ink2375.xml"/><Relationship Id="rId239" Type="http://schemas.openxmlformats.org/officeDocument/2006/relationships/image" Target="../media/image13130.png"/><Relationship Id="rId250" Type="http://schemas.openxmlformats.org/officeDocument/2006/relationships/customXml" Target="../ink/ink2391.xml"/><Relationship Id="rId271" Type="http://schemas.openxmlformats.org/officeDocument/2006/relationships/image" Target="../media/image13290.png"/><Relationship Id="rId292" Type="http://schemas.openxmlformats.org/officeDocument/2006/relationships/customXml" Target="../ink/ink2412.xml"/><Relationship Id="rId306" Type="http://schemas.openxmlformats.org/officeDocument/2006/relationships/customXml" Target="../ink/ink2419.xml"/><Relationship Id="rId24" Type="http://schemas.openxmlformats.org/officeDocument/2006/relationships/customXml" Target="../ink/ink2278.xml"/><Relationship Id="rId45" Type="http://schemas.openxmlformats.org/officeDocument/2006/relationships/image" Target="../media/image12160.png"/><Relationship Id="rId66" Type="http://schemas.openxmlformats.org/officeDocument/2006/relationships/customXml" Target="../ink/ink2299.xml"/><Relationship Id="rId87" Type="http://schemas.openxmlformats.org/officeDocument/2006/relationships/image" Target="../media/image12370.png"/><Relationship Id="rId110" Type="http://schemas.openxmlformats.org/officeDocument/2006/relationships/customXml" Target="../ink/ink2321.xml"/><Relationship Id="rId131" Type="http://schemas.openxmlformats.org/officeDocument/2006/relationships/image" Target="../media/image12590.png"/><Relationship Id="rId152" Type="http://schemas.openxmlformats.org/officeDocument/2006/relationships/customXml" Target="../ink/ink2342.xml"/><Relationship Id="rId173" Type="http://schemas.openxmlformats.org/officeDocument/2006/relationships/image" Target="../media/image12800.png"/><Relationship Id="rId194" Type="http://schemas.openxmlformats.org/officeDocument/2006/relationships/customXml" Target="../ink/ink2363.xml"/><Relationship Id="rId208" Type="http://schemas.openxmlformats.org/officeDocument/2006/relationships/customXml" Target="../ink/ink2370.xml"/><Relationship Id="rId229" Type="http://schemas.openxmlformats.org/officeDocument/2006/relationships/image" Target="../media/image13080.png"/><Relationship Id="rId240" Type="http://schemas.openxmlformats.org/officeDocument/2006/relationships/customXml" Target="../ink/ink2386.xml"/><Relationship Id="rId261" Type="http://schemas.openxmlformats.org/officeDocument/2006/relationships/image" Target="../media/image13240.png"/><Relationship Id="rId14" Type="http://schemas.openxmlformats.org/officeDocument/2006/relationships/customXml" Target="../ink/ink2273.xml"/><Relationship Id="rId35" Type="http://schemas.openxmlformats.org/officeDocument/2006/relationships/image" Target="../media/image12111.png"/><Relationship Id="rId56" Type="http://schemas.openxmlformats.org/officeDocument/2006/relationships/customXml" Target="../ink/ink2294.xml"/><Relationship Id="rId77" Type="http://schemas.openxmlformats.org/officeDocument/2006/relationships/image" Target="../media/image12320.png"/><Relationship Id="rId100" Type="http://schemas.openxmlformats.org/officeDocument/2006/relationships/customXml" Target="../ink/ink2316.xml"/><Relationship Id="rId282" Type="http://schemas.openxmlformats.org/officeDocument/2006/relationships/customXml" Target="../ink/ink2407.xml"/><Relationship Id="rId8" Type="http://schemas.openxmlformats.org/officeDocument/2006/relationships/customXml" Target="../ink/ink2270.xml"/><Relationship Id="rId98" Type="http://schemas.openxmlformats.org/officeDocument/2006/relationships/customXml" Target="../ink/ink2315.xml"/><Relationship Id="rId121" Type="http://schemas.openxmlformats.org/officeDocument/2006/relationships/image" Target="../media/image12540.png"/><Relationship Id="rId142" Type="http://schemas.openxmlformats.org/officeDocument/2006/relationships/customXml" Target="../ink/ink2337.xml"/><Relationship Id="rId163" Type="http://schemas.openxmlformats.org/officeDocument/2006/relationships/image" Target="../media/image12750.png"/><Relationship Id="rId184" Type="http://schemas.openxmlformats.org/officeDocument/2006/relationships/customXml" Target="../ink/ink2358.xml"/><Relationship Id="rId219" Type="http://schemas.openxmlformats.org/officeDocument/2006/relationships/image" Target="../media/image13030.png"/><Relationship Id="rId230" Type="http://schemas.openxmlformats.org/officeDocument/2006/relationships/customXml" Target="../ink/ink2381.xml"/><Relationship Id="rId251" Type="http://schemas.openxmlformats.org/officeDocument/2006/relationships/image" Target="../media/image13190.png"/><Relationship Id="rId25" Type="http://schemas.openxmlformats.org/officeDocument/2006/relationships/image" Target="../media/image12060.png"/><Relationship Id="rId46" Type="http://schemas.openxmlformats.org/officeDocument/2006/relationships/customXml" Target="../ink/ink2289.xml"/><Relationship Id="rId67" Type="http://schemas.openxmlformats.org/officeDocument/2006/relationships/image" Target="../media/image12270.png"/><Relationship Id="rId272" Type="http://schemas.openxmlformats.org/officeDocument/2006/relationships/customXml" Target="../ink/ink2402.xml"/><Relationship Id="rId293" Type="http://schemas.openxmlformats.org/officeDocument/2006/relationships/image" Target="../media/image13400.png"/><Relationship Id="rId307" Type="http://schemas.openxmlformats.org/officeDocument/2006/relationships/image" Target="../media/image13470.png"/><Relationship Id="rId88" Type="http://schemas.openxmlformats.org/officeDocument/2006/relationships/customXml" Target="../ink/ink2310.xml"/><Relationship Id="rId111" Type="http://schemas.openxmlformats.org/officeDocument/2006/relationships/image" Target="../media/image12490.png"/><Relationship Id="rId132" Type="http://schemas.openxmlformats.org/officeDocument/2006/relationships/customXml" Target="../ink/ink2332.xml"/><Relationship Id="rId153" Type="http://schemas.openxmlformats.org/officeDocument/2006/relationships/image" Target="../media/image12700.png"/><Relationship Id="rId174" Type="http://schemas.openxmlformats.org/officeDocument/2006/relationships/customXml" Target="../ink/ink2353.xml"/><Relationship Id="rId195" Type="http://schemas.openxmlformats.org/officeDocument/2006/relationships/image" Target="../media/image12911.png"/><Relationship Id="rId209" Type="http://schemas.openxmlformats.org/officeDocument/2006/relationships/image" Target="../media/image12980.png"/><Relationship Id="rId220" Type="http://schemas.openxmlformats.org/officeDocument/2006/relationships/customXml" Target="../ink/ink2376.xml"/><Relationship Id="rId241" Type="http://schemas.openxmlformats.org/officeDocument/2006/relationships/image" Target="../media/image13140.png"/><Relationship Id="rId15" Type="http://schemas.openxmlformats.org/officeDocument/2006/relationships/image" Target="../media/image12011.png"/><Relationship Id="rId36" Type="http://schemas.openxmlformats.org/officeDocument/2006/relationships/customXml" Target="../ink/ink2284.xml"/><Relationship Id="rId57" Type="http://schemas.openxmlformats.org/officeDocument/2006/relationships/image" Target="../media/image12220.png"/><Relationship Id="rId262" Type="http://schemas.openxmlformats.org/officeDocument/2006/relationships/customXml" Target="../ink/ink2397.xml"/><Relationship Id="rId283" Type="http://schemas.openxmlformats.org/officeDocument/2006/relationships/image" Target="../media/image13350.png"/><Relationship Id="rId78" Type="http://schemas.openxmlformats.org/officeDocument/2006/relationships/customXml" Target="../ink/ink2305.xml"/><Relationship Id="rId99" Type="http://schemas.openxmlformats.org/officeDocument/2006/relationships/image" Target="../media/image12430.png"/><Relationship Id="rId101" Type="http://schemas.openxmlformats.org/officeDocument/2006/relationships/image" Target="../media/image12440.png"/><Relationship Id="rId122" Type="http://schemas.openxmlformats.org/officeDocument/2006/relationships/customXml" Target="../ink/ink2327.xml"/><Relationship Id="rId143" Type="http://schemas.openxmlformats.org/officeDocument/2006/relationships/image" Target="../media/image12650.png"/><Relationship Id="rId164" Type="http://schemas.openxmlformats.org/officeDocument/2006/relationships/customXml" Target="../ink/ink2348.xml"/><Relationship Id="rId185" Type="http://schemas.openxmlformats.org/officeDocument/2006/relationships/image" Target="../media/image12860.png"/><Relationship Id="rId9" Type="http://schemas.openxmlformats.org/officeDocument/2006/relationships/image" Target="../media/image11980.png"/><Relationship Id="rId210" Type="http://schemas.openxmlformats.org/officeDocument/2006/relationships/customXml" Target="../ink/ink2371.xml"/><Relationship Id="rId26" Type="http://schemas.openxmlformats.org/officeDocument/2006/relationships/customXml" Target="../ink/ink2279.xml"/><Relationship Id="rId231" Type="http://schemas.openxmlformats.org/officeDocument/2006/relationships/image" Target="../media/image13090.png"/><Relationship Id="rId252" Type="http://schemas.openxmlformats.org/officeDocument/2006/relationships/customXml" Target="../ink/ink2392.xml"/><Relationship Id="rId273" Type="http://schemas.openxmlformats.org/officeDocument/2006/relationships/image" Target="../media/image13300.png"/><Relationship Id="rId294" Type="http://schemas.openxmlformats.org/officeDocument/2006/relationships/customXml" Target="../ink/ink2413.xml"/><Relationship Id="rId308" Type="http://schemas.openxmlformats.org/officeDocument/2006/relationships/customXml" Target="../ink/ink2420.xml"/><Relationship Id="rId47" Type="http://schemas.openxmlformats.org/officeDocument/2006/relationships/image" Target="../media/image12170.png"/><Relationship Id="rId68" Type="http://schemas.openxmlformats.org/officeDocument/2006/relationships/customXml" Target="../ink/ink2300.xml"/><Relationship Id="rId89" Type="http://schemas.openxmlformats.org/officeDocument/2006/relationships/image" Target="../media/image12380.png"/><Relationship Id="rId112" Type="http://schemas.openxmlformats.org/officeDocument/2006/relationships/customXml" Target="../ink/ink2322.xml"/><Relationship Id="rId133" Type="http://schemas.openxmlformats.org/officeDocument/2006/relationships/image" Target="../media/image12600.png"/><Relationship Id="rId154" Type="http://schemas.openxmlformats.org/officeDocument/2006/relationships/customXml" Target="../ink/ink2343.xml"/><Relationship Id="rId175" Type="http://schemas.openxmlformats.org/officeDocument/2006/relationships/image" Target="../media/image12811.png"/><Relationship Id="rId196" Type="http://schemas.openxmlformats.org/officeDocument/2006/relationships/customXml" Target="../ink/ink2364.xml"/><Relationship Id="rId200" Type="http://schemas.openxmlformats.org/officeDocument/2006/relationships/customXml" Target="../ink/ink2366.xml"/><Relationship Id="rId16" Type="http://schemas.openxmlformats.org/officeDocument/2006/relationships/customXml" Target="../ink/ink2274.xml"/><Relationship Id="rId221" Type="http://schemas.openxmlformats.org/officeDocument/2006/relationships/image" Target="../media/image1304.png"/><Relationship Id="rId242" Type="http://schemas.openxmlformats.org/officeDocument/2006/relationships/customXml" Target="../ink/ink2387.xml"/><Relationship Id="rId263" Type="http://schemas.openxmlformats.org/officeDocument/2006/relationships/image" Target="../media/image13250.png"/><Relationship Id="rId284" Type="http://schemas.openxmlformats.org/officeDocument/2006/relationships/customXml" Target="../ink/ink2408.xml"/><Relationship Id="rId37" Type="http://schemas.openxmlformats.org/officeDocument/2006/relationships/image" Target="../media/image12120.png"/><Relationship Id="rId58" Type="http://schemas.openxmlformats.org/officeDocument/2006/relationships/customXml" Target="../ink/ink2295.xml"/><Relationship Id="rId79" Type="http://schemas.openxmlformats.org/officeDocument/2006/relationships/image" Target="../media/image12330.png"/><Relationship Id="rId102" Type="http://schemas.openxmlformats.org/officeDocument/2006/relationships/customXml" Target="../ink/ink2317.xml"/><Relationship Id="rId123" Type="http://schemas.openxmlformats.org/officeDocument/2006/relationships/image" Target="../media/image12550.png"/><Relationship Id="rId144" Type="http://schemas.openxmlformats.org/officeDocument/2006/relationships/customXml" Target="../ink/ink2338.xml"/><Relationship Id="rId90" Type="http://schemas.openxmlformats.org/officeDocument/2006/relationships/customXml" Target="../ink/ink2311.xml"/><Relationship Id="rId165" Type="http://schemas.openxmlformats.org/officeDocument/2006/relationships/image" Target="../media/image12760.png"/><Relationship Id="rId186" Type="http://schemas.openxmlformats.org/officeDocument/2006/relationships/customXml" Target="../ink/ink2359.xml"/><Relationship Id="rId211" Type="http://schemas.openxmlformats.org/officeDocument/2006/relationships/image" Target="../media/image12990.png"/><Relationship Id="rId232" Type="http://schemas.openxmlformats.org/officeDocument/2006/relationships/customXml" Target="../ink/ink2382.xml"/><Relationship Id="rId253" Type="http://schemas.openxmlformats.org/officeDocument/2006/relationships/image" Target="../media/image13200.png"/><Relationship Id="rId274" Type="http://schemas.openxmlformats.org/officeDocument/2006/relationships/customXml" Target="../ink/ink2403.xml"/><Relationship Id="rId295" Type="http://schemas.openxmlformats.org/officeDocument/2006/relationships/image" Target="../media/image13411.png"/><Relationship Id="rId309" Type="http://schemas.openxmlformats.org/officeDocument/2006/relationships/customXml" Target="../ink/ink2421.xml"/><Relationship Id="rId27" Type="http://schemas.openxmlformats.org/officeDocument/2006/relationships/image" Target="../media/image12070.png"/><Relationship Id="rId48" Type="http://schemas.openxmlformats.org/officeDocument/2006/relationships/customXml" Target="../ink/ink2290.xml"/><Relationship Id="rId69" Type="http://schemas.openxmlformats.org/officeDocument/2006/relationships/image" Target="../media/image12280.png"/><Relationship Id="rId113" Type="http://schemas.openxmlformats.org/officeDocument/2006/relationships/image" Target="../media/image12500.png"/><Relationship Id="rId134" Type="http://schemas.openxmlformats.org/officeDocument/2006/relationships/customXml" Target="../ink/ink2333.xml"/><Relationship Id="rId80" Type="http://schemas.openxmlformats.org/officeDocument/2006/relationships/customXml" Target="../ink/ink2306.xml"/><Relationship Id="rId155" Type="http://schemas.openxmlformats.org/officeDocument/2006/relationships/image" Target="../media/image12711.png"/><Relationship Id="rId176" Type="http://schemas.openxmlformats.org/officeDocument/2006/relationships/customXml" Target="../ink/ink2354.xml"/><Relationship Id="rId197" Type="http://schemas.openxmlformats.org/officeDocument/2006/relationships/image" Target="../media/image12920.png"/><Relationship Id="rId201" Type="http://schemas.openxmlformats.org/officeDocument/2006/relationships/image" Target="../media/image12940.png"/><Relationship Id="rId222" Type="http://schemas.openxmlformats.org/officeDocument/2006/relationships/customXml" Target="../ink/ink2377.xml"/><Relationship Id="rId243" Type="http://schemas.openxmlformats.org/officeDocument/2006/relationships/image" Target="../media/image13150.png"/><Relationship Id="rId264" Type="http://schemas.openxmlformats.org/officeDocument/2006/relationships/customXml" Target="../ink/ink2398.xml"/><Relationship Id="rId285" Type="http://schemas.openxmlformats.org/officeDocument/2006/relationships/image" Target="../media/image13360.png"/><Relationship Id="rId17" Type="http://schemas.openxmlformats.org/officeDocument/2006/relationships/image" Target="../media/image12020.png"/><Relationship Id="rId38" Type="http://schemas.openxmlformats.org/officeDocument/2006/relationships/customXml" Target="../ink/ink2285.xml"/><Relationship Id="rId59" Type="http://schemas.openxmlformats.org/officeDocument/2006/relationships/image" Target="../media/image12230.png"/><Relationship Id="rId103" Type="http://schemas.openxmlformats.org/officeDocument/2006/relationships/image" Target="../media/image12450.png"/><Relationship Id="rId124" Type="http://schemas.openxmlformats.org/officeDocument/2006/relationships/customXml" Target="../ink/ink2328.xml"/><Relationship Id="rId310" Type="http://schemas.openxmlformats.org/officeDocument/2006/relationships/customXml" Target="../ink/ink2422.xml"/><Relationship Id="rId70" Type="http://schemas.openxmlformats.org/officeDocument/2006/relationships/customXml" Target="../ink/ink2301.xml"/><Relationship Id="rId91" Type="http://schemas.openxmlformats.org/officeDocument/2006/relationships/image" Target="../media/image12390.png"/><Relationship Id="rId145" Type="http://schemas.openxmlformats.org/officeDocument/2006/relationships/image" Target="../media/image12660.png"/><Relationship Id="rId166" Type="http://schemas.openxmlformats.org/officeDocument/2006/relationships/customXml" Target="../ink/ink2349.xml"/><Relationship Id="rId187" Type="http://schemas.openxmlformats.org/officeDocument/2006/relationships/image" Target="../media/image12870.png"/><Relationship Id="rId1" Type="http://schemas.openxmlformats.org/officeDocument/2006/relationships/slideLayout" Target="../slideLayouts/slideLayout2.xml"/><Relationship Id="rId212" Type="http://schemas.openxmlformats.org/officeDocument/2006/relationships/customXml" Target="../ink/ink2372.xml"/><Relationship Id="rId233" Type="http://schemas.openxmlformats.org/officeDocument/2006/relationships/image" Target="../media/image13101.png"/><Relationship Id="rId254" Type="http://schemas.openxmlformats.org/officeDocument/2006/relationships/customXml" Target="../ink/ink2393.xml"/><Relationship Id="rId28" Type="http://schemas.openxmlformats.org/officeDocument/2006/relationships/customXml" Target="../ink/ink2280.xml"/><Relationship Id="rId49" Type="http://schemas.openxmlformats.org/officeDocument/2006/relationships/image" Target="../media/image12180.png"/><Relationship Id="rId114" Type="http://schemas.openxmlformats.org/officeDocument/2006/relationships/customXml" Target="../ink/ink2323.xml"/><Relationship Id="rId275" Type="http://schemas.openxmlformats.org/officeDocument/2006/relationships/image" Target="../media/image13311.png"/><Relationship Id="rId296" Type="http://schemas.openxmlformats.org/officeDocument/2006/relationships/customXml" Target="../ink/ink2414.xml"/><Relationship Id="rId300" Type="http://schemas.openxmlformats.org/officeDocument/2006/relationships/customXml" Target="../ink/ink2416.xml"/><Relationship Id="rId60" Type="http://schemas.openxmlformats.org/officeDocument/2006/relationships/customXml" Target="../ink/ink2296.xml"/><Relationship Id="rId81" Type="http://schemas.openxmlformats.org/officeDocument/2006/relationships/image" Target="../media/image12340.png"/><Relationship Id="rId135" Type="http://schemas.openxmlformats.org/officeDocument/2006/relationships/image" Target="../media/image12611.png"/><Relationship Id="rId156" Type="http://schemas.openxmlformats.org/officeDocument/2006/relationships/customXml" Target="../ink/ink2344.xml"/><Relationship Id="rId177" Type="http://schemas.openxmlformats.org/officeDocument/2006/relationships/image" Target="../media/image12820.png"/><Relationship Id="rId198" Type="http://schemas.openxmlformats.org/officeDocument/2006/relationships/customXml" Target="../ink/ink2365.xml"/><Relationship Id="rId202" Type="http://schemas.openxmlformats.org/officeDocument/2006/relationships/customXml" Target="../ink/ink2367.xml"/><Relationship Id="rId223" Type="http://schemas.openxmlformats.org/officeDocument/2006/relationships/image" Target="../media/image13050.png"/><Relationship Id="rId244" Type="http://schemas.openxmlformats.org/officeDocument/2006/relationships/customXml" Target="../ink/ink2388.xml"/><Relationship Id="rId18" Type="http://schemas.openxmlformats.org/officeDocument/2006/relationships/customXml" Target="../ink/ink2275.xml"/><Relationship Id="rId39" Type="http://schemas.openxmlformats.org/officeDocument/2006/relationships/image" Target="../media/image12130.png"/><Relationship Id="rId265" Type="http://schemas.openxmlformats.org/officeDocument/2006/relationships/image" Target="../media/image13260.png"/><Relationship Id="rId286" Type="http://schemas.openxmlformats.org/officeDocument/2006/relationships/customXml" Target="../ink/ink2409.xml"/><Relationship Id="rId50" Type="http://schemas.openxmlformats.org/officeDocument/2006/relationships/customXml" Target="../ink/ink2291.xml"/><Relationship Id="rId104" Type="http://schemas.openxmlformats.org/officeDocument/2006/relationships/customXml" Target="../ink/ink2318.xml"/><Relationship Id="rId125" Type="http://schemas.openxmlformats.org/officeDocument/2006/relationships/image" Target="../media/image12560.png"/><Relationship Id="rId146" Type="http://schemas.openxmlformats.org/officeDocument/2006/relationships/customXml" Target="../ink/ink2339.xml"/><Relationship Id="rId167" Type="http://schemas.openxmlformats.org/officeDocument/2006/relationships/image" Target="../media/image12770.png"/><Relationship Id="rId188" Type="http://schemas.openxmlformats.org/officeDocument/2006/relationships/customXml" Target="../ink/ink2360.xml"/><Relationship Id="rId311" Type="http://schemas.openxmlformats.org/officeDocument/2006/relationships/image" Target="../media/image13480.png"/><Relationship Id="rId71" Type="http://schemas.openxmlformats.org/officeDocument/2006/relationships/image" Target="../media/image12290.png"/><Relationship Id="rId92" Type="http://schemas.openxmlformats.org/officeDocument/2006/relationships/customXml" Target="../ink/ink2312.xml"/><Relationship Id="rId213" Type="http://schemas.openxmlformats.org/officeDocument/2006/relationships/image" Target="../media/image13000.png"/><Relationship Id="rId234" Type="http://schemas.openxmlformats.org/officeDocument/2006/relationships/customXml" Target="../ink/ink2383.xml"/><Relationship Id="rId2" Type="http://schemas.openxmlformats.org/officeDocument/2006/relationships/customXml" Target="../ink/ink2267.xml"/><Relationship Id="rId29" Type="http://schemas.openxmlformats.org/officeDocument/2006/relationships/image" Target="../media/image12080.png"/><Relationship Id="rId255" Type="http://schemas.openxmlformats.org/officeDocument/2006/relationships/image" Target="../media/image13211.png"/><Relationship Id="rId276" Type="http://schemas.openxmlformats.org/officeDocument/2006/relationships/customXml" Target="../ink/ink2404.xml"/><Relationship Id="rId297" Type="http://schemas.openxmlformats.org/officeDocument/2006/relationships/image" Target="../media/image13420.png"/><Relationship Id="rId40" Type="http://schemas.openxmlformats.org/officeDocument/2006/relationships/customXml" Target="../ink/ink2286.xml"/><Relationship Id="rId115" Type="http://schemas.openxmlformats.org/officeDocument/2006/relationships/image" Target="../media/image12511.png"/><Relationship Id="rId136" Type="http://schemas.openxmlformats.org/officeDocument/2006/relationships/customXml" Target="../ink/ink2334.xml"/><Relationship Id="rId157" Type="http://schemas.openxmlformats.org/officeDocument/2006/relationships/image" Target="../media/image12720.png"/><Relationship Id="rId178" Type="http://schemas.openxmlformats.org/officeDocument/2006/relationships/customXml" Target="../ink/ink2355.xml"/><Relationship Id="rId301" Type="http://schemas.openxmlformats.org/officeDocument/2006/relationships/image" Target="../media/image13440.png"/><Relationship Id="rId61" Type="http://schemas.openxmlformats.org/officeDocument/2006/relationships/image" Target="../media/image12240.png"/><Relationship Id="rId82" Type="http://schemas.openxmlformats.org/officeDocument/2006/relationships/customXml" Target="../ink/ink2307.xml"/><Relationship Id="rId199" Type="http://schemas.openxmlformats.org/officeDocument/2006/relationships/image" Target="../media/image12930.png"/><Relationship Id="rId203" Type="http://schemas.openxmlformats.org/officeDocument/2006/relationships/image" Target="../media/image12950.png"/><Relationship Id="rId19" Type="http://schemas.openxmlformats.org/officeDocument/2006/relationships/image" Target="../media/image12030.png"/><Relationship Id="rId224" Type="http://schemas.openxmlformats.org/officeDocument/2006/relationships/customXml" Target="../ink/ink2378.xml"/><Relationship Id="rId245" Type="http://schemas.openxmlformats.org/officeDocument/2006/relationships/image" Target="../media/image13160.png"/><Relationship Id="rId266" Type="http://schemas.openxmlformats.org/officeDocument/2006/relationships/customXml" Target="../ink/ink2399.xml"/><Relationship Id="rId287" Type="http://schemas.openxmlformats.org/officeDocument/2006/relationships/image" Target="../media/image13370.png"/><Relationship Id="rId30" Type="http://schemas.openxmlformats.org/officeDocument/2006/relationships/customXml" Target="../ink/ink2281.xml"/><Relationship Id="rId105" Type="http://schemas.openxmlformats.org/officeDocument/2006/relationships/image" Target="../media/image12460.png"/><Relationship Id="rId126" Type="http://schemas.openxmlformats.org/officeDocument/2006/relationships/customXml" Target="../ink/ink2329.xml"/><Relationship Id="rId147" Type="http://schemas.openxmlformats.org/officeDocument/2006/relationships/image" Target="../media/image12670.png"/><Relationship Id="rId168" Type="http://schemas.openxmlformats.org/officeDocument/2006/relationships/customXml" Target="../ink/ink2350.xml"/><Relationship Id="rId312" Type="http://schemas.openxmlformats.org/officeDocument/2006/relationships/customXml" Target="../ink/ink2423.xml"/><Relationship Id="rId51" Type="http://schemas.openxmlformats.org/officeDocument/2006/relationships/image" Target="../media/image12190.png"/><Relationship Id="rId72" Type="http://schemas.openxmlformats.org/officeDocument/2006/relationships/customXml" Target="../ink/ink2302.xml"/><Relationship Id="rId93" Type="http://schemas.openxmlformats.org/officeDocument/2006/relationships/image" Target="../media/image12400.png"/><Relationship Id="rId189" Type="http://schemas.openxmlformats.org/officeDocument/2006/relationships/image" Target="../media/image12880.png"/><Relationship Id="rId3" Type="http://schemas.openxmlformats.org/officeDocument/2006/relationships/image" Target="../media/image11950.png"/><Relationship Id="rId214" Type="http://schemas.openxmlformats.org/officeDocument/2006/relationships/customXml" Target="../ink/ink2373.xml"/><Relationship Id="rId235" Type="http://schemas.openxmlformats.org/officeDocument/2006/relationships/image" Target="../media/image13111.png"/><Relationship Id="rId256" Type="http://schemas.openxmlformats.org/officeDocument/2006/relationships/customXml" Target="../ink/ink2394.xml"/><Relationship Id="rId277" Type="http://schemas.openxmlformats.org/officeDocument/2006/relationships/image" Target="../media/image13320.png"/><Relationship Id="rId298" Type="http://schemas.openxmlformats.org/officeDocument/2006/relationships/customXml" Target="../ink/ink2415.xml"/><Relationship Id="rId116" Type="http://schemas.openxmlformats.org/officeDocument/2006/relationships/customXml" Target="../ink/ink2324.xml"/><Relationship Id="rId137" Type="http://schemas.openxmlformats.org/officeDocument/2006/relationships/image" Target="../media/image12620.png"/><Relationship Id="rId158" Type="http://schemas.openxmlformats.org/officeDocument/2006/relationships/customXml" Target="../ink/ink2345.xml"/><Relationship Id="rId302" Type="http://schemas.openxmlformats.org/officeDocument/2006/relationships/customXml" Target="../ink/ink2417.xml"/><Relationship Id="rId20" Type="http://schemas.openxmlformats.org/officeDocument/2006/relationships/customXml" Target="../ink/ink2276.xml"/><Relationship Id="rId41" Type="http://schemas.openxmlformats.org/officeDocument/2006/relationships/image" Target="../media/image12140.png"/><Relationship Id="rId62" Type="http://schemas.openxmlformats.org/officeDocument/2006/relationships/customXml" Target="../ink/ink2297.xml"/><Relationship Id="rId83" Type="http://schemas.openxmlformats.org/officeDocument/2006/relationships/image" Target="../media/image12350.png"/><Relationship Id="rId179" Type="http://schemas.openxmlformats.org/officeDocument/2006/relationships/image" Target="../media/image12830.png"/><Relationship Id="rId190" Type="http://schemas.openxmlformats.org/officeDocument/2006/relationships/customXml" Target="../ink/ink2361.xml"/><Relationship Id="rId204" Type="http://schemas.openxmlformats.org/officeDocument/2006/relationships/customXml" Target="../ink/ink2368.xml"/><Relationship Id="rId225" Type="http://schemas.openxmlformats.org/officeDocument/2006/relationships/image" Target="../media/image13060.png"/><Relationship Id="rId246" Type="http://schemas.openxmlformats.org/officeDocument/2006/relationships/customXml" Target="../ink/ink2389.xml"/><Relationship Id="rId267" Type="http://schemas.openxmlformats.org/officeDocument/2006/relationships/image" Target="../media/image13270.png"/><Relationship Id="rId288" Type="http://schemas.openxmlformats.org/officeDocument/2006/relationships/customXml" Target="../ink/ink2410.xml"/><Relationship Id="rId106" Type="http://schemas.openxmlformats.org/officeDocument/2006/relationships/customXml" Target="../ink/ink2319.xml"/><Relationship Id="rId127" Type="http://schemas.openxmlformats.org/officeDocument/2006/relationships/image" Target="../media/image12570.png"/><Relationship Id="rId313" Type="http://schemas.openxmlformats.org/officeDocument/2006/relationships/image" Target="../media/image13490.png"/><Relationship Id="rId10" Type="http://schemas.openxmlformats.org/officeDocument/2006/relationships/customXml" Target="../ink/ink2271.xml"/><Relationship Id="rId31" Type="http://schemas.openxmlformats.org/officeDocument/2006/relationships/image" Target="../media/image12090.png"/><Relationship Id="rId52" Type="http://schemas.openxmlformats.org/officeDocument/2006/relationships/customXml" Target="../ink/ink2292.xml"/><Relationship Id="rId73" Type="http://schemas.openxmlformats.org/officeDocument/2006/relationships/image" Target="../media/image12300.png"/><Relationship Id="rId94" Type="http://schemas.openxmlformats.org/officeDocument/2006/relationships/customXml" Target="../ink/ink2313.xml"/><Relationship Id="rId148" Type="http://schemas.openxmlformats.org/officeDocument/2006/relationships/customXml" Target="../ink/ink2340.xml"/><Relationship Id="rId169" Type="http://schemas.openxmlformats.org/officeDocument/2006/relationships/image" Target="../media/image12780.png"/><Relationship Id="rId4" Type="http://schemas.openxmlformats.org/officeDocument/2006/relationships/customXml" Target="../ink/ink2268.xml"/><Relationship Id="rId180" Type="http://schemas.openxmlformats.org/officeDocument/2006/relationships/customXml" Target="../ink/ink2356.xml"/><Relationship Id="rId215" Type="http://schemas.openxmlformats.org/officeDocument/2006/relationships/image" Target="../media/image13011.png"/><Relationship Id="rId236" Type="http://schemas.openxmlformats.org/officeDocument/2006/relationships/customXml" Target="../ink/ink2384.xml"/><Relationship Id="rId257" Type="http://schemas.openxmlformats.org/officeDocument/2006/relationships/image" Target="../media/image13220.png"/><Relationship Id="rId278" Type="http://schemas.openxmlformats.org/officeDocument/2006/relationships/customXml" Target="../ink/ink2405.xml"/><Relationship Id="rId303" Type="http://schemas.openxmlformats.org/officeDocument/2006/relationships/image" Target="../media/image13450.png"/><Relationship Id="rId42" Type="http://schemas.openxmlformats.org/officeDocument/2006/relationships/customXml" Target="../ink/ink2287.xml"/><Relationship Id="rId84" Type="http://schemas.openxmlformats.org/officeDocument/2006/relationships/customXml" Target="../ink/ink2308.xml"/><Relationship Id="rId138" Type="http://schemas.openxmlformats.org/officeDocument/2006/relationships/customXml" Target="../ink/ink2335.xml"/><Relationship Id="rId191" Type="http://schemas.openxmlformats.org/officeDocument/2006/relationships/image" Target="../media/image12890.png"/><Relationship Id="rId205" Type="http://schemas.openxmlformats.org/officeDocument/2006/relationships/image" Target="../media/image12960.png"/><Relationship Id="rId247" Type="http://schemas.openxmlformats.org/officeDocument/2006/relationships/image" Target="../media/image13170.png"/><Relationship Id="rId107" Type="http://schemas.openxmlformats.org/officeDocument/2006/relationships/image" Target="../media/image12470.png"/><Relationship Id="rId289" Type="http://schemas.openxmlformats.org/officeDocument/2006/relationships/image" Target="../media/image13380.png"/><Relationship Id="rId11" Type="http://schemas.openxmlformats.org/officeDocument/2006/relationships/image" Target="../media/image11990.png"/><Relationship Id="rId53" Type="http://schemas.openxmlformats.org/officeDocument/2006/relationships/image" Target="../media/image12200.png"/><Relationship Id="rId149" Type="http://schemas.openxmlformats.org/officeDocument/2006/relationships/image" Target="../media/image12680.png"/><Relationship Id="rId95" Type="http://schemas.openxmlformats.org/officeDocument/2006/relationships/image" Target="../media/image12411.png"/><Relationship Id="rId160" Type="http://schemas.openxmlformats.org/officeDocument/2006/relationships/customXml" Target="../ink/ink2346.xml"/><Relationship Id="rId216" Type="http://schemas.openxmlformats.org/officeDocument/2006/relationships/customXml" Target="../ink/ink2374.xml"/><Relationship Id="rId258" Type="http://schemas.openxmlformats.org/officeDocument/2006/relationships/customXml" Target="../ink/ink2395.xml"/><Relationship Id="rId22" Type="http://schemas.openxmlformats.org/officeDocument/2006/relationships/customXml" Target="../ink/ink2277.xml"/><Relationship Id="rId64" Type="http://schemas.openxmlformats.org/officeDocument/2006/relationships/customXml" Target="../ink/ink2298.xml"/><Relationship Id="rId118" Type="http://schemas.openxmlformats.org/officeDocument/2006/relationships/customXml" Target="../ink/ink2325.xml"/><Relationship Id="rId171" Type="http://schemas.openxmlformats.org/officeDocument/2006/relationships/image" Target="../media/image12790.png"/><Relationship Id="rId227" Type="http://schemas.openxmlformats.org/officeDocument/2006/relationships/image" Target="../media/image13070.png"/><Relationship Id="rId269" Type="http://schemas.openxmlformats.org/officeDocument/2006/relationships/image" Target="../media/image13280.png"/><Relationship Id="rId33" Type="http://schemas.openxmlformats.org/officeDocument/2006/relationships/image" Target="../media/image12101.png"/><Relationship Id="rId129" Type="http://schemas.openxmlformats.org/officeDocument/2006/relationships/image" Target="../media/image12580.png"/><Relationship Id="rId280" Type="http://schemas.openxmlformats.org/officeDocument/2006/relationships/customXml" Target="../ink/ink2406.xml"/><Relationship Id="rId75" Type="http://schemas.openxmlformats.org/officeDocument/2006/relationships/image" Target="../media/image12311.png"/><Relationship Id="rId140" Type="http://schemas.openxmlformats.org/officeDocument/2006/relationships/customXml" Target="../ink/ink2336.xml"/><Relationship Id="rId182" Type="http://schemas.openxmlformats.org/officeDocument/2006/relationships/customXml" Target="../ink/ink2357.xml"/><Relationship Id="rId6" Type="http://schemas.openxmlformats.org/officeDocument/2006/relationships/customXml" Target="../ink/ink2269.xml"/><Relationship Id="rId238" Type="http://schemas.openxmlformats.org/officeDocument/2006/relationships/customXml" Target="../ink/ink2385.xml"/><Relationship Id="rId291" Type="http://schemas.openxmlformats.org/officeDocument/2006/relationships/image" Target="../media/image13390.png"/><Relationship Id="rId305" Type="http://schemas.openxmlformats.org/officeDocument/2006/relationships/image" Target="../media/image13460.png"/><Relationship Id="rId44" Type="http://schemas.openxmlformats.org/officeDocument/2006/relationships/customXml" Target="../ink/ink2288.xml"/><Relationship Id="rId86" Type="http://schemas.openxmlformats.org/officeDocument/2006/relationships/customXml" Target="../ink/ink2309.xml"/><Relationship Id="rId151" Type="http://schemas.openxmlformats.org/officeDocument/2006/relationships/image" Target="../media/image12690.png"/></Relationships>
</file>

<file path=ppt/slides/_rels/slide24.xml.rels><?xml version="1.0" encoding="UTF-8" standalone="yes"?>
<Relationships xmlns="http://schemas.openxmlformats.org/package/2006/relationships"><Relationship Id="rId117" Type="http://schemas.openxmlformats.org/officeDocument/2006/relationships/image" Target="../media/image14070.png"/><Relationship Id="rId21" Type="http://schemas.openxmlformats.org/officeDocument/2006/relationships/image" Target="../media/image13590.png"/><Relationship Id="rId42" Type="http://schemas.openxmlformats.org/officeDocument/2006/relationships/customXml" Target="../ink/ink2444.xml"/><Relationship Id="rId63" Type="http://schemas.openxmlformats.org/officeDocument/2006/relationships/image" Target="../media/image13800.png"/><Relationship Id="rId84" Type="http://schemas.openxmlformats.org/officeDocument/2006/relationships/customXml" Target="../ink/ink2465.xml"/><Relationship Id="rId16" Type="http://schemas.openxmlformats.org/officeDocument/2006/relationships/customXml" Target="../ink/ink2431.xml"/><Relationship Id="rId107" Type="http://schemas.openxmlformats.org/officeDocument/2006/relationships/image" Target="../media/image14020.png"/><Relationship Id="rId11" Type="http://schemas.openxmlformats.org/officeDocument/2006/relationships/image" Target="../media/image13540.png"/><Relationship Id="rId32" Type="http://schemas.openxmlformats.org/officeDocument/2006/relationships/customXml" Target="../ink/ink2439.xml"/><Relationship Id="rId37" Type="http://schemas.openxmlformats.org/officeDocument/2006/relationships/image" Target="../media/image13670.png"/><Relationship Id="rId53" Type="http://schemas.openxmlformats.org/officeDocument/2006/relationships/image" Target="../media/image13750.png"/><Relationship Id="rId58" Type="http://schemas.openxmlformats.org/officeDocument/2006/relationships/customXml" Target="../ink/ink2452.xml"/><Relationship Id="rId74" Type="http://schemas.openxmlformats.org/officeDocument/2006/relationships/customXml" Target="../ink/ink2460.xml"/><Relationship Id="rId79" Type="http://schemas.openxmlformats.org/officeDocument/2006/relationships/image" Target="../media/image13880.png"/><Relationship Id="rId102" Type="http://schemas.openxmlformats.org/officeDocument/2006/relationships/customXml" Target="../ink/ink2474.xml"/><Relationship Id="rId123" Type="http://schemas.openxmlformats.org/officeDocument/2006/relationships/image" Target="../media/image14101.png"/><Relationship Id="rId128" Type="http://schemas.openxmlformats.org/officeDocument/2006/relationships/customXml" Target="../ink/ink2487.xml"/><Relationship Id="rId5" Type="http://schemas.openxmlformats.org/officeDocument/2006/relationships/image" Target="../media/image13511.png"/><Relationship Id="rId90" Type="http://schemas.openxmlformats.org/officeDocument/2006/relationships/customXml" Target="../ink/ink2468.xml"/><Relationship Id="rId95" Type="http://schemas.openxmlformats.org/officeDocument/2006/relationships/image" Target="../media/image13960.png"/><Relationship Id="rId22" Type="http://schemas.openxmlformats.org/officeDocument/2006/relationships/customXml" Target="../ink/ink2434.xml"/><Relationship Id="rId27" Type="http://schemas.openxmlformats.org/officeDocument/2006/relationships/image" Target="../media/image13620.png"/><Relationship Id="rId43" Type="http://schemas.openxmlformats.org/officeDocument/2006/relationships/image" Target="../media/image13700.png"/><Relationship Id="rId48" Type="http://schemas.openxmlformats.org/officeDocument/2006/relationships/customXml" Target="../ink/ink2447.xml"/><Relationship Id="rId64" Type="http://schemas.openxmlformats.org/officeDocument/2006/relationships/customXml" Target="../ink/ink2455.xml"/><Relationship Id="rId69" Type="http://schemas.openxmlformats.org/officeDocument/2006/relationships/image" Target="../media/image13830.png"/><Relationship Id="rId113" Type="http://schemas.openxmlformats.org/officeDocument/2006/relationships/image" Target="../media/image14050.png"/><Relationship Id="rId118" Type="http://schemas.openxmlformats.org/officeDocument/2006/relationships/customXml" Target="../ink/ink2482.xml"/><Relationship Id="rId134" Type="http://schemas.openxmlformats.org/officeDocument/2006/relationships/customXml" Target="../ink/ink2490.xml"/><Relationship Id="rId80" Type="http://schemas.openxmlformats.org/officeDocument/2006/relationships/customXml" Target="../ink/ink2463.xml"/><Relationship Id="rId85" Type="http://schemas.openxmlformats.org/officeDocument/2006/relationships/image" Target="../media/image13911.png"/><Relationship Id="rId12" Type="http://schemas.openxmlformats.org/officeDocument/2006/relationships/customXml" Target="../ink/ink2429.xml"/><Relationship Id="rId17" Type="http://schemas.openxmlformats.org/officeDocument/2006/relationships/image" Target="../media/image13570.png"/><Relationship Id="rId33" Type="http://schemas.openxmlformats.org/officeDocument/2006/relationships/image" Target="../media/image13650.png"/><Relationship Id="rId38" Type="http://schemas.openxmlformats.org/officeDocument/2006/relationships/customXml" Target="../ink/ink2442.xml"/><Relationship Id="rId59" Type="http://schemas.openxmlformats.org/officeDocument/2006/relationships/image" Target="../media/image13780.png"/><Relationship Id="rId103" Type="http://schemas.openxmlformats.org/officeDocument/2006/relationships/image" Target="../media/image14000.png"/><Relationship Id="rId108" Type="http://schemas.openxmlformats.org/officeDocument/2006/relationships/customXml" Target="../ink/ink2477.xml"/><Relationship Id="rId124" Type="http://schemas.openxmlformats.org/officeDocument/2006/relationships/customXml" Target="../ink/ink2485.xml"/><Relationship Id="rId129" Type="http://schemas.openxmlformats.org/officeDocument/2006/relationships/image" Target="../media/image14130.png"/><Relationship Id="rId54" Type="http://schemas.openxmlformats.org/officeDocument/2006/relationships/customXml" Target="../ink/ink2450.xml"/><Relationship Id="rId70" Type="http://schemas.openxmlformats.org/officeDocument/2006/relationships/customXml" Target="../ink/ink2458.xml"/><Relationship Id="rId75" Type="http://schemas.openxmlformats.org/officeDocument/2006/relationships/image" Target="../media/image13860.png"/><Relationship Id="rId91" Type="http://schemas.openxmlformats.org/officeDocument/2006/relationships/image" Target="../media/image13940.png"/><Relationship Id="rId96" Type="http://schemas.openxmlformats.org/officeDocument/2006/relationships/customXml" Target="../ink/ink2471.xml"/><Relationship Id="rId1" Type="http://schemas.openxmlformats.org/officeDocument/2006/relationships/slideLayout" Target="../slideLayouts/slideLayout2.xml"/><Relationship Id="rId6" Type="http://schemas.openxmlformats.org/officeDocument/2006/relationships/customXml" Target="../ink/ink2426.xml"/><Relationship Id="rId23" Type="http://schemas.openxmlformats.org/officeDocument/2006/relationships/image" Target="../media/image13600.png"/><Relationship Id="rId28" Type="http://schemas.openxmlformats.org/officeDocument/2006/relationships/customXml" Target="../ink/ink2437.xml"/><Relationship Id="rId49" Type="http://schemas.openxmlformats.org/officeDocument/2006/relationships/image" Target="../media/image13730.png"/><Relationship Id="rId114" Type="http://schemas.openxmlformats.org/officeDocument/2006/relationships/customXml" Target="../ink/ink2480.xml"/><Relationship Id="rId119" Type="http://schemas.openxmlformats.org/officeDocument/2006/relationships/image" Target="../media/image14080.png"/><Relationship Id="rId44" Type="http://schemas.openxmlformats.org/officeDocument/2006/relationships/customXml" Target="../ink/ink2445.xml"/><Relationship Id="rId60" Type="http://schemas.openxmlformats.org/officeDocument/2006/relationships/customXml" Target="../ink/ink2453.xml"/><Relationship Id="rId65" Type="http://schemas.openxmlformats.org/officeDocument/2006/relationships/image" Target="../media/image13811.png"/><Relationship Id="rId81" Type="http://schemas.openxmlformats.org/officeDocument/2006/relationships/image" Target="../media/image13890.png"/><Relationship Id="rId86" Type="http://schemas.openxmlformats.org/officeDocument/2006/relationships/customXml" Target="../ink/ink2466.xml"/><Relationship Id="rId130" Type="http://schemas.openxmlformats.org/officeDocument/2006/relationships/customXml" Target="../ink/ink2488.xml"/><Relationship Id="rId135" Type="http://schemas.openxmlformats.org/officeDocument/2006/relationships/image" Target="../media/image14160.png"/><Relationship Id="rId13" Type="http://schemas.openxmlformats.org/officeDocument/2006/relationships/image" Target="../media/image13550.png"/><Relationship Id="rId18" Type="http://schemas.openxmlformats.org/officeDocument/2006/relationships/customXml" Target="../ink/ink2432.xml"/><Relationship Id="rId39" Type="http://schemas.openxmlformats.org/officeDocument/2006/relationships/image" Target="../media/image13680.png"/><Relationship Id="rId109" Type="http://schemas.openxmlformats.org/officeDocument/2006/relationships/image" Target="../media/image14030.png"/><Relationship Id="rId34" Type="http://schemas.openxmlformats.org/officeDocument/2006/relationships/customXml" Target="../ink/ink2440.xml"/><Relationship Id="rId50" Type="http://schemas.openxmlformats.org/officeDocument/2006/relationships/customXml" Target="../ink/ink2448.xml"/><Relationship Id="rId55" Type="http://schemas.openxmlformats.org/officeDocument/2006/relationships/image" Target="../media/image13760.png"/><Relationship Id="rId76" Type="http://schemas.openxmlformats.org/officeDocument/2006/relationships/customXml" Target="../ink/ink2461.xml"/><Relationship Id="rId97" Type="http://schemas.openxmlformats.org/officeDocument/2006/relationships/image" Target="../media/image13970.png"/><Relationship Id="rId104" Type="http://schemas.openxmlformats.org/officeDocument/2006/relationships/customXml" Target="../ink/ink2475.xml"/><Relationship Id="rId120" Type="http://schemas.openxmlformats.org/officeDocument/2006/relationships/customXml" Target="../ink/ink2483.xml"/><Relationship Id="rId125" Type="http://schemas.openxmlformats.org/officeDocument/2006/relationships/image" Target="../media/image14111.png"/><Relationship Id="rId7" Type="http://schemas.openxmlformats.org/officeDocument/2006/relationships/image" Target="../media/image13520.png"/><Relationship Id="rId71" Type="http://schemas.openxmlformats.org/officeDocument/2006/relationships/image" Target="../media/image13840.png"/><Relationship Id="rId92" Type="http://schemas.openxmlformats.org/officeDocument/2006/relationships/customXml" Target="../ink/ink2469.xml"/><Relationship Id="rId2" Type="http://schemas.openxmlformats.org/officeDocument/2006/relationships/customXml" Target="../ink/ink2424.xml"/><Relationship Id="rId29" Type="http://schemas.openxmlformats.org/officeDocument/2006/relationships/image" Target="../media/image13630.png"/><Relationship Id="rId24" Type="http://schemas.openxmlformats.org/officeDocument/2006/relationships/customXml" Target="../ink/ink2435.xml"/><Relationship Id="rId40" Type="http://schemas.openxmlformats.org/officeDocument/2006/relationships/customXml" Target="../ink/ink2443.xml"/><Relationship Id="rId45" Type="http://schemas.openxmlformats.org/officeDocument/2006/relationships/image" Target="../media/image13711.png"/><Relationship Id="rId66" Type="http://schemas.openxmlformats.org/officeDocument/2006/relationships/customXml" Target="../ink/ink2456.xml"/><Relationship Id="rId87" Type="http://schemas.openxmlformats.org/officeDocument/2006/relationships/image" Target="../media/image13920.png"/><Relationship Id="rId110" Type="http://schemas.openxmlformats.org/officeDocument/2006/relationships/customXml" Target="../ink/ink2478.xml"/><Relationship Id="rId115" Type="http://schemas.openxmlformats.org/officeDocument/2006/relationships/image" Target="../media/image14060.png"/><Relationship Id="rId131" Type="http://schemas.openxmlformats.org/officeDocument/2006/relationships/image" Target="../media/image14140.png"/><Relationship Id="rId61" Type="http://schemas.openxmlformats.org/officeDocument/2006/relationships/image" Target="../media/image13790.png"/><Relationship Id="rId82" Type="http://schemas.openxmlformats.org/officeDocument/2006/relationships/customXml" Target="../ink/ink2464.xml"/><Relationship Id="rId19" Type="http://schemas.openxmlformats.org/officeDocument/2006/relationships/image" Target="../media/image13580.png"/><Relationship Id="rId14" Type="http://schemas.openxmlformats.org/officeDocument/2006/relationships/customXml" Target="../ink/ink2430.xml"/><Relationship Id="rId30" Type="http://schemas.openxmlformats.org/officeDocument/2006/relationships/customXml" Target="../ink/ink2438.xml"/><Relationship Id="rId35" Type="http://schemas.openxmlformats.org/officeDocument/2006/relationships/image" Target="../media/image13660.png"/><Relationship Id="rId56" Type="http://schemas.openxmlformats.org/officeDocument/2006/relationships/customXml" Target="../ink/ink2451.xml"/><Relationship Id="rId77" Type="http://schemas.openxmlformats.org/officeDocument/2006/relationships/image" Target="../media/image13870.png"/><Relationship Id="rId100" Type="http://schemas.openxmlformats.org/officeDocument/2006/relationships/customXml" Target="../ink/ink2473.xml"/><Relationship Id="rId105" Type="http://schemas.openxmlformats.org/officeDocument/2006/relationships/image" Target="../media/image14011.png"/><Relationship Id="rId126" Type="http://schemas.openxmlformats.org/officeDocument/2006/relationships/customXml" Target="../ink/ink2486.xml"/><Relationship Id="rId8" Type="http://schemas.openxmlformats.org/officeDocument/2006/relationships/customXml" Target="../ink/ink2427.xml"/><Relationship Id="rId51" Type="http://schemas.openxmlformats.org/officeDocument/2006/relationships/image" Target="../media/image13740.png"/><Relationship Id="rId72" Type="http://schemas.openxmlformats.org/officeDocument/2006/relationships/customXml" Target="../ink/ink2459.xml"/><Relationship Id="rId93" Type="http://schemas.openxmlformats.org/officeDocument/2006/relationships/image" Target="../media/image13950.png"/><Relationship Id="rId98" Type="http://schemas.openxmlformats.org/officeDocument/2006/relationships/customXml" Target="../ink/ink2472.xml"/><Relationship Id="rId121" Type="http://schemas.openxmlformats.org/officeDocument/2006/relationships/image" Target="../media/image14090.png"/><Relationship Id="rId3" Type="http://schemas.openxmlformats.org/officeDocument/2006/relationships/image" Target="../media/image13500.png"/><Relationship Id="rId25" Type="http://schemas.openxmlformats.org/officeDocument/2006/relationships/image" Target="../media/image13611.png"/><Relationship Id="rId46" Type="http://schemas.openxmlformats.org/officeDocument/2006/relationships/customXml" Target="../ink/ink2446.xml"/><Relationship Id="rId67" Type="http://schemas.openxmlformats.org/officeDocument/2006/relationships/image" Target="../media/image13820.png"/><Relationship Id="rId116" Type="http://schemas.openxmlformats.org/officeDocument/2006/relationships/customXml" Target="../ink/ink2481.xml"/><Relationship Id="rId20" Type="http://schemas.openxmlformats.org/officeDocument/2006/relationships/customXml" Target="../ink/ink2433.xml"/><Relationship Id="rId41" Type="http://schemas.openxmlformats.org/officeDocument/2006/relationships/image" Target="../media/image13690.png"/><Relationship Id="rId62" Type="http://schemas.openxmlformats.org/officeDocument/2006/relationships/customXml" Target="../ink/ink2454.xml"/><Relationship Id="rId83" Type="http://schemas.openxmlformats.org/officeDocument/2006/relationships/image" Target="../media/image13900.png"/><Relationship Id="rId88" Type="http://schemas.openxmlformats.org/officeDocument/2006/relationships/customXml" Target="../ink/ink2467.xml"/><Relationship Id="rId111" Type="http://schemas.openxmlformats.org/officeDocument/2006/relationships/image" Target="../media/image14040.png"/><Relationship Id="rId132" Type="http://schemas.openxmlformats.org/officeDocument/2006/relationships/customXml" Target="../ink/ink2489.xml"/><Relationship Id="rId15" Type="http://schemas.openxmlformats.org/officeDocument/2006/relationships/image" Target="../media/image13560.png"/><Relationship Id="rId36" Type="http://schemas.openxmlformats.org/officeDocument/2006/relationships/customXml" Target="../ink/ink2441.xml"/><Relationship Id="rId57" Type="http://schemas.openxmlformats.org/officeDocument/2006/relationships/image" Target="../media/image13770.png"/><Relationship Id="rId106" Type="http://schemas.openxmlformats.org/officeDocument/2006/relationships/customXml" Target="../ink/ink2476.xml"/><Relationship Id="rId127" Type="http://schemas.openxmlformats.org/officeDocument/2006/relationships/image" Target="../media/image14120.png"/><Relationship Id="rId10" Type="http://schemas.openxmlformats.org/officeDocument/2006/relationships/customXml" Target="../ink/ink2428.xml"/><Relationship Id="rId31" Type="http://schemas.openxmlformats.org/officeDocument/2006/relationships/image" Target="../media/image13640.png"/><Relationship Id="rId52" Type="http://schemas.openxmlformats.org/officeDocument/2006/relationships/customXml" Target="../ink/ink2449.xml"/><Relationship Id="rId73" Type="http://schemas.openxmlformats.org/officeDocument/2006/relationships/image" Target="../media/image13850.png"/><Relationship Id="rId78" Type="http://schemas.openxmlformats.org/officeDocument/2006/relationships/customXml" Target="../ink/ink2462.xml"/><Relationship Id="rId94" Type="http://schemas.openxmlformats.org/officeDocument/2006/relationships/customXml" Target="../ink/ink2470.xml"/><Relationship Id="rId99" Type="http://schemas.openxmlformats.org/officeDocument/2006/relationships/image" Target="../media/image13980.png"/><Relationship Id="rId101" Type="http://schemas.openxmlformats.org/officeDocument/2006/relationships/image" Target="../media/image13990.png"/><Relationship Id="rId122" Type="http://schemas.openxmlformats.org/officeDocument/2006/relationships/customXml" Target="../ink/ink2484.xml"/><Relationship Id="rId4" Type="http://schemas.openxmlformats.org/officeDocument/2006/relationships/customXml" Target="../ink/ink2425.xml"/><Relationship Id="rId9" Type="http://schemas.openxmlformats.org/officeDocument/2006/relationships/image" Target="../media/image13530.png"/><Relationship Id="rId26" Type="http://schemas.openxmlformats.org/officeDocument/2006/relationships/customXml" Target="../ink/ink2436.xml"/><Relationship Id="rId47" Type="http://schemas.openxmlformats.org/officeDocument/2006/relationships/image" Target="../media/image13720.png"/><Relationship Id="rId68" Type="http://schemas.openxmlformats.org/officeDocument/2006/relationships/customXml" Target="../ink/ink2457.xml"/><Relationship Id="rId89" Type="http://schemas.openxmlformats.org/officeDocument/2006/relationships/image" Target="../media/image13930.png"/><Relationship Id="rId112" Type="http://schemas.openxmlformats.org/officeDocument/2006/relationships/customXml" Target="../ink/ink2479.xml"/><Relationship Id="rId133" Type="http://schemas.openxmlformats.org/officeDocument/2006/relationships/image" Target="../media/image14150.png"/></Relationships>
</file>

<file path=ppt/slides/_rels/slide25.xml.rels><?xml version="1.0" encoding="UTF-8" standalone="yes"?>
<Relationships xmlns="http://schemas.openxmlformats.org/package/2006/relationships"><Relationship Id="rId26" Type="http://schemas.openxmlformats.org/officeDocument/2006/relationships/customXml" Target="../ink/ink2502.xml"/><Relationship Id="rId21" Type="http://schemas.openxmlformats.org/officeDocument/2006/relationships/image" Target="../media/image1439.png"/><Relationship Id="rId42" Type="http://schemas.openxmlformats.org/officeDocument/2006/relationships/customXml" Target="../ink/ink2510.xml"/><Relationship Id="rId47" Type="http://schemas.openxmlformats.org/officeDocument/2006/relationships/image" Target="../media/image1452.png"/><Relationship Id="rId63" Type="http://schemas.openxmlformats.org/officeDocument/2006/relationships/image" Target="../media/image1460.png"/><Relationship Id="rId68" Type="http://schemas.openxmlformats.org/officeDocument/2006/relationships/customXml" Target="../ink/ink2523.xml"/><Relationship Id="rId84" Type="http://schemas.openxmlformats.org/officeDocument/2006/relationships/customXml" Target="../ink/ink2531.xml"/><Relationship Id="rId89" Type="http://schemas.openxmlformats.org/officeDocument/2006/relationships/image" Target="../media/image1473.png"/><Relationship Id="rId16" Type="http://schemas.openxmlformats.org/officeDocument/2006/relationships/customXml" Target="../ink/ink2497.xml"/><Relationship Id="rId11" Type="http://schemas.openxmlformats.org/officeDocument/2006/relationships/image" Target="../media/image1434.png"/><Relationship Id="rId32" Type="http://schemas.openxmlformats.org/officeDocument/2006/relationships/customXml" Target="../ink/ink2505.xml"/><Relationship Id="rId37" Type="http://schemas.openxmlformats.org/officeDocument/2006/relationships/image" Target="../media/image1447.png"/><Relationship Id="rId53" Type="http://schemas.openxmlformats.org/officeDocument/2006/relationships/image" Target="../media/image1455.png"/><Relationship Id="rId58" Type="http://schemas.openxmlformats.org/officeDocument/2006/relationships/customXml" Target="../ink/ink2518.xml"/><Relationship Id="rId74" Type="http://schemas.openxmlformats.org/officeDocument/2006/relationships/customXml" Target="../ink/ink2526.xml"/><Relationship Id="rId79" Type="http://schemas.openxmlformats.org/officeDocument/2006/relationships/image" Target="../media/image1468.png"/><Relationship Id="rId102" Type="http://schemas.openxmlformats.org/officeDocument/2006/relationships/customXml" Target="../ink/ink2540.xml"/><Relationship Id="rId5" Type="http://schemas.openxmlformats.org/officeDocument/2006/relationships/image" Target="../media/image1431.png"/><Relationship Id="rId90" Type="http://schemas.openxmlformats.org/officeDocument/2006/relationships/customXml" Target="../ink/ink2534.xml"/><Relationship Id="rId95" Type="http://schemas.openxmlformats.org/officeDocument/2006/relationships/image" Target="../media/image1476.png"/><Relationship Id="rId22" Type="http://schemas.openxmlformats.org/officeDocument/2006/relationships/customXml" Target="../ink/ink2500.xml"/><Relationship Id="rId27" Type="http://schemas.openxmlformats.org/officeDocument/2006/relationships/image" Target="../media/image1442.png"/><Relationship Id="rId43" Type="http://schemas.openxmlformats.org/officeDocument/2006/relationships/image" Target="../media/image1450.png"/><Relationship Id="rId48" Type="http://schemas.openxmlformats.org/officeDocument/2006/relationships/customXml" Target="../ink/ink2513.xml"/><Relationship Id="rId64" Type="http://schemas.openxmlformats.org/officeDocument/2006/relationships/customXml" Target="../ink/ink2521.xml"/><Relationship Id="rId69" Type="http://schemas.openxmlformats.org/officeDocument/2006/relationships/image" Target="../media/image1463.png"/><Relationship Id="rId80" Type="http://schemas.openxmlformats.org/officeDocument/2006/relationships/customXml" Target="../ink/ink2529.xml"/><Relationship Id="rId85" Type="http://schemas.openxmlformats.org/officeDocument/2006/relationships/image" Target="../media/image1471.png"/><Relationship Id="rId12" Type="http://schemas.openxmlformats.org/officeDocument/2006/relationships/customXml" Target="../ink/ink2495.xml"/><Relationship Id="rId17" Type="http://schemas.openxmlformats.org/officeDocument/2006/relationships/image" Target="../media/image1437.png"/><Relationship Id="rId33" Type="http://schemas.openxmlformats.org/officeDocument/2006/relationships/image" Target="../media/image1445.png"/><Relationship Id="rId38" Type="http://schemas.openxmlformats.org/officeDocument/2006/relationships/customXml" Target="../ink/ink2508.xml"/><Relationship Id="rId59" Type="http://schemas.openxmlformats.org/officeDocument/2006/relationships/image" Target="../media/image1458.png"/><Relationship Id="rId103" Type="http://schemas.openxmlformats.org/officeDocument/2006/relationships/image" Target="../media/image1480.png"/><Relationship Id="rId20" Type="http://schemas.openxmlformats.org/officeDocument/2006/relationships/customXml" Target="../ink/ink2499.xml"/><Relationship Id="rId41" Type="http://schemas.openxmlformats.org/officeDocument/2006/relationships/image" Target="../media/image1449.png"/><Relationship Id="rId54" Type="http://schemas.openxmlformats.org/officeDocument/2006/relationships/customXml" Target="../ink/ink2516.xml"/><Relationship Id="rId62" Type="http://schemas.openxmlformats.org/officeDocument/2006/relationships/customXml" Target="../ink/ink2520.xml"/><Relationship Id="rId70" Type="http://schemas.openxmlformats.org/officeDocument/2006/relationships/customXml" Target="../ink/ink2524.xml"/><Relationship Id="rId75" Type="http://schemas.openxmlformats.org/officeDocument/2006/relationships/image" Target="../media/image1466.png"/><Relationship Id="rId83" Type="http://schemas.openxmlformats.org/officeDocument/2006/relationships/image" Target="../media/image1470.png"/><Relationship Id="rId88" Type="http://schemas.openxmlformats.org/officeDocument/2006/relationships/customXml" Target="../ink/ink2533.xml"/><Relationship Id="rId91" Type="http://schemas.openxmlformats.org/officeDocument/2006/relationships/image" Target="../media/image1474.png"/><Relationship Id="rId96" Type="http://schemas.openxmlformats.org/officeDocument/2006/relationships/customXml" Target="../ink/ink2537.xml"/><Relationship Id="rId1" Type="http://schemas.openxmlformats.org/officeDocument/2006/relationships/slideLayout" Target="../slideLayouts/slideLayout4.xml"/><Relationship Id="rId6" Type="http://schemas.openxmlformats.org/officeDocument/2006/relationships/customXml" Target="../ink/ink2492.xml"/><Relationship Id="rId15" Type="http://schemas.openxmlformats.org/officeDocument/2006/relationships/image" Target="../media/image1436.png"/><Relationship Id="rId23" Type="http://schemas.openxmlformats.org/officeDocument/2006/relationships/image" Target="../media/image1440.png"/><Relationship Id="rId28" Type="http://schemas.openxmlformats.org/officeDocument/2006/relationships/customXml" Target="../ink/ink2503.xml"/><Relationship Id="rId36" Type="http://schemas.openxmlformats.org/officeDocument/2006/relationships/customXml" Target="../ink/ink2507.xml"/><Relationship Id="rId49" Type="http://schemas.openxmlformats.org/officeDocument/2006/relationships/image" Target="../media/image1453.png"/><Relationship Id="rId57" Type="http://schemas.openxmlformats.org/officeDocument/2006/relationships/image" Target="../media/image1457.png"/><Relationship Id="rId10" Type="http://schemas.openxmlformats.org/officeDocument/2006/relationships/customXml" Target="../ink/ink2494.xml"/><Relationship Id="rId31" Type="http://schemas.openxmlformats.org/officeDocument/2006/relationships/image" Target="../media/image1444.png"/><Relationship Id="rId44" Type="http://schemas.openxmlformats.org/officeDocument/2006/relationships/customXml" Target="../ink/ink2511.xml"/><Relationship Id="rId52" Type="http://schemas.openxmlformats.org/officeDocument/2006/relationships/customXml" Target="../ink/ink2515.xml"/><Relationship Id="rId60" Type="http://schemas.openxmlformats.org/officeDocument/2006/relationships/customXml" Target="../ink/ink2519.xml"/><Relationship Id="rId65" Type="http://schemas.openxmlformats.org/officeDocument/2006/relationships/image" Target="../media/image1461.png"/><Relationship Id="rId73" Type="http://schemas.openxmlformats.org/officeDocument/2006/relationships/image" Target="../media/image1465.png"/><Relationship Id="rId78" Type="http://schemas.openxmlformats.org/officeDocument/2006/relationships/customXml" Target="../ink/ink2528.xml"/><Relationship Id="rId81" Type="http://schemas.openxmlformats.org/officeDocument/2006/relationships/image" Target="../media/image1469.png"/><Relationship Id="rId86" Type="http://schemas.openxmlformats.org/officeDocument/2006/relationships/customXml" Target="../ink/ink2532.xml"/><Relationship Id="rId94" Type="http://schemas.openxmlformats.org/officeDocument/2006/relationships/customXml" Target="../ink/ink2536.xml"/><Relationship Id="rId99" Type="http://schemas.openxmlformats.org/officeDocument/2006/relationships/image" Target="../media/image1478.png"/><Relationship Id="rId101" Type="http://schemas.openxmlformats.org/officeDocument/2006/relationships/image" Target="../media/image1479.png"/><Relationship Id="rId4" Type="http://schemas.openxmlformats.org/officeDocument/2006/relationships/customXml" Target="../ink/ink2491.xml"/><Relationship Id="rId9" Type="http://schemas.openxmlformats.org/officeDocument/2006/relationships/image" Target="../media/image1433.png"/><Relationship Id="rId13" Type="http://schemas.openxmlformats.org/officeDocument/2006/relationships/image" Target="../media/image1435.png"/><Relationship Id="rId18" Type="http://schemas.openxmlformats.org/officeDocument/2006/relationships/customXml" Target="../ink/ink2498.xml"/><Relationship Id="rId39" Type="http://schemas.openxmlformats.org/officeDocument/2006/relationships/image" Target="../media/image1448.png"/><Relationship Id="rId34" Type="http://schemas.openxmlformats.org/officeDocument/2006/relationships/customXml" Target="../ink/ink2506.xml"/><Relationship Id="rId50" Type="http://schemas.openxmlformats.org/officeDocument/2006/relationships/customXml" Target="../ink/ink2514.xml"/><Relationship Id="rId55" Type="http://schemas.openxmlformats.org/officeDocument/2006/relationships/image" Target="../media/image1456.png"/><Relationship Id="rId76" Type="http://schemas.openxmlformats.org/officeDocument/2006/relationships/customXml" Target="../ink/ink2527.xml"/><Relationship Id="rId97" Type="http://schemas.openxmlformats.org/officeDocument/2006/relationships/image" Target="../media/image1477.png"/><Relationship Id="rId104" Type="http://schemas.openxmlformats.org/officeDocument/2006/relationships/customXml" Target="../ink/ink2541.xml"/><Relationship Id="rId7" Type="http://schemas.openxmlformats.org/officeDocument/2006/relationships/image" Target="../media/image1432.png"/><Relationship Id="rId71" Type="http://schemas.openxmlformats.org/officeDocument/2006/relationships/image" Target="../media/image1464.png"/><Relationship Id="rId92" Type="http://schemas.openxmlformats.org/officeDocument/2006/relationships/customXml" Target="../ink/ink2535.xml"/><Relationship Id="rId2" Type="http://schemas.openxmlformats.org/officeDocument/2006/relationships/image" Target="../media/image1429.png"/><Relationship Id="rId29" Type="http://schemas.openxmlformats.org/officeDocument/2006/relationships/image" Target="../media/image1443.png"/><Relationship Id="rId24" Type="http://schemas.openxmlformats.org/officeDocument/2006/relationships/customXml" Target="../ink/ink2501.xml"/><Relationship Id="rId40" Type="http://schemas.openxmlformats.org/officeDocument/2006/relationships/customXml" Target="../ink/ink2509.xml"/><Relationship Id="rId45" Type="http://schemas.openxmlformats.org/officeDocument/2006/relationships/image" Target="../media/image1451.png"/><Relationship Id="rId66" Type="http://schemas.openxmlformats.org/officeDocument/2006/relationships/customXml" Target="../ink/ink2522.xml"/><Relationship Id="rId87" Type="http://schemas.openxmlformats.org/officeDocument/2006/relationships/image" Target="../media/image1472.png"/><Relationship Id="rId61" Type="http://schemas.openxmlformats.org/officeDocument/2006/relationships/image" Target="../media/image1459.png"/><Relationship Id="rId82" Type="http://schemas.openxmlformats.org/officeDocument/2006/relationships/customXml" Target="../ink/ink2530.xml"/><Relationship Id="rId19" Type="http://schemas.openxmlformats.org/officeDocument/2006/relationships/image" Target="../media/image1438.png"/><Relationship Id="rId14" Type="http://schemas.openxmlformats.org/officeDocument/2006/relationships/customXml" Target="../ink/ink2496.xml"/><Relationship Id="rId30" Type="http://schemas.openxmlformats.org/officeDocument/2006/relationships/customXml" Target="../ink/ink2504.xml"/><Relationship Id="rId35" Type="http://schemas.openxmlformats.org/officeDocument/2006/relationships/image" Target="../media/image1446.png"/><Relationship Id="rId56" Type="http://schemas.openxmlformats.org/officeDocument/2006/relationships/customXml" Target="../ink/ink2517.xml"/><Relationship Id="rId77" Type="http://schemas.openxmlformats.org/officeDocument/2006/relationships/image" Target="../media/image1467.png"/><Relationship Id="rId100" Type="http://schemas.openxmlformats.org/officeDocument/2006/relationships/customXml" Target="../ink/ink2539.xml"/><Relationship Id="rId105" Type="http://schemas.openxmlformats.org/officeDocument/2006/relationships/image" Target="../media/image1481.png"/><Relationship Id="rId8" Type="http://schemas.openxmlformats.org/officeDocument/2006/relationships/customXml" Target="../ink/ink2493.xml"/><Relationship Id="rId51" Type="http://schemas.openxmlformats.org/officeDocument/2006/relationships/image" Target="../media/image1454.png"/><Relationship Id="rId72" Type="http://schemas.openxmlformats.org/officeDocument/2006/relationships/customXml" Target="../ink/ink2525.xml"/><Relationship Id="rId93" Type="http://schemas.openxmlformats.org/officeDocument/2006/relationships/image" Target="../media/image1475.png"/><Relationship Id="rId98" Type="http://schemas.openxmlformats.org/officeDocument/2006/relationships/customXml" Target="../ink/ink2538.xml"/><Relationship Id="rId3" Type="http://schemas.openxmlformats.org/officeDocument/2006/relationships/image" Target="../media/image1430.png"/><Relationship Id="rId25" Type="http://schemas.openxmlformats.org/officeDocument/2006/relationships/image" Target="../media/image1441.png"/><Relationship Id="rId46" Type="http://schemas.openxmlformats.org/officeDocument/2006/relationships/customXml" Target="../ink/ink2512.xml"/><Relationship Id="rId67" Type="http://schemas.openxmlformats.org/officeDocument/2006/relationships/image" Target="../media/image1462.png"/></Relationships>
</file>

<file path=ppt/slides/_rels/slide26.xml.rels><?xml version="1.0" encoding="UTF-8" standalone="yes"?>
<Relationships xmlns="http://schemas.openxmlformats.org/package/2006/relationships"><Relationship Id="rId117" Type="http://schemas.openxmlformats.org/officeDocument/2006/relationships/image" Target="../media/image1542.png"/><Relationship Id="rId21" Type="http://schemas.openxmlformats.org/officeDocument/2006/relationships/image" Target="../media/image1491.png"/><Relationship Id="rId42" Type="http://schemas.openxmlformats.org/officeDocument/2006/relationships/customXml" Target="../ink/ink2562.xml"/><Relationship Id="rId63" Type="http://schemas.openxmlformats.org/officeDocument/2006/relationships/image" Target="../media/image1512.png"/><Relationship Id="rId84" Type="http://schemas.openxmlformats.org/officeDocument/2006/relationships/customXml" Target="../ink/ink2583.xml"/><Relationship Id="rId138" Type="http://schemas.openxmlformats.org/officeDocument/2006/relationships/customXml" Target="../ink/ink2610.xml"/><Relationship Id="rId159" Type="http://schemas.openxmlformats.org/officeDocument/2006/relationships/image" Target="../media/image1563.png"/><Relationship Id="rId170" Type="http://schemas.openxmlformats.org/officeDocument/2006/relationships/customXml" Target="../ink/ink2626.xml"/><Relationship Id="rId191" Type="http://schemas.openxmlformats.org/officeDocument/2006/relationships/image" Target="../media/image1579.png"/><Relationship Id="rId107" Type="http://schemas.openxmlformats.org/officeDocument/2006/relationships/image" Target="../media/image1534.png"/><Relationship Id="rId11" Type="http://schemas.openxmlformats.org/officeDocument/2006/relationships/image" Target="../media/image1486.png"/><Relationship Id="rId32" Type="http://schemas.openxmlformats.org/officeDocument/2006/relationships/customXml" Target="../ink/ink2557.xml"/><Relationship Id="rId53" Type="http://schemas.openxmlformats.org/officeDocument/2006/relationships/image" Target="../media/image1507.png"/><Relationship Id="rId74" Type="http://schemas.openxmlformats.org/officeDocument/2006/relationships/customXml" Target="../ink/ink2578.xml"/><Relationship Id="rId128" Type="http://schemas.openxmlformats.org/officeDocument/2006/relationships/customXml" Target="../ink/ink2605.xml"/><Relationship Id="rId149" Type="http://schemas.openxmlformats.org/officeDocument/2006/relationships/image" Target="../media/image1558.png"/><Relationship Id="rId5" Type="http://schemas.openxmlformats.org/officeDocument/2006/relationships/image" Target="../media/image1483.png"/><Relationship Id="rId95" Type="http://schemas.openxmlformats.org/officeDocument/2006/relationships/image" Target="../media/image1528.png"/><Relationship Id="rId160" Type="http://schemas.openxmlformats.org/officeDocument/2006/relationships/customXml" Target="../ink/ink2621.xml"/><Relationship Id="rId181" Type="http://schemas.openxmlformats.org/officeDocument/2006/relationships/image" Target="../media/image1574.png"/><Relationship Id="rId22" Type="http://schemas.openxmlformats.org/officeDocument/2006/relationships/customXml" Target="../ink/ink2552.xml"/><Relationship Id="rId43" Type="http://schemas.openxmlformats.org/officeDocument/2006/relationships/image" Target="../media/image1502.png"/><Relationship Id="rId64" Type="http://schemas.openxmlformats.org/officeDocument/2006/relationships/customXml" Target="../ink/ink2573.xml"/><Relationship Id="rId118" Type="http://schemas.openxmlformats.org/officeDocument/2006/relationships/customXml" Target="../ink/ink2600.xml"/><Relationship Id="rId139" Type="http://schemas.openxmlformats.org/officeDocument/2006/relationships/image" Target="../media/image1553.png"/><Relationship Id="rId85" Type="http://schemas.openxmlformats.org/officeDocument/2006/relationships/image" Target="../media/image1523.png"/><Relationship Id="rId150" Type="http://schemas.openxmlformats.org/officeDocument/2006/relationships/customXml" Target="../ink/ink2616.xml"/><Relationship Id="rId171" Type="http://schemas.openxmlformats.org/officeDocument/2006/relationships/image" Target="../media/image1569.png"/><Relationship Id="rId192" Type="http://schemas.openxmlformats.org/officeDocument/2006/relationships/customXml" Target="../ink/ink2637.xml"/><Relationship Id="rId12" Type="http://schemas.openxmlformats.org/officeDocument/2006/relationships/customXml" Target="../ink/ink2547.xml"/><Relationship Id="rId33" Type="http://schemas.openxmlformats.org/officeDocument/2006/relationships/image" Target="../media/image1497.png"/><Relationship Id="rId108" Type="http://schemas.openxmlformats.org/officeDocument/2006/relationships/customXml" Target="../ink/ink2595.xml"/><Relationship Id="rId129" Type="http://schemas.openxmlformats.org/officeDocument/2006/relationships/image" Target="../media/image1548.png"/><Relationship Id="rId54" Type="http://schemas.openxmlformats.org/officeDocument/2006/relationships/customXml" Target="../ink/ink2568.xml"/><Relationship Id="rId75" Type="http://schemas.openxmlformats.org/officeDocument/2006/relationships/image" Target="../media/image1518.png"/><Relationship Id="rId96" Type="http://schemas.openxmlformats.org/officeDocument/2006/relationships/customXml" Target="../ink/ink2589.xml"/><Relationship Id="rId140" Type="http://schemas.openxmlformats.org/officeDocument/2006/relationships/customXml" Target="../ink/ink2611.xml"/><Relationship Id="rId161" Type="http://schemas.openxmlformats.org/officeDocument/2006/relationships/image" Target="../media/image1564.png"/><Relationship Id="rId182" Type="http://schemas.openxmlformats.org/officeDocument/2006/relationships/customXml" Target="../ink/ink2632.xml"/><Relationship Id="rId6" Type="http://schemas.openxmlformats.org/officeDocument/2006/relationships/customXml" Target="../ink/ink2544.xml"/><Relationship Id="rId23" Type="http://schemas.openxmlformats.org/officeDocument/2006/relationships/image" Target="../media/image1492.png"/><Relationship Id="rId119" Type="http://schemas.openxmlformats.org/officeDocument/2006/relationships/image" Target="../media/image1543.png"/><Relationship Id="rId44" Type="http://schemas.openxmlformats.org/officeDocument/2006/relationships/customXml" Target="../ink/ink2563.xml"/><Relationship Id="rId65" Type="http://schemas.openxmlformats.org/officeDocument/2006/relationships/image" Target="../media/image1513.png"/><Relationship Id="rId86" Type="http://schemas.openxmlformats.org/officeDocument/2006/relationships/customXml" Target="../ink/ink2584.xml"/><Relationship Id="rId130" Type="http://schemas.openxmlformats.org/officeDocument/2006/relationships/customXml" Target="../ink/ink2606.xml"/><Relationship Id="rId151" Type="http://schemas.openxmlformats.org/officeDocument/2006/relationships/image" Target="../media/image1559.png"/><Relationship Id="rId172" Type="http://schemas.openxmlformats.org/officeDocument/2006/relationships/customXml" Target="../ink/ink2627.xml"/><Relationship Id="rId193" Type="http://schemas.openxmlformats.org/officeDocument/2006/relationships/image" Target="../media/image1580.png"/><Relationship Id="rId13" Type="http://schemas.openxmlformats.org/officeDocument/2006/relationships/image" Target="../media/image1487.png"/><Relationship Id="rId109" Type="http://schemas.openxmlformats.org/officeDocument/2006/relationships/image" Target="../media/image1535.png"/><Relationship Id="rId34" Type="http://schemas.openxmlformats.org/officeDocument/2006/relationships/customXml" Target="../ink/ink2558.xml"/><Relationship Id="rId55" Type="http://schemas.openxmlformats.org/officeDocument/2006/relationships/image" Target="../media/image1508.png"/><Relationship Id="rId76" Type="http://schemas.openxmlformats.org/officeDocument/2006/relationships/customXml" Target="../ink/ink2579.xml"/><Relationship Id="rId97" Type="http://schemas.openxmlformats.org/officeDocument/2006/relationships/image" Target="../media/image1529.png"/><Relationship Id="rId120" Type="http://schemas.openxmlformats.org/officeDocument/2006/relationships/customXml" Target="../ink/ink2601.xml"/><Relationship Id="rId141" Type="http://schemas.openxmlformats.org/officeDocument/2006/relationships/image" Target="../media/image1554.png"/><Relationship Id="rId7" Type="http://schemas.openxmlformats.org/officeDocument/2006/relationships/image" Target="../media/image1484.png"/><Relationship Id="rId71" Type="http://schemas.openxmlformats.org/officeDocument/2006/relationships/image" Target="../media/image1516.png"/><Relationship Id="rId92" Type="http://schemas.openxmlformats.org/officeDocument/2006/relationships/customXml" Target="../ink/ink2587.xml"/><Relationship Id="rId162" Type="http://schemas.openxmlformats.org/officeDocument/2006/relationships/customXml" Target="../ink/ink2622.xml"/><Relationship Id="rId183" Type="http://schemas.openxmlformats.org/officeDocument/2006/relationships/image" Target="../media/image1575.png"/><Relationship Id="rId2" Type="http://schemas.openxmlformats.org/officeDocument/2006/relationships/customXml" Target="../ink/ink2542.xml"/><Relationship Id="rId29" Type="http://schemas.openxmlformats.org/officeDocument/2006/relationships/image" Target="../media/image1495.png"/><Relationship Id="rId24" Type="http://schemas.openxmlformats.org/officeDocument/2006/relationships/customXml" Target="../ink/ink2553.xml"/><Relationship Id="rId40" Type="http://schemas.openxmlformats.org/officeDocument/2006/relationships/customXml" Target="../ink/ink2561.xml"/><Relationship Id="rId45" Type="http://schemas.openxmlformats.org/officeDocument/2006/relationships/image" Target="../media/image1503.png"/><Relationship Id="rId66" Type="http://schemas.openxmlformats.org/officeDocument/2006/relationships/customXml" Target="../ink/ink2574.xml"/><Relationship Id="rId87" Type="http://schemas.openxmlformats.org/officeDocument/2006/relationships/image" Target="../media/image1524.png"/><Relationship Id="rId110" Type="http://schemas.openxmlformats.org/officeDocument/2006/relationships/customXml" Target="../ink/ink2596.xml"/><Relationship Id="rId115" Type="http://schemas.openxmlformats.org/officeDocument/2006/relationships/image" Target="../media/image1541.png"/><Relationship Id="rId131" Type="http://schemas.openxmlformats.org/officeDocument/2006/relationships/image" Target="../media/image1549.png"/><Relationship Id="rId136" Type="http://schemas.openxmlformats.org/officeDocument/2006/relationships/customXml" Target="../ink/ink2609.xml"/><Relationship Id="rId157" Type="http://schemas.openxmlformats.org/officeDocument/2006/relationships/image" Target="../media/image1562.png"/><Relationship Id="rId178" Type="http://schemas.openxmlformats.org/officeDocument/2006/relationships/customXml" Target="../ink/ink2630.xml"/><Relationship Id="rId61" Type="http://schemas.openxmlformats.org/officeDocument/2006/relationships/image" Target="../media/image1511.png"/><Relationship Id="rId82" Type="http://schemas.openxmlformats.org/officeDocument/2006/relationships/customXml" Target="../ink/ink2582.xml"/><Relationship Id="rId152" Type="http://schemas.openxmlformats.org/officeDocument/2006/relationships/customXml" Target="../ink/ink2617.xml"/><Relationship Id="rId173" Type="http://schemas.openxmlformats.org/officeDocument/2006/relationships/image" Target="../media/image1570.png"/><Relationship Id="rId194" Type="http://schemas.openxmlformats.org/officeDocument/2006/relationships/customXml" Target="../ink/ink2638.xml"/><Relationship Id="rId199" Type="http://schemas.openxmlformats.org/officeDocument/2006/relationships/image" Target="../media/image1583.png"/><Relationship Id="rId19" Type="http://schemas.openxmlformats.org/officeDocument/2006/relationships/image" Target="../media/image1490.png"/><Relationship Id="rId14" Type="http://schemas.openxmlformats.org/officeDocument/2006/relationships/customXml" Target="../ink/ink2548.xml"/><Relationship Id="rId30" Type="http://schemas.openxmlformats.org/officeDocument/2006/relationships/customXml" Target="../ink/ink2556.xml"/><Relationship Id="rId35" Type="http://schemas.openxmlformats.org/officeDocument/2006/relationships/image" Target="../media/image1498.png"/><Relationship Id="rId56" Type="http://schemas.openxmlformats.org/officeDocument/2006/relationships/customXml" Target="../ink/ink2569.xml"/><Relationship Id="rId77" Type="http://schemas.openxmlformats.org/officeDocument/2006/relationships/image" Target="../media/image1519.png"/><Relationship Id="rId100" Type="http://schemas.openxmlformats.org/officeDocument/2006/relationships/customXml" Target="../ink/ink2591.xml"/><Relationship Id="rId105" Type="http://schemas.openxmlformats.org/officeDocument/2006/relationships/image" Target="../media/image1533.png"/><Relationship Id="rId126" Type="http://schemas.openxmlformats.org/officeDocument/2006/relationships/customXml" Target="../ink/ink2604.xml"/><Relationship Id="rId147" Type="http://schemas.openxmlformats.org/officeDocument/2006/relationships/image" Target="../media/image1557.png"/><Relationship Id="rId168" Type="http://schemas.openxmlformats.org/officeDocument/2006/relationships/customXml" Target="../ink/ink2625.xml"/><Relationship Id="rId8" Type="http://schemas.openxmlformats.org/officeDocument/2006/relationships/customXml" Target="../ink/ink2545.xml"/><Relationship Id="rId51" Type="http://schemas.openxmlformats.org/officeDocument/2006/relationships/image" Target="../media/image1506.png"/><Relationship Id="rId72" Type="http://schemas.openxmlformats.org/officeDocument/2006/relationships/customXml" Target="../ink/ink2577.xml"/><Relationship Id="rId93" Type="http://schemas.openxmlformats.org/officeDocument/2006/relationships/image" Target="../media/image1527.png"/><Relationship Id="rId98" Type="http://schemas.openxmlformats.org/officeDocument/2006/relationships/customXml" Target="../ink/ink2590.xml"/><Relationship Id="rId121" Type="http://schemas.openxmlformats.org/officeDocument/2006/relationships/image" Target="../media/image1544.png"/><Relationship Id="rId142" Type="http://schemas.openxmlformats.org/officeDocument/2006/relationships/customXml" Target="../ink/ink2612.xml"/><Relationship Id="rId163" Type="http://schemas.openxmlformats.org/officeDocument/2006/relationships/image" Target="../media/image1565.png"/><Relationship Id="rId184" Type="http://schemas.openxmlformats.org/officeDocument/2006/relationships/customXml" Target="../ink/ink2633.xml"/><Relationship Id="rId189" Type="http://schemas.openxmlformats.org/officeDocument/2006/relationships/image" Target="../media/image1578.png"/><Relationship Id="rId3" Type="http://schemas.openxmlformats.org/officeDocument/2006/relationships/image" Target="../media/image1482.png"/><Relationship Id="rId25" Type="http://schemas.openxmlformats.org/officeDocument/2006/relationships/image" Target="../media/image1493.png"/><Relationship Id="rId46" Type="http://schemas.openxmlformats.org/officeDocument/2006/relationships/customXml" Target="../ink/ink2564.xml"/><Relationship Id="rId67" Type="http://schemas.openxmlformats.org/officeDocument/2006/relationships/image" Target="../media/image1514.png"/><Relationship Id="rId116" Type="http://schemas.openxmlformats.org/officeDocument/2006/relationships/customXml" Target="../ink/ink2599.xml"/><Relationship Id="rId137" Type="http://schemas.openxmlformats.org/officeDocument/2006/relationships/image" Target="../media/image1552.png"/><Relationship Id="rId158" Type="http://schemas.openxmlformats.org/officeDocument/2006/relationships/customXml" Target="../ink/ink2620.xml"/><Relationship Id="rId20" Type="http://schemas.openxmlformats.org/officeDocument/2006/relationships/customXml" Target="../ink/ink2551.xml"/><Relationship Id="rId41" Type="http://schemas.openxmlformats.org/officeDocument/2006/relationships/image" Target="../media/image1501.png"/><Relationship Id="rId62" Type="http://schemas.openxmlformats.org/officeDocument/2006/relationships/customXml" Target="../ink/ink2572.xml"/><Relationship Id="rId83" Type="http://schemas.openxmlformats.org/officeDocument/2006/relationships/image" Target="../media/image1522.png"/><Relationship Id="rId88" Type="http://schemas.openxmlformats.org/officeDocument/2006/relationships/customXml" Target="../ink/ink2585.xml"/><Relationship Id="rId111" Type="http://schemas.openxmlformats.org/officeDocument/2006/relationships/image" Target="../media/image1536.png"/><Relationship Id="rId132" Type="http://schemas.openxmlformats.org/officeDocument/2006/relationships/customXml" Target="../ink/ink2607.xml"/><Relationship Id="rId153" Type="http://schemas.openxmlformats.org/officeDocument/2006/relationships/image" Target="../media/image1560.png"/><Relationship Id="rId174" Type="http://schemas.openxmlformats.org/officeDocument/2006/relationships/customXml" Target="../ink/ink2628.xml"/><Relationship Id="rId179" Type="http://schemas.openxmlformats.org/officeDocument/2006/relationships/image" Target="../media/image1573.png"/><Relationship Id="rId195" Type="http://schemas.openxmlformats.org/officeDocument/2006/relationships/image" Target="../media/image1581.png"/><Relationship Id="rId190" Type="http://schemas.openxmlformats.org/officeDocument/2006/relationships/customXml" Target="../ink/ink2636.xml"/><Relationship Id="rId15" Type="http://schemas.openxmlformats.org/officeDocument/2006/relationships/image" Target="../media/image1488.png"/><Relationship Id="rId36" Type="http://schemas.openxmlformats.org/officeDocument/2006/relationships/customXml" Target="../ink/ink2559.xml"/><Relationship Id="rId57" Type="http://schemas.openxmlformats.org/officeDocument/2006/relationships/image" Target="../media/image1509.png"/><Relationship Id="rId106" Type="http://schemas.openxmlformats.org/officeDocument/2006/relationships/customXml" Target="../ink/ink2594.xml"/><Relationship Id="rId127" Type="http://schemas.openxmlformats.org/officeDocument/2006/relationships/image" Target="../media/image1547.png"/><Relationship Id="rId10" Type="http://schemas.openxmlformats.org/officeDocument/2006/relationships/customXml" Target="../ink/ink2546.xml"/><Relationship Id="rId31" Type="http://schemas.openxmlformats.org/officeDocument/2006/relationships/image" Target="../media/image1496.png"/><Relationship Id="rId52" Type="http://schemas.openxmlformats.org/officeDocument/2006/relationships/customXml" Target="../ink/ink2567.xml"/><Relationship Id="rId73" Type="http://schemas.openxmlformats.org/officeDocument/2006/relationships/image" Target="../media/image1517.png"/><Relationship Id="rId78" Type="http://schemas.openxmlformats.org/officeDocument/2006/relationships/customXml" Target="../ink/ink2580.xml"/><Relationship Id="rId94" Type="http://schemas.openxmlformats.org/officeDocument/2006/relationships/customXml" Target="../ink/ink2588.xml"/><Relationship Id="rId99" Type="http://schemas.openxmlformats.org/officeDocument/2006/relationships/image" Target="../media/image1530.png"/><Relationship Id="rId101" Type="http://schemas.openxmlformats.org/officeDocument/2006/relationships/image" Target="../media/image1531.png"/><Relationship Id="rId122" Type="http://schemas.openxmlformats.org/officeDocument/2006/relationships/customXml" Target="../ink/ink2602.xml"/><Relationship Id="rId143" Type="http://schemas.openxmlformats.org/officeDocument/2006/relationships/image" Target="../media/image1555.png"/><Relationship Id="rId148" Type="http://schemas.openxmlformats.org/officeDocument/2006/relationships/customXml" Target="../ink/ink2615.xml"/><Relationship Id="rId164" Type="http://schemas.openxmlformats.org/officeDocument/2006/relationships/customXml" Target="../ink/ink2623.xml"/><Relationship Id="rId169" Type="http://schemas.openxmlformats.org/officeDocument/2006/relationships/image" Target="../media/image1568.png"/><Relationship Id="rId185" Type="http://schemas.openxmlformats.org/officeDocument/2006/relationships/image" Target="../media/image1576.png"/><Relationship Id="rId4" Type="http://schemas.openxmlformats.org/officeDocument/2006/relationships/customXml" Target="../ink/ink2543.xml"/><Relationship Id="rId9" Type="http://schemas.openxmlformats.org/officeDocument/2006/relationships/image" Target="../media/image1485.png"/><Relationship Id="rId180" Type="http://schemas.openxmlformats.org/officeDocument/2006/relationships/customXml" Target="../ink/ink2631.xml"/><Relationship Id="rId26" Type="http://schemas.openxmlformats.org/officeDocument/2006/relationships/customXml" Target="../ink/ink2554.xml"/><Relationship Id="rId47" Type="http://schemas.openxmlformats.org/officeDocument/2006/relationships/image" Target="../media/image1504.png"/><Relationship Id="rId68" Type="http://schemas.openxmlformats.org/officeDocument/2006/relationships/customXml" Target="../ink/ink2575.xml"/><Relationship Id="rId89" Type="http://schemas.openxmlformats.org/officeDocument/2006/relationships/image" Target="../media/image1525.png"/><Relationship Id="rId112" Type="http://schemas.openxmlformats.org/officeDocument/2006/relationships/customXml" Target="../ink/ink2597.xml"/><Relationship Id="rId133" Type="http://schemas.openxmlformats.org/officeDocument/2006/relationships/image" Target="../media/image1550.png"/><Relationship Id="rId154" Type="http://schemas.openxmlformats.org/officeDocument/2006/relationships/customXml" Target="../ink/ink2618.xml"/><Relationship Id="rId175" Type="http://schemas.openxmlformats.org/officeDocument/2006/relationships/image" Target="../media/image1571.png"/><Relationship Id="rId196" Type="http://schemas.openxmlformats.org/officeDocument/2006/relationships/customXml" Target="../ink/ink2639.xml"/><Relationship Id="rId16" Type="http://schemas.openxmlformats.org/officeDocument/2006/relationships/customXml" Target="../ink/ink2549.xml"/><Relationship Id="rId37" Type="http://schemas.openxmlformats.org/officeDocument/2006/relationships/image" Target="../media/image1499.png"/><Relationship Id="rId58" Type="http://schemas.openxmlformats.org/officeDocument/2006/relationships/customXml" Target="../ink/ink2570.xml"/><Relationship Id="rId79" Type="http://schemas.openxmlformats.org/officeDocument/2006/relationships/image" Target="../media/image1520.png"/><Relationship Id="rId102" Type="http://schemas.openxmlformats.org/officeDocument/2006/relationships/customXml" Target="../ink/ink2592.xml"/><Relationship Id="rId123" Type="http://schemas.openxmlformats.org/officeDocument/2006/relationships/image" Target="../media/image1545.png"/><Relationship Id="rId144" Type="http://schemas.openxmlformats.org/officeDocument/2006/relationships/customXml" Target="../ink/ink2613.xml"/><Relationship Id="rId90" Type="http://schemas.openxmlformats.org/officeDocument/2006/relationships/customXml" Target="../ink/ink2586.xml"/><Relationship Id="rId165" Type="http://schemas.openxmlformats.org/officeDocument/2006/relationships/image" Target="../media/image1566.png"/><Relationship Id="rId186" Type="http://schemas.openxmlformats.org/officeDocument/2006/relationships/customXml" Target="../ink/ink2634.xml"/><Relationship Id="rId27" Type="http://schemas.openxmlformats.org/officeDocument/2006/relationships/image" Target="../media/image1494.png"/><Relationship Id="rId48" Type="http://schemas.openxmlformats.org/officeDocument/2006/relationships/customXml" Target="../ink/ink2565.xml"/><Relationship Id="rId69" Type="http://schemas.openxmlformats.org/officeDocument/2006/relationships/image" Target="../media/image1515.png"/><Relationship Id="rId113" Type="http://schemas.openxmlformats.org/officeDocument/2006/relationships/image" Target="../media/image1537.png"/><Relationship Id="rId134" Type="http://schemas.openxmlformats.org/officeDocument/2006/relationships/customXml" Target="../ink/ink2608.xml"/><Relationship Id="rId80" Type="http://schemas.openxmlformats.org/officeDocument/2006/relationships/customXml" Target="../ink/ink2581.xml"/><Relationship Id="rId155" Type="http://schemas.openxmlformats.org/officeDocument/2006/relationships/image" Target="../media/image1561.png"/><Relationship Id="rId176" Type="http://schemas.openxmlformats.org/officeDocument/2006/relationships/customXml" Target="../ink/ink2629.xml"/><Relationship Id="rId197" Type="http://schemas.openxmlformats.org/officeDocument/2006/relationships/image" Target="../media/image1582.png"/><Relationship Id="rId17" Type="http://schemas.openxmlformats.org/officeDocument/2006/relationships/image" Target="../media/image1489.png"/><Relationship Id="rId38" Type="http://schemas.openxmlformats.org/officeDocument/2006/relationships/customXml" Target="../ink/ink2560.xml"/><Relationship Id="rId59" Type="http://schemas.openxmlformats.org/officeDocument/2006/relationships/image" Target="../media/image1510.png"/><Relationship Id="rId103" Type="http://schemas.openxmlformats.org/officeDocument/2006/relationships/image" Target="../media/image1532.png"/><Relationship Id="rId124" Type="http://schemas.openxmlformats.org/officeDocument/2006/relationships/customXml" Target="../ink/ink2603.xml"/><Relationship Id="rId70" Type="http://schemas.openxmlformats.org/officeDocument/2006/relationships/customXml" Target="../ink/ink2576.xml"/><Relationship Id="rId91" Type="http://schemas.openxmlformats.org/officeDocument/2006/relationships/image" Target="../media/image1526.png"/><Relationship Id="rId145" Type="http://schemas.openxmlformats.org/officeDocument/2006/relationships/image" Target="../media/image1556.png"/><Relationship Id="rId166" Type="http://schemas.openxmlformats.org/officeDocument/2006/relationships/customXml" Target="../ink/ink2624.xml"/><Relationship Id="rId187" Type="http://schemas.openxmlformats.org/officeDocument/2006/relationships/image" Target="../media/image1577.png"/><Relationship Id="rId1" Type="http://schemas.openxmlformats.org/officeDocument/2006/relationships/slideLayout" Target="../slideLayouts/slideLayout4.xml"/><Relationship Id="rId28" Type="http://schemas.openxmlformats.org/officeDocument/2006/relationships/customXml" Target="../ink/ink2555.xml"/><Relationship Id="rId49" Type="http://schemas.openxmlformats.org/officeDocument/2006/relationships/image" Target="../media/image1505.png"/><Relationship Id="rId114" Type="http://schemas.openxmlformats.org/officeDocument/2006/relationships/customXml" Target="../ink/ink2598.xml"/><Relationship Id="rId60" Type="http://schemas.openxmlformats.org/officeDocument/2006/relationships/customXml" Target="../ink/ink2571.xml"/><Relationship Id="rId81" Type="http://schemas.openxmlformats.org/officeDocument/2006/relationships/image" Target="../media/image1521.png"/><Relationship Id="rId135" Type="http://schemas.openxmlformats.org/officeDocument/2006/relationships/image" Target="../media/image1551.png"/><Relationship Id="rId156" Type="http://schemas.openxmlformats.org/officeDocument/2006/relationships/customXml" Target="../ink/ink2619.xml"/><Relationship Id="rId177" Type="http://schemas.openxmlformats.org/officeDocument/2006/relationships/image" Target="../media/image1572.png"/><Relationship Id="rId198" Type="http://schemas.openxmlformats.org/officeDocument/2006/relationships/customXml" Target="../ink/ink2640.xml"/><Relationship Id="rId18" Type="http://schemas.openxmlformats.org/officeDocument/2006/relationships/customXml" Target="../ink/ink2550.xml"/><Relationship Id="rId39" Type="http://schemas.openxmlformats.org/officeDocument/2006/relationships/image" Target="../media/image1500.png"/><Relationship Id="rId50" Type="http://schemas.openxmlformats.org/officeDocument/2006/relationships/customXml" Target="../ink/ink2566.xml"/><Relationship Id="rId104" Type="http://schemas.openxmlformats.org/officeDocument/2006/relationships/customXml" Target="../ink/ink2593.xml"/><Relationship Id="rId125" Type="http://schemas.openxmlformats.org/officeDocument/2006/relationships/image" Target="../media/image1546.png"/><Relationship Id="rId146" Type="http://schemas.openxmlformats.org/officeDocument/2006/relationships/customXml" Target="../ink/ink2614.xml"/><Relationship Id="rId167" Type="http://schemas.openxmlformats.org/officeDocument/2006/relationships/image" Target="../media/image1567.png"/><Relationship Id="rId188" Type="http://schemas.openxmlformats.org/officeDocument/2006/relationships/customXml" Target="../ink/ink2635.xml"/></Relationships>
</file>

<file path=ppt/slides/_rels/slide27.xml.rels><?xml version="1.0" encoding="UTF-8" standalone="yes"?>
<Relationships xmlns="http://schemas.openxmlformats.org/package/2006/relationships"><Relationship Id="rId117" Type="http://schemas.openxmlformats.org/officeDocument/2006/relationships/image" Target="../media/image14240.png"/><Relationship Id="rId299" Type="http://schemas.openxmlformats.org/officeDocument/2006/relationships/image" Target="../media/image15150.png"/><Relationship Id="rId21" Type="http://schemas.openxmlformats.org/officeDocument/2006/relationships/image" Target="../media/image3100.png"/><Relationship Id="rId63" Type="http://schemas.openxmlformats.org/officeDocument/2006/relationships/image" Target="../media/image3311.png"/><Relationship Id="rId159" Type="http://schemas.openxmlformats.org/officeDocument/2006/relationships/image" Target="../media/image14450.png"/><Relationship Id="rId324" Type="http://schemas.openxmlformats.org/officeDocument/2006/relationships/customXml" Target="../ink/ink2801.xml"/><Relationship Id="rId170" Type="http://schemas.openxmlformats.org/officeDocument/2006/relationships/customXml" Target="../ink/ink2724.xml"/><Relationship Id="rId226" Type="http://schemas.openxmlformats.org/officeDocument/2006/relationships/customXml" Target="../ink/ink2752.xml"/><Relationship Id="rId268" Type="http://schemas.openxmlformats.org/officeDocument/2006/relationships/customXml" Target="../ink/ink2773.xml"/><Relationship Id="rId32" Type="http://schemas.openxmlformats.org/officeDocument/2006/relationships/customXml" Target="../ink/ink2655.xml"/><Relationship Id="rId74" Type="http://schemas.openxmlformats.org/officeDocument/2006/relationships/customXml" Target="../ink/ink2676.xml"/><Relationship Id="rId128" Type="http://schemas.openxmlformats.org/officeDocument/2006/relationships/customXml" Target="../ink/ink2703.xml"/><Relationship Id="rId335" Type="http://schemas.openxmlformats.org/officeDocument/2006/relationships/image" Target="../media/image15330.png"/><Relationship Id="rId5" Type="http://schemas.openxmlformats.org/officeDocument/2006/relationships/image" Target="../media/image3020.png"/><Relationship Id="rId181" Type="http://schemas.openxmlformats.org/officeDocument/2006/relationships/image" Target="../media/image14560.png"/><Relationship Id="rId237" Type="http://schemas.openxmlformats.org/officeDocument/2006/relationships/image" Target="../media/image14840.png"/><Relationship Id="rId279" Type="http://schemas.openxmlformats.org/officeDocument/2006/relationships/image" Target="../media/image15050.png"/><Relationship Id="rId43" Type="http://schemas.openxmlformats.org/officeDocument/2006/relationships/image" Target="../media/image3211.png"/><Relationship Id="rId139" Type="http://schemas.openxmlformats.org/officeDocument/2006/relationships/image" Target="../media/image14350.png"/><Relationship Id="rId290" Type="http://schemas.openxmlformats.org/officeDocument/2006/relationships/customXml" Target="../ink/ink2784.xml"/><Relationship Id="rId304" Type="http://schemas.openxmlformats.org/officeDocument/2006/relationships/customXml" Target="../ink/ink2791.xml"/><Relationship Id="rId85" Type="http://schemas.openxmlformats.org/officeDocument/2006/relationships/image" Target="../media/image3800.png"/><Relationship Id="rId150" Type="http://schemas.openxmlformats.org/officeDocument/2006/relationships/customXml" Target="../ink/ink2714.xml"/><Relationship Id="rId192" Type="http://schemas.openxmlformats.org/officeDocument/2006/relationships/customXml" Target="../ink/ink2735.xml"/><Relationship Id="rId206" Type="http://schemas.openxmlformats.org/officeDocument/2006/relationships/customXml" Target="../ink/ink2742.xml"/><Relationship Id="rId248" Type="http://schemas.openxmlformats.org/officeDocument/2006/relationships/customXml" Target="../ink/ink2763.xml"/><Relationship Id="rId12" Type="http://schemas.openxmlformats.org/officeDocument/2006/relationships/customXml" Target="../ink/ink2645.xml"/><Relationship Id="rId108" Type="http://schemas.openxmlformats.org/officeDocument/2006/relationships/customXml" Target="../ink/ink2693.xml"/><Relationship Id="rId315" Type="http://schemas.openxmlformats.org/officeDocument/2006/relationships/image" Target="../media/image15230.png"/><Relationship Id="rId54" Type="http://schemas.openxmlformats.org/officeDocument/2006/relationships/customXml" Target="../ink/ink2666.xml"/><Relationship Id="rId96" Type="http://schemas.openxmlformats.org/officeDocument/2006/relationships/customXml" Target="../ink/ink2687.xml"/><Relationship Id="rId161" Type="http://schemas.openxmlformats.org/officeDocument/2006/relationships/image" Target="../media/image14460.png"/><Relationship Id="rId217" Type="http://schemas.openxmlformats.org/officeDocument/2006/relationships/image" Target="../media/image14740.png"/><Relationship Id="rId259" Type="http://schemas.openxmlformats.org/officeDocument/2006/relationships/image" Target="../media/image14950.png"/><Relationship Id="rId23" Type="http://schemas.openxmlformats.org/officeDocument/2006/relationships/image" Target="../media/image3111.png"/><Relationship Id="rId119" Type="http://schemas.openxmlformats.org/officeDocument/2006/relationships/image" Target="../media/image14250.png"/><Relationship Id="rId270" Type="http://schemas.openxmlformats.org/officeDocument/2006/relationships/customXml" Target="../ink/ink2774.xml"/><Relationship Id="rId326" Type="http://schemas.openxmlformats.org/officeDocument/2006/relationships/customXml" Target="../ink/ink2802.xml"/><Relationship Id="rId65" Type="http://schemas.openxmlformats.org/officeDocument/2006/relationships/image" Target="../media/image3320.png"/><Relationship Id="rId130" Type="http://schemas.openxmlformats.org/officeDocument/2006/relationships/customXml" Target="../ink/ink2704.xml"/><Relationship Id="rId172" Type="http://schemas.openxmlformats.org/officeDocument/2006/relationships/customXml" Target="../ink/ink2725.xml"/><Relationship Id="rId228" Type="http://schemas.openxmlformats.org/officeDocument/2006/relationships/customXml" Target="../ink/ink2753.xml"/><Relationship Id="rId281" Type="http://schemas.openxmlformats.org/officeDocument/2006/relationships/image" Target="../media/image15060.png"/><Relationship Id="rId337" Type="http://schemas.openxmlformats.org/officeDocument/2006/relationships/image" Target="../media/image15340.png"/><Relationship Id="rId34" Type="http://schemas.openxmlformats.org/officeDocument/2006/relationships/customXml" Target="../ink/ink2656.xml"/><Relationship Id="rId76" Type="http://schemas.openxmlformats.org/officeDocument/2006/relationships/customXml" Target="../ink/ink2677.xml"/><Relationship Id="rId141" Type="http://schemas.openxmlformats.org/officeDocument/2006/relationships/image" Target="../media/image14360.png"/><Relationship Id="rId7" Type="http://schemas.openxmlformats.org/officeDocument/2006/relationships/image" Target="../media/image3030.png"/><Relationship Id="rId183" Type="http://schemas.openxmlformats.org/officeDocument/2006/relationships/image" Target="../media/image14570.png"/><Relationship Id="rId239" Type="http://schemas.openxmlformats.org/officeDocument/2006/relationships/image" Target="../media/image14850.png"/><Relationship Id="rId250" Type="http://schemas.openxmlformats.org/officeDocument/2006/relationships/customXml" Target="../ink/ink2764.xml"/><Relationship Id="rId292" Type="http://schemas.openxmlformats.org/officeDocument/2006/relationships/customXml" Target="../ink/ink2785.xml"/><Relationship Id="rId306" Type="http://schemas.openxmlformats.org/officeDocument/2006/relationships/customXml" Target="../ink/ink2792.xml"/><Relationship Id="rId45" Type="http://schemas.openxmlformats.org/officeDocument/2006/relationships/image" Target="../media/image3220.png"/><Relationship Id="rId87" Type="http://schemas.openxmlformats.org/officeDocument/2006/relationships/image" Target="../media/image3820.png"/><Relationship Id="rId110" Type="http://schemas.openxmlformats.org/officeDocument/2006/relationships/customXml" Target="../ink/ink2694.xml"/><Relationship Id="rId152" Type="http://schemas.openxmlformats.org/officeDocument/2006/relationships/customXml" Target="../ink/ink2715.xml"/><Relationship Id="rId194" Type="http://schemas.openxmlformats.org/officeDocument/2006/relationships/customXml" Target="../ink/ink2736.xml"/><Relationship Id="rId208" Type="http://schemas.openxmlformats.org/officeDocument/2006/relationships/customXml" Target="../ink/ink2743.xml"/><Relationship Id="rId240" Type="http://schemas.openxmlformats.org/officeDocument/2006/relationships/customXml" Target="../ink/ink2759.xml"/><Relationship Id="rId261" Type="http://schemas.openxmlformats.org/officeDocument/2006/relationships/image" Target="../media/image14960.png"/><Relationship Id="rId14" Type="http://schemas.openxmlformats.org/officeDocument/2006/relationships/customXml" Target="../ink/ink2646.xml"/><Relationship Id="rId35" Type="http://schemas.openxmlformats.org/officeDocument/2006/relationships/image" Target="../media/image3170.png"/><Relationship Id="rId56" Type="http://schemas.openxmlformats.org/officeDocument/2006/relationships/customXml" Target="../ink/ink2667.xml"/><Relationship Id="rId77" Type="http://schemas.openxmlformats.org/officeDocument/2006/relationships/image" Target="../media/image3380.png"/><Relationship Id="rId100" Type="http://schemas.openxmlformats.org/officeDocument/2006/relationships/customXml" Target="../ink/ink2689.xml"/><Relationship Id="rId282" Type="http://schemas.openxmlformats.org/officeDocument/2006/relationships/customXml" Target="../ink/ink2780.xml"/><Relationship Id="rId317" Type="http://schemas.openxmlformats.org/officeDocument/2006/relationships/image" Target="../media/image15240.png"/><Relationship Id="rId338" Type="http://schemas.openxmlformats.org/officeDocument/2006/relationships/customXml" Target="../ink/ink2808.xml"/><Relationship Id="rId8" Type="http://schemas.openxmlformats.org/officeDocument/2006/relationships/customXml" Target="../ink/ink2643.xml"/><Relationship Id="rId98" Type="http://schemas.openxmlformats.org/officeDocument/2006/relationships/customXml" Target="../ink/ink2688.xml"/><Relationship Id="rId121" Type="http://schemas.openxmlformats.org/officeDocument/2006/relationships/image" Target="../media/image14260.png"/><Relationship Id="rId142" Type="http://schemas.openxmlformats.org/officeDocument/2006/relationships/customXml" Target="../ink/ink2710.xml"/><Relationship Id="rId163" Type="http://schemas.openxmlformats.org/officeDocument/2006/relationships/image" Target="../media/image14470.png"/><Relationship Id="rId184" Type="http://schemas.openxmlformats.org/officeDocument/2006/relationships/customXml" Target="../ink/ink2731.xml"/><Relationship Id="rId219" Type="http://schemas.openxmlformats.org/officeDocument/2006/relationships/image" Target="../media/image14750.png"/><Relationship Id="rId230" Type="http://schemas.openxmlformats.org/officeDocument/2006/relationships/customXml" Target="../ink/ink2754.xml"/><Relationship Id="rId251" Type="http://schemas.openxmlformats.org/officeDocument/2006/relationships/image" Target="../media/image14911.png"/><Relationship Id="rId25" Type="http://schemas.openxmlformats.org/officeDocument/2006/relationships/image" Target="../media/image3120.png"/><Relationship Id="rId46" Type="http://schemas.openxmlformats.org/officeDocument/2006/relationships/customXml" Target="../ink/ink2662.xml"/><Relationship Id="rId67" Type="http://schemas.openxmlformats.org/officeDocument/2006/relationships/image" Target="../media/image3330.png"/><Relationship Id="rId272" Type="http://schemas.openxmlformats.org/officeDocument/2006/relationships/customXml" Target="../ink/ink2775.xml"/><Relationship Id="rId293" Type="http://schemas.openxmlformats.org/officeDocument/2006/relationships/image" Target="../media/image15120.png"/><Relationship Id="rId307" Type="http://schemas.openxmlformats.org/officeDocument/2006/relationships/image" Target="../media/image15190.png"/><Relationship Id="rId328" Type="http://schemas.openxmlformats.org/officeDocument/2006/relationships/customXml" Target="../ink/ink2803.xml"/><Relationship Id="rId88" Type="http://schemas.openxmlformats.org/officeDocument/2006/relationships/customXml" Target="../ink/ink2683.xml"/><Relationship Id="rId111" Type="http://schemas.openxmlformats.org/officeDocument/2006/relationships/image" Target="../media/image14211.png"/><Relationship Id="rId132" Type="http://schemas.openxmlformats.org/officeDocument/2006/relationships/customXml" Target="../ink/ink2705.xml"/><Relationship Id="rId153" Type="http://schemas.openxmlformats.org/officeDocument/2006/relationships/image" Target="../media/image14420.png"/><Relationship Id="rId174" Type="http://schemas.openxmlformats.org/officeDocument/2006/relationships/customXml" Target="../ink/ink2726.xml"/><Relationship Id="rId195" Type="http://schemas.openxmlformats.org/officeDocument/2006/relationships/image" Target="../media/image14630.png"/><Relationship Id="rId209" Type="http://schemas.openxmlformats.org/officeDocument/2006/relationships/image" Target="../media/image14700.png"/><Relationship Id="rId220" Type="http://schemas.openxmlformats.org/officeDocument/2006/relationships/customXml" Target="../ink/ink2749.xml"/><Relationship Id="rId241" Type="http://schemas.openxmlformats.org/officeDocument/2006/relationships/image" Target="../media/image14860.png"/><Relationship Id="rId15" Type="http://schemas.openxmlformats.org/officeDocument/2006/relationships/image" Target="../media/image3070.png"/><Relationship Id="rId36" Type="http://schemas.openxmlformats.org/officeDocument/2006/relationships/customXml" Target="../ink/ink2657.xml"/><Relationship Id="rId57" Type="http://schemas.openxmlformats.org/officeDocument/2006/relationships/image" Target="../media/image3280.png"/><Relationship Id="rId262" Type="http://schemas.openxmlformats.org/officeDocument/2006/relationships/customXml" Target="../ink/ink2770.xml"/><Relationship Id="rId283" Type="http://schemas.openxmlformats.org/officeDocument/2006/relationships/image" Target="../media/image15070.png"/><Relationship Id="rId318" Type="http://schemas.openxmlformats.org/officeDocument/2006/relationships/customXml" Target="../ink/ink2798.xml"/><Relationship Id="rId339" Type="http://schemas.openxmlformats.org/officeDocument/2006/relationships/image" Target="../media/image15350.png"/><Relationship Id="rId78" Type="http://schemas.openxmlformats.org/officeDocument/2006/relationships/customXml" Target="../ink/ink2678.xml"/><Relationship Id="rId99" Type="http://schemas.openxmlformats.org/officeDocument/2006/relationships/image" Target="../media/image7350.png"/><Relationship Id="rId101" Type="http://schemas.openxmlformats.org/officeDocument/2006/relationships/image" Target="../media/image11730.png"/><Relationship Id="rId122" Type="http://schemas.openxmlformats.org/officeDocument/2006/relationships/customXml" Target="../ink/ink2700.xml"/><Relationship Id="rId143" Type="http://schemas.openxmlformats.org/officeDocument/2006/relationships/image" Target="../media/image14370.png"/><Relationship Id="rId164" Type="http://schemas.openxmlformats.org/officeDocument/2006/relationships/customXml" Target="../ink/ink2721.xml"/><Relationship Id="rId185" Type="http://schemas.openxmlformats.org/officeDocument/2006/relationships/image" Target="../media/image14580.png"/><Relationship Id="rId9" Type="http://schemas.openxmlformats.org/officeDocument/2006/relationships/image" Target="../media/image3040.png"/><Relationship Id="rId210" Type="http://schemas.openxmlformats.org/officeDocument/2006/relationships/customXml" Target="../ink/ink2744.xml"/><Relationship Id="rId26" Type="http://schemas.openxmlformats.org/officeDocument/2006/relationships/customXml" Target="../ink/ink2652.xml"/><Relationship Id="rId231" Type="http://schemas.openxmlformats.org/officeDocument/2006/relationships/image" Target="../media/image14811.png"/><Relationship Id="rId252" Type="http://schemas.openxmlformats.org/officeDocument/2006/relationships/customXml" Target="../ink/ink2765.xml"/><Relationship Id="rId273" Type="http://schemas.openxmlformats.org/officeDocument/2006/relationships/image" Target="../media/image15020.png"/><Relationship Id="rId294" Type="http://schemas.openxmlformats.org/officeDocument/2006/relationships/customXml" Target="../ink/ink2786.xml"/><Relationship Id="rId308" Type="http://schemas.openxmlformats.org/officeDocument/2006/relationships/customXml" Target="../ink/ink2793.xml"/><Relationship Id="rId329" Type="http://schemas.openxmlformats.org/officeDocument/2006/relationships/image" Target="../media/image15300.png"/><Relationship Id="rId47" Type="http://schemas.openxmlformats.org/officeDocument/2006/relationships/image" Target="../media/image3230.png"/><Relationship Id="rId68" Type="http://schemas.openxmlformats.org/officeDocument/2006/relationships/customXml" Target="../ink/ink2673.xml"/><Relationship Id="rId89" Type="http://schemas.openxmlformats.org/officeDocument/2006/relationships/image" Target="../media/image7300.png"/><Relationship Id="rId112" Type="http://schemas.openxmlformats.org/officeDocument/2006/relationships/customXml" Target="../ink/ink2695.xml"/><Relationship Id="rId133" Type="http://schemas.openxmlformats.org/officeDocument/2006/relationships/image" Target="../media/image14320.png"/><Relationship Id="rId154" Type="http://schemas.openxmlformats.org/officeDocument/2006/relationships/customXml" Target="../ink/ink2716.xml"/><Relationship Id="rId175" Type="http://schemas.openxmlformats.org/officeDocument/2006/relationships/image" Target="../media/image14530.png"/><Relationship Id="rId340" Type="http://schemas.openxmlformats.org/officeDocument/2006/relationships/customXml" Target="../ink/ink2809.xml"/><Relationship Id="rId196" Type="http://schemas.openxmlformats.org/officeDocument/2006/relationships/customXml" Target="../ink/ink2737.xml"/><Relationship Id="rId200" Type="http://schemas.openxmlformats.org/officeDocument/2006/relationships/customXml" Target="../ink/ink2739.xml"/><Relationship Id="rId16" Type="http://schemas.openxmlformats.org/officeDocument/2006/relationships/customXml" Target="../ink/ink2647.xml"/><Relationship Id="rId221" Type="http://schemas.openxmlformats.org/officeDocument/2006/relationships/image" Target="../media/image14760.png"/><Relationship Id="rId242" Type="http://schemas.openxmlformats.org/officeDocument/2006/relationships/customXml" Target="../ink/ink2760.xml"/><Relationship Id="rId263" Type="http://schemas.openxmlformats.org/officeDocument/2006/relationships/image" Target="../media/image14970.png"/><Relationship Id="rId284" Type="http://schemas.openxmlformats.org/officeDocument/2006/relationships/customXml" Target="../ink/ink2781.xml"/><Relationship Id="rId319" Type="http://schemas.openxmlformats.org/officeDocument/2006/relationships/image" Target="../media/image15250.png"/><Relationship Id="rId37" Type="http://schemas.openxmlformats.org/officeDocument/2006/relationships/image" Target="../media/image3180.png"/><Relationship Id="rId58" Type="http://schemas.openxmlformats.org/officeDocument/2006/relationships/customXml" Target="../ink/ink2668.xml"/><Relationship Id="rId79" Type="http://schemas.openxmlformats.org/officeDocument/2006/relationships/image" Target="../media/image3390.png"/><Relationship Id="rId102" Type="http://schemas.openxmlformats.org/officeDocument/2006/relationships/customXml" Target="../ink/ink2690.xml"/><Relationship Id="rId123" Type="http://schemas.openxmlformats.org/officeDocument/2006/relationships/image" Target="../media/image14270.png"/><Relationship Id="rId144" Type="http://schemas.openxmlformats.org/officeDocument/2006/relationships/customXml" Target="../ink/ink2711.xml"/><Relationship Id="rId330" Type="http://schemas.openxmlformats.org/officeDocument/2006/relationships/customXml" Target="../ink/ink2804.xml"/><Relationship Id="rId90" Type="http://schemas.openxmlformats.org/officeDocument/2006/relationships/customXml" Target="../ink/ink2684.xml"/><Relationship Id="rId165" Type="http://schemas.openxmlformats.org/officeDocument/2006/relationships/image" Target="../media/image14480.png"/><Relationship Id="rId186" Type="http://schemas.openxmlformats.org/officeDocument/2006/relationships/customXml" Target="../ink/ink2732.xml"/><Relationship Id="rId211" Type="http://schemas.openxmlformats.org/officeDocument/2006/relationships/image" Target="../media/image14711.png"/><Relationship Id="rId232" Type="http://schemas.openxmlformats.org/officeDocument/2006/relationships/customXml" Target="../ink/ink2755.xml"/><Relationship Id="rId253" Type="http://schemas.openxmlformats.org/officeDocument/2006/relationships/image" Target="../media/image14920.png"/><Relationship Id="rId274" Type="http://schemas.openxmlformats.org/officeDocument/2006/relationships/customXml" Target="../ink/ink2776.xml"/><Relationship Id="rId295" Type="http://schemas.openxmlformats.org/officeDocument/2006/relationships/image" Target="../media/image15130.png"/><Relationship Id="rId309" Type="http://schemas.openxmlformats.org/officeDocument/2006/relationships/image" Target="../media/image15200.png"/><Relationship Id="rId27" Type="http://schemas.openxmlformats.org/officeDocument/2006/relationships/image" Target="../media/image3130.png"/><Relationship Id="rId48" Type="http://schemas.openxmlformats.org/officeDocument/2006/relationships/customXml" Target="../ink/ink2663.xml"/><Relationship Id="rId69" Type="http://schemas.openxmlformats.org/officeDocument/2006/relationships/image" Target="../media/image3340.png"/><Relationship Id="rId113" Type="http://schemas.openxmlformats.org/officeDocument/2006/relationships/image" Target="../media/image14220.png"/><Relationship Id="rId134" Type="http://schemas.openxmlformats.org/officeDocument/2006/relationships/customXml" Target="../ink/ink2706.xml"/><Relationship Id="rId320" Type="http://schemas.openxmlformats.org/officeDocument/2006/relationships/customXml" Target="../ink/ink2799.xml"/><Relationship Id="rId80" Type="http://schemas.openxmlformats.org/officeDocument/2006/relationships/customXml" Target="../ink/ink2679.xml"/><Relationship Id="rId155" Type="http://schemas.openxmlformats.org/officeDocument/2006/relationships/image" Target="../media/image14430.png"/><Relationship Id="rId176" Type="http://schemas.openxmlformats.org/officeDocument/2006/relationships/customXml" Target="../ink/ink2727.xml"/><Relationship Id="rId197" Type="http://schemas.openxmlformats.org/officeDocument/2006/relationships/image" Target="../media/image14640.png"/><Relationship Id="rId341" Type="http://schemas.openxmlformats.org/officeDocument/2006/relationships/image" Target="../media/image15360.png"/><Relationship Id="rId201" Type="http://schemas.openxmlformats.org/officeDocument/2006/relationships/image" Target="../media/image14660.png"/><Relationship Id="rId222" Type="http://schemas.openxmlformats.org/officeDocument/2006/relationships/customXml" Target="../ink/ink2750.xml"/><Relationship Id="rId243" Type="http://schemas.openxmlformats.org/officeDocument/2006/relationships/image" Target="../media/image14870.png"/><Relationship Id="rId264" Type="http://schemas.openxmlformats.org/officeDocument/2006/relationships/customXml" Target="../ink/ink2771.xml"/><Relationship Id="rId285" Type="http://schemas.openxmlformats.org/officeDocument/2006/relationships/image" Target="../media/image15080.png"/><Relationship Id="rId17" Type="http://schemas.openxmlformats.org/officeDocument/2006/relationships/image" Target="../media/image3080.png"/><Relationship Id="rId38" Type="http://schemas.openxmlformats.org/officeDocument/2006/relationships/customXml" Target="../ink/ink2658.xml"/><Relationship Id="rId59" Type="http://schemas.openxmlformats.org/officeDocument/2006/relationships/image" Target="../media/image3290.png"/><Relationship Id="rId103" Type="http://schemas.openxmlformats.org/officeDocument/2006/relationships/image" Target="../media/image14170.png"/><Relationship Id="rId124" Type="http://schemas.openxmlformats.org/officeDocument/2006/relationships/customXml" Target="../ink/ink2701.xml"/><Relationship Id="rId310" Type="http://schemas.openxmlformats.org/officeDocument/2006/relationships/customXml" Target="../ink/ink2794.xml"/><Relationship Id="rId70" Type="http://schemas.openxmlformats.org/officeDocument/2006/relationships/customXml" Target="../ink/ink2674.xml"/><Relationship Id="rId91" Type="http://schemas.openxmlformats.org/officeDocument/2006/relationships/image" Target="../media/image7311.png"/><Relationship Id="rId145" Type="http://schemas.openxmlformats.org/officeDocument/2006/relationships/image" Target="../media/image14380.png"/><Relationship Id="rId166" Type="http://schemas.openxmlformats.org/officeDocument/2006/relationships/customXml" Target="../ink/ink2722.xml"/><Relationship Id="rId187" Type="http://schemas.openxmlformats.org/officeDocument/2006/relationships/image" Target="../media/image14590.png"/><Relationship Id="rId331" Type="http://schemas.openxmlformats.org/officeDocument/2006/relationships/image" Target="../media/image15310.png"/><Relationship Id="rId1" Type="http://schemas.openxmlformats.org/officeDocument/2006/relationships/slideLayout" Target="../slideLayouts/slideLayout4.xml"/><Relationship Id="rId212" Type="http://schemas.openxmlformats.org/officeDocument/2006/relationships/customXml" Target="../ink/ink2745.xml"/><Relationship Id="rId233" Type="http://schemas.openxmlformats.org/officeDocument/2006/relationships/image" Target="../media/image14820.png"/><Relationship Id="rId254" Type="http://schemas.openxmlformats.org/officeDocument/2006/relationships/customXml" Target="../ink/ink2766.xml"/><Relationship Id="rId28" Type="http://schemas.openxmlformats.org/officeDocument/2006/relationships/customXml" Target="../ink/ink2653.xml"/><Relationship Id="rId49" Type="http://schemas.openxmlformats.org/officeDocument/2006/relationships/image" Target="../media/image3240.png"/><Relationship Id="rId114" Type="http://schemas.openxmlformats.org/officeDocument/2006/relationships/customXml" Target="../ink/ink2696.xml"/><Relationship Id="rId275" Type="http://schemas.openxmlformats.org/officeDocument/2006/relationships/image" Target="../media/image15030.png"/><Relationship Id="rId296" Type="http://schemas.openxmlformats.org/officeDocument/2006/relationships/customXml" Target="../ink/ink2787.xml"/><Relationship Id="rId300" Type="http://schemas.openxmlformats.org/officeDocument/2006/relationships/customXml" Target="../ink/ink2789.xml"/><Relationship Id="rId60" Type="http://schemas.openxmlformats.org/officeDocument/2006/relationships/customXml" Target="../ink/ink2669.xml"/><Relationship Id="rId81" Type="http://schemas.openxmlformats.org/officeDocument/2006/relationships/image" Target="../media/image3400.png"/><Relationship Id="rId135" Type="http://schemas.openxmlformats.org/officeDocument/2006/relationships/image" Target="../media/image14330.png"/><Relationship Id="rId156" Type="http://schemas.openxmlformats.org/officeDocument/2006/relationships/customXml" Target="../ink/ink2717.xml"/><Relationship Id="rId177" Type="http://schemas.openxmlformats.org/officeDocument/2006/relationships/image" Target="../media/image14540.png"/><Relationship Id="rId198" Type="http://schemas.openxmlformats.org/officeDocument/2006/relationships/customXml" Target="../ink/ink2738.xml"/><Relationship Id="rId321" Type="http://schemas.openxmlformats.org/officeDocument/2006/relationships/image" Target="../media/image15260.png"/><Relationship Id="rId202" Type="http://schemas.openxmlformats.org/officeDocument/2006/relationships/customXml" Target="../ink/ink2740.xml"/><Relationship Id="rId223" Type="http://schemas.openxmlformats.org/officeDocument/2006/relationships/image" Target="../media/image14770.png"/><Relationship Id="rId244" Type="http://schemas.openxmlformats.org/officeDocument/2006/relationships/customXml" Target="../ink/ink2761.xml"/><Relationship Id="rId18" Type="http://schemas.openxmlformats.org/officeDocument/2006/relationships/customXml" Target="../ink/ink2648.xml"/><Relationship Id="rId39" Type="http://schemas.openxmlformats.org/officeDocument/2006/relationships/image" Target="../media/image3190.png"/><Relationship Id="rId265" Type="http://schemas.openxmlformats.org/officeDocument/2006/relationships/image" Target="../media/image14980.png"/><Relationship Id="rId286" Type="http://schemas.openxmlformats.org/officeDocument/2006/relationships/customXml" Target="../ink/ink2782.xml"/><Relationship Id="rId50" Type="http://schemas.openxmlformats.org/officeDocument/2006/relationships/customXml" Target="../ink/ink2664.xml"/><Relationship Id="rId104" Type="http://schemas.openxmlformats.org/officeDocument/2006/relationships/customXml" Target="../ink/ink2691.xml"/><Relationship Id="rId125" Type="http://schemas.openxmlformats.org/officeDocument/2006/relationships/image" Target="../media/image14280.png"/><Relationship Id="rId146" Type="http://schemas.openxmlformats.org/officeDocument/2006/relationships/customXml" Target="../ink/ink2712.xml"/><Relationship Id="rId167" Type="http://schemas.openxmlformats.org/officeDocument/2006/relationships/image" Target="../media/image14490.png"/><Relationship Id="rId188" Type="http://schemas.openxmlformats.org/officeDocument/2006/relationships/customXml" Target="../ink/ink2733.xml"/><Relationship Id="rId311" Type="http://schemas.openxmlformats.org/officeDocument/2006/relationships/image" Target="../media/image15211.png"/><Relationship Id="rId332" Type="http://schemas.openxmlformats.org/officeDocument/2006/relationships/customXml" Target="../ink/ink2805.xml"/><Relationship Id="rId71" Type="http://schemas.openxmlformats.org/officeDocument/2006/relationships/image" Target="../media/image3350.png"/><Relationship Id="rId92" Type="http://schemas.openxmlformats.org/officeDocument/2006/relationships/customXml" Target="../ink/ink2685.xml"/><Relationship Id="rId213" Type="http://schemas.openxmlformats.org/officeDocument/2006/relationships/image" Target="../media/image14720.png"/><Relationship Id="rId234" Type="http://schemas.openxmlformats.org/officeDocument/2006/relationships/customXml" Target="../ink/ink2756.xml"/><Relationship Id="rId2" Type="http://schemas.openxmlformats.org/officeDocument/2006/relationships/image" Target="../media/image1429.png"/><Relationship Id="rId29" Type="http://schemas.openxmlformats.org/officeDocument/2006/relationships/image" Target="../media/image3140.png"/><Relationship Id="rId255" Type="http://schemas.openxmlformats.org/officeDocument/2006/relationships/image" Target="../media/image14930.png"/><Relationship Id="rId276" Type="http://schemas.openxmlformats.org/officeDocument/2006/relationships/customXml" Target="../ink/ink2777.xml"/><Relationship Id="rId297" Type="http://schemas.openxmlformats.org/officeDocument/2006/relationships/image" Target="../media/image15140.png"/><Relationship Id="rId40" Type="http://schemas.openxmlformats.org/officeDocument/2006/relationships/customXml" Target="../ink/ink2659.xml"/><Relationship Id="rId115" Type="http://schemas.openxmlformats.org/officeDocument/2006/relationships/image" Target="../media/image14230.png"/><Relationship Id="rId136" Type="http://schemas.openxmlformats.org/officeDocument/2006/relationships/customXml" Target="../ink/ink2707.xml"/><Relationship Id="rId157" Type="http://schemas.openxmlformats.org/officeDocument/2006/relationships/image" Target="../media/image14440.png"/><Relationship Id="rId178" Type="http://schemas.openxmlformats.org/officeDocument/2006/relationships/customXml" Target="../ink/ink2728.xml"/><Relationship Id="rId301" Type="http://schemas.openxmlformats.org/officeDocument/2006/relationships/image" Target="../media/image15160.png"/><Relationship Id="rId322" Type="http://schemas.openxmlformats.org/officeDocument/2006/relationships/customXml" Target="../ink/ink2800.xml"/><Relationship Id="rId61" Type="http://schemas.openxmlformats.org/officeDocument/2006/relationships/image" Target="../media/image3300.png"/><Relationship Id="rId82" Type="http://schemas.openxmlformats.org/officeDocument/2006/relationships/customXml" Target="../ink/ink2680.xml"/><Relationship Id="rId199" Type="http://schemas.openxmlformats.org/officeDocument/2006/relationships/image" Target="../media/image14650.png"/><Relationship Id="rId203" Type="http://schemas.openxmlformats.org/officeDocument/2006/relationships/image" Target="../media/image14670.png"/><Relationship Id="rId19" Type="http://schemas.openxmlformats.org/officeDocument/2006/relationships/image" Target="../media/image3090.png"/><Relationship Id="rId224" Type="http://schemas.openxmlformats.org/officeDocument/2006/relationships/customXml" Target="../ink/ink2751.xml"/><Relationship Id="rId245" Type="http://schemas.openxmlformats.org/officeDocument/2006/relationships/image" Target="../media/image14880.png"/><Relationship Id="rId266" Type="http://schemas.openxmlformats.org/officeDocument/2006/relationships/customXml" Target="../ink/ink2772.xml"/><Relationship Id="rId287" Type="http://schemas.openxmlformats.org/officeDocument/2006/relationships/image" Target="../media/image15090.png"/><Relationship Id="rId30" Type="http://schemas.openxmlformats.org/officeDocument/2006/relationships/customXml" Target="../ink/ink2654.xml"/><Relationship Id="rId105" Type="http://schemas.openxmlformats.org/officeDocument/2006/relationships/image" Target="../media/image14180.png"/><Relationship Id="rId126" Type="http://schemas.openxmlformats.org/officeDocument/2006/relationships/customXml" Target="../ink/ink2702.xml"/><Relationship Id="rId147" Type="http://schemas.openxmlformats.org/officeDocument/2006/relationships/image" Target="../media/image14390.png"/><Relationship Id="rId168" Type="http://schemas.openxmlformats.org/officeDocument/2006/relationships/customXml" Target="../ink/ink2723.xml"/><Relationship Id="rId312" Type="http://schemas.openxmlformats.org/officeDocument/2006/relationships/customXml" Target="../ink/ink2795.xml"/><Relationship Id="rId333" Type="http://schemas.openxmlformats.org/officeDocument/2006/relationships/image" Target="../media/image15320.png"/><Relationship Id="rId51" Type="http://schemas.openxmlformats.org/officeDocument/2006/relationships/image" Target="../media/image3250.png"/><Relationship Id="rId72" Type="http://schemas.openxmlformats.org/officeDocument/2006/relationships/customXml" Target="../ink/ink2675.xml"/><Relationship Id="rId93" Type="http://schemas.openxmlformats.org/officeDocument/2006/relationships/image" Target="../media/image7320.png"/><Relationship Id="rId189" Type="http://schemas.openxmlformats.org/officeDocument/2006/relationships/image" Target="../media/image14600.png"/><Relationship Id="rId3" Type="http://schemas.openxmlformats.org/officeDocument/2006/relationships/image" Target="../media/image1430.png"/><Relationship Id="rId214" Type="http://schemas.openxmlformats.org/officeDocument/2006/relationships/customXml" Target="../ink/ink2746.xml"/><Relationship Id="rId235" Type="http://schemas.openxmlformats.org/officeDocument/2006/relationships/image" Target="../media/image14830.png"/><Relationship Id="rId256" Type="http://schemas.openxmlformats.org/officeDocument/2006/relationships/customXml" Target="../ink/ink2767.xml"/><Relationship Id="rId277" Type="http://schemas.openxmlformats.org/officeDocument/2006/relationships/image" Target="../media/image15040.png"/><Relationship Id="rId298" Type="http://schemas.openxmlformats.org/officeDocument/2006/relationships/customXml" Target="../ink/ink2788.xml"/><Relationship Id="rId116" Type="http://schemas.openxmlformats.org/officeDocument/2006/relationships/customXml" Target="../ink/ink2697.xml"/><Relationship Id="rId137" Type="http://schemas.openxmlformats.org/officeDocument/2006/relationships/image" Target="../media/image14340.png"/><Relationship Id="rId158" Type="http://schemas.openxmlformats.org/officeDocument/2006/relationships/customXml" Target="../ink/ink2718.xml"/><Relationship Id="rId302" Type="http://schemas.openxmlformats.org/officeDocument/2006/relationships/customXml" Target="../ink/ink2790.xml"/><Relationship Id="rId323" Type="http://schemas.openxmlformats.org/officeDocument/2006/relationships/image" Target="../media/image15270.png"/><Relationship Id="rId20" Type="http://schemas.openxmlformats.org/officeDocument/2006/relationships/customXml" Target="../ink/ink2649.xml"/><Relationship Id="rId41" Type="http://schemas.openxmlformats.org/officeDocument/2006/relationships/image" Target="../media/image3200.png"/><Relationship Id="rId62" Type="http://schemas.openxmlformats.org/officeDocument/2006/relationships/customXml" Target="../ink/ink2670.xml"/><Relationship Id="rId83" Type="http://schemas.openxmlformats.org/officeDocument/2006/relationships/image" Target="../media/image3790.png"/><Relationship Id="rId179" Type="http://schemas.openxmlformats.org/officeDocument/2006/relationships/image" Target="../media/image14550.png"/><Relationship Id="rId190" Type="http://schemas.openxmlformats.org/officeDocument/2006/relationships/customXml" Target="../ink/ink2734.xml"/><Relationship Id="rId204" Type="http://schemas.openxmlformats.org/officeDocument/2006/relationships/customXml" Target="../ink/ink2741.xml"/><Relationship Id="rId225" Type="http://schemas.openxmlformats.org/officeDocument/2006/relationships/image" Target="../media/image14780.png"/><Relationship Id="rId246" Type="http://schemas.openxmlformats.org/officeDocument/2006/relationships/customXml" Target="../ink/ink2762.xml"/><Relationship Id="rId267" Type="http://schemas.openxmlformats.org/officeDocument/2006/relationships/image" Target="../media/image14990.png"/><Relationship Id="rId288" Type="http://schemas.openxmlformats.org/officeDocument/2006/relationships/customXml" Target="../ink/ink2783.xml"/><Relationship Id="rId106" Type="http://schemas.openxmlformats.org/officeDocument/2006/relationships/customXml" Target="../ink/ink2692.xml"/><Relationship Id="rId127" Type="http://schemas.openxmlformats.org/officeDocument/2006/relationships/image" Target="../media/image14290.png"/><Relationship Id="rId313" Type="http://schemas.openxmlformats.org/officeDocument/2006/relationships/image" Target="../media/image15220.png"/><Relationship Id="rId10" Type="http://schemas.openxmlformats.org/officeDocument/2006/relationships/customXml" Target="../ink/ink2644.xml"/><Relationship Id="rId31" Type="http://schemas.openxmlformats.org/officeDocument/2006/relationships/image" Target="../media/image3150.png"/><Relationship Id="rId52" Type="http://schemas.openxmlformats.org/officeDocument/2006/relationships/customXml" Target="../ink/ink2665.xml"/><Relationship Id="rId73" Type="http://schemas.openxmlformats.org/officeDocument/2006/relationships/image" Target="../media/image3360.png"/><Relationship Id="rId94" Type="http://schemas.openxmlformats.org/officeDocument/2006/relationships/customXml" Target="../ink/ink2686.xml"/><Relationship Id="rId148" Type="http://schemas.openxmlformats.org/officeDocument/2006/relationships/customXml" Target="../ink/ink2713.xml"/><Relationship Id="rId169" Type="http://schemas.openxmlformats.org/officeDocument/2006/relationships/image" Target="../media/image14500.png"/><Relationship Id="rId334" Type="http://schemas.openxmlformats.org/officeDocument/2006/relationships/customXml" Target="../ink/ink2806.xml"/><Relationship Id="rId4" Type="http://schemas.openxmlformats.org/officeDocument/2006/relationships/customXml" Target="../ink/ink2641.xml"/><Relationship Id="rId180" Type="http://schemas.openxmlformats.org/officeDocument/2006/relationships/customXml" Target="../ink/ink2729.xml"/><Relationship Id="rId215" Type="http://schemas.openxmlformats.org/officeDocument/2006/relationships/image" Target="../media/image14730.png"/><Relationship Id="rId236" Type="http://schemas.openxmlformats.org/officeDocument/2006/relationships/customXml" Target="../ink/ink2757.xml"/><Relationship Id="rId257" Type="http://schemas.openxmlformats.org/officeDocument/2006/relationships/image" Target="../media/image14940.png"/><Relationship Id="rId278" Type="http://schemas.openxmlformats.org/officeDocument/2006/relationships/customXml" Target="../ink/ink2778.xml"/><Relationship Id="rId303" Type="http://schemas.openxmlformats.org/officeDocument/2006/relationships/image" Target="../media/image15170.png"/><Relationship Id="rId42" Type="http://schemas.openxmlformats.org/officeDocument/2006/relationships/customXml" Target="../ink/ink2660.xml"/><Relationship Id="rId84" Type="http://schemas.openxmlformats.org/officeDocument/2006/relationships/customXml" Target="../ink/ink2681.xml"/><Relationship Id="rId138" Type="http://schemas.openxmlformats.org/officeDocument/2006/relationships/customXml" Target="../ink/ink2708.xml"/><Relationship Id="rId191" Type="http://schemas.openxmlformats.org/officeDocument/2006/relationships/image" Target="../media/image14611.png"/><Relationship Id="rId205" Type="http://schemas.openxmlformats.org/officeDocument/2006/relationships/image" Target="../media/image14680.png"/><Relationship Id="rId247" Type="http://schemas.openxmlformats.org/officeDocument/2006/relationships/image" Target="../media/image14890.png"/><Relationship Id="rId107" Type="http://schemas.openxmlformats.org/officeDocument/2006/relationships/image" Target="../media/image14190.png"/><Relationship Id="rId289" Type="http://schemas.openxmlformats.org/officeDocument/2006/relationships/image" Target="../media/image15100.png"/><Relationship Id="rId11" Type="http://schemas.openxmlformats.org/officeDocument/2006/relationships/image" Target="../media/image3050.png"/><Relationship Id="rId53" Type="http://schemas.openxmlformats.org/officeDocument/2006/relationships/image" Target="../media/image3260.png"/><Relationship Id="rId149" Type="http://schemas.openxmlformats.org/officeDocument/2006/relationships/image" Target="../media/image14400.png"/><Relationship Id="rId314" Type="http://schemas.openxmlformats.org/officeDocument/2006/relationships/customXml" Target="../ink/ink2796.xml"/><Relationship Id="rId95" Type="http://schemas.openxmlformats.org/officeDocument/2006/relationships/image" Target="../media/image7330.png"/><Relationship Id="rId160" Type="http://schemas.openxmlformats.org/officeDocument/2006/relationships/customXml" Target="../ink/ink2719.xml"/><Relationship Id="rId216" Type="http://schemas.openxmlformats.org/officeDocument/2006/relationships/customXml" Target="../ink/ink2747.xml"/><Relationship Id="rId258" Type="http://schemas.openxmlformats.org/officeDocument/2006/relationships/customXml" Target="../ink/ink2768.xml"/><Relationship Id="rId22" Type="http://schemas.openxmlformats.org/officeDocument/2006/relationships/customXml" Target="../ink/ink2650.xml"/><Relationship Id="rId64" Type="http://schemas.openxmlformats.org/officeDocument/2006/relationships/customXml" Target="../ink/ink2671.xml"/><Relationship Id="rId118" Type="http://schemas.openxmlformats.org/officeDocument/2006/relationships/customXml" Target="../ink/ink2698.xml"/><Relationship Id="rId325" Type="http://schemas.openxmlformats.org/officeDocument/2006/relationships/image" Target="../media/image15280.png"/><Relationship Id="rId171" Type="http://schemas.openxmlformats.org/officeDocument/2006/relationships/image" Target="../media/image14511.png"/><Relationship Id="rId227" Type="http://schemas.openxmlformats.org/officeDocument/2006/relationships/image" Target="../media/image14790.png"/><Relationship Id="rId269" Type="http://schemas.openxmlformats.org/officeDocument/2006/relationships/image" Target="../media/image15000.png"/><Relationship Id="rId33" Type="http://schemas.openxmlformats.org/officeDocument/2006/relationships/image" Target="../media/image3160.png"/><Relationship Id="rId129" Type="http://schemas.openxmlformats.org/officeDocument/2006/relationships/image" Target="../media/image14300.png"/><Relationship Id="rId280" Type="http://schemas.openxmlformats.org/officeDocument/2006/relationships/customXml" Target="../ink/ink2779.xml"/><Relationship Id="rId336" Type="http://schemas.openxmlformats.org/officeDocument/2006/relationships/customXml" Target="../ink/ink2807.xml"/><Relationship Id="rId75" Type="http://schemas.openxmlformats.org/officeDocument/2006/relationships/image" Target="../media/image3370.png"/><Relationship Id="rId140" Type="http://schemas.openxmlformats.org/officeDocument/2006/relationships/customXml" Target="../ink/ink2709.xml"/><Relationship Id="rId182" Type="http://schemas.openxmlformats.org/officeDocument/2006/relationships/customXml" Target="../ink/ink2730.xml"/><Relationship Id="rId6" Type="http://schemas.openxmlformats.org/officeDocument/2006/relationships/customXml" Target="../ink/ink2642.xml"/><Relationship Id="rId238" Type="http://schemas.openxmlformats.org/officeDocument/2006/relationships/customXml" Target="../ink/ink2758.xml"/><Relationship Id="rId291" Type="http://schemas.openxmlformats.org/officeDocument/2006/relationships/image" Target="../media/image15111.png"/><Relationship Id="rId305" Type="http://schemas.openxmlformats.org/officeDocument/2006/relationships/image" Target="../media/image15180.png"/><Relationship Id="rId44" Type="http://schemas.openxmlformats.org/officeDocument/2006/relationships/customXml" Target="../ink/ink2661.xml"/><Relationship Id="rId86" Type="http://schemas.openxmlformats.org/officeDocument/2006/relationships/customXml" Target="../ink/ink2682.xml"/><Relationship Id="rId151" Type="http://schemas.openxmlformats.org/officeDocument/2006/relationships/image" Target="../media/image14411.png"/><Relationship Id="rId193" Type="http://schemas.openxmlformats.org/officeDocument/2006/relationships/image" Target="../media/image14620.png"/><Relationship Id="rId207" Type="http://schemas.openxmlformats.org/officeDocument/2006/relationships/image" Target="../media/image14690.png"/><Relationship Id="rId249" Type="http://schemas.openxmlformats.org/officeDocument/2006/relationships/image" Target="../media/image14900.png"/><Relationship Id="rId13" Type="http://schemas.openxmlformats.org/officeDocument/2006/relationships/image" Target="../media/image3060.png"/><Relationship Id="rId109" Type="http://schemas.openxmlformats.org/officeDocument/2006/relationships/image" Target="../media/image14200.png"/><Relationship Id="rId260" Type="http://schemas.openxmlformats.org/officeDocument/2006/relationships/customXml" Target="../ink/ink2769.xml"/><Relationship Id="rId316" Type="http://schemas.openxmlformats.org/officeDocument/2006/relationships/customXml" Target="../ink/ink2797.xml"/><Relationship Id="rId55" Type="http://schemas.openxmlformats.org/officeDocument/2006/relationships/image" Target="../media/image3270.png"/><Relationship Id="rId97" Type="http://schemas.openxmlformats.org/officeDocument/2006/relationships/image" Target="../media/image7340.png"/><Relationship Id="rId120" Type="http://schemas.openxmlformats.org/officeDocument/2006/relationships/customXml" Target="../ink/ink2699.xml"/><Relationship Id="rId162" Type="http://schemas.openxmlformats.org/officeDocument/2006/relationships/customXml" Target="../ink/ink2720.xml"/><Relationship Id="rId218" Type="http://schemas.openxmlformats.org/officeDocument/2006/relationships/customXml" Target="../ink/ink2748.xml"/><Relationship Id="rId271" Type="http://schemas.openxmlformats.org/officeDocument/2006/relationships/image" Target="../media/image15011.png"/><Relationship Id="rId24" Type="http://schemas.openxmlformats.org/officeDocument/2006/relationships/customXml" Target="../ink/ink2651.xml"/><Relationship Id="rId66" Type="http://schemas.openxmlformats.org/officeDocument/2006/relationships/customXml" Target="../ink/ink2672.xml"/><Relationship Id="rId131" Type="http://schemas.openxmlformats.org/officeDocument/2006/relationships/image" Target="../media/image14311.png"/><Relationship Id="rId327" Type="http://schemas.openxmlformats.org/officeDocument/2006/relationships/image" Target="../media/image15290.png"/><Relationship Id="rId173" Type="http://schemas.openxmlformats.org/officeDocument/2006/relationships/image" Target="../media/image14520.png"/><Relationship Id="rId229" Type="http://schemas.openxmlformats.org/officeDocument/2006/relationships/image" Target="../media/image14800.png"/></Relationships>
</file>

<file path=ppt/slides/_rels/slide28.xml.rels><?xml version="1.0" encoding="UTF-8" standalone="yes"?>
<Relationships xmlns="http://schemas.openxmlformats.org/package/2006/relationships"><Relationship Id="rId26" Type="http://schemas.openxmlformats.org/officeDocument/2006/relationships/image" Target="../media/image1596.png"/><Relationship Id="rId117" Type="http://schemas.openxmlformats.org/officeDocument/2006/relationships/customXml" Target="../ink/ink2867.xml"/><Relationship Id="rId21" Type="http://schemas.openxmlformats.org/officeDocument/2006/relationships/customXml" Target="../ink/ink2819.xml"/><Relationship Id="rId42" Type="http://schemas.openxmlformats.org/officeDocument/2006/relationships/image" Target="../media/image1604.png"/><Relationship Id="rId47" Type="http://schemas.openxmlformats.org/officeDocument/2006/relationships/customXml" Target="../ink/ink2832.xml"/><Relationship Id="rId63" Type="http://schemas.openxmlformats.org/officeDocument/2006/relationships/customXml" Target="../ink/ink2840.xml"/><Relationship Id="rId68" Type="http://schemas.openxmlformats.org/officeDocument/2006/relationships/image" Target="../media/image1617.png"/><Relationship Id="rId84" Type="http://schemas.openxmlformats.org/officeDocument/2006/relationships/image" Target="../media/image1625.png"/><Relationship Id="rId89" Type="http://schemas.openxmlformats.org/officeDocument/2006/relationships/customXml" Target="../ink/ink2853.xml"/><Relationship Id="rId112" Type="http://schemas.openxmlformats.org/officeDocument/2006/relationships/image" Target="../media/image1639.png"/><Relationship Id="rId16" Type="http://schemas.openxmlformats.org/officeDocument/2006/relationships/image" Target="../media/image1591.png"/><Relationship Id="rId107" Type="http://schemas.openxmlformats.org/officeDocument/2006/relationships/customXml" Target="../ink/ink2862.xml"/><Relationship Id="rId11" Type="http://schemas.openxmlformats.org/officeDocument/2006/relationships/customXml" Target="../ink/ink2814.xml"/><Relationship Id="rId32" Type="http://schemas.openxmlformats.org/officeDocument/2006/relationships/image" Target="../media/image1599.png"/><Relationship Id="rId37" Type="http://schemas.openxmlformats.org/officeDocument/2006/relationships/customXml" Target="../ink/ink2827.xml"/><Relationship Id="rId53" Type="http://schemas.openxmlformats.org/officeDocument/2006/relationships/customXml" Target="../ink/ink2835.xml"/><Relationship Id="rId58" Type="http://schemas.openxmlformats.org/officeDocument/2006/relationships/image" Target="../media/image1612.png"/><Relationship Id="rId74" Type="http://schemas.openxmlformats.org/officeDocument/2006/relationships/image" Target="../media/image1620.png"/><Relationship Id="rId79" Type="http://schemas.openxmlformats.org/officeDocument/2006/relationships/customXml" Target="../ink/ink2848.xml"/><Relationship Id="rId102" Type="http://schemas.openxmlformats.org/officeDocument/2006/relationships/image" Target="../media/image1634.png"/><Relationship Id="rId5" Type="http://schemas.openxmlformats.org/officeDocument/2006/relationships/customXml" Target="../ink/ink2811.xml"/><Relationship Id="rId90" Type="http://schemas.openxmlformats.org/officeDocument/2006/relationships/image" Target="../media/image1628.png"/><Relationship Id="rId95" Type="http://schemas.openxmlformats.org/officeDocument/2006/relationships/customXml" Target="../ink/ink2856.xml"/><Relationship Id="rId22" Type="http://schemas.openxmlformats.org/officeDocument/2006/relationships/image" Target="../media/image1594.png"/><Relationship Id="rId27" Type="http://schemas.openxmlformats.org/officeDocument/2006/relationships/customXml" Target="../ink/ink2822.xml"/><Relationship Id="rId43" Type="http://schemas.openxmlformats.org/officeDocument/2006/relationships/customXml" Target="../ink/ink2830.xml"/><Relationship Id="rId48" Type="http://schemas.openxmlformats.org/officeDocument/2006/relationships/image" Target="../media/image1607.png"/><Relationship Id="rId64" Type="http://schemas.openxmlformats.org/officeDocument/2006/relationships/image" Target="../media/image1615.png"/><Relationship Id="rId69" Type="http://schemas.openxmlformats.org/officeDocument/2006/relationships/customXml" Target="../ink/ink2843.xml"/><Relationship Id="rId113" Type="http://schemas.openxmlformats.org/officeDocument/2006/relationships/customXml" Target="../ink/ink2865.xml"/><Relationship Id="rId118" Type="http://schemas.openxmlformats.org/officeDocument/2006/relationships/image" Target="../media/image1642.png"/><Relationship Id="rId80" Type="http://schemas.openxmlformats.org/officeDocument/2006/relationships/image" Target="../media/image1623.png"/><Relationship Id="rId85" Type="http://schemas.openxmlformats.org/officeDocument/2006/relationships/customXml" Target="../ink/ink2851.xml"/><Relationship Id="rId12" Type="http://schemas.openxmlformats.org/officeDocument/2006/relationships/image" Target="../media/image1589.png"/><Relationship Id="rId17" Type="http://schemas.openxmlformats.org/officeDocument/2006/relationships/customXml" Target="../ink/ink2817.xml"/><Relationship Id="rId33" Type="http://schemas.openxmlformats.org/officeDocument/2006/relationships/customXml" Target="../ink/ink2825.xml"/><Relationship Id="rId38" Type="http://schemas.openxmlformats.org/officeDocument/2006/relationships/image" Target="../media/image1602.png"/><Relationship Id="rId59" Type="http://schemas.openxmlformats.org/officeDocument/2006/relationships/customXml" Target="../ink/ink2838.xml"/><Relationship Id="rId103" Type="http://schemas.openxmlformats.org/officeDocument/2006/relationships/customXml" Target="../ink/ink2860.xml"/><Relationship Id="rId108" Type="http://schemas.openxmlformats.org/officeDocument/2006/relationships/image" Target="../media/image1637.png"/><Relationship Id="rId54" Type="http://schemas.openxmlformats.org/officeDocument/2006/relationships/image" Target="../media/image1610.png"/><Relationship Id="rId70" Type="http://schemas.openxmlformats.org/officeDocument/2006/relationships/image" Target="../media/image1618.png"/><Relationship Id="rId75" Type="http://schemas.openxmlformats.org/officeDocument/2006/relationships/customXml" Target="../ink/ink2846.xml"/><Relationship Id="rId91" Type="http://schemas.openxmlformats.org/officeDocument/2006/relationships/customXml" Target="../ink/ink2854.xml"/><Relationship Id="rId96" Type="http://schemas.openxmlformats.org/officeDocument/2006/relationships/image" Target="../media/image1631.png"/><Relationship Id="rId1" Type="http://schemas.openxmlformats.org/officeDocument/2006/relationships/slideLayout" Target="../slideLayouts/slideLayout2.xml"/><Relationship Id="rId6" Type="http://schemas.openxmlformats.org/officeDocument/2006/relationships/image" Target="../media/image1586.png"/><Relationship Id="rId23" Type="http://schemas.openxmlformats.org/officeDocument/2006/relationships/customXml" Target="../ink/ink2820.xml"/><Relationship Id="rId28" Type="http://schemas.openxmlformats.org/officeDocument/2006/relationships/image" Target="../media/image1597.png"/><Relationship Id="rId49" Type="http://schemas.openxmlformats.org/officeDocument/2006/relationships/customXml" Target="../ink/ink2833.xml"/><Relationship Id="rId114" Type="http://schemas.openxmlformats.org/officeDocument/2006/relationships/image" Target="../media/image1640.png"/><Relationship Id="rId10" Type="http://schemas.openxmlformats.org/officeDocument/2006/relationships/image" Target="../media/image1588.png"/><Relationship Id="rId31" Type="http://schemas.openxmlformats.org/officeDocument/2006/relationships/customXml" Target="../ink/ink2824.xml"/><Relationship Id="rId44" Type="http://schemas.openxmlformats.org/officeDocument/2006/relationships/image" Target="../media/image1605.png"/><Relationship Id="rId52" Type="http://schemas.openxmlformats.org/officeDocument/2006/relationships/image" Target="../media/image1609.png"/><Relationship Id="rId60" Type="http://schemas.openxmlformats.org/officeDocument/2006/relationships/image" Target="../media/image1613.png"/><Relationship Id="rId65" Type="http://schemas.openxmlformats.org/officeDocument/2006/relationships/customXml" Target="../ink/ink2841.xml"/><Relationship Id="rId73" Type="http://schemas.openxmlformats.org/officeDocument/2006/relationships/customXml" Target="../ink/ink2845.xml"/><Relationship Id="rId78" Type="http://schemas.openxmlformats.org/officeDocument/2006/relationships/image" Target="../media/image1622.png"/><Relationship Id="rId81" Type="http://schemas.openxmlformats.org/officeDocument/2006/relationships/customXml" Target="../ink/ink2849.xml"/><Relationship Id="rId86" Type="http://schemas.openxmlformats.org/officeDocument/2006/relationships/image" Target="../media/image1626.png"/><Relationship Id="rId94" Type="http://schemas.openxmlformats.org/officeDocument/2006/relationships/image" Target="../media/image1630.png"/><Relationship Id="rId99" Type="http://schemas.openxmlformats.org/officeDocument/2006/relationships/customXml" Target="../ink/ink2858.xml"/><Relationship Id="rId101" Type="http://schemas.openxmlformats.org/officeDocument/2006/relationships/customXml" Target="../ink/ink2859.xml"/><Relationship Id="rId4" Type="http://schemas.openxmlformats.org/officeDocument/2006/relationships/image" Target="../media/image1585.png"/><Relationship Id="rId9" Type="http://schemas.openxmlformats.org/officeDocument/2006/relationships/customXml" Target="../ink/ink2813.xml"/><Relationship Id="rId13" Type="http://schemas.openxmlformats.org/officeDocument/2006/relationships/customXml" Target="../ink/ink2815.xml"/><Relationship Id="rId18" Type="http://schemas.openxmlformats.org/officeDocument/2006/relationships/image" Target="../media/image1592.png"/><Relationship Id="rId39" Type="http://schemas.openxmlformats.org/officeDocument/2006/relationships/customXml" Target="../ink/ink2828.xml"/><Relationship Id="rId109" Type="http://schemas.openxmlformats.org/officeDocument/2006/relationships/customXml" Target="../ink/ink2863.xml"/><Relationship Id="rId34" Type="http://schemas.openxmlformats.org/officeDocument/2006/relationships/image" Target="../media/image1600.png"/><Relationship Id="rId50" Type="http://schemas.openxmlformats.org/officeDocument/2006/relationships/image" Target="../media/image1608.png"/><Relationship Id="rId55" Type="http://schemas.openxmlformats.org/officeDocument/2006/relationships/customXml" Target="../ink/ink2836.xml"/><Relationship Id="rId76" Type="http://schemas.openxmlformats.org/officeDocument/2006/relationships/image" Target="../media/image1621.png"/><Relationship Id="rId97" Type="http://schemas.openxmlformats.org/officeDocument/2006/relationships/customXml" Target="../ink/ink2857.xml"/><Relationship Id="rId104" Type="http://schemas.openxmlformats.org/officeDocument/2006/relationships/image" Target="../media/image1635.png"/><Relationship Id="rId7" Type="http://schemas.openxmlformats.org/officeDocument/2006/relationships/customXml" Target="../ink/ink2812.xml"/><Relationship Id="rId71" Type="http://schemas.openxmlformats.org/officeDocument/2006/relationships/customXml" Target="../ink/ink2844.xml"/><Relationship Id="rId92" Type="http://schemas.openxmlformats.org/officeDocument/2006/relationships/image" Target="../media/image1629.png"/><Relationship Id="rId2" Type="http://schemas.openxmlformats.org/officeDocument/2006/relationships/image" Target="../media/image1584.png"/><Relationship Id="rId29" Type="http://schemas.openxmlformats.org/officeDocument/2006/relationships/customXml" Target="../ink/ink2823.xml"/><Relationship Id="rId24" Type="http://schemas.openxmlformats.org/officeDocument/2006/relationships/image" Target="../media/image1595.png"/><Relationship Id="rId40" Type="http://schemas.openxmlformats.org/officeDocument/2006/relationships/image" Target="../media/image1603.png"/><Relationship Id="rId45" Type="http://schemas.openxmlformats.org/officeDocument/2006/relationships/customXml" Target="../ink/ink2831.xml"/><Relationship Id="rId66" Type="http://schemas.openxmlformats.org/officeDocument/2006/relationships/image" Target="../media/image1616.png"/><Relationship Id="rId87" Type="http://schemas.openxmlformats.org/officeDocument/2006/relationships/customXml" Target="../ink/ink2852.xml"/><Relationship Id="rId110" Type="http://schemas.openxmlformats.org/officeDocument/2006/relationships/image" Target="../media/image1638.png"/><Relationship Id="rId115" Type="http://schemas.openxmlformats.org/officeDocument/2006/relationships/customXml" Target="../ink/ink2866.xml"/><Relationship Id="rId61" Type="http://schemas.openxmlformats.org/officeDocument/2006/relationships/customXml" Target="../ink/ink2839.xml"/><Relationship Id="rId82" Type="http://schemas.openxmlformats.org/officeDocument/2006/relationships/image" Target="../media/image1624.png"/><Relationship Id="rId19" Type="http://schemas.openxmlformats.org/officeDocument/2006/relationships/customXml" Target="../ink/ink2818.xml"/><Relationship Id="rId14" Type="http://schemas.openxmlformats.org/officeDocument/2006/relationships/image" Target="../media/image1590.png"/><Relationship Id="rId30" Type="http://schemas.openxmlformats.org/officeDocument/2006/relationships/image" Target="../media/image1598.png"/><Relationship Id="rId35" Type="http://schemas.openxmlformats.org/officeDocument/2006/relationships/customXml" Target="../ink/ink2826.xml"/><Relationship Id="rId56" Type="http://schemas.openxmlformats.org/officeDocument/2006/relationships/image" Target="../media/image1611.png"/><Relationship Id="rId77" Type="http://schemas.openxmlformats.org/officeDocument/2006/relationships/customXml" Target="../ink/ink2847.xml"/><Relationship Id="rId100" Type="http://schemas.openxmlformats.org/officeDocument/2006/relationships/image" Target="../media/image1633.png"/><Relationship Id="rId105" Type="http://schemas.openxmlformats.org/officeDocument/2006/relationships/customXml" Target="../ink/ink2861.xml"/><Relationship Id="rId8" Type="http://schemas.openxmlformats.org/officeDocument/2006/relationships/image" Target="../media/image1587.png"/><Relationship Id="rId51" Type="http://schemas.openxmlformats.org/officeDocument/2006/relationships/customXml" Target="../ink/ink2834.xml"/><Relationship Id="rId72" Type="http://schemas.openxmlformats.org/officeDocument/2006/relationships/image" Target="../media/image1619.png"/><Relationship Id="rId93" Type="http://schemas.openxmlformats.org/officeDocument/2006/relationships/customXml" Target="../ink/ink2855.xml"/><Relationship Id="rId98" Type="http://schemas.openxmlformats.org/officeDocument/2006/relationships/image" Target="../media/image1632.png"/><Relationship Id="rId3" Type="http://schemas.openxmlformats.org/officeDocument/2006/relationships/customXml" Target="../ink/ink2810.xml"/><Relationship Id="rId25" Type="http://schemas.openxmlformats.org/officeDocument/2006/relationships/customXml" Target="../ink/ink2821.xml"/><Relationship Id="rId46" Type="http://schemas.openxmlformats.org/officeDocument/2006/relationships/image" Target="../media/image1606.png"/><Relationship Id="rId67" Type="http://schemas.openxmlformats.org/officeDocument/2006/relationships/customXml" Target="../ink/ink2842.xml"/><Relationship Id="rId116" Type="http://schemas.openxmlformats.org/officeDocument/2006/relationships/image" Target="../media/image1641.png"/><Relationship Id="rId20" Type="http://schemas.openxmlformats.org/officeDocument/2006/relationships/image" Target="../media/image1593.png"/><Relationship Id="rId41" Type="http://schemas.openxmlformats.org/officeDocument/2006/relationships/customXml" Target="../ink/ink2829.xml"/><Relationship Id="rId62" Type="http://schemas.openxmlformats.org/officeDocument/2006/relationships/image" Target="../media/image1614.png"/><Relationship Id="rId83" Type="http://schemas.openxmlformats.org/officeDocument/2006/relationships/customXml" Target="../ink/ink2850.xml"/><Relationship Id="rId88" Type="http://schemas.openxmlformats.org/officeDocument/2006/relationships/image" Target="../media/image1627.png"/><Relationship Id="rId111" Type="http://schemas.openxmlformats.org/officeDocument/2006/relationships/customXml" Target="../ink/ink2864.xml"/><Relationship Id="rId15" Type="http://schemas.openxmlformats.org/officeDocument/2006/relationships/customXml" Target="../ink/ink2816.xml"/><Relationship Id="rId36" Type="http://schemas.openxmlformats.org/officeDocument/2006/relationships/image" Target="../media/image1601.png"/><Relationship Id="rId57" Type="http://schemas.openxmlformats.org/officeDocument/2006/relationships/customXml" Target="../ink/ink2837.xml"/><Relationship Id="rId106" Type="http://schemas.openxmlformats.org/officeDocument/2006/relationships/image" Target="../media/image1636.png"/></Relationships>
</file>

<file path=ppt/slides/_rels/slide29.xml.rels><?xml version="1.0" encoding="UTF-8" standalone="yes"?>
<Relationships xmlns="http://schemas.openxmlformats.org/package/2006/relationships"><Relationship Id="rId117" Type="http://schemas.openxmlformats.org/officeDocument/2006/relationships/customXml" Target="../ink/ink2925.xml"/><Relationship Id="rId21" Type="http://schemas.openxmlformats.org/officeDocument/2006/relationships/customXml" Target="../ink/ink2877.xml"/><Relationship Id="rId63" Type="http://schemas.openxmlformats.org/officeDocument/2006/relationships/customXml" Target="../ink/ink2898.xml"/><Relationship Id="rId159" Type="http://schemas.openxmlformats.org/officeDocument/2006/relationships/customXml" Target="../ink/ink2946.xml"/><Relationship Id="rId170" Type="http://schemas.openxmlformats.org/officeDocument/2006/relationships/image" Target="../media/image1672.png"/><Relationship Id="rId226" Type="http://schemas.openxmlformats.org/officeDocument/2006/relationships/image" Target="../media/image1700.png"/><Relationship Id="rId268" Type="http://schemas.openxmlformats.org/officeDocument/2006/relationships/image" Target="../media/image1721.png"/><Relationship Id="rId32" Type="http://schemas.openxmlformats.org/officeDocument/2006/relationships/image" Target="../media/image16030.png"/><Relationship Id="rId74" Type="http://schemas.openxmlformats.org/officeDocument/2006/relationships/image" Target="../media/image16240.png"/><Relationship Id="rId128" Type="http://schemas.openxmlformats.org/officeDocument/2006/relationships/image" Target="../media/image1651.png"/><Relationship Id="rId5" Type="http://schemas.openxmlformats.org/officeDocument/2006/relationships/customXml" Target="../ink/ink2869.xml"/><Relationship Id="rId181" Type="http://schemas.openxmlformats.org/officeDocument/2006/relationships/customXml" Target="../ink/ink2957.xml"/><Relationship Id="rId237" Type="http://schemas.openxmlformats.org/officeDocument/2006/relationships/customXml" Target="../ink/ink2985.xml"/><Relationship Id="rId258" Type="http://schemas.openxmlformats.org/officeDocument/2006/relationships/image" Target="../media/image1716.png"/><Relationship Id="rId279" Type="http://schemas.openxmlformats.org/officeDocument/2006/relationships/customXml" Target="../ink/ink3006.xml"/><Relationship Id="rId22" Type="http://schemas.openxmlformats.org/officeDocument/2006/relationships/image" Target="../media/image15980.png"/><Relationship Id="rId43" Type="http://schemas.openxmlformats.org/officeDocument/2006/relationships/customXml" Target="../ink/ink2888.xml"/><Relationship Id="rId64" Type="http://schemas.openxmlformats.org/officeDocument/2006/relationships/image" Target="../media/image16190.png"/><Relationship Id="rId118" Type="http://schemas.openxmlformats.org/officeDocument/2006/relationships/image" Target="../media/image1646.png"/><Relationship Id="rId139" Type="http://schemas.openxmlformats.org/officeDocument/2006/relationships/customXml" Target="../ink/ink2936.xml"/><Relationship Id="rId85" Type="http://schemas.openxmlformats.org/officeDocument/2006/relationships/customXml" Target="../ink/ink2909.xml"/><Relationship Id="rId150" Type="http://schemas.openxmlformats.org/officeDocument/2006/relationships/image" Target="../media/image1662.png"/><Relationship Id="rId171" Type="http://schemas.openxmlformats.org/officeDocument/2006/relationships/customXml" Target="../ink/ink2952.xml"/><Relationship Id="rId192" Type="http://schemas.openxmlformats.org/officeDocument/2006/relationships/image" Target="../media/image1683.png"/><Relationship Id="rId206" Type="http://schemas.openxmlformats.org/officeDocument/2006/relationships/image" Target="../media/image1690.png"/><Relationship Id="rId227" Type="http://schemas.openxmlformats.org/officeDocument/2006/relationships/customXml" Target="../ink/ink2980.xml"/><Relationship Id="rId248" Type="http://schemas.openxmlformats.org/officeDocument/2006/relationships/image" Target="../media/image1711.png"/><Relationship Id="rId269" Type="http://schemas.openxmlformats.org/officeDocument/2006/relationships/customXml" Target="../ink/ink3001.xml"/><Relationship Id="rId12" Type="http://schemas.openxmlformats.org/officeDocument/2006/relationships/image" Target="../media/image15930.png"/><Relationship Id="rId33" Type="http://schemas.openxmlformats.org/officeDocument/2006/relationships/customXml" Target="../ink/ink2883.xml"/><Relationship Id="rId108" Type="http://schemas.openxmlformats.org/officeDocument/2006/relationships/image" Target="../media/image16411.png"/><Relationship Id="rId129" Type="http://schemas.openxmlformats.org/officeDocument/2006/relationships/customXml" Target="../ink/ink2931.xml"/><Relationship Id="rId280" Type="http://schemas.openxmlformats.org/officeDocument/2006/relationships/image" Target="../media/image1727.png"/><Relationship Id="rId54" Type="http://schemas.openxmlformats.org/officeDocument/2006/relationships/image" Target="../media/image16140.png"/><Relationship Id="rId75" Type="http://schemas.openxmlformats.org/officeDocument/2006/relationships/customXml" Target="../ink/ink2904.xml"/><Relationship Id="rId96" Type="http://schemas.openxmlformats.org/officeDocument/2006/relationships/image" Target="../media/image16350.png"/><Relationship Id="rId140" Type="http://schemas.openxmlformats.org/officeDocument/2006/relationships/image" Target="../media/image1657.png"/><Relationship Id="rId161" Type="http://schemas.openxmlformats.org/officeDocument/2006/relationships/customXml" Target="../ink/ink2947.xml"/><Relationship Id="rId182" Type="http://schemas.openxmlformats.org/officeDocument/2006/relationships/image" Target="../media/image1678.png"/><Relationship Id="rId217" Type="http://schemas.openxmlformats.org/officeDocument/2006/relationships/customXml" Target="../ink/ink2975.xml"/><Relationship Id="rId6" Type="http://schemas.openxmlformats.org/officeDocument/2006/relationships/image" Target="../media/image15900.png"/><Relationship Id="rId238" Type="http://schemas.openxmlformats.org/officeDocument/2006/relationships/image" Target="../media/image1706.png"/><Relationship Id="rId259" Type="http://schemas.openxmlformats.org/officeDocument/2006/relationships/customXml" Target="../ink/ink2996.xml"/><Relationship Id="rId23" Type="http://schemas.openxmlformats.org/officeDocument/2006/relationships/customXml" Target="../ink/ink2878.xml"/><Relationship Id="rId119" Type="http://schemas.openxmlformats.org/officeDocument/2006/relationships/customXml" Target="../ink/ink2926.xml"/><Relationship Id="rId270" Type="http://schemas.openxmlformats.org/officeDocument/2006/relationships/image" Target="../media/image1722.png"/><Relationship Id="rId44" Type="http://schemas.openxmlformats.org/officeDocument/2006/relationships/image" Target="../media/image16090.png"/><Relationship Id="rId65" Type="http://schemas.openxmlformats.org/officeDocument/2006/relationships/customXml" Target="../ink/ink2899.xml"/><Relationship Id="rId86" Type="http://schemas.openxmlformats.org/officeDocument/2006/relationships/image" Target="../media/image16300.png"/><Relationship Id="rId130" Type="http://schemas.openxmlformats.org/officeDocument/2006/relationships/image" Target="../media/image1652.png"/><Relationship Id="rId151" Type="http://schemas.openxmlformats.org/officeDocument/2006/relationships/customXml" Target="../ink/ink2942.xml"/><Relationship Id="rId172" Type="http://schemas.openxmlformats.org/officeDocument/2006/relationships/image" Target="../media/image1673.png"/><Relationship Id="rId193" Type="http://schemas.openxmlformats.org/officeDocument/2006/relationships/customXml" Target="../ink/ink2963.xml"/><Relationship Id="rId207" Type="http://schemas.openxmlformats.org/officeDocument/2006/relationships/customXml" Target="../ink/ink2970.xml"/><Relationship Id="rId228" Type="http://schemas.openxmlformats.org/officeDocument/2006/relationships/image" Target="../media/image1701.png"/><Relationship Id="rId249" Type="http://schemas.openxmlformats.org/officeDocument/2006/relationships/customXml" Target="../ink/ink2991.xml"/><Relationship Id="rId13" Type="http://schemas.openxmlformats.org/officeDocument/2006/relationships/customXml" Target="../ink/ink2873.xml"/><Relationship Id="rId109" Type="http://schemas.openxmlformats.org/officeDocument/2006/relationships/customXml" Target="../ink/ink2921.xml"/><Relationship Id="rId260" Type="http://schemas.openxmlformats.org/officeDocument/2006/relationships/image" Target="../media/image1717.png"/><Relationship Id="rId34" Type="http://schemas.openxmlformats.org/officeDocument/2006/relationships/image" Target="../media/image16040.png"/><Relationship Id="rId55" Type="http://schemas.openxmlformats.org/officeDocument/2006/relationships/customXml" Target="../ink/ink2894.xml"/><Relationship Id="rId76" Type="http://schemas.openxmlformats.org/officeDocument/2006/relationships/image" Target="../media/image16250.png"/><Relationship Id="rId97" Type="http://schemas.openxmlformats.org/officeDocument/2006/relationships/customXml" Target="../ink/ink2915.xml"/><Relationship Id="rId120" Type="http://schemas.openxmlformats.org/officeDocument/2006/relationships/image" Target="../media/image1647.png"/><Relationship Id="rId141" Type="http://schemas.openxmlformats.org/officeDocument/2006/relationships/customXml" Target="../ink/ink2937.xml"/><Relationship Id="rId7" Type="http://schemas.openxmlformats.org/officeDocument/2006/relationships/customXml" Target="../ink/ink2870.xml"/><Relationship Id="rId162" Type="http://schemas.openxmlformats.org/officeDocument/2006/relationships/image" Target="../media/image1668.png"/><Relationship Id="rId183" Type="http://schemas.openxmlformats.org/officeDocument/2006/relationships/customXml" Target="../ink/ink2958.xml"/><Relationship Id="rId218" Type="http://schemas.openxmlformats.org/officeDocument/2006/relationships/image" Target="../media/image1696.png"/><Relationship Id="rId239" Type="http://schemas.openxmlformats.org/officeDocument/2006/relationships/customXml" Target="../ink/ink2986.xml"/><Relationship Id="rId250" Type="http://schemas.openxmlformats.org/officeDocument/2006/relationships/image" Target="../media/image1712.png"/><Relationship Id="rId271" Type="http://schemas.openxmlformats.org/officeDocument/2006/relationships/customXml" Target="../ink/ink3002.xml"/><Relationship Id="rId24" Type="http://schemas.openxmlformats.org/officeDocument/2006/relationships/image" Target="../media/image15990.png"/><Relationship Id="rId45" Type="http://schemas.openxmlformats.org/officeDocument/2006/relationships/customXml" Target="../ink/ink2889.xml"/><Relationship Id="rId66" Type="http://schemas.openxmlformats.org/officeDocument/2006/relationships/image" Target="../media/image16200.png"/><Relationship Id="rId87" Type="http://schemas.openxmlformats.org/officeDocument/2006/relationships/customXml" Target="../ink/ink2910.xml"/><Relationship Id="rId110" Type="http://schemas.openxmlformats.org/officeDocument/2006/relationships/image" Target="../media/image16420.png"/><Relationship Id="rId131" Type="http://schemas.openxmlformats.org/officeDocument/2006/relationships/customXml" Target="../ink/ink2932.xml"/><Relationship Id="rId152" Type="http://schemas.openxmlformats.org/officeDocument/2006/relationships/image" Target="../media/image1663.png"/><Relationship Id="rId173" Type="http://schemas.openxmlformats.org/officeDocument/2006/relationships/customXml" Target="../ink/ink2953.xml"/><Relationship Id="rId194" Type="http://schemas.openxmlformats.org/officeDocument/2006/relationships/image" Target="../media/image1684.png"/><Relationship Id="rId208" Type="http://schemas.openxmlformats.org/officeDocument/2006/relationships/image" Target="../media/image1691.png"/><Relationship Id="rId229" Type="http://schemas.openxmlformats.org/officeDocument/2006/relationships/customXml" Target="../ink/ink2981.xml"/><Relationship Id="rId240" Type="http://schemas.openxmlformats.org/officeDocument/2006/relationships/image" Target="../media/image1707.png"/><Relationship Id="rId261" Type="http://schemas.openxmlformats.org/officeDocument/2006/relationships/customXml" Target="../ink/ink2997.xml"/><Relationship Id="rId14" Type="http://schemas.openxmlformats.org/officeDocument/2006/relationships/image" Target="../media/image15940.png"/><Relationship Id="rId35" Type="http://schemas.openxmlformats.org/officeDocument/2006/relationships/customXml" Target="../ink/ink2884.xml"/><Relationship Id="rId56" Type="http://schemas.openxmlformats.org/officeDocument/2006/relationships/image" Target="../media/image16150.png"/><Relationship Id="rId77" Type="http://schemas.openxmlformats.org/officeDocument/2006/relationships/customXml" Target="../ink/ink2905.xml"/><Relationship Id="rId100" Type="http://schemas.openxmlformats.org/officeDocument/2006/relationships/image" Target="../media/image16370.png"/><Relationship Id="rId8" Type="http://schemas.openxmlformats.org/officeDocument/2006/relationships/image" Target="../media/image15911.png"/><Relationship Id="rId98" Type="http://schemas.openxmlformats.org/officeDocument/2006/relationships/image" Target="../media/image16360.png"/><Relationship Id="rId121" Type="http://schemas.openxmlformats.org/officeDocument/2006/relationships/customXml" Target="../ink/ink2927.xml"/><Relationship Id="rId142" Type="http://schemas.openxmlformats.org/officeDocument/2006/relationships/image" Target="../media/image1658.png"/><Relationship Id="rId163" Type="http://schemas.openxmlformats.org/officeDocument/2006/relationships/customXml" Target="../ink/ink2948.xml"/><Relationship Id="rId184" Type="http://schemas.openxmlformats.org/officeDocument/2006/relationships/image" Target="../media/image1679.png"/><Relationship Id="rId219" Type="http://schemas.openxmlformats.org/officeDocument/2006/relationships/customXml" Target="../ink/ink2976.xml"/><Relationship Id="rId230" Type="http://schemas.openxmlformats.org/officeDocument/2006/relationships/image" Target="../media/image1702.png"/><Relationship Id="rId251" Type="http://schemas.openxmlformats.org/officeDocument/2006/relationships/customXml" Target="../ink/ink2992.xml"/><Relationship Id="rId25" Type="http://schemas.openxmlformats.org/officeDocument/2006/relationships/customXml" Target="../ink/ink2879.xml"/><Relationship Id="rId46" Type="http://schemas.openxmlformats.org/officeDocument/2006/relationships/image" Target="../media/image16101.png"/><Relationship Id="rId67" Type="http://schemas.openxmlformats.org/officeDocument/2006/relationships/customXml" Target="../ink/ink2900.xml"/><Relationship Id="rId272" Type="http://schemas.openxmlformats.org/officeDocument/2006/relationships/image" Target="../media/image1723.png"/><Relationship Id="rId88" Type="http://schemas.openxmlformats.org/officeDocument/2006/relationships/image" Target="../media/image16311.png"/><Relationship Id="rId111" Type="http://schemas.openxmlformats.org/officeDocument/2006/relationships/customXml" Target="../ink/ink2922.xml"/><Relationship Id="rId132" Type="http://schemas.openxmlformats.org/officeDocument/2006/relationships/image" Target="../media/image1653.png"/><Relationship Id="rId153" Type="http://schemas.openxmlformats.org/officeDocument/2006/relationships/customXml" Target="../ink/ink2943.xml"/><Relationship Id="rId174" Type="http://schemas.openxmlformats.org/officeDocument/2006/relationships/image" Target="../media/image1674.png"/><Relationship Id="rId195" Type="http://schemas.openxmlformats.org/officeDocument/2006/relationships/customXml" Target="../ink/ink2964.xml"/><Relationship Id="rId209" Type="http://schemas.openxmlformats.org/officeDocument/2006/relationships/customXml" Target="../ink/ink2971.xml"/><Relationship Id="rId220" Type="http://schemas.openxmlformats.org/officeDocument/2006/relationships/image" Target="../media/image1697.png"/><Relationship Id="rId241" Type="http://schemas.openxmlformats.org/officeDocument/2006/relationships/customXml" Target="../ink/ink2987.xml"/><Relationship Id="rId15" Type="http://schemas.openxmlformats.org/officeDocument/2006/relationships/customXml" Target="../ink/ink2874.xml"/><Relationship Id="rId36" Type="http://schemas.openxmlformats.org/officeDocument/2006/relationships/image" Target="../media/image16050.png"/><Relationship Id="rId57" Type="http://schemas.openxmlformats.org/officeDocument/2006/relationships/customXml" Target="../ink/ink2895.xml"/><Relationship Id="rId262" Type="http://schemas.openxmlformats.org/officeDocument/2006/relationships/image" Target="../media/image1718.png"/><Relationship Id="rId78" Type="http://schemas.openxmlformats.org/officeDocument/2006/relationships/image" Target="../media/image16260.png"/><Relationship Id="rId99" Type="http://schemas.openxmlformats.org/officeDocument/2006/relationships/customXml" Target="../ink/ink2916.xml"/><Relationship Id="rId101" Type="http://schemas.openxmlformats.org/officeDocument/2006/relationships/customXml" Target="../ink/ink2917.xml"/><Relationship Id="rId122" Type="http://schemas.openxmlformats.org/officeDocument/2006/relationships/image" Target="../media/image1648.png"/><Relationship Id="rId143" Type="http://schemas.openxmlformats.org/officeDocument/2006/relationships/customXml" Target="../ink/ink2938.xml"/><Relationship Id="rId164" Type="http://schemas.openxmlformats.org/officeDocument/2006/relationships/image" Target="../media/image1669.png"/><Relationship Id="rId185" Type="http://schemas.openxmlformats.org/officeDocument/2006/relationships/customXml" Target="../ink/ink2959.xml"/><Relationship Id="rId9" Type="http://schemas.openxmlformats.org/officeDocument/2006/relationships/customXml" Target="../ink/ink2871.xml"/><Relationship Id="rId210" Type="http://schemas.openxmlformats.org/officeDocument/2006/relationships/image" Target="../media/image1692.png"/><Relationship Id="rId26" Type="http://schemas.openxmlformats.org/officeDocument/2006/relationships/image" Target="../media/image16000.png"/><Relationship Id="rId231" Type="http://schemas.openxmlformats.org/officeDocument/2006/relationships/customXml" Target="../ink/ink2982.xml"/><Relationship Id="rId252" Type="http://schemas.openxmlformats.org/officeDocument/2006/relationships/image" Target="../media/image1713.png"/><Relationship Id="rId273" Type="http://schemas.openxmlformats.org/officeDocument/2006/relationships/customXml" Target="../ink/ink3003.xml"/><Relationship Id="rId47" Type="http://schemas.openxmlformats.org/officeDocument/2006/relationships/customXml" Target="../ink/ink2890.xml"/><Relationship Id="rId68" Type="http://schemas.openxmlformats.org/officeDocument/2006/relationships/image" Target="../media/image16211.png"/><Relationship Id="rId89" Type="http://schemas.openxmlformats.org/officeDocument/2006/relationships/customXml" Target="../ink/ink2911.xml"/><Relationship Id="rId112" Type="http://schemas.openxmlformats.org/officeDocument/2006/relationships/image" Target="../media/image1643.png"/><Relationship Id="rId133" Type="http://schemas.openxmlformats.org/officeDocument/2006/relationships/customXml" Target="../ink/ink2933.xml"/><Relationship Id="rId154" Type="http://schemas.openxmlformats.org/officeDocument/2006/relationships/image" Target="../media/image1664.png"/><Relationship Id="rId175" Type="http://schemas.openxmlformats.org/officeDocument/2006/relationships/customXml" Target="../ink/ink2954.xml"/><Relationship Id="rId196" Type="http://schemas.openxmlformats.org/officeDocument/2006/relationships/image" Target="../media/image1685.png"/><Relationship Id="rId200" Type="http://schemas.openxmlformats.org/officeDocument/2006/relationships/image" Target="../media/image1687.png"/><Relationship Id="rId16" Type="http://schemas.openxmlformats.org/officeDocument/2006/relationships/image" Target="../media/image15950.png"/><Relationship Id="rId221" Type="http://schemas.openxmlformats.org/officeDocument/2006/relationships/customXml" Target="../ink/ink2977.xml"/><Relationship Id="rId242" Type="http://schemas.openxmlformats.org/officeDocument/2006/relationships/image" Target="../media/image1708.png"/><Relationship Id="rId263" Type="http://schemas.openxmlformats.org/officeDocument/2006/relationships/customXml" Target="../ink/ink2998.xml"/><Relationship Id="rId37" Type="http://schemas.openxmlformats.org/officeDocument/2006/relationships/customXml" Target="../ink/ink2885.xml"/><Relationship Id="rId58" Type="http://schemas.openxmlformats.org/officeDocument/2006/relationships/image" Target="../media/image16160.png"/><Relationship Id="rId79" Type="http://schemas.openxmlformats.org/officeDocument/2006/relationships/customXml" Target="../ink/ink2906.xml"/><Relationship Id="rId102" Type="http://schemas.openxmlformats.org/officeDocument/2006/relationships/image" Target="../media/image16380.png"/><Relationship Id="rId123" Type="http://schemas.openxmlformats.org/officeDocument/2006/relationships/customXml" Target="../ink/ink2928.xml"/><Relationship Id="rId144" Type="http://schemas.openxmlformats.org/officeDocument/2006/relationships/image" Target="../media/image1659.png"/><Relationship Id="rId90" Type="http://schemas.openxmlformats.org/officeDocument/2006/relationships/image" Target="../media/image16320.png"/><Relationship Id="rId165" Type="http://schemas.openxmlformats.org/officeDocument/2006/relationships/customXml" Target="../ink/ink2949.xml"/><Relationship Id="rId186" Type="http://schemas.openxmlformats.org/officeDocument/2006/relationships/image" Target="../media/image1680.png"/><Relationship Id="rId211" Type="http://schemas.openxmlformats.org/officeDocument/2006/relationships/customXml" Target="../ink/ink2972.xml"/><Relationship Id="rId232" Type="http://schemas.openxmlformats.org/officeDocument/2006/relationships/image" Target="../media/image1703.png"/><Relationship Id="rId253" Type="http://schemas.openxmlformats.org/officeDocument/2006/relationships/customXml" Target="../ink/ink2993.xml"/><Relationship Id="rId274" Type="http://schemas.openxmlformats.org/officeDocument/2006/relationships/image" Target="../media/image1724.png"/><Relationship Id="rId27" Type="http://schemas.openxmlformats.org/officeDocument/2006/relationships/customXml" Target="../ink/ink2880.xml"/><Relationship Id="rId48" Type="http://schemas.openxmlformats.org/officeDocument/2006/relationships/image" Target="../media/image16111.png"/><Relationship Id="rId69" Type="http://schemas.openxmlformats.org/officeDocument/2006/relationships/customXml" Target="../ink/ink2901.xml"/><Relationship Id="rId113" Type="http://schemas.openxmlformats.org/officeDocument/2006/relationships/customXml" Target="../ink/ink2923.xml"/><Relationship Id="rId134" Type="http://schemas.openxmlformats.org/officeDocument/2006/relationships/image" Target="../media/image1654.png"/><Relationship Id="rId80" Type="http://schemas.openxmlformats.org/officeDocument/2006/relationships/image" Target="../media/image16270.png"/><Relationship Id="rId155" Type="http://schemas.openxmlformats.org/officeDocument/2006/relationships/customXml" Target="../ink/ink2944.xml"/><Relationship Id="rId176" Type="http://schemas.openxmlformats.org/officeDocument/2006/relationships/image" Target="../media/image1675.png"/><Relationship Id="rId197" Type="http://schemas.openxmlformats.org/officeDocument/2006/relationships/customXml" Target="../ink/ink2965.xml"/><Relationship Id="rId201" Type="http://schemas.openxmlformats.org/officeDocument/2006/relationships/customXml" Target="../ink/ink2967.xml"/><Relationship Id="rId222" Type="http://schemas.openxmlformats.org/officeDocument/2006/relationships/image" Target="../media/image1698.png"/><Relationship Id="rId243" Type="http://schemas.openxmlformats.org/officeDocument/2006/relationships/customXml" Target="../ink/ink2988.xml"/><Relationship Id="rId264" Type="http://schemas.openxmlformats.org/officeDocument/2006/relationships/image" Target="../media/image1719.png"/><Relationship Id="rId17" Type="http://schemas.openxmlformats.org/officeDocument/2006/relationships/customXml" Target="../ink/ink2875.xml"/><Relationship Id="rId38" Type="http://schemas.openxmlformats.org/officeDocument/2006/relationships/image" Target="../media/image16060.png"/><Relationship Id="rId59" Type="http://schemas.openxmlformats.org/officeDocument/2006/relationships/customXml" Target="../ink/ink2896.xml"/><Relationship Id="rId103" Type="http://schemas.openxmlformats.org/officeDocument/2006/relationships/customXml" Target="../ink/ink2918.xml"/><Relationship Id="rId124" Type="http://schemas.openxmlformats.org/officeDocument/2006/relationships/image" Target="../media/image1649.png"/><Relationship Id="rId70" Type="http://schemas.openxmlformats.org/officeDocument/2006/relationships/image" Target="../media/image16220.png"/><Relationship Id="rId91" Type="http://schemas.openxmlformats.org/officeDocument/2006/relationships/customXml" Target="../ink/ink2912.xml"/><Relationship Id="rId145" Type="http://schemas.openxmlformats.org/officeDocument/2006/relationships/customXml" Target="../ink/ink2939.xml"/><Relationship Id="rId166" Type="http://schemas.openxmlformats.org/officeDocument/2006/relationships/image" Target="../media/image1670.png"/><Relationship Id="rId187" Type="http://schemas.openxmlformats.org/officeDocument/2006/relationships/customXml" Target="../ink/ink2960.xml"/><Relationship Id="rId1" Type="http://schemas.openxmlformats.org/officeDocument/2006/relationships/slideLayout" Target="../slideLayouts/slideLayout2.xml"/><Relationship Id="rId212" Type="http://schemas.openxmlformats.org/officeDocument/2006/relationships/image" Target="../media/image1693.png"/><Relationship Id="rId233" Type="http://schemas.openxmlformats.org/officeDocument/2006/relationships/customXml" Target="../ink/ink2983.xml"/><Relationship Id="rId254" Type="http://schemas.openxmlformats.org/officeDocument/2006/relationships/image" Target="../media/image1714.png"/><Relationship Id="rId28" Type="http://schemas.openxmlformats.org/officeDocument/2006/relationships/image" Target="../media/image16011.png"/><Relationship Id="rId49" Type="http://schemas.openxmlformats.org/officeDocument/2006/relationships/customXml" Target="../ink/ink2891.xml"/><Relationship Id="rId114" Type="http://schemas.openxmlformats.org/officeDocument/2006/relationships/image" Target="../media/image1644.png"/><Relationship Id="rId275" Type="http://schemas.openxmlformats.org/officeDocument/2006/relationships/customXml" Target="../ink/ink3004.xml"/><Relationship Id="rId60" Type="http://schemas.openxmlformats.org/officeDocument/2006/relationships/image" Target="../media/image16170.png"/><Relationship Id="rId81" Type="http://schemas.openxmlformats.org/officeDocument/2006/relationships/customXml" Target="../ink/ink2907.xml"/><Relationship Id="rId135" Type="http://schemas.openxmlformats.org/officeDocument/2006/relationships/customXml" Target="../ink/ink2934.xml"/><Relationship Id="rId156" Type="http://schemas.openxmlformats.org/officeDocument/2006/relationships/image" Target="../media/image1665.png"/><Relationship Id="rId177" Type="http://schemas.openxmlformats.org/officeDocument/2006/relationships/customXml" Target="../ink/ink2955.xml"/><Relationship Id="rId198" Type="http://schemas.openxmlformats.org/officeDocument/2006/relationships/image" Target="../media/image1686.png"/><Relationship Id="rId202" Type="http://schemas.openxmlformats.org/officeDocument/2006/relationships/image" Target="../media/image1688.png"/><Relationship Id="rId223" Type="http://schemas.openxmlformats.org/officeDocument/2006/relationships/customXml" Target="../ink/ink2978.xml"/><Relationship Id="rId244" Type="http://schemas.openxmlformats.org/officeDocument/2006/relationships/image" Target="../media/image1709.png"/><Relationship Id="rId18" Type="http://schemas.openxmlformats.org/officeDocument/2006/relationships/image" Target="../media/image15960.png"/><Relationship Id="rId39" Type="http://schemas.openxmlformats.org/officeDocument/2006/relationships/customXml" Target="../ink/ink2886.xml"/><Relationship Id="rId265" Type="http://schemas.openxmlformats.org/officeDocument/2006/relationships/customXml" Target="../ink/ink2999.xml"/><Relationship Id="rId50" Type="http://schemas.openxmlformats.org/officeDocument/2006/relationships/image" Target="../media/image16120.png"/><Relationship Id="rId104" Type="http://schemas.openxmlformats.org/officeDocument/2006/relationships/image" Target="../media/image16390.png"/><Relationship Id="rId125" Type="http://schemas.openxmlformats.org/officeDocument/2006/relationships/customXml" Target="../ink/ink2929.xml"/><Relationship Id="rId146" Type="http://schemas.openxmlformats.org/officeDocument/2006/relationships/image" Target="../media/image1660.png"/><Relationship Id="rId167" Type="http://schemas.openxmlformats.org/officeDocument/2006/relationships/customXml" Target="../ink/ink2950.xml"/><Relationship Id="rId188" Type="http://schemas.openxmlformats.org/officeDocument/2006/relationships/image" Target="../media/image1681.png"/><Relationship Id="rId71" Type="http://schemas.openxmlformats.org/officeDocument/2006/relationships/customXml" Target="../ink/ink2902.xml"/><Relationship Id="rId92" Type="http://schemas.openxmlformats.org/officeDocument/2006/relationships/image" Target="../media/image16330.png"/><Relationship Id="rId213" Type="http://schemas.openxmlformats.org/officeDocument/2006/relationships/customXml" Target="../ink/ink2973.xml"/><Relationship Id="rId234" Type="http://schemas.openxmlformats.org/officeDocument/2006/relationships/image" Target="../media/image1704.png"/><Relationship Id="rId2" Type="http://schemas.openxmlformats.org/officeDocument/2006/relationships/image" Target="../media/image1584.png"/><Relationship Id="rId29" Type="http://schemas.openxmlformats.org/officeDocument/2006/relationships/customXml" Target="../ink/ink2881.xml"/><Relationship Id="rId255" Type="http://schemas.openxmlformats.org/officeDocument/2006/relationships/customXml" Target="../ink/ink2994.xml"/><Relationship Id="rId276" Type="http://schemas.openxmlformats.org/officeDocument/2006/relationships/image" Target="../media/image1725.png"/><Relationship Id="rId40" Type="http://schemas.openxmlformats.org/officeDocument/2006/relationships/image" Target="../media/image16070.png"/><Relationship Id="rId115" Type="http://schemas.openxmlformats.org/officeDocument/2006/relationships/customXml" Target="../ink/ink2924.xml"/><Relationship Id="rId136" Type="http://schemas.openxmlformats.org/officeDocument/2006/relationships/image" Target="../media/image1655.png"/><Relationship Id="rId157" Type="http://schemas.openxmlformats.org/officeDocument/2006/relationships/customXml" Target="../ink/ink2945.xml"/><Relationship Id="rId178" Type="http://schemas.openxmlformats.org/officeDocument/2006/relationships/image" Target="../media/image1676.png"/><Relationship Id="rId61" Type="http://schemas.openxmlformats.org/officeDocument/2006/relationships/customXml" Target="../ink/ink2897.xml"/><Relationship Id="rId82" Type="http://schemas.openxmlformats.org/officeDocument/2006/relationships/image" Target="../media/image16280.png"/><Relationship Id="rId199" Type="http://schemas.openxmlformats.org/officeDocument/2006/relationships/customXml" Target="../ink/ink2966.xml"/><Relationship Id="rId203" Type="http://schemas.openxmlformats.org/officeDocument/2006/relationships/customXml" Target="../ink/ink2968.xml"/><Relationship Id="rId19" Type="http://schemas.openxmlformats.org/officeDocument/2006/relationships/customXml" Target="../ink/ink2876.xml"/><Relationship Id="rId224" Type="http://schemas.openxmlformats.org/officeDocument/2006/relationships/image" Target="../media/image1699.png"/><Relationship Id="rId245" Type="http://schemas.openxmlformats.org/officeDocument/2006/relationships/customXml" Target="../ink/ink2989.xml"/><Relationship Id="rId266" Type="http://schemas.openxmlformats.org/officeDocument/2006/relationships/image" Target="../media/image1720.png"/><Relationship Id="rId30" Type="http://schemas.openxmlformats.org/officeDocument/2006/relationships/image" Target="../media/image16020.png"/><Relationship Id="rId105" Type="http://schemas.openxmlformats.org/officeDocument/2006/relationships/customXml" Target="../ink/ink2919.xml"/><Relationship Id="rId126" Type="http://schemas.openxmlformats.org/officeDocument/2006/relationships/image" Target="../media/image1650.png"/><Relationship Id="rId147" Type="http://schemas.openxmlformats.org/officeDocument/2006/relationships/customXml" Target="../ink/ink2940.xml"/><Relationship Id="rId168" Type="http://schemas.openxmlformats.org/officeDocument/2006/relationships/image" Target="../media/image1671.png"/><Relationship Id="rId51" Type="http://schemas.openxmlformats.org/officeDocument/2006/relationships/customXml" Target="../ink/ink2892.xml"/><Relationship Id="rId72" Type="http://schemas.openxmlformats.org/officeDocument/2006/relationships/image" Target="../media/image16230.png"/><Relationship Id="rId93" Type="http://schemas.openxmlformats.org/officeDocument/2006/relationships/customXml" Target="../ink/ink2913.xml"/><Relationship Id="rId189" Type="http://schemas.openxmlformats.org/officeDocument/2006/relationships/customXml" Target="../ink/ink2961.xml"/><Relationship Id="rId3" Type="http://schemas.openxmlformats.org/officeDocument/2006/relationships/customXml" Target="../ink/ink2868.xml"/><Relationship Id="rId214" Type="http://schemas.openxmlformats.org/officeDocument/2006/relationships/image" Target="../media/image1694.png"/><Relationship Id="rId235" Type="http://schemas.openxmlformats.org/officeDocument/2006/relationships/customXml" Target="../ink/ink2984.xml"/><Relationship Id="rId256" Type="http://schemas.openxmlformats.org/officeDocument/2006/relationships/image" Target="../media/image1715.png"/><Relationship Id="rId277" Type="http://schemas.openxmlformats.org/officeDocument/2006/relationships/customXml" Target="../ink/ink3005.xml"/><Relationship Id="rId116" Type="http://schemas.openxmlformats.org/officeDocument/2006/relationships/image" Target="../media/image1645.png"/><Relationship Id="rId137" Type="http://schemas.openxmlformats.org/officeDocument/2006/relationships/customXml" Target="../ink/ink2935.xml"/><Relationship Id="rId158" Type="http://schemas.openxmlformats.org/officeDocument/2006/relationships/image" Target="../media/image1666.png"/><Relationship Id="rId20" Type="http://schemas.openxmlformats.org/officeDocument/2006/relationships/image" Target="../media/image15970.png"/><Relationship Id="rId41" Type="http://schemas.openxmlformats.org/officeDocument/2006/relationships/customXml" Target="../ink/ink2887.xml"/><Relationship Id="rId62" Type="http://schemas.openxmlformats.org/officeDocument/2006/relationships/image" Target="../media/image16180.png"/><Relationship Id="rId83" Type="http://schemas.openxmlformats.org/officeDocument/2006/relationships/customXml" Target="../ink/ink2908.xml"/><Relationship Id="rId179" Type="http://schemas.openxmlformats.org/officeDocument/2006/relationships/customXml" Target="../ink/ink2956.xml"/><Relationship Id="rId190" Type="http://schemas.openxmlformats.org/officeDocument/2006/relationships/image" Target="../media/image1682.png"/><Relationship Id="rId204" Type="http://schemas.openxmlformats.org/officeDocument/2006/relationships/image" Target="../media/image1689.png"/><Relationship Id="rId225" Type="http://schemas.openxmlformats.org/officeDocument/2006/relationships/customXml" Target="../ink/ink2979.xml"/><Relationship Id="rId246" Type="http://schemas.openxmlformats.org/officeDocument/2006/relationships/image" Target="../media/image1710.png"/><Relationship Id="rId267" Type="http://schemas.openxmlformats.org/officeDocument/2006/relationships/customXml" Target="../ink/ink3000.xml"/><Relationship Id="rId106" Type="http://schemas.openxmlformats.org/officeDocument/2006/relationships/image" Target="../media/image16400.png"/><Relationship Id="rId127" Type="http://schemas.openxmlformats.org/officeDocument/2006/relationships/customXml" Target="../ink/ink2930.xml"/><Relationship Id="rId10" Type="http://schemas.openxmlformats.org/officeDocument/2006/relationships/image" Target="../media/image15920.png"/><Relationship Id="rId31" Type="http://schemas.openxmlformats.org/officeDocument/2006/relationships/customXml" Target="../ink/ink2882.xml"/><Relationship Id="rId52" Type="http://schemas.openxmlformats.org/officeDocument/2006/relationships/image" Target="../media/image16130.png"/><Relationship Id="rId73" Type="http://schemas.openxmlformats.org/officeDocument/2006/relationships/customXml" Target="../ink/ink2903.xml"/><Relationship Id="rId94" Type="http://schemas.openxmlformats.org/officeDocument/2006/relationships/image" Target="../media/image16340.png"/><Relationship Id="rId148" Type="http://schemas.openxmlformats.org/officeDocument/2006/relationships/image" Target="../media/image1661.png"/><Relationship Id="rId169" Type="http://schemas.openxmlformats.org/officeDocument/2006/relationships/customXml" Target="../ink/ink2951.xml"/><Relationship Id="rId4" Type="http://schemas.openxmlformats.org/officeDocument/2006/relationships/image" Target="../media/image15890.png"/><Relationship Id="rId180" Type="http://schemas.openxmlformats.org/officeDocument/2006/relationships/image" Target="../media/image1677.png"/><Relationship Id="rId215" Type="http://schemas.openxmlformats.org/officeDocument/2006/relationships/customXml" Target="../ink/ink2974.xml"/><Relationship Id="rId236" Type="http://schemas.openxmlformats.org/officeDocument/2006/relationships/image" Target="../media/image1705.png"/><Relationship Id="rId257" Type="http://schemas.openxmlformats.org/officeDocument/2006/relationships/customXml" Target="../ink/ink2995.xml"/><Relationship Id="rId278" Type="http://schemas.openxmlformats.org/officeDocument/2006/relationships/image" Target="../media/image1726.png"/><Relationship Id="rId42" Type="http://schemas.openxmlformats.org/officeDocument/2006/relationships/image" Target="../media/image16080.png"/><Relationship Id="rId84" Type="http://schemas.openxmlformats.org/officeDocument/2006/relationships/image" Target="../media/image16290.png"/><Relationship Id="rId138" Type="http://schemas.openxmlformats.org/officeDocument/2006/relationships/image" Target="../media/image1656.png"/><Relationship Id="rId191" Type="http://schemas.openxmlformats.org/officeDocument/2006/relationships/customXml" Target="../ink/ink2962.xml"/><Relationship Id="rId205" Type="http://schemas.openxmlformats.org/officeDocument/2006/relationships/customXml" Target="../ink/ink2969.xml"/><Relationship Id="rId247" Type="http://schemas.openxmlformats.org/officeDocument/2006/relationships/customXml" Target="../ink/ink2990.xml"/><Relationship Id="rId107" Type="http://schemas.openxmlformats.org/officeDocument/2006/relationships/customXml" Target="../ink/ink2920.xml"/><Relationship Id="rId11" Type="http://schemas.openxmlformats.org/officeDocument/2006/relationships/customXml" Target="../ink/ink2872.xml"/><Relationship Id="rId53" Type="http://schemas.openxmlformats.org/officeDocument/2006/relationships/customXml" Target="../ink/ink2893.xml"/><Relationship Id="rId149" Type="http://schemas.openxmlformats.org/officeDocument/2006/relationships/customXml" Target="../ink/ink2941.xml"/><Relationship Id="rId95" Type="http://schemas.openxmlformats.org/officeDocument/2006/relationships/customXml" Target="../ink/ink2914.xml"/><Relationship Id="rId160" Type="http://schemas.openxmlformats.org/officeDocument/2006/relationships/image" Target="../media/image1667.png"/><Relationship Id="rId216" Type="http://schemas.openxmlformats.org/officeDocument/2006/relationships/image" Target="../media/image169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1731.png"/><Relationship Id="rId13" Type="http://schemas.openxmlformats.org/officeDocument/2006/relationships/customXml" Target="../ink/ink3012.xml"/><Relationship Id="rId18" Type="http://schemas.openxmlformats.org/officeDocument/2006/relationships/image" Target="../media/image1736.png"/><Relationship Id="rId26" Type="http://schemas.openxmlformats.org/officeDocument/2006/relationships/image" Target="../media/image1740.png"/><Relationship Id="rId3" Type="http://schemas.openxmlformats.org/officeDocument/2006/relationships/customXml" Target="../ink/ink3007.xml"/><Relationship Id="rId21" Type="http://schemas.openxmlformats.org/officeDocument/2006/relationships/customXml" Target="../ink/ink3016.xml"/><Relationship Id="rId7" Type="http://schemas.openxmlformats.org/officeDocument/2006/relationships/customXml" Target="../ink/ink3009.xml"/><Relationship Id="rId12" Type="http://schemas.openxmlformats.org/officeDocument/2006/relationships/image" Target="../media/image1733.png"/><Relationship Id="rId17" Type="http://schemas.openxmlformats.org/officeDocument/2006/relationships/customXml" Target="../ink/ink3014.xml"/><Relationship Id="rId25" Type="http://schemas.openxmlformats.org/officeDocument/2006/relationships/customXml" Target="../ink/ink3018.xml"/><Relationship Id="rId2" Type="http://schemas.openxmlformats.org/officeDocument/2006/relationships/image" Target="../media/image1643.jpg"/><Relationship Id="rId16" Type="http://schemas.openxmlformats.org/officeDocument/2006/relationships/image" Target="../media/image1735.png"/><Relationship Id="rId20" Type="http://schemas.openxmlformats.org/officeDocument/2006/relationships/image" Target="../media/image1737.png"/><Relationship Id="rId1" Type="http://schemas.openxmlformats.org/officeDocument/2006/relationships/slideLayout" Target="../slideLayouts/slideLayout4.xml"/><Relationship Id="rId6" Type="http://schemas.openxmlformats.org/officeDocument/2006/relationships/image" Target="../media/image1730.png"/><Relationship Id="rId11" Type="http://schemas.openxmlformats.org/officeDocument/2006/relationships/customXml" Target="../ink/ink3011.xml"/><Relationship Id="rId24" Type="http://schemas.openxmlformats.org/officeDocument/2006/relationships/image" Target="../media/image1739.png"/><Relationship Id="rId5" Type="http://schemas.openxmlformats.org/officeDocument/2006/relationships/customXml" Target="../ink/ink3008.xml"/><Relationship Id="rId15" Type="http://schemas.openxmlformats.org/officeDocument/2006/relationships/customXml" Target="../ink/ink3013.xml"/><Relationship Id="rId23" Type="http://schemas.openxmlformats.org/officeDocument/2006/relationships/customXml" Target="../ink/ink3017.xml"/><Relationship Id="rId28" Type="http://schemas.openxmlformats.org/officeDocument/2006/relationships/image" Target="../media/image1741.png"/><Relationship Id="rId10" Type="http://schemas.openxmlformats.org/officeDocument/2006/relationships/image" Target="../media/image1732.png"/><Relationship Id="rId19" Type="http://schemas.openxmlformats.org/officeDocument/2006/relationships/customXml" Target="../ink/ink3015.xml"/><Relationship Id="rId4" Type="http://schemas.openxmlformats.org/officeDocument/2006/relationships/image" Target="../media/image1729.png"/><Relationship Id="rId9" Type="http://schemas.openxmlformats.org/officeDocument/2006/relationships/customXml" Target="../ink/ink3010.xml"/><Relationship Id="rId14" Type="http://schemas.openxmlformats.org/officeDocument/2006/relationships/image" Target="../media/image1734.png"/><Relationship Id="rId22" Type="http://schemas.openxmlformats.org/officeDocument/2006/relationships/image" Target="../media/image1738.png"/><Relationship Id="rId27" Type="http://schemas.openxmlformats.org/officeDocument/2006/relationships/customXml" Target="../ink/ink3019.xml"/></Relationships>
</file>

<file path=ppt/slides/_rels/slide33.xml.rels><?xml version="1.0" encoding="UTF-8" standalone="yes"?>
<Relationships xmlns="http://schemas.openxmlformats.org/package/2006/relationships"><Relationship Id="rId2" Type="http://schemas.openxmlformats.org/officeDocument/2006/relationships/image" Target="../media/image1644.jp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6" Type="http://schemas.openxmlformats.org/officeDocument/2006/relationships/image" Target="../media/image1755.png"/><Relationship Id="rId117" Type="http://schemas.openxmlformats.org/officeDocument/2006/relationships/customXml" Target="../ink/ink3077.xml"/><Relationship Id="rId21" Type="http://schemas.openxmlformats.org/officeDocument/2006/relationships/customXml" Target="../ink/ink3029.xml"/><Relationship Id="rId42" Type="http://schemas.openxmlformats.org/officeDocument/2006/relationships/image" Target="../media/image1763.png"/><Relationship Id="rId47" Type="http://schemas.openxmlformats.org/officeDocument/2006/relationships/customXml" Target="../ink/ink3042.xml"/><Relationship Id="rId63" Type="http://schemas.openxmlformats.org/officeDocument/2006/relationships/customXml" Target="../ink/ink3050.xml"/><Relationship Id="rId68" Type="http://schemas.openxmlformats.org/officeDocument/2006/relationships/image" Target="../media/image1776.png"/><Relationship Id="rId84" Type="http://schemas.openxmlformats.org/officeDocument/2006/relationships/image" Target="../media/image1784.png"/><Relationship Id="rId89" Type="http://schemas.openxmlformats.org/officeDocument/2006/relationships/customXml" Target="../ink/ink3063.xml"/><Relationship Id="rId112" Type="http://schemas.openxmlformats.org/officeDocument/2006/relationships/image" Target="../media/image1798.png"/><Relationship Id="rId16" Type="http://schemas.openxmlformats.org/officeDocument/2006/relationships/image" Target="../media/image1750.png"/><Relationship Id="rId107" Type="http://schemas.openxmlformats.org/officeDocument/2006/relationships/customXml" Target="../ink/ink3072.xml"/><Relationship Id="rId11" Type="http://schemas.openxmlformats.org/officeDocument/2006/relationships/customXml" Target="../ink/ink3024.xml"/><Relationship Id="rId32" Type="http://schemas.openxmlformats.org/officeDocument/2006/relationships/image" Target="../media/image1758.png"/><Relationship Id="rId37" Type="http://schemas.openxmlformats.org/officeDocument/2006/relationships/customXml" Target="../ink/ink3037.xml"/><Relationship Id="rId53" Type="http://schemas.openxmlformats.org/officeDocument/2006/relationships/customXml" Target="../ink/ink3045.xml"/><Relationship Id="rId58" Type="http://schemas.openxmlformats.org/officeDocument/2006/relationships/image" Target="../media/image1771.png"/><Relationship Id="rId74" Type="http://schemas.openxmlformats.org/officeDocument/2006/relationships/image" Target="../media/image1779.png"/><Relationship Id="rId79" Type="http://schemas.openxmlformats.org/officeDocument/2006/relationships/customXml" Target="../ink/ink3058.xml"/><Relationship Id="rId102" Type="http://schemas.openxmlformats.org/officeDocument/2006/relationships/image" Target="../media/image1793.png"/><Relationship Id="rId5" Type="http://schemas.openxmlformats.org/officeDocument/2006/relationships/customXml" Target="../ink/ink3021.xml"/><Relationship Id="rId90" Type="http://schemas.openxmlformats.org/officeDocument/2006/relationships/image" Target="../media/image1787.png"/><Relationship Id="rId95" Type="http://schemas.openxmlformats.org/officeDocument/2006/relationships/customXml" Target="../ink/ink3066.xml"/><Relationship Id="rId22" Type="http://schemas.openxmlformats.org/officeDocument/2006/relationships/image" Target="../media/image1753.png"/><Relationship Id="rId27" Type="http://schemas.openxmlformats.org/officeDocument/2006/relationships/customXml" Target="../ink/ink3032.xml"/><Relationship Id="rId43" Type="http://schemas.openxmlformats.org/officeDocument/2006/relationships/customXml" Target="../ink/ink3040.xml"/><Relationship Id="rId48" Type="http://schemas.openxmlformats.org/officeDocument/2006/relationships/image" Target="../media/image1766.png"/><Relationship Id="rId64" Type="http://schemas.openxmlformats.org/officeDocument/2006/relationships/image" Target="../media/image1774.png"/><Relationship Id="rId69" Type="http://schemas.openxmlformats.org/officeDocument/2006/relationships/customXml" Target="../ink/ink3053.xml"/><Relationship Id="rId113" Type="http://schemas.openxmlformats.org/officeDocument/2006/relationships/customXml" Target="../ink/ink3075.xml"/><Relationship Id="rId118" Type="http://schemas.openxmlformats.org/officeDocument/2006/relationships/image" Target="../media/image1801.png"/><Relationship Id="rId80" Type="http://schemas.openxmlformats.org/officeDocument/2006/relationships/image" Target="../media/image1782.png"/><Relationship Id="rId85" Type="http://schemas.openxmlformats.org/officeDocument/2006/relationships/customXml" Target="../ink/ink3061.xml"/><Relationship Id="rId12" Type="http://schemas.openxmlformats.org/officeDocument/2006/relationships/image" Target="../media/image1748.png"/><Relationship Id="rId17" Type="http://schemas.openxmlformats.org/officeDocument/2006/relationships/customXml" Target="../ink/ink3027.xml"/><Relationship Id="rId33" Type="http://schemas.openxmlformats.org/officeDocument/2006/relationships/customXml" Target="../ink/ink3035.xml"/><Relationship Id="rId38" Type="http://schemas.openxmlformats.org/officeDocument/2006/relationships/image" Target="../media/image1761.png"/><Relationship Id="rId59" Type="http://schemas.openxmlformats.org/officeDocument/2006/relationships/customXml" Target="../ink/ink3048.xml"/><Relationship Id="rId103" Type="http://schemas.openxmlformats.org/officeDocument/2006/relationships/customXml" Target="../ink/ink3070.xml"/><Relationship Id="rId108" Type="http://schemas.openxmlformats.org/officeDocument/2006/relationships/image" Target="../media/image1796.png"/><Relationship Id="rId54" Type="http://schemas.openxmlformats.org/officeDocument/2006/relationships/image" Target="../media/image1769.png"/><Relationship Id="rId70" Type="http://schemas.openxmlformats.org/officeDocument/2006/relationships/image" Target="../media/image1777.png"/><Relationship Id="rId75" Type="http://schemas.openxmlformats.org/officeDocument/2006/relationships/customXml" Target="../ink/ink3056.xml"/><Relationship Id="rId91" Type="http://schemas.openxmlformats.org/officeDocument/2006/relationships/customXml" Target="../ink/ink3064.xml"/><Relationship Id="rId96" Type="http://schemas.openxmlformats.org/officeDocument/2006/relationships/image" Target="../media/image1790.png"/><Relationship Id="rId1" Type="http://schemas.openxmlformats.org/officeDocument/2006/relationships/slideLayout" Target="../slideLayouts/slideLayout4.xml"/><Relationship Id="rId6" Type="http://schemas.openxmlformats.org/officeDocument/2006/relationships/image" Target="../media/image1745.png"/><Relationship Id="rId23" Type="http://schemas.openxmlformats.org/officeDocument/2006/relationships/customXml" Target="../ink/ink3030.xml"/><Relationship Id="rId28" Type="http://schemas.openxmlformats.org/officeDocument/2006/relationships/image" Target="../media/image1756.png"/><Relationship Id="rId49" Type="http://schemas.openxmlformats.org/officeDocument/2006/relationships/customXml" Target="../ink/ink3043.xml"/><Relationship Id="rId114" Type="http://schemas.openxmlformats.org/officeDocument/2006/relationships/image" Target="../media/image1799.png"/><Relationship Id="rId119" Type="http://schemas.openxmlformats.org/officeDocument/2006/relationships/customXml" Target="../ink/ink3078.xml"/><Relationship Id="rId10" Type="http://schemas.openxmlformats.org/officeDocument/2006/relationships/image" Target="../media/image1747.png"/><Relationship Id="rId31" Type="http://schemas.openxmlformats.org/officeDocument/2006/relationships/customXml" Target="../ink/ink3034.xml"/><Relationship Id="rId44" Type="http://schemas.openxmlformats.org/officeDocument/2006/relationships/image" Target="../media/image1764.png"/><Relationship Id="rId52" Type="http://schemas.openxmlformats.org/officeDocument/2006/relationships/image" Target="../media/image1768.png"/><Relationship Id="rId60" Type="http://schemas.openxmlformats.org/officeDocument/2006/relationships/image" Target="../media/image1772.png"/><Relationship Id="rId65" Type="http://schemas.openxmlformats.org/officeDocument/2006/relationships/customXml" Target="../ink/ink3051.xml"/><Relationship Id="rId73" Type="http://schemas.openxmlformats.org/officeDocument/2006/relationships/customXml" Target="../ink/ink3055.xml"/><Relationship Id="rId78" Type="http://schemas.openxmlformats.org/officeDocument/2006/relationships/image" Target="../media/image1781.png"/><Relationship Id="rId81" Type="http://schemas.openxmlformats.org/officeDocument/2006/relationships/customXml" Target="../ink/ink3059.xml"/><Relationship Id="rId86" Type="http://schemas.openxmlformats.org/officeDocument/2006/relationships/image" Target="../media/image1785.png"/><Relationship Id="rId94" Type="http://schemas.openxmlformats.org/officeDocument/2006/relationships/image" Target="../media/image1789.png"/><Relationship Id="rId99" Type="http://schemas.openxmlformats.org/officeDocument/2006/relationships/customXml" Target="../ink/ink3068.xml"/><Relationship Id="rId101" Type="http://schemas.openxmlformats.org/officeDocument/2006/relationships/customXml" Target="../ink/ink3069.xml"/><Relationship Id="rId4" Type="http://schemas.openxmlformats.org/officeDocument/2006/relationships/image" Target="../media/image1744.png"/><Relationship Id="rId9" Type="http://schemas.openxmlformats.org/officeDocument/2006/relationships/customXml" Target="../ink/ink3023.xml"/><Relationship Id="rId13" Type="http://schemas.openxmlformats.org/officeDocument/2006/relationships/customXml" Target="../ink/ink3025.xml"/><Relationship Id="rId18" Type="http://schemas.openxmlformats.org/officeDocument/2006/relationships/image" Target="../media/image1751.png"/><Relationship Id="rId39" Type="http://schemas.openxmlformats.org/officeDocument/2006/relationships/customXml" Target="../ink/ink3038.xml"/><Relationship Id="rId109" Type="http://schemas.openxmlformats.org/officeDocument/2006/relationships/customXml" Target="../ink/ink3073.xml"/><Relationship Id="rId34" Type="http://schemas.openxmlformats.org/officeDocument/2006/relationships/image" Target="../media/image1759.png"/><Relationship Id="rId50" Type="http://schemas.openxmlformats.org/officeDocument/2006/relationships/image" Target="../media/image1767.png"/><Relationship Id="rId55" Type="http://schemas.openxmlformats.org/officeDocument/2006/relationships/customXml" Target="../ink/ink3046.xml"/><Relationship Id="rId76" Type="http://schemas.openxmlformats.org/officeDocument/2006/relationships/image" Target="../media/image1780.png"/><Relationship Id="rId97" Type="http://schemas.openxmlformats.org/officeDocument/2006/relationships/customXml" Target="../ink/ink3067.xml"/><Relationship Id="rId104" Type="http://schemas.openxmlformats.org/officeDocument/2006/relationships/image" Target="../media/image1794.png"/><Relationship Id="rId120" Type="http://schemas.openxmlformats.org/officeDocument/2006/relationships/image" Target="../media/image1802.png"/><Relationship Id="rId7" Type="http://schemas.openxmlformats.org/officeDocument/2006/relationships/customXml" Target="../ink/ink3022.xml"/><Relationship Id="rId71" Type="http://schemas.openxmlformats.org/officeDocument/2006/relationships/customXml" Target="../ink/ink3054.xml"/><Relationship Id="rId92" Type="http://schemas.openxmlformats.org/officeDocument/2006/relationships/image" Target="../media/image1788.png"/><Relationship Id="rId2" Type="http://schemas.openxmlformats.org/officeDocument/2006/relationships/image" Target="../media/image1645.jpg"/><Relationship Id="rId29" Type="http://schemas.openxmlformats.org/officeDocument/2006/relationships/customXml" Target="../ink/ink3033.xml"/><Relationship Id="rId24" Type="http://schemas.openxmlformats.org/officeDocument/2006/relationships/image" Target="../media/image1754.png"/><Relationship Id="rId40" Type="http://schemas.openxmlformats.org/officeDocument/2006/relationships/image" Target="../media/image1762.png"/><Relationship Id="rId45" Type="http://schemas.openxmlformats.org/officeDocument/2006/relationships/customXml" Target="../ink/ink3041.xml"/><Relationship Id="rId66" Type="http://schemas.openxmlformats.org/officeDocument/2006/relationships/image" Target="../media/image1775.png"/><Relationship Id="rId87" Type="http://schemas.openxmlformats.org/officeDocument/2006/relationships/customXml" Target="../ink/ink3062.xml"/><Relationship Id="rId110" Type="http://schemas.openxmlformats.org/officeDocument/2006/relationships/image" Target="../media/image1797.png"/><Relationship Id="rId115" Type="http://schemas.openxmlformats.org/officeDocument/2006/relationships/customXml" Target="../ink/ink3076.xml"/><Relationship Id="rId61" Type="http://schemas.openxmlformats.org/officeDocument/2006/relationships/customXml" Target="../ink/ink3049.xml"/><Relationship Id="rId82" Type="http://schemas.openxmlformats.org/officeDocument/2006/relationships/image" Target="../media/image1783.png"/><Relationship Id="rId19" Type="http://schemas.openxmlformats.org/officeDocument/2006/relationships/customXml" Target="../ink/ink3028.xml"/><Relationship Id="rId14" Type="http://schemas.openxmlformats.org/officeDocument/2006/relationships/image" Target="../media/image1749.png"/><Relationship Id="rId30" Type="http://schemas.openxmlformats.org/officeDocument/2006/relationships/image" Target="../media/image1757.png"/><Relationship Id="rId35" Type="http://schemas.openxmlformats.org/officeDocument/2006/relationships/customXml" Target="../ink/ink3036.xml"/><Relationship Id="rId56" Type="http://schemas.openxmlformats.org/officeDocument/2006/relationships/image" Target="../media/image1770.png"/><Relationship Id="rId77" Type="http://schemas.openxmlformats.org/officeDocument/2006/relationships/customXml" Target="../ink/ink3057.xml"/><Relationship Id="rId100" Type="http://schemas.openxmlformats.org/officeDocument/2006/relationships/image" Target="../media/image1792.png"/><Relationship Id="rId105" Type="http://schemas.openxmlformats.org/officeDocument/2006/relationships/customXml" Target="../ink/ink3071.xml"/><Relationship Id="rId8" Type="http://schemas.openxmlformats.org/officeDocument/2006/relationships/image" Target="../media/image1746.png"/><Relationship Id="rId51" Type="http://schemas.openxmlformats.org/officeDocument/2006/relationships/customXml" Target="../ink/ink3044.xml"/><Relationship Id="rId72" Type="http://schemas.openxmlformats.org/officeDocument/2006/relationships/image" Target="../media/image1778.png"/><Relationship Id="rId93" Type="http://schemas.openxmlformats.org/officeDocument/2006/relationships/customXml" Target="../ink/ink3065.xml"/><Relationship Id="rId98" Type="http://schemas.openxmlformats.org/officeDocument/2006/relationships/image" Target="../media/image1791.png"/><Relationship Id="rId3" Type="http://schemas.openxmlformats.org/officeDocument/2006/relationships/customXml" Target="../ink/ink3020.xml"/><Relationship Id="rId25" Type="http://schemas.openxmlformats.org/officeDocument/2006/relationships/customXml" Target="../ink/ink3031.xml"/><Relationship Id="rId46" Type="http://schemas.openxmlformats.org/officeDocument/2006/relationships/image" Target="../media/image1765.png"/><Relationship Id="rId67" Type="http://schemas.openxmlformats.org/officeDocument/2006/relationships/customXml" Target="../ink/ink3052.xml"/><Relationship Id="rId116" Type="http://schemas.openxmlformats.org/officeDocument/2006/relationships/image" Target="../media/image1800.png"/><Relationship Id="rId20" Type="http://schemas.openxmlformats.org/officeDocument/2006/relationships/image" Target="../media/image1752.png"/><Relationship Id="rId41" Type="http://schemas.openxmlformats.org/officeDocument/2006/relationships/customXml" Target="../ink/ink3039.xml"/><Relationship Id="rId62" Type="http://schemas.openxmlformats.org/officeDocument/2006/relationships/image" Target="../media/image1773.png"/><Relationship Id="rId83" Type="http://schemas.openxmlformats.org/officeDocument/2006/relationships/customXml" Target="../ink/ink3060.xml"/><Relationship Id="rId88" Type="http://schemas.openxmlformats.org/officeDocument/2006/relationships/image" Target="../media/image1786.png"/><Relationship Id="rId111" Type="http://schemas.openxmlformats.org/officeDocument/2006/relationships/customXml" Target="../ink/ink3074.xml"/><Relationship Id="rId15" Type="http://schemas.openxmlformats.org/officeDocument/2006/relationships/customXml" Target="../ink/ink3026.xml"/><Relationship Id="rId36" Type="http://schemas.openxmlformats.org/officeDocument/2006/relationships/image" Target="../media/image1760.png"/><Relationship Id="rId57" Type="http://schemas.openxmlformats.org/officeDocument/2006/relationships/customXml" Target="../ink/ink3047.xml"/><Relationship Id="rId106" Type="http://schemas.openxmlformats.org/officeDocument/2006/relationships/image" Target="../media/image1795.png"/></Relationships>
</file>

<file path=ppt/slides/_rels/slide35.xml.rels><?xml version="1.0" encoding="UTF-8" standalone="yes"?>
<Relationships xmlns="http://schemas.openxmlformats.org/package/2006/relationships"><Relationship Id="rId2" Type="http://schemas.openxmlformats.org/officeDocument/2006/relationships/image" Target="../media/image1646.jp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17" Type="http://schemas.openxmlformats.org/officeDocument/2006/relationships/customXml" Target="../ink/ink3135.xml"/><Relationship Id="rId299" Type="http://schemas.openxmlformats.org/officeDocument/2006/relationships/customXml" Target="../ink/ink3226.xml"/><Relationship Id="rId21" Type="http://schemas.openxmlformats.org/officeDocument/2006/relationships/customXml" Target="../ink/ink3087.xml"/><Relationship Id="rId63" Type="http://schemas.openxmlformats.org/officeDocument/2006/relationships/customXml" Target="../ink/ink3108.xml"/><Relationship Id="rId159" Type="http://schemas.openxmlformats.org/officeDocument/2006/relationships/customXml" Target="../ink/ink3156.xml"/><Relationship Id="rId324" Type="http://schemas.openxmlformats.org/officeDocument/2006/relationships/image" Target="../media/image1963.png"/><Relationship Id="rId170" Type="http://schemas.openxmlformats.org/officeDocument/2006/relationships/image" Target="../media/image1882.png"/><Relationship Id="rId226" Type="http://schemas.openxmlformats.org/officeDocument/2006/relationships/image" Target="../media/image1910.png"/><Relationship Id="rId268" Type="http://schemas.openxmlformats.org/officeDocument/2006/relationships/image" Target="../media/image1931.png"/><Relationship Id="rId32" Type="http://schemas.openxmlformats.org/officeDocument/2006/relationships/image" Target="../media/image1813.png"/><Relationship Id="rId74" Type="http://schemas.openxmlformats.org/officeDocument/2006/relationships/image" Target="../media/image1834.png"/><Relationship Id="rId128" Type="http://schemas.openxmlformats.org/officeDocument/2006/relationships/image" Target="../media/image1861.png"/><Relationship Id="rId335" Type="http://schemas.openxmlformats.org/officeDocument/2006/relationships/customXml" Target="../ink/ink3244.xml"/><Relationship Id="rId5" Type="http://schemas.openxmlformats.org/officeDocument/2006/relationships/customXml" Target="../ink/ink3079.xml"/><Relationship Id="rId181" Type="http://schemas.openxmlformats.org/officeDocument/2006/relationships/customXml" Target="../ink/ink3167.xml"/><Relationship Id="rId237" Type="http://schemas.openxmlformats.org/officeDocument/2006/relationships/customXml" Target="../ink/ink3195.xml"/><Relationship Id="rId279" Type="http://schemas.openxmlformats.org/officeDocument/2006/relationships/customXml" Target="../ink/ink3216.xml"/><Relationship Id="rId43" Type="http://schemas.openxmlformats.org/officeDocument/2006/relationships/customXml" Target="../ink/ink3098.xml"/><Relationship Id="rId139" Type="http://schemas.openxmlformats.org/officeDocument/2006/relationships/customXml" Target="../ink/ink3146.xml"/><Relationship Id="rId290" Type="http://schemas.openxmlformats.org/officeDocument/2006/relationships/image" Target="../media/image1942.png"/><Relationship Id="rId304" Type="http://schemas.openxmlformats.org/officeDocument/2006/relationships/image" Target="../media/image1952.png"/><Relationship Id="rId346" Type="http://schemas.openxmlformats.org/officeDocument/2006/relationships/image" Target="../media/image1975.png"/><Relationship Id="rId85" Type="http://schemas.openxmlformats.org/officeDocument/2006/relationships/customXml" Target="../ink/ink3119.xml"/><Relationship Id="rId150" Type="http://schemas.openxmlformats.org/officeDocument/2006/relationships/image" Target="../media/image1872.png"/><Relationship Id="rId192" Type="http://schemas.openxmlformats.org/officeDocument/2006/relationships/image" Target="../media/image1893.png"/><Relationship Id="rId206" Type="http://schemas.openxmlformats.org/officeDocument/2006/relationships/image" Target="../media/image1900.png"/><Relationship Id="rId248" Type="http://schemas.openxmlformats.org/officeDocument/2006/relationships/image" Target="../media/image1921.png"/><Relationship Id="rId12" Type="http://schemas.openxmlformats.org/officeDocument/2006/relationships/image" Target="../media/image1803.png"/><Relationship Id="rId108" Type="http://schemas.openxmlformats.org/officeDocument/2006/relationships/image" Target="../media/image1851.png"/><Relationship Id="rId315" Type="http://schemas.openxmlformats.org/officeDocument/2006/relationships/customXml" Target="../ink/ink3234.xml"/><Relationship Id="rId357" Type="http://schemas.openxmlformats.org/officeDocument/2006/relationships/customXml" Target="../ink/ink3255.xml"/><Relationship Id="rId54" Type="http://schemas.openxmlformats.org/officeDocument/2006/relationships/image" Target="../media/image1824.png"/><Relationship Id="rId96" Type="http://schemas.openxmlformats.org/officeDocument/2006/relationships/image" Target="../media/image1845.png"/><Relationship Id="rId161" Type="http://schemas.openxmlformats.org/officeDocument/2006/relationships/customXml" Target="../ink/ink3157.xml"/><Relationship Id="rId217" Type="http://schemas.openxmlformats.org/officeDocument/2006/relationships/customXml" Target="../ink/ink3185.xml"/><Relationship Id="rId259" Type="http://schemas.openxmlformats.org/officeDocument/2006/relationships/customXml" Target="../ink/ink3206.xml"/><Relationship Id="rId23" Type="http://schemas.openxmlformats.org/officeDocument/2006/relationships/customXml" Target="../ink/ink3088.xml"/><Relationship Id="rId119" Type="http://schemas.openxmlformats.org/officeDocument/2006/relationships/customXml" Target="../ink/ink3136.xml"/><Relationship Id="rId270" Type="http://schemas.openxmlformats.org/officeDocument/2006/relationships/image" Target="../media/image1932.png"/><Relationship Id="rId326" Type="http://schemas.openxmlformats.org/officeDocument/2006/relationships/image" Target="../media/image1964.png"/><Relationship Id="rId65" Type="http://schemas.openxmlformats.org/officeDocument/2006/relationships/customXml" Target="../ink/ink3109.xml"/><Relationship Id="rId130" Type="http://schemas.openxmlformats.org/officeDocument/2006/relationships/image" Target="../media/image1862.png"/><Relationship Id="rId172" Type="http://schemas.openxmlformats.org/officeDocument/2006/relationships/image" Target="../media/image1883.png"/><Relationship Id="rId228" Type="http://schemas.openxmlformats.org/officeDocument/2006/relationships/image" Target="../media/image1911.png"/><Relationship Id="rId281" Type="http://schemas.openxmlformats.org/officeDocument/2006/relationships/customXml" Target="../ink/ink3217.xml"/><Relationship Id="rId337" Type="http://schemas.openxmlformats.org/officeDocument/2006/relationships/customXml" Target="../ink/ink3245.xml"/><Relationship Id="rId34" Type="http://schemas.openxmlformats.org/officeDocument/2006/relationships/image" Target="../media/image1814.png"/><Relationship Id="rId76" Type="http://schemas.openxmlformats.org/officeDocument/2006/relationships/image" Target="../media/image1835.png"/><Relationship Id="rId141" Type="http://schemas.openxmlformats.org/officeDocument/2006/relationships/customXml" Target="../ink/ink3147.xml"/><Relationship Id="rId7" Type="http://schemas.openxmlformats.org/officeDocument/2006/relationships/customXml" Target="../ink/ink3080.xml"/><Relationship Id="rId183" Type="http://schemas.openxmlformats.org/officeDocument/2006/relationships/customXml" Target="../ink/ink3168.xml"/><Relationship Id="rId239" Type="http://schemas.openxmlformats.org/officeDocument/2006/relationships/customXml" Target="../ink/ink3196.xml"/><Relationship Id="rId250" Type="http://schemas.openxmlformats.org/officeDocument/2006/relationships/image" Target="../media/image1922.png"/><Relationship Id="rId292" Type="http://schemas.openxmlformats.org/officeDocument/2006/relationships/image" Target="../media/image1945.png"/><Relationship Id="rId306" Type="http://schemas.openxmlformats.org/officeDocument/2006/relationships/image" Target="../media/image1953.png"/><Relationship Id="rId45" Type="http://schemas.openxmlformats.org/officeDocument/2006/relationships/customXml" Target="../ink/ink3099.xml"/><Relationship Id="rId87" Type="http://schemas.openxmlformats.org/officeDocument/2006/relationships/customXml" Target="../ink/ink3120.xml"/><Relationship Id="rId110" Type="http://schemas.openxmlformats.org/officeDocument/2006/relationships/image" Target="../media/image1852.png"/><Relationship Id="rId348" Type="http://schemas.openxmlformats.org/officeDocument/2006/relationships/image" Target="../media/image1976.png"/><Relationship Id="rId152" Type="http://schemas.openxmlformats.org/officeDocument/2006/relationships/image" Target="../media/image1873.png"/><Relationship Id="rId194" Type="http://schemas.openxmlformats.org/officeDocument/2006/relationships/image" Target="../media/image1894.png"/><Relationship Id="rId208" Type="http://schemas.openxmlformats.org/officeDocument/2006/relationships/image" Target="../media/image1901.png"/><Relationship Id="rId261" Type="http://schemas.openxmlformats.org/officeDocument/2006/relationships/customXml" Target="../ink/ink3207.xml"/><Relationship Id="rId14" Type="http://schemas.openxmlformats.org/officeDocument/2006/relationships/image" Target="../media/image1804.png"/><Relationship Id="rId56" Type="http://schemas.openxmlformats.org/officeDocument/2006/relationships/image" Target="../media/image1825.png"/><Relationship Id="rId317" Type="http://schemas.openxmlformats.org/officeDocument/2006/relationships/customXml" Target="../ink/ink3235.xml"/><Relationship Id="rId359" Type="http://schemas.openxmlformats.org/officeDocument/2006/relationships/customXml" Target="../ink/ink3256.xml"/><Relationship Id="rId98" Type="http://schemas.openxmlformats.org/officeDocument/2006/relationships/image" Target="../media/image1846.png"/><Relationship Id="rId121" Type="http://schemas.openxmlformats.org/officeDocument/2006/relationships/customXml" Target="../ink/ink3137.xml"/><Relationship Id="rId163" Type="http://schemas.openxmlformats.org/officeDocument/2006/relationships/customXml" Target="../ink/ink3158.xml"/><Relationship Id="rId219" Type="http://schemas.openxmlformats.org/officeDocument/2006/relationships/customXml" Target="../ink/ink3186.xml"/><Relationship Id="rId230" Type="http://schemas.openxmlformats.org/officeDocument/2006/relationships/image" Target="../media/image1912.png"/><Relationship Id="rId25" Type="http://schemas.openxmlformats.org/officeDocument/2006/relationships/customXml" Target="../ink/ink3089.xml"/><Relationship Id="rId67" Type="http://schemas.openxmlformats.org/officeDocument/2006/relationships/customXml" Target="../ink/ink3110.xml"/><Relationship Id="rId272" Type="http://schemas.openxmlformats.org/officeDocument/2006/relationships/image" Target="../media/image1933.png"/><Relationship Id="rId328" Type="http://schemas.openxmlformats.org/officeDocument/2006/relationships/image" Target="../media/image1965.png"/><Relationship Id="rId88" Type="http://schemas.openxmlformats.org/officeDocument/2006/relationships/image" Target="../media/image1841.png"/><Relationship Id="rId111" Type="http://schemas.openxmlformats.org/officeDocument/2006/relationships/customXml" Target="../ink/ink3132.xml"/><Relationship Id="rId132" Type="http://schemas.openxmlformats.org/officeDocument/2006/relationships/image" Target="../media/image1863.png"/><Relationship Id="rId153" Type="http://schemas.openxmlformats.org/officeDocument/2006/relationships/customXml" Target="../ink/ink3153.xml"/><Relationship Id="rId174" Type="http://schemas.openxmlformats.org/officeDocument/2006/relationships/image" Target="../media/image1884.png"/><Relationship Id="rId195" Type="http://schemas.openxmlformats.org/officeDocument/2006/relationships/customXml" Target="../ink/ink3174.xml"/><Relationship Id="rId209" Type="http://schemas.openxmlformats.org/officeDocument/2006/relationships/customXml" Target="../ink/ink3181.xml"/><Relationship Id="rId360" Type="http://schemas.openxmlformats.org/officeDocument/2006/relationships/image" Target="../media/image1983.png"/><Relationship Id="rId220" Type="http://schemas.openxmlformats.org/officeDocument/2006/relationships/image" Target="../media/image1907.png"/><Relationship Id="rId241" Type="http://schemas.openxmlformats.org/officeDocument/2006/relationships/customXml" Target="../ink/ink3197.xml"/><Relationship Id="rId15" Type="http://schemas.openxmlformats.org/officeDocument/2006/relationships/customXml" Target="../ink/ink3084.xml"/><Relationship Id="rId36" Type="http://schemas.openxmlformats.org/officeDocument/2006/relationships/image" Target="../media/image1815.png"/><Relationship Id="rId57" Type="http://schemas.openxmlformats.org/officeDocument/2006/relationships/customXml" Target="../ink/ink3105.xml"/><Relationship Id="rId262" Type="http://schemas.openxmlformats.org/officeDocument/2006/relationships/image" Target="../media/image1928.png"/><Relationship Id="rId283" Type="http://schemas.openxmlformats.org/officeDocument/2006/relationships/customXml" Target="../ink/ink3218.xml"/><Relationship Id="rId318" Type="http://schemas.openxmlformats.org/officeDocument/2006/relationships/image" Target="../media/image1959.png"/><Relationship Id="rId339" Type="http://schemas.openxmlformats.org/officeDocument/2006/relationships/customXml" Target="../ink/ink3246.xml"/><Relationship Id="rId78" Type="http://schemas.openxmlformats.org/officeDocument/2006/relationships/image" Target="../media/image1836.png"/><Relationship Id="rId99" Type="http://schemas.openxmlformats.org/officeDocument/2006/relationships/customXml" Target="../ink/ink3126.xml"/><Relationship Id="rId101" Type="http://schemas.openxmlformats.org/officeDocument/2006/relationships/customXml" Target="../ink/ink3127.xml"/><Relationship Id="rId122" Type="http://schemas.openxmlformats.org/officeDocument/2006/relationships/image" Target="../media/image1858.png"/><Relationship Id="rId143" Type="http://schemas.openxmlformats.org/officeDocument/2006/relationships/customXml" Target="../ink/ink3148.xml"/><Relationship Id="rId164" Type="http://schemas.openxmlformats.org/officeDocument/2006/relationships/image" Target="../media/image1879.png"/><Relationship Id="rId185" Type="http://schemas.openxmlformats.org/officeDocument/2006/relationships/customXml" Target="../ink/ink3169.xml"/><Relationship Id="rId350" Type="http://schemas.openxmlformats.org/officeDocument/2006/relationships/image" Target="../media/image1977.png"/><Relationship Id="rId9" Type="http://schemas.openxmlformats.org/officeDocument/2006/relationships/customXml" Target="../ink/ink3081.xml"/><Relationship Id="rId210" Type="http://schemas.openxmlformats.org/officeDocument/2006/relationships/image" Target="../media/image1902.png"/><Relationship Id="rId26" Type="http://schemas.openxmlformats.org/officeDocument/2006/relationships/image" Target="../media/image1810.png"/><Relationship Id="rId231" Type="http://schemas.openxmlformats.org/officeDocument/2006/relationships/customXml" Target="../ink/ink3192.xml"/><Relationship Id="rId252" Type="http://schemas.openxmlformats.org/officeDocument/2006/relationships/image" Target="../media/image1923.png"/><Relationship Id="rId273" Type="http://schemas.openxmlformats.org/officeDocument/2006/relationships/customXml" Target="../ink/ink3213.xml"/><Relationship Id="rId294" Type="http://schemas.openxmlformats.org/officeDocument/2006/relationships/image" Target="../media/image1946.png"/><Relationship Id="rId308" Type="http://schemas.openxmlformats.org/officeDocument/2006/relationships/image" Target="../media/image1954.png"/><Relationship Id="rId329" Type="http://schemas.openxmlformats.org/officeDocument/2006/relationships/customXml" Target="../ink/ink3241.xml"/><Relationship Id="rId47" Type="http://schemas.openxmlformats.org/officeDocument/2006/relationships/customXml" Target="../ink/ink3100.xml"/><Relationship Id="rId68" Type="http://schemas.openxmlformats.org/officeDocument/2006/relationships/image" Target="../media/image1831.png"/><Relationship Id="rId89" Type="http://schemas.openxmlformats.org/officeDocument/2006/relationships/customXml" Target="../ink/ink3121.xml"/><Relationship Id="rId112" Type="http://schemas.openxmlformats.org/officeDocument/2006/relationships/image" Target="../media/image1853.png"/><Relationship Id="rId133" Type="http://schemas.openxmlformats.org/officeDocument/2006/relationships/customXml" Target="../ink/ink3143.xml"/><Relationship Id="rId154" Type="http://schemas.openxmlformats.org/officeDocument/2006/relationships/image" Target="../media/image1874.png"/><Relationship Id="rId175" Type="http://schemas.openxmlformats.org/officeDocument/2006/relationships/customXml" Target="../ink/ink3164.xml"/><Relationship Id="rId340" Type="http://schemas.openxmlformats.org/officeDocument/2006/relationships/image" Target="../media/image1972.png"/><Relationship Id="rId361" Type="http://schemas.openxmlformats.org/officeDocument/2006/relationships/customXml" Target="../ink/ink3257.xml"/><Relationship Id="rId196" Type="http://schemas.openxmlformats.org/officeDocument/2006/relationships/image" Target="../media/image1895.png"/><Relationship Id="rId200" Type="http://schemas.openxmlformats.org/officeDocument/2006/relationships/image" Target="../media/image1897.png"/><Relationship Id="rId16" Type="http://schemas.openxmlformats.org/officeDocument/2006/relationships/image" Target="../media/image1805.png"/><Relationship Id="rId221" Type="http://schemas.openxmlformats.org/officeDocument/2006/relationships/customXml" Target="../ink/ink3187.xml"/><Relationship Id="rId242" Type="http://schemas.openxmlformats.org/officeDocument/2006/relationships/image" Target="../media/image1918.png"/><Relationship Id="rId263" Type="http://schemas.openxmlformats.org/officeDocument/2006/relationships/customXml" Target="../ink/ink3208.xml"/><Relationship Id="rId284" Type="http://schemas.openxmlformats.org/officeDocument/2006/relationships/image" Target="../media/image1939.png"/><Relationship Id="rId319" Type="http://schemas.openxmlformats.org/officeDocument/2006/relationships/customXml" Target="../ink/ink3236.xml"/><Relationship Id="rId37" Type="http://schemas.openxmlformats.org/officeDocument/2006/relationships/customXml" Target="../ink/ink3095.xml"/><Relationship Id="rId58" Type="http://schemas.openxmlformats.org/officeDocument/2006/relationships/image" Target="../media/image1826.png"/><Relationship Id="rId79" Type="http://schemas.openxmlformats.org/officeDocument/2006/relationships/customXml" Target="../ink/ink3116.xml"/><Relationship Id="rId102" Type="http://schemas.openxmlformats.org/officeDocument/2006/relationships/image" Target="../media/image1848.png"/><Relationship Id="rId123" Type="http://schemas.openxmlformats.org/officeDocument/2006/relationships/customXml" Target="../ink/ink3138.xml"/><Relationship Id="rId144" Type="http://schemas.openxmlformats.org/officeDocument/2006/relationships/image" Target="../media/image1869.png"/><Relationship Id="rId330" Type="http://schemas.openxmlformats.org/officeDocument/2006/relationships/image" Target="../media/image1966.png"/><Relationship Id="rId90" Type="http://schemas.openxmlformats.org/officeDocument/2006/relationships/image" Target="../media/image1842.png"/><Relationship Id="rId165" Type="http://schemas.openxmlformats.org/officeDocument/2006/relationships/customXml" Target="../ink/ink3159.xml"/><Relationship Id="rId186" Type="http://schemas.openxmlformats.org/officeDocument/2006/relationships/image" Target="../media/image1890.png"/><Relationship Id="rId351" Type="http://schemas.openxmlformats.org/officeDocument/2006/relationships/customXml" Target="../ink/ink3252.xml"/><Relationship Id="rId211" Type="http://schemas.openxmlformats.org/officeDocument/2006/relationships/customXml" Target="../ink/ink3182.xml"/><Relationship Id="rId232" Type="http://schemas.openxmlformats.org/officeDocument/2006/relationships/image" Target="../media/image1913.png"/><Relationship Id="rId253" Type="http://schemas.openxmlformats.org/officeDocument/2006/relationships/customXml" Target="../ink/ink3203.xml"/><Relationship Id="rId274" Type="http://schemas.openxmlformats.org/officeDocument/2006/relationships/image" Target="../media/image1934.png"/><Relationship Id="rId295" Type="http://schemas.openxmlformats.org/officeDocument/2006/relationships/customXml" Target="../ink/ink3224.xml"/><Relationship Id="rId309" Type="http://schemas.openxmlformats.org/officeDocument/2006/relationships/customXml" Target="../ink/ink3231.xml"/><Relationship Id="rId27" Type="http://schemas.openxmlformats.org/officeDocument/2006/relationships/customXml" Target="../ink/ink3090.xml"/><Relationship Id="rId48" Type="http://schemas.openxmlformats.org/officeDocument/2006/relationships/image" Target="../media/image1821.png"/><Relationship Id="rId69" Type="http://schemas.openxmlformats.org/officeDocument/2006/relationships/customXml" Target="../ink/ink3111.xml"/><Relationship Id="rId113" Type="http://schemas.openxmlformats.org/officeDocument/2006/relationships/customXml" Target="../ink/ink3133.xml"/><Relationship Id="rId134" Type="http://schemas.openxmlformats.org/officeDocument/2006/relationships/image" Target="../media/image1864.png"/><Relationship Id="rId320" Type="http://schemas.openxmlformats.org/officeDocument/2006/relationships/image" Target="../media/image1961.png"/><Relationship Id="rId80" Type="http://schemas.openxmlformats.org/officeDocument/2006/relationships/image" Target="../media/image1837.png"/><Relationship Id="rId155" Type="http://schemas.openxmlformats.org/officeDocument/2006/relationships/customXml" Target="../ink/ink3154.xml"/><Relationship Id="rId176" Type="http://schemas.openxmlformats.org/officeDocument/2006/relationships/image" Target="../media/image1885.png"/><Relationship Id="rId197" Type="http://schemas.openxmlformats.org/officeDocument/2006/relationships/customXml" Target="../ink/ink3175.xml"/><Relationship Id="rId341" Type="http://schemas.openxmlformats.org/officeDocument/2006/relationships/customXml" Target="../ink/ink3247.xml"/><Relationship Id="rId362" Type="http://schemas.openxmlformats.org/officeDocument/2006/relationships/image" Target="../media/image1984.png"/><Relationship Id="rId201" Type="http://schemas.openxmlformats.org/officeDocument/2006/relationships/customXml" Target="../ink/ink3177.xml"/><Relationship Id="rId222" Type="http://schemas.openxmlformats.org/officeDocument/2006/relationships/image" Target="../media/image1908.png"/><Relationship Id="rId243" Type="http://schemas.openxmlformats.org/officeDocument/2006/relationships/customXml" Target="../ink/ink3198.xml"/><Relationship Id="rId264" Type="http://schemas.openxmlformats.org/officeDocument/2006/relationships/image" Target="../media/image1929.png"/><Relationship Id="rId285" Type="http://schemas.openxmlformats.org/officeDocument/2006/relationships/customXml" Target="../ink/ink3219.xml"/><Relationship Id="rId17" Type="http://schemas.openxmlformats.org/officeDocument/2006/relationships/customXml" Target="../ink/ink3085.xml"/><Relationship Id="rId38" Type="http://schemas.openxmlformats.org/officeDocument/2006/relationships/image" Target="../media/image1816.png"/><Relationship Id="rId59" Type="http://schemas.openxmlformats.org/officeDocument/2006/relationships/customXml" Target="../ink/ink3106.xml"/><Relationship Id="rId103" Type="http://schemas.openxmlformats.org/officeDocument/2006/relationships/customXml" Target="../ink/ink3128.xml"/><Relationship Id="rId124" Type="http://schemas.openxmlformats.org/officeDocument/2006/relationships/image" Target="../media/image1859.png"/><Relationship Id="rId310" Type="http://schemas.openxmlformats.org/officeDocument/2006/relationships/image" Target="../media/image1955.png"/><Relationship Id="rId70" Type="http://schemas.openxmlformats.org/officeDocument/2006/relationships/image" Target="../media/image1832.png"/><Relationship Id="rId91" Type="http://schemas.openxmlformats.org/officeDocument/2006/relationships/customXml" Target="../ink/ink3122.xml"/><Relationship Id="rId145" Type="http://schemas.openxmlformats.org/officeDocument/2006/relationships/customXml" Target="../ink/ink3149.xml"/><Relationship Id="rId166" Type="http://schemas.openxmlformats.org/officeDocument/2006/relationships/image" Target="../media/image1880.png"/><Relationship Id="rId187" Type="http://schemas.openxmlformats.org/officeDocument/2006/relationships/customXml" Target="../ink/ink3170.xml"/><Relationship Id="rId331" Type="http://schemas.openxmlformats.org/officeDocument/2006/relationships/customXml" Target="../ink/ink3242.xml"/><Relationship Id="rId352" Type="http://schemas.openxmlformats.org/officeDocument/2006/relationships/image" Target="../media/image1978.png"/><Relationship Id="rId1" Type="http://schemas.openxmlformats.org/officeDocument/2006/relationships/slideLayout" Target="../slideLayouts/slideLayout4.xml"/><Relationship Id="rId212" Type="http://schemas.openxmlformats.org/officeDocument/2006/relationships/image" Target="../media/image1903.png"/><Relationship Id="rId233" Type="http://schemas.openxmlformats.org/officeDocument/2006/relationships/customXml" Target="../ink/ink3193.xml"/><Relationship Id="rId254" Type="http://schemas.openxmlformats.org/officeDocument/2006/relationships/image" Target="../media/image1924.png"/><Relationship Id="rId28" Type="http://schemas.openxmlformats.org/officeDocument/2006/relationships/image" Target="../media/image1811.png"/><Relationship Id="rId49" Type="http://schemas.openxmlformats.org/officeDocument/2006/relationships/customXml" Target="../ink/ink3101.xml"/><Relationship Id="rId114" Type="http://schemas.openxmlformats.org/officeDocument/2006/relationships/image" Target="../media/image1854.png"/><Relationship Id="rId275" Type="http://schemas.openxmlformats.org/officeDocument/2006/relationships/customXml" Target="../ink/ink3214.xml"/><Relationship Id="rId296" Type="http://schemas.openxmlformats.org/officeDocument/2006/relationships/image" Target="../media/image1947.png"/><Relationship Id="rId300" Type="http://schemas.openxmlformats.org/officeDocument/2006/relationships/image" Target="../media/image1949.png"/><Relationship Id="rId60" Type="http://schemas.openxmlformats.org/officeDocument/2006/relationships/image" Target="../media/image1827.png"/><Relationship Id="rId81" Type="http://schemas.openxmlformats.org/officeDocument/2006/relationships/customXml" Target="../ink/ink3117.xml"/><Relationship Id="rId135" Type="http://schemas.openxmlformats.org/officeDocument/2006/relationships/customXml" Target="../ink/ink3144.xml"/><Relationship Id="rId156" Type="http://schemas.openxmlformats.org/officeDocument/2006/relationships/image" Target="../media/image1875.png"/><Relationship Id="rId177" Type="http://schemas.openxmlformats.org/officeDocument/2006/relationships/customXml" Target="../ink/ink3165.xml"/><Relationship Id="rId198" Type="http://schemas.openxmlformats.org/officeDocument/2006/relationships/image" Target="../media/image1896.png"/><Relationship Id="rId321" Type="http://schemas.openxmlformats.org/officeDocument/2006/relationships/customXml" Target="../ink/ink3237.xml"/><Relationship Id="rId342" Type="http://schemas.openxmlformats.org/officeDocument/2006/relationships/image" Target="../media/image1973.png"/><Relationship Id="rId363" Type="http://schemas.openxmlformats.org/officeDocument/2006/relationships/customXml" Target="../ink/ink3258.xml"/><Relationship Id="rId202" Type="http://schemas.openxmlformats.org/officeDocument/2006/relationships/image" Target="../media/image1898.png"/><Relationship Id="rId223" Type="http://schemas.openxmlformats.org/officeDocument/2006/relationships/customXml" Target="../ink/ink3188.xml"/><Relationship Id="rId244" Type="http://schemas.openxmlformats.org/officeDocument/2006/relationships/image" Target="../media/image1919.png"/><Relationship Id="rId18" Type="http://schemas.openxmlformats.org/officeDocument/2006/relationships/image" Target="../media/image1806.png"/><Relationship Id="rId39" Type="http://schemas.openxmlformats.org/officeDocument/2006/relationships/customXml" Target="../ink/ink3096.xml"/><Relationship Id="rId265" Type="http://schemas.openxmlformats.org/officeDocument/2006/relationships/customXml" Target="../ink/ink3209.xml"/><Relationship Id="rId286" Type="http://schemas.openxmlformats.org/officeDocument/2006/relationships/image" Target="../media/image1940.png"/><Relationship Id="rId50" Type="http://schemas.openxmlformats.org/officeDocument/2006/relationships/image" Target="../media/image1822.png"/><Relationship Id="rId104" Type="http://schemas.openxmlformats.org/officeDocument/2006/relationships/image" Target="../media/image1849.png"/><Relationship Id="rId125" Type="http://schemas.openxmlformats.org/officeDocument/2006/relationships/customXml" Target="../ink/ink3139.xml"/><Relationship Id="rId146" Type="http://schemas.openxmlformats.org/officeDocument/2006/relationships/image" Target="../media/image1870.png"/><Relationship Id="rId167" Type="http://schemas.openxmlformats.org/officeDocument/2006/relationships/customXml" Target="../ink/ink3160.xml"/><Relationship Id="rId188" Type="http://schemas.openxmlformats.org/officeDocument/2006/relationships/image" Target="../media/image1891.png"/><Relationship Id="rId311" Type="http://schemas.openxmlformats.org/officeDocument/2006/relationships/customXml" Target="../ink/ink3232.xml"/><Relationship Id="rId332" Type="http://schemas.openxmlformats.org/officeDocument/2006/relationships/image" Target="../media/image1967.png"/><Relationship Id="rId353" Type="http://schemas.openxmlformats.org/officeDocument/2006/relationships/customXml" Target="../ink/ink3253.xml"/><Relationship Id="rId71" Type="http://schemas.openxmlformats.org/officeDocument/2006/relationships/customXml" Target="../ink/ink3112.xml"/><Relationship Id="rId92" Type="http://schemas.openxmlformats.org/officeDocument/2006/relationships/image" Target="../media/image1843.png"/><Relationship Id="rId213" Type="http://schemas.openxmlformats.org/officeDocument/2006/relationships/customXml" Target="../ink/ink3183.xml"/><Relationship Id="rId234" Type="http://schemas.openxmlformats.org/officeDocument/2006/relationships/image" Target="../media/image1914.png"/><Relationship Id="rId2" Type="http://schemas.openxmlformats.org/officeDocument/2006/relationships/image" Target="../media/image1647.jpg"/><Relationship Id="rId29" Type="http://schemas.openxmlformats.org/officeDocument/2006/relationships/customXml" Target="../ink/ink3091.xml"/><Relationship Id="rId255" Type="http://schemas.openxmlformats.org/officeDocument/2006/relationships/customXml" Target="../ink/ink3204.xml"/><Relationship Id="rId276" Type="http://schemas.openxmlformats.org/officeDocument/2006/relationships/image" Target="../media/image1935.png"/><Relationship Id="rId297" Type="http://schemas.openxmlformats.org/officeDocument/2006/relationships/customXml" Target="../ink/ink3225.xml"/><Relationship Id="rId40" Type="http://schemas.openxmlformats.org/officeDocument/2006/relationships/image" Target="../media/image1817.png"/><Relationship Id="rId115" Type="http://schemas.openxmlformats.org/officeDocument/2006/relationships/customXml" Target="../ink/ink3134.xml"/><Relationship Id="rId136" Type="http://schemas.openxmlformats.org/officeDocument/2006/relationships/image" Target="../media/image1865.png"/><Relationship Id="rId157" Type="http://schemas.openxmlformats.org/officeDocument/2006/relationships/customXml" Target="../ink/ink3155.xml"/><Relationship Id="rId178" Type="http://schemas.openxmlformats.org/officeDocument/2006/relationships/image" Target="../media/image1886.png"/><Relationship Id="rId301" Type="http://schemas.openxmlformats.org/officeDocument/2006/relationships/customXml" Target="../ink/ink3227.xml"/><Relationship Id="rId322" Type="http://schemas.openxmlformats.org/officeDocument/2006/relationships/image" Target="../media/image1962.png"/><Relationship Id="rId343" Type="http://schemas.openxmlformats.org/officeDocument/2006/relationships/customXml" Target="../ink/ink3248.xml"/><Relationship Id="rId364" Type="http://schemas.openxmlformats.org/officeDocument/2006/relationships/image" Target="../media/image1985.png"/><Relationship Id="rId61" Type="http://schemas.openxmlformats.org/officeDocument/2006/relationships/customXml" Target="../ink/ink3107.xml"/><Relationship Id="rId82" Type="http://schemas.openxmlformats.org/officeDocument/2006/relationships/image" Target="../media/image1838.png"/><Relationship Id="rId199" Type="http://schemas.openxmlformats.org/officeDocument/2006/relationships/customXml" Target="../ink/ink3176.xml"/><Relationship Id="rId203" Type="http://schemas.openxmlformats.org/officeDocument/2006/relationships/customXml" Target="../ink/ink3178.xml"/><Relationship Id="rId19" Type="http://schemas.openxmlformats.org/officeDocument/2006/relationships/customXml" Target="../ink/ink3086.xml"/><Relationship Id="rId224" Type="http://schemas.openxmlformats.org/officeDocument/2006/relationships/image" Target="../media/image1909.png"/><Relationship Id="rId245" Type="http://schemas.openxmlformats.org/officeDocument/2006/relationships/customXml" Target="../ink/ink3199.xml"/><Relationship Id="rId266" Type="http://schemas.openxmlformats.org/officeDocument/2006/relationships/image" Target="../media/image1930.png"/><Relationship Id="rId287" Type="http://schemas.openxmlformats.org/officeDocument/2006/relationships/customXml" Target="../ink/ink3220.xml"/><Relationship Id="rId30" Type="http://schemas.openxmlformats.org/officeDocument/2006/relationships/image" Target="../media/image1812.png"/><Relationship Id="rId105" Type="http://schemas.openxmlformats.org/officeDocument/2006/relationships/customXml" Target="../ink/ink3129.xml"/><Relationship Id="rId126" Type="http://schemas.openxmlformats.org/officeDocument/2006/relationships/image" Target="../media/image1860.png"/><Relationship Id="rId147" Type="http://schemas.openxmlformats.org/officeDocument/2006/relationships/customXml" Target="../ink/ink3150.xml"/><Relationship Id="rId168" Type="http://schemas.openxmlformats.org/officeDocument/2006/relationships/image" Target="../media/image1881.png"/><Relationship Id="rId312" Type="http://schemas.openxmlformats.org/officeDocument/2006/relationships/image" Target="../media/image1956.png"/><Relationship Id="rId333" Type="http://schemas.openxmlformats.org/officeDocument/2006/relationships/customXml" Target="../ink/ink3243.xml"/><Relationship Id="rId354" Type="http://schemas.openxmlformats.org/officeDocument/2006/relationships/image" Target="../media/image1979.png"/><Relationship Id="rId51" Type="http://schemas.openxmlformats.org/officeDocument/2006/relationships/customXml" Target="../ink/ink3102.xml"/><Relationship Id="rId72" Type="http://schemas.openxmlformats.org/officeDocument/2006/relationships/image" Target="../media/image1833.png"/><Relationship Id="rId93" Type="http://schemas.openxmlformats.org/officeDocument/2006/relationships/customXml" Target="../ink/ink3123.xml"/><Relationship Id="rId189" Type="http://schemas.openxmlformats.org/officeDocument/2006/relationships/customXml" Target="../ink/ink3171.xml"/><Relationship Id="rId3" Type="http://schemas.openxmlformats.org/officeDocument/2006/relationships/image" Target="../media/image1430.png"/><Relationship Id="rId214" Type="http://schemas.openxmlformats.org/officeDocument/2006/relationships/image" Target="../media/image1904.png"/><Relationship Id="rId235" Type="http://schemas.openxmlformats.org/officeDocument/2006/relationships/customXml" Target="../ink/ink3194.xml"/><Relationship Id="rId256" Type="http://schemas.openxmlformats.org/officeDocument/2006/relationships/image" Target="../media/image1925.png"/><Relationship Id="rId277" Type="http://schemas.openxmlformats.org/officeDocument/2006/relationships/customXml" Target="../ink/ink3215.xml"/><Relationship Id="rId298" Type="http://schemas.openxmlformats.org/officeDocument/2006/relationships/image" Target="../media/image1948.png"/><Relationship Id="rId116" Type="http://schemas.openxmlformats.org/officeDocument/2006/relationships/image" Target="../media/image1855.png"/><Relationship Id="rId137" Type="http://schemas.openxmlformats.org/officeDocument/2006/relationships/customXml" Target="../ink/ink3145.xml"/><Relationship Id="rId158" Type="http://schemas.openxmlformats.org/officeDocument/2006/relationships/image" Target="../media/image1876.png"/><Relationship Id="rId302" Type="http://schemas.openxmlformats.org/officeDocument/2006/relationships/image" Target="../media/image1951.png"/><Relationship Id="rId323" Type="http://schemas.openxmlformats.org/officeDocument/2006/relationships/customXml" Target="../ink/ink3238.xml"/><Relationship Id="rId344" Type="http://schemas.openxmlformats.org/officeDocument/2006/relationships/image" Target="../media/image1974.png"/><Relationship Id="rId20" Type="http://schemas.openxmlformats.org/officeDocument/2006/relationships/image" Target="../media/image1807.png"/><Relationship Id="rId41" Type="http://schemas.openxmlformats.org/officeDocument/2006/relationships/customXml" Target="../ink/ink3097.xml"/><Relationship Id="rId62" Type="http://schemas.openxmlformats.org/officeDocument/2006/relationships/image" Target="../media/image1828.png"/><Relationship Id="rId83" Type="http://schemas.openxmlformats.org/officeDocument/2006/relationships/customXml" Target="../ink/ink3118.xml"/><Relationship Id="rId179" Type="http://schemas.openxmlformats.org/officeDocument/2006/relationships/customXml" Target="../ink/ink3166.xml"/><Relationship Id="rId190" Type="http://schemas.openxmlformats.org/officeDocument/2006/relationships/image" Target="../media/image1892.png"/><Relationship Id="rId204" Type="http://schemas.openxmlformats.org/officeDocument/2006/relationships/image" Target="../media/image1899.png"/><Relationship Id="rId225" Type="http://schemas.openxmlformats.org/officeDocument/2006/relationships/customXml" Target="../ink/ink3189.xml"/><Relationship Id="rId246" Type="http://schemas.openxmlformats.org/officeDocument/2006/relationships/image" Target="../media/image1920.png"/><Relationship Id="rId267" Type="http://schemas.openxmlformats.org/officeDocument/2006/relationships/customXml" Target="../ink/ink3210.xml"/><Relationship Id="rId288" Type="http://schemas.openxmlformats.org/officeDocument/2006/relationships/image" Target="../media/image1941.png"/><Relationship Id="rId106" Type="http://schemas.openxmlformats.org/officeDocument/2006/relationships/image" Target="../media/image1850.png"/><Relationship Id="rId127" Type="http://schemas.openxmlformats.org/officeDocument/2006/relationships/customXml" Target="../ink/ink3140.xml"/><Relationship Id="rId313" Type="http://schemas.openxmlformats.org/officeDocument/2006/relationships/customXml" Target="../ink/ink3233.xml"/><Relationship Id="rId10" Type="http://schemas.openxmlformats.org/officeDocument/2006/relationships/image" Target="../media/image1743.png"/><Relationship Id="rId31" Type="http://schemas.openxmlformats.org/officeDocument/2006/relationships/customXml" Target="../ink/ink3092.xml"/><Relationship Id="rId52" Type="http://schemas.openxmlformats.org/officeDocument/2006/relationships/image" Target="../media/image1823.png"/><Relationship Id="rId73" Type="http://schemas.openxmlformats.org/officeDocument/2006/relationships/customXml" Target="../ink/ink3113.xml"/><Relationship Id="rId94" Type="http://schemas.openxmlformats.org/officeDocument/2006/relationships/image" Target="../media/image1844.png"/><Relationship Id="rId148" Type="http://schemas.openxmlformats.org/officeDocument/2006/relationships/image" Target="../media/image1871.png"/><Relationship Id="rId169" Type="http://schemas.openxmlformats.org/officeDocument/2006/relationships/customXml" Target="../ink/ink3161.xml"/><Relationship Id="rId334" Type="http://schemas.openxmlformats.org/officeDocument/2006/relationships/image" Target="../media/image1968.png"/><Relationship Id="rId355" Type="http://schemas.openxmlformats.org/officeDocument/2006/relationships/customXml" Target="../ink/ink3254.xml"/><Relationship Id="rId4" Type="http://schemas.openxmlformats.org/officeDocument/2006/relationships/image" Target="../media/image1584.png"/><Relationship Id="rId180" Type="http://schemas.openxmlformats.org/officeDocument/2006/relationships/image" Target="../media/image1887.png"/><Relationship Id="rId215" Type="http://schemas.openxmlformats.org/officeDocument/2006/relationships/customXml" Target="../ink/ink3184.xml"/><Relationship Id="rId236" Type="http://schemas.openxmlformats.org/officeDocument/2006/relationships/image" Target="../media/image1915.png"/><Relationship Id="rId257" Type="http://schemas.openxmlformats.org/officeDocument/2006/relationships/customXml" Target="../ink/ink3205.xml"/><Relationship Id="rId278" Type="http://schemas.openxmlformats.org/officeDocument/2006/relationships/image" Target="../media/image1936.png"/><Relationship Id="rId303" Type="http://schemas.openxmlformats.org/officeDocument/2006/relationships/customXml" Target="../ink/ink3228.xml"/><Relationship Id="rId42" Type="http://schemas.openxmlformats.org/officeDocument/2006/relationships/image" Target="../media/image1818.png"/><Relationship Id="rId84" Type="http://schemas.openxmlformats.org/officeDocument/2006/relationships/image" Target="../media/image1839.png"/><Relationship Id="rId138" Type="http://schemas.openxmlformats.org/officeDocument/2006/relationships/image" Target="../media/image1866.png"/><Relationship Id="rId345" Type="http://schemas.openxmlformats.org/officeDocument/2006/relationships/customXml" Target="../ink/ink3249.xml"/><Relationship Id="rId191" Type="http://schemas.openxmlformats.org/officeDocument/2006/relationships/customXml" Target="../ink/ink3172.xml"/><Relationship Id="rId205" Type="http://schemas.openxmlformats.org/officeDocument/2006/relationships/customXml" Target="../ink/ink3179.xml"/><Relationship Id="rId247" Type="http://schemas.openxmlformats.org/officeDocument/2006/relationships/customXml" Target="../ink/ink3200.xml"/><Relationship Id="rId107" Type="http://schemas.openxmlformats.org/officeDocument/2006/relationships/customXml" Target="../ink/ink3130.xml"/><Relationship Id="rId289" Type="http://schemas.openxmlformats.org/officeDocument/2006/relationships/customXml" Target="../ink/ink3221.xml"/><Relationship Id="rId11" Type="http://schemas.openxmlformats.org/officeDocument/2006/relationships/customXml" Target="../ink/ink3082.xml"/><Relationship Id="rId53" Type="http://schemas.openxmlformats.org/officeDocument/2006/relationships/customXml" Target="../ink/ink3103.xml"/><Relationship Id="rId149" Type="http://schemas.openxmlformats.org/officeDocument/2006/relationships/customXml" Target="../ink/ink3151.xml"/><Relationship Id="rId314" Type="http://schemas.openxmlformats.org/officeDocument/2006/relationships/image" Target="../media/image1957.png"/><Relationship Id="rId356" Type="http://schemas.openxmlformats.org/officeDocument/2006/relationships/image" Target="../media/image1981.png"/><Relationship Id="rId95" Type="http://schemas.openxmlformats.org/officeDocument/2006/relationships/customXml" Target="../ink/ink3124.xml"/><Relationship Id="rId160" Type="http://schemas.openxmlformats.org/officeDocument/2006/relationships/image" Target="../media/image1877.png"/><Relationship Id="rId216" Type="http://schemas.openxmlformats.org/officeDocument/2006/relationships/image" Target="../media/image1905.png"/><Relationship Id="rId258" Type="http://schemas.openxmlformats.org/officeDocument/2006/relationships/image" Target="../media/image1926.png"/><Relationship Id="rId22" Type="http://schemas.openxmlformats.org/officeDocument/2006/relationships/image" Target="../media/image1808.png"/><Relationship Id="rId64" Type="http://schemas.openxmlformats.org/officeDocument/2006/relationships/image" Target="../media/image1829.png"/><Relationship Id="rId118" Type="http://schemas.openxmlformats.org/officeDocument/2006/relationships/image" Target="../media/image1856.png"/><Relationship Id="rId325" Type="http://schemas.openxmlformats.org/officeDocument/2006/relationships/customXml" Target="../ink/ink3239.xml"/><Relationship Id="rId171" Type="http://schemas.openxmlformats.org/officeDocument/2006/relationships/customXml" Target="../ink/ink3162.xml"/><Relationship Id="rId227" Type="http://schemas.openxmlformats.org/officeDocument/2006/relationships/customXml" Target="../ink/ink3190.xml"/><Relationship Id="rId269" Type="http://schemas.openxmlformats.org/officeDocument/2006/relationships/customXml" Target="../ink/ink3211.xml"/><Relationship Id="rId33" Type="http://schemas.openxmlformats.org/officeDocument/2006/relationships/customXml" Target="../ink/ink3093.xml"/><Relationship Id="rId129" Type="http://schemas.openxmlformats.org/officeDocument/2006/relationships/customXml" Target="../ink/ink3141.xml"/><Relationship Id="rId280" Type="http://schemas.openxmlformats.org/officeDocument/2006/relationships/image" Target="../media/image1937.png"/><Relationship Id="rId336" Type="http://schemas.openxmlformats.org/officeDocument/2006/relationships/image" Target="../media/image1969.png"/><Relationship Id="rId75" Type="http://schemas.openxmlformats.org/officeDocument/2006/relationships/customXml" Target="../ink/ink3114.xml"/><Relationship Id="rId140" Type="http://schemas.openxmlformats.org/officeDocument/2006/relationships/image" Target="../media/image1867.png"/><Relationship Id="rId182" Type="http://schemas.openxmlformats.org/officeDocument/2006/relationships/image" Target="../media/image1888.png"/><Relationship Id="rId6" Type="http://schemas.openxmlformats.org/officeDocument/2006/relationships/image" Target="../media/image1728.png"/><Relationship Id="rId238" Type="http://schemas.openxmlformats.org/officeDocument/2006/relationships/image" Target="../media/image1916.png"/><Relationship Id="rId291" Type="http://schemas.openxmlformats.org/officeDocument/2006/relationships/customXml" Target="../ink/ink3222.xml"/><Relationship Id="rId305" Type="http://schemas.openxmlformats.org/officeDocument/2006/relationships/customXml" Target="../ink/ink3229.xml"/><Relationship Id="rId347" Type="http://schemas.openxmlformats.org/officeDocument/2006/relationships/customXml" Target="../ink/ink3250.xml"/><Relationship Id="rId44" Type="http://schemas.openxmlformats.org/officeDocument/2006/relationships/image" Target="../media/image1819.png"/><Relationship Id="rId86" Type="http://schemas.openxmlformats.org/officeDocument/2006/relationships/image" Target="../media/image1840.png"/><Relationship Id="rId151" Type="http://schemas.openxmlformats.org/officeDocument/2006/relationships/customXml" Target="../ink/ink3152.xml"/><Relationship Id="rId193" Type="http://schemas.openxmlformats.org/officeDocument/2006/relationships/customXml" Target="../ink/ink3173.xml"/><Relationship Id="rId207" Type="http://schemas.openxmlformats.org/officeDocument/2006/relationships/customXml" Target="../ink/ink3180.xml"/><Relationship Id="rId249" Type="http://schemas.openxmlformats.org/officeDocument/2006/relationships/customXml" Target="../ink/ink3201.xml"/><Relationship Id="rId13" Type="http://schemas.openxmlformats.org/officeDocument/2006/relationships/customXml" Target="../ink/ink3083.xml"/><Relationship Id="rId109" Type="http://schemas.openxmlformats.org/officeDocument/2006/relationships/customXml" Target="../ink/ink3131.xml"/><Relationship Id="rId260" Type="http://schemas.openxmlformats.org/officeDocument/2006/relationships/image" Target="../media/image1927.png"/><Relationship Id="rId316" Type="http://schemas.openxmlformats.org/officeDocument/2006/relationships/image" Target="../media/image1958.png"/><Relationship Id="rId55" Type="http://schemas.openxmlformats.org/officeDocument/2006/relationships/customXml" Target="../ink/ink3104.xml"/><Relationship Id="rId97" Type="http://schemas.openxmlformats.org/officeDocument/2006/relationships/customXml" Target="../ink/ink3125.xml"/><Relationship Id="rId120" Type="http://schemas.openxmlformats.org/officeDocument/2006/relationships/image" Target="../media/image1857.png"/><Relationship Id="rId358" Type="http://schemas.openxmlformats.org/officeDocument/2006/relationships/image" Target="../media/image1982.png"/><Relationship Id="rId162" Type="http://schemas.openxmlformats.org/officeDocument/2006/relationships/image" Target="../media/image1878.png"/><Relationship Id="rId218" Type="http://schemas.openxmlformats.org/officeDocument/2006/relationships/image" Target="../media/image1906.png"/><Relationship Id="rId271" Type="http://schemas.openxmlformats.org/officeDocument/2006/relationships/customXml" Target="../ink/ink3212.xml"/><Relationship Id="rId24" Type="http://schemas.openxmlformats.org/officeDocument/2006/relationships/image" Target="../media/image1809.png"/><Relationship Id="rId66" Type="http://schemas.openxmlformats.org/officeDocument/2006/relationships/image" Target="../media/image1830.png"/><Relationship Id="rId131" Type="http://schemas.openxmlformats.org/officeDocument/2006/relationships/customXml" Target="../ink/ink3142.xml"/><Relationship Id="rId327" Type="http://schemas.openxmlformats.org/officeDocument/2006/relationships/customXml" Target="../ink/ink3240.xml"/><Relationship Id="rId173" Type="http://schemas.openxmlformats.org/officeDocument/2006/relationships/customXml" Target="../ink/ink3163.xml"/><Relationship Id="rId229" Type="http://schemas.openxmlformats.org/officeDocument/2006/relationships/customXml" Target="../ink/ink3191.xml"/><Relationship Id="rId240" Type="http://schemas.openxmlformats.org/officeDocument/2006/relationships/image" Target="../media/image1917.png"/><Relationship Id="rId35" Type="http://schemas.openxmlformats.org/officeDocument/2006/relationships/customXml" Target="../ink/ink3094.xml"/><Relationship Id="rId77" Type="http://schemas.openxmlformats.org/officeDocument/2006/relationships/customXml" Target="../ink/ink3115.xml"/><Relationship Id="rId100" Type="http://schemas.openxmlformats.org/officeDocument/2006/relationships/image" Target="../media/image1847.png"/><Relationship Id="rId282" Type="http://schemas.openxmlformats.org/officeDocument/2006/relationships/image" Target="../media/image1938.png"/><Relationship Id="rId338" Type="http://schemas.openxmlformats.org/officeDocument/2006/relationships/image" Target="../media/image1971.png"/><Relationship Id="rId8" Type="http://schemas.openxmlformats.org/officeDocument/2006/relationships/image" Target="../media/image1742.png"/><Relationship Id="rId142" Type="http://schemas.openxmlformats.org/officeDocument/2006/relationships/image" Target="../media/image1868.png"/><Relationship Id="rId184" Type="http://schemas.openxmlformats.org/officeDocument/2006/relationships/image" Target="../media/image1889.png"/><Relationship Id="rId251" Type="http://schemas.openxmlformats.org/officeDocument/2006/relationships/customXml" Target="../ink/ink3202.xml"/><Relationship Id="rId46" Type="http://schemas.openxmlformats.org/officeDocument/2006/relationships/image" Target="../media/image1820.png"/><Relationship Id="rId293" Type="http://schemas.openxmlformats.org/officeDocument/2006/relationships/customXml" Target="../ink/ink3223.xml"/><Relationship Id="rId307" Type="http://schemas.openxmlformats.org/officeDocument/2006/relationships/customXml" Target="../ink/ink3230.xml"/><Relationship Id="rId349" Type="http://schemas.openxmlformats.org/officeDocument/2006/relationships/customXml" Target="../ink/ink3251.xml"/></Relationships>
</file>

<file path=ppt/slides/_rels/slide37.xml.rels><?xml version="1.0" encoding="UTF-8" standalone="yes"?>
<Relationships xmlns="http://schemas.openxmlformats.org/package/2006/relationships"><Relationship Id="rId117" Type="http://schemas.openxmlformats.org/officeDocument/2006/relationships/customXml" Target="../ink/ink3315.xml"/><Relationship Id="rId299" Type="http://schemas.openxmlformats.org/officeDocument/2006/relationships/customXml" Target="../ink/ink3406.xml"/><Relationship Id="rId21" Type="http://schemas.openxmlformats.org/officeDocument/2006/relationships/customXml" Target="../ink/ink3267.xml"/><Relationship Id="rId63" Type="http://schemas.openxmlformats.org/officeDocument/2006/relationships/customXml" Target="../ink/ink3288.xml"/><Relationship Id="rId159" Type="http://schemas.openxmlformats.org/officeDocument/2006/relationships/customXml" Target="../ink/ink3336.xml"/><Relationship Id="rId324" Type="http://schemas.openxmlformats.org/officeDocument/2006/relationships/image" Target="../media/image19130.png"/><Relationship Id="rId366" Type="http://schemas.openxmlformats.org/officeDocument/2006/relationships/image" Target="../media/image19340.png"/><Relationship Id="rId170" Type="http://schemas.openxmlformats.org/officeDocument/2006/relationships/image" Target="../media/image18360.png"/><Relationship Id="rId226" Type="http://schemas.openxmlformats.org/officeDocument/2006/relationships/image" Target="../media/image18640.png"/><Relationship Id="rId268" Type="http://schemas.openxmlformats.org/officeDocument/2006/relationships/image" Target="../media/image18850.png"/><Relationship Id="rId32" Type="http://schemas.openxmlformats.org/officeDocument/2006/relationships/image" Target="../media/image15560.png"/><Relationship Id="rId74" Type="http://schemas.openxmlformats.org/officeDocument/2006/relationships/image" Target="../media/image15770.png"/><Relationship Id="rId128" Type="http://schemas.openxmlformats.org/officeDocument/2006/relationships/image" Target="../media/image18150.png"/><Relationship Id="rId335" Type="http://schemas.openxmlformats.org/officeDocument/2006/relationships/customXml" Target="../ink/ink3424.xml"/><Relationship Id="rId5" Type="http://schemas.openxmlformats.org/officeDocument/2006/relationships/customXml" Target="../ink/ink3259.xml"/><Relationship Id="rId181" Type="http://schemas.openxmlformats.org/officeDocument/2006/relationships/customXml" Target="../ink/ink3347.xml"/><Relationship Id="rId237" Type="http://schemas.openxmlformats.org/officeDocument/2006/relationships/customXml" Target="../ink/ink3375.xml"/><Relationship Id="rId279" Type="http://schemas.openxmlformats.org/officeDocument/2006/relationships/customXml" Target="../ink/ink3396.xml"/><Relationship Id="rId43" Type="http://schemas.openxmlformats.org/officeDocument/2006/relationships/customXml" Target="../ink/ink3278.xml"/><Relationship Id="rId139" Type="http://schemas.openxmlformats.org/officeDocument/2006/relationships/customXml" Target="../ink/ink3326.xml"/><Relationship Id="rId290" Type="http://schemas.openxmlformats.org/officeDocument/2006/relationships/image" Target="../media/image18960.png"/><Relationship Id="rId304" Type="http://schemas.openxmlformats.org/officeDocument/2006/relationships/image" Target="../media/image19030.png"/><Relationship Id="rId346" Type="http://schemas.openxmlformats.org/officeDocument/2006/relationships/image" Target="../media/image19240.png"/><Relationship Id="rId85" Type="http://schemas.openxmlformats.org/officeDocument/2006/relationships/customXml" Target="../ink/ink3299.xml"/><Relationship Id="rId150" Type="http://schemas.openxmlformats.org/officeDocument/2006/relationships/image" Target="../media/image18260.png"/><Relationship Id="rId192" Type="http://schemas.openxmlformats.org/officeDocument/2006/relationships/image" Target="../media/image18470.png"/><Relationship Id="rId206" Type="http://schemas.openxmlformats.org/officeDocument/2006/relationships/image" Target="../media/image18540.png"/><Relationship Id="rId248" Type="http://schemas.openxmlformats.org/officeDocument/2006/relationships/image" Target="../media/image18750.png"/><Relationship Id="rId12" Type="http://schemas.openxmlformats.org/officeDocument/2006/relationships/image" Target="../media/image15460.png"/><Relationship Id="rId108" Type="http://schemas.openxmlformats.org/officeDocument/2006/relationships/image" Target="../media/image18050.png"/><Relationship Id="rId315" Type="http://schemas.openxmlformats.org/officeDocument/2006/relationships/customXml" Target="../ink/ink3414.xml"/><Relationship Id="rId357" Type="http://schemas.openxmlformats.org/officeDocument/2006/relationships/customXml" Target="../ink/ink3435.xml"/><Relationship Id="rId54" Type="http://schemas.openxmlformats.org/officeDocument/2006/relationships/image" Target="../media/image15670.png"/><Relationship Id="rId96" Type="http://schemas.openxmlformats.org/officeDocument/2006/relationships/image" Target="../media/image15880.png"/><Relationship Id="rId161" Type="http://schemas.openxmlformats.org/officeDocument/2006/relationships/customXml" Target="../ink/ink3337.xml"/><Relationship Id="rId217" Type="http://schemas.openxmlformats.org/officeDocument/2006/relationships/customXml" Target="../ink/ink3365.xml"/><Relationship Id="rId259" Type="http://schemas.openxmlformats.org/officeDocument/2006/relationships/customXml" Target="../ink/ink3386.xml"/><Relationship Id="rId23" Type="http://schemas.openxmlformats.org/officeDocument/2006/relationships/customXml" Target="../ink/ink3268.xml"/><Relationship Id="rId119" Type="http://schemas.openxmlformats.org/officeDocument/2006/relationships/customXml" Target="../ink/ink3316.xml"/><Relationship Id="rId270" Type="http://schemas.openxmlformats.org/officeDocument/2006/relationships/image" Target="../media/image18860.png"/><Relationship Id="rId326" Type="http://schemas.openxmlformats.org/officeDocument/2006/relationships/image" Target="../media/image19140.png"/><Relationship Id="rId65" Type="http://schemas.openxmlformats.org/officeDocument/2006/relationships/customXml" Target="../ink/ink3289.xml"/><Relationship Id="rId130" Type="http://schemas.openxmlformats.org/officeDocument/2006/relationships/image" Target="../media/image18160.png"/><Relationship Id="rId172" Type="http://schemas.openxmlformats.org/officeDocument/2006/relationships/image" Target="../media/image18370.png"/><Relationship Id="rId228" Type="http://schemas.openxmlformats.org/officeDocument/2006/relationships/image" Target="../media/image18650.png"/><Relationship Id="rId281" Type="http://schemas.openxmlformats.org/officeDocument/2006/relationships/customXml" Target="../ink/ink3397.xml"/><Relationship Id="rId337" Type="http://schemas.openxmlformats.org/officeDocument/2006/relationships/customXml" Target="../ink/ink3425.xml"/><Relationship Id="rId34" Type="http://schemas.openxmlformats.org/officeDocument/2006/relationships/image" Target="../media/image15570.png"/><Relationship Id="rId76" Type="http://schemas.openxmlformats.org/officeDocument/2006/relationships/image" Target="../media/image15780.png"/><Relationship Id="rId141" Type="http://schemas.openxmlformats.org/officeDocument/2006/relationships/customXml" Target="../ink/ink3327.xml"/><Relationship Id="rId7" Type="http://schemas.openxmlformats.org/officeDocument/2006/relationships/customXml" Target="../ink/ink3260.xml"/><Relationship Id="rId183" Type="http://schemas.openxmlformats.org/officeDocument/2006/relationships/customXml" Target="../ink/ink3348.xml"/><Relationship Id="rId239" Type="http://schemas.openxmlformats.org/officeDocument/2006/relationships/customXml" Target="../ink/ink3376.xml"/><Relationship Id="rId250" Type="http://schemas.openxmlformats.org/officeDocument/2006/relationships/image" Target="../media/image18760.png"/><Relationship Id="rId292" Type="http://schemas.openxmlformats.org/officeDocument/2006/relationships/image" Target="../media/image18970.png"/><Relationship Id="rId306" Type="http://schemas.openxmlformats.org/officeDocument/2006/relationships/image" Target="../media/image19040.png"/><Relationship Id="rId45" Type="http://schemas.openxmlformats.org/officeDocument/2006/relationships/customXml" Target="../ink/ink3279.xml"/><Relationship Id="rId87" Type="http://schemas.openxmlformats.org/officeDocument/2006/relationships/customXml" Target="../ink/ink3300.xml"/><Relationship Id="rId110" Type="http://schemas.openxmlformats.org/officeDocument/2006/relationships/image" Target="../media/image18060.png"/><Relationship Id="rId348" Type="http://schemas.openxmlformats.org/officeDocument/2006/relationships/image" Target="../media/image19250.png"/><Relationship Id="rId152" Type="http://schemas.openxmlformats.org/officeDocument/2006/relationships/image" Target="../media/image18270.png"/><Relationship Id="rId194" Type="http://schemas.openxmlformats.org/officeDocument/2006/relationships/image" Target="../media/image18480.png"/><Relationship Id="rId208" Type="http://schemas.openxmlformats.org/officeDocument/2006/relationships/image" Target="../media/image18550.png"/><Relationship Id="rId261" Type="http://schemas.openxmlformats.org/officeDocument/2006/relationships/customXml" Target="../ink/ink3387.xml"/><Relationship Id="rId14" Type="http://schemas.openxmlformats.org/officeDocument/2006/relationships/image" Target="../media/image15470.png"/><Relationship Id="rId56" Type="http://schemas.openxmlformats.org/officeDocument/2006/relationships/image" Target="../media/image15680.png"/><Relationship Id="rId317" Type="http://schemas.openxmlformats.org/officeDocument/2006/relationships/customXml" Target="../ink/ink3415.xml"/><Relationship Id="rId359" Type="http://schemas.openxmlformats.org/officeDocument/2006/relationships/customXml" Target="../ink/ink3436.xml"/><Relationship Id="rId98" Type="http://schemas.openxmlformats.org/officeDocument/2006/relationships/image" Target="../media/image17280.png"/><Relationship Id="rId121" Type="http://schemas.openxmlformats.org/officeDocument/2006/relationships/customXml" Target="../ink/ink3317.xml"/><Relationship Id="rId163" Type="http://schemas.openxmlformats.org/officeDocument/2006/relationships/customXml" Target="../ink/ink3338.xml"/><Relationship Id="rId219" Type="http://schemas.openxmlformats.org/officeDocument/2006/relationships/customXml" Target="../ink/ink3366.xml"/><Relationship Id="rId230" Type="http://schemas.openxmlformats.org/officeDocument/2006/relationships/image" Target="../media/image18660.png"/><Relationship Id="rId25" Type="http://schemas.openxmlformats.org/officeDocument/2006/relationships/customXml" Target="../ink/ink3269.xml"/><Relationship Id="rId67" Type="http://schemas.openxmlformats.org/officeDocument/2006/relationships/customXml" Target="../ink/ink3290.xml"/><Relationship Id="rId272" Type="http://schemas.openxmlformats.org/officeDocument/2006/relationships/image" Target="../media/image18870.png"/><Relationship Id="rId328" Type="http://schemas.openxmlformats.org/officeDocument/2006/relationships/image" Target="../media/image19150.png"/><Relationship Id="rId132" Type="http://schemas.openxmlformats.org/officeDocument/2006/relationships/image" Target="../media/image18170.png"/><Relationship Id="rId174" Type="http://schemas.openxmlformats.org/officeDocument/2006/relationships/image" Target="../media/image18380.png"/><Relationship Id="rId220" Type="http://schemas.openxmlformats.org/officeDocument/2006/relationships/image" Target="../media/image18611.png"/><Relationship Id="rId241" Type="http://schemas.openxmlformats.org/officeDocument/2006/relationships/customXml" Target="../ink/ink3377.xml"/><Relationship Id="rId15" Type="http://schemas.openxmlformats.org/officeDocument/2006/relationships/customXml" Target="../ink/ink3264.xml"/><Relationship Id="rId36" Type="http://schemas.openxmlformats.org/officeDocument/2006/relationships/image" Target="../media/image15580.png"/><Relationship Id="rId57" Type="http://schemas.openxmlformats.org/officeDocument/2006/relationships/customXml" Target="../ink/ink3285.xml"/><Relationship Id="rId262" Type="http://schemas.openxmlformats.org/officeDocument/2006/relationships/image" Target="../media/image18820.png"/><Relationship Id="rId283" Type="http://schemas.openxmlformats.org/officeDocument/2006/relationships/customXml" Target="../ink/ink3398.xml"/><Relationship Id="rId318" Type="http://schemas.openxmlformats.org/officeDocument/2006/relationships/image" Target="../media/image19100.png"/><Relationship Id="rId339" Type="http://schemas.openxmlformats.org/officeDocument/2006/relationships/customXml" Target="../ink/ink3426.xml"/><Relationship Id="rId78" Type="http://schemas.openxmlformats.org/officeDocument/2006/relationships/image" Target="../media/image15790.png"/><Relationship Id="rId99" Type="http://schemas.openxmlformats.org/officeDocument/2006/relationships/customXml" Target="../ink/ink3306.xml"/><Relationship Id="rId101" Type="http://schemas.openxmlformats.org/officeDocument/2006/relationships/customXml" Target="../ink/ink3307.xml"/><Relationship Id="rId122" Type="http://schemas.openxmlformats.org/officeDocument/2006/relationships/image" Target="../media/image18120.png"/><Relationship Id="rId143" Type="http://schemas.openxmlformats.org/officeDocument/2006/relationships/customXml" Target="../ink/ink3328.xml"/><Relationship Id="rId164" Type="http://schemas.openxmlformats.org/officeDocument/2006/relationships/image" Target="../media/image18330.png"/><Relationship Id="rId185" Type="http://schemas.openxmlformats.org/officeDocument/2006/relationships/customXml" Target="../ink/ink3349.xml"/><Relationship Id="rId350" Type="http://schemas.openxmlformats.org/officeDocument/2006/relationships/image" Target="../media/image19260.png"/><Relationship Id="rId9" Type="http://schemas.openxmlformats.org/officeDocument/2006/relationships/customXml" Target="../ink/ink3261.xml"/><Relationship Id="rId210" Type="http://schemas.openxmlformats.org/officeDocument/2006/relationships/image" Target="../media/image18560.png"/><Relationship Id="rId26" Type="http://schemas.openxmlformats.org/officeDocument/2006/relationships/image" Target="../media/image15530.png"/><Relationship Id="rId231" Type="http://schemas.openxmlformats.org/officeDocument/2006/relationships/customXml" Target="../ink/ink3372.xml"/><Relationship Id="rId252" Type="http://schemas.openxmlformats.org/officeDocument/2006/relationships/image" Target="../media/image18770.png"/><Relationship Id="rId273" Type="http://schemas.openxmlformats.org/officeDocument/2006/relationships/customXml" Target="../ink/ink3393.xml"/><Relationship Id="rId294" Type="http://schemas.openxmlformats.org/officeDocument/2006/relationships/image" Target="../media/image18980.png"/><Relationship Id="rId308" Type="http://schemas.openxmlformats.org/officeDocument/2006/relationships/image" Target="../media/image19050.png"/><Relationship Id="rId329" Type="http://schemas.openxmlformats.org/officeDocument/2006/relationships/customXml" Target="../ink/ink3421.xml"/><Relationship Id="rId47" Type="http://schemas.openxmlformats.org/officeDocument/2006/relationships/customXml" Target="../ink/ink3280.xml"/><Relationship Id="rId68" Type="http://schemas.openxmlformats.org/officeDocument/2006/relationships/image" Target="../media/image15740.png"/><Relationship Id="rId89" Type="http://schemas.openxmlformats.org/officeDocument/2006/relationships/customXml" Target="../ink/ink3301.xml"/><Relationship Id="rId112" Type="http://schemas.openxmlformats.org/officeDocument/2006/relationships/image" Target="../media/image18070.png"/><Relationship Id="rId133" Type="http://schemas.openxmlformats.org/officeDocument/2006/relationships/customXml" Target="../ink/ink3323.xml"/><Relationship Id="rId154" Type="http://schemas.openxmlformats.org/officeDocument/2006/relationships/image" Target="../media/image18280.png"/><Relationship Id="rId175" Type="http://schemas.openxmlformats.org/officeDocument/2006/relationships/customXml" Target="../ink/ink3344.xml"/><Relationship Id="rId340" Type="http://schemas.openxmlformats.org/officeDocument/2006/relationships/image" Target="../media/image19211.png"/><Relationship Id="rId361" Type="http://schemas.openxmlformats.org/officeDocument/2006/relationships/customXml" Target="../ink/ink3437.xml"/><Relationship Id="rId196" Type="http://schemas.openxmlformats.org/officeDocument/2006/relationships/image" Target="../media/image18490.png"/><Relationship Id="rId200" Type="http://schemas.openxmlformats.org/officeDocument/2006/relationships/image" Target="../media/image18511.png"/><Relationship Id="rId16" Type="http://schemas.openxmlformats.org/officeDocument/2006/relationships/image" Target="../media/image15480.png"/><Relationship Id="rId221" Type="http://schemas.openxmlformats.org/officeDocument/2006/relationships/customXml" Target="../ink/ink3367.xml"/><Relationship Id="rId242" Type="http://schemas.openxmlformats.org/officeDocument/2006/relationships/image" Target="../media/image18720.png"/><Relationship Id="rId263" Type="http://schemas.openxmlformats.org/officeDocument/2006/relationships/customXml" Target="../ink/ink3388.xml"/><Relationship Id="rId284" Type="http://schemas.openxmlformats.org/officeDocument/2006/relationships/image" Target="../media/image18930.png"/><Relationship Id="rId319" Type="http://schemas.openxmlformats.org/officeDocument/2006/relationships/customXml" Target="../ink/ink3416.xml"/><Relationship Id="rId37" Type="http://schemas.openxmlformats.org/officeDocument/2006/relationships/customXml" Target="../ink/ink3275.xml"/><Relationship Id="rId58" Type="http://schemas.openxmlformats.org/officeDocument/2006/relationships/image" Target="../media/image15690.png"/><Relationship Id="rId79" Type="http://schemas.openxmlformats.org/officeDocument/2006/relationships/customXml" Target="../ink/ink3296.xml"/><Relationship Id="rId102" Type="http://schemas.openxmlformats.org/officeDocument/2006/relationships/image" Target="../media/image17430.png"/><Relationship Id="rId123" Type="http://schemas.openxmlformats.org/officeDocument/2006/relationships/customXml" Target="../ink/ink3318.xml"/><Relationship Id="rId144" Type="http://schemas.openxmlformats.org/officeDocument/2006/relationships/image" Target="../media/image18230.png"/><Relationship Id="rId330" Type="http://schemas.openxmlformats.org/officeDocument/2006/relationships/image" Target="../media/image19160.png"/><Relationship Id="rId90" Type="http://schemas.openxmlformats.org/officeDocument/2006/relationships/image" Target="../media/image15850.png"/><Relationship Id="rId165" Type="http://schemas.openxmlformats.org/officeDocument/2006/relationships/customXml" Target="../ink/ink3339.xml"/><Relationship Id="rId186" Type="http://schemas.openxmlformats.org/officeDocument/2006/relationships/image" Target="../media/image18440.png"/><Relationship Id="rId351" Type="http://schemas.openxmlformats.org/officeDocument/2006/relationships/customXml" Target="../ink/ink3432.xml"/><Relationship Id="rId211" Type="http://schemas.openxmlformats.org/officeDocument/2006/relationships/customXml" Target="../ink/ink3362.xml"/><Relationship Id="rId232" Type="http://schemas.openxmlformats.org/officeDocument/2006/relationships/image" Target="../media/image18670.png"/><Relationship Id="rId253" Type="http://schemas.openxmlformats.org/officeDocument/2006/relationships/customXml" Target="../ink/ink3383.xml"/><Relationship Id="rId274" Type="http://schemas.openxmlformats.org/officeDocument/2006/relationships/image" Target="../media/image18880.png"/><Relationship Id="rId295" Type="http://schemas.openxmlformats.org/officeDocument/2006/relationships/customXml" Target="../ink/ink3404.xml"/><Relationship Id="rId309" Type="http://schemas.openxmlformats.org/officeDocument/2006/relationships/customXml" Target="../ink/ink3411.xml"/><Relationship Id="rId27" Type="http://schemas.openxmlformats.org/officeDocument/2006/relationships/customXml" Target="../ink/ink3270.xml"/><Relationship Id="rId48" Type="http://schemas.openxmlformats.org/officeDocument/2006/relationships/image" Target="../media/image15640.png"/><Relationship Id="rId69" Type="http://schemas.openxmlformats.org/officeDocument/2006/relationships/customXml" Target="../ink/ink3291.xml"/><Relationship Id="rId113" Type="http://schemas.openxmlformats.org/officeDocument/2006/relationships/customXml" Target="../ink/ink3313.xml"/><Relationship Id="rId134" Type="http://schemas.openxmlformats.org/officeDocument/2006/relationships/image" Target="../media/image18180.png"/><Relationship Id="rId320" Type="http://schemas.openxmlformats.org/officeDocument/2006/relationships/image" Target="../media/image19111.png"/><Relationship Id="rId80" Type="http://schemas.openxmlformats.org/officeDocument/2006/relationships/image" Target="../media/image15800.png"/><Relationship Id="rId155" Type="http://schemas.openxmlformats.org/officeDocument/2006/relationships/customXml" Target="../ink/ink3334.xml"/><Relationship Id="rId176" Type="http://schemas.openxmlformats.org/officeDocument/2006/relationships/image" Target="../media/image18390.png"/><Relationship Id="rId197" Type="http://schemas.openxmlformats.org/officeDocument/2006/relationships/customXml" Target="../ink/ink3355.xml"/><Relationship Id="rId341" Type="http://schemas.openxmlformats.org/officeDocument/2006/relationships/customXml" Target="../ink/ink3427.xml"/><Relationship Id="rId362" Type="http://schemas.openxmlformats.org/officeDocument/2006/relationships/image" Target="../media/image19320.png"/><Relationship Id="rId201" Type="http://schemas.openxmlformats.org/officeDocument/2006/relationships/customXml" Target="../ink/ink3357.xml"/><Relationship Id="rId222" Type="http://schemas.openxmlformats.org/officeDocument/2006/relationships/image" Target="../media/image18620.png"/><Relationship Id="rId243" Type="http://schemas.openxmlformats.org/officeDocument/2006/relationships/customXml" Target="../ink/ink3378.xml"/><Relationship Id="rId264" Type="http://schemas.openxmlformats.org/officeDocument/2006/relationships/image" Target="../media/image18830.png"/><Relationship Id="rId285" Type="http://schemas.openxmlformats.org/officeDocument/2006/relationships/customXml" Target="../ink/ink3399.xml"/><Relationship Id="rId17" Type="http://schemas.openxmlformats.org/officeDocument/2006/relationships/customXml" Target="../ink/ink3265.xml"/><Relationship Id="rId38" Type="http://schemas.openxmlformats.org/officeDocument/2006/relationships/image" Target="../media/image15590.png"/><Relationship Id="rId59" Type="http://schemas.openxmlformats.org/officeDocument/2006/relationships/customXml" Target="../ink/ink3286.xml"/><Relationship Id="rId103" Type="http://schemas.openxmlformats.org/officeDocument/2006/relationships/customXml" Target="../ink/ink3308.xml"/><Relationship Id="rId124" Type="http://schemas.openxmlformats.org/officeDocument/2006/relationships/image" Target="../media/image18130.png"/><Relationship Id="rId310" Type="http://schemas.openxmlformats.org/officeDocument/2006/relationships/image" Target="../media/image19060.png"/><Relationship Id="rId70" Type="http://schemas.openxmlformats.org/officeDocument/2006/relationships/image" Target="../media/image15750.png"/><Relationship Id="rId91" Type="http://schemas.openxmlformats.org/officeDocument/2006/relationships/customXml" Target="../ink/ink3302.xml"/><Relationship Id="rId145" Type="http://schemas.openxmlformats.org/officeDocument/2006/relationships/customXml" Target="../ink/ink3329.xml"/><Relationship Id="rId166" Type="http://schemas.openxmlformats.org/officeDocument/2006/relationships/image" Target="../media/image18340.png"/><Relationship Id="rId187" Type="http://schemas.openxmlformats.org/officeDocument/2006/relationships/customXml" Target="../ink/ink3350.xml"/><Relationship Id="rId331" Type="http://schemas.openxmlformats.org/officeDocument/2006/relationships/customXml" Target="../ink/ink3422.xml"/><Relationship Id="rId352" Type="http://schemas.openxmlformats.org/officeDocument/2006/relationships/image" Target="../media/image19270.png"/><Relationship Id="rId1" Type="http://schemas.openxmlformats.org/officeDocument/2006/relationships/slideLayout" Target="../slideLayouts/slideLayout4.xml"/><Relationship Id="rId212" Type="http://schemas.openxmlformats.org/officeDocument/2006/relationships/image" Target="../media/image18570.png"/><Relationship Id="rId233" Type="http://schemas.openxmlformats.org/officeDocument/2006/relationships/customXml" Target="../ink/ink3373.xml"/><Relationship Id="rId254" Type="http://schemas.openxmlformats.org/officeDocument/2006/relationships/image" Target="../media/image18780.png"/><Relationship Id="rId28" Type="http://schemas.openxmlformats.org/officeDocument/2006/relationships/image" Target="../media/image15540.png"/><Relationship Id="rId49" Type="http://schemas.openxmlformats.org/officeDocument/2006/relationships/customXml" Target="../ink/ink3281.xml"/><Relationship Id="rId114" Type="http://schemas.openxmlformats.org/officeDocument/2006/relationships/image" Target="../media/image18080.png"/><Relationship Id="rId275" Type="http://schemas.openxmlformats.org/officeDocument/2006/relationships/customXml" Target="../ink/ink3394.xml"/><Relationship Id="rId296" Type="http://schemas.openxmlformats.org/officeDocument/2006/relationships/image" Target="../media/image18990.png"/><Relationship Id="rId300" Type="http://schemas.openxmlformats.org/officeDocument/2006/relationships/image" Target="../media/image19011.png"/><Relationship Id="rId60" Type="http://schemas.openxmlformats.org/officeDocument/2006/relationships/image" Target="../media/image15700.png"/><Relationship Id="rId81" Type="http://schemas.openxmlformats.org/officeDocument/2006/relationships/customXml" Target="../ink/ink3297.xml"/><Relationship Id="rId135" Type="http://schemas.openxmlformats.org/officeDocument/2006/relationships/customXml" Target="../ink/ink3324.xml"/><Relationship Id="rId156" Type="http://schemas.openxmlformats.org/officeDocument/2006/relationships/image" Target="../media/image18290.png"/><Relationship Id="rId177" Type="http://schemas.openxmlformats.org/officeDocument/2006/relationships/customXml" Target="../ink/ink3345.xml"/><Relationship Id="rId198" Type="http://schemas.openxmlformats.org/officeDocument/2006/relationships/image" Target="../media/image18500.png"/><Relationship Id="rId321" Type="http://schemas.openxmlformats.org/officeDocument/2006/relationships/customXml" Target="../ink/ink3417.xml"/><Relationship Id="rId342" Type="http://schemas.openxmlformats.org/officeDocument/2006/relationships/image" Target="../media/image19220.png"/><Relationship Id="rId363" Type="http://schemas.openxmlformats.org/officeDocument/2006/relationships/customXml" Target="../ink/ink3438.xml"/><Relationship Id="rId202" Type="http://schemas.openxmlformats.org/officeDocument/2006/relationships/image" Target="../media/image18520.png"/><Relationship Id="rId223" Type="http://schemas.openxmlformats.org/officeDocument/2006/relationships/customXml" Target="../ink/ink3368.xml"/><Relationship Id="rId244" Type="http://schemas.openxmlformats.org/officeDocument/2006/relationships/image" Target="../media/image18730.png"/><Relationship Id="rId18" Type="http://schemas.openxmlformats.org/officeDocument/2006/relationships/image" Target="../media/image15490.png"/><Relationship Id="rId39" Type="http://schemas.openxmlformats.org/officeDocument/2006/relationships/customXml" Target="../ink/ink3276.xml"/><Relationship Id="rId265" Type="http://schemas.openxmlformats.org/officeDocument/2006/relationships/customXml" Target="../ink/ink3389.xml"/><Relationship Id="rId286" Type="http://schemas.openxmlformats.org/officeDocument/2006/relationships/image" Target="../media/image18940.png"/><Relationship Id="rId50" Type="http://schemas.openxmlformats.org/officeDocument/2006/relationships/image" Target="../media/image15650.png"/><Relationship Id="rId104" Type="http://schemas.openxmlformats.org/officeDocument/2006/relationships/image" Target="../media/image18030.png"/><Relationship Id="rId125" Type="http://schemas.openxmlformats.org/officeDocument/2006/relationships/customXml" Target="../ink/ink3319.xml"/><Relationship Id="rId146" Type="http://schemas.openxmlformats.org/officeDocument/2006/relationships/image" Target="../media/image18240.png"/><Relationship Id="rId167" Type="http://schemas.openxmlformats.org/officeDocument/2006/relationships/customXml" Target="../ink/ink3340.xml"/><Relationship Id="rId188" Type="http://schemas.openxmlformats.org/officeDocument/2006/relationships/image" Target="../media/image18450.png"/><Relationship Id="rId311" Type="http://schemas.openxmlformats.org/officeDocument/2006/relationships/customXml" Target="../ink/ink3412.xml"/><Relationship Id="rId332" Type="http://schemas.openxmlformats.org/officeDocument/2006/relationships/image" Target="../media/image19170.png"/><Relationship Id="rId353" Type="http://schemas.openxmlformats.org/officeDocument/2006/relationships/customXml" Target="../ink/ink3433.xml"/><Relationship Id="rId71" Type="http://schemas.openxmlformats.org/officeDocument/2006/relationships/customXml" Target="../ink/ink3292.xml"/><Relationship Id="rId92" Type="http://schemas.openxmlformats.org/officeDocument/2006/relationships/image" Target="../media/image15860.png"/><Relationship Id="rId213" Type="http://schemas.openxmlformats.org/officeDocument/2006/relationships/customXml" Target="../ink/ink3363.xml"/><Relationship Id="rId234" Type="http://schemas.openxmlformats.org/officeDocument/2006/relationships/image" Target="../media/image18680.png"/><Relationship Id="rId2" Type="http://schemas.openxmlformats.org/officeDocument/2006/relationships/image" Target="../media/image1647.jpg"/><Relationship Id="rId29" Type="http://schemas.openxmlformats.org/officeDocument/2006/relationships/customXml" Target="../ink/ink3271.xml"/><Relationship Id="rId255" Type="http://schemas.openxmlformats.org/officeDocument/2006/relationships/customXml" Target="../ink/ink3384.xml"/><Relationship Id="rId276" Type="http://schemas.openxmlformats.org/officeDocument/2006/relationships/image" Target="../media/image18890.png"/><Relationship Id="rId297" Type="http://schemas.openxmlformats.org/officeDocument/2006/relationships/customXml" Target="../ink/ink3405.xml"/><Relationship Id="rId40" Type="http://schemas.openxmlformats.org/officeDocument/2006/relationships/image" Target="../media/image15600.png"/><Relationship Id="rId115" Type="http://schemas.openxmlformats.org/officeDocument/2006/relationships/customXml" Target="../ink/ink3314.xml"/><Relationship Id="rId136" Type="http://schemas.openxmlformats.org/officeDocument/2006/relationships/image" Target="../media/image18190.png"/><Relationship Id="rId157" Type="http://schemas.openxmlformats.org/officeDocument/2006/relationships/customXml" Target="../ink/ink3335.xml"/><Relationship Id="rId178" Type="http://schemas.openxmlformats.org/officeDocument/2006/relationships/image" Target="../media/image18400.png"/><Relationship Id="rId301" Type="http://schemas.openxmlformats.org/officeDocument/2006/relationships/customXml" Target="../ink/ink3407.xml"/><Relationship Id="rId322" Type="http://schemas.openxmlformats.org/officeDocument/2006/relationships/image" Target="../media/image19120.png"/><Relationship Id="rId343" Type="http://schemas.openxmlformats.org/officeDocument/2006/relationships/customXml" Target="../ink/ink3428.xml"/><Relationship Id="rId364" Type="http://schemas.openxmlformats.org/officeDocument/2006/relationships/image" Target="../media/image19330.png"/><Relationship Id="rId61" Type="http://schemas.openxmlformats.org/officeDocument/2006/relationships/customXml" Target="../ink/ink3287.xml"/><Relationship Id="rId82" Type="http://schemas.openxmlformats.org/officeDocument/2006/relationships/image" Target="../media/image15811.png"/><Relationship Id="rId199" Type="http://schemas.openxmlformats.org/officeDocument/2006/relationships/customXml" Target="../ink/ink3356.xml"/><Relationship Id="rId203" Type="http://schemas.openxmlformats.org/officeDocument/2006/relationships/customXml" Target="../ink/ink3358.xml"/><Relationship Id="rId19" Type="http://schemas.openxmlformats.org/officeDocument/2006/relationships/customXml" Target="../ink/ink3266.xml"/><Relationship Id="rId224" Type="http://schemas.openxmlformats.org/officeDocument/2006/relationships/image" Target="../media/image18630.png"/><Relationship Id="rId245" Type="http://schemas.openxmlformats.org/officeDocument/2006/relationships/customXml" Target="../ink/ink3379.xml"/><Relationship Id="rId266" Type="http://schemas.openxmlformats.org/officeDocument/2006/relationships/image" Target="../media/image18840.png"/><Relationship Id="rId287" Type="http://schemas.openxmlformats.org/officeDocument/2006/relationships/customXml" Target="../ink/ink3400.xml"/><Relationship Id="rId30" Type="http://schemas.openxmlformats.org/officeDocument/2006/relationships/image" Target="../media/image15550.png"/><Relationship Id="rId105" Type="http://schemas.openxmlformats.org/officeDocument/2006/relationships/customXml" Target="../ink/ink3309.xml"/><Relationship Id="rId126" Type="http://schemas.openxmlformats.org/officeDocument/2006/relationships/image" Target="../media/image18140.png"/><Relationship Id="rId147" Type="http://schemas.openxmlformats.org/officeDocument/2006/relationships/customXml" Target="../ink/ink3330.xml"/><Relationship Id="rId168" Type="http://schemas.openxmlformats.org/officeDocument/2006/relationships/image" Target="../media/image18350.png"/><Relationship Id="rId312" Type="http://schemas.openxmlformats.org/officeDocument/2006/relationships/image" Target="../media/image19070.png"/><Relationship Id="rId333" Type="http://schemas.openxmlformats.org/officeDocument/2006/relationships/customXml" Target="../ink/ink3423.xml"/><Relationship Id="rId354" Type="http://schemas.openxmlformats.org/officeDocument/2006/relationships/image" Target="../media/image19280.png"/><Relationship Id="rId51" Type="http://schemas.openxmlformats.org/officeDocument/2006/relationships/customXml" Target="../ink/ink3282.xml"/><Relationship Id="rId72" Type="http://schemas.openxmlformats.org/officeDocument/2006/relationships/image" Target="../media/image15760.png"/><Relationship Id="rId93" Type="http://schemas.openxmlformats.org/officeDocument/2006/relationships/customXml" Target="../ink/ink3303.xml"/><Relationship Id="rId189" Type="http://schemas.openxmlformats.org/officeDocument/2006/relationships/customXml" Target="../ink/ink3351.xml"/><Relationship Id="rId3" Type="http://schemas.openxmlformats.org/officeDocument/2006/relationships/image" Target="../media/image1430.png"/><Relationship Id="rId214" Type="http://schemas.openxmlformats.org/officeDocument/2006/relationships/image" Target="../media/image18580.png"/><Relationship Id="rId235" Type="http://schemas.openxmlformats.org/officeDocument/2006/relationships/customXml" Target="../ink/ink3374.xml"/><Relationship Id="rId256" Type="http://schemas.openxmlformats.org/officeDocument/2006/relationships/image" Target="../media/image18790.png"/><Relationship Id="rId277" Type="http://schemas.openxmlformats.org/officeDocument/2006/relationships/customXml" Target="../ink/ink3395.xml"/><Relationship Id="rId298" Type="http://schemas.openxmlformats.org/officeDocument/2006/relationships/image" Target="../media/image19000.png"/><Relationship Id="rId116" Type="http://schemas.openxmlformats.org/officeDocument/2006/relationships/image" Target="../media/image18090.png"/><Relationship Id="rId137" Type="http://schemas.openxmlformats.org/officeDocument/2006/relationships/customXml" Target="../ink/ink3325.xml"/><Relationship Id="rId158" Type="http://schemas.openxmlformats.org/officeDocument/2006/relationships/image" Target="../media/image18300.png"/><Relationship Id="rId302" Type="http://schemas.openxmlformats.org/officeDocument/2006/relationships/image" Target="../media/image19020.png"/><Relationship Id="rId323" Type="http://schemas.openxmlformats.org/officeDocument/2006/relationships/customXml" Target="../ink/ink3418.xml"/><Relationship Id="rId344" Type="http://schemas.openxmlformats.org/officeDocument/2006/relationships/image" Target="../media/image19230.png"/><Relationship Id="rId20" Type="http://schemas.openxmlformats.org/officeDocument/2006/relationships/image" Target="../media/image15500.png"/><Relationship Id="rId41" Type="http://schemas.openxmlformats.org/officeDocument/2006/relationships/customXml" Target="../ink/ink3277.xml"/><Relationship Id="rId62" Type="http://schemas.openxmlformats.org/officeDocument/2006/relationships/image" Target="../media/image15711.png"/><Relationship Id="rId83" Type="http://schemas.openxmlformats.org/officeDocument/2006/relationships/customXml" Target="../ink/ink3298.xml"/><Relationship Id="rId179" Type="http://schemas.openxmlformats.org/officeDocument/2006/relationships/customXml" Target="../ink/ink3346.xml"/><Relationship Id="rId365" Type="http://schemas.openxmlformats.org/officeDocument/2006/relationships/customXml" Target="../ink/ink3439.xml"/><Relationship Id="rId190" Type="http://schemas.openxmlformats.org/officeDocument/2006/relationships/image" Target="../media/image18460.png"/><Relationship Id="rId204" Type="http://schemas.openxmlformats.org/officeDocument/2006/relationships/image" Target="../media/image18530.png"/><Relationship Id="rId225" Type="http://schemas.openxmlformats.org/officeDocument/2006/relationships/customXml" Target="../ink/ink3369.xml"/><Relationship Id="rId246" Type="http://schemas.openxmlformats.org/officeDocument/2006/relationships/image" Target="../media/image18740.png"/><Relationship Id="rId267" Type="http://schemas.openxmlformats.org/officeDocument/2006/relationships/customXml" Target="../ink/ink3390.xml"/><Relationship Id="rId288" Type="http://schemas.openxmlformats.org/officeDocument/2006/relationships/image" Target="../media/image18950.png"/><Relationship Id="rId106" Type="http://schemas.openxmlformats.org/officeDocument/2006/relationships/image" Target="../media/image18040.png"/><Relationship Id="rId127" Type="http://schemas.openxmlformats.org/officeDocument/2006/relationships/customXml" Target="../ink/ink3320.xml"/><Relationship Id="rId313" Type="http://schemas.openxmlformats.org/officeDocument/2006/relationships/customXml" Target="../ink/ink3413.xml"/><Relationship Id="rId10" Type="http://schemas.openxmlformats.org/officeDocument/2006/relationships/image" Target="../media/image15450.png"/><Relationship Id="rId31" Type="http://schemas.openxmlformats.org/officeDocument/2006/relationships/customXml" Target="../ink/ink3272.xml"/><Relationship Id="rId52" Type="http://schemas.openxmlformats.org/officeDocument/2006/relationships/image" Target="../media/image15660.png"/><Relationship Id="rId73" Type="http://schemas.openxmlformats.org/officeDocument/2006/relationships/customXml" Target="../ink/ink3293.xml"/><Relationship Id="rId94" Type="http://schemas.openxmlformats.org/officeDocument/2006/relationships/image" Target="../media/image15870.png"/><Relationship Id="rId148" Type="http://schemas.openxmlformats.org/officeDocument/2006/relationships/image" Target="../media/image18250.png"/><Relationship Id="rId169" Type="http://schemas.openxmlformats.org/officeDocument/2006/relationships/customXml" Target="../ink/ink3341.xml"/><Relationship Id="rId334" Type="http://schemas.openxmlformats.org/officeDocument/2006/relationships/image" Target="../media/image19180.png"/><Relationship Id="rId355" Type="http://schemas.openxmlformats.org/officeDocument/2006/relationships/customXml" Target="../ink/ink3434.xml"/><Relationship Id="rId4" Type="http://schemas.openxmlformats.org/officeDocument/2006/relationships/image" Target="../media/image1584.png"/><Relationship Id="rId180" Type="http://schemas.openxmlformats.org/officeDocument/2006/relationships/image" Target="../media/image18411.png"/><Relationship Id="rId215" Type="http://schemas.openxmlformats.org/officeDocument/2006/relationships/customXml" Target="../ink/ink3364.xml"/><Relationship Id="rId236" Type="http://schemas.openxmlformats.org/officeDocument/2006/relationships/image" Target="../media/image18690.png"/><Relationship Id="rId257" Type="http://schemas.openxmlformats.org/officeDocument/2006/relationships/customXml" Target="../ink/ink3385.xml"/><Relationship Id="rId278" Type="http://schemas.openxmlformats.org/officeDocument/2006/relationships/image" Target="../media/image18900.png"/><Relationship Id="rId303" Type="http://schemas.openxmlformats.org/officeDocument/2006/relationships/customXml" Target="../ink/ink3408.xml"/><Relationship Id="rId42" Type="http://schemas.openxmlformats.org/officeDocument/2006/relationships/image" Target="../media/image15611.png"/><Relationship Id="rId84" Type="http://schemas.openxmlformats.org/officeDocument/2006/relationships/image" Target="../media/image15820.png"/><Relationship Id="rId138" Type="http://schemas.openxmlformats.org/officeDocument/2006/relationships/image" Target="../media/image18200.png"/><Relationship Id="rId345" Type="http://schemas.openxmlformats.org/officeDocument/2006/relationships/customXml" Target="../ink/ink3429.xml"/><Relationship Id="rId191" Type="http://schemas.openxmlformats.org/officeDocument/2006/relationships/customXml" Target="../ink/ink3352.xml"/><Relationship Id="rId205" Type="http://schemas.openxmlformats.org/officeDocument/2006/relationships/customXml" Target="../ink/ink3359.xml"/><Relationship Id="rId247" Type="http://schemas.openxmlformats.org/officeDocument/2006/relationships/customXml" Target="../ink/ink3380.xml"/><Relationship Id="rId107" Type="http://schemas.openxmlformats.org/officeDocument/2006/relationships/customXml" Target="../ink/ink3310.xml"/><Relationship Id="rId289" Type="http://schemas.openxmlformats.org/officeDocument/2006/relationships/customXml" Target="../ink/ink3401.xml"/><Relationship Id="rId11" Type="http://schemas.openxmlformats.org/officeDocument/2006/relationships/customXml" Target="../ink/ink3262.xml"/><Relationship Id="rId53" Type="http://schemas.openxmlformats.org/officeDocument/2006/relationships/customXml" Target="../ink/ink3283.xml"/><Relationship Id="rId149" Type="http://schemas.openxmlformats.org/officeDocument/2006/relationships/customXml" Target="../ink/ink3331.xml"/><Relationship Id="rId314" Type="http://schemas.openxmlformats.org/officeDocument/2006/relationships/image" Target="../media/image19080.png"/><Relationship Id="rId356" Type="http://schemas.openxmlformats.org/officeDocument/2006/relationships/image" Target="../media/image19290.png"/><Relationship Id="rId95" Type="http://schemas.openxmlformats.org/officeDocument/2006/relationships/customXml" Target="../ink/ink3304.xml"/><Relationship Id="rId160" Type="http://schemas.openxmlformats.org/officeDocument/2006/relationships/image" Target="../media/image18311.png"/><Relationship Id="rId216" Type="http://schemas.openxmlformats.org/officeDocument/2006/relationships/image" Target="../media/image18590.png"/><Relationship Id="rId258" Type="http://schemas.openxmlformats.org/officeDocument/2006/relationships/image" Target="../media/image18800.png"/><Relationship Id="rId22" Type="http://schemas.openxmlformats.org/officeDocument/2006/relationships/image" Target="../media/image15511.png"/><Relationship Id="rId64" Type="http://schemas.openxmlformats.org/officeDocument/2006/relationships/image" Target="../media/image15720.png"/><Relationship Id="rId118" Type="http://schemas.openxmlformats.org/officeDocument/2006/relationships/image" Target="../media/image18101.png"/><Relationship Id="rId325" Type="http://schemas.openxmlformats.org/officeDocument/2006/relationships/customXml" Target="../ink/ink3419.xml"/><Relationship Id="rId171" Type="http://schemas.openxmlformats.org/officeDocument/2006/relationships/customXml" Target="../ink/ink3342.xml"/><Relationship Id="rId227" Type="http://schemas.openxmlformats.org/officeDocument/2006/relationships/customXml" Target="../ink/ink3370.xml"/><Relationship Id="rId269" Type="http://schemas.openxmlformats.org/officeDocument/2006/relationships/customXml" Target="../ink/ink3391.xml"/><Relationship Id="rId33" Type="http://schemas.openxmlformats.org/officeDocument/2006/relationships/customXml" Target="../ink/ink3273.xml"/><Relationship Id="rId129" Type="http://schemas.openxmlformats.org/officeDocument/2006/relationships/customXml" Target="../ink/ink3321.xml"/><Relationship Id="rId280" Type="http://schemas.openxmlformats.org/officeDocument/2006/relationships/image" Target="../media/image18911.png"/><Relationship Id="rId336" Type="http://schemas.openxmlformats.org/officeDocument/2006/relationships/image" Target="../media/image19190.png"/><Relationship Id="rId75" Type="http://schemas.openxmlformats.org/officeDocument/2006/relationships/customXml" Target="../ink/ink3294.xml"/><Relationship Id="rId140" Type="http://schemas.openxmlformats.org/officeDocument/2006/relationships/image" Target="../media/image18211.png"/><Relationship Id="rId182" Type="http://schemas.openxmlformats.org/officeDocument/2006/relationships/image" Target="../media/image18420.png"/><Relationship Id="rId6" Type="http://schemas.openxmlformats.org/officeDocument/2006/relationships/image" Target="../media/image15430.png"/><Relationship Id="rId238" Type="http://schemas.openxmlformats.org/officeDocument/2006/relationships/image" Target="../media/image18700.png"/><Relationship Id="rId291" Type="http://schemas.openxmlformats.org/officeDocument/2006/relationships/customXml" Target="../ink/ink3402.xml"/><Relationship Id="rId305" Type="http://schemas.openxmlformats.org/officeDocument/2006/relationships/customXml" Target="../ink/ink3409.xml"/><Relationship Id="rId347" Type="http://schemas.openxmlformats.org/officeDocument/2006/relationships/customXml" Target="../ink/ink3430.xml"/><Relationship Id="rId44" Type="http://schemas.openxmlformats.org/officeDocument/2006/relationships/image" Target="../media/image15620.png"/><Relationship Id="rId86" Type="http://schemas.openxmlformats.org/officeDocument/2006/relationships/image" Target="../media/image15830.png"/><Relationship Id="rId151" Type="http://schemas.openxmlformats.org/officeDocument/2006/relationships/customXml" Target="../ink/ink3332.xml"/><Relationship Id="rId193" Type="http://schemas.openxmlformats.org/officeDocument/2006/relationships/customXml" Target="../ink/ink3353.xml"/><Relationship Id="rId207" Type="http://schemas.openxmlformats.org/officeDocument/2006/relationships/customXml" Target="../ink/ink3360.xml"/><Relationship Id="rId249" Type="http://schemas.openxmlformats.org/officeDocument/2006/relationships/customXml" Target="../ink/ink3381.xml"/><Relationship Id="rId13" Type="http://schemas.openxmlformats.org/officeDocument/2006/relationships/customXml" Target="../ink/ink3263.xml"/><Relationship Id="rId109" Type="http://schemas.openxmlformats.org/officeDocument/2006/relationships/customXml" Target="../ink/ink3311.xml"/><Relationship Id="rId260" Type="http://schemas.openxmlformats.org/officeDocument/2006/relationships/image" Target="../media/image18811.png"/><Relationship Id="rId316" Type="http://schemas.openxmlformats.org/officeDocument/2006/relationships/image" Target="../media/image19090.png"/><Relationship Id="rId55" Type="http://schemas.openxmlformats.org/officeDocument/2006/relationships/customXml" Target="../ink/ink3284.xml"/><Relationship Id="rId97" Type="http://schemas.openxmlformats.org/officeDocument/2006/relationships/customXml" Target="../ink/ink3305.xml"/><Relationship Id="rId120" Type="http://schemas.openxmlformats.org/officeDocument/2006/relationships/image" Target="../media/image18111.png"/><Relationship Id="rId358" Type="http://schemas.openxmlformats.org/officeDocument/2006/relationships/image" Target="../media/image19300.png"/><Relationship Id="rId162" Type="http://schemas.openxmlformats.org/officeDocument/2006/relationships/image" Target="../media/image18320.png"/><Relationship Id="rId218" Type="http://schemas.openxmlformats.org/officeDocument/2006/relationships/image" Target="../media/image18600.png"/><Relationship Id="rId271" Type="http://schemas.openxmlformats.org/officeDocument/2006/relationships/customXml" Target="../ink/ink3392.xml"/><Relationship Id="rId24" Type="http://schemas.openxmlformats.org/officeDocument/2006/relationships/image" Target="../media/image15520.png"/><Relationship Id="rId66" Type="http://schemas.openxmlformats.org/officeDocument/2006/relationships/image" Target="../media/image15730.png"/><Relationship Id="rId131" Type="http://schemas.openxmlformats.org/officeDocument/2006/relationships/customXml" Target="../ink/ink3322.xml"/><Relationship Id="rId327" Type="http://schemas.openxmlformats.org/officeDocument/2006/relationships/customXml" Target="../ink/ink3420.xml"/><Relationship Id="rId173" Type="http://schemas.openxmlformats.org/officeDocument/2006/relationships/customXml" Target="../ink/ink3343.xml"/><Relationship Id="rId229" Type="http://schemas.openxmlformats.org/officeDocument/2006/relationships/customXml" Target="../ink/ink3371.xml"/><Relationship Id="rId240" Type="http://schemas.openxmlformats.org/officeDocument/2006/relationships/image" Target="../media/image18711.png"/><Relationship Id="rId35" Type="http://schemas.openxmlformats.org/officeDocument/2006/relationships/customXml" Target="../ink/ink3274.xml"/><Relationship Id="rId77" Type="http://schemas.openxmlformats.org/officeDocument/2006/relationships/customXml" Target="../ink/ink3295.xml"/><Relationship Id="rId100" Type="http://schemas.openxmlformats.org/officeDocument/2006/relationships/image" Target="../media/image17420.png"/><Relationship Id="rId282" Type="http://schemas.openxmlformats.org/officeDocument/2006/relationships/image" Target="../media/image18920.png"/><Relationship Id="rId338" Type="http://schemas.openxmlformats.org/officeDocument/2006/relationships/image" Target="../media/image19200.png"/><Relationship Id="rId8" Type="http://schemas.openxmlformats.org/officeDocument/2006/relationships/image" Target="../media/image15440.png"/><Relationship Id="rId142" Type="http://schemas.openxmlformats.org/officeDocument/2006/relationships/image" Target="../media/image18220.png"/><Relationship Id="rId184" Type="http://schemas.openxmlformats.org/officeDocument/2006/relationships/image" Target="../media/image18430.png"/><Relationship Id="rId251" Type="http://schemas.openxmlformats.org/officeDocument/2006/relationships/customXml" Target="../ink/ink3382.xml"/><Relationship Id="rId46" Type="http://schemas.openxmlformats.org/officeDocument/2006/relationships/image" Target="../media/image15630.png"/><Relationship Id="rId293" Type="http://schemas.openxmlformats.org/officeDocument/2006/relationships/customXml" Target="../ink/ink3403.xml"/><Relationship Id="rId307" Type="http://schemas.openxmlformats.org/officeDocument/2006/relationships/customXml" Target="../ink/ink3410.xml"/><Relationship Id="rId349" Type="http://schemas.openxmlformats.org/officeDocument/2006/relationships/customXml" Target="../ink/ink3431.xml"/><Relationship Id="rId88" Type="http://schemas.openxmlformats.org/officeDocument/2006/relationships/image" Target="../media/image15840.png"/><Relationship Id="rId111" Type="http://schemas.openxmlformats.org/officeDocument/2006/relationships/customXml" Target="../ink/ink3312.xml"/><Relationship Id="rId153" Type="http://schemas.openxmlformats.org/officeDocument/2006/relationships/customXml" Target="../ink/ink3333.xml"/><Relationship Id="rId195" Type="http://schemas.openxmlformats.org/officeDocument/2006/relationships/customXml" Target="../ink/ink3354.xml"/><Relationship Id="rId209" Type="http://schemas.openxmlformats.org/officeDocument/2006/relationships/customXml" Target="../ink/ink3361.xml"/><Relationship Id="rId360" Type="http://schemas.openxmlformats.org/officeDocument/2006/relationships/image" Target="../media/image19311.png"/></Relationships>
</file>

<file path=ppt/slides/_rels/slide38.xml.rels><?xml version="1.0" encoding="UTF-8" standalone="yes"?>
<Relationships xmlns="http://schemas.openxmlformats.org/package/2006/relationships"><Relationship Id="rId2" Type="http://schemas.openxmlformats.org/officeDocument/2006/relationships/image" Target="../media/image1986.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17" Type="http://schemas.openxmlformats.org/officeDocument/2006/relationships/customXml" Target="../ink/ink3497.xml"/><Relationship Id="rId21" Type="http://schemas.openxmlformats.org/officeDocument/2006/relationships/customXml" Target="../ink/ink3449.xml"/><Relationship Id="rId42" Type="http://schemas.openxmlformats.org/officeDocument/2006/relationships/image" Target="../media/image2007.png"/><Relationship Id="rId63" Type="http://schemas.openxmlformats.org/officeDocument/2006/relationships/customXml" Target="../ink/ink3470.xml"/><Relationship Id="rId84" Type="http://schemas.openxmlformats.org/officeDocument/2006/relationships/image" Target="../media/image2028.png"/><Relationship Id="rId138" Type="http://schemas.openxmlformats.org/officeDocument/2006/relationships/image" Target="../media/image2055.png"/><Relationship Id="rId159" Type="http://schemas.openxmlformats.org/officeDocument/2006/relationships/customXml" Target="../ink/ink3518.xml"/><Relationship Id="rId107" Type="http://schemas.openxmlformats.org/officeDocument/2006/relationships/customXml" Target="../ink/ink3492.xml"/><Relationship Id="rId11" Type="http://schemas.openxmlformats.org/officeDocument/2006/relationships/customXml" Target="../ink/ink3444.xml"/><Relationship Id="rId32" Type="http://schemas.openxmlformats.org/officeDocument/2006/relationships/image" Target="../media/image2002.png"/><Relationship Id="rId53" Type="http://schemas.openxmlformats.org/officeDocument/2006/relationships/customXml" Target="../ink/ink3465.xml"/><Relationship Id="rId74" Type="http://schemas.openxmlformats.org/officeDocument/2006/relationships/image" Target="../media/image2023.png"/><Relationship Id="rId128" Type="http://schemas.openxmlformats.org/officeDocument/2006/relationships/image" Target="../media/image2050.png"/><Relationship Id="rId149" Type="http://schemas.openxmlformats.org/officeDocument/2006/relationships/customXml" Target="../ink/ink3513.xml"/><Relationship Id="rId5" Type="http://schemas.openxmlformats.org/officeDocument/2006/relationships/customXml" Target="../ink/ink3441.xml"/><Relationship Id="rId95" Type="http://schemas.openxmlformats.org/officeDocument/2006/relationships/customXml" Target="../ink/ink3486.xml"/><Relationship Id="rId160" Type="http://schemas.openxmlformats.org/officeDocument/2006/relationships/image" Target="../media/image2066.png"/><Relationship Id="rId22" Type="http://schemas.openxmlformats.org/officeDocument/2006/relationships/image" Target="../media/image1997.png"/><Relationship Id="rId43" Type="http://schemas.openxmlformats.org/officeDocument/2006/relationships/customXml" Target="../ink/ink3460.xml"/><Relationship Id="rId64" Type="http://schemas.openxmlformats.org/officeDocument/2006/relationships/image" Target="../media/image2018.png"/><Relationship Id="rId118" Type="http://schemas.openxmlformats.org/officeDocument/2006/relationships/image" Target="../media/image2045.png"/><Relationship Id="rId139" Type="http://schemas.openxmlformats.org/officeDocument/2006/relationships/customXml" Target="../ink/ink3508.xml"/><Relationship Id="rId85" Type="http://schemas.openxmlformats.org/officeDocument/2006/relationships/customXml" Target="../ink/ink3481.xml"/><Relationship Id="rId150" Type="http://schemas.openxmlformats.org/officeDocument/2006/relationships/image" Target="../media/image2061.png"/><Relationship Id="rId12" Type="http://schemas.openxmlformats.org/officeDocument/2006/relationships/image" Target="../media/image1992.png"/><Relationship Id="rId17" Type="http://schemas.openxmlformats.org/officeDocument/2006/relationships/customXml" Target="../ink/ink3447.xml"/><Relationship Id="rId33" Type="http://schemas.openxmlformats.org/officeDocument/2006/relationships/customXml" Target="../ink/ink3455.xml"/><Relationship Id="rId38" Type="http://schemas.openxmlformats.org/officeDocument/2006/relationships/image" Target="../media/image2005.png"/><Relationship Id="rId59" Type="http://schemas.openxmlformats.org/officeDocument/2006/relationships/customXml" Target="../ink/ink3468.xml"/><Relationship Id="rId103" Type="http://schemas.openxmlformats.org/officeDocument/2006/relationships/customXml" Target="../ink/ink3490.xml"/><Relationship Id="rId108" Type="http://schemas.openxmlformats.org/officeDocument/2006/relationships/image" Target="../media/image2040.png"/><Relationship Id="rId124" Type="http://schemas.openxmlformats.org/officeDocument/2006/relationships/image" Target="../media/image2048.png"/><Relationship Id="rId129" Type="http://schemas.openxmlformats.org/officeDocument/2006/relationships/customXml" Target="../ink/ink3503.xml"/><Relationship Id="rId54" Type="http://schemas.openxmlformats.org/officeDocument/2006/relationships/image" Target="../media/image2013.png"/><Relationship Id="rId70" Type="http://schemas.openxmlformats.org/officeDocument/2006/relationships/image" Target="../media/image2021.png"/><Relationship Id="rId75" Type="http://schemas.openxmlformats.org/officeDocument/2006/relationships/customXml" Target="../ink/ink3476.xml"/><Relationship Id="rId91" Type="http://schemas.openxmlformats.org/officeDocument/2006/relationships/customXml" Target="../ink/ink3484.xml"/><Relationship Id="rId96" Type="http://schemas.openxmlformats.org/officeDocument/2006/relationships/image" Target="../media/image2034.png"/><Relationship Id="rId140" Type="http://schemas.openxmlformats.org/officeDocument/2006/relationships/image" Target="../media/image2056.png"/><Relationship Id="rId145" Type="http://schemas.openxmlformats.org/officeDocument/2006/relationships/customXml" Target="../ink/ink3511.xml"/><Relationship Id="rId161" Type="http://schemas.openxmlformats.org/officeDocument/2006/relationships/customXml" Target="../ink/ink3519.xml"/><Relationship Id="rId1" Type="http://schemas.openxmlformats.org/officeDocument/2006/relationships/slideLayout" Target="../slideLayouts/slideLayout4.xml"/><Relationship Id="rId6" Type="http://schemas.openxmlformats.org/officeDocument/2006/relationships/image" Target="../media/image1989.png"/><Relationship Id="rId23" Type="http://schemas.openxmlformats.org/officeDocument/2006/relationships/customXml" Target="../ink/ink3450.xml"/><Relationship Id="rId28" Type="http://schemas.openxmlformats.org/officeDocument/2006/relationships/image" Target="../media/image2000.png"/><Relationship Id="rId49" Type="http://schemas.openxmlformats.org/officeDocument/2006/relationships/customXml" Target="../ink/ink3463.xml"/><Relationship Id="rId114" Type="http://schemas.openxmlformats.org/officeDocument/2006/relationships/image" Target="../media/image2043.png"/><Relationship Id="rId119" Type="http://schemas.openxmlformats.org/officeDocument/2006/relationships/customXml" Target="../ink/ink3498.xml"/><Relationship Id="rId44" Type="http://schemas.openxmlformats.org/officeDocument/2006/relationships/image" Target="../media/image2008.png"/><Relationship Id="rId60" Type="http://schemas.openxmlformats.org/officeDocument/2006/relationships/image" Target="../media/image2016.png"/><Relationship Id="rId65" Type="http://schemas.openxmlformats.org/officeDocument/2006/relationships/customXml" Target="../ink/ink3471.xml"/><Relationship Id="rId81" Type="http://schemas.openxmlformats.org/officeDocument/2006/relationships/customXml" Target="../ink/ink3479.xml"/><Relationship Id="rId86" Type="http://schemas.openxmlformats.org/officeDocument/2006/relationships/image" Target="../media/image2029.png"/><Relationship Id="rId130" Type="http://schemas.openxmlformats.org/officeDocument/2006/relationships/image" Target="../media/image2051.png"/><Relationship Id="rId135" Type="http://schemas.openxmlformats.org/officeDocument/2006/relationships/customXml" Target="../ink/ink3506.xml"/><Relationship Id="rId151" Type="http://schemas.openxmlformats.org/officeDocument/2006/relationships/customXml" Target="../ink/ink3514.xml"/><Relationship Id="rId156" Type="http://schemas.openxmlformats.org/officeDocument/2006/relationships/image" Target="../media/image2064.png"/><Relationship Id="rId13" Type="http://schemas.openxmlformats.org/officeDocument/2006/relationships/customXml" Target="../ink/ink3445.xml"/><Relationship Id="rId18" Type="http://schemas.openxmlformats.org/officeDocument/2006/relationships/image" Target="../media/image1995.png"/><Relationship Id="rId39" Type="http://schemas.openxmlformats.org/officeDocument/2006/relationships/customXml" Target="../ink/ink3458.xml"/><Relationship Id="rId109" Type="http://schemas.openxmlformats.org/officeDocument/2006/relationships/customXml" Target="../ink/ink3493.xml"/><Relationship Id="rId34" Type="http://schemas.openxmlformats.org/officeDocument/2006/relationships/image" Target="../media/image2003.png"/><Relationship Id="rId50" Type="http://schemas.openxmlformats.org/officeDocument/2006/relationships/image" Target="../media/image2011.png"/><Relationship Id="rId55" Type="http://schemas.openxmlformats.org/officeDocument/2006/relationships/customXml" Target="../ink/ink3466.xml"/><Relationship Id="rId76" Type="http://schemas.openxmlformats.org/officeDocument/2006/relationships/image" Target="../media/image2024.png"/><Relationship Id="rId97" Type="http://schemas.openxmlformats.org/officeDocument/2006/relationships/customXml" Target="../ink/ink3487.xml"/><Relationship Id="rId104" Type="http://schemas.openxmlformats.org/officeDocument/2006/relationships/image" Target="../media/image2038.png"/><Relationship Id="rId120" Type="http://schemas.openxmlformats.org/officeDocument/2006/relationships/image" Target="../media/image2046.png"/><Relationship Id="rId125" Type="http://schemas.openxmlformats.org/officeDocument/2006/relationships/customXml" Target="../ink/ink3501.xml"/><Relationship Id="rId141" Type="http://schemas.openxmlformats.org/officeDocument/2006/relationships/customXml" Target="../ink/ink3509.xml"/><Relationship Id="rId146" Type="http://schemas.openxmlformats.org/officeDocument/2006/relationships/image" Target="../media/image2059.png"/><Relationship Id="rId7" Type="http://schemas.openxmlformats.org/officeDocument/2006/relationships/customXml" Target="../ink/ink3442.xml"/><Relationship Id="rId71" Type="http://schemas.openxmlformats.org/officeDocument/2006/relationships/customXml" Target="../ink/ink3474.xml"/><Relationship Id="rId92" Type="http://schemas.openxmlformats.org/officeDocument/2006/relationships/image" Target="../media/image2032.png"/><Relationship Id="rId162" Type="http://schemas.openxmlformats.org/officeDocument/2006/relationships/image" Target="../media/image2067.png"/><Relationship Id="rId2" Type="http://schemas.openxmlformats.org/officeDocument/2006/relationships/image" Target="../media/image1987.png"/><Relationship Id="rId29" Type="http://schemas.openxmlformats.org/officeDocument/2006/relationships/customXml" Target="../ink/ink3453.xml"/><Relationship Id="rId24" Type="http://schemas.openxmlformats.org/officeDocument/2006/relationships/image" Target="../media/image1998.png"/><Relationship Id="rId40" Type="http://schemas.openxmlformats.org/officeDocument/2006/relationships/image" Target="../media/image2006.png"/><Relationship Id="rId45" Type="http://schemas.openxmlformats.org/officeDocument/2006/relationships/customXml" Target="../ink/ink3461.xml"/><Relationship Id="rId66" Type="http://schemas.openxmlformats.org/officeDocument/2006/relationships/image" Target="../media/image2019.png"/><Relationship Id="rId87" Type="http://schemas.openxmlformats.org/officeDocument/2006/relationships/customXml" Target="../ink/ink3482.xml"/><Relationship Id="rId110" Type="http://schemas.openxmlformats.org/officeDocument/2006/relationships/image" Target="../media/image2041.png"/><Relationship Id="rId115" Type="http://schemas.openxmlformats.org/officeDocument/2006/relationships/customXml" Target="../ink/ink3496.xml"/><Relationship Id="rId131" Type="http://schemas.openxmlformats.org/officeDocument/2006/relationships/customXml" Target="../ink/ink3504.xml"/><Relationship Id="rId136" Type="http://schemas.openxmlformats.org/officeDocument/2006/relationships/image" Target="../media/image2054.png"/><Relationship Id="rId157" Type="http://schemas.openxmlformats.org/officeDocument/2006/relationships/customXml" Target="../ink/ink3517.xml"/><Relationship Id="rId61" Type="http://schemas.openxmlformats.org/officeDocument/2006/relationships/customXml" Target="../ink/ink3469.xml"/><Relationship Id="rId82" Type="http://schemas.openxmlformats.org/officeDocument/2006/relationships/image" Target="../media/image2027.png"/><Relationship Id="rId152" Type="http://schemas.openxmlformats.org/officeDocument/2006/relationships/image" Target="../media/image2062.png"/><Relationship Id="rId19" Type="http://schemas.openxmlformats.org/officeDocument/2006/relationships/customXml" Target="../ink/ink3448.xml"/><Relationship Id="rId14" Type="http://schemas.openxmlformats.org/officeDocument/2006/relationships/image" Target="../media/image1993.png"/><Relationship Id="rId30" Type="http://schemas.openxmlformats.org/officeDocument/2006/relationships/image" Target="../media/image2001.png"/><Relationship Id="rId35" Type="http://schemas.openxmlformats.org/officeDocument/2006/relationships/customXml" Target="../ink/ink3456.xml"/><Relationship Id="rId56" Type="http://schemas.openxmlformats.org/officeDocument/2006/relationships/image" Target="../media/image2014.png"/><Relationship Id="rId77" Type="http://schemas.openxmlformats.org/officeDocument/2006/relationships/customXml" Target="../ink/ink3477.xml"/><Relationship Id="rId100" Type="http://schemas.openxmlformats.org/officeDocument/2006/relationships/image" Target="../media/image2036.png"/><Relationship Id="rId105" Type="http://schemas.openxmlformats.org/officeDocument/2006/relationships/customXml" Target="../ink/ink3491.xml"/><Relationship Id="rId126" Type="http://schemas.openxmlformats.org/officeDocument/2006/relationships/image" Target="../media/image2049.png"/><Relationship Id="rId147" Type="http://schemas.openxmlformats.org/officeDocument/2006/relationships/customXml" Target="../ink/ink3512.xml"/><Relationship Id="rId8" Type="http://schemas.openxmlformats.org/officeDocument/2006/relationships/image" Target="../media/image1990.png"/><Relationship Id="rId51" Type="http://schemas.openxmlformats.org/officeDocument/2006/relationships/customXml" Target="../ink/ink3464.xml"/><Relationship Id="rId72" Type="http://schemas.openxmlformats.org/officeDocument/2006/relationships/image" Target="../media/image2022.png"/><Relationship Id="rId93" Type="http://schemas.openxmlformats.org/officeDocument/2006/relationships/customXml" Target="../ink/ink3485.xml"/><Relationship Id="rId98" Type="http://schemas.openxmlformats.org/officeDocument/2006/relationships/image" Target="../media/image2035.png"/><Relationship Id="rId121" Type="http://schemas.openxmlformats.org/officeDocument/2006/relationships/customXml" Target="../ink/ink3499.xml"/><Relationship Id="rId142" Type="http://schemas.openxmlformats.org/officeDocument/2006/relationships/image" Target="../media/image2057.png"/><Relationship Id="rId3" Type="http://schemas.openxmlformats.org/officeDocument/2006/relationships/customXml" Target="../ink/ink3440.xml"/><Relationship Id="rId25" Type="http://schemas.openxmlformats.org/officeDocument/2006/relationships/customXml" Target="../ink/ink3451.xml"/><Relationship Id="rId46" Type="http://schemas.openxmlformats.org/officeDocument/2006/relationships/image" Target="../media/image2009.png"/><Relationship Id="rId67" Type="http://schemas.openxmlformats.org/officeDocument/2006/relationships/customXml" Target="../ink/ink3472.xml"/><Relationship Id="rId116" Type="http://schemas.openxmlformats.org/officeDocument/2006/relationships/image" Target="../media/image2044.png"/><Relationship Id="rId137" Type="http://schemas.openxmlformats.org/officeDocument/2006/relationships/customXml" Target="../ink/ink3507.xml"/><Relationship Id="rId158" Type="http://schemas.openxmlformats.org/officeDocument/2006/relationships/image" Target="../media/image2065.png"/><Relationship Id="rId20" Type="http://schemas.openxmlformats.org/officeDocument/2006/relationships/image" Target="../media/image1996.png"/><Relationship Id="rId41" Type="http://schemas.openxmlformats.org/officeDocument/2006/relationships/customXml" Target="../ink/ink3459.xml"/><Relationship Id="rId62" Type="http://schemas.openxmlformats.org/officeDocument/2006/relationships/image" Target="../media/image2017.png"/><Relationship Id="rId83" Type="http://schemas.openxmlformats.org/officeDocument/2006/relationships/customXml" Target="../ink/ink3480.xml"/><Relationship Id="rId88" Type="http://schemas.openxmlformats.org/officeDocument/2006/relationships/image" Target="../media/image2030.png"/><Relationship Id="rId111" Type="http://schemas.openxmlformats.org/officeDocument/2006/relationships/customXml" Target="../ink/ink3494.xml"/><Relationship Id="rId132" Type="http://schemas.openxmlformats.org/officeDocument/2006/relationships/image" Target="../media/image2052.png"/><Relationship Id="rId153" Type="http://schemas.openxmlformats.org/officeDocument/2006/relationships/customXml" Target="../ink/ink3515.xml"/><Relationship Id="rId15" Type="http://schemas.openxmlformats.org/officeDocument/2006/relationships/customXml" Target="../ink/ink3446.xml"/><Relationship Id="rId36" Type="http://schemas.openxmlformats.org/officeDocument/2006/relationships/image" Target="../media/image2004.png"/><Relationship Id="rId57" Type="http://schemas.openxmlformats.org/officeDocument/2006/relationships/customXml" Target="../ink/ink3467.xml"/><Relationship Id="rId106" Type="http://schemas.openxmlformats.org/officeDocument/2006/relationships/image" Target="../media/image2039.png"/><Relationship Id="rId127" Type="http://schemas.openxmlformats.org/officeDocument/2006/relationships/customXml" Target="../ink/ink3502.xml"/><Relationship Id="rId10" Type="http://schemas.openxmlformats.org/officeDocument/2006/relationships/image" Target="../media/image1991.png"/><Relationship Id="rId31" Type="http://schemas.openxmlformats.org/officeDocument/2006/relationships/customXml" Target="../ink/ink3454.xml"/><Relationship Id="rId52" Type="http://schemas.openxmlformats.org/officeDocument/2006/relationships/image" Target="../media/image2012.png"/><Relationship Id="rId73" Type="http://schemas.openxmlformats.org/officeDocument/2006/relationships/customXml" Target="../ink/ink3475.xml"/><Relationship Id="rId78" Type="http://schemas.openxmlformats.org/officeDocument/2006/relationships/image" Target="../media/image2025.png"/><Relationship Id="rId94" Type="http://schemas.openxmlformats.org/officeDocument/2006/relationships/image" Target="../media/image2033.png"/><Relationship Id="rId99" Type="http://schemas.openxmlformats.org/officeDocument/2006/relationships/customXml" Target="../ink/ink3488.xml"/><Relationship Id="rId101" Type="http://schemas.openxmlformats.org/officeDocument/2006/relationships/customXml" Target="../ink/ink3489.xml"/><Relationship Id="rId122" Type="http://schemas.openxmlformats.org/officeDocument/2006/relationships/image" Target="../media/image2047.png"/><Relationship Id="rId143" Type="http://schemas.openxmlformats.org/officeDocument/2006/relationships/customXml" Target="../ink/ink3510.xml"/><Relationship Id="rId148" Type="http://schemas.openxmlformats.org/officeDocument/2006/relationships/image" Target="../media/image2060.png"/><Relationship Id="rId4" Type="http://schemas.openxmlformats.org/officeDocument/2006/relationships/image" Target="../media/image1988.png"/><Relationship Id="rId9" Type="http://schemas.openxmlformats.org/officeDocument/2006/relationships/customXml" Target="../ink/ink3443.xml"/><Relationship Id="rId26" Type="http://schemas.openxmlformats.org/officeDocument/2006/relationships/image" Target="../media/image1999.png"/><Relationship Id="rId47" Type="http://schemas.openxmlformats.org/officeDocument/2006/relationships/customXml" Target="../ink/ink3462.xml"/><Relationship Id="rId68" Type="http://schemas.openxmlformats.org/officeDocument/2006/relationships/image" Target="../media/image2020.png"/><Relationship Id="rId89" Type="http://schemas.openxmlformats.org/officeDocument/2006/relationships/customXml" Target="../ink/ink3483.xml"/><Relationship Id="rId112" Type="http://schemas.openxmlformats.org/officeDocument/2006/relationships/image" Target="../media/image2042.png"/><Relationship Id="rId133" Type="http://schemas.openxmlformats.org/officeDocument/2006/relationships/customXml" Target="../ink/ink3505.xml"/><Relationship Id="rId154" Type="http://schemas.openxmlformats.org/officeDocument/2006/relationships/image" Target="../media/image2063.png"/><Relationship Id="rId16" Type="http://schemas.openxmlformats.org/officeDocument/2006/relationships/image" Target="../media/image1994.png"/><Relationship Id="rId37" Type="http://schemas.openxmlformats.org/officeDocument/2006/relationships/customXml" Target="../ink/ink3457.xml"/><Relationship Id="rId58" Type="http://schemas.openxmlformats.org/officeDocument/2006/relationships/image" Target="../media/image2015.png"/><Relationship Id="rId79" Type="http://schemas.openxmlformats.org/officeDocument/2006/relationships/customXml" Target="../ink/ink3478.xml"/><Relationship Id="rId102" Type="http://schemas.openxmlformats.org/officeDocument/2006/relationships/image" Target="../media/image2037.png"/><Relationship Id="rId123" Type="http://schemas.openxmlformats.org/officeDocument/2006/relationships/customXml" Target="../ink/ink3500.xml"/><Relationship Id="rId144" Type="http://schemas.openxmlformats.org/officeDocument/2006/relationships/image" Target="../media/image2058.png"/><Relationship Id="rId90" Type="http://schemas.openxmlformats.org/officeDocument/2006/relationships/image" Target="../media/image2031.png"/><Relationship Id="rId27" Type="http://schemas.openxmlformats.org/officeDocument/2006/relationships/customXml" Target="../ink/ink3452.xml"/><Relationship Id="rId48" Type="http://schemas.openxmlformats.org/officeDocument/2006/relationships/image" Target="../media/image2010.png"/><Relationship Id="rId69" Type="http://schemas.openxmlformats.org/officeDocument/2006/relationships/customXml" Target="../ink/ink3473.xml"/><Relationship Id="rId113" Type="http://schemas.openxmlformats.org/officeDocument/2006/relationships/customXml" Target="../ink/ink3495.xml"/><Relationship Id="rId134" Type="http://schemas.openxmlformats.org/officeDocument/2006/relationships/image" Target="../media/image2053.png"/><Relationship Id="rId80" Type="http://schemas.openxmlformats.org/officeDocument/2006/relationships/image" Target="../media/image2026.png"/><Relationship Id="rId155" Type="http://schemas.openxmlformats.org/officeDocument/2006/relationships/customXml" Target="../ink/ink3516.xml"/></Relationships>
</file>

<file path=ppt/slides/_rels/slide40.xml.rels><?xml version="1.0" encoding="UTF-8" standalone="yes"?>
<Relationships xmlns="http://schemas.openxmlformats.org/package/2006/relationships"><Relationship Id="rId3" Type="http://schemas.openxmlformats.org/officeDocument/2006/relationships/image" Target="../media/image2068.png"/><Relationship Id="rId2" Type="http://schemas.openxmlformats.org/officeDocument/2006/relationships/customXml" Target="../ink/ink3520.xml"/><Relationship Id="rId1" Type="http://schemas.openxmlformats.org/officeDocument/2006/relationships/slideLayout" Target="../slideLayouts/slideLayout2.xml"/><Relationship Id="rId5" Type="http://schemas.openxmlformats.org/officeDocument/2006/relationships/image" Target="../media/image2069.png"/><Relationship Id="rId4" Type="http://schemas.openxmlformats.org/officeDocument/2006/relationships/customXml" Target="../ink/ink3521.xml"/></Relationships>
</file>

<file path=ppt/slides/_rels/slide41.xml.rels><?xml version="1.0" encoding="UTF-8" standalone="yes"?>
<Relationships xmlns="http://schemas.openxmlformats.org/package/2006/relationships"><Relationship Id="rId8" Type="http://schemas.openxmlformats.org/officeDocument/2006/relationships/image" Target="../media/image2073.png"/><Relationship Id="rId13" Type="http://schemas.openxmlformats.org/officeDocument/2006/relationships/customXml" Target="../ink/ink3527.xml"/><Relationship Id="rId3" Type="http://schemas.openxmlformats.org/officeDocument/2006/relationships/customXml" Target="../ink/ink3522.xml"/><Relationship Id="rId7" Type="http://schemas.openxmlformats.org/officeDocument/2006/relationships/customXml" Target="../ink/ink3524.xml"/><Relationship Id="rId12" Type="http://schemas.openxmlformats.org/officeDocument/2006/relationships/image" Target="../media/image2075.png"/><Relationship Id="rId2" Type="http://schemas.openxmlformats.org/officeDocument/2006/relationships/image" Target="../media/image2070.png"/><Relationship Id="rId1" Type="http://schemas.openxmlformats.org/officeDocument/2006/relationships/slideLayout" Target="../slideLayouts/slideLayout2.xml"/><Relationship Id="rId6" Type="http://schemas.openxmlformats.org/officeDocument/2006/relationships/image" Target="../media/image2072.png"/><Relationship Id="rId11" Type="http://schemas.openxmlformats.org/officeDocument/2006/relationships/customXml" Target="../ink/ink3526.xml"/><Relationship Id="rId5" Type="http://schemas.openxmlformats.org/officeDocument/2006/relationships/customXml" Target="../ink/ink3523.xml"/><Relationship Id="rId10" Type="http://schemas.openxmlformats.org/officeDocument/2006/relationships/image" Target="../media/image2074.png"/><Relationship Id="rId4" Type="http://schemas.openxmlformats.org/officeDocument/2006/relationships/image" Target="../media/image2071.png"/><Relationship Id="rId9" Type="http://schemas.openxmlformats.org/officeDocument/2006/relationships/customXml" Target="../ink/ink3525.xml"/><Relationship Id="rId14" Type="http://schemas.openxmlformats.org/officeDocument/2006/relationships/image" Target="../media/image2076.png"/></Relationships>
</file>

<file path=ppt/slides/_rels/slide42.xml.rels><?xml version="1.0" encoding="UTF-8" standalone="yes"?>
<Relationships xmlns="http://schemas.openxmlformats.org/package/2006/relationships"><Relationship Id="rId2" Type="http://schemas.openxmlformats.org/officeDocument/2006/relationships/image" Target="../media/image207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7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7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8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17" Type="http://schemas.openxmlformats.org/officeDocument/2006/relationships/image" Target="../media/image2139.png"/><Relationship Id="rId21" Type="http://schemas.openxmlformats.org/officeDocument/2006/relationships/image" Target="../media/image2091.png"/><Relationship Id="rId42" Type="http://schemas.openxmlformats.org/officeDocument/2006/relationships/customXml" Target="../ink/ink3547.xml"/><Relationship Id="rId63" Type="http://schemas.openxmlformats.org/officeDocument/2006/relationships/image" Target="../media/image2112.png"/><Relationship Id="rId84" Type="http://schemas.openxmlformats.org/officeDocument/2006/relationships/customXml" Target="../ink/ink3568.xml"/><Relationship Id="rId138" Type="http://schemas.openxmlformats.org/officeDocument/2006/relationships/customXml" Target="../ink/ink3595.xml"/><Relationship Id="rId107" Type="http://schemas.openxmlformats.org/officeDocument/2006/relationships/image" Target="../media/image2134.png"/><Relationship Id="rId11" Type="http://schemas.openxmlformats.org/officeDocument/2006/relationships/image" Target="../media/image2086.png"/><Relationship Id="rId32" Type="http://schemas.openxmlformats.org/officeDocument/2006/relationships/customXml" Target="../ink/ink3542.xml"/><Relationship Id="rId53" Type="http://schemas.openxmlformats.org/officeDocument/2006/relationships/image" Target="../media/image2107.png"/><Relationship Id="rId74" Type="http://schemas.openxmlformats.org/officeDocument/2006/relationships/customXml" Target="../ink/ink3563.xml"/><Relationship Id="rId128" Type="http://schemas.openxmlformats.org/officeDocument/2006/relationships/customXml" Target="../ink/ink3590.xml"/><Relationship Id="rId5" Type="http://schemas.openxmlformats.org/officeDocument/2006/relationships/image" Target="../media/image2083.png"/><Relationship Id="rId90" Type="http://schemas.openxmlformats.org/officeDocument/2006/relationships/customXml" Target="../ink/ink3571.xml"/><Relationship Id="rId95" Type="http://schemas.openxmlformats.org/officeDocument/2006/relationships/image" Target="../media/image2128.png"/><Relationship Id="rId22" Type="http://schemas.openxmlformats.org/officeDocument/2006/relationships/customXml" Target="../ink/ink3537.xml"/><Relationship Id="rId27" Type="http://schemas.openxmlformats.org/officeDocument/2006/relationships/image" Target="../media/image2094.png"/><Relationship Id="rId43" Type="http://schemas.openxmlformats.org/officeDocument/2006/relationships/image" Target="../media/image2102.png"/><Relationship Id="rId48" Type="http://schemas.openxmlformats.org/officeDocument/2006/relationships/customXml" Target="../ink/ink3550.xml"/><Relationship Id="rId64" Type="http://schemas.openxmlformats.org/officeDocument/2006/relationships/customXml" Target="../ink/ink3558.xml"/><Relationship Id="rId69" Type="http://schemas.openxmlformats.org/officeDocument/2006/relationships/image" Target="../media/image2115.png"/><Relationship Id="rId113" Type="http://schemas.openxmlformats.org/officeDocument/2006/relationships/image" Target="../media/image2137.png"/><Relationship Id="rId118" Type="http://schemas.openxmlformats.org/officeDocument/2006/relationships/customXml" Target="../ink/ink3585.xml"/><Relationship Id="rId134" Type="http://schemas.openxmlformats.org/officeDocument/2006/relationships/customXml" Target="../ink/ink3593.xml"/><Relationship Id="rId139" Type="http://schemas.openxmlformats.org/officeDocument/2006/relationships/image" Target="../media/image2150.png"/><Relationship Id="rId80" Type="http://schemas.openxmlformats.org/officeDocument/2006/relationships/customXml" Target="../ink/ink3566.xml"/><Relationship Id="rId85" Type="http://schemas.openxmlformats.org/officeDocument/2006/relationships/image" Target="../media/image2123.png"/><Relationship Id="rId12" Type="http://schemas.openxmlformats.org/officeDocument/2006/relationships/customXml" Target="../ink/ink3532.xml"/><Relationship Id="rId17" Type="http://schemas.openxmlformats.org/officeDocument/2006/relationships/image" Target="../media/image2089.png"/><Relationship Id="rId33" Type="http://schemas.openxmlformats.org/officeDocument/2006/relationships/image" Target="../media/image2097.png"/><Relationship Id="rId38" Type="http://schemas.openxmlformats.org/officeDocument/2006/relationships/customXml" Target="../ink/ink3545.xml"/><Relationship Id="rId59" Type="http://schemas.openxmlformats.org/officeDocument/2006/relationships/image" Target="../media/image2110.png"/><Relationship Id="rId103" Type="http://schemas.openxmlformats.org/officeDocument/2006/relationships/image" Target="../media/image2132.png"/><Relationship Id="rId108" Type="http://schemas.openxmlformats.org/officeDocument/2006/relationships/customXml" Target="../ink/ink3580.xml"/><Relationship Id="rId124" Type="http://schemas.openxmlformats.org/officeDocument/2006/relationships/customXml" Target="../ink/ink3588.xml"/><Relationship Id="rId129" Type="http://schemas.openxmlformats.org/officeDocument/2006/relationships/image" Target="../media/image2145.png"/><Relationship Id="rId54" Type="http://schemas.openxmlformats.org/officeDocument/2006/relationships/customXml" Target="../ink/ink3553.xml"/><Relationship Id="rId70" Type="http://schemas.openxmlformats.org/officeDocument/2006/relationships/customXml" Target="../ink/ink3561.xml"/><Relationship Id="rId75" Type="http://schemas.openxmlformats.org/officeDocument/2006/relationships/image" Target="../media/image2118.png"/><Relationship Id="rId91" Type="http://schemas.openxmlformats.org/officeDocument/2006/relationships/image" Target="../media/image2126.png"/><Relationship Id="rId96" Type="http://schemas.openxmlformats.org/officeDocument/2006/relationships/customXml" Target="../ink/ink3574.xml"/><Relationship Id="rId140" Type="http://schemas.openxmlformats.org/officeDocument/2006/relationships/customXml" Target="../ink/ink3596.xml"/><Relationship Id="rId145" Type="http://schemas.openxmlformats.org/officeDocument/2006/relationships/image" Target="../media/image2153.png"/><Relationship Id="rId1" Type="http://schemas.openxmlformats.org/officeDocument/2006/relationships/slideLayout" Target="../slideLayouts/slideLayout2.xml"/><Relationship Id="rId6" Type="http://schemas.openxmlformats.org/officeDocument/2006/relationships/customXml" Target="../ink/ink3529.xml"/><Relationship Id="rId23" Type="http://schemas.openxmlformats.org/officeDocument/2006/relationships/image" Target="../media/image2092.png"/><Relationship Id="rId28" Type="http://schemas.openxmlformats.org/officeDocument/2006/relationships/customXml" Target="../ink/ink3540.xml"/><Relationship Id="rId49" Type="http://schemas.openxmlformats.org/officeDocument/2006/relationships/image" Target="../media/image2105.png"/><Relationship Id="rId114" Type="http://schemas.openxmlformats.org/officeDocument/2006/relationships/customXml" Target="../ink/ink3583.xml"/><Relationship Id="rId119" Type="http://schemas.openxmlformats.org/officeDocument/2006/relationships/image" Target="../media/image2140.png"/><Relationship Id="rId44" Type="http://schemas.openxmlformats.org/officeDocument/2006/relationships/customXml" Target="../ink/ink3548.xml"/><Relationship Id="rId60" Type="http://schemas.openxmlformats.org/officeDocument/2006/relationships/customXml" Target="../ink/ink3556.xml"/><Relationship Id="rId65" Type="http://schemas.openxmlformats.org/officeDocument/2006/relationships/image" Target="../media/image2113.png"/><Relationship Id="rId81" Type="http://schemas.openxmlformats.org/officeDocument/2006/relationships/image" Target="../media/image2121.png"/><Relationship Id="rId86" Type="http://schemas.openxmlformats.org/officeDocument/2006/relationships/customXml" Target="../ink/ink3569.xml"/><Relationship Id="rId130" Type="http://schemas.openxmlformats.org/officeDocument/2006/relationships/customXml" Target="../ink/ink3591.xml"/><Relationship Id="rId135" Type="http://schemas.openxmlformats.org/officeDocument/2006/relationships/image" Target="../media/image2148.png"/><Relationship Id="rId13" Type="http://schemas.openxmlformats.org/officeDocument/2006/relationships/image" Target="../media/image2087.png"/><Relationship Id="rId18" Type="http://schemas.openxmlformats.org/officeDocument/2006/relationships/customXml" Target="../ink/ink3535.xml"/><Relationship Id="rId39" Type="http://schemas.openxmlformats.org/officeDocument/2006/relationships/image" Target="../media/image2100.png"/><Relationship Id="rId109" Type="http://schemas.openxmlformats.org/officeDocument/2006/relationships/image" Target="../media/image2135.png"/><Relationship Id="rId34" Type="http://schemas.openxmlformats.org/officeDocument/2006/relationships/customXml" Target="../ink/ink3543.xml"/><Relationship Id="rId50" Type="http://schemas.openxmlformats.org/officeDocument/2006/relationships/customXml" Target="../ink/ink3551.xml"/><Relationship Id="rId55" Type="http://schemas.openxmlformats.org/officeDocument/2006/relationships/image" Target="../media/image2108.png"/><Relationship Id="rId76" Type="http://schemas.openxmlformats.org/officeDocument/2006/relationships/customXml" Target="../ink/ink3564.xml"/><Relationship Id="rId97" Type="http://schemas.openxmlformats.org/officeDocument/2006/relationships/image" Target="../media/image2129.png"/><Relationship Id="rId104" Type="http://schemas.openxmlformats.org/officeDocument/2006/relationships/customXml" Target="../ink/ink3578.xml"/><Relationship Id="rId120" Type="http://schemas.openxmlformats.org/officeDocument/2006/relationships/customXml" Target="../ink/ink3586.xml"/><Relationship Id="rId125" Type="http://schemas.openxmlformats.org/officeDocument/2006/relationships/image" Target="../media/image2143.png"/><Relationship Id="rId141" Type="http://schemas.openxmlformats.org/officeDocument/2006/relationships/image" Target="../media/image2151.png"/><Relationship Id="rId146" Type="http://schemas.openxmlformats.org/officeDocument/2006/relationships/customXml" Target="../ink/ink3599.xml"/><Relationship Id="rId7" Type="http://schemas.openxmlformats.org/officeDocument/2006/relationships/image" Target="../media/image2084.png"/><Relationship Id="rId71" Type="http://schemas.openxmlformats.org/officeDocument/2006/relationships/image" Target="../media/image2116.png"/><Relationship Id="rId92" Type="http://schemas.openxmlformats.org/officeDocument/2006/relationships/customXml" Target="../ink/ink3572.xml"/><Relationship Id="rId2" Type="http://schemas.openxmlformats.org/officeDocument/2006/relationships/image" Target="../media/image2081.png"/><Relationship Id="rId29" Type="http://schemas.openxmlformats.org/officeDocument/2006/relationships/image" Target="../media/image2095.png"/><Relationship Id="rId24" Type="http://schemas.openxmlformats.org/officeDocument/2006/relationships/customXml" Target="../ink/ink3538.xml"/><Relationship Id="rId40" Type="http://schemas.openxmlformats.org/officeDocument/2006/relationships/customXml" Target="../ink/ink3546.xml"/><Relationship Id="rId45" Type="http://schemas.openxmlformats.org/officeDocument/2006/relationships/image" Target="../media/image2103.png"/><Relationship Id="rId66" Type="http://schemas.openxmlformats.org/officeDocument/2006/relationships/customXml" Target="../ink/ink3559.xml"/><Relationship Id="rId87" Type="http://schemas.openxmlformats.org/officeDocument/2006/relationships/image" Target="../media/image2124.png"/><Relationship Id="rId110" Type="http://schemas.openxmlformats.org/officeDocument/2006/relationships/customXml" Target="../ink/ink3581.xml"/><Relationship Id="rId115" Type="http://schemas.openxmlformats.org/officeDocument/2006/relationships/image" Target="../media/image2138.png"/><Relationship Id="rId131" Type="http://schemas.openxmlformats.org/officeDocument/2006/relationships/image" Target="../media/image2146.png"/><Relationship Id="rId136" Type="http://schemas.openxmlformats.org/officeDocument/2006/relationships/customXml" Target="../ink/ink3594.xml"/><Relationship Id="rId61" Type="http://schemas.openxmlformats.org/officeDocument/2006/relationships/image" Target="../media/image2111.png"/><Relationship Id="rId82" Type="http://schemas.openxmlformats.org/officeDocument/2006/relationships/customXml" Target="../ink/ink3567.xml"/><Relationship Id="rId19" Type="http://schemas.openxmlformats.org/officeDocument/2006/relationships/image" Target="../media/image2090.png"/><Relationship Id="rId14" Type="http://schemas.openxmlformats.org/officeDocument/2006/relationships/customXml" Target="../ink/ink3533.xml"/><Relationship Id="rId30" Type="http://schemas.openxmlformats.org/officeDocument/2006/relationships/customXml" Target="../ink/ink3541.xml"/><Relationship Id="rId35" Type="http://schemas.openxmlformats.org/officeDocument/2006/relationships/image" Target="../media/image2098.png"/><Relationship Id="rId56" Type="http://schemas.openxmlformats.org/officeDocument/2006/relationships/customXml" Target="../ink/ink3554.xml"/><Relationship Id="rId77" Type="http://schemas.openxmlformats.org/officeDocument/2006/relationships/image" Target="../media/image2119.png"/><Relationship Id="rId100" Type="http://schemas.openxmlformats.org/officeDocument/2006/relationships/customXml" Target="../ink/ink3576.xml"/><Relationship Id="rId105" Type="http://schemas.openxmlformats.org/officeDocument/2006/relationships/image" Target="../media/image2133.png"/><Relationship Id="rId126" Type="http://schemas.openxmlformats.org/officeDocument/2006/relationships/customXml" Target="../ink/ink3589.xml"/><Relationship Id="rId147" Type="http://schemas.openxmlformats.org/officeDocument/2006/relationships/image" Target="../media/image2154.png"/><Relationship Id="rId8" Type="http://schemas.openxmlformats.org/officeDocument/2006/relationships/customXml" Target="../ink/ink3530.xml"/><Relationship Id="rId51" Type="http://schemas.openxmlformats.org/officeDocument/2006/relationships/image" Target="../media/image2106.png"/><Relationship Id="rId72" Type="http://schemas.openxmlformats.org/officeDocument/2006/relationships/customXml" Target="../ink/ink3562.xml"/><Relationship Id="rId93" Type="http://schemas.openxmlformats.org/officeDocument/2006/relationships/image" Target="../media/image2127.png"/><Relationship Id="rId98" Type="http://schemas.openxmlformats.org/officeDocument/2006/relationships/customXml" Target="../ink/ink3575.xml"/><Relationship Id="rId121" Type="http://schemas.openxmlformats.org/officeDocument/2006/relationships/image" Target="../media/image2141.png"/><Relationship Id="rId142" Type="http://schemas.openxmlformats.org/officeDocument/2006/relationships/customXml" Target="../ink/ink3597.xml"/><Relationship Id="rId3" Type="http://schemas.openxmlformats.org/officeDocument/2006/relationships/image" Target="../media/image2082.jpg"/><Relationship Id="rId25" Type="http://schemas.openxmlformats.org/officeDocument/2006/relationships/image" Target="../media/image2093.png"/><Relationship Id="rId46" Type="http://schemas.openxmlformats.org/officeDocument/2006/relationships/customXml" Target="../ink/ink3549.xml"/><Relationship Id="rId67" Type="http://schemas.openxmlformats.org/officeDocument/2006/relationships/image" Target="../media/image2114.png"/><Relationship Id="rId116" Type="http://schemas.openxmlformats.org/officeDocument/2006/relationships/customXml" Target="../ink/ink3584.xml"/><Relationship Id="rId137" Type="http://schemas.openxmlformats.org/officeDocument/2006/relationships/image" Target="../media/image2149.png"/><Relationship Id="rId20" Type="http://schemas.openxmlformats.org/officeDocument/2006/relationships/customXml" Target="../ink/ink3536.xml"/><Relationship Id="rId41" Type="http://schemas.openxmlformats.org/officeDocument/2006/relationships/image" Target="../media/image2101.png"/><Relationship Id="rId62" Type="http://schemas.openxmlformats.org/officeDocument/2006/relationships/customXml" Target="../ink/ink3557.xml"/><Relationship Id="rId83" Type="http://schemas.openxmlformats.org/officeDocument/2006/relationships/image" Target="../media/image2122.png"/><Relationship Id="rId88" Type="http://schemas.openxmlformats.org/officeDocument/2006/relationships/customXml" Target="../ink/ink3570.xml"/><Relationship Id="rId111" Type="http://schemas.openxmlformats.org/officeDocument/2006/relationships/image" Target="../media/image2136.png"/><Relationship Id="rId132" Type="http://schemas.openxmlformats.org/officeDocument/2006/relationships/customXml" Target="../ink/ink3592.xml"/><Relationship Id="rId15" Type="http://schemas.openxmlformats.org/officeDocument/2006/relationships/image" Target="../media/image2088.png"/><Relationship Id="rId36" Type="http://schemas.openxmlformats.org/officeDocument/2006/relationships/customXml" Target="../ink/ink3544.xml"/><Relationship Id="rId57" Type="http://schemas.openxmlformats.org/officeDocument/2006/relationships/image" Target="../media/image2109.png"/><Relationship Id="rId106" Type="http://schemas.openxmlformats.org/officeDocument/2006/relationships/customXml" Target="../ink/ink3579.xml"/><Relationship Id="rId127" Type="http://schemas.openxmlformats.org/officeDocument/2006/relationships/image" Target="../media/image2144.png"/><Relationship Id="rId10" Type="http://schemas.openxmlformats.org/officeDocument/2006/relationships/customXml" Target="../ink/ink3531.xml"/><Relationship Id="rId31" Type="http://schemas.openxmlformats.org/officeDocument/2006/relationships/image" Target="../media/image2096.png"/><Relationship Id="rId52" Type="http://schemas.openxmlformats.org/officeDocument/2006/relationships/customXml" Target="../ink/ink3552.xml"/><Relationship Id="rId73" Type="http://schemas.openxmlformats.org/officeDocument/2006/relationships/image" Target="../media/image2117.png"/><Relationship Id="rId78" Type="http://schemas.openxmlformats.org/officeDocument/2006/relationships/customXml" Target="../ink/ink3565.xml"/><Relationship Id="rId94" Type="http://schemas.openxmlformats.org/officeDocument/2006/relationships/customXml" Target="../ink/ink3573.xml"/><Relationship Id="rId99" Type="http://schemas.openxmlformats.org/officeDocument/2006/relationships/image" Target="../media/image2130.png"/><Relationship Id="rId101" Type="http://schemas.openxmlformats.org/officeDocument/2006/relationships/image" Target="../media/image2131.png"/><Relationship Id="rId122" Type="http://schemas.openxmlformats.org/officeDocument/2006/relationships/customXml" Target="../ink/ink3587.xml"/><Relationship Id="rId143" Type="http://schemas.openxmlformats.org/officeDocument/2006/relationships/image" Target="../media/image2152.png"/><Relationship Id="rId4" Type="http://schemas.openxmlformats.org/officeDocument/2006/relationships/customXml" Target="../ink/ink3528.xml"/><Relationship Id="rId9" Type="http://schemas.openxmlformats.org/officeDocument/2006/relationships/image" Target="../media/image2085.png"/><Relationship Id="rId26" Type="http://schemas.openxmlformats.org/officeDocument/2006/relationships/customXml" Target="../ink/ink3539.xml"/><Relationship Id="rId47" Type="http://schemas.openxmlformats.org/officeDocument/2006/relationships/image" Target="../media/image2104.png"/><Relationship Id="rId68" Type="http://schemas.openxmlformats.org/officeDocument/2006/relationships/customXml" Target="../ink/ink3560.xml"/><Relationship Id="rId89" Type="http://schemas.openxmlformats.org/officeDocument/2006/relationships/image" Target="../media/image2125.png"/><Relationship Id="rId112" Type="http://schemas.openxmlformats.org/officeDocument/2006/relationships/customXml" Target="../ink/ink3582.xml"/><Relationship Id="rId133" Type="http://schemas.openxmlformats.org/officeDocument/2006/relationships/image" Target="../media/image2147.png"/><Relationship Id="rId16" Type="http://schemas.openxmlformats.org/officeDocument/2006/relationships/customXml" Target="../ink/ink3534.xml"/><Relationship Id="rId37" Type="http://schemas.openxmlformats.org/officeDocument/2006/relationships/image" Target="../media/image2099.png"/><Relationship Id="rId58" Type="http://schemas.openxmlformats.org/officeDocument/2006/relationships/customXml" Target="../ink/ink3555.xml"/><Relationship Id="rId79" Type="http://schemas.openxmlformats.org/officeDocument/2006/relationships/image" Target="../media/image2120.png"/><Relationship Id="rId102" Type="http://schemas.openxmlformats.org/officeDocument/2006/relationships/customXml" Target="../ink/ink3577.xml"/><Relationship Id="rId123" Type="http://schemas.openxmlformats.org/officeDocument/2006/relationships/image" Target="../media/image2142.png"/><Relationship Id="rId144" Type="http://schemas.openxmlformats.org/officeDocument/2006/relationships/customXml" Target="../ink/ink359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84.jpg"/><Relationship Id="rId2" Type="http://schemas.openxmlformats.org/officeDocument/2006/relationships/image" Target="../media/image2083.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85.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85.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086.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3" Type="http://schemas.openxmlformats.org/officeDocument/2006/relationships/image" Target="../media/image2163.png"/><Relationship Id="rId18" Type="http://schemas.openxmlformats.org/officeDocument/2006/relationships/customXml" Target="../ink/ink3607.xml"/><Relationship Id="rId26" Type="http://schemas.openxmlformats.org/officeDocument/2006/relationships/customXml" Target="../ink/ink3611.xml"/><Relationship Id="rId39" Type="http://schemas.openxmlformats.org/officeDocument/2006/relationships/image" Target="../media/image2176.png"/><Relationship Id="rId21" Type="http://schemas.openxmlformats.org/officeDocument/2006/relationships/image" Target="../media/image2167.png"/><Relationship Id="rId34" Type="http://schemas.openxmlformats.org/officeDocument/2006/relationships/customXml" Target="../ink/ink3615.xml"/><Relationship Id="rId42" Type="http://schemas.openxmlformats.org/officeDocument/2006/relationships/customXml" Target="../ink/ink3619.xml"/><Relationship Id="rId47" Type="http://schemas.openxmlformats.org/officeDocument/2006/relationships/image" Target="../media/image2180.png"/><Relationship Id="rId7" Type="http://schemas.openxmlformats.org/officeDocument/2006/relationships/image" Target="../media/image2160.png"/><Relationship Id="rId2" Type="http://schemas.openxmlformats.org/officeDocument/2006/relationships/image" Target="../media/image2086.jpg"/><Relationship Id="rId16" Type="http://schemas.openxmlformats.org/officeDocument/2006/relationships/customXml" Target="../ink/ink3606.xml"/><Relationship Id="rId29" Type="http://schemas.openxmlformats.org/officeDocument/2006/relationships/image" Target="../media/image2171.png"/><Relationship Id="rId1" Type="http://schemas.openxmlformats.org/officeDocument/2006/relationships/slideLayout" Target="../slideLayouts/slideLayout2.xml"/><Relationship Id="rId6" Type="http://schemas.openxmlformats.org/officeDocument/2006/relationships/customXml" Target="../ink/ink3601.xml"/><Relationship Id="rId11" Type="http://schemas.openxmlformats.org/officeDocument/2006/relationships/image" Target="../media/image2162.png"/><Relationship Id="rId24" Type="http://schemas.openxmlformats.org/officeDocument/2006/relationships/customXml" Target="../ink/ink3610.xml"/><Relationship Id="rId32" Type="http://schemas.openxmlformats.org/officeDocument/2006/relationships/customXml" Target="../ink/ink3614.xml"/><Relationship Id="rId37" Type="http://schemas.openxmlformats.org/officeDocument/2006/relationships/image" Target="../media/image2175.png"/><Relationship Id="rId40" Type="http://schemas.openxmlformats.org/officeDocument/2006/relationships/customXml" Target="../ink/ink3618.xml"/><Relationship Id="rId45" Type="http://schemas.openxmlformats.org/officeDocument/2006/relationships/image" Target="../media/image2179.png"/><Relationship Id="rId5" Type="http://schemas.openxmlformats.org/officeDocument/2006/relationships/image" Target="../media/image2159.png"/><Relationship Id="rId15" Type="http://schemas.openxmlformats.org/officeDocument/2006/relationships/image" Target="../media/image2164.png"/><Relationship Id="rId23" Type="http://schemas.openxmlformats.org/officeDocument/2006/relationships/image" Target="../media/image2168.png"/><Relationship Id="rId28" Type="http://schemas.openxmlformats.org/officeDocument/2006/relationships/customXml" Target="../ink/ink3612.xml"/><Relationship Id="rId36" Type="http://schemas.openxmlformats.org/officeDocument/2006/relationships/customXml" Target="../ink/ink3616.xml"/><Relationship Id="rId10" Type="http://schemas.openxmlformats.org/officeDocument/2006/relationships/customXml" Target="../ink/ink3603.xml"/><Relationship Id="rId19" Type="http://schemas.openxmlformats.org/officeDocument/2006/relationships/image" Target="../media/image2166.png"/><Relationship Id="rId31" Type="http://schemas.openxmlformats.org/officeDocument/2006/relationships/image" Target="../media/image2172.png"/><Relationship Id="rId44" Type="http://schemas.openxmlformats.org/officeDocument/2006/relationships/customXml" Target="../ink/ink3620.xml"/><Relationship Id="rId4" Type="http://schemas.openxmlformats.org/officeDocument/2006/relationships/customXml" Target="../ink/ink3600.xml"/><Relationship Id="rId9" Type="http://schemas.openxmlformats.org/officeDocument/2006/relationships/image" Target="../media/image2161.png"/><Relationship Id="rId14" Type="http://schemas.openxmlformats.org/officeDocument/2006/relationships/customXml" Target="../ink/ink3605.xml"/><Relationship Id="rId22" Type="http://schemas.openxmlformats.org/officeDocument/2006/relationships/customXml" Target="../ink/ink3609.xml"/><Relationship Id="rId27" Type="http://schemas.openxmlformats.org/officeDocument/2006/relationships/image" Target="../media/image2170.png"/><Relationship Id="rId30" Type="http://schemas.openxmlformats.org/officeDocument/2006/relationships/customXml" Target="../ink/ink3613.xml"/><Relationship Id="rId35" Type="http://schemas.openxmlformats.org/officeDocument/2006/relationships/image" Target="../media/image2174.png"/><Relationship Id="rId43" Type="http://schemas.openxmlformats.org/officeDocument/2006/relationships/image" Target="../media/image2178.png"/><Relationship Id="rId8" Type="http://schemas.openxmlformats.org/officeDocument/2006/relationships/customXml" Target="../ink/ink3602.xml"/><Relationship Id="rId3" Type="http://schemas.openxmlformats.org/officeDocument/2006/relationships/image" Target="../media/image2080.png"/><Relationship Id="rId12" Type="http://schemas.openxmlformats.org/officeDocument/2006/relationships/customXml" Target="../ink/ink3604.xml"/><Relationship Id="rId17" Type="http://schemas.openxmlformats.org/officeDocument/2006/relationships/image" Target="../media/image2165.png"/><Relationship Id="rId25" Type="http://schemas.openxmlformats.org/officeDocument/2006/relationships/image" Target="../media/image2169.png"/><Relationship Id="rId33" Type="http://schemas.openxmlformats.org/officeDocument/2006/relationships/image" Target="../media/image2173.png"/><Relationship Id="rId38" Type="http://schemas.openxmlformats.org/officeDocument/2006/relationships/customXml" Target="../ink/ink3617.xml"/><Relationship Id="rId46" Type="http://schemas.openxmlformats.org/officeDocument/2006/relationships/customXml" Target="../ink/ink3621.xml"/><Relationship Id="rId20" Type="http://schemas.openxmlformats.org/officeDocument/2006/relationships/customXml" Target="../ink/ink3608.xml"/><Relationship Id="rId41" Type="http://schemas.openxmlformats.org/officeDocument/2006/relationships/image" Target="../media/image217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66998" y="747217"/>
            <a:ext cx="5857875" cy="1301115"/>
          </a:xfrm>
          <a:prstGeom prst="rect">
            <a:avLst/>
          </a:prstGeom>
        </p:spPr>
        <p:txBody>
          <a:bodyPr vert="horz" wrap="square" lIns="0" tIns="89535" rIns="0" bIns="0" rtlCol="0">
            <a:spAutoFit/>
          </a:bodyPr>
          <a:lstStyle/>
          <a:p>
            <a:pPr marL="311150" marR="5080" indent="-299085">
              <a:lnSpc>
                <a:spcPts val="4750"/>
              </a:lnSpc>
              <a:spcBef>
                <a:spcPts val="705"/>
              </a:spcBef>
            </a:pPr>
            <a:r>
              <a:rPr sz="4400" spc="175" dirty="0"/>
              <a:t>ECE</a:t>
            </a:r>
            <a:r>
              <a:rPr sz="4400" spc="190" dirty="0"/>
              <a:t> </a:t>
            </a:r>
            <a:r>
              <a:rPr sz="4400" spc="75" dirty="0"/>
              <a:t>105:</a:t>
            </a:r>
            <a:r>
              <a:rPr sz="4400" spc="175" dirty="0"/>
              <a:t> </a:t>
            </a:r>
            <a:r>
              <a:rPr sz="4400" spc="55" dirty="0"/>
              <a:t>Introduction</a:t>
            </a:r>
            <a:r>
              <a:rPr sz="4400" spc="160" dirty="0"/>
              <a:t> </a:t>
            </a:r>
            <a:r>
              <a:rPr sz="4400" spc="-25" dirty="0"/>
              <a:t>to </a:t>
            </a:r>
            <a:r>
              <a:rPr sz="4400" spc="105" dirty="0"/>
              <a:t>Electrical</a:t>
            </a:r>
            <a:r>
              <a:rPr sz="4400" spc="204" dirty="0"/>
              <a:t> </a:t>
            </a:r>
            <a:r>
              <a:rPr sz="4400" spc="105" dirty="0"/>
              <a:t>Engineering</a:t>
            </a:r>
            <a:endParaRPr sz="4400"/>
          </a:p>
        </p:txBody>
      </p:sp>
      <p:sp>
        <p:nvSpPr>
          <p:cNvPr id="3" name="object 3"/>
          <p:cNvSpPr txBox="1"/>
          <p:nvPr/>
        </p:nvSpPr>
        <p:spPr>
          <a:xfrm>
            <a:off x="2362200" y="3361905"/>
            <a:ext cx="8153400" cy="2086340"/>
          </a:xfrm>
          <a:prstGeom prst="rect">
            <a:avLst/>
          </a:prstGeom>
        </p:spPr>
        <p:txBody>
          <a:bodyPr vert="horz" wrap="square" lIns="0" tIns="13970" rIns="0" bIns="0" rtlCol="0">
            <a:spAutoFit/>
          </a:bodyPr>
          <a:lstStyle/>
          <a:p>
            <a:pPr marL="12065" marR="5080" indent="1905" algn="ctr">
              <a:lnSpc>
                <a:spcPct val="119800"/>
              </a:lnSpc>
              <a:spcBef>
                <a:spcPts val="110"/>
              </a:spcBef>
            </a:pPr>
            <a:r>
              <a:rPr sz="2800" dirty="0">
                <a:latin typeface="Calibri"/>
                <a:cs typeface="Calibri"/>
              </a:rPr>
              <a:t>Lecture</a:t>
            </a:r>
            <a:r>
              <a:rPr sz="2800" spc="345" dirty="0">
                <a:latin typeface="Calibri"/>
                <a:cs typeface="Calibri"/>
              </a:rPr>
              <a:t> </a:t>
            </a:r>
            <a:r>
              <a:rPr lang="en-US" sz="2800" spc="70" dirty="0">
                <a:latin typeface="Calibri"/>
                <a:cs typeface="Calibri"/>
              </a:rPr>
              <a:t>21</a:t>
            </a:r>
          </a:p>
          <a:p>
            <a:pPr marL="12065" marR="5080" indent="1905" algn="ctr">
              <a:lnSpc>
                <a:spcPct val="119800"/>
              </a:lnSpc>
              <a:spcBef>
                <a:spcPts val="110"/>
              </a:spcBef>
            </a:pPr>
            <a:r>
              <a:rPr lang="en-US" sz="2800" spc="50" dirty="0">
                <a:latin typeface="Calibri"/>
                <a:cs typeface="Calibri"/>
              </a:rPr>
              <a:t>Optical Communications</a:t>
            </a:r>
          </a:p>
          <a:p>
            <a:pPr marL="12065" marR="5080" indent="1905" algn="ctr">
              <a:lnSpc>
                <a:spcPct val="119800"/>
              </a:lnSpc>
              <a:spcBef>
                <a:spcPts val="110"/>
              </a:spcBef>
            </a:pPr>
            <a:r>
              <a:rPr sz="2800" dirty="0">
                <a:latin typeface="Calibri"/>
                <a:cs typeface="Calibri"/>
              </a:rPr>
              <a:t>Yasser</a:t>
            </a:r>
            <a:r>
              <a:rPr sz="2800" spc="270" dirty="0">
                <a:latin typeface="Calibri"/>
                <a:cs typeface="Calibri"/>
              </a:rPr>
              <a:t> </a:t>
            </a:r>
            <a:r>
              <a:rPr sz="2800" spc="80" dirty="0">
                <a:latin typeface="Calibri"/>
                <a:cs typeface="Calibri"/>
              </a:rPr>
              <a:t>Khan </a:t>
            </a:r>
            <a:endParaRPr lang="en-US" sz="2800" spc="80" dirty="0">
              <a:latin typeface="Calibri"/>
              <a:cs typeface="Calibri"/>
            </a:endParaRPr>
          </a:p>
          <a:p>
            <a:pPr marL="12065" marR="5080" indent="1905" algn="ctr">
              <a:lnSpc>
                <a:spcPct val="119800"/>
              </a:lnSpc>
              <a:spcBef>
                <a:spcPts val="110"/>
              </a:spcBef>
            </a:pPr>
            <a:r>
              <a:rPr sz="2800" dirty="0">
                <a:latin typeface="Calibri"/>
                <a:cs typeface="Calibri"/>
              </a:rPr>
              <a:t>Rehan</a:t>
            </a:r>
            <a:r>
              <a:rPr sz="2800" spc="275" dirty="0">
                <a:latin typeface="Calibri"/>
                <a:cs typeface="Calibri"/>
              </a:rPr>
              <a:t> </a:t>
            </a:r>
            <a:r>
              <a:rPr sz="2800" spc="55" dirty="0">
                <a:latin typeface="Calibri"/>
                <a:cs typeface="Calibri"/>
              </a:rPr>
              <a:t>Kapadia</a:t>
            </a:r>
            <a:endParaRPr sz="28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933E9-79E6-7CC8-3E61-FF97BF184FC0}"/>
              </a:ext>
            </a:extLst>
          </p:cNvPr>
          <p:cNvSpPr>
            <a:spLocks noGrp="1"/>
          </p:cNvSpPr>
          <p:nvPr>
            <p:ph type="title"/>
          </p:nvPr>
        </p:nvSpPr>
        <p:spPr>
          <a:xfrm>
            <a:off x="78739" y="14986"/>
            <a:ext cx="10328275" cy="492443"/>
          </a:xfrm>
        </p:spPr>
        <p:txBody>
          <a:bodyPr/>
          <a:lstStyle/>
          <a:p>
            <a:r>
              <a:rPr lang="en-US" dirty="0"/>
              <a:t>How have we done optical communications in the past?</a:t>
            </a:r>
          </a:p>
        </p:txBody>
      </p:sp>
      <p:sp>
        <p:nvSpPr>
          <p:cNvPr id="4" name="TextBox 3">
            <a:extLst>
              <a:ext uri="{FF2B5EF4-FFF2-40B4-BE49-F238E27FC236}">
                <a16:creationId xmlns:a16="http://schemas.microsoft.com/office/drawing/2014/main" id="{4B35E24B-0E96-1029-6CF8-00A58E791C10}"/>
              </a:ext>
            </a:extLst>
          </p:cNvPr>
          <p:cNvSpPr txBox="1"/>
          <p:nvPr/>
        </p:nvSpPr>
        <p:spPr>
          <a:xfrm>
            <a:off x="807871" y="1504317"/>
            <a:ext cx="11125200" cy="1384995"/>
          </a:xfrm>
          <a:prstGeom prst="rect">
            <a:avLst/>
          </a:prstGeom>
          <a:noFill/>
        </p:spPr>
        <p:txBody>
          <a:bodyPr wrap="square" rtlCol="0">
            <a:spAutoFit/>
          </a:bodyPr>
          <a:lstStyle/>
          <a:p>
            <a:r>
              <a:rPr lang="en-US" sz="2800" dirty="0"/>
              <a:t>What kind of systems have people used in the past to do optical communications?</a:t>
            </a:r>
          </a:p>
          <a:p>
            <a:endParaRPr lang="en-US" sz="2800" dirty="0"/>
          </a:p>
        </p:txBody>
      </p:sp>
      <p:grpSp>
        <p:nvGrpSpPr>
          <p:cNvPr id="31" name="Group 30">
            <a:extLst>
              <a:ext uri="{FF2B5EF4-FFF2-40B4-BE49-F238E27FC236}">
                <a16:creationId xmlns:a16="http://schemas.microsoft.com/office/drawing/2014/main" id="{C72D1353-D73D-EFD0-012B-7A55D9B5EB4B}"/>
              </a:ext>
            </a:extLst>
          </p:cNvPr>
          <p:cNvGrpSpPr/>
          <p:nvPr/>
        </p:nvGrpSpPr>
        <p:grpSpPr>
          <a:xfrm>
            <a:off x="685800" y="3276600"/>
            <a:ext cx="10728658" cy="2235771"/>
            <a:chOff x="838200" y="914400"/>
            <a:chExt cx="10728658" cy="2235771"/>
          </a:xfrm>
        </p:grpSpPr>
        <p:pic>
          <p:nvPicPr>
            <p:cNvPr id="19" name="Picture 18" descr="A drawing of a campfire in a field&#10;&#10;Description automatically generated">
              <a:extLst>
                <a:ext uri="{FF2B5EF4-FFF2-40B4-BE49-F238E27FC236}">
                  <a16:creationId xmlns:a16="http://schemas.microsoft.com/office/drawing/2014/main" id="{02DE8758-05E9-48BD-C352-04E1FB41B76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4400" y="990600"/>
              <a:ext cx="1676400" cy="1676400"/>
            </a:xfrm>
            <a:prstGeom prst="rect">
              <a:avLst/>
            </a:prstGeom>
          </p:spPr>
        </p:pic>
        <p:sp>
          <p:nvSpPr>
            <p:cNvPr id="20" name="TextBox 19">
              <a:extLst>
                <a:ext uri="{FF2B5EF4-FFF2-40B4-BE49-F238E27FC236}">
                  <a16:creationId xmlns:a16="http://schemas.microsoft.com/office/drawing/2014/main" id="{0AF565C8-F838-F5F1-764C-A3FCB5C47E52}"/>
                </a:ext>
              </a:extLst>
            </p:cNvPr>
            <p:cNvSpPr txBox="1"/>
            <p:nvPr/>
          </p:nvSpPr>
          <p:spPr>
            <a:xfrm>
              <a:off x="838200" y="2780839"/>
              <a:ext cx="1752600" cy="369332"/>
            </a:xfrm>
            <a:prstGeom prst="rect">
              <a:avLst/>
            </a:prstGeom>
            <a:noFill/>
          </p:spPr>
          <p:txBody>
            <a:bodyPr wrap="square" rtlCol="0">
              <a:spAutoFit/>
            </a:bodyPr>
            <a:lstStyle/>
            <a:p>
              <a:r>
                <a:rPr lang="en-US" dirty="0"/>
                <a:t>Smoke Signals </a:t>
              </a:r>
            </a:p>
          </p:txBody>
        </p:sp>
        <p:pic>
          <p:nvPicPr>
            <p:cNvPr id="22" name="Picture 21">
              <a:extLst>
                <a:ext uri="{FF2B5EF4-FFF2-40B4-BE49-F238E27FC236}">
                  <a16:creationId xmlns:a16="http://schemas.microsoft.com/office/drawing/2014/main" id="{5252FB3A-A3E3-47D1-6709-172B7FF883F2}"/>
                </a:ext>
              </a:extLst>
            </p:cNvPr>
            <p:cNvPicPr>
              <a:picLocks noChangeAspect="1"/>
            </p:cNvPicPr>
            <p:nvPr/>
          </p:nvPicPr>
          <p:blipFill>
            <a:blip r:embed="rId3"/>
            <a:stretch>
              <a:fillRect/>
            </a:stretch>
          </p:blipFill>
          <p:spPr>
            <a:xfrm>
              <a:off x="3716807" y="914400"/>
              <a:ext cx="1726105" cy="1676400"/>
            </a:xfrm>
            <a:prstGeom prst="rect">
              <a:avLst/>
            </a:prstGeom>
          </p:spPr>
        </p:pic>
        <p:sp>
          <p:nvSpPr>
            <p:cNvPr id="23" name="TextBox 22">
              <a:extLst>
                <a:ext uri="{FF2B5EF4-FFF2-40B4-BE49-F238E27FC236}">
                  <a16:creationId xmlns:a16="http://schemas.microsoft.com/office/drawing/2014/main" id="{54969397-FABE-30AF-1162-E8D95EAFA7F2}"/>
                </a:ext>
              </a:extLst>
            </p:cNvPr>
            <p:cNvSpPr txBox="1"/>
            <p:nvPr/>
          </p:nvSpPr>
          <p:spPr>
            <a:xfrm>
              <a:off x="3690312" y="2704639"/>
              <a:ext cx="1752600" cy="369332"/>
            </a:xfrm>
            <a:prstGeom prst="rect">
              <a:avLst/>
            </a:prstGeom>
            <a:noFill/>
          </p:spPr>
          <p:txBody>
            <a:bodyPr wrap="square" rtlCol="0">
              <a:spAutoFit/>
            </a:bodyPr>
            <a:lstStyle/>
            <a:p>
              <a:pPr algn="ctr"/>
              <a:r>
                <a:rPr lang="en-US" dirty="0"/>
                <a:t>Signal Lamp </a:t>
              </a:r>
            </a:p>
          </p:txBody>
        </p:sp>
        <p:pic>
          <p:nvPicPr>
            <p:cNvPr id="25" name="Picture 24">
              <a:extLst>
                <a:ext uri="{FF2B5EF4-FFF2-40B4-BE49-F238E27FC236}">
                  <a16:creationId xmlns:a16="http://schemas.microsoft.com/office/drawing/2014/main" id="{8DDDE6C4-5533-B340-22E3-6E43E454920E}"/>
                </a:ext>
              </a:extLst>
            </p:cNvPr>
            <p:cNvPicPr>
              <a:picLocks noChangeAspect="1"/>
            </p:cNvPicPr>
            <p:nvPr/>
          </p:nvPicPr>
          <p:blipFill>
            <a:blip r:embed="rId4"/>
            <a:stretch>
              <a:fillRect/>
            </a:stretch>
          </p:blipFill>
          <p:spPr>
            <a:xfrm>
              <a:off x="7162800" y="914400"/>
              <a:ext cx="1669818" cy="1676400"/>
            </a:xfrm>
            <a:prstGeom prst="rect">
              <a:avLst/>
            </a:prstGeom>
          </p:spPr>
        </p:pic>
        <p:sp>
          <p:nvSpPr>
            <p:cNvPr id="28" name="TextBox 27">
              <a:extLst>
                <a:ext uri="{FF2B5EF4-FFF2-40B4-BE49-F238E27FC236}">
                  <a16:creationId xmlns:a16="http://schemas.microsoft.com/office/drawing/2014/main" id="{6B8B8E2C-3F6F-D08D-10B9-555F939A347B}"/>
                </a:ext>
              </a:extLst>
            </p:cNvPr>
            <p:cNvSpPr txBox="1"/>
            <p:nvPr/>
          </p:nvSpPr>
          <p:spPr>
            <a:xfrm>
              <a:off x="7182722" y="2697488"/>
              <a:ext cx="1752600" cy="369332"/>
            </a:xfrm>
            <a:prstGeom prst="rect">
              <a:avLst/>
            </a:prstGeom>
            <a:noFill/>
          </p:spPr>
          <p:txBody>
            <a:bodyPr wrap="square" rtlCol="0">
              <a:spAutoFit/>
            </a:bodyPr>
            <a:lstStyle/>
            <a:p>
              <a:pPr algn="ctr"/>
              <a:r>
                <a:rPr lang="en-US" dirty="0"/>
                <a:t>Heliograph</a:t>
              </a:r>
            </a:p>
          </p:txBody>
        </p:sp>
        <p:pic>
          <p:nvPicPr>
            <p:cNvPr id="1026" name="Picture 2">
              <a:extLst>
                <a:ext uri="{FF2B5EF4-FFF2-40B4-BE49-F238E27FC236}">
                  <a16:creationId xmlns:a16="http://schemas.microsoft.com/office/drawing/2014/main" id="{58957C5A-E272-D874-44C5-78EB007DE8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2072" y="914400"/>
              <a:ext cx="1391728" cy="1676400"/>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0AFB6F05-1696-C106-5B87-85E14A611C67}"/>
                </a:ext>
              </a:extLst>
            </p:cNvPr>
            <p:cNvSpPr txBox="1"/>
            <p:nvPr/>
          </p:nvSpPr>
          <p:spPr>
            <a:xfrm>
              <a:off x="9814258" y="2697487"/>
              <a:ext cx="1752600" cy="369332"/>
            </a:xfrm>
            <a:prstGeom prst="rect">
              <a:avLst/>
            </a:prstGeom>
            <a:noFill/>
          </p:spPr>
          <p:txBody>
            <a:bodyPr wrap="square" rtlCol="0">
              <a:spAutoFit/>
            </a:bodyPr>
            <a:lstStyle/>
            <a:p>
              <a:pPr algn="ctr"/>
              <a:r>
                <a:rPr lang="en-US" dirty="0"/>
                <a:t>Fiber Optics</a:t>
              </a:r>
            </a:p>
          </p:txBody>
        </p:sp>
      </p:grpSp>
    </p:spTree>
    <p:extLst>
      <p:ext uri="{BB962C8B-B14F-4D97-AF65-F5344CB8AC3E}">
        <p14:creationId xmlns:p14="http://schemas.microsoft.com/office/powerpoint/2010/main" val="224466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04E00-F68E-D1BF-51F4-DFD22DA50F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56B9A3-163A-021B-A75F-D79112BEC3B6}"/>
              </a:ext>
            </a:extLst>
          </p:cNvPr>
          <p:cNvSpPr>
            <a:spLocks noGrp="1"/>
          </p:cNvSpPr>
          <p:nvPr>
            <p:ph type="title"/>
          </p:nvPr>
        </p:nvSpPr>
        <p:spPr>
          <a:xfrm>
            <a:off x="78739" y="14986"/>
            <a:ext cx="10328275" cy="492443"/>
          </a:xfrm>
        </p:spPr>
        <p:txBody>
          <a:bodyPr/>
          <a:lstStyle/>
          <a:p>
            <a:r>
              <a:rPr lang="en-US" dirty="0"/>
              <a:t>How fast could we communicate using smoke signals?</a:t>
            </a:r>
          </a:p>
        </p:txBody>
      </p:sp>
      <p:sp>
        <p:nvSpPr>
          <p:cNvPr id="3" name="object 3">
            <a:extLst>
              <a:ext uri="{FF2B5EF4-FFF2-40B4-BE49-F238E27FC236}">
                <a16:creationId xmlns:a16="http://schemas.microsoft.com/office/drawing/2014/main" id="{B8BA03AE-86E2-588D-14D3-037C6FD948AD}"/>
              </a:ext>
            </a:extLst>
          </p:cNvPr>
          <p:cNvSpPr txBox="1"/>
          <p:nvPr/>
        </p:nvSpPr>
        <p:spPr>
          <a:xfrm>
            <a:off x="1143000" y="1447800"/>
            <a:ext cx="9448800" cy="4671792"/>
          </a:xfrm>
          <a:prstGeom prst="rect">
            <a:avLst/>
          </a:prstGeom>
        </p:spPr>
        <p:txBody>
          <a:bodyPr vert="horz" wrap="square" lIns="0" tIns="54610" rIns="0" bIns="0" rtlCol="0">
            <a:spAutoFit/>
          </a:bodyPr>
          <a:lstStyle/>
          <a:p>
            <a:pPr marL="469900" indent="-457200">
              <a:lnSpc>
                <a:spcPct val="100000"/>
              </a:lnSpc>
              <a:spcBef>
                <a:spcPts val="430"/>
              </a:spcBef>
              <a:buFont typeface="Courier New" panose="02070309020205020404" pitchFamily="49" charset="0"/>
              <a:buChar char="o"/>
              <a:tabLst>
                <a:tab pos="240665" algn="l"/>
              </a:tabLst>
            </a:pPr>
            <a:r>
              <a:rPr lang="en-US" sz="2800" dirty="0">
                <a:latin typeface="Calibri"/>
                <a:cs typeface="Calibri"/>
              </a:rPr>
              <a:t>We could have a short or long pulse to represent a 1 or 0.</a:t>
            </a:r>
          </a:p>
          <a:p>
            <a:pPr marL="469900" lvl="6" indent="-457200">
              <a:spcBef>
                <a:spcPts val="430"/>
              </a:spcBef>
              <a:buFont typeface="Courier New" panose="02070309020205020404" pitchFamily="49" charset="0"/>
              <a:buChar char="o"/>
              <a:tabLst>
                <a:tab pos="240665" algn="l"/>
              </a:tabLst>
            </a:pPr>
            <a:r>
              <a:rPr lang="en-US" sz="2800" dirty="0">
                <a:latin typeface="Calibri"/>
                <a:cs typeface="Calibri"/>
              </a:rPr>
              <a:t>Let’s assume 0.5 seconds for short and 1.5 seconds for long pulse</a:t>
            </a:r>
          </a:p>
          <a:p>
            <a:pPr marL="469900" lvl="6" indent="-457200">
              <a:spcBef>
                <a:spcPts val="430"/>
              </a:spcBef>
              <a:buFont typeface="Courier New" panose="02070309020205020404" pitchFamily="49" charset="0"/>
              <a:buChar char="o"/>
              <a:tabLst>
                <a:tab pos="240665" algn="l"/>
              </a:tabLst>
            </a:pPr>
            <a:r>
              <a:rPr lang="en-US" sz="2800" dirty="0">
                <a:latin typeface="Calibri"/>
                <a:cs typeface="Calibri"/>
              </a:rPr>
              <a:t>The gap between the pulses needs to be at least 0.5 seconds for it to be seen</a:t>
            </a:r>
          </a:p>
          <a:p>
            <a:pPr marL="469900" lvl="6" indent="-457200">
              <a:spcBef>
                <a:spcPts val="430"/>
              </a:spcBef>
              <a:buFont typeface="Courier New" panose="02070309020205020404" pitchFamily="49" charset="0"/>
              <a:buChar char="o"/>
              <a:tabLst>
                <a:tab pos="240665" algn="l"/>
              </a:tabLst>
            </a:pPr>
            <a:r>
              <a:rPr lang="en-US" sz="2800" dirty="0">
                <a:latin typeface="Calibri"/>
                <a:cs typeface="Calibri"/>
              </a:rPr>
              <a:t>That means that we would need 0.5+0.5 to send out a short pulse</a:t>
            </a:r>
          </a:p>
          <a:p>
            <a:pPr marL="469900" lvl="6" indent="-457200">
              <a:spcBef>
                <a:spcPts val="430"/>
              </a:spcBef>
              <a:buFont typeface="Courier New" panose="02070309020205020404" pitchFamily="49" charset="0"/>
              <a:buChar char="o"/>
              <a:tabLst>
                <a:tab pos="240665" algn="l"/>
              </a:tabLst>
            </a:pPr>
            <a:r>
              <a:rPr lang="en-US" sz="2800" dirty="0">
                <a:latin typeface="Calibri"/>
                <a:cs typeface="Calibri"/>
              </a:rPr>
              <a:t>We would need 1.5+0.5 to send out a long pulse</a:t>
            </a:r>
          </a:p>
          <a:p>
            <a:pPr marL="469900" lvl="6" indent="-457200">
              <a:spcBef>
                <a:spcPts val="430"/>
              </a:spcBef>
              <a:buFont typeface="Courier New" panose="02070309020205020404" pitchFamily="49" charset="0"/>
              <a:buChar char="o"/>
              <a:tabLst>
                <a:tab pos="240665" algn="l"/>
              </a:tabLst>
            </a:pPr>
            <a:r>
              <a:rPr lang="en-US" sz="2800" dirty="0">
                <a:latin typeface="Calibri"/>
                <a:cs typeface="Calibri"/>
              </a:rPr>
              <a:t>Average time to send a bit = (Short + Long)/2 = 1.5 s</a:t>
            </a:r>
          </a:p>
          <a:p>
            <a:pPr marL="469900" lvl="6" indent="-457200">
              <a:spcBef>
                <a:spcPts val="430"/>
              </a:spcBef>
              <a:buFont typeface="Courier New" panose="02070309020205020404" pitchFamily="49" charset="0"/>
              <a:buChar char="o"/>
              <a:tabLst>
                <a:tab pos="240665" algn="l"/>
              </a:tabLst>
            </a:pPr>
            <a:r>
              <a:rPr lang="en-US" sz="2800" dirty="0">
                <a:latin typeface="Calibri"/>
                <a:cs typeface="Calibri"/>
              </a:rPr>
              <a:t>Our bitrate is 1 bit/1.5s = 0.66 bps </a:t>
            </a:r>
          </a:p>
        </p:txBody>
      </p:sp>
      <p:grpSp>
        <p:nvGrpSpPr>
          <p:cNvPr id="9" name="Group 8">
            <a:extLst>
              <a:ext uri="{FF2B5EF4-FFF2-40B4-BE49-F238E27FC236}">
                <a16:creationId xmlns:a16="http://schemas.microsoft.com/office/drawing/2014/main" id="{2D0B6760-7CA2-3804-A5FD-3FA4A096CDB0}"/>
              </a:ext>
            </a:extLst>
          </p:cNvPr>
          <p:cNvGrpSpPr/>
          <p:nvPr/>
        </p:nvGrpSpPr>
        <p:grpSpPr>
          <a:xfrm>
            <a:off x="694263" y="698233"/>
            <a:ext cx="301320" cy="422640"/>
            <a:chOff x="694263" y="698233"/>
            <a:chExt cx="301320" cy="42264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28A676E-B357-813E-D9B8-825A80E29640}"/>
                    </a:ext>
                  </a:extLst>
                </p14:cNvPr>
                <p14:cNvContentPartPr/>
                <p14:nvPr/>
              </p14:nvContentPartPr>
              <p14:xfrm>
                <a:off x="694263" y="698233"/>
                <a:ext cx="77760" cy="422640"/>
              </p14:xfrm>
            </p:contentPart>
          </mc:Choice>
          <mc:Fallback xmlns="">
            <p:pic>
              <p:nvPicPr>
                <p:cNvPr id="4" name="Ink 3">
                  <a:extLst>
                    <a:ext uri="{FF2B5EF4-FFF2-40B4-BE49-F238E27FC236}">
                      <a16:creationId xmlns:a16="http://schemas.microsoft.com/office/drawing/2014/main" id="{F28A676E-B357-813E-D9B8-825A80E29640}"/>
                    </a:ext>
                  </a:extLst>
                </p:cNvPr>
                <p:cNvPicPr/>
                <p:nvPr/>
              </p:nvPicPr>
              <p:blipFill>
                <a:blip r:embed="rId3"/>
                <a:stretch>
                  <a:fillRect/>
                </a:stretch>
              </p:blipFill>
              <p:spPr>
                <a:xfrm>
                  <a:off x="676623" y="680233"/>
                  <a:ext cx="113400" cy="458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9068BD83-AB55-DC98-6B8B-B04346568245}"/>
                    </a:ext>
                  </a:extLst>
                </p14:cNvPr>
                <p14:cNvContentPartPr/>
                <p14:nvPr/>
              </p14:nvContentPartPr>
              <p14:xfrm>
                <a:off x="890823" y="900913"/>
                <a:ext cx="104760" cy="211680"/>
              </p14:xfrm>
            </p:contentPart>
          </mc:Choice>
          <mc:Fallback xmlns="">
            <p:pic>
              <p:nvPicPr>
                <p:cNvPr id="5" name="Ink 4">
                  <a:extLst>
                    <a:ext uri="{FF2B5EF4-FFF2-40B4-BE49-F238E27FC236}">
                      <a16:creationId xmlns:a16="http://schemas.microsoft.com/office/drawing/2014/main" id="{9068BD83-AB55-DC98-6B8B-B04346568245}"/>
                    </a:ext>
                  </a:extLst>
                </p:cNvPr>
                <p:cNvPicPr/>
                <p:nvPr/>
              </p:nvPicPr>
              <p:blipFill>
                <a:blip r:embed="rId5"/>
                <a:stretch>
                  <a:fillRect/>
                </a:stretch>
              </p:blipFill>
              <p:spPr>
                <a:xfrm>
                  <a:off x="872823" y="883273"/>
                  <a:ext cx="140400" cy="247320"/>
                </a:xfrm>
                <a:prstGeom prst="rect">
                  <a:avLst/>
                </a:prstGeom>
              </p:spPr>
            </p:pic>
          </mc:Fallback>
        </mc:AlternateContent>
      </p:grpSp>
      <p:grpSp>
        <p:nvGrpSpPr>
          <p:cNvPr id="8" name="Group 7">
            <a:extLst>
              <a:ext uri="{FF2B5EF4-FFF2-40B4-BE49-F238E27FC236}">
                <a16:creationId xmlns:a16="http://schemas.microsoft.com/office/drawing/2014/main" id="{D1A1BB75-89DE-5686-33E8-76B947C4E2A2}"/>
              </a:ext>
            </a:extLst>
          </p:cNvPr>
          <p:cNvGrpSpPr/>
          <p:nvPr/>
        </p:nvGrpSpPr>
        <p:grpSpPr>
          <a:xfrm>
            <a:off x="1242183" y="704713"/>
            <a:ext cx="457200" cy="320400"/>
            <a:chOff x="1242183" y="704713"/>
            <a:chExt cx="457200" cy="320400"/>
          </a:xfrm>
        </p:grpSpPr>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4D8670D0-66CE-245A-F07D-A98A6EF258EB}"/>
                    </a:ext>
                  </a:extLst>
                </p14:cNvPr>
                <p14:cNvContentPartPr/>
                <p14:nvPr/>
              </p14:nvContentPartPr>
              <p14:xfrm>
                <a:off x="1242183" y="704713"/>
                <a:ext cx="224280" cy="320400"/>
              </p14:xfrm>
            </p:contentPart>
          </mc:Choice>
          <mc:Fallback xmlns="">
            <p:pic>
              <p:nvPicPr>
                <p:cNvPr id="6" name="Ink 5">
                  <a:extLst>
                    <a:ext uri="{FF2B5EF4-FFF2-40B4-BE49-F238E27FC236}">
                      <a16:creationId xmlns:a16="http://schemas.microsoft.com/office/drawing/2014/main" id="{4D8670D0-66CE-245A-F07D-A98A6EF258EB}"/>
                    </a:ext>
                  </a:extLst>
                </p:cNvPr>
                <p:cNvPicPr/>
                <p:nvPr/>
              </p:nvPicPr>
              <p:blipFill>
                <a:blip r:embed="rId7"/>
                <a:stretch>
                  <a:fillRect/>
                </a:stretch>
              </p:blipFill>
              <p:spPr>
                <a:xfrm>
                  <a:off x="1224543" y="687073"/>
                  <a:ext cx="25992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51F6B21E-04C7-D290-4EFC-A0FF64F9B23B}"/>
                    </a:ext>
                  </a:extLst>
                </p14:cNvPr>
                <p14:cNvContentPartPr/>
                <p14:nvPr/>
              </p14:nvContentPartPr>
              <p14:xfrm>
                <a:off x="1610463" y="842593"/>
                <a:ext cx="88920" cy="177480"/>
              </p14:xfrm>
            </p:contentPart>
          </mc:Choice>
          <mc:Fallback xmlns="">
            <p:pic>
              <p:nvPicPr>
                <p:cNvPr id="7" name="Ink 6">
                  <a:extLst>
                    <a:ext uri="{FF2B5EF4-FFF2-40B4-BE49-F238E27FC236}">
                      <a16:creationId xmlns:a16="http://schemas.microsoft.com/office/drawing/2014/main" id="{51F6B21E-04C7-D290-4EFC-A0FF64F9B23B}"/>
                    </a:ext>
                  </a:extLst>
                </p:cNvPr>
                <p:cNvPicPr/>
                <p:nvPr/>
              </p:nvPicPr>
              <p:blipFill>
                <a:blip r:embed="rId9"/>
                <a:stretch>
                  <a:fillRect/>
                </a:stretch>
              </p:blipFill>
              <p:spPr>
                <a:xfrm>
                  <a:off x="1592463" y="824593"/>
                  <a:ext cx="124560" cy="213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a16="http://schemas.microsoft.com/office/drawing/2014/main" id="{5D5A3E45-4BE8-526E-B05B-3DF1A589A90D}"/>
                  </a:ext>
                </a:extLst>
              </p14:cNvPr>
              <p14:cNvContentPartPr/>
              <p14:nvPr/>
            </p14:nvContentPartPr>
            <p14:xfrm>
              <a:off x="2917983" y="676993"/>
              <a:ext cx="201240" cy="673560"/>
            </p14:xfrm>
          </p:contentPart>
        </mc:Choice>
        <mc:Fallback xmlns="">
          <p:pic>
            <p:nvPicPr>
              <p:cNvPr id="22" name="Ink 21">
                <a:extLst>
                  <a:ext uri="{FF2B5EF4-FFF2-40B4-BE49-F238E27FC236}">
                    <a16:creationId xmlns:a16="http://schemas.microsoft.com/office/drawing/2014/main" id="{5D5A3E45-4BE8-526E-B05B-3DF1A589A90D}"/>
                  </a:ext>
                </a:extLst>
              </p:cNvPr>
              <p:cNvPicPr/>
              <p:nvPr/>
            </p:nvPicPr>
            <p:blipFill>
              <a:blip r:embed="rId11"/>
              <a:stretch>
                <a:fillRect/>
              </a:stretch>
            </p:blipFill>
            <p:spPr>
              <a:xfrm>
                <a:off x="2900343" y="659353"/>
                <a:ext cx="236880" cy="709200"/>
              </a:xfrm>
              <a:prstGeom prst="rect">
                <a:avLst/>
              </a:prstGeom>
            </p:spPr>
          </p:pic>
        </mc:Fallback>
      </mc:AlternateContent>
      <p:grpSp>
        <p:nvGrpSpPr>
          <p:cNvPr id="41" name="Group 40">
            <a:extLst>
              <a:ext uri="{FF2B5EF4-FFF2-40B4-BE49-F238E27FC236}">
                <a16:creationId xmlns:a16="http://schemas.microsoft.com/office/drawing/2014/main" id="{87FC0C06-7C29-B190-1DCE-A8E250B8D391}"/>
              </a:ext>
            </a:extLst>
          </p:cNvPr>
          <p:cNvGrpSpPr/>
          <p:nvPr/>
        </p:nvGrpSpPr>
        <p:grpSpPr>
          <a:xfrm>
            <a:off x="4394703" y="653593"/>
            <a:ext cx="851040" cy="672120"/>
            <a:chOff x="4394703" y="653593"/>
            <a:chExt cx="851040" cy="672120"/>
          </a:xfrm>
        </p:grpSpPr>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138F3769-74B6-3ACC-A7E2-31DB4B945A7B}"/>
                    </a:ext>
                  </a:extLst>
                </p14:cNvPr>
                <p14:cNvContentPartPr/>
                <p14:nvPr/>
              </p14:nvContentPartPr>
              <p14:xfrm>
                <a:off x="4403343" y="947713"/>
                <a:ext cx="5040" cy="219600"/>
              </p14:xfrm>
            </p:contentPart>
          </mc:Choice>
          <mc:Fallback xmlns="">
            <p:pic>
              <p:nvPicPr>
                <p:cNvPr id="15" name="Ink 14">
                  <a:extLst>
                    <a:ext uri="{FF2B5EF4-FFF2-40B4-BE49-F238E27FC236}">
                      <a16:creationId xmlns:a16="http://schemas.microsoft.com/office/drawing/2014/main" id="{138F3769-74B6-3ACC-A7E2-31DB4B945A7B}"/>
                    </a:ext>
                  </a:extLst>
                </p:cNvPr>
                <p:cNvPicPr/>
                <p:nvPr/>
              </p:nvPicPr>
              <p:blipFill>
                <a:blip r:embed="rId13"/>
                <a:stretch>
                  <a:fillRect/>
                </a:stretch>
              </p:blipFill>
              <p:spPr>
                <a:xfrm>
                  <a:off x="4385343" y="929713"/>
                  <a:ext cx="4068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27C131A4-105E-1241-9526-6C8A38114CA7}"/>
                    </a:ext>
                  </a:extLst>
                </p14:cNvPr>
                <p14:cNvContentPartPr/>
                <p14:nvPr/>
              </p14:nvContentPartPr>
              <p14:xfrm>
                <a:off x="4531863" y="950593"/>
                <a:ext cx="41040" cy="236160"/>
              </p14:xfrm>
            </p:contentPart>
          </mc:Choice>
          <mc:Fallback xmlns="">
            <p:pic>
              <p:nvPicPr>
                <p:cNvPr id="16" name="Ink 15">
                  <a:extLst>
                    <a:ext uri="{FF2B5EF4-FFF2-40B4-BE49-F238E27FC236}">
                      <a16:creationId xmlns:a16="http://schemas.microsoft.com/office/drawing/2014/main" id="{27C131A4-105E-1241-9526-6C8A38114CA7}"/>
                    </a:ext>
                  </a:extLst>
                </p:cNvPr>
                <p:cNvPicPr/>
                <p:nvPr/>
              </p:nvPicPr>
              <p:blipFill>
                <a:blip r:embed="rId15"/>
                <a:stretch>
                  <a:fillRect/>
                </a:stretch>
              </p:blipFill>
              <p:spPr>
                <a:xfrm>
                  <a:off x="4513863" y="932593"/>
                  <a:ext cx="7668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A97C0343-8172-BD1B-AA6D-705E14AA565B}"/>
                    </a:ext>
                  </a:extLst>
                </p14:cNvPr>
                <p14:cNvContentPartPr/>
                <p14:nvPr/>
              </p14:nvContentPartPr>
              <p14:xfrm>
                <a:off x="4703583" y="923593"/>
                <a:ext cx="129600" cy="253800"/>
              </p14:xfrm>
            </p:contentPart>
          </mc:Choice>
          <mc:Fallback xmlns="">
            <p:pic>
              <p:nvPicPr>
                <p:cNvPr id="17" name="Ink 16">
                  <a:extLst>
                    <a:ext uri="{FF2B5EF4-FFF2-40B4-BE49-F238E27FC236}">
                      <a16:creationId xmlns:a16="http://schemas.microsoft.com/office/drawing/2014/main" id="{A97C0343-8172-BD1B-AA6D-705E14AA565B}"/>
                    </a:ext>
                  </a:extLst>
                </p:cNvPr>
                <p:cNvPicPr/>
                <p:nvPr/>
              </p:nvPicPr>
              <p:blipFill>
                <a:blip r:embed="rId17"/>
                <a:stretch>
                  <a:fillRect/>
                </a:stretch>
              </p:blipFill>
              <p:spPr>
                <a:xfrm>
                  <a:off x="4685583" y="905593"/>
                  <a:ext cx="16524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289F6707-8FA2-CC95-B1DF-42583407012E}"/>
                    </a:ext>
                  </a:extLst>
                </p14:cNvPr>
                <p14:cNvContentPartPr/>
                <p14:nvPr/>
              </p14:nvContentPartPr>
              <p14:xfrm>
                <a:off x="4963863" y="915313"/>
                <a:ext cx="14760" cy="234360"/>
              </p14:xfrm>
            </p:contentPart>
          </mc:Choice>
          <mc:Fallback xmlns="">
            <p:pic>
              <p:nvPicPr>
                <p:cNvPr id="18" name="Ink 17">
                  <a:extLst>
                    <a:ext uri="{FF2B5EF4-FFF2-40B4-BE49-F238E27FC236}">
                      <a16:creationId xmlns:a16="http://schemas.microsoft.com/office/drawing/2014/main" id="{289F6707-8FA2-CC95-B1DF-42583407012E}"/>
                    </a:ext>
                  </a:extLst>
                </p:cNvPr>
                <p:cNvPicPr/>
                <p:nvPr/>
              </p:nvPicPr>
              <p:blipFill>
                <a:blip r:embed="rId19"/>
                <a:stretch>
                  <a:fillRect/>
                </a:stretch>
              </p:blipFill>
              <p:spPr>
                <a:xfrm>
                  <a:off x="4946223" y="897313"/>
                  <a:ext cx="5040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185A618E-EF9B-0BB4-8AFE-B837C6B62711}"/>
                    </a:ext>
                  </a:extLst>
                </p14:cNvPr>
                <p14:cNvContentPartPr/>
                <p14:nvPr/>
              </p14:nvContentPartPr>
              <p14:xfrm>
                <a:off x="4394703" y="1271353"/>
                <a:ext cx="797040" cy="54360"/>
              </p14:xfrm>
            </p:contentPart>
          </mc:Choice>
          <mc:Fallback xmlns="">
            <p:pic>
              <p:nvPicPr>
                <p:cNvPr id="19" name="Ink 18">
                  <a:extLst>
                    <a:ext uri="{FF2B5EF4-FFF2-40B4-BE49-F238E27FC236}">
                      <a16:creationId xmlns:a16="http://schemas.microsoft.com/office/drawing/2014/main" id="{185A618E-EF9B-0BB4-8AFE-B837C6B62711}"/>
                    </a:ext>
                  </a:extLst>
                </p:cNvPr>
                <p:cNvPicPr/>
                <p:nvPr/>
              </p:nvPicPr>
              <p:blipFill>
                <a:blip r:embed="rId21"/>
                <a:stretch>
                  <a:fillRect/>
                </a:stretch>
              </p:blipFill>
              <p:spPr>
                <a:xfrm>
                  <a:off x="4376703" y="1253353"/>
                  <a:ext cx="83268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3" name="Ink 22">
                  <a:extLst>
                    <a:ext uri="{FF2B5EF4-FFF2-40B4-BE49-F238E27FC236}">
                      <a16:creationId xmlns:a16="http://schemas.microsoft.com/office/drawing/2014/main" id="{6BF2E4A5-3D93-64AB-8EDA-145B5B70304F}"/>
                    </a:ext>
                  </a:extLst>
                </p14:cNvPr>
                <p14:cNvContentPartPr/>
                <p14:nvPr/>
              </p14:nvContentPartPr>
              <p14:xfrm>
                <a:off x="5027583" y="653593"/>
                <a:ext cx="218160" cy="615240"/>
              </p14:xfrm>
            </p:contentPart>
          </mc:Choice>
          <mc:Fallback xmlns="">
            <p:pic>
              <p:nvPicPr>
                <p:cNvPr id="23" name="Ink 22">
                  <a:extLst>
                    <a:ext uri="{FF2B5EF4-FFF2-40B4-BE49-F238E27FC236}">
                      <a16:creationId xmlns:a16="http://schemas.microsoft.com/office/drawing/2014/main" id="{6BF2E4A5-3D93-64AB-8EDA-145B5B70304F}"/>
                    </a:ext>
                  </a:extLst>
                </p:cNvPr>
                <p:cNvPicPr/>
                <p:nvPr/>
              </p:nvPicPr>
              <p:blipFill>
                <a:blip r:embed="rId23"/>
                <a:stretch>
                  <a:fillRect/>
                </a:stretch>
              </p:blipFill>
              <p:spPr>
                <a:xfrm>
                  <a:off x="5009583" y="635593"/>
                  <a:ext cx="253800" cy="650880"/>
                </a:xfrm>
                <a:prstGeom prst="rect">
                  <a:avLst/>
                </a:prstGeom>
              </p:spPr>
            </p:pic>
          </mc:Fallback>
        </mc:AlternateContent>
      </p:grpSp>
      <p:grpSp>
        <p:nvGrpSpPr>
          <p:cNvPr id="40" name="Group 39">
            <a:extLst>
              <a:ext uri="{FF2B5EF4-FFF2-40B4-BE49-F238E27FC236}">
                <a16:creationId xmlns:a16="http://schemas.microsoft.com/office/drawing/2014/main" id="{C9B6623F-0044-293E-7009-1B6E62C7F843}"/>
              </a:ext>
            </a:extLst>
          </p:cNvPr>
          <p:cNvGrpSpPr/>
          <p:nvPr/>
        </p:nvGrpSpPr>
        <p:grpSpPr>
          <a:xfrm>
            <a:off x="5698983" y="599953"/>
            <a:ext cx="946080" cy="290160"/>
            <a:chOff x="5698983" y="599953"/>
            <a:chExt cx="946080" cy="290160"/>
          </a:xfrm>
        </p:grpSpPr>
        <mc:AlternateContent xmlns:mc="http://schemas.openxmlformats.org/markup-compatibility/2006" xmlns:p14="http://schemas.microsoft.com/office/powerpoint/2010/main">
          <mc:Choice Requires="p14">
            <p:contentPart p14:bwMode="auto" r:id="rId24">
              <p14:nvContentPartPr>
                <p14:cNvPr id="24" name="Ink 23">
                  <a:extLst>
                    <a:ext uri="{FF2B5EF4-FFF2-40B4-BE49-F238E27FC236}">
                      <a16:creationId xmlns:a16="http://schemas.microsoft.com/office/drawing/2014/main" id="{CD79BA8F-DF0A-8BDD-9C26-FA12498CAA30}"/>
                    </a:ext>
                  </a:extLst>
                </p14:cNvPr>
                <p14:cNvContentPartPr/>
                <p14:nvPr/>
              </p14:nvContentPartPr>
              <p14:xfrm>
                <a:off x="5698983" y="599953"/>
                <a:ext cx="153720" cy="270000"/>
              </p14:xfrm>
            </p:contentPart>
          </mc:Choice>
          <mc:Fallback xmlns="">
            <p:pic>
              <p:nvPicPr>
                <p:cNvPr id="24" name="Ink 23">
                  <a:extLst>
                    <a:ext uri="{FF2B5EF4-FFF2-40B4-BE49-F238E27FC236}">
                      <a16:creationId xmlns:a16="http://schemas.microsoft.com/office/drawing/2014/main" id="{CD79BA8F-DF0A-8BDD-9C26-FA12498CAA30}"/>
                    </a:ext>
                  </a:extLst>
                </p:cNvPr>
                <p:cNvPicPr/>
                <p:nvPr/>
              </p:nvPicPr>
              <p:blipFill>
                <a:blip r:embed="rId25"/>
                <a:stretch>
                  <a:fillRect/>
                </a:stretch>
              </p:blipFill>
              <p:spPr>
                <a:xfrm>
                  <a:off x="5681343" y="582313"/>
                  <a:ext cx="18936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5" name="Ink 24">
                  <a:extLst>
                    <a:ext uri="{FF2B5EF4-FFF2-40B4-BE49-F238E27FC236}">
                      <a16:creationId xmlns:a16="http://schemas.microsoft.com/office/drawing/2014/main" id="{0C1C327A-775D-1E6E-0AE2-DD1C1867C36C}"/>
                    </a:ext>
                  </a:extLst>
                </p14:cNvPr>
                <p14:cNvContentPartPr/>
                <p14:nvPr/>
              </p14:nvContentPartPr>
              <p14:xfrm>
                <a:off x="5988423" y="608233"/>
                <a:ext cx="5040" cy="267120"/>
              </p14:xfrm>
            </p:contentPart>
          </mc:Choice>
          <mc:Fallback xmlns="">
            <p:pic>
              <p:nvPicPr>
                <p:cNvPr id="25" name="Ink 24">
                  <a:extLst>
                    <a:ext uri="{FF2B5EF4-FFF2-40B4-BE49-F238E27FC236}">
                      <a16:creationId xmlns:a16="http://schemas.microsoft.com/office/drawing/2014/main" id="{0C1C327A-775D-1E6E-0AE2-DD1C1867C36C}"/>
                    </a:ext>
                  </a:extLst>
                </p:cNvPr>
                <p:cNvPicPr/>
                <p:nvPr/>
              </p:nvPicPr>
              <p:blipFill>
                <a:blip r:embed="rId27"/>
                <a:stretch>
                  <a:fillRect/>
                </a:stretch>
              </p:blipFill>
              <p:spPr>
                <a:xfrm>
                  <a:off x="5970783" y="590593"/>
                  <a:ext cx="4068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6" name="Ink 25">
                  <a:extLst>
                    <a:ext uri="{FF2B5EF4-FFF2-40B4-BE49-F238E27FC236}">
                      <a16:creationId xmlns:a16="http://schemas.microsoft.com/office/drawing/2014/main" id="{B77FD5CB-813C-37A7-43E2-A15392882777}"/>
                    </a:ext>
                  </a:extLst>
                </p14:cNvPr>
                <p14:cNvContentPartPr/>
                <p14:nvPr/>
              </p14:nvContentPartPr>
              <p14:xfrm>
                <a:off x="5998503" y="725233"/>
                <a:ext cx="124200" cy="141480"/>
              </p14:xfrm>
            </p:contentPart>
          </mc:Choice>
          <mc:Fallback xmlns="">
            <p:pic>
              <p:nvPicPr>
                <p:cNvPr id="26" name="Ink 25">
                  <a:extLst>
                    <a:ext uri="{FF2B5EF4-FFF2-40B4-BE49-F238E27FC236}">
                      <a16:creationId xmlns:a16="http://schemas.microsoft.com/office/drawing/2014/main" id="{B77FD5CB-813C-37A7-43E2-A15392882777}"/>
                    </a:ext>
                  </a:extLst>
                </p:cNvPr>
                <p:cNvPicPr/>
                <p:nvPr/>
              </p:nvPicPr>
              <p:blipFill>
                <a:blip r:embed="rId29"/>
                <a:stretch>
                  <a:fillRect/>
                </a:stretch>
              </p:blipFill>
              <p:spPr>
                <a:xfrm>
                  <a:off x="5980503" y="707233"/>
                  <a:ext cx="15984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7" name="Ink 26">
                  <a:extLst>
                    <a:ext uri="{FF2B5EF4-FFF2-40B4-BE49-F238E27FC236}">
                      <a16:creationId xmlns:a16="http://schemas.microsoft.com/office/drawing/2014/main" id="{1423700B-67BE-8B94-1B7D-1DDDBC46B66C}"/>
                    </a:ext>
                  </a:extLst>
                </p14:cNvPr>
                <p14:cNvContentPartPr/>
                <p14:nvPr/>
              </p14:nvContentPartPr>
              <p14:xfrm>
                <a:off x="6236103" y="770233"/>
                <a:ext cx="11880" cy="112320"/>
              </p14:xfrm>
            </p:contentPart>
          </mc:Choice>
          <mc:Fallback xmlns="">
            <p:pic>
              <p:nvPicPr>
                <p:cNvPr id="27" name="Ink 26">
                  <a:extLst>
                    <a:ext uri="{FF2B5EF4-FFF2-40B4-BE49-F238E27FC236}">
                      <a16:creationId xmlns:a16="http://schemas.microsoft.com/office/drawing/2014/main" id="{1423700B-67BE-8B94-1B7D-1DDDBC46B66C}"/>
                    </a:ext>
                  </a:extLst>
                </p:cNvPr>
                <p:cNvPicPr/>
                <p:nvPr/>
              </p:nvPicPr>
              <p:blipFill>
                <a:blip r:embed="rId31"/>
                <a:stretch>
                  <a:fillRect/>
                </a:stretch>
              </p:blipFill>
              <p:spPr>
                <a:xfrm>
                  <a:off x="6218463" y="752233"/>
                  <a:ext cx="4752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8" name="Ink 27">
                  <a:extLst>
                    <a:ext uri="{FF2B5EF4-FFF2-40B4-BE49-F238E27FC236}">
                      <a16:creationId xmlns:a16="http://schemas.microsoft.com/office/drawing/2014/main" id="{0A8BB35D-C444-9F7D-43A6-47A853AA2020}"/>
                    </a:ext>
                  </a:extLst>
                </p14:cNvPr>
                <p14:cNvContentPartPr/>
                <p14:nvPr/>
              </p14:nvContentPartPr>
              <p14:xfrm>
                <a:off x="6255183" y="654313"/>
                <a:ext cx="22320" cy="39240"/>
              </p14:xfrm>
            </p:contentPart>
          </mc:Choice>
          <mc:Fallback xmlns="">
            <p:pic>
              <p:nvPicPr>
                <p:cNvPr id="28" name="Ink 27">
                  <a:extLst>
                    <a:ext uri="{FF2B5EF4-FFF2-40B4-BE49-F238E27FC236}">
                      <a16:creationId xmlns:a16="http://schemas.microsoft.com/office/drawing/2014/main" id="{0A8BB35D-C444-9F7D-43A6-47A853AA2020}"/>
                    </a:ext>
                  </a:extLst>
                </p:cNvPr>
                <p:cNvPicPr/>
                <p:nvPr/>
              </p:nvPicPr>
              <p:blipFill>
                <a:blip r:embed="rId33"/>
                <a:stretch>
                  <a:fillRect/>
                </a:stretch>
              </p:blipFill>
              <p:spPr>
                <a:xfrm>
                  <a:off x="6237183" y="636673"/>
                  <a:ext cx="5796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9" name="Ink 28">
                  <a:extLst>
                    <a:ext uri="{FF2B5EF4-FFF2-40B4-BE49-F238E27FC236}">
                      <a16:creationId xmlns:a16="http://schemas.microsoft.com/office/drawing/2014/main" id="{5F9CCD3E-8196-F81B-1B9D-25B612DCD5D0}"/>
                    </a:ext>
                  </a:extLst>
                </p14:cNvPr>
                <p14:cNvContentPartPr/>
                <p14:nvPr/>
              </p14:nvContentPartPr>
              <p14:xfrm>
                <a:off x="6369303" y="638833"/>
                <a:ext cx="32760" cy="200880"/>
              </p14:xfrm>
            </p:contentPart>
          </mc:Choice>
          <mc:Fallback xmlns="">
            <p:pic>
              <p:nvPicPr>
                <p:cNvPr id="29" name="Ink 28">
                  <a:extLst>
                    <a:ext uri="{FF2B5EF4-FFF2-40B4-BE49-F238E27FC236}">
                      <a16:creationId xmlns:a16="http://schemas.microsoft.com/office/drawing/2014/main" id="{5F9CCD3E-8196-F81B-1B9D-25B612DCD5D0}"/>
                    </a:ext>
                  </a:extLst>
                </p:cNvPr>
                <p:cNvPicPr/>
                <p:nvPr/>
              </p:nvPicPr>
              <p:blipFill>
                <a:blip r:embed="rId35"/>
                <a:stretch>
                  <a:fillRect/>
                </a:stretch>
              </p:blipFill>
              <p:spPr>
                <a:xfrm>
                  <a:off x="6351663" y="621193"/>
                  <a:ext cx="6840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0" name="Ink 29">
                  <a:extLst>
                    <a:ext uri="{FF2B5EF4-FFF2-40B4-BE49-F238E27FC236}">
                      <a16:creationId xmlns:a16="http://schemas.microsoft.com/office/drawing/2014/main" id="{0BA00DB0-37A3-713E-AE6F-3DC8723EE333}"/>
                    </a:ext>
                  </a:extLst>
                </p14:cNvPr>
                <p14:cNvContentPartPr/>
                <p14:nvPr/>
              </p14:nvContentPartPr>
              <p14:xfrm>
                <a:off x="6362823" y="768793"/>
                <a:ext cx="88560" cy="39960"/>
              </p14:xfrm>
            </p:contentPart>
          </mc:Choice>
          <mc:Fallback xmlns="">
            <p:pic>
              <p:nvPicPr>
                <p:cNvPr id="30" name="Ink 29">
                  <a:extLst>
                    <a:ext uri="{FF2B5EF4-FFF2-40B4-BE49-F238E27FC236}">
                      <a16:creationId xmlns:a16="http://schemas.microsoft.com/office/drawing/2014/main" id="{0BA00DB0-37A3-713E-AE6F-3DC8723EE333}"/>
                    </a:ext>
                  </a:extLst>
                </p:cNvPr>
                <p:cNvPicPr/>
                <p:nvPr/>
              </p:nvPicPr>
              <p:blipFill>
                <a:blip r:embed="rId37"/>
                <a:stretch>
                  <a:fillRect/>
                </a:stretch>
              </p:blipFill>
              <p:spPr>
                <a:xfrm>
                  <a:off x="6345183" y="750793"/>
                  <a:ext cx="12420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1" name="Ink 30">
                  <a:extLst>
                    <a:ext uri="{FF2B5EF4-FFF2-40B4-BE49-F238E27FC236}">
                      <a16:creationId xmlns:a16="http://schemas.microsoft.com/office/drawing/2014/main" id="{488CF1F1-7CF2-A4A5-E015-8F1D7A4614BA}"/>
                    </a:ext>
                  </a:extLst>
                </p14:cNvPr>
                <p14:cNvContentPartPr/>
                <p14:nvPr/>
              </p14:nvContentPartPr>
              <p14:xfrm>
                <a:off x="6546063" y="742513"/>
                <a:ext cx="99000" cy="147600"/>
              </p14:xfrm>
            </p:contentPart>
          </mc:Choice>
          <mc:Fallback xmlns="">
            <p:pic>
              <p:nvPicPr>
                <p:cNvPr id="31" name="Ink 30">
                  <a:extLst>
                    <a:ext uri="{FF2B5EF4-FFF2-40B4-BE49-F238E27FC236}">
                      <a16:creationId xmlns:a16="http://schemas.microsoft.com/office/drawing/2014/main" id="{488CF1F1-7CF2-A4A5-E015-8F1D7A4614BA}"/>
                    </a:ext>
                  </a:extLst>
                </p:cNvPr>
                <p:cNvPicPr/>
                <p:nvPr/>
              </p:nvPicPr>
              <p:blipFill>
                <a:blip r:embed="rId39"/>
                <a:stretch>
                  <a:fillRect/>
                </a:stretch>
              </p:blipFill>
              <p:spPr>
                <a:xfrm>
                  <a:off x="6528063" y="724513"/>
                  <a:ext cx="134640" cy="183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32" name="Ink 31">
                <a:extLst>
                  <a:ext uri="{FF2B5EF4-FFF2-40B4-BE49-F238E27FC236}">
                    <a16:creationId xmlns:a16="http://schemas.microsoft.com/office/drawing/2014/main" id="{8E37BB97-5A41-3622-E909-B1A2992E2AAA}"/>
                  </a:ext>
                </a:extLst>
              </p14:cNvPr>
              <p14:cNvContentPartPr/>
              <p14:nvPr/>
            </p14:nvContentPartPr>
            <p14:xfrm>
              <a:off x="6884463" y="804433"/>
              <a:ext cx="135360" cy="32760"/>
            </p14:xfrm>
          </p:contentPart>
        </mc:Choice>
        <mc:Fallback xmlns="">
          <p:pic>
            <p:nvPicPr>
              <p:cNvPr id="32" name="Ink 31">
                <a:extLst>
                  <a:ext uri="{FF2B5EF4-FFF2-40B4-BE49-F238E27FC236}">
                    <a16:creationId xmlns:a16="http://schemas.microsoft.com/office/drawing/2014/main" id="{8E37BB97-5A41-3622-E909-B1A2992E2AAA}"/>
                  </a:ext>
                </a:extLst>
              </p:cNvPr>
              <p:cNvPicPr/>
              <p:nvPr/>
            </p:nvPicPr>
            <p:blipFill>
              <a:blip r:embed="rId41"/>
              <a:stretch>
                <a:fillRect/>
              </a:stretch>
            </p:blipFill>
            <p:spPr>
              <a:xfrm>
                <a:off x="6866823" y="786433"/>
                <a:ext cx="171000" cy="68400"/>
              </a:xfrm>
              <a:prstGeom prst="rect">
                <a:avLst/>
              </a:prstGeom>
            </p:spPr>
          </p:pic>
        </mc:Fallback>
      </mc:AlternateContent>
      <p:grpSp>
        <p:nvGrpSpPr>
          <p:cNvPr id="39" name="Group 38">
            <a:extLst>
              <a:ext uri="{FF2B5EF4-FFF2-40B4-BE49-F238E27FC236}">
                <a16:creationId xmlns:a16="http://schemas.microsoft.com/office/drawing/2014/main" id="{7D3EC4E1-66C9-C876-5D7E-091E3BFCC5EF}"/>
              </a:ext>
            </a:extLst>
          </p:cNvPr>
          <p:cNvGrpSpPr/>
          <p:nvPr/>
        </p:nvGrpSpPr>
        <p:grpSpPr>
          <a:xfrm>
            <a:off x="7274343" y="625153"/>
            <a:ext cx="752760" cy="416880"/>
            <a:chOff x="7274343" y="625153"/>
            <a:chExt cx="752760" cy="416880"/>
          </a:xfrm>
        </p:grpSpPr>
        <mc:AlternateContent xmlns:mc="http://schemas.openxmlformats.org/markup-compatibility/2006" xmlns:p14="http://schemas.microsoft.com/office/powerpoint/2010/main">
          <mc:Choice Requires="p14">
            <p:contentPart p14:bwMode="auto" r:id="rId42">
              <p14:nvContentPartPr>
                <p14:cNvPr id="33" name="Ink 32">
                  <a:extLst>
                    <a:ext uri="{FF2B5EF4-FFF2-40B4-BE49-F238E27FC236}">
                      <a16:creationId xmlns:a16="http://schemas.microsoft.com/office/drawing/2014/main" id="{02D379BD-E3CD-6974-A670-8B40A33F0203}"/>
                    </a:ext>
                  </a:extLst>
                </p14:cNvPr>
                <p14:cNvContentPartPr/>
                <p14:nvPr/>
              </p14:nvContentPartPr>
              <p14:xfrm>
                <a:off x="7281543" y="625153"/>
                <a:ext cx="40320" cy="330120"/>
              </p14:xfrm>
            </p:contentPart>
          </mc:Choice>
          <mc:Fallback xmlns="">
            <p:pic>
              <p:nvPicPr>
                <p:cNvPr id="33" name="Ink 32">
                  <a:extLst>
                    <a:ext uri="{FF2B5EF4-FFF2-40B4-BE49-F238E27FC236}">
                      <a16:creationId xmlns:a16="http://schemas.microsoft.com/office/drawing/2014/main" id="{02D379BD-E3CD-6974-A670-8B40A33F0203}"/>
                    </a:ext>
                  </a:extLst>
                </p:cNvPr>
                <p:cNvPicPr/>
                <p:nvPr/>
              </p:nvPicPr>
              <p:blipFill>
                <a:blip r:embed="rId43"/>
                <a:stretch>
                  <a:fillRect/>
                </a:stretch>
              </p:blipFill>
              <p:spPr>
                <a:xfrm>
                  <a:off x="7263903" y="607153"/>
                  <a:ext cx="7596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4" name="Ink 33">
                  <a:extLst>
                    <a:ext uri="{FF2B5EF4-FFF2-40B4-BE49-F238E27FC236}">
                      <a16:creationId xmlns:a16="http://schemas.microsoft.com/office/drawing/2014/main" id="{B5F50AC7-A2FF-8994-F369-7546F9043A90}"/>
                    </a:ext>
                  </a:extLst>
                </p14:cNvPr>
                <p14:cNvContentPartPr/>
                <p14:nvPr/>
              </p14:nvContentPartPr>
              <p14:xfrm>
                <a:off x="7274343" y="684193"/>
                <a:ext cx="218880" cy="294480"/>
              </p14:xfrm>
            </p:contentPart>
          </mc:Choice>
          <mc:Fallback xmlns="">
            <p:pic>
              <p:nvPicPr>
                <p:cNvPr id="34" name="Ink 33">
                  <a:extLst>
                    <a:ext uri="{FF2B5EF4-FFF2-40B4-BE49-F238E27FC236}">
                      <a16:creationId xmlns:a16="http://schemas.microsoft.com/office/drawing/2014/main" id="{B5F50AC7-A2FF-8994-F369-7546F9043A90}"/>
                    </a:ext>
                  </a:extLst>
                </p:cNvPr>
                <p:cNvPicPr/>
                <p:nvPr/>
              </p:nvPicPr>
              <p:blipFill>
                <a:blip r:embed="rId45"/>
                <a:stretch>
                  <a:fillRect/>
                </a:stretch>
              </p:blipFill>
              <p:spPr>
                <a:xfrm>
                  <a:off x="7256343" y="666553"/>
                  <a:ext cx="25452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5" name="Ink 34">
                  <a:extLst>
                    <a:ext uri="{FF2B5EF4-FFF2-40B4-BE49-F238E27FC236}">
                      <a16:creationId xmlns:a16="http://schemas.microsoft.com/office/drawing/2014/main" id="{032A25CF-885A-FA8C-3CCB-30E7EED2D617}"/>
                    </a:ext>
                  </a:extLst>
                </p14:cNvPr>
                <p14:cNvContentPartPr/>
                <p14:nvPr/>
              </p14:nvContentPartPr>
              <p14:xfrm>
                <a:off x="7535343" y="809113"/>
                <a:ext cx="129600" cy="232920"/>
              </p14:xfrm>
            </p:contentPart>
          </mc:Choice>
          <mc:Fallback xmlns="">
            <p:pic>
              <p:nvPicPr>
                <p:cNvPr id="35" name="Ink 34">
                  <a:extLst>
                    <a:ext uri="{FF2B5EF4-FFF2-40B4-BE49-F238E27FC236}">
                      <a16:creationId xmlns:a16="http://schemas.microsoft.com/office/drawing/2014/main" id="{032A25CF-885A-FA8C-3CCB-30E7EED2D617}"/>
                    </a:ext>
                  </a:extLst>
                </p:cNvPr>
                <p:cNvPicPr/>
                <p:nvPr/>
              </p:nvPicPr>
              <p:blipFill>
                <a:blip r:embed="rId47"/>
                <a:stretch>
                  <a:fillRect/>
                </a:stretch>
              </p:blipFill>
              <p:spPr>
                <a:xfrm>
                  <a:off x="7517343" y="791113"/>
                  <a:ext cx="16524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6" name="Ink 35">
                  <a:extLst>
                    <a:ext uri="{FF2B5EF4-FFF2-40B4-BE49-F238E27FC236}">
                      <a16:creationId xmlns:a16="http://schemas.microsoft.com/office/drawing/2014/main" id="{A9DE953D-4AB5-3622-68B5-1016938E9611}"/>
                    </a:ext>
                  </a:extLst>
                </p14:cNvPr>
                <p14:cNvContentPartPr/>
                <p14:nvPr/>
              </p14:nvContentPartPr>
              <p14:xfrm>
                <a:off x="7800663" y="724873"/>
                <a:ext cx="15840" cy="245880"/>
              </p14:xfrm>
            </p:contentPart>
          </mc:Choice>
          <mc:Fallback xmlns="">
            <p:pic>
              <p:nvPicPr>
                <p:cNvPr id="36" name="Ink 35">
                  <a:extLst>
                    <a:ext uri="{FF2B5EF4-FFF2-40B4-BE49-F238E27FC236}">
                      <a16:creationId xmlns:a16="http://schemas.microsoft.com/office/drawing/2014/main" id="{A9DE953D-4AB5-3622-68B5-1016938E9611}"/>
                    </a:ext>
                  </a:extLst>
                </p:cNvPr>
                <p:cNvPicPr/>
                <p:nvPr/>
              </p:nvPicPr>
              <p:blipFill>
                <a:blip r:embed="rId49"/>
                <a:stretch>
                  <a:fillRect/>
                </a:stretch>
              </p:blipFill>
              <p:spPr>
                <a:xfrm>
                  <a:off x="7782663" y="707233"/>
                  <a:ext cx="5148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7" name="Ink 36">
                  <a:extLst>
                    <a:ext uri="{FF2B5EF4-FFF2-40B4-BE49-F238E27FC236}">
                      <a16:creationId xmlns:a16="http://schemas.microsoft.com/office/drawing/2014/main" id="{D86F5960-EE38-C4D0-FAAF-BFCA5A7CCD32}"/>
                    </a:ext>
                  </a:extLst>
                </p14:cNvPr>
                <p14:cNvContentPartPr/>
                <p14:nvPr/>
              </p14:nvContentPartPr>
              <p14:xfrm>
                <a:off x="7781583" y="815593"/>
                <a:ext cx="102600" cy="50760"/>
              </p14:xfrm>
            </p:contentPart>
          </mc:Choice>
          <mc:Fallback xmlns="">
            <p:pic>
              <p:nvPicPr>
                <p:cNvPr id="37" name="Ink 36">
                  <a:extLst>
                    <a:ext uri="{FF2B5EF4-FFF2-40B4-BE49-F238E27FC236}">
                      <a16:creationId xmlns:a16="http://schemas.microsoft.com/office/drawing/2014/main" id="{D86F5960-EE38-C4D0-FAAF-BFCA5A7CCD32}"/>
                    </a:ext>
                  </a:extLst>
                </p:cNvPr>
                <p:cNvPicPr/>
                <p:nvPr/>
              </p:nvPicPr>
              <p:blipFill>
                <a:blip r:embed="rId51"/>
                <a:stretch>
                  <a:fillRect/>
                </a:stretch>
              </p:blipFill>
              <p:spPr>
                <a:xfrm>
                  <a:off x="7763583" y="797593"/>
                  <a:ext cx="1382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8" name="Ink 37">
                  <a:extLst>
                    <a:ext uri="{FF2B5EF4-FFF2-40B4-BE49-F238E27FC236}">
                      <a16:creationId xmlns:a16="http://schemas.microsoft.com/office/drawing/2014/main" id="{B9DE88CF-2828-E680-8ED4-C2B2609E41AE}"/>
                    </a:ext>
                  </a:extLst>
                </p14:cNvPr>
                <p14:cNvContentPartPr/>
                <p14:nvPr/>
              </p14:nvContentPartPr>
              <p14:xfrm>
                <a:off x="7878423" y="793633"/>
                <a:ext cx="148680" cy="151920"/>
              </p14:xfrm>
            </p:contentPart>
          </mc:Choice>
          <mc:Fallback xmlns="">
            <p:pic>
              <p:nvPicPr>
                <p:cNvPr id="38" name="Ink 37">
                  <a:extLst>
                    <a:ext uri="{FF2B5EF4-FFF2-40B4-BE49-F238E27FC236}">
                      <a16:creationId xmlns:a16="http://schemas.microsoft.com/office/drawing/2014/main" id="{B9DE88CF-2828-E680-8ED4-C2B2609E41AE}"/>
                    </a:ext>
                  </a:extLst>
                </p:cNvPr>
                <p:cNvPicPr/>
                <p:nvPr/>
              </p:nvPicPr>
              <p:blipFill>
                <a:blip r:embed="rId53"/>
                <a:stretch>
                  <a:fillRect/>
                </a:stretch>
              </p:blipFill>
              <p:spPr>
                <a:xfrm>
                  <a:off x="7860783" y="775633"/>
                  <a:ext cx="184320" cy="187560"/>
                </a:xfrm>
                <a:prstGeom prst="rect">
                  <a:avLst/>
                </a:prstGeom>
              </p:spPr>
            </p:pic>
          </mc:Fallback>
        </mc:AlternateContent>
      </p:grpSp>
      <p:grpSp>
        <p:nvGrpSpPr>
          <p:cNvPr id="45" name="Group 44">
            <a:extLst>
              <a:ext uri="{FF2B5EF4-FFF2-40B4-BE49-F238E27FC236}">
                <a16:creationId xmlns:a16="http://schemas.microsoft.com/office/drawing/2014/main" id="{876AA106-021A-D746-8587-7A7088D53B05}"/>
              </a:ext>
            </a:extLst>
          </p:cNvPr>
          <p:cNvGrpSpPr/>
          <p:nvPr/>
        </p:nvGrpSpPr>
        <p:grpSpPr>
          <a:xfrm>
            <a:off x="3112023" y="747913"/>
            <a:ext cx="916200" cy="619920"/>
            <a:chOff x="3112023" y="747913"/>
            <a:chExt cx="916200" cy="619920"/>
          </a:xfrm>
        </p:grpSpPr>
        <mc:AlternateContent xmlns:mc="http://schemas.openxmlformats.org/markup-compatibility/2006" xmlns:p14="http://schemas.microsoft.com/office/powerpoint/2010/main">
          <mc:Choice Requires="p14">
            <p:contentPart p14:bwMode="auto" r:id="rId54">
              <p14:nvContentPartPr>
                <p14:cNvPr id="10" name="Ink 9">
                  <a:extLst>
                    <a:ext uri="{FF2B5EF4-FFF2-40B4-BE49-F238E27FC236}">
                      <a16:creationId xmlns:a16="http://schemas.microsoft.com/office/drawing/2014/main" id="{28B1D840-DAA0-8367-E04E-46A7690C3BBF}"/>
                    </a:ext>
                  </a:extLst>
                </p14:cNvPr>
                <p14:cNvContentPartPr/>
                <p14:nvPr/>
              </p14:nvContentPartPr>
              <p14:xfrm>
                <a:off x="3175023" y="920353"/>
                <a:ext cx="181800" cy="243720"/>
              </p14:xfrm>
            </p:contentPart>
          </mc:Choice>
          <mc:Fallback xmlns="">
            <p:pic>
              <p:nvPicPr>
                <p:cNvPr id="10" name="Ink 9">
                  <a:extLst>
                    <a:ext uri="{FF2B5EF4-FFF2-40B4-BE49-F238E27FC236}">
                      <a16:creationId xmlns:a16="http://schemas.microsoft.com/office/drawing/2014/main" id="{28B1D840-DAA0-8367-E04E-46A7690C3BBF}"/>
                    </a:ext>
                  </a:extLst>
                </p:cNvPr>
                <p:cNvPicPr/>
                <p:nvPr/>
              </p:nvPicPr>
              <p:blipFill>
                <a:blip r:embed="rId55"/>
                <a:stretch>
                  <a:fillRect/>
                </a:stretch>
              </p:blipFill>
              <p:spPr>
                <a:xfrm>
                  <a:off x="3157023" y="902353"/>
                  <a:ext cx="21744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1" name="Ink 10">
                  <a:extLst>
                    <a:ext uri="{FF2B5EF4-FFF2-40B4-BE49-F238E27FC236}">
                      <a16:creationId xmlns:a16="http://schemas.microsoft.com/office/drawing/2014/main" id="{F21C8C6A-F09B-3B21-70DA-A01A1B339642}"/>
                    </a:ext>
                  </a:extLst>
                </p14:cNvPr>
                <p14:cNvContentPartPr/>
                <p14:nvPr/>
              </p14:nvContentPartPr>
              <p14:xfrm>
                <a:off x="3450423" y="898033"/>
                <a:ext cx="19440" cy="263520"/>
              </p14:xfrm>
            </p:contentPart>
          </mc:Choice>
          <mc:Fallback xmlns="">
            <p:pic>
              <p:nvPicPr>
                <p:cNvPr id="11" name="Ink 10">
                  <a:extLst>
                    <a:ext uri="{FF2B5EF4-FFF2-40B4-BE49-F238E27FC236}">
                      <a16:creationId xmlns:a16="http://schemas.microsoft.com/office/drawing/2014/main" id="{F21C8C6A-F09B-3B21-70DA-A01A1B339642}"/>
                    </a:ext>
                  </a:extLst>
                </p:cNvPr>
                <p:cNvPicPr/>
                <p:nvPr/>
              </p:nvPicPr>
              <p:blipFill>
                <a:blip r:embed="rId57"/>
                <a:stretch>
                  <a:fillRect/>
                </a:stretch>
              </p:blipFill>
              <p:spPr>
                <a:xfrm>
                  <a:off x="3432783" y="880393"/>
                  <a:ext cx="5508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2" name="Ink 11">
                  <a:extLst>
                    <a:ext uri="{FF2B5EF4-FFF2-40B4-BE49-F238E27FC236}">
                      <a16:creationId xmlns:a16="http://schemas.microsoft.com/office/drawing/2014/main" id="{74884D7D-FE00-3A69-DB68-6F5B9557BD75}"/>
                    </a:ext>
                  </a:extLst>
                </p14:cNvPr>
                <p14:cNvContentPartPr/>
                <p14:nvPr/>
              </p14:nvContentPartPr>
              <p14:xfrm>
                <a:off x="3653103" y="938353"/>
                <a:ext cx="128520" cy="206280"/>
              </p14:xfrm>
            </p:contentPart>
          </mc:Choice>
          <mc:Fallback xmlns="">
            <p:pic>
              <p:nvPicPr>
                <p:cNvPr id="12" name="Ink 11">
                  <a:extLst>
                    <a:ext uri="{FF2B5EF4-FFF2-40B4-BE49-F238E27FC236}">
                      <a16:creationId xmlns:a16="http://schemas.microsoft.com/office/drawing/2014/main" id="{74884D7D-FE00-3A69-DB68-6F5B9557BD75}"/>
                    </a:ext>
                  </a:extLst>
                </p:cNvPr>
                <p:cNvPicPr/>
                <p:nvPr/>
              </p:nvPicPr>
              <p:blipFill>
                <a:blip r:embed="rId59"/>
                <a:stretch>
                  <a:fillRect/>
                </a:stretch>
              </p:blipFill>
              <p:spPr>
                <a:xfrm>
                  <a:off x="3635103" y="920713"/>
                  <a:ext cx="16416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3" name="Ink 12">
                  <a:extLst>
                    <a:ext uri="{FF2B5EF4-FFF2-40B4-BE49-F238E27FC236}">
                      <a16:creationId xmlns:a16="http://schemas.microsoft.com/office/drawing/2014/main" id="{DB339DF4-6198-E685-CD45-1C9F8F0BCF89}"/>
                    </a:ext>
                  </a:extLst>
                </p14:cNvPr>
                <p14:cNvContentPartPr/>
                <p14:nvPr/>
              </p14:nvContentPartPr>
              <p14:xfrm>
                <a:off x="3891063" y="974713"/>
                <a:ext cx="23040" cy="260640"/>
              </p14:xfrm>
            </p:contentPart>
          </mc:Choice>
          <mc:Fallback xmlns="">
            <p:pic>
              <p:nvPicPr>
                <p:cNvPr id="13" name="Ink 12">
                  <a:extLst>
                    <a:ext uri="{FF2B5EF4-FFF2-40B4-BE49-F238E27FC236}">
                      <a16:creationId xmlns:a16="http://schemas.microsoft.com/office/drawing/2014/main" id="{DB339DF4-6198-E685-CD45-1C9F8F0BCF89}"/>
                    </a:ext>
                  </a:extLst>
                </p:cNvPr>
                <p:cNvPicPr/>
                <p:nvPr/>
              </p:nvPicPr>
              <p:blipFill>
                <a:blip r:embed="rId61"/>
                <a:stretch>
                  <a:fillRect/>
                </a:stretch>
              </p:blipFill>
              <p:spPr>
                <a:xfrm>
                  <a:off x="3873063" y="956713"/>
                  <a:ext cx="5868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4" name="Ink 13">
                  <a:extLst>
                    <a:ext uri="{FF2B5EF4-FFF2-40B4-BE49-F238E27FC236}">
                      <a16:creationId xmlns:a16="http://schemas.microsoft.com/office/drawing/2014/main" id="{B20475FD-BF44-6832-E153-007B2DC545B5}"/>
                    </a:ext>
                  </a:extLst>
                </p14:cNvPr>
                <p14:cNvContentPartPr/>
                <p14:nvPr/>
              </p14:nvContentPartPr>
              <p14:xfrm>
                <a:off x="3154143" y="1337233"/>
                <a:ext cx="874080" cy="30600"/>
              </p14:xfrm>
            </p:contentPart>
          </mc:Choice>
          <mc:Fallback xmlns="">
            <p:pic>
              <p:nvPicPr>
                <p:cNvPr id="14" name="Ink 13">
                  <a:extLst>
                    <a:ext uri="{FF2B5EF4-FFF2-40B4-BE49-F238E27FC236}">
                      <a16:creationId xmlns:a16="http://schemas.microsoft.com/office/drawing/2014/main" id="{B20475FD-BF44-6832-E153-007B2DC545B5}"/>
                    </a:ext>
                  </a:extLst>
                </p:cNvPr>
                <p:cNvPicPr/>
                <p:nvPr/>
              </p:nvPicPr>
              <p:blipFill>
                <a:blip r:embed="rId63"/>
                <a:stretch>
                  <a:fillRect/>
                </a:stretch>
              </p:blipFill>
              <p:spPr>
                <a:xfrm>
                  <a:off x="3136503" y="1319233"/>
                  <a:ext cx="90972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3" name="Ink 42">
                  <a:extLst>
                    <a:ext uri="{FF2B5EF4-FFF2-40B4-BE49-F238E27FC236}">
                      <a16:creationId xmlns:a16="http://schemas.microsoft.com/office/drawing/2014/main" id="{8F23FAB4-B3ED-E80A-6F8D-E3857611BE81}"/>
                    </a:ext>
                  </a:extLst>
                </p14:cNvPr>
                <p14:cNvContentPartPr/>
                <p14:nvPr/>
              </p14:nvContentPartPr>
              <p14:xfrm>
                <a:off x="3112023" y="747913"/>
                <a:ext cx="776160" cy="41040"/>
              </p14:xfrm>
            </p:contentPart>
          </mc:Choice>
          <mc:Fallback xmlns="">
            <p:pic>
              <p:nvPicPr>
                <p:cNvPr id="43" name="Ink 42">
                  <a:extLst>
                    <a:ext uri="{FF2B5EF4-FFF2-40B4-BE49-F238E27FC236}">
                      <a16:creationId xmlns:a16="http://schemas.microsoft.com/office/drawing/2014/main" id="{8F23FAB4-B3ED-E80A-6F8D-E3857611BE81}"/>
                    </a:ext>
                  </a:extLst>
                </p:cNvPr>
                <p:cNvPicPr/>
                <p:nvPr/>
              </p:nvPicPr>
              <p:blipFill>
                <a:blip r:embed="rId65"/>
                <a:stretch>
                  <a:fillRect/>
                </a:stretch>
              </p:blipFill>
              <p:spPr>
                <a:xfrm>
                  <a:off x="3094023" y="729913"/>
                  <a:ext cx="811800" cy="76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6">
            <p14:nvContentPartPr>
              <p14:cNvPr id="44" name="Ink 43">
                <a:extLst>
                  <a:ext uri="{FF2B5EF4-FFF2-40B4-BE49-F238E27FC236}">
                    <a16:creationId xmlns:a16="http://schemas.microsoft.com/office/drawing/2014/main" id="{BBE2BD83-0F81-A9A2-B6DA-853A2E98BAFA}"/>
                  </a:ext>
                </a:extLst>
              </p14:cNvPr>
              <p14:cNvContentPartPr/>
              <p14:nvPr/>
            </p14:nvContentPartPr>
            <p14:xfrm>
              <a:off x="4286703" y="750433"/>
              <a:ext cx="743040" cy="23760"/>
            </p14:xfrm>
          </p:contentPart>
        </mc:Choice>
        <mc:Fallback xmlns="">
          <p:pic>
            <p:nvPicPr>
              <p:cNvPr id="44" name="Ink 43">
                <a:extLst>
                  <a:ext uri="{FF2B5EF4-FFF2-40B4-BE49-F238E27FC236}">
                    <a16:creationId xmlns:a16="http://schemas.microsoft.com/office/drawing/2014/main" id="{BBE2BD83-0F81-A9A2-B6DA-853A2E98BAFA}"/>
                  </a:ext>
                </a:extLst>
              </p:cNvPr>
              <p:cNvPicPr/>
              <p:nvPr/>
            </p:nvPicPr>
            <p:blipFill>
              <a:blip r:embed="rId67"/>
              <a:stretch>
                <a:fillRect/>
              </a:stretch>
            </p:blipFill>
            <p:spPr>
              <a:xfrm>
                <a:off x="4268703" y="732433"/>
                <a:ext cx="77868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6" name="Ink 45">
                <a:extLst>
                  <a:ext uri="{FF2B5EF4-FFF2-40B4-BE49-F238E27FC236}">
                    <a16:creationId xmlns:a16="http://schemas.microsoft.com/office/drawing/2014/main" id="{C321F29F-0B9C-79EE-24C2-4077EB9DD7A8}"/>
                  </a:ext>
                </a:extLst>
              </p14:cNvPr>
              <p14:cNvContentPartPr/>
              <p14:nvPr/>
            </p14:nvContentPartPr>
            <p14:xfrm>
              <a:off x="10281063" y="950953"/>
              <a:ext cx="9720" cy="401400"/>
            </p14:xfrm>
          </p:contentPart>
        </mc:Choice>
        <mc:Fallback xmlns="">
          <p:pic>
            <p:nvPicPr>
              <p:cNvPr id="46" name="Ink 45">
                <a:extLst>
                  <a:ext uri="{FF2B5EF4-FFF2-40B4-BE49-F238E27FC236}">
                    <a16:creationId xmlns:a16="http://schemas.microsoft.com/office/drawing/2014/main" id="{C321F29F-0B9C-79EE-24C2-4077EB9DD7A8}"/>
                  </a:ext>
                </a:extLst>
              </p:cNvPr>
              <p:cNvPicPr/>
              <p:nvPr/>
            </p:nvPicPr>
            <p:blipFill>
              <a:blip r:embed="rId69"/>
              <a:stretch>
                <a:fillRect/>
              </a:stretch>
            </p:blipFill>
            <p:spPr>
              <a:xfrm>
                <a:off x="10263063" y="933313"/>
                <a:ext cx="45360" cy="437040"/>
              </a:xfrm>
              <a:prstGeom prst="rect">
                <a:avLst/>
              </a:prstGeom>
            </p:spPr>
          </p:pic>
        </mc:Fallback>
      </mc:AlternateContent>
      <p:grpSp>
        <p:nvGrpSpPr>
          <p:cNvPr id="49" name="Group 48">
            <a:extLst>
              <a:ext uri="{FF2B5EF4-FFF2-40B4-BE49-F238E27FC236}">
                <a16:creationId xmlns:a16="http://schemas.microsoft.com/office/drawing/2014/main" id="{4866FB11-AAF3-0E90-BBE7-57F4DDA103F0}"/>
              </a:ext>
            </a:extLst>
          </p:cNvPr>
          <p:cNvGrpSpPr/>
          <p:nvPr/>
        </p:nvGrpSpPr>
        <p:grpSpPr>
          <a:xfrm>
            <a:off x="10473663" y="1155433"/>
            <a:ext cx="119880" cy="22680"/>
            <a:chOff x="10473663" y="1155433"/>
            <a:chExt cx="119880" cy="22680"/>
          </a:xfrm>
        </p:grpSpPr>
        <mc:AlternateContent xmlns:mc="http://schemas.openxmlformats.org/markup-compatibility/2006" xmlns:p14="http://schemas.microsoft.com/office/powerpoint/2010/main">
          <mc:Choice Requires="p14">
            <p:contentPart p14:bwMode="auto" r:id="rId70">
              <p14:nvContentPartPr>
                <p14:cNvPr id="47" name="Ink 46">
                  <a:extLst>
                    <a:ext uri="{FF2B5EF4-FFF2-40B4-BE49-F238E27FC236}">
                      <a16:creationId xmlns:a16="http://schemas.microsoft.com/office/drawing/2014/main" id="{7D8120A2-9671-1279-4FBB-6F8221CF950C}"/>
                    </a:ext>
                  </a:extLst>
                </p14:cNvPr>
                <p14:cNvContentPartPr/>
                <p14:nvPr/>
              </p14:nvContentPartPr>
              <p14:xfrm>
                <a:off x="10473663" y="1155433"/>
                <a:ext cx="66240" cy="17640"/>
              </p14:xfrm>
            </p:contentPart>
          </mc:Choice>
          <mc:Fallback xmlns="">
            <p:pic>
              <p:nvPicPr>
                <p:cNvPr id="47" name="Ink 46">
                  <a:extLst>
                    <a:ext uri="{FF2B5EF4-FFF2-40B4-BE49-F238E27FC236}">
                      <a16:creationId xmlns:a16="http://schemas.microsoft.com/office/drawing/2014/main" id="{7D8120A2-9671-1279-4FBB-6F8221CF950C}"/>
                    </a:ext>
                  </a:extLst>
                </p:cNvPr>
                <p:cNvPicPr/>
                <p:nvPr/>
              </p:nvPicPr>
              <p:blipFill>
                <a:blip r:embed="rId71"/>
                <a:stretch>
                  <a:fillRect/>
                </a:stretch>
              </p:blipFill>
              <p:spPr>
                <a:xfrm>
                  <a:off x="10456023" y="1137433"/>
                  <a:ext cx="10188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8" name="Ink 47">
                  <a:extLst>
                    <a:ext uri="{FF2B5EF4-FFF2-40B4-BE49-F238E27FC236}">
                      <a16:creationId xmlns:a16="http://schemas.microsoft.com/office/drawing/2014/main" id="{3E5A26D6-428F-AD11-D127-471EF4DE99E8}"/>
                    </a:ext>
                  </a:extLst>
                </p14:cNvPr>
                <p14:cNvContentPartPr/>
                <p14:nvPr/>
              </p14:nvContentPartPr>
              <p14:xfrm>
                <a:off x="10480863" y="1169113"/>
                <a:ext cx="112680" cy="9000"/>
              </p14:xfrm>
            </p:contentPart>
          </mc:Choice>
          <mc:Fallback xmlns="">
            <p:pic>
              <p:nvPicPr>
                <p:cNvPr id="48" name="Ink 47">
                  <a:extLst>
                    <a:ext uri="{FF2B5EF4-FFF2-40B4-BE49-F238E27FC236}">
                      <a16:creationId xmlns:a16="http://schemas.microsoft.com/office/drawing/2014/main" id="{3E5A26D6-428F-AD11-D127-471EF4DE99E8}"/>
                    </a:ext>
                  </a:extLst>
                </p:cNvPr>
                <p:cNvPicPr/>
                <p:nvPr/>
              </p:nvPicPr>
              <p:blipFill>
                <a:blip r:embed="rId73"/>
                <a:stretch>
                  <a:fillRect/>
                </a:stretch>
              </p:blipFill>
              <p:spPr>
                <a:xfrm>
                  <a:off x="10462863" y="1151473"/>
                  <a:ext cx="148320" cy="44640"/>
                </a:xfrm>
                <a:prstGeom prst="rect">
                  <a:avLst/>
                </a:prstGeom>
              </p:spPr>
            </p:pic>
          </mc:Fallback>
        </mc:AlternateContent>
      </p:grpSp>
      <p:grpSp>
        <p:nvGrpSpPr>
          <p:cNvPr id="55" name="Group 54">
            <a:extLst>
              <a:ext uri="{FF2B5EF4-FFF2-40B4-BE49-F238E27FC236}">
                <a16:creationId xmlns:a16="http://schemas.microsoft.com/office/drawing/2014/main" id="{0D3D6CEA-4A9A-B2FA-BB1B-3071B7B3011F}"/>
              </a:ext>
            </a:extLst>
          </p:cNvPr>
          <p:cNvGrpSpPr/>
          <p:nvPr/>
        </p:nvGrpSpPr>
        <p:grpSpPr>
          <a:xfrm>
            <a:off x="10825383" y="1026553"/>
            <a:ext cx="603000" cy="299520"/>
            <a:chOff x="10825383" y="1026553"/>
            <a:chExt cx="603000" cy="299520"/>
          </a:xfrm>
        </p:grpSpPr>
        <mc:AlternateContent xmlns:mc="http://schemas.openxmlformats.org/markup-compatibility/2006" xmlns:p14="http://schemas.microsoft.com/office/powerpoint/2010/main">
          <mc:Choice Requires="p14">
            <p:contentPart p14:bwMode="auto" r:id="rId74">
              <p14:nvContentPartPr>
                <p14:cNvPr id="50" name="Ink 49">
                  <a:extLst>
                    <a:ext uri="{FF2B5EF4-FFF2-40B4-BE49-F238E27FC236}">
                      <a16:creationId xmlns:a16="http://schemas.microsoft.com/office/drawing/2014/main" id="{7D669882-67CD-0EFF-2496-C75559C5CABE}"/>
                    </a:ext>
                  </a:extLst>
                </p14:cNvPr>
                <p14:cNvContentPartPr/>
                <p14:nvPr/>
              </p14:nvContentPartPr>
              <p14:xfrm>
                <a:off x="10825383" y="1026553"/>
                <a:ext cx="45360" cy="299520"/>
              </p14:xfrm>
            </p:contentPart>
          </mc:Choice>
          <mc:Fallback xmlns="">
            <p:pic>
              <p:nvPicPr>
                <p:cNvPr id="50" name="Ink 49">
                  <a:extLst>
                    <a:ext uri="{FF2B5EF4-FFF2-40B4-BE49-F238E27FC236}">
                      <a16:creationId xmlns:a16="http://schemas.microsoft.com/office/drawing/2014/main" id="{7D669882-67CD-0EFF-2496-C75559C5CABE}"/>
                    </a:ext>
                  </a:extLst>
                </p:cNvPr>
                <p:cNvPicPr/>
                <p:nvPr/>
              </p:nvPicPr>
              <p:blipFill>
                <a:blip r:embed="rId75"/>
                <a:stretch>
                  <a:fillRect/>
                </a:stretch>
              </p:blipFill>
              <p:spPr>
                <a:xfrm>
                  <a:off x="10807743" y="1008553"/>
                  <a:ext cx="8100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1" name="Ink 50">
                  <a:extLst>
                    <a:ext uri="{FF2B5EF4-FFF2-40B4-BE49-F238E27FC236}">
                      <a16:creationId xmlns:a16="http://schemas.microsoft.com/office/drawing/2014/main" id="{6E9438E0-E551-1029-BCE1-48EE17E63EC9}"/>
                    </a:ext>
                  </a:extLst>
                </p14:cNvPr>
                <p14:cNvContentPartPr/>
                <p14:nvPr/>
              </p14:nvContentPartPr>
              <p14:xfrm>
                <a:off x="11001063" y="1154353"/>
                <a:ext cx="1800" cy="2880"/>
              </p14:xfrm>
            </p:contentPart>
          </mc:Choice>
          <mc:Fallback xmlns="">
            <p:pic>
              <p:nvPicPr>
                <p:cNvPr id="51" name="Ink 50">
                  <a:extLst>
                    <a:ext uri="{FF2B5EF4-FFF2-40B4-BE49-F238E27FC236}">
                      <a16:creationId xmlns:a16="http://schemas.microsoft.com/office/drawing/2014/main" id="{6E9438E0-E551-1029-BCE1-48EE17E63EC9}"/>
                    </a:ext>
                  </a:extLst>
                </p:cNvPr>
                <p:cNvPicPr/>
                <p:nvPr/>
              </p:nvPicPr>
              <p:blipFill>
                <a:blip r:embed="rId77"/>
                <a:stretch>
                  <a:fillRect/>
                </a:stretch>
              </p:blipFill>
              <p:spPr>
                <a:xfrm>
                  <a:off x="10983063" y="1136353"/>
                  <a:ext cx="374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2" name="Ink 51">
                  <a:extLst>
                    <a:ext uri="{FF2B5EF4-FFF2-40B4-BE49-F238E27FC236}">
                      <a16:creationId xmlns:a16="http://schemas.microsoft.com/office/drawing/2014/main" id="{322BFA95-0DE1-192F-A6C1-3152181ED64C}"/>
                    </a:ext>
                  </a:extLst>
                </p14:cNvPr>
                <p14:cNvContentPartPr/>
                <p14:nvPr/>
              </p14:nvContentPartPr>
              <p14:xfrm>
                <a:off x="11118063" y="1047793"/>
                <a:ext cx="136440" cy="32760"/>
              </p14:xfrm>
            </p:contentPart>
          </mc:Choice>
          <mc:Fallback xmlns="">
            <p:pic>
              <p:nvPicPr>
                <p:cNvPr id="52" name="Ink 51">
                  <a:extLst>
                    <a:ext uri="{FF2B5EF4-FFF2-40B4-BE49-F238E27FC236}">
                      <a16:creationId xmlns:a16="http://schemas.microsoft.com/office/drawing/2014/main" id="{322BFA95-0DE1-192F-A6C1-3152181ED64C}"/>
                    </a:ext>
                  </a:extLst>
                </p:cNvPr>
                <p:cNvPicPr/>
                <p:nvPr/>
              </p:nvPicPr>
              <p:blipFill>
                <a:blip r:embed="rId79"/>
                <a:stretch>
                  <a:fillRect/>
                </a:stretch>
              </p:blipFill>
              <p:spPr>
                <a:xfrm>
                  <a:off x="11100063" y="1029793"/>
                  <a:ext cx="17208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3" name="Ink 52">
                  <a:extLst>
                    <a:ext uri="{FF2B5EF4-FFF2-40B4-BE49-F238E27FC236}">
                      <a16:creationId xmlns:a16="http://schemas.microsoft.com/office/drawing/2014/main" id="{532F08E2-8B60-EE89-7562-8DF4D2ABFECF}"/>
                    </a:ext>
                  </a:extLst>
                </p14:cNvPr>
                <p14:cNvContentPartPr/>
                <p14:nvPr/>
              </p14:nvContentPartPr>
              <p14:xfrm>
                <a:off x="11104383" y="1061113"/>
                <a:ext cx="92520" cy="175320"/>
              </p14:xfrm>
            </p:contentPart>
          </mc:Choice>
          <mc:Fallback xmlns="">
            <p:pic>
              <p:nvPicPr>
                <p:cNvPr id="53" name="Ink 52">
                  <a:extLst>
                    <a:ext uri="{FF2B5EF4-FFF2-40B4-BE49-F238E27FC236}">
                      <a16:creationId xmlns:a16="http://schemas.microsoft.com/office/drawing/2014/main" id="{532F08E2-8B60-EE89-7562-8DF4D2ABFECF}"/>
                    </a:ext>
                  </a:extLst>
                </p:cNvPr>
                <p:cNvPicPr/>
                <p:nvPr/>
              </p:nvPicPr>
              <p:blipFill>
                <a:blip r:embed="rId81"/>
                <a:stretch>
                  <a:fillRect/>
                </a:stretch>
              </p:blipFill>
              <p:spPr>
                <a:xfrm>
                  <a:off x="11086383" y="1043113"/>
                  <a:ext cx="1281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4" name="Ink 53">
                  <a:extLst>
                    <a:ext uri="{FF2B5EF4-FFF2-40B4-BE49-F238E27FC236}">
                      <a16:creationId xmlns:a16="http://schemas.microsoft.com/office/drawing/2014/main" id="{E61D712A-EBB1-02C2-ECA1-7818C64A5709}"/>
                    </a:ext>
                  </a:extLst>
                </p14:cNvPr>
                <p14:cNvContentPartPr/>
                <p14:nvPr/>
              </p14:nvContentPartPr>
              <p14:xfrm>
                <a:off x="11289063" y="1122313"/>
                <a:ext cx="139320" cy="172800"/>
              </p14:xfrm>
            </p:contentPart>
          </mc:Choice>
          <mc:Fallback xmlns="">
            <p:pic>
              <p:nvPicPr>
                <p:cNvPr id="54" name="Ink 53">
                  <a:extLst>
                    <a:ext uri="{FF2B5EF4-FFF2-40B4-BE49-F238E27FC236}">
                      <a16:creationId xmlns:a16="http://schemas.microsoft.com/office/drawing/2014/main" id="{E61D712A-EBB1-02C2-ECA1-7818C64A5709}"/>
                    </a:ext>
                  </a:extLst>
                </p:cNvPr>
                <p:cNvPicPr/>
                <p:nvPr/>
              </p:nvPicPr>
              <p:blipFill>
                <a:blip r:embed="rId83"/>
                <a:stretch>
                  <a:fillRect/>
                </a:stretch>
              </p:blipFill>
              <p:spPr>
                <a:xfrm>
                  <a:off x="11271063" y="1104673"/>
                  <a:ext cx="174960" cy="208440"/>
                </a:xfrm>
                <a:prstGeom prst="rect">
                  <a:avLst/>
                </a:prstGeom>
              </p:spPr>
            </p:pic>
          </mc:Fallback>
        </mc:AlternateContent>
      </p:grpSp>
      <p:grpSp>
        <p:nvGrpSpPr>
          <p:cNvPr id="63" name="Group 62">
            <a:extLst>
              <a:ext uri="{FF2B5EF4-FFF2-40B4-BE49-F238E27FC236}">
                <a16:creationId xmlns:a16="http://schemas.microsoft.com/office/drawing/2014/main" id="{B2A6216F-F81C-4E85-8C7B-05F113F4493C}"/>
              </a:ext>
            </a:extLst>
          </p:cNvPr>
          <p:cNvGrpSpPr/>
          <p:nvPr/>
        </p:nvGrpSpPr>
        <p:grpSpPr>
          <a:xfrm>
            <a:off x="8937903" y="1088473"/>
            <a:ext cx="636840" cy="350640"/>
            <a:chOff x="8937903" y="1088473"/>
            <a:chExt cx="636840" cy="350640"/>
          </a:xfrm>
        </p:grpSpPr>
        <mc:AlternateContent xmlns:mc="http://schemas.openxmlformats.org/markup-compatibility/2006" xmlns:p14="http://schemas.microsoft.com/office/powerpoint/2010/main">
          <mc:Choice Requires="p14">
            <p:contentPart p14:bwMode="auto" r:id="rId84">
              <p14:nvContentPartPr>
                <p14:cNvPr id="56" name="Ink 55">
                  <a:extLst>
                    <a:ext uri="{FF2B5EF4-FFF2-40B4-BE49-F238E27FC236}">
                      <a16:creationId xmlns:a16="http://schemas.microsoft.com/office/drawing/2014/main" id="{16853B12-8C16-5A94-C5CA-857D8E902506}"/>
                    </a:ext>
                  </a:extLst>
                </p14:cNvPr>
                <p14:cNvContentPartPr/>
                <p14:nvPr/>
              </p14:nvContentPartPr>
              <p14:xfrm>
                <a:off x="8937903" y="1088473"/>
                <a:ext cx="36000" cy="269640"/>
              </p14:xfrm>
            </p:contentPart>
          </mc:Choice>
          <mc:Fallback xmlns="">
            <p:pic>
              <p:nvPicPr>
                <p:cNvPr id="56" name="Ink 55">
                  <a:extLst>
                    <a:ext uri="{FF2B5EF4-FFF2-40B4-BE49-F238E27FC236}">
                      <a16:creationId xmlns:a16="http://schemas.microsoft.com/office/drawing/2014/main" id="{16853B12-8C16-5A94-C5CA-857D8E902506}"/>
                    </a:ext>
                  </a:extLst>
                </p:cNvPr>
                <p:cNvPicPr/>
                <p:nvPr/>
              </p:nvPicPr>
              <p:blipFill>
                <a:blip r:embed="rId85"/>
                <a:stretch>
                  <a:fillRect/>
                </a:stretch>
              </p:blipFill>
              <p:spPr>
                <a:xfrm>
                  <a:off x="8920263" y="1070833"/>
                  <a:ext cx="7164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7" name="Ink 56">
                  <a:extLst>
                    <a:ext uri="{FF2B5EF4-FFF2-40B4-BE49-F238E27FC236}">
                      <a16:creationId xmlns:a16="http://schemas.microsoft.com/office/drawing/2014/main" id="{B688689A-B30A-A660-3041-306EF6A2354E}"/>
                    </a:ext>
                  </a:extLst>
                </p14:cNvPr>
                <p14:cNvContentPartPr/>
                <p14:nvPr/>
              </p14:nvContentPartPr>
              <p14:xfrm>
                <a:off x="9056703" y="1200433"/>
                <a:ext cx="68760" cy="150480"/>
              </p14:xfrm>
            </p:contentPart>
          </mc:Choice>
          <mc:Fallback xmlns="">
            <p:pic>
              <p:nvPicPr>
                <p:cNvPr id="57" name="Ink 56">
                  <a:extLst>
                    <a:ext uri="{FF2B5EF4-FFF2-40B4-BE49-F238E27FC236}">
                      <a16:creationId xmlns:a16="http://schemas.microsoft.com/office/drawing/2014/main" id="{B688689A-B30A-A660-3041-306EF6A2354E}"/>
                    </a:ext>
                  </a:extLst>
                </p:cNvPr>
                <p:cNvPicPr/>
                <p:nvPr/>
              </p:nvPicPr>
              <p:blipFill>
                <a:blip r:embed="rId87"/>
                <a:stretch>
                  <a:fillRect/>
                </a:stretch>
              </p:blipFill>
              <p:spPr>
                <a:xfrm>
                  <a:off x="9039063" y="1182793"/>
                  <a:ext cx="10440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8" name="Ink 57">
                  <a:extLst>
                    <a:ext uri="{FF2B5EF4-FFF2-40B4-BE49-F238E27FC236}">
                      <a16:creationId xmlns:a16="http://schemas.microsoft.com/office/drawing/2014/main" id="{E8E3BF29-4AA2-C65E-8942-2153B15914C7}"/>
                    </a:ext>
                  </a:extLst>
                </p14:cNvPr>
                <p14:cNvContentPartPr/>
                <p14:nvPr/>
              </p14:nvContentPartPr>
              <p14:xfrm>
                <a:off x="9231303" y="1212313"/>
                <a:ext cx="135720" cy="93240"/>
              </p14:xfrm>
            </p:contentPart>
          </mc:Choice>
          <mc:Fallback xmlns="">
            <p:pic>
              <p:nvPicPr>
                <p:cNvPr id="58" name="Ink 57">
                  <a:extLst>
                    <a:ext uri="{FF2B5EF4-FFF2-40B4-BE49-F238E27FC236}">
                      <a16:creationId xmlns:a16="http://schemas.microsoft.com/office/drawing/2014/main" id="{E8E3BF29-4AA2-C65E-8942-2153B15914C7}"/>
                    </a:ext>
                  </a:extLst>
                </p:cNvPr>
                <p:cNvPicPr/>
                <p:nvPr/>
              </p:nvPicPr>
              <p:blipFill>
                <a:blip r:embed="rId89"/>
                <a:stretch>
                  <a:fillRect/>
                </a:stretch>
              </p:blipFill>
              <p:spPr>
                <a:xfrm>
                  <a:off x="9213663" y="1194673"/>
                  <a:ext cx="17136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9" name="Ink 58">
                  <a:extLst>
                    <a:ext uri="{FF2B5EF4-FFF2-40B4-BE49-F238E27FC236}">
                      <a16:creationId xmlns:a16="http://schemas.microsoft.com/office/drawing/2014/main" id="{9BEE7D0D-F031-BE92-4178-8CCAEBD01271}"/>
                    </a:ext>
                  </a:extLst>
                </p14:cNvPr>
                <p14:cNvContentPartPr/>
                <p14:nvPr/>
              </p14:nvContentPartPr>
              <p14:xfrm>
                <a:off x="9480783" y="1204753"/>
                <a:ext cx="93960" cy="234360"/>
              </p14:xfrm>
            </p:contentPart>
          </mc:Choice>
          <mc:Fallback xmlns="">
            <p:pic>
              <p:nvPicPr>
                <p:cNvPr id="59" name="Ink 58">
                  <a:extLst>
                    <a:ext uri="{FF2B5EF4-FFF2-40B4-BE49-F238E27FC236}">
                      <a16:creationId xmlns:a16="http://schemas.microsoft.com/office/drawing/2014/main" id="{9BEE7D0D-F031-BE92-4178-8CCAEBD01271}"/>
                    </a:ext>
                  </a:extLst>
                </p:cNvPr>
                <p:cNvPicPr/>
                <p:nvPr/>
              </p:nvPicPr>
              <p:blipFill>
                <a:blip r:embed="rId91"/>
                <a:stretch>
                  <a:fillRect/>
                </a:stretch>
              </p:blipFill>
              <p:spPr>
                <a:xfrm>
                  <a:off x="9462783" y="1186753"/>
                  <a:ext cx="129600" cy="270000"/>
                </a:xfrm>
                <a:prstGeom prst="rect">
                  <a:avLst/>
                </a:prstGeom>
              </p:spPr>
            </p:pic>
          </mc:Fallback>
        </mc:AlternateContent>
      </p:grpSp>
      <p:grpSp>
        <p:nvGrpSpPr>
          <p:cNvPr id="62" name="Group 61">
            <a:extLst>
              <a:ext uri="{FF2B5EF4-FFF2-40B4-BE49-F238E27FC236}">
                <a16:creationId xmlns:a16="http://schemas.microsoft.com/office/drawing/2014/main" id="{161FEC3B-BA53-5425-6F7F-FD69D6A8A476}"/>
              </a:ext>
            </a:extLst>
          </p:cNvPr>
          <p:cNvGrpSpPr/>
          <p:nvPr/>
        </p:nvGrpSpPr>
        <p:grpSpPr>
          <a:xfrm>
            <a:off x="9806583" y="1216273"/>
            <a:ext cx="363600" cy="167040"/>
            <a:chOff x="9806583" y="1216273"/>
            <a:chExt cx="363600" cy="167040"/>
          </a:xfrm>
        </p:grpSpPr>
        <mc:AlternateContent xmlns:mc="http://schemas.openxmlformats.org/markup-compatibility/2006" xmlns:p14="http://schemas.microsoft.com/office/powerpoint/2010/main">
          <mc:Choice Requires="p14">
            <p:contentPart p14:bwMode="auto" r:id="rId92">
              <p14:nvContentPartPr>
                <p14:cNvPr id="60" name="Ink 59">
                  <a:extLst>
                    <a:ext uri="{FF2B5EF4-FFF2-40B4-BE49-F238E27FC236}">
                      <a16:creationId xmlns:a16="http://schemas.microsoft.com/office/drawing/2014/main" id="{68D72D71-F556-6E7E-CDE7-6715F9617611}"/>
                    </a:ext>
                  </a:extLst>
                </p14:cNvPr>
                <p14:cNvContentPartPr/>
                <p14:nvPr/>
              </p14:nvContentPartPr>
              <p14:xfrm>
                <a:off x="9806583" y="1292233"/>
                <a:ext cx="311040" cy="26640"/>
              </p14:xfrm>
            </p:contentPart>
          </mc:Choice>
          <mc:Fallback xmlns="">
            <p:pic>
              <p:nvPicPr>
                <p:cNvPr id="60" name="Ink 59">
                  <a:extLst>
                    <a:ext uri="{FF2B5EF4-FFF2-40B4-BE49-F238E27FC236}">
                      <a16:creationId xmlns:a16="http://schemas.microsoft.com/office/drawing/2014/main" id="{68D72D71-F556-6E7E-CDE7-6715F9617611}"/>
                    </a:ext>
                  </a:extLst>
                </p:cNvPr>
                <p:cNvPicPr/>
                <p:nvPr/>
              </p:nvPicPr>
              <p:blipFill>
                <a:blip r:embed="rId93"/>
                <a:stretch>
                  <a:fillRect/>
                </a:stretch>
              </p:blipFill>
              <p:spPr>
                <a:xfrm>
                  <a:off x="9788583" y="1274233"/>
                  <a:ext cx="34668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1" name="Ink 60">
                  <a:extLst>
                    <a:ext uri="{FF2B5EF4-FFF2-40B4-BE49-F238E27FC236}">
                      <a16:creationId xmlns:a16="http://schemas.microsoft.com/office/drawing/2014/main" id="{B9FD0C33-26B6-7948-EB0A-249E7AB0E0F6}"/>
                    </a:ext>
                  </a:extLst>
                </p14:cNvPr>
                <p14:cNvContentPartPr/>
                <p14:nvPr/>
              </p14:nvContentPartPr>
              <p14:xfrm>
                <a:off x="10062543" y="1216273"/>
                <a:ext cx="107640" cy="167040"/>
              </p14:xfrm>
            </p:contentPart>
          </mc:Choice>
          <mc:Fallback xmlns="">
            <p:pic>
              <p:nvPicPr>
                <p:cNvPr id="61" name="Ink 60">
                  <a:extLst>
                    <a:ext uri="{FF2B5EF4-FFF2-40B4-BE49-F238E27FC236}">
                      <a16:creationId xmlns:a16="http://schemas.microsoft.com/office/drawing/2014/main" id="{B9FD0C33-26B6-7948-EB0A-249E7AB0E0F6}"/>
                    </a:ext>
                  </a:extLst>
                </p:cNvPr>
                <p:cNvPicPr/>
                <p:nvPr/>
              </p:nvPicPr>
              <p:blipFill>
                <a:blip r:embed="rId95"/>
                <a:stretch>
                  <a:fillRect/>
                </a:stretch>
              </p:blipFill>
              <p:spPr>
                <a:xfrm>
                  <a:off x="10044903" y="1198273"/>
                  <a:ext cx="143280" cy="202680"/>
                </a:xfrm>
                <a:prstGeom prst="rect">
                  <a:avLst/>
                </a:prstGeom>
              </p:spPr>
            </p:pic>
          </mc:Fallback>
        </mc:AlternateContent>
      </p:grpSp>
      <p:grpSp>
        <p:nvGrpSpPr>
          <p:cNvPr id="70" name="Group 69">
            <a:extLst>
              <a:ext uri="{FF2B5EF4-FFF2-40B4-BE49-F238E27FC236}">
                <a16:creationId xmlns:a16="http://schemas.microsoft.com/office/drawing/2014/main" id="{E8BE2569-4766-CB31-97E4-4A648EFE5867}"/>
              </a:ext>
            </a:extLst>
          </p:cNvPr>
          <p:cNvGrpSpPr/>
          <p:nvPr/>
        </p:nvGrpSpPr>
        <p:grpSpPr>
          <a:xfrm>
            <a:off x="10146783" y="1614793"/>
            <a:ext cx="662400" cy="282240"/>
            <a:chOff x="10146783" y="1614793"/>
            <a:chExt cx="662400" cy="282240"/>
          </a:xfrm>
        </p:grpSpPr>
        <mc:AlternateContent xmlns:mc="http://schemas.openxmlformats.org/markup-compatibility/2006" xmlns:p14="http://schemas.microsoft.com/office/powerpoint/2010/main">
          <mc:Choice Requires="p14">
            <p:contentPart p14:bwMode="auto" r:id="rId96">
              <p14:nvContentPartPr>
                <p14:cNvPr id="64" name="Ink 63">
                  <a:extLst>
                    <a:ext uri="{FF2B5EF4-FFF2-40B4-BE49-F238E27FC236}">
                      <a16:creationId xmlns:a16="http://schemas.microsoft.com/office/drawing/2014/main" id="{7F33FE86-3B81-F4C6-AC4B-307A95ADBD66}"/>
                    </a:ext>
                  </a:extLst>
                </p14:cNvPr>
                <p14:cNvContentPartPr/>
                <p14:nvPr/>
              </p14:nvContentPartPr>
              <p14:xfrm>
                <a:off x="10146783" y="1693633"/>
                <a:ext cx="110520" cy="203400"/>
              </p14:xfrm>
            </p:contentPart>
          </mc:Choice>
          <mc:Fallback xmlns="">
            <p:pic>
              <p:nvPicPr>
                <p:cNvPr id="64" name="Ink 63">
                  <a:extLst>
                    <a:ext uri="{FF2B5EF4-FFF2-40B4-BE49-F238E27FC236}">
                      <a16:creationId xmlns:a16="http://schemas.microsoft.com/office/drawing/2014/main" id="{7F33FE86-3B81-F4C6-AC4B-307A95ADBD66}"/>
                    </a:ext>
                  </a:extLst>
                </p:cNvPr>
                <p:cNvPicPr/>
                <p:nvPr/>
              </p:nvPicPr>
              <p:blipFill>
                <a:blip r:embed="rId97"/>
                <a:stretch>
                  <a:fillRect/>
                </a:stretch>
              </p:blipFill>
              <p:spPr>
                <a:xfrm>
                  <a:off x="10129143" y="1675633"/>
                  <a:ext cx="14616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5" name="Ink 64">
                  <a:extLst>
                    <a:ext uri="{FF2B5EF4-FFF2-40B4-BE49-F238E27FC236}">
                      <a16:creationId xmlns:a16="http://schemas.microsoft.com/office/drawing/2014/main" id="{87CD0B54-D9EB-B3DB-EB6A-9034DF91FABD}"/>
                    </a:ext>
                  </a:extLst>
                </p14:cNvPr>
                <p14:cNvContentPartPr/>
                <p14:nvPr/>
              </p14:nvContentPartPr>
              <p14:xfrm>
                <a:off x="10313103" y="1711993"/>
                <a:ext cx="120240" cy="132840"/>
              </p14:xfrm>
            </p:contentPart>
          </mc:Choice>
          <mc:Fallback xmlns="">
            <p:pic>
              <p:nvPicPr>
                <p:cNvPr id="65" name="Ink 64">
                  <a:extLst>
                    <a:ext uri="{FF2B5EF4-FFF2-40B4-BE49-F238E27FC236}">
                      <a16:creationId xmlns:a16="http://schemas.microsoft.com/office/drawing/2014/main" id="{87CD0B54-D9EB-B3DB-EB6A-9034DF91FABD}"/>
                    </a:ext>
                  </a:extLst>
                </p:cNvPr>
                <p:cNvPicPr/>
                <p:nvPr/>
              </p:nvPicPr>
              <p:blipFill>
                <a:blip r:embed="rId99"/>
                <a:stretch>
                  <a:fillRect/>
                </a:stretch>
              </p:blipFill>
              <p:spPr>
                <a:xfrm>
                  <a:off x="10295103" y="1694353"/>
                  <a:ext cx="15588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6" name="Ink 65">
                  <a:extLst>
                    <a:ext uri="{FF2B5EF4-FFF2-40B4-BE49-F238E27FC236}">
                      <a16:creationId xmlns:a16="http://schemas.microsoft.com/office/drawing/2014/main" id="{6AC0E84A-EB65-746E-05C1-B33FAD561466}"/>
                    </a:ext>
                  </a:extLst>
                </p14:cNvPr>
                <p14:cNvContentPartPr/>
                <p14:nvPr/>
              </p14:nvContentPartPr>
              <p14:xfrm>
                <a:off x="10520463" y="1760233"/>
                <a:ext cx="66240" cy="81720"/>
              </p14:xfrm>
            </p:contentPart>
          </mc:Choice>
          <mc:Fallback xmlns="">
            <p:pic>
              <p:nvPicPr>
                <p:cNvPr id="66" name="Ink 65">
                  <a:extLst>
                    <a:ext uri="{FF2B5EF4-FFF2-40B4-BE49-F238E27FC236}">
                      <a16:creationId xmlns:a16="http://schemas.microsoft.com/office/drawing/2014/main" id="{6AC0E84A-EB65-746E-05C1-B33FAD561466}"/>
                    </a:ext>
                  </a:extLst>
                </p:cNvPr>
                <p:cNvPicPr/>
                <p:nvPr/>
              </p:nvPicPr>
              <p:blipFill>
                <a:blip r:embed="rId101"/>
                <a:stretch>
                  <a:fillRect/>
                </a:stretch>
              </p:blipFill>
              <p:spPr>
                <a:xfrm>
                  <a:off x="10502823" y="1742233"/>
                  <a:ext cx="1018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7" name="Ink 66">
                  <a:extLst>
                    <a:ext uri="{FF2B5EF4-FFF2-40B4-BE49-F238E27FC236}">
                      <a16:creationId xmlns:a16="http://schemas.microsoft.com/office/drawing/2014/main" id="{97170649-5C8F-93C3-89AD-CB03137722AF}"/>
                    </a:ext>
                  </a:extLst>
                </p14:cNvPr>
                <p14:cNvContentPartPr/>
                <p14:nvPr/>
              </p14:nvContentPartPr>
              <p14:xfrm>
                <a:off x="10609743" y="1730353"/>
                <a:ext cx="57600" cy="91800"/>
              </p14:xfrm>
            </p:contentPart>
          </mc:Choice>
          <mc:Fallback xmlns="">
            <p:pic>
              <p:nvPicPr>
                <p:cNvPr id="67" name="Ink 66">
                  <a:extLst>
                    <a:ext uri="{FF2B5EF4-FFF2-40B4-BE49-F238E27FC236}">
                      <a16:creationId xmlns:a16="http://schemas.microsoft.com/office/drawing/2014/main" id="{97170649-5C8F-93C3-89AD-CB03137722AF}"/>
                    </a:ext>
                  </a:extLst>
                </p:cNvPr>
                <p:cNvPicPr/>
                <p:nvPr/>
              </p:nvPicPr>
              <p:blipFill>
                <a:blip r:embed="rId103"/>
                <a:stretch>
                  <a:fillRect/>
                </a:stretch>
              </p:blipFill>
              <p:spPr>
                <a:xfrm>
                  <a:off x="10591743" y="1712353"/>
                  <a:ext cx="932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8" name="Ink 67">
                  <a:extLst>
                    <a:ext uri="{FF2B5EF4-FFF2-40B4-BE49-F238E27FC236}">
                      <a16:creationId xmlns:a16="http://schemas.microsoft.com/office/drawing/2014/main" id="{F05FAC85-3E33-9343-99F9-D95DEDC9887B}"/>
                    </a:ext>
                  </a:extLst>
                </p14:cNvPr>
                <p14:cNvContentPartPr/>
                <p14:nvPr/>
              </p14:nvContentPartPr>
              <p14:xfrm>
                <a:off x="10755903" y="1614793"/>
                <a:ext cx="26640" cy="224640"/>
              </p14:xfrm>
            </p:contentPart>
          </mc:Choice>
          <mc:Fallback xmlns="">
            <p:pic>
              <p:nvPicPr>
                <p:cNvPr id="68" name="Ink 67">
                  <a:extLst>
                    <a:ext uri="{FF2B5EF4-FFF2-40B4-BE49-F238E27FC236}">
                      <a16:creationId xmlns:a16="http://schemas.microsoft.com/office/drawing/2014/main" id="{F05FAC85-3E33-9343-99F9-D95DEDC9887B}"/>
                    </a:ext>
                  </a:extLst>
                </p:cNvPr>
                <p:cNvPicPr/>
                <p:nvPr/>
              </p:nvPicPr>
              <p:blipFill>
                <a:blip r:embed="rId105"/>
                <a:stretch>
                  <a:fillRect/>
                </a:stretch>
              </p:blipFill>
              <p:spPr>
                <a:xfrm>
                  <a:off x="10737903" y="1597153"/>
                  <a:ext cx="6228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9" name="Ink 68">
                  <a:extLst>
                    <a:ext uri="{FF2B5EF4-FFF2-40B4-BE49-F238E27FC236}">
                      <a16:creationId xmlns:a16="http://schemas.microsoft.com/office/drawing/2014/main" id="{6FDD4FCC-D9FB-6FEE-2CDB-7A539C1E3FC2}"/>
                    </a:ext>
                  </a:extLst>
                </p14:cNvPr>
                <p14:cNvContentPartPr/>
                <p14:nvPr/>
              </p14:nvContentPartPr>
              <p14:xfrm>
                <a:off x="10715223" y="1742953"/>
                <a:ext cx="93960" cy="57600"/>
              </p14:xfrm>
            </p:contentPart>
          </mc:Choice>
          <mc:Fallback xmlns="">
            <p:pic>
              <p:nvPicPr>
                <p:cNvPr id="69" name="Ink 68">
                  <a:extLst>
                    <a:ext uri="{FF2B5EF4-FFF2-40B4-BE49-F238E27FC236}">
                      <a16:creationId xmlns:a16="http://schemas.microsoft.com/office/drawing/2014/main" id="{6FDD4FCC-D9FB-6FEE-2CDB-7A539C1E3FC2}"/>
                    </a:ext>
                  </a:extLst>
                </p:cNvPr>
                <p:cNvPicPr/>
                <p:nvPr/>
              </p:nvPicPr>
              <p:blipFill>
                <a:blip r:embed="rId107"/>
                <a:stretch>
                  <a:fillRect/>
                </a:stretch>
              </p:blipFill>
              <p:spPr>
                <a:xfrm>
                  <a:off x="10697583" y="1724953"/>
                  <a:ext cx="129600" cy="93240"/>
                </a:xfrm>
                <a:prstGeom prst="rect">
                  <a:avLst/>
                </a:prstGeom>
              </p:spPr>
            </p:pic>
          </mc:Fallback>
        </mc:AlternateContent>
      </p:grpSp>
      <p:grpSp>
        <p:nvGrpSpPr>
          <p:cNvPr id="80" name="Group 79">
            <a:extLst>
              <a:ext uri="{FF2B5EF4-FFF2-40B4-BE49-F238E27FC236}">
                <a16:creationId xmlns:a16="http://schemas.microsoft.com/office/drawing/2014/main" id="{5B5BE97C-C6AC-5F84-BD02-A3108C9D78A6}"/>
              </a:ext>
            </a:extLst>
          </p:cNvPr>
          <p:cNvGrpSpPr/>
          <p:nvPr/>
        </p:nvGrpSpPr>
        <p:grpSpPr>
          <a:xfrm>
            <a:off x="10599663" y="2029513"/>
            <a:ext cx="572040" cy="205920"/>
            <a:chOff x="10599663" y="2029513"/>
            <a:chExt cx="572040" cy="205920"/>
          </a:xfrm>
        </p:grpSpPr>
        <mc:AlternateContent xmlns:mc="http://schemas.openxmlformats.org/markup-compatibility/2006" xmlns:p14="http://schemas.microsoft.com/office/powerpoint/2010/main">
          <mc:Choice Requires="p14">
            <p:contentPart p14:bwMode="auto" r:id="rId108">
              <p14:nvContentPartPr>
                <p14:cNvPr id="71" name="Ink 70">
                  <a:extLst>
                    <a:ext uri="{FF2B5EF4-FFF2-40B4-BE49-F238E27FC236}">
                      <a16:creationId xmlns:a16="http://schemas.microsoft.com/office/drawing/2014/main" id="{41DC72CC-61DC-6D9C-EF20-D5994E6DBF18}"/>
                    </a:ext>
                  </a:extLst>
                </p14:cNvPr>
                <p14:cNvContentPartPr/>
                <p14:nvPr/>
              </p14:nvContentPartPr>
              <p14:xfrm>
                <a:off x="10599663" y="2100073"/>
                <a:ext cx="272160" cy="19080"/>
              </p14:xfrm>
            </p:contentPart>
          </mc:Choice>
          <mc:Fallback xmlns="">
            <p:pic>
              <p:nvPicPr>
                <p:cNvPr id="71" name="Ink 70">
                  <a:extLst>
                    <a:ext uri="{FF2B5EF4-FFF2-40B4-BE49-F238E27FC236}">
                      <a16:creationId xmlns:a16="http://schemas.microsoft.com/office/drawing/2014/main" id="{41DC72CC-61DC-6D9C-EF20-D5994E6DBF18}"/>
                    </a:ext>
                  </a:extLst>
                </p:cNvPr>
                <p:cNvPicPr/>
                <p:nvPr/>
              </p:nvPicPr>
              <p:blipFill>
                <a:blip r:embed="rId109"/>
                <a:stretch>
                  <a:fillRect/>
                </a:stretch>
              </p:blipFill>
              <p:spPr>
                <a:xfrm>
                  <a:off x="10582023" y="2082433"/>
                  <a:ext cx="30780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2" name="Ink 71">
                  <a:extLst>
                    <a:ext uri="{FF2B5EF4-FFF2-40B4-BE49-F238E27FC236}">
                      <a16:creationId xmlns:a16="http://schemas.microsoft.com/office/drawing/2014/main" id="{E9DF5BF5-621E-4CDE-F61D-BB8D15EA3A70}"/>
                    </a:ext>
                  </a:extLst>
                </p14:cNvPr>
                <p14:cNvContentPartPr/>
                <p14:nvPr/>
              </p14:nvContentPartPr>
              <p14:xfrm>
                <a:off x="10831143" y="2046793"/>
                <a:ext cx="97560" cy="132840"/>
              </p14:xfrm>
            </p:contentPart>
          </mc:Choice>
          <mc:Fallback xmlns="">
            <p:pic>
              <p:nvPicPr>
                <p:cNvPr id="72" name="Ink 71">
                  <a:extLst>
                    <a:ext uri="{FF2B5EF4-FFF2-40B4-BE49-F238E27FC236}">
                      <a16:creationId xmlns:a16="http://schemas.microsoft.com/office/drawing/2014/main" id="{E9DF5BF5-621E-4CDE-F61D-BB8D15EA3A70}"/>
                    </a:ext>
                  </a:extLst>
                </p:cNvPr>
                <p:cNvPicPr/>
                <p:nvPr/>
              </p:nvPicPr>
              <p:blipFill>
                <a:blip r:embed="rId111"/>
                <a:stretch>
                  <a:fillRect/>
                </a:stretch>
              </p:blipFill>
              <p:spPr>
                <a:xfrm>
                  <a:off x="10813503" y="2028793"/>
                  <a:ext cx="13320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3" name="Ink 72">
                  <a:extLst>
                    <a:ext uri="{FF2B5EF4-FFF2-40B4-BE49-F238E27FC236}">
                      <a16:creationId xmlns:a16="http://schemas.microsoft.com/office/drawing/2014/main" id="{77C04DCF-42B5-A36B-3214-020CB135CD81}"/>
                    </a:ext>
                  </a:extLst>
                </p14:cNvPr>
                <p14:cNvContentPartPr/>
                <p14:nvPr/>
              </p14:nvContentPartPr>
              <p14:xfrm>
                <a:off x="11049663" y="2029513"/>
                <a:ext cx="122040" cy="205920"/>
              </p14:xfrm>
            </p:contentPart>
          </mc:Choice>
          <mc:Fallback xmlns="">
            <p:pic>
              <p:nvPicPr>
                <p:cNvPr id="73" name="Ink 72">
                  <a:extLst>
                    <a:ext uri="{FF2B5EF4-FFF2-40B4-BE49-F238E27FC236}">
                      <a16:creationId xmlns:a16="http://schemas.microsoft.com/office/drawing/2014/main" id="{77C04DCF-42B5-A36B-3214-020CB135CD81}"/>
                    </a:ext>
                  </a:extLst>
                </p:cNvPr>
                <p:cNvPicPr/>
                <p:nvPr/>
              </p:nvPicPr>
              <p:blipFill>
                <a:blip r:embed="rId113"/>
                <a:stretch>
                  <a:fillRect/>
                </a:stretch>
              </p:blipFill>
              <p:spPr>
                <a:xfrm>
                  <a:off x="11032023" y="2011513"/>
                  <a:ext cx="157680" cy="241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4">
            <p14:nvContentPartPr>
              <p14:cNvPr id="74" name="Ink 73">
                <a:extLst>
                  <a:ext uri="{FF2B5EF4-FFF2-40B4-BE49-F238E27FC236}">
                    <a16:creationId xmlns:a16="http://schemas.microsoft.com/office/drawing/2014/main" id="{9823DE9B-6F96-0418-365E-4DF7313BF088}"/>
                  </a:ext>
                </a:extLst>
              </p14:cNvPr>
              <p14:cNvContentPartPr/>
              <p14:nvPr/>
            </p14:nvContentPartPr>
            <p14:xfrm>
              <a:off x="11369343" y="2119513"/>
              <a:ext cx="142920" cy="6840"/>
            </p14:xfrm>
          </p:contentPart>
        </mc:Choice>
        <mc:Fallback xmlns="">
          <p:pic>
            <p:nvPicPr>
              <p:cNvPr id="74" name="Ink 73">
                <a:extLst>
                  <a:ext uri="{FF2B5EF4-FFF2-40B4-BE49-F238E27FC236}">
                    <a16:creationId xmlns:a16="http://schemas.microsoft.com/office/drawing/2014/main" id="{9823DE9B-6F96-0418-365E-4DF7313BF088}"/>
                  </a:ext>
                </a:extLst>
              </p:cNvPr>
              <p:cNvPicPr/>
              <p:nvPr/>
            </p:nvPicPr>
            <p:blipFill>
              <a:blip r:embed="rId115"/>
              <a:stretch>
                <a:fillRect/>
              </a:stretch>
            </p:blipFill>
            <p:spPr>
              <a:xfrm>
                <a:off x="11351343" y="2101873"/>
                <a:ext cx="178560" cy="42480"/>
              </a:xfrm>
              <a:prstGeom prst="rect">
                <a:avLst/>
              </a:prstGeom>
            </p:spPr>
          </p:pic>
        </mc:Fallback>
      </mc:AlternateContent>
      <p:grpSp>
        <p:nvGrpSpPr>
          <p:cNvPr id="79" name="Group 78">
            <a:extLst>
              <a:ext uri="{FF2B5EF4-FFF2-40B4-BE49-F238E27FC236}">
                <a16:creationId xmlns:a16="http://schemas.microsoft.com/office/drawing/2014/main" id="{28D8984B-DEFA-05BE-7C68-12119EE64DC9}"/>
              </a:ext>
            </a:extLst>
          </p:cNvPr>
          <p:cNvGrpSpPr/>
          <p:nvPr/>
        </p:nvGrpSpPr>
        <p:grpSpPr>
          <a:xfrm>
            <a:off x="11667423" y="2021953"/>
            <a:ext cx="375120" cy="209520"/>
            <a:chOff x="11667423" y="2021953"/>
            <a:chExt cx="375120" cy="209520"/>
          </a:xfrm>
        </p:grpSpPr>
        <mc:AlternateContent xmlns:mc="http://schemas.openxmlformats.org/markup-compatibility/2006" xmlns:p14="http://schemas.microsoft.com/office/powerpoint/2010/main">
          <mc:Choice Requires="p14">
            <p:contentPart p14:bwMode="auto" r:id="rId116">
              <p14:nvContentPartPr>
                <p14:cNvPr id="75" name="Ink 74">
                  <a:extLst>
                    <a:ext uri="{FF2B5EF4-FFF2-40B4-BE49-F238E27FC236}">
                      <a16:creationId xmlns:a16="http://schemas.microsoft.com/office/drawing/2014/main" id="{65B71208-487E-28C2-BA0A-B4C8485C3819}"/>
                    </a:ext>
                  </a:extLst>
                </p14:cNvPr>
                <p14:cNvContentPartPr/>
                <p14:nvPr/>
              </p14:nvContentPartPr>
              <p14:xfrm>
                <a:off x="11667423" y="2023753"/>
                <a:ext cx="4320" cy="25920"/>
              </p14:xfrm>
            </p:contentPart>
          </mc:Choice>
          <mc:Fallback xmlns="">
            <p:pic>
              <p:nvPicPr>
                <p:cNvPr id="75" name="Ink 74">
                  <a:extLst>
                    <a:ext uri="{FF2B5EF4-FFF2-40B4-BE49-F238E27FC236}">
                      <a16:creationId xmlns:a16="http://schemas.microsoft.com/office/drawing/2014/main" id="{65B71208-487E-28C2-BA0A-B4C8485C3819}"/>
                    </a:ext>
                  </a:extLst>
                </p:cNvPr>
                <p:cNvPicPr/>
                <p:nvPr/>
              </p:nvPicPr>
              <p:blipFill>
                <a:blip r:embed="rId117"/>
                <a:stretch>
                  <a:fillRect/>
                </a:stretch>
              </p:blipFill>
              <p:spPr>
                <a:xfrm>
                  <a:off x="11649783" y="2005753"/>
                  <a:ext cx="3996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6" name="Ink 75">
                  <a:extLst>
                    <a:ext uri="{FF2B5EF4-FFF2-40B4-BE49-F238E27FC236}">
                      <a16:creationId xmlns:a16="http://schemas.microsoft.com/office/drawing/2014/main" id="{43E8EC37-AE75-0085-5176-354EC2E1E907}"/>
                    </a:ext>
                  </a:extLst>
                </p14:cNvPr>
                <p14:cNvContentPartPr/>
                <p14:nvPr/>
              </p14:nvContentPartPr>
              <p14:xfrm>
                <a:off x="11830143" y="2021953"/>
                <a:ext cx="113400" cy="22320"/>
              </p14:xfrm>
            </p:contentPart>
          </mc:Choice>
          <mc:Fallback xmlns="">
            <p:pic>
              <p:nvPicPr>
                <p:cNvPr id="76" name="Ink 75">
                  <a:extLst>
                    <a:ext uri="{FF2B5EF4-FFF2-40B4-BE49-F238E27FC236}">
                      <a16:creationId xmlns:a16="http://schemas.microsoft.com/office/drawing/2014/main" id="{43E8EC37-AE75-0085-5176-354EC2E1E907}"/>
                    </a:ext>
                  </a:extLst>
                </p:cNvPr>
                <p:cNvPicPr/>
                <p:nvPr/>
              </p:nvPicPr>
              <p:blipFill>
                <a:blip r:embed="rId119"/>
                <a:stretch>
                  <a:fillRect/>
                </a:stretch>
              </p:blipFill>
              <p:spPr>
                <a:xfrm>
                  <a:off x="11812143" y="2004313"/>
                  <a:ext cx="14904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7" name="Ink 76">
                  <a:extLst>
                    <a:ext uri="{FF2B5EF4-FFF2-40B4-BE49-F238E27FC236}">
                      <a16:creationId xmlns:a16="http://schemas.microsoft.com/office/drawing/2014/main" id="{A13BD83D-4B26-45BA-18D5-F7CDED5E9EE8}"/>
                    </a:ext>
                  </a:extLst>
                </p14:cNvPr>
                <p14:cNvContentPartPr/>
                <p14:nvPr/>
              </p14:nvContentPartPr>
              <p14:xfrm>
                <a:off x="11782623" y="2026273"/>
                <a:ext cx="62640" cy="146880"/>
              </p14:xfrm>
            </p:contentPart>
          </mc:Choice>
          <mc:Fallback xmlns="">
            <p:pic>
              <p:nvPicPr>
                <p:cNvPr id="77" name="Ink 76">
                  <a:extLst>
                    <a:ext uri="{FF2B5EF4-FFF2-40B4-BE49-F238E27FC236}">
                      <a16:creationId xmlns:a16="http://schemas.microsoft.com/office/drawing/2014/main" id="{A13BD83D-4B26-45BA-18D5-F7CDED5E9EE8}"/>
                    </a:ext>
                  </a:extLst>
                </p:cNvPr>
                <p:cNvPicPr/>
                <p:nvPr/>
              </p:nvPicPr>
              <p:blipFill>
                <a:blip r:embed="rId121"/>
                <a:stretch>
                  <a:fillRect/>
                </a:stretch>
              </p:blipFill>
              <p:spPr>
                <a:xfrm>
                  <a:off x="11764623" y="2008273"/>
                  <a:ext cx="9828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8" name="Ink 77">
                  <a:extLst>
                    <a:ext uri="{FF2B5EF4-FFF2-40B4-BE49-F238E27FC236}">
                      <a16:creationId xmlns:a16="http://schemas.microsoft.com/office/drawing/2014/main" id="{97A497E6-7125-A5F2-8A3E-8DC651E9A74D}"/>
                    </a:ext>
                  </a:extLst>
                </p14:cNvPr>
                <p14:cNvContentPartPr/>
                <p14:nvPr/>
              </p14:nvContentPartPr>
              <p14:xfrm>
                <a:off x="11973063" y="2093953"/>
                <a:ext cx="69480" cy="137520"/>
              </p14:xfrm>
            </p:contentPart>
          </mc:Choice>
          <mc:Fallback xmlns="">
            <p:pic>
              <p:nvPicPr>
                <p:cNvPr id="78" name="Ink 77">
                  <a:extLst>
                    <a:ext uri="{FF2B5EF4-FFF2-40B4-BE49-F238E27FC236}">
                      <a16:creationId xmlns:a16="http://schemas.microsoft.com/office/drawing/2014/main" id="{97A497E6-7125-A5F2-8A3E-8DC651E9A74D}"/>
                    </a:ext>
                  </a:extLst>
                </p:cNvPr>
                <p:cNvPicPr/>
                <p:nvPr/>
              </p:nvPicPr>
              <p:blipFill>
                <a:blip r:embed="rId123"/>
                <a:stretch>
                  <a:fillRect/>
                </a:stretch>
              </p:blipFill>
              <p:spPr>
                <a:xfrm>
                  <a:off x="11955423" y="2076313"/>
                  <a:ext cx="105120" cy="173160"/>
                </a:xfrm>
                <a:prstGeom prst="rect">
                  <a:avLst/>
                </a:prstGeom>
              </p:spPr>
            </p:pic>
          </mc:Fallback>
        </mc:AlternateContent>
      </p:grpSp>
      <p:grpSp>
        <p:nvGrpSpPr>
          <p:cNvPr id="118" name="Group 117">
            <a:extLst>
              <a:ext uri="{FF2B5EF4-FFF2-40B4-BE49-F238E27FC236}">
                <a16:creationId xmlns:a16="http://schemas.microsoft.com/office/drawing/2014/main" id="{B36110E8-FEDB-CD6C-A61A-7DF544D76132}"/>
              </a:ext>
            </a:extLst>
          </p:cNvPr>
          <p:cNvGrpSpPr/>
          <p:nvPr/>
        </p:nvGrpSpPr>
        <p:grpSpPr>
          <a:xfrm>
            <a:off x="7665303" y="2435233"/>
            <a:ext cx="4533120" cy="565920"/>
            <a:chOff x="7665303" y="2435233"/>
            <a:chExt cx="4533120" cy="565920"/>
          </a:xfrm>
        </p:grpSpPr>
        <mc:AlternateContent xmlns:mc="http://schemas.openxmlformats.org/markup-compatibility/2006" xmlns:p14="http://schemas.microsoft.com/office/powerpoint/2010/main">
          <mc:Choice Requires="p14">
            <p:contentPart p14:bwMode="auto" r:id="rId124">
              <p14:nvContentPartPr>
                <p14:cNvPr id="81" name="Ink 80">
                  <a:extLst>
                    <a:ext uri="{FF2B5EF4-FFF2-40B4-BE49-F238E27FC236}">
                      <a16:creationId xmlns:a16="http://schemas.microsoft.com/office/drawing/2014/main" id="{6C8CE572-8DE3-618E-E684-59EFB6E1CC55}"/>
                    </a:ext>
                  </a:extLst>
                </p14:cNvPr>
                <p14:cNvContentPartPr/>
                <p14:nvPr/>
              </p14:nvContentPartPr>
              <p14:xfrm>
                <a:off x="7838823" y="2681833"/>
                <a:ext cx="11880" cy="141480"/>
              </p14:xfrm>
            </p:contentPart>
          </mc:Choice>
          <mc:Fallback xmlns="">
            <p:pic>
              <p:nvPicPr>
                <p:cNvPr id="81" name="Ink 80">
                  <a:extLst>
                    <a:ext uri="{FF2B5EF4-FFF2-40B4-BE49-F238E27FC236}">
                      <a16:creationId xmlns:a16="http://schemas.microsoft.com/office/drawing/2014/main" id="{6C8CE572-8DE3-618E-E684-59EFB6E1CC55}"/>
                    </a:ext>
                  </a:extLst>
                </p:cNvPr>
                <p:cNvPicPr/>
                <p:nvPr/>
              </p:nvPicPr>
              <p:blipFill>
                <a:blip r:embed="rId125"/>
                <a:stretch>
                  <a:fillRect/>
                </a:stretch>
              </p:blipFill>
              <p:spPr>
                <a:xfrm>
                  <a:off x="7820823" y="2663833"/>
                  <a:ext cx="4752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2" name="Ink 81">
                  <a:extLst>
                    <a:ext uri="{FF2B5EF4-FFF2-40B4-BE49-F238E27FC236}">
                      <a16:creationId xmlns:a16="http://schemas.microsoft.com/office/drawing/2014/main" id="{2B1D1DBE-0240-9CFE-E2CE-0926F54BCE1A}"/>
                    </a:ext>
                  </a:extLst>
                </p14:cNvPr>
                <p14:cNvContentPartPr/>
                <p14:nvPr/>
              </p14:nvContentPartPr>
              <p14:xfrm>
                <a:off x="7815063" y="2536033"/>
                <a:ext cx="2520" cy="5040"/>
              </p14:xfrm>
            </p:contentPart>
          </mc:Choice>
          <mc:Fallback xmlns="">
            <p:pic>
              <p:nvPicPr>
                <p:cNvPr id="82" name="Ink 81">
                  <a:extLst>
                    <a:ext uri="{FF2B5EF4-FFF2-40B4-BE49-F238E27FC236}">
                      <a16:creationId xmlns:a16="http://schemas.microsoft.com/office/drawing/2014/main" id="{2B1D1DBE-0240-9CFE-E2CE-0926F54BCE1A}"/>
                    </a:ext>
                  </a:extLst>
                </p:cNvPr>
                <p:cNvPicPr/>
                <p:nvPr/>
              </p:nvPicPr>
              <p:blipFill>
                <a:blip r:embed="rId127"/>
                <a:stretch>
                  <a:fillRect/>
                </a:stretch>
              </p:blipFill>
              <p:spPr>
                <a:xfrm>
                  <a:off x="7797423" y="2518393"/>
                  <a:ext cx="3816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3" name="Ink 82">
                  <a:extLst>
                    <a:ext uri="{FF2B5EF4-FFF2-40B4-BE49-F238E27FC236}">
                      <a16:creationId xmlns:a16="http://schemas.microsoft.com/office/drawing/2014/main" id="{5710D01E-1CED-F937-9037-928B0309F5DA}"/>
                    </a:ext>
                  </a:extLst>
                </p14:cNvPr>
                <p14:cNvContentPartPr/>
                <p14:nvPr/>
              </p14:nvContentPartPr>
              <p14:xfrm>
                <a:off x="7924143" y="2695153"/>
                <a:ext cx="118800" cy="83160"/>
              </p14:xfrm>
            </p:contentPart>
          </mc:Choice>
          <mc:Fallback xmlns="">
            <p:pic>
              <p:nvPicPr>
                <p:cNvPr id="83" name="Ink 82">
                  <a:extLst>
                    <a:ext uri="{FF2B5EF4-FFF2-40B4-BE49-F238E27FC236}">
                      <a16:creationId xmlns:a16="http://schemas.microsoft.com/office/drawing/2014/main" id="{5710D01E-1CED-F937-9037-928B0309F5DA}"/>
                    </a:ext>
                  </a:extLst>
                </p:cNvPr>
                <p:cNvPicPr/>
                <p:nvPr/>
              </p:nvPicPr>
              <p:blipFill>
                <a:blip r:embed="rId129"/>
                <a:stretch>
                  <a:fillRect/>
                </a:stretch>
              </p:blipFill>
              <p:spPr>
                <a:xfrm>
                  <a:off x="7906143" y="2677153"/>
                  <a:ext cx="15444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4" name="Ink 83">
                  <a:extLst>
                    <a:ext uri="{FF2B5EF4-FFF2-40B4-BE49-F238E27FC236}">
                      <a16:creationId xmlns:a16="http://schemas.microsoft.com/office/drawing/2014/main" id="{286121F4-A66E-ABC7-61F9-1ADB07790217}"/>
                    </a:ext>
                  </a:extLst>
                </p14:cNvPr>
                <p14:cNvContentPartPr/>
                <p14:nvPr/>
              </p14:nvContentPartPr>
              <p14:xfrm>
                <a:off x="8227263" y="2540353"/>
                <a:ext cx="89280" cy="262440"/>
              </p14:xfrm>
            </p:contentPart>
          </mc:Choice>
          <mc:Fallback xmlns="">
            <p:pic>
              <p:nvPicPr>
                <p:cNvPr id="84" name="Ink 83">
                  <a:extLst>
                    <a:ext uri="{FF2B5EF4-FFF2-40B4-BE49-F238E27FC236}">
                      <a16:creationId xmlns:a16="http://schemas.microsoft.com/office/drawing/2014/main" id="{286121F4-A66E-ABC7-61F9-1ADB07790217}"/>
                    </a:ext>
                  </a:extLst>
                </p:cNvPr>
                <p:cNvPicPr/>
                <p:nvPr/>
              </p:nvPicPr>
              <p:blipFill>
                <a:blip r:embed="rId131"/>
                <a:stretch>
                  <a:fillRect/>
                </a:stretch>
              </p:blipFill>
              <p:spPr>
                <a:xfrm>
                  <a:off x="8209263" y="2522353"/>
                  <a:ext cx="12492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5" name="Ink 84">
                  <a:extLst>
                    <a:ext uri="{FF2B5EF4-FFF2-40B4-BE49-F238E27FC236}">
                      <a16:creationId xmlns:a16="http://schemas.microsoft.com/office/drawing/2014/main" id="{03C2E19F-6F3C-BFAD-BAC4-853E8F421CFA}"/>
                    </a:ext>
                  </a:extLst>
                </p14:cNvPr>
                <p14:cNvContentPartPr/>
                <p14:nvPr/>
              </p14:nvContentPartPr>
              <p14:xfrm>
                <a:off x="8200263" y="2674993"/>
                <a:ext cx="142920" cy="83880"/>
              </p14:xfrm>
            </p:contentPart>
          </mc:Choice>
          <mc:Fallback xmlns="">
            <p:pic>
              <p:nvPicPr>
                <p:cNvPr id="85" name="Ink 84">
                  <a:extLst>
                    <a:ext uri="{FF2B5EF4-FFF2-40B4-BE49-F238E27FC236}">
                      <a16:creationId xmlns:a16="http://schemas.microsoft.com/office/drawing/2014/main" id="{03C2E19F-6F3C-BFAD-BAC4-853E8F421CFA}"/>
                    </a:ext>
                  </a:extLst>
                </p:cNvPr>
                <p:cNvPicPr/>
                <p:nvPr/>
              </p:nvPicPr>
              <p:blipFill>
                <a:blip r:embed="rId133"/>
                <a:stretch>
                  <a:fillRect/>
                </a:stretch>
              </p:blipFill>
              <p:spPr>
                <a:xfrm>
                  <a:off x="8182623" y="2656993"/>
                  <a:ext cx="17856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6" name="Ink 85">
                  <a:extLst>
                    <a:ext uri="{FF2B5EF4-FFF2-40B4-BE49-F238E27FC236}">
                      <a16:creationId xmlns:a16="http://schemas.microsoft.com/office/drawing/2014/main" id="{408638E6-D171-5A35-E6D4-50EECDF96A80}"/>
                    </a:ext>
                  </a:extLst>
                </p14:cNvPr>
                <p14:cNvContentPartPr/>
                <p14:nvPr/>
              </p14:nvContentPartPr>
              <p14:xfrm>
                <a:off x="8362983" y="2665633"/>
                <a:ext cx="99000" cy="93960"/>
              </p14:xfrm>
            </p:contentPart>
          </mc:Choice>
          <mc:Fallback xmlns="">
            <p:pic>
              <p:nvPicPr>
                <p:cNvPr id="86" name="Ink 85">
                  <a:extLst>
                    <a:ext uri="{FF2B5EF4-FFF2-40B4-BE49-F238E27FC236}">
                      <a16:creationId xmlns:a16="http://schemas.microsoft.com/office/drawing/2014/main" id="{408638E6-D171-5A35-E6D4-50EECDF96A80}"/>
                    </a:ext>
                  </a:extLst>
                </p:cNvPr>
                <p:cNvPicPr/>
                <p:nvPr/>
              </p:nvPicPr>
              <p:blipFill>
                <a:blip r:embed="rId135"/>
                <a:stretch>
                  <a:fillRect/>
                </a:stretch>
              </p:blipFill>
              <p:spPr>
                <a:xfrm>
                  <a:off x="8344983" y="2647633"/>
                  <a:ext cx="13464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7" name="Ink 86">
                  <a:extLst>
                    <a:ext uri="{FF2B5EF4-FFF2-40B4-BE49-F238E27FC236}">
                      <a16:creationId xmlns:a16="http://schemas.microsoft.com/office/drawing/2014/main" id="{889960EC-EB05-AA87-E64E-05E249DF6506}"/>
                    </a:ext>
                  </a:extLst>
                </p14:cNvPr>
                <p14:cNvContentPartPr/>
                <p14:nvPr/>
              </p14:nvContentPartPr>
              <p14:xfrm>
                <a:off x="7680423" y="2457553"/>
                <a:ext cx="57600" cy="446040"/>
              </p14:xfrm>
            </p:contentPart>
          </mc:Choice>
          <mc:Fallback xmlns="">
            <p:pic>
              <p:nvPicPr>
                <p:cNvPr id="87" name="Ink 86">
                  <a:extLst>
                    <a:ext uri="{FF2B5EF4-FFF2-40B4-BE49-F238E27FC236}">
                      <a16:creationId xmlns:a16="http://schemas.microsoft.com/office/drawing/2014/main" id="{889960EC-EB05-AA87-E64E-05E249DF6506}"/>
                    </a:ext>
                  </a:extLst>
                </p:cNvPr>
                <p:cNvPicPr/>
                <p:nvPr/>
              </p:nvPicPr>
              <p:blipFill>
                <a:blip r:embed="rId137"/>
                <a:stretch>
                  <a:fillRect/>
                </a:stretch>
              </p:blipFill>
              <p:spPr>
                <a:xfrm>
                  <a:off x="7662423" y="2439913"/>
                  <a:ext cx="93240" cy="4816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8" name="Ink 87">
                  <a:extLst>
                    <a:ext uri="{FF2B5EF4-FFF2-40B4-BE49-F238E27FC236}">
                      <a16:creationId xmlns:a16="http://schemas.microsoft.com/office/drawing/2014/main" id="{69529F58-AD5D-0285-8B8C-54E733949B2A}"/>
                    </a:ext>
                  </a:extLst>
                </p14:cNvPr>
                <p14:cNvContentPartPr/>
                <p14:nvPr/>
              </p14:nvContentPartPr>
              <p14:xfrm>
                <a:off x="7665303" y="2443513"/>
                <a:ext cx="754920" cy="63720"/>
              </p14:xfrm>
            </p:contentPart>
          </mc:Choice>
          <mc:Fallback xmlns="">
            <p:pic>
              <p:nvPicPr>
                <p:cNvPr id="88" name="Ink 87">
                  <a:extLst>
                    <a:ext uri="{FF2B5EF4-FFF2-40B4-BE49-F238E27FC236}">
                      <a16:creationId xmlns:a16="http://schemas.microsoft.com/office/drawing/2014/main" id="{69529F58-AD5D-0285-8B8C-54E733949B2A}"/>
                    </a:ext>
                  </a:extLst>
                </p:cNvPr>
                <p:cNvPicPr/>
                <p:nvPr/>
              </p:nvPicPr>
              <p:blipFill>
                <a:blip r:embed="rId139"/>
                <a:stretch>
                  <a:fillRect/>
                </a:stretch>
              </p:blipFill>
              <p:spPr>
                <a:xfrm>
                  <a:off x="7647303" y="2425513"/>
                  <a:ext cx="79056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0" name="Ink 89">
                  <a:extLst>
                    <a:ext uri="{FF2B5EF4-FFF2-40B4-BE49-F238E27FC236}">
                      <a16:creationId xmlns:a16="http://schemas.microsoft.com/office/drawing/2014/main" id="{1026CD86-B73A-3D51-75F6-5F06364D6845}"/>
                    </a:ext>
                  </a:extLst>
                </p14:cNvPr>
                <p14:cNvContentPartPr/>
                <p14:nvPr/>
              </p14:nvContentPartPr>
              <p14:xfrm>
                <a:off x="7920903" y="2480953"/>
                <a:ext cx="823320" cy="457200"/>
              </p14:xfrm>
            </p:contentPart>
          </mc:Choice>
          <mc:Fallback xmlns="">
            <p:pic>
              <p:nvPicPr>
                <p:cNvPr id="90" name="Ink 89">
                  <a:extLst>
                    <a:ext uri="{FF2B5EF4-FFF2-40B4-BE49-F238E27FC236}">
                      <a16:creationId xmlns:a16="http://schemas.microsoft.com/office/drawing/2014/main" id="{1026CD86-B73A-3D51-75F6-5F06364D6845}"/>
                    </a:ext>
                  </a:extLst>
                </p:cNvPr>
                <p:cNvPicPr/>
                <p:nvPr/>
              </p:nvPicPr>
              <p:blipFill>
                <a:blip r:embed="rId141"/>
                <a:stretch>
                  <a:fillRect/>
                </a:stretch>
              </p:blipFill>
              <p:spPr>
                <a:xfrm>
                  <a:off x="7903263" y="2463313"/>
                  <a:ext cx="858960" cy="4928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1" name="Ink 90">
                  <a:extLst>
                    <a:ext uri="{FF2B5EF4-FFF2-40B4-BE49-F238E27FC236}">
                      <a16:creationId xmlns:a16="http://schemas.microsoft.com/office/drawing/2014/main" id="{DC07092D-D5D0-AF42-B07C-FD0997881CF4}"/>
                    </a:ext>
                  </a:extLst>
                </p14:cNvPr>
                <p14:cNvContentPartPr/>
                <p14:nvPr/>
              </p14:nvContentPartPr>
              <p14:xfrm>
                <a:off x="8978943" y="2635753"/>
                <a:ext cx="13320" cy="149040"/>
              </p14:xfrm>
            </p:contentPart>
          </mc:Choice>
          <mc:Fallback xmlns="">
            <p:pic>
              <p:nvPicPr>
                <p:cNvPr id="91" name="Ink 90">
                  <a:extLst>
                    <a:ext uri="{FF2B5EF4-FFF2-40B4-BE49-F238E27FC236}">
                      <a16:creationId xmlns:a16="http://schemas.microsoft.com/office/drawing/2014/main" id="{DC07092D-D5D0-AF42-B07C-FD0997881CF4}"/>
                    </a:ext>
                  </a:extLst>
                </p:cNvPr>
                <p:cNvPicPr/>
                <p:nvPr/>
              </p:nvPicPr>
              <p:blipFill>
                <a:blip r:embed="rId143"/>
                <a:stretch>
                  <a:fillRect/>
                </a:stretch>
              </p:blipFill>
              <p:spPr>
                <a:xfrm>
                  <a:off x="8961303" y="2617753"/>
                  <a:ext cx="4896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2" name="Ink 91">
                  <a:extLst>
                    <a:ext uri="{FF2B5EF4-FFF2-40B4-BE49-F238E27FC236}">
                      <a16:creationId xmlns:a16="http://schemas.microsoft.com/office/drawing/2014/main" id="{4D4B3936-1B05-9E51-7A5E-55F252D55223}"/>
                    </a:ext>
                  </a:extLst>
                </p14:cNvPr>
                <p14:cNvContentPartPr/>
                <p14:nvPr/>
              </p14:nvContentPartPr>
              <p14:xfrm>
                <a:off x="8985063" y="2616673"/>
                <a:ext cx="131760" cy="179280"/>
              </p14:xfrm>
            </p:contentPart>
          </mc:Choice>
          <mc:Fallback xmlns="">
            <p:pic>
              <p:nvPicPr>
                <p:cNvPr id="92" name="Ink 91">
                  <a:extLst>
                    <a:ext uri="{FF2B5EF4-FFF2-40B4-BE49-F238E27FC236}">
                      <a16:creationId xmlns:a16="http://schemas.microsoft.com/office/drawing/2014/main" id="{4D4B3936-1B05-9E51-7A5E-55F252D55223}"/>
                    </a:ext>
                  </a:extLst>
                </p:cNvPr>
                <p:cNvPicPr/>
                <p:nvPr/>
              </p:nvPicPr>
              <p:blipFill>
                <a:blip r:embed="rId145"/>
                <a:stretch>
                  <a:fillRect/>
                </a:stretch>
              </p:blipFill>
              <p:spPr>
                <a:xfrm>
                  <a:off x="8967423" y="2598673"/>
                  <a:ext cx="16740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3" name="Ink 92">
                  <a:extLst>
                    <a:ext uri="{FF2B5EF4-FFF2-40B4-BE49-F238E27FC236}">
                      <a16:creationId xmlns:a16="http://schemas.microsoft.com/office/drawing/2014/main" id="{B4A2F38F-0833-AD5D-BFBB-7DC552D34434}"/>
                    </a:ext>
                  </a:extLst>
                </p14:cNvPr>
                <p14:cNvContentPartPr/>
                <p14:nvPr/>
              </p14:nvContentPartPr>
              <p14:xfrm>
                <a:off x="9173703" y="2679673"/>
                <a:ext cx="122040" cy="92160"/>
              </p14:xfrm>
            </p:contentPart>
          </mc:Choice>
          <mc:Fallback xmlns="">
            <p:pic>
              <p:nvPicPr>
                <p:cNvPr id="93" name="Ink 92">
                  <a:extLst>
                    <a:ext uri="{FF2B5EF4-FFF2-40B4-BE49-F238E27FC236}">
                      <a16:creationId xmlns:a16="http://schemas.microsoft.com/office/drawing/2014/main" id="{B4A2F38F-0833-AD5D-BFBB-7DC552D34434}"/>
                    </a:ext>
                  </a:extLst>
                </p:cNvPr>
                <p:cNvPicPr/>
                <p:nvPr/>
              </p:nvPicPr>
              <p:blipFill>
                <a:blip r:embed="rId147"/>
                <a:stretch>
                  <a:fillRect/>
                </a:stretch>
              </p:blipFill>
              <p:spPr>
                <a:xfrm>
                  <a:off x="9156063" y="2662033"/>
                  <a:ext cx="1576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4" name="Ink 93">
                  <a:extLst>
                    <a:ext uri="{FF2B5EF4-FFF2-40B4-BE49-F238E27FC236}">
                      <a16:creationId xmlns:a16="http://schemas.microsoft.com/office/drawing/2014/main" id="{7B4A6BDF-5B26-78D9-76C5-F110BD415EF5}"/>
                    </a:ext>
                  </a:extLst>
                </p14:cNvPr>
                <p14:cNvContentPartPr/>
                <p14:nvPr/>
              </p14:nvContentPartPr>
              <p14:xfrm>
                <a:off x="9436863" y="2580673"/>
                <a:ext cx="27000" cy="206280"/>
              </p14:xfrm>
            </p:contentPart>
          </mc:Choice>
          <mc:Fallback xmlns="">
            <p:pic>
              <p:nvPicPr>
                <p:cNvPr id="94" name="Ink 93">
                  <a:extLst>
                    <a:ext uri="{FF2B5EF4-FFF2-40B4-BE49-F238E27FC236}">
                      <a16:creationId xmlns:a16="http://schemas.microsoft.com/office/drawing/2014/main" id="{7B4A6BDF-5B26-78D9-76C5-F110BD415EF5}"/>
                    </a:ext>
                  </a:extLst>
                </p:cNvPr>
                <p:cNvPicPr/>
                <p:nvPr/>
              </p:nvPicPr>
              <p:blipFill>
                <a:blip r:embed="rId149"/>
                <a:stretch>
                  <a:fillRect/>
                </a:stretch>
              </p:blipFill>
              <p:spPr>
                <a:xfrm>
                  <a:off x="9418863" y="2562673"/>
                  <a:ext cx="6264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5" name="Ink 94">
                  <a:extLst>
                    <a:ext uri="{FF2B5EF4-FFF2-40B4-BE49-F238E27FC236}">
                      <a16:creationId xmlns:a16="http://schemas.microsoft.com/office/drawing/2014/main" id="{76332B39-9A8D-D221-2D50-475CC9D01EC9}"/>
                    </a:ext>
                  </a:extLst>
                </p14:cNvPr>
                <p14:cNvContentPartPr/>
                <p14:nvPr/>
              </p14:nvContentPartPr>
              <p14:xfrm>
                <a:off x="9397263" y="2701273"/>
                <a:ext cx="82440" cy="86760"/>
              </p14:xfrm>
            </p:contentPart>
          </mc:Choice>
          <mc:Fallback xmlns="">
            <p:pic>
              <p:nvPicPr>
                <p:cNvPr id="95" name="Ink 94">
                  <a:extLst>
                    <a:ext uri="{FF2B5EF4-FFF2-40B4-BE49-F238E27FC236}">
                      <a16:creationId xmlns:a16="http://schemas.microsoft.com/office/drawing/2014/main" id="{76332B39-9A8D-D221-2D50-475CC9D01EC9}"/>
                    </a:ext>
                  </a:extLst>
                </p:cNvPr>
                <p:cNvPicPr/>
                <p:nvPr/>
              </p:nvPicPr>
              <p:blipFill>
                <a:blip r:embed="rId151"/>
                <a:stretch>
                  <a:fillRect/>
                </a:stretch>
              </p:blipFill>
              <p:spPr>
                <a:xfrm>
                  <a:off x="9379623" y="2683273"/>
                  <a:ext cx="11808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6" name="Ink 95">
                  <a:extLst>
                    <a:ext uri="{FF2B5EF4-FFF2-40B4-BE49-F238E27FC236}">
                      <a16:creationId xmlns:a16="http://schemas.microsoft.com/office/drawing/2014/main" id="{640DB9D0-D87B-38D4-1710-DB16770F1694}"/>
                    </a:ext>
                  </a:extLst>
                </p14:cNvPr>
                <p14:cNvContentPartPr/>
                <p14:nvPr/>
              </p14:nvContentPartPr>
              <p14:xfrm>
                <a:off x="9594183" y="2623513"/>
                <a:ext cx="16560" cy="165960"/>
              </p14:xfrm>
            </p:contentPart>
          </mc:Choice>
          <mc:Fallback xmlns="">
            <p:pic>
              <p:nvPicPr>
                <p:cNvPr id="96" name="Ink 95">
                  <a:extLst>
                    <a:ext uri="{FF2B5EF4-FFF2-40B4-BE49-F238E27FC236}">
                      <a16:creationId xmlns:a16="http://schemas.microsoft.com/office/drawing/2014/main" id="{640DB9D0-D87B-38D4-1710-DB16770F1694}"/>
                    </a:ext>
                  </a:extLst>
                </p:cNvPr>
                <p:cNvPicPr/>
                <p:nvPr/>
              </p:nvPicPr>
              <p:blipFill>
                <a:blip r:embed="rId153"/>
                <a:stretch>
                  <a:fillRect/>
                </a:stretch>
              </p:blipFill>
              <p:spPr>
                <a:xfrm>
                  <a:off x="9576183" y="2605873"/>
                  <a:ext cx="5220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7" name="Ink 96">
                  <a:extLst>
                    <a:ext uri="{FF2B5EF4-FFF2-40B4-BE49-F238E27FC236}">
                      <a16:creationId xmlns:a16="http://schemas.microsoft.com/office/drawing/2014/main" id="{DF43F047-E76D-F485-28D5-F797D6B4FC42}"/>
                    </a:ext>
                  </a:extLst>
                </p14:cNvPr>
                <p14:cNvContentPartPr/>
                <p14:nvPr/>
              </p14:nvContentPartPr>
              <p14:xfrm>
                <a:off x="9572223" y="2708473"/>
                <a:ext cx="100440" cy="77760"/>
              </p14:xfrm>
            </p:contentPart>
          </mc:Choice>
          <mc:Fallback xmlns="">
            <p:pic>
              <p:nvPicPr>
                <p:cNvPr id="97" name="Ink 96">
                  <a:extLst>
                    <a:ext uri="{FF2B5EF4-FFF2-40B4-BE49-F238E27FC236}">
                      <a16:creationId xmlns:a16="http://schemas.microsoft.com/office/drawing/2014/main" id="{DF43F047-E76D-F485-28D5-F797D6B4FC42}"/>
                    </a:ext>
                  </a:extLst>
                </p:cNvPr>
                <p:cNvPicPr/>
                <p:nvPr/>
              </p:nvPicPr>
              <p:blipFill>
                <a:blip r:embed="rId155"/>
                <a:stretch>
                  <a:fillRect/>
                </a:stretch>
              </p:blipFill>
              <p:spPr>
                <a:xfrm>
                  <a:off x="9554223" y="2690833"/>
                  <a:ext cx="13608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8" name="Ink 97">
                  <a:extLst>
                    <a:ext uri="{FF2B5EF4-FFF2-40B4-BE49-F238E27FC236}">
                      <a16:creationId xmlns:a16="http://schemas.microsoft.com/office/drawing/2014/main" id="{CF1F6880-F146-61B2-8023-74427C71D04B}"/>
                    </a:ext>
                  </a:extLst>
                </p14:cNvPr>
                <p14:cNvContentPartPr/>
                <p14:nvPr/>
              </p14:nvContentPartPr>
              <p14:xfrm>
                <a:off x="9721983" y="2705233"/>
                <a:ext cx="131040" cy="98640"/>
              </p14:xfrm>
            </p:contentPart>
          </mc:Choice>
          <mc:Fallback xmlns="">
            <p:pic>
              <p:nvPicPr>
                <p:cNvPr id="98" name="Ink 97">
                  <a:extLst>
                    <a:ext uri="{FF2B5EF4-FFF2-40B4-BE49-F238E27FC236}">
                      <a16:creationId xmlns:a16="http://schemas.microsoft.com/office/drawing/2014/main" id="{CF1F6880-F146-61B2-8023-74427C71D04B}"/>
                    </a:ext>
                  </a:extLst>
                </p:cNvPr>
                <p:cNvPicPr/>
                <p:nvPr/>
              </p:nvPicPr>
              <p:blipFill>
                <a:blip r:embed="rId157"/>
                <a:stretch>
                  <a:fillRect/>
                </a:stretch>
              </p:blipFill>
              <p:spPr>
                <a:xfrm>
                  <a:off x="9703983" y="2687233"/>
                  <a:ext cx="16668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9" name="Ink 98">
                  <a:extLst>
                    <a:ext uri="{FF2B5EF4-FFF2-40B4-BE49-F238E27FC236}">
                      <a16:creationId xmlns:a16="http://schemas.microsoft.com/office/drawing/2014/main" id="{D6CF2FD5-4BAF-196B-062B-68BACD5FDA57}"/>
                    </a:ext>
                  </a:extLst>
                </p14:cNvPr>
                <p14:cNvContentPartPr/>
                <p14:nvPr/>
              </p14:nvContentPartPr>
              <p14:xfrm>
                <a:off x="8803983" y="2435233"/>
                <a:ext cx="1310400" cy="33840"/>
              </p14:xfrm>
            </p:contentPart>
          </mc:Choice>
          <mc:Fallback xmlns="">
            <p:pic>
              <p:nvPicPr>
                <p:cNvPr id="99" name="Ink 98">
                  <a:extLst>
                    <a:ext uri="{FF2B5EF4-FFF2-40B4-BE49-F238E27FC236}">
                      <a16:creationId xmlns:a16="http://schemas.microsoft.com/office/drawing/2014/main" id="{D6CF2FD5-4BAF-196B-062B-68BACD5FDA57}"/>
                    </a:ext>
                  </a:extLst>
                </p:cNvPr>
                <p:cNvPicPr/>
                <p:nvPr/>
              </p:nvPicPr>
              <p:blipFill>
                <a:blip r:embed="rId159"/>
                <a:stretch>
                  <a:fillRect/>
                </a:stretch>
              </p:blipFill>
              <p:spPr>
                <a:xfrm>
                  <a:off x="8785983" y="2417233"/>
                  <a:ext cx="134604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0" name="Ink 99">
                  <a:extLst>
                    <a:ext uri="{FF2B5EF4-FFF2-40B4-BE49-F238E27FC236}">
                      <a16:creationId xmlns:a16="http://schemas.microsoft.com/office/drawing/2014/main" id="{CC162477-5254-1D03-FCBA-ED70B7705C6E}"/>
                    </a:ext>
                  </a:extLst>
                </p14:cNvPr>
                <p14:cNvContentPartPr/>
                <p14:nvPr/>
              </p14:nvContentPartPr>
              <p14:xfrm>
                <a:off x="8915943" y="2460073"/>
                <a:ext cx="1233360" cy="541080"/>
              </p14:xfrm>
            </p:contentPart>
          </mc:Choice>
          <mc:Fallback xmlns="">
            <p:pic>
              <p:nvPicPr>
                <p:cNvPr id="100" name="Ink 99">
                  <a:extLst>
                    <a:ext uri="{FF2B5EF4-FFF2-40B4-BE49-F238E27FC236}">
                      <a16:creationId xmlns:a16="http://schemas.microsoft.com/office/drawing/2014/main" id="{CC162477-5254-1D03-FCBA-ED70B7705C6E}"/>
                    </a:ext>
                  </a:extLst>
                </p:cNvPr>
                <p:cNvPicPr/>
                <p:nvPr/>
              </p:nvPicPr>
              <p:blipFill>
                <a:blip r:embed="rId161"/>
                <a:stretch>
                  <a:fillRect/>
                </a:stretch>
              </p:blipFill>
              <p:spPr>
                <a:xfrm>
                  <a:off x="8898303" y="2442433"/>
                  <a:ext cx="1269000" cy="5767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1" name="Ink 100">
                  <a:extLst>
                    <a:ext uri="{FF2B5EF4-FFF2-40B4-BE49-F238E27FC236}">
                      <a16:creationId xmlns:a16="http://schemas.microsoft.com/office/drawing/2014/main" id="{E23C056F-87D9-7910-C0AA-D0CA4076CB30}"/>
                    </a:ext>
                  </a:extLst>
                </p14:cNvPr>
                <p14:cNvContentPartPr/>
                <p14:nvPr/>
              </p14:nvContentPartPr>
              <p14:xfrm>
                <a:off x="10415343" y="2689393"/>
                <a:ext cx="18360" cy="112680"/>
              </p14:xfrm>
            </p:contentPart>
          </mc:Choice>
          <mc:Fallback xmlns="">
            <p:pic>
              <p:nvPicPr>
                <p:cNvPr id="101" name="Ink 100">
                  <a:extLst>
                    <a:ext uri="{FF2B5EF4-FFF2-40B4-BE49-F238E27FC236}">
                      <a16:creationId xmlns:a16="http://schemas.microsoft.com/office/drawing/2014/main" id="{E23C056F-87D9-7910-C0AA-D0CA4076CB30}"/>
                    </a:ext>
                  </a:extLst>
                </p:cNvPr>
                <p:cNvPicPr/>
                <p:nvPr/>
              </p:nvPicPr>
              <p:blipFill>
                <a:blip r:embed="rId163"/>
                <a:stretch>
                  <a:fillRect/>
                </a:stretch>
              </p:blipFill>
              <p:spPr>
                <a:xfrm>
                  <a:off x="10397343" y="2671753"/>
                  <a:ext cx="5400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2" name="Ink 101">
                  <a:extLst>
                    <a:ext uri="{FF2B5EF4-FFF2-40B4-BE49-F238E27FC236}">
                      <a16:creationId xmlns:a16="http://schemas.microsoft.com/office/drawing/2014/main" id="{D2031E89-6960-EF4C-377C-A0BEDC5C72D2}"/>
                    </a:ext>
                  </a:extLst>
                </p14:cNvPr>
                <p14:cNvContentPartPr/>
                <p14:nvPr/>
              </p14:nvContentPartPr>
              <p14:xfrm>
                <a:off x="10371783" y="2565553"/>
                <a:ext cx="51840" cy="29160"/>
              </p14:xfrm>
            </p:contentPart>
          </mc:Choice>
          <mc:Fallback xmlns="">
            <p:pic>
              <p:nvPicPr>
                <p:cNvPr id="102" name="Ink 101">
                  <a:extLst>
                    <a:ext uri="{FF2B5EF4-FFF2-40B4-BE49-F238E27FC236}">
                      <a16:creationId xmlns:a16="http://schemas.microsoft.com/office/drawing/2014/main" id="{D2031E89-6960-EF4C-377C-A0BEDC5C72D2}"/>
                    </a:ext>
                  </a:extLst>
                </p:cNvPr>
                <p:cNvPicPr/>
                <p:nvPr/>
              </p:nvPicPr>
              <p:blipFill>
                <a:blip r:embed="rId165"/>
                <a:stretch>
                  <a:fillRect/>
                </a:stretch>
              </p:blipFill>
              <p:spPr>
                <a:xfrm>
                  <a:off x="10353783" y="2547553"/>
                  <a:ext cx="874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3" name="Ink 102">
                  <a:extLst>
                    <a:ext uri="{FF2B5EF4-FFF2-40B4-BE49-F238E27FC236}">
                      <a16:creationId xmlns:a16="http://schemas.microsoft.com/office/drawing/2014/main" id="{8947B95A-3BA8-1DA5-7FD4-B05BECF9B8E9}"/>
                    </a:ext>
                  </a:extLst>
                </p14:cNvPr>
                <p14:cNvContentPartPr/>
                <p14:nvPr/>
              </p14:nvContentPartPr>
              <p14:xfrm>
                <a:off x="10526943" y="2682913"/>
                <a:ext cx="105120" cy="50040"/>
              </p14:xfrm>
            </p:contentPart>
          </mc:Choice>
          <mc:Fallback xmlns="">
            <p:pic>
              <p:nvPicPr>
                <p:cNvPr id="103" name="Ink 102">
                  <a:extLst>
                    <a:ext uri="{FF2B5EF4-FFF2-40B4-BE49-F238E27FC236}">
                      <a16:creationId xmlns:a16="http://schemas.microsoft.com/office/drawing/2014/main" id="{8947B95A-3BA8-1DA5-7FD4-B05BECF9B8E9}"/>
                    </a:ext>
                  </a:extLst>
                </p:cNvPr>
                <p:cNvPicPr/>
                <p:nvPr/>
              </p:nvPicPr>
              <p:blipFill>
                <a:blip r:embed="rId167"/>
                <a:stretch>
                  <a:fillRect/>
                </a:stretch>
              </p:blipFill>
              <p:spPr>
                <a:xfrm>
                  <a:off x="10508943" y="2664913"/>
                  <a:ext cx="14076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4" name="Ink 103">
                  <a:extLst>
                    <a:ext uri="{FF2B5EF4-FFF2-40B4-BE49-F238E27FC236}">
                      <a16:creationId xmlns:a16="http://schemas.microsoft.com/office/drawing/2014/main" id="{58661D1F-8A90-2A81-FAC6-1999CC5B032F}"/>
                    </a:ext>
                  </a:extLst>
                </p14:cNvPr>
                <p14:cNvContentPartPr/>
                <p14:nvPr/>
              </p14:nvContentPartPr>
              <p14:xfrm>
                <a:off x="10753023" y="2598313"/>
                <a:ext cx="43200" cy="184680"/>
              </p14:xfrm>
            </p:contentPart>
          </mc:Choice>
          <mc:Fallback xmlns="">
            <p:pic>
              <p:nvPicPr>
                <p:cNvPr id="104" name="Ink 103">
                  <a:extLst>
                    <a:ext uri="{FF2B5EF4-FFF2-40B4-BE49-F238E27FC236}">
                      <a16:creationId xmlns:a16="http://schemas.microsoft.com/office/drawing/2014/main" id="{58661D1F-8A90-2A81-FAC6-1999CC5B032F}"/>
                    </a:ext>
                  </a:extLst>
                </p:cNvPr>
                <p:cNvPicPr/>
                <p:nvPr/>
              </p:nvPicPr>
              <p:blipFill>
                <a:blip r:embed="rId169"/>
                <a:stretch>
                  <a:fillRect/>
                </a:stretch>
              </p:blipFill>
              <p:spPr>
                <a:xfrm>
                  <a:off x="10735023" y="2580313"/>
                  <a:ext cx="788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5" name="Ink 104">
                  <a:extLst>
                    <a:ext uri="{FF2B5EF4-FFF2-40B4-BE49-F238E27FC236}">
                      <a16:creationId xmlns:a16="http://schemas.microsoft.com/office/drawing/2014/main" id="{B5ACD7F8-2BEB-0246-666F-1CA3EFA234B8}"/>
                    </a:ext>
                  </a:extLst>
                </p14:cNvPr>
                <p14:cNvContentPartPr/>
                <p14:nvPr/>
              </p14:nvContentPartPr>
              <p14:xfrm>
                <a:off x="10735743" y="2656273"/>
                <a:ext cx="169920" cy="96480"/>
              </p14:xfrm>
            </p:contentPart>
          </mc:Choice>
          <mc:Fallback xmlns="">
            <p:pic>
              <p:nvPicPr>
                <p:cNvPr id="105" name="Ink 104">
                  <a:extLst>
                    <a:ext uri="{FF2B5EF4-FFF2-40B4-BE49-F238E27FC236}">
                      <a16:creationId xmlns:a16="http://schemas.microsoft.com/office/drawing/2014/main" id="{B5ACD7F8-2BEB-0246-666F-1CA3EFA234B8}"/>
                    </a:ext>
                  </a:extLst>
                </p:cNvPr>
                <p:cNvPicPr/>
                <p:nvPr/>
              </p:nvPicPr>
              <p:blipFill>
                <a:blip r:embed="rId171"/>
                <a:stretch>
                  <a:fillRect/>
                </a:stretch>
              </p:blipFill>
              <p:spPr>
                <a:xfrm>
                  <a:off x="10718103" y="2638273"/>
                  <a:ext cx="20556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6" name="Ink 105">
                  <a:extLst>
                    <a:ext uri="{FF2B5EF4-FFF2-40B4-BE49-F238E27FC236}">
                      <a16:creationId xmlns:a16="http://schemas.microsoft.com/office/drawing/2014/main" id="{1B3C4E05-04D4-F8BA-494B-9FB389DC8F82}"/>
                    </a:ext>
                  </a:extLst>
                </p14:cNvPr>
                <p14:cNvContentPartPr/>
                <p14:nvPr/>
              </p14:nvContentPartPr>
              <p14:xfrm>
                <a:off x="10264143" y="2447473"/>
                <a:ext cx="889200" cy="21240"/>
              </p14:xfrm>
            </p:contentPart>
          </mc:Choice>
          <mc:Fallback xmlns="">
            <p:pic>
              <p:nvPicPr>
                <p:cNvPr id="106" name="Ink 105">
                  <a:extLst>
                    <a:ext uri="{FF2B5EF4-FFF2-40B4-BE49-F238E27FC236}">
                      <a16:creationId xmlns:a16="http://schemas.microsoft.com/office/drawing/2014/main" id="{1B3C4E05-04D4-F8BA-494B-9FB389DC8F82}"/>
                    </a:ext>
                  </a:extLst>
                </p:cNvPr>
                <p:cNvPicPr/>
                <p:nvPr/>
              </p:nvPicPr>
              <p:blipFill>
                <a:blip r:embed="rId173"/>
                <a:stretch>
                  <a:fillRect/>
                </a:stretch>
              </p:blipFill>
              <p:spPr>
                <a:xfrm>
                  <a:off x="10246503" y="2429833"/>
                  <a:ext cx="92484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7" name="Ink 106">
                  <a:extLst>
                    <a:ext uri="{FF2B5EF4-FFF2-40B4-BE49-F238E27FC236}">
                      <a16:creationId xmlns:a16="http://schemas.microsoft.com/office/drawing/2014/main" id="{37412212-F03F-49AA-58A7-1697E7FB2252}"/>
                    </a:ext>
                  </a:extLst>
                </p14:cNvPr>
                <p14:cNvContentPartPr/>
                <p14:nvPr/>
              </p14:nvContentPartPr>
              <p14:xfrm>
                <a:off x="10313103" y="2445313"/>
                <a:ext cx="976320" cy="547200"/>
              </p14:xfrm>
            </p:contentPart>
          </mc:Choice>
          <mc:Fallback xmlns="">
            <p:pic>
              <p:nvPicPr>
                <p:cNvPr id="107" name="Ink 106">
                  <a:extLst>
                    <a:ext uri="{FF2B5EF4-FFF2-40B4-BE49-F238E27FC236}">
                      <a16:creationId xmlns:a16="http://schemas.microsoft.com/office/drawing/2014/main" id="{37412212-F03F-49AA-58A7-1697E7FB2252}"/>
                    </a:ext>
                  </a:extLst>
                </p:cNvPr>
                <p:cNvPicPr/>
                <p:nvPr/>
              </p:nvPicPr>
              <p:blipFill>
                <a:blip r:embed="rId175"/>
                <a:stretch>
                  <a:fillRect/>
                </a:stretch>
              </p:blipFill>
              <p:spPr>
                <a:xfrm>
                  <a:off x="10295103" y="2427673"/>
                  <a:ext cx="1011960" cy="5828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8" name="Ink 107">
                  <a:extLst>
                    <a:ext uri="{FF2B5EF4-FFF2-40B4-BE49-F238E27FC236}">
                      <a16:creationId xmlns:a16="http://schemas.microsoft.com/office/drawing/2014/main" id="{67449C27-8C51-68F8-4B41-748E05522533}"/>
                    </a:ext>
                  </a:extLst>
                </p14:cNvPr>
                <p14:cNvContentPartPr/>
                <p14:nvPr/>
              </p14:nvContentPartPr>
              <p14:xfrm>
                <a:off x="11465823" y="2681833"/>
                <a:ext cx="11880" cy="148320"/>
              </p14:xfrm>
            </p:contentPart>
          </mc:Choice>
          <mc:Fallback xmlns="">
            <p:pic>
              <p:nvPicPr>
                <p:cNvPr id="108" name="Ink 107">
                  <a:extLst>
                    <a:ext uri="{FF2B5EF4-FFF2-40B4-BE49-F238E27FC236}">
                      <a16:creationId xmlns:a16="http://schemas.microsoft.com/office/drawing/2014/main" id="{67449C27-8C51-68F8-4B41-748E05522533}"/>
                    </a:ext>
                  </a:extLst>
                </p:cNvPr>
                <p:cNvPicPr/>
                <p:nvPr/>
              </p:nvPicPr>
              <p:blipFill>
                <a:blip r:embed="rId177"/>
                <a:stretch>
                  <a:fillRect/>
                </a:stretch>
              </p:blipFill>
              <p:spPr>
                <a:xfrm>
                  <a:off x="11448183" y="2664193"/>
                  <a:ext cx="4752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9" name="Ink 108">
                  <a:extLst>
                    <a:ext uri="{FF2B5EF4-FFF2-40B4-BE49-F238E27FC236}">
                      <a16:creationId xmlns:a16="http://schemas.microsoft.com/office/drawing/2014/main" id="{CCED272A-536C-0D45-8250-47F26CE65EBF}"/>
                    </a:ext>
                  </a:extLst>
                </p14:cNvPr>
                <p14:cNvContentPartPr/>
                <p14:nvPr/>
              </p14:nvContentPartPr>
              <p14:xfrm>
                <a:off x="11449623" y="2644753"/>
                <a:ext cx="93600" cy="186120"/>
              </p14:xfrm>
            </p:contentPart>
          </mc:Choice>
          <mc:Fallback xmlns="">
            <p:pic>
              <p:nvPicPr>
                <p:cNvPr id="109" name="Ink 108">
                  <a:extLst>
                    <a:ext uri="{FF2B5EF4-FFF2-40B4-BE49-F238E27FC236}">
                      <a16:creationId xmlns:a16="http://schemas.microsoft.com/office/drawing/2014/main" id="{CCED272A-536C-0D45-8250-47F26CE65EBF}"/>
                    </a:ext>
                  </a:extLst>
                </p:cNvPr>
                <p:cNvPicPr/>
                <p:nvPr/>
              </p:nvPicPr>
              <p:blipFill>
                <a:blip r:embed="rId179"/>
                <a:stretch>
                  <a:fillRect/>
                </a:stretch>
              </p:blipFill>
              <p:spPr>
                <a:xfrm>
                  <a:off x="11431623" y="2627113"/>
                  <a:ext cx="12924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0" name="Ink 109">
                  <a:extLst>
                    <a:ext uri="{FF2B5EF4-FFF2-40B4-BE49-F238E27FC236}">
                      <a16:creationId xmlns:a16="http://schemas.microsoft.com/office/drawing/2014/main" id="{6B6B8EAC-FC87-7DCE-EB42-F25E938441AC}"/>
                    </a:ext>
                  </a:extLst>
                </p14:cNvPr>
                <p14:cNvContentPartPr/>
                <p14:nvPr/>
              </p14:nvContentPartPr>
              <p14:xfrm>
                <a:off x="11608023" y="2719633"/>
                <a:ext cx="100080" cy="51840"/>
              </p14:xfrm>
            </p:contentPart>
          </mc:Choice>
          <mc:Fallback xmlns="">
            <p:pic>
              <p:nvPicPr>
                <p:cNvPr id="110" name="Ink 109">
                  <a:extLst>
                    <a:ext uri="{FF2B5EF4-FFF2-40B4-BE49-F238E27FC236}">
                      <a16:creationId xmlns:a16="http://schemas.microsoft.com/office/drawing/2014/main" id="{6B6B8EAC-FC87-7DCE-EB42-F25E938441AC}"/>
                    </a:ext>
                  </a:extLst>
                </p:cNvPr>
                <p:cNvPicPr/>
                <p:nvPr/>
              </p:nvPicPr>
              <p:blipFill>
                <a:blip r:embed="rId181"/>
                <a:stretch>
                  <a:fillRect/>
                </a:stretch>
              </p:blipFill>
              <p:spPr>
                <a:xfrm>
                  <a:off x="11590023" y="2701633"/>
                  <a:ext cx="13572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1" name="Ink 110">
                  <a:extLst>
                    <a:ext uri="{FF2B5EF4-FFF2-40B4-BE49-F238E27FC236}">
                      <a16:creationId xmlns:a16="http://schemas.microsoft.com/office/drawing/2014/main" id="{70CC2D28-ACCE-0C8E-E373-F9E19AB35F40}"/>
                    </a:ext>
                  </a:extLst>
                </p14:cNvPr>
                <p14:cNvContentPartPr/>
                <p14:nvPr/>
              </p14:nvContentPartPr>
              <p14:xfrm>
                <a:off x="11816103" y="2601193"/>
                <a:ext cx="31320" cy="157680"/>
              </p14:xfrm>
            </p:contentPart>
          </mc:Choice>
          <mc:Fallback xmlns="">
            <p:pic>
              <p:nvPicPr>
                <p:cNvPr id="111" name="Ink 110">
                  <a:extLst>
                    <a:ext uri="{FF2B5EF4-FFF2-40B4-BE49-F238E27FC236}">
                      <a16:creationId xmlns:a16="http://schemas.microsoft.com/office/drawing/2014/main" id="{70CC2D28-ACCE-0C8E-E373-F9E19AB35F40}"/>
                    </a:ext>
                  </a:extLst>
                </p:cNvPr>
                <p:cNvPicPr/>
                <p:nvPr/>
              </p:nvPicPr>
              <p:blipFill>
                <a:blip r:embed="rId183"/>
                <a:stretch>
                  <a:fillRect/>
                </a:stretch>
              </p:blipFill>
              <p:spPr>
                <a:xfrm>
                  <a:off x="11798103" y="2583193"/>
                  <a:ext cx="6696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2" name="Ink 111">
                  <a:extLst>
                    <a:ext uri="{FF2B5EF4-FFF2-40B4-BE49-F238E27FC236}">
                      <a16:creationId xmlns:a16="http://schemas.microsoft.com/office/drawing/2014/main" id="{38E6E892-BDEF-3BD9-CA8D-AC157EED36BE}"/>
                    </a:ext>
                  </a:extLst>
                </p14:cNvPr>
                <p14:cNvContentPartPr/>
                <p14:nvPr/>
              </p14:nvContentPartPr>
              <p14:xfrm>
                <a:off x="11804943" y="2678233"/>
                <a:ext cx="71280" cy="115200"/>
              </p14:xfrm>
            </p:contentPart>
          </mc:Choice>
          <mc:Fallback xmlns="">
            <p:pic>
              <p:nvPicPr>
                <p:cNvPr id="112" name="Ink 111">
                  <a:extLst>
                    <a:ext uri="{FF2B5EF4-FFF2-40B4-BE49-F238E27FC236}">
                      <a16:creationId xmlns:a16="http://schemas.microsoft.com/office/drawing/2014/main" id="{38E6E892-BDEF-3BD9-CA8D-AC157EED36BE}"/>
                    </a:ext>
                  </a:extLst>
                </p:cNvPr>
                <p:cNvPicPr/>
                <p:nvPr/>
              </p:nvPicPr>
              <p:blipFill>
                <a:blip r:embed="rId185"/>
                <a:stretch>
                  <a:fillRect/>
                </a:stretch>
              </p:blipFill>
              <p:spPr>
                <a:xfrm>
                  <a:off x="11786943" y="2660233"/>
                  <a:ext cx="10692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3" name="Ink 112">
                  <a:extLst>
                    <a:ext uri="{FF2B5EF4-FFF2-40B4-BE49-F238E27FC236}">
                      <a16:creationId xmlns:a16="http://schemas.microsoft.com/office/drawing/2014/main" id="{80E1E995-0B28-59E3-3ED6-5EFE08A9E042}"/>
                    </a:ext>
                  </a:extLst>
                </p14:cNvPr>
                <p14:cNvContentPartPr/>
                <p14:nvPr/>
              </p14:nvContentPartPr>
              <p14:xfrm>
                <a:off x="11914383" y="2645473"/>
                <a:ext cx="14400" cy="114480"/>
              </p14:xfrm>
            </p:contentPart>
          </mc:Choice>
          <mc:Fallback xmlns="">
            <p:pic>
              <p:nvPicPr>
                <p:cNvPr id="113" name="Ink 112">
                  <a:extLst>
                    <a:ext uri="{FF2B5EF4-FFF2-40B4-BE49-F238E27FC236}">
                      <a16:creationId xmlns:a16="http://schemas.microsoft.com/office/drawing/2014/main" id="{80E1E995-0B28-59E3-3ED6-5EFE08A9E042}"/>
                    </a:ext>
                  </a:extLst>
                </p:cNvPr>
                <p:cNvPicPr/>
                <p:nvPr/>
              </p:nvPicPr>
              <p:blipFill>
                <a:blip r:embed="rId187"/>
                <a:stretch>
                  <a:fillRect/>
                </a:stretch>
              </p:blipFill>
              <p:spPr>
                <a:xfrm>
                  <a:off x="11896743" y="2627833"/>
                  <a:ext cx="5004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4" name="Ink 113">
                  <a:extLst>
                    <a:ext uri="{FF2B5EF4-FFF2-40B4-BE49-F238E27FC236}">
                      <a16:creationId xmlns:a16="http://schemas.microsoft.com/office/drawing/2014/main" id="{CB4C21A7-F94A-645F-2223-FC50922C3F5E}"/>
                    </a:ext>
                  </a:extLst>
                </p14:cNvPr>
                <p14:cNvContentPartPr/>
                <p14:nvPr/>
              </p14:nvContentPartPr>
              <p14:xfrm>
                <a:off x="11945343" y="2718553"/>
                <a:ext cx="76320" cy="45000"/>
              </p14:xfrm>
            </p:contentPart>
          </mc:Choice>
          <mc:Fallback xmlns="">
            <p:pic>
              <p:nvPicPr>
                <p:cNvPr id="114" name="Ink 113">
                  <a:extLst>
                    <a:ext uri="{FF2B5EF4-FFF2-40B4-BE49-F238E27FC236}">
                      <a16:creationId xmlns:a16="http://schemas.microsoft.com/office/drawing/2014/main" id="{CB4C21A7-F94A-645F-2223-FC50922C3F5E}"/>
                    </a:ext>
                  </a:extLst>
                </p:cNvPr>
                <p:cNvPicPr/>
                <p:nvPr/>
              </p:nvPicPr>
              <p:blipFill>
                <a:blip r:embed="rId189"/>
                <a:stretch>
                  <a:fillRect/>
                </a:stretch>
              </p:blipFill>
              <p:spPr>
                <a:xfrm>
                  <a:off x="11927343" y="2700553"/>
                  <a:ext cx="11196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5" name="Ink 114">
                  <a:extLst>
                    <a:ext uri="{FF2B5EF4-FFF2-40B4-BE49-F238E27FC236}">
                      <a16:creationId xmlns:a16="http://schemas.microsoft.com/office/drawing/2014/main" id="{3756F666-35AB-0ADF-C2BE-7BF007A30EF0}"/>
                    </a:ext>
                  </a:extLst>
                </p14:cNvPr>
                <p14:cNvContentPartPr/>
                <p14:nvPr/>
              </p14:nvContentPartPr>
              <p14:xfrm>
                <a:off x="12038223" y="2688673"/>
                <a:ext cx="22320" cy="62640"/>
              </p14:xfrm>
            </p:contentPart>
          </mc:Choice>
          <mc:Fallback xmlns="">
            <p:pic>
              <p:nvPicPr>
                <p:cNvPr id="115" name="Ink 114">
                  <a:extLst>
                    <a:ext uri="{FF2B5EF4-FFF2-40B4-BE49-F238E27FC236}">
                      <a16:creationId xmlns:a16="http://schemas.microsoft.com/office/drawing/2014/main" id="{3756F666-35AB-0ADF-C2BE-7BF007A30EF0}"/>
                    </a:ext>
                  </a:extLst>
                </p:cNvPr>
                <p:cNvPicPr/>
                <p:nvPr/>
              </p:nvPicPr>
              <p:blipFill>
                <a:blip r:embed="rId191"/>
                <a:stretch>
                  <a:fillRect/>
                </a:stretch>
              </p:blipFill>
              <p:spPr>
                <a:xfrm>
                  <a:off x="12020223" y="2670673"/>
                  <a:ext cx="579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6" name="Ink 115">
                  <a:extLst>
                    <a:ext uri="{FF2B5EF4-FFF2-40B4-BE49-F238E27FC236}">
                      <a16:creationId xmlns:a16="http://schemas.microsoft.com/office/drawing/2014/main" id="{91510142-6F0D-EABD-F70E-EF7C0699E2A9}"/>
                    </a:ext>
                  </a:extLst>
                </p14:cNvPr>
                <p14:cNvContentPartPr/>
                <p14:nvPr/>
              </p14:nvContentPartPr>
              <p14:xfrm>
                <a:off x="11269263" y="2458633"/>
                <a:ext cx="929160" cy="525600"/>
              </p14:xfrm>
            </p:contentPart>
          </mc:Choice>
          <mc:Fallback xmlns="">
            <p:pic>
              <p:nvPicPr>
                <p:cNvPr id="116" name="Ink 115">
                  <a:extLst>
                    <a:ext uri="{FF2B5EF4-FFF2-40B4-BE49-F238E27FC236}">
                      <a16:creationId xmlns:a16="http://schemas.microsoft.com/office/drawing/2014/main" id="{91510142-6F0D-EABD-F70E-EF7C0699E2A9}"/>
                    </a:ext>
                  </a:extLst>
                </p:cNvPr>
                <p:cNvPicPr/>
                <p:nvPr/>
              </p:nvPicPr>
              <p:blipFill>
                <a:blip r:embed="rId193"/>
                <a:stretch>
                  <a:fillRect/>
                </a:stretch>
              </p:blipFill>
              <p:spPr>
                <a:xfrm>
                  <a:off x="11251263" y="2440633"/>
                  <a:ext cx="964800" cy="5612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7" name="Ink 116">
                  <a:extLst>
                    <a:ext uri="{FF2B5EF4-FFF2-40B4-BE49-F238E27FC236}">
                      <a16:creationId xmlns:a16="http://schemas.microsoft.com/office/drawing/2014/main" id="{4CB3AD44-D5F6-932A-7DCD-5AAAC34C44D3}"/>
                    </a:ext>
                  </a:extLst>
                </p14:cNvPr>
                <p14:cNvContentPartPr/>
                <p14:nvPr/>
              </p14:nvContentPartPr>
              <p14:xfrm>
                <a:off x="11389863" y="2946793"/>
                <a:ext cx="2880" cy="6480"/>
              </p14:xfrm>
            </p:contentPart>
          </mc:Choice>
          <mc:Fallback xmlns="">
            <p:pic>
              <p:nvPicPr>
                <p:cNvPr id="117" name="Ink 116">
                  <a:extLst>
                    <a:ext uri="{FF2B5EF4-FFF2-40B4-BE49-F238E27FC236}">
                      <a16:creationId xmlns:a16="http://schemas.microsoft.com/office/drawing/2014/main" id="{4CB3AD44-D5F6-932A-7DCD-5AAAC34C44D3}"/>
                    </a:ext>
                  </a:extLst>
                </p:cNvPr>
                <p:cNvPicPr/>
                <p:nvPr/>
              </p:nvPicPr>
              <p:blipFill>
                <a:blip r:embed="rId127"/>
                <a:stretch>
                  <a:fillRect/>
                </a:stretch>
              </p:blipFill>
              <p:spPr>
                <a:xfrm>
                  <a:off x="11372223" y="2929153"/>
                  <a:ext cx="38520" cy="4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95">
            <p14:nvContentPartPr>
              <p14:cNvPr id="119" name="Ink 118">
                <a:extLst>
                  <a:ext uri="{FF2B5EF4-FFF2-40B4-BE49-F238E27FC236}">
                    <a16:creationId xmlns:a16="http://schemas.microsoft.com/office/drawing/2014/main" id="{7F34358D-8F34-8504-5F35-E1977DD70E6F}"/>
                  </a:ext>
                </a:extLst>
              </p14:cNvPr>
              <p14:cNvContentPartPr/>
              <p14:nvPr/>
            </p14:nvContentPartPr>
            <p14:xfrm>
              <a:off x="5809863" y="5234593"/>
              <a:ext cx="778680" cy="303480"/>
            </p14:xfrm>
          </p:contentPart>
        </mc:Choice>
        <mc:Fallback xmlns="">
          <p:pic>
            <p:nvPicPr>
              <p:cNvPr id="119" name="Ink 118">
                <a:extLst>
                  <a:ext uri="{FF2B5EF4-FFF2-40B4-BE49-F238E27FC236}">
                    <a16:creationId xmlns:a16="http://schemas.microsoft.com/office/drawing/2014/main" id="{7F34358D-8F34-8504-5F35-E1977DD70E6F}"/>
                  </a:ext>
                </a:extLst>
              </p:cNvPr>
              <p:cNvPicPr/>
              <p:nvPr/>
            </p:nvPicPr>
            <p:blipFill>
              <a:blip r:embed="rId196"/>
              <a:stretch>
                <a:fillRect/>
              </a:stretch>
            </p:blipFill>
            <p:spPr>
              <a:xfrm>
                <a:off x="5756223" y="5126593"/>
                <a:ext cx="886320" cy="5191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20" name="Ink 119">
                <a:extLst>
                  <a:ext uri="{FF2B5EF4-FFF2-40B4-BE49-F238E27FC236}">
                    <a16:creationId xmlns:a16="http://schemas.microsoft.com/office/drawing/2014/main" id="{EB54E1EE-0639-BC30-63F9-69B97A2C6AF0}"/>
                  </a:ext>
                </a:extLst>
              </p14:cNvPr>
              <p14:cNvContentPartPr/>
              <p14:nvPr/>
            </p14:nvContentPartPr>
            <p14:xfrm>
              <a:off x="10176303" y="1522633"/>
              <a:ext cx="717480" cy="293040"/>
            </p14:xfrm>
          </p:contentPart>
        </mc:Choice>
        <mc:Fallback xmlns="">
          <p:pic>
            <p:nvPicPr>
              <p:cNvPr id="120" name="Ink 119">
                <a:extLst>
                  <a:ext uri="{FF2B5EF4-FFF2-40B4-BE49-F238E27FC236}">
                    <a16:creationId xmlns:a16="http://schemas.microsoft.com/office/drawing/2014/main" id="{EB54E1EE-0639-BC30-63F9-69B97A2C6AF0}"/>
                  </a:ext>
                </a:extLst>
              </p:cNvPr>
              <p:cNvPicPr/>
              <p:nvPr/>
            </p:nvPicPr>
            <p:blipFill>
              <a:blip r:embed="rId198"/>
              <a:stretch>
                <a:fillRect/>
              </a:stretch>
            </p:blipFill>
            <p:spPr>
              <a:xfrm>
                <a:off x="10122663" y="1414993"/>
                <a:ext cx="825120" cy="50868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21" name="Ink 120">
                <a:extLst>
                  <a:ext uri="{FF2B5EF4-FFF2-40B4-BE49-F238E27FC236}">
                    <a16:creationId xmlns:a16="http://schemas.microsoft.com/office/drawing/2014/main" id="{3A285B50-AA4C-8C42-8C02-AF9F23E24DED}"/>
                  </a:ext>
                </a:extLst>
              </p14:cNvPr>
              <p14:cNvContentPartPr/>
              <p14:nvPr/>
            </p14:nvContentPartPr>
            <p14:xfrm>
              <a:off x="6896703" y="5188873"/>
              <a:ext cx="733680" cy="372240"/>
            </p14:xfrm>
          </p:contentPart>
        </mc:Choice>
        <mc:Fallback xmlns="">
          <p:pic>
            <p:nvPicPr>
              <p:cNvPr id="121" name="Ink 120">
                <a:extLst>
                  <a:ext uri="{FF2B5EF4-FFF2-40B4-BE49-F238E27FC236}">
                    <a16:creationId xmlns:a16="http://schemas.microsoft.com/office/drawing/2014/main" id="{3A285B50-AA4C-8C42-8C02-AF9F23E24DED}"/>
                  </a:ext>
                </a:extLst>
              </p:cNvPr>
              <p:cNvPicPr/>
              <p:nvPr/>
            </p:nvPicPr>
            <p:blipFill>
              <a:blip r:embed="rId200"/>
              <a:stretch>
                <a:fillRect/>
              </a:stretch>
            </p:blipFill>
            <p:spPr>
              <a:xfrm>
                <a:off x="6843063" y="5080873"/>
                <a:ext cx="841320" cy="58788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22" name="Ink 121">
                <a:extLst>
                  <a:ext uri="{FF2B5EF4-FFF2-40B4-BE49-F238E27FC236}">
                    <a16:creationId xmlns:a16="http://schemas.microsoft.com/office/drawing/2014/main" id="{72EF5600-669F-11E0-E2B0-AC754F98013E}"/>
                  </a:ext>
                </a:extLst>
              </p14:cNvPr>
              <p14:cNvContentPartPr/>
              <p14:nvPr/>
            </p14:nvContentPartPr>
            <p14:xfrm>
              <a:off x="8793903" y="1084153"/>
              <a:ext cx="933120" cy="342360"/>
            </p14:xfrm>
          </p:contentPart>
        </mc:Choice>
        <mc:Fallback xmlns="">
          <p:pic>
            <p:nvPicPr>
              <p:cNvPr id="122" name="Ink 121">
                <a:extLst>
                  <a:ext uri="{FF2B5EF4-FFF2-40B4-BE49-F238E27FC236}">
                    <a16:creationId xmlns:a16="http://schemas.microsoft.com/office/drawing/2014/main" id="{72EF5600-669F-11E0-E2B0-AC754F98013E}"/>
                  </a:ext>
                </a:extLst>
              </p:cNvPr>
              <p:cNvPicPr/>
              <p:nvPr/>
            </p:nvPicPr>
            <p:blipFill>
              <a:blip r:embed="rId202"/>
              <a:stretch>
                <a:fillRect/>
              </a:stretch>
            </p:blipFill>
            <p:spPr>
              <a:xfrm>
                <a:off x="8739903" y="976513"/>
                <a:ext cx="1040760" cy="558000"/>
              </a:xfrm>
              <a:prstGeom prst="rect">
                <a:avLst/>
              </a:prstGeom>
            </p:spPr>
          </p:pic>
        </mc:Fallback>
      </mc:AlternateContent>
      <p:grpSp>
        <p:nvGrpSpPr>
          <p:cNvPr id="150" name="Group 149">
            <a:extLst>
              <a:ext uri="{FF2B5EF4-FFF2-40B4-BE49-F238E27FC236}">
                <a16:creationId xmlns:a16="http://schemas.microsoft.com/office/drawing/2014/main" id="{DC1F75F3-9053-21E7-5ACF-02AA572EE97C}"/>
              </a:ext>
            </a:extLst>
          </p:cNvPr>
          <p:cNvGrpSpPr/>
          <p:nvPr/>
        </p:nvGrpSpPr>
        <p:grpSpPr>
          <a:xfrm>
            <a:off x="7091103" y="5675953"/>
            <a:ext cx="4635000" cy="534600"/>
            <a:chOff x="7091103" y="5675953"/>
            <a:chExt cx="4635000" cy="534600"/>
          </a:xfrm>
        </p:grpSpPr>
        <mc:AlternateContent xmlns:mc="http://schemas.openxmlformats.org/markup-compatibility/2006" xmlns:p14="http://schemas.microsoft.com/office/powerpoint/2010/main">
          <mc:Choice Requires="p14">
            <p:contentPart p14:bwMode="auto" r:id="rId203">
              <p14:nvContentPartPr>
                <p14:cNvPr id="123" name="Ink 122">
                  <a:extLst>
                    <a:ext uri="{FF2B5EF4-FFF2-40B4-BE49-F238E27FC236}">
                      <a16:creationId xmlns:a16="http://schemas.microsoft.com/office/drawing/2014/main" id="{27F7284A-79FA-D9D8-3CC9-5573CD7C4571}"/>
                    </a:ext>
                  </a:extLst>
                </p14:cNvPr>
                <p14:cNvContentPartPr/>
                <p14:nvPr/>
              </p14:nvContentPartPr>
              <p14:xfrm>
                <a:off x="7688703" y="5790073"/>
                <a:ext cx="1800" cy="12240"/>
              </p14:xfrm>
            </p:contentPart>
          </mc:Choice>
          <mc:Fallback xmlns="">
            <p:pic>
              <p:nvPicPr>
                <p:cNvPr id="123" name="Ink 122">
                  <a:extLst>
                    <a:ext uri="{FF2B5EF4-FFF2-40B4-BE49-F238E27FC236}">
                      <a16:creationId xmlns:a16="http://schemas.microsoft.com/office/drawing/2014/main" id="{27F7284A-79FA-D9D8-3CC9-5573CD7C4571}"/>
                    </a:ext>
                  </a:extLst>
                </p:cNvPr>
                <p:cNvPicPr/>
                <p:nvPr/>
              </p:nvPicPr>
              <p:blipFill>
                <a:blip r:embed="rId204"/>
                <a:stretch>
                  <a:fillRect/>
                </a:stretch>
              </p:blipFill>
              <p:spPr>
                <a:xfrm>
                  <a:off x="7671063" y="5772433"/>
                  <a:ext cx="3744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24" name="Ink 123">
                  <a:extLst>
                    <a:ext uri="{FF2B5EF4-FFF2-40B4-BE49-F238E27FC236}">
                      <a16:creationId xmlns:a16="http://schemas.microsoft.com/office/drawing/2014/main" id="{E4A25F45-B926-26EE-BFC0-9D04008E8FDF}"/>
                    </a:ext>
                  </a:extLst>
                </p14:cNvPr>
                <p14:cNvContentPartPr/>
                <p14:nvPr/>
              </p14:nvContentPartPr>
              <p14:xfrm>
                <a:off x="7854663" y="5729953"/>
                <a:ext cx="110880" cy="223200"/>
              </p14:xfrm>
            </p:contentPart>
          </mc:Choice>
          <mc:Fallback xmlns="">
            <p:pic>
              <p:nvPicPr>
                <p:cNvPr id="124" name="Ink 123">
                  <a:extLst>
                    <a:ext uri="{FF2B5EF4-FFF2-40B4-BE49-F238E27FC236}">
                      <a16:creationId xmlns:a16="http://schemas.microsoft.com/office/drawing/2014/main" id="{E4A25F45-B926-26EE-BFC0-9D04008E8FDF}"/>
                    </a:ext>
                  </a:extLst>
                </p:cNvPr>
                <p:cNvPicPr/>
                <p:nvPr/>
              </p:nvPicPr>
              <p:blipFill>
                <a:blip r:embed="rId206"/>
                <a:stretch>
                  <a:fillRect/>
                </a:stretch>
              </p:blipFill>
              <p:spPr>
                <a:xfrm>
                  <a:off x="7837023" y="5711953"/>
                  <a:ext cx="14652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25" name="Ink 124">
                  <a:extLst>
                    <a:ext uri="{FF2B5EF4-FFF2-40B4-BE49-F238E27FC236}">
                      <a16:creationId xmlns:a16="http://schemas.microsoft.com/office/drawing/2014/main" id="{B07D0322-D913-AEC3-452B-660667E7F901}"/>
                    </a:ext>
                  </a:extLst>
                </p14:cNvPr>
                <p14:cNvContentPartPr/>
                <p14:nvPr/>
              </p14:nvContentPartPr>
              <p14:xfrm>
                <a:off x="8116743" y="5728153"/>
                <a:ext cx="79200" cy="236160"/>
              </p14:xfrm>
            </p:contentPart>
          </mc:Choice>
          <mc:Fallback xmlns="">
            <p:pic>
              <p:nvPicPr>
                <p:cNvPr id="125" name="Ink 124">
                  <a:extLst>
                    <a:ext uri="{FF2B5EF4-FFF2-40B4-BE49-F238E27FC236}">
                      <a16:creationId xmlns:a16="http://schemas.microsoft.com/office/drawing/2014/main" id="{B07D0322-D913-AEC3-452B-660667E7F901}"/>
                    </a:ext>
                  </a:extLst>
                </p:cNvPr>
                <p:cNvPicPr/>
                <p:nvPr/>
              </p:nvPicPr>
              <p:blipFill>
                <a:blip r:embed="rId208"/>
                <a:stretch>
                  <a:fillRect/>
                </a:stretch>
              </p:blipFill>
              <p:spPr>
                <a:xfrm>
                  <a:off x="8098743" y="5710513"/>
                  <a:ext cx="11484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27" name="Ink 126">
                  <a:extLst>
                    <a:ext uri="{FF2B5EF4-FFF2-40B4-BE49-F238E27FC236}">
                      <a16:creationId xmlns:a16="http://schemas.microsoft.com/office/drawing/2014/main" id="{8598090E-A9F2-FBD8-409B-4BFA468B20C1}"/>
                    </a:ext>
                  </a:extLst>
                </p14:cNvPr>
                <p14:cNvContentPartPr/>
                <p14:nvPr/>
              </p14:nvContentPartPr>
              <p14:xfrm>
                <a:off x="8508423" y="5735353"/>
                <a:ext cx="27000" cy="286920"/>
              </p14:xfrm>
            </p:contentPart>
          </mc:Choice>
          <mc:Fallback xmlns="">
            <p:pic>
              <p:nvPicPr>
                <p:cNvPr id="127" name="Ink 126">
                  <a:extLst>
                    <a:ext uri="{FF2B5EF4-FFF2-40B4-BE49-F238E27FC236}">
                      <a16:creationId xmlns:a16="http://schemas.microsoft.com/office/drawing/2014/main" id="{8598090E-A9F2-FBD8-409B-4BFA468B20C1}"/>
                    </a:ext>
                  </a:extLst>
                </p:cNvPr>
                <p:cNvPicPr/>
                <p:nvPr/>
              </p:nvPicPr>
              <p:blipFill>
                <a:blip r:embed="rId210"/>
                <a:stretch>
                  <a:fillRect/>
                </a:stretch>
              </p:blipFill>
              <p:spPr>
                <a:xfrm>
                  <a:off x="8490423" y="5717353"/>
                  <a:ext cx="6264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28" name="Ink 127">
                  <a:extLst>
                    <a:ext uri="{FF2B5EF4-FFF2-40B4-BE49-F238E27FC236}">
                      <a16:creationId xmlns:a16="http://schemas.microsoft.com/office/drawing/2014/main" id="{A48E9D7C-32A9-7977-C4A0-4A2616E5EDF8}"/>
                    </a:ext>
                  </a:extLst>
                </p14:cNvPr>
                <p14:cNvContentPartPr/>
                <p14:nvPr/>
              </p14:nvContentPartPr>
              <p14:xfrm>
                <a:off x="8492223" y="5831833"/>
                <a:ext cx="141480" cy="141120"/>
              </p14:xfrm>
            </p:contentPart>
          </mc:Choice>
          <mc:Fallback xmlns="">
            <p:pic>
              <p:nvPicPr>
                <p:cNvPr id="128" name="Ink 127">
                  <a:extLst>
                    <a:ext uri="{FF2B5EF4-FFF2-40B4-BE49-F238E27FC236}">
                      <a16:creationId xmlns:a16="http://schemas.microsoft.com/office/drawing/2014/main" id="{A48E9D7C-32A9-7977-C4A0-4A2616E5EDF8}"/>
                    </a:ext>
                  </a:extLst>
                </p:cNvPr>
                <p:cNvPicPr/>
                <p:nvPr/>
              </p:nvPicPr>
              <p:blipFill>
                <a:blip r:embed="rId212"/>
                <a:stretch>
                  <a:fillRect/>
                </a:stretch>
              </p:blipFill>
              <p:spPr>
                <a:xfrm>
                  <a:off x="8474223" y="5813833"/>
                  <a:ext cx="17712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29" name="Ink 128">
                  <a:extLst>
                    <a:ext uri="{FF2B5EF4-FFF2-40B4-BE49-F238E27FC236}">
                      <a16:creationId xmlns:a16="http://schemas.microsoft.com/office/drawing/2014/main" id="{9C84BCD7-921F-F54F-CA12-6325E93FD963}"/>
                    </a:ext>
                  </a:extLst>
                </p14:cNvPr>
                <p14:cNvContentPartPr/>
                <p14:nvPr/>
              </p14:nvContentPartPr>
              <p14:xfrm>
                <a:off x="8767263" y="5876833"/>
                <a:ext cx="3960" cy="158760"/>
              </p14:xfrm>
            </p:contentPart>
          </mc:Choice>
          <mc:Fallback xmlns="">
            <p:pic>
              <p:nvPicPr>
                <p:cNvPr id="129" name="Ink 128">
                  <a:extLst>
                    <a:ext uri="{FF2B5EF4-FFF2-40B4-BE49-F238E27FC236}">
                      <a16:creationId xmlns:a16="http://schemas.microsoft.com/office/drawing/2014/main" id="{9C84BCD7-921F-F54F-CA12-6325E93FD963}"/>
                    </a:ext>
                  </a:extLst>
                </p:cNvPr>
                <p:cNvPicPr/>
                <p:nvPr/>
              </p:nvPicPr>
              <p:blipFill>
                <a:blip r:embed="rId214"/>
                <a:stretch>
                  <a:fillRect/>
                </a:stretch>
              </p:blipFill>
              <p:spPr>
                <a:xfrm>
                  <a:off x="8749263" y="5858833"/>
                  <a:ext cx="3960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30" name="Ink 129">
                  <a:extLst>
                    <a:ext uri="{FF2B5EF4-FFF2-40B4-BE49-F238E27FC236}">
                      <a16:creationId xmlns:a16="http://schemas.microsoft.com/office/drawing/2014/main" id="{64D6AFCC-94FE-F314-AD68-F5F7E4A4F270}"/>
                    </a:ext>
                  </a:extLst>
                </p14:cNvPr>
                <p14:cNvContentPartPr/>
                <p14:nvPr/>
              </p14:nvContentPartPr>
              <p14:xfrm>
                <a:off x="8755023" y="5815993"/>
                <a:ext cx="110880" cy="96120"/>
              </p14:xfrm>
            </p:contentPart>
          </mc:Choice>
          <mc:Fallback xmlns="">
            <p:pic>
              <p:nvPicPr>
                <p:cNvPr id="130" name="Ink 129">
                  <a:extLst>
                    <a:ext uri="{FF2B5EF4-FFF2-40B4-BE49-F238E27FC236}">
                      <a16:creationId xmlns:a16="http://schemas.microsoft.com/office/drawing/2014/main" id="{64D6AFCC-94FE-F314-AD68-F5F7E4A4F270}"/>
                    </a:ext>
                  </a:extLst>
                </p:cNvPr>
                <p:cNvPicPr/>
                <p:nvPr/>
              </p:nvPicPr>
              <p:blipFill>
                <a:blip r:embed="rId216"/>
                <a:stretch>
                  <a:fillRect/>
                </a:stretch>
              </p:blipFill>
              <p:spPr>
                <a:xfrm>
                  <a:off x="8737383" y="5798353"/>
                  <a:ext cx="14652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31" name="Ink 130">
                  <a:extLst>
                    <a:ext uri="{FF2B5EF4-FFF2-40B4-BE49-F238E27FC236}">
                      <a16:creationId xmlns:a16="http://schemas.microsoft.com/office/drawing/2014/main" id="{8BACADEA-740D-41C2-0BC5-1C195987568F}"/>
                    </a:ext>
                  </a:extLst>
                </p14:cNvPr>
                <p14:cNvContentPartPr/>
                <p14:nvPr/>
              </p14:nvContentPartPr>
              <p14:xfrm>
                <a:off x="8956623" y="5800153"/>
                <a:ext cx="137520" cy="172440"/>
              </p14:xfrm>
            </p:contentPart>
          </mc:Choice>
          <mc:Fallback xmlns="">
            <p:pic>
              <p:nvPicPr>
                <p:cNvPr id="131" name="Ink 130">
                  <a:extLst>
                    <a:ext uri="{FF2B5EF4-FFF2-40B4-BE49-F238E27FC236}">
                      <a16:creationId xmlns:a16="http://schemas.microsoft.com/office/drawing/2014/main" id="{8BACADEA-740D-41C2-0BC5-1C195987568F}"/>
                    </a:ext>
                  </a:extLst>
                </p:cNvPr>
                <p:cNvPicPr/>
                <p:nvPr/>
              </p:nvPicPr>
              <p:blipFill>
                <a:blip r:embed="rId218"/>
                <a:stretch>
                  <a:fillRect/>
                </a:stretch>
              </p:blipFill>
              <p:spPr>
                <a:xfrm>
                  <a:off x="8938623" y="5782513"/>
                  <a:ext cx="1731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33" name="Ink 132">
                  <a:extLst>
                    <a:ext uri="{FF2B5EF4-FFF2-40B4-BE49-F238E27FC236}">
                      <a16:creationId xmlns:a16="http://schemas.microsoft.com/office/drawing/2014/main" id="{E645568B-7F0F-719F-4882-C4CED3415E5B}"/>
                    </a:ext>
                  </a:extLst>
                </p14:cNvPr>
                <p14:cNvContentPartPr/>
                <p14:nvPr/>
              </p14:nvContentPartPr>
              <p14:xfrm>
                <a:off x="9477903" y="5782873"/>
                <a:ext cx="187920" cy="147600"/>
              </p14:xfrm>
            </p:contentPart>
          </mc:Choice>
          <mc:Fallback xmlns="">
            <p:pic>
              <p:nvPicPr>
                <p:cNvPr id="133" name="Ink 132">
                  <a:extLst>
                    <a:ext uri="{FF2B5EF4-FFF2-40B4-BE49-F238E27FC236}">
                      <a16:creationId xmlns:a16="http://schemas.microsoft.com/office/drawing/2014/main" id="{E645568B-7F0F-719F-4882-C4CED3415E5B}"/>
                    </a:ext>
                  </a:extLst>
                </p:cNvPr>
                <p:cNvPicPr/>
                <p:nvPr/>
              </p:nvPicPr>
              <p:blipFill>
                <a:blip r:embed="rId220"/>
                <a:stretch>
                  <a:fillRect/>
                </a:stretch>
              </p:blipFill>
              <p:spPr>
                <a:xfrm>
                  <a:off x="9459903" y="5764873"/>
                  <a:ext cx="22356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34" name="Ink 133">
                  <a:extLst>
                    <a:ext uri="{FF2B5EF4-FFF2-40B4-BE49-F238E27FC236}">
                      <a16:creationId xmlns:a16="http://schemas.microsoft.com/office/drawing/2014/main" id="{3A70C11C-67F3-F68A-90B7-7916748981B6}"/>
                    </a:ext>
                  </a:extLst>
                </p14:cNvPr>
                <p14:cNvContentPartPr/>
                <p14:nvPr/>
              </p14:nvContentPartPr>
              <p14:xfrm>
                <a:off x="9767703" y="5803033"/>
                <a:ext cx="35640" cy="154440"/>
              </p14:xfrm>
            </p:contentPart>
          </mc:Choice>
          <mc:Fallback xmlns="">
            <p:pic>
              <p:nvPicPr>
                <p:cNvPr id="134" name="Ink 133">
                  <a:extLst>
                    <a:ext uri="{FF2B5EF4-FFF2-40B4-BE49-F238E27FC236}">
                      <a16:creationId xmlns:a16="http://schemas.microsoft.com/office/drawing/2014/main" id="{3A70C11C-67F3-F68A-90B7-7916748981B6}"/>
                    </a:ext>
                  </a:extLst>
                </p:cNvPr>
                <p:cNvPicPr/>
                <p:nvPr/>
              </p:nvPicPr>
              <p:blipFill>
                <a:blip r:embed="rId222"/>
                <a:stretch>
                  <a:fillRect/>
                </a:stretch>
              </p:blipFill>
              <p:spPr>
                <a:xfrm>
                  <a:off x="9750063" y="5785033"/>
                  <a:ext cx="7128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35" name="Ink 134">
                  <a:extLst>
                    <a:ext uri="{FF2B5EF4-FFF2-40B4-BE49-F238E27FC236}">
                      <a16:creationId xmlns:a16="http://schemas.microsoft.com/office/drawing/2014/main" id="{3848040E-6453-C736-B336-C5F4C3E39006}"/>
                    </a:ext>
                  </a:extLst>
                </p14:cNvPr>
                <p14:cNvContentPartPr/>
                <p14:nvPr/>
              </p14:nvContentPartPr>
              <p14:xfrm>
                <a:off x="9876063" y="5857753"/>
                <a:ext cx="47880" cy="87480"/>
              </p14:xfrm>
            </p:contentPart>
          </mc:Choice>
          <mc:Fallback xmlns="">
            <p:pic>
              <p:nvPicPr>
                <p:cNvPr id="135" name="Ink 134">
                  <a:extLst>
                    <a:ext uri="{FF2B5EF4-FFF2-40B4-BE49-F238E27FC236}">
                      <a16:creationId xmlns:a16="http://schemas.microsoft.com/office/drawing/2014/main" id="{3848040E-6453-C736-B336-C5F4C3E39006}"/>
                    </a:ext>
                  </a:extLst>
                </p:cNvPr>
                <p:cNvPicPr/>
                <p:nvPr/>
              </p:nvPicPr>
              <p:blipFill>
                <a:blip r:embed="rId224"/>
                <a:stretch>
                  <a:fillRect/>
                </a:stretch>
              </p:blipFill>
              <p:spPr>
                <a:xfrm>
                  <a:off x="9858063" y="5839753"/>
                  <a:ext cx="835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36" name="Ink 135">
                  <a:extLst>
                    <a:ext uri="{FF2B5EF4-FFF2-40B4-BE49-F238E27FC236}">
                      <a16:creationId xmlns:a16="http://schemas.microsoft.com/office/drawing/2014/main" id="{D401C949-1271-6BCA-CF54-4A3D59E66283}"/>
                    </a:ext>
                  </a:extLst>
                </p14:cNvPr>
                <p14:cNvContentPartPr/>
                <p14:nvPr/>
              </p14:nvContentPartPr>
              <p14:xfrm>
                <a:off x="9908823" y="5675953"/>
                <a:ext cx="15840" cy="71640"/>
              </p14:xfrm>
            </p:contentPart>
          </mc:Choice>
          <mc:Fallback xmlns="">
            <p:pic>
              <p:nvPicPr>
                <p:cNvPr id="136" name="Ink 135">
                  <a:extLst>
                    <a:ext uri="{FF2B5EF4-FFF2-40B4-BE49-F238E27FC236}">
                      <a16:creationId xmlns:a16="http://schemas.microsoft.com/office/drawing/2014/main" id="{D401C949-1271-6BCA-CF54-4A3D59E66283}"/>
                    </a:ext>
                  </a:extLst>
                </p:cNvPr>
                <p:cNvPicPr/>
                <p:nvPr/>
              </p:nvPicPr>
              <p:blipFill>
                <a:blip r:embed="rId226"/>
                <a:stretch>
                  <a:fillRect/>
                </a:stretch>
              </p:blipFill>
              <p:spPr>
                <a:xfrm>
                  <a:off x="9890823" y="5658313"/>
                  <a:ext cx="5148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37" name="Ink 136">
                  <a:extLst>
                    <a:ext uri="{FF2B5EF4-FFF2-40B4-BE49-F238E27FC236}">
                      <a16:creationId xmlns:a16="http://schemas.microsoft.com/office/drawing/2014/main" id="{1DC78BFE-859C-1CED-1AE4-AAE8C5963E0D}"/>
                    </a:ext>
                  </a:extLst>
                </p14:cNvPr>
                <p14:cNvContentPartPr/>
                <p14:nvPr/>
              </p14:nvContentPartPr>
              <p14:xfrm>
                <a:off x="9997743" y="5843713"/>
                <a:ext cx="147960" cy="113400"/>
              </p14:xfrm>
            </p:contentPart>
          </mc:Choice>
          <mc:Fallback xmlns="">
            <p:pic>
              <p:nvPicPr>
                <p:cNvPr id="137" name="Ink 136">
                  <a:extLst>
                    <a:ext uri="{FF2B5EF4-FFF2-40B4-BE49-F238E27FC236}">
                      <a16:creationId xmlns:a16="http://schemas.microsoft.com/office/drawing/2014/main" id="{1DC78BFE-859C-1CED-1AE4-AAE8C5963E0D}"/>
                    </a:ext>
                  </a:extLst>
                </p:cNvPr>
                <p:cNvPicPr/>
                <p:nvPr/>
              </p:nvPicPr>
              <p:blipFill>
                <a:blip r:embed="rId228"/>
                <a:stretch>
                  <a:fillRect/>
                </a:stretch>
              </p:blipFill>
              <p:spPr>
                <a:xfrm>
                  <a:off x="9979743" y="5825713"/>
                  <a:ext cx="1836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38" name="Ink 137">
                  <a:extLst>
                    <a:ext uri="{FF2B5EF4-FFF2-40B4-BE49-F238E27FC236}">
                      <a16:creationId xmlns:a16="http://schemas.microsoft.com/office/drawing/2014/main" id="{FF62CE34-1522-951C-BD82-4B644AD22107}"/>
                    </a:ext>
                  </a:extLst>
                </p14:cNvPr>
                <p14:cNvContentPartPr/>
                <p14:nvPr/>
              </p14:nvContentPartPr>
              <p14:xfrm>
                <a:off x="10192503" y="5804473"/>
                <a:ext cx="91080" cy="243360"/>
              </p14:xfrm>
            </p:contentPart>
          </mc:Choice>
          <mc:Fallback xmlns="">
            <p:pic>
              <p:nvPicPr>
                <p:cNvPr id="138" name="Ink 137">
                  <a:extLst>
                    <a:ext uri="{FF2B5EF4-FFF2-40B4-BE49-F238E27FC236}">
                      <a16:creationId xmlns:a16="http://schemas.microsoft.com/office/drawing/2014/main" id="{FF62CE34-1522-951C-BD82-4B644AD22107}"/>
                    </a:ext>
                  </a:extLst>
                </p:cNvPr>
                <p:cNvPicPr/>
                <p:nvPr/>
              </p:nvPicPr>
              <p:blipFill>
                <a:blip r:embed="rId230"/>
                <a:stretch>
                  <a:fillRect/>
                </a:stretch>
              </p:blipFill>
              <p:spPr>
                <a:xfrm>
                  <a:off x="10174863" y="5786833"/>
                  <a:ext cx="12672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39" name="Ink 138">
                  <a:extLst>
                    <a:ext uri="{FF2B5EF4-FFF2-40B4-BE49-F238E27FC236}">
                      <a16:creationId xmlns:a16="http://schemas.microsoft.com/office/drawing/2014/main" id="{EC4E2176-BE1F-3401-9C04-FBCD6F687F70}"/>
                    </a:ext>
                  </a:extLst>
                </p14:cNvPr>
                <p14:cNvContentPartPr/>
                <p14:nvPr/>
              </p14:nvContentPartPr>
              <p14:xfrm>
                <a:off x="10542423" y="5836873"/>
                <a:ext cx="95400" cy="156600"/>
              </p14:xfrm>
            </p:contentPart>
          </mc:Choice>
          <mc:Fallback xmlns="">
            <p:pic>
              <p:nvPicPr>
                <p:cNvPr id="139" name="Ink 138">
                  <a:extLst>
                    <a:ext uri="{FF2B5EF4-FFF2-40B4-BE49-F238E27FC236}">
                      <a16:creationId xmlns:a16="http://schemas.microsoft.com/office/drawing/2014/main" id="{EC4E2176-BE1F-3401-9C04-FBCD6F687F70}"/>
                    </a:ext>
                  </a:extLst>
                </p:cNvPr>
                <p:cNvPicPr/>
                <p:nvPr/>
              </p:nvPicPr>
              <p:blipFill>
                <a:blip r:embed="rId232"/>
                <a:stretch>
                  <a:fillRect/>
                </a:stretch>
              </p:blipFill>
              <p:spPr>
                <a:xfrm>
                  <a:off x="10524783" y="5818873"/>
                  <a:ext cx="13104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40" name="Ink 139">
                  <a:extLst>
                    <a:ext uri="{FF2B5EF4-FFF2-40B4-BE49-F238E27FC236}">
                      <a16:creationId xmlns:a16="http://schemas.microsoft.com/office/drawing/2014/main" id="{91F92DEE-6E51-ECAC-817D-8F0929B522E7}"/>
                    </a:ext>
                  </a:extLst>
                </p14:cNvPr>
                <p14:cNvContentPartPr/>
                <p14:nvPr/>
              </p14:nvContentPartPr>
              <p14:xfrm>
                <a:off x="10735023" y="5899153"/>
                <a:ext cx="147960" cy="105480"/>
              </p14:xfrm>
            </p:contentPart>
          </mc:Choice>
          <mc:Fallback xmlns="">
            <p:pic>
              <p:nvPicPr>
                <p:cNvPr id="140" name="Ink 139">
                  <a:extLst>
                    <a:ext uri="{FF2B5EF4-FFF2-40B4-BE49-F238E27FC236}">
                      <a16:creationId xmlns:a16="http://schemas.microsoft.com/office/drawing/2014/main" id="{91F92DEE-6E51-ECAC-817D-8F0929B522E7}"/>
                    </a:ext>
                  </a:extLst>
                </p:cNvPr>
                <p:cNvPicPr/>
                <p:nvPr/>
              </p:nvPicPr>
              <p:blipFill>
                <a:blip r:embed="rId234"/>
                <a:stretch>
                  <a:fillRect/>
                </a:stretch>
              </p:blipFill>
              <p:spPr>
                <a:xfrm>
                  <a:off x="10717023" y="5881513"/>
                  <a:ext cx="1836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41" name="Ink 140">
                  <a:extLst>
                    <a:ext uri="{FF2B5EF4-FFF2-40B4-BE49-F238E27FC236}">
                      <a16:creationId xmlns:a16="http://schemas.microsoft.com/office/drawing/2014/main" id="{85D39AEE-9A77-0272-25C0-1FCB22B66DDC}"/>
                    </a:ext>
                  </a:extLst>
                </p14:cNvPr>
                <p14:cNvContentPartPr/>
                <p14:nvPr/>
              </p14:nvContentPartPr>
              <p14:xfrm>
                <a:off x="10872903" y="5872513"/>
                <a:ext cx="117360" cy="126720"/>
              </p14:xfrm>
            </p:contentPart>
          </mc:Choice>
          <mc:Fallback xmlns="">
            <p:pic>
              <p:nvPicPr>
                <p:cNvPr id="141" name="Ink 140">
                  <a:extLst>
                    <a:ext uri="{FF2B5EF4-FFF2-40B4-BE49-F238E27FC236}">
                      <a16:creationId xmlns:a16="http://schemas.microsoft.com/office/drawing/2014/main" id="{85D39AEE-9A77-0272-25C0-1FCB22B66DDC}"/>
                    </a:ext>
                  </a:extLst>
                </p:cNvPr>
                <p:cNvPicPr/>
                <p:nvPr/>
              </p:nvPicPr>
              <p:blipFill>
                <a:blip r:embed="rId236"/>
                <a:stretch>
                  <a:fillRect/>
                </a:stretch>
              </p:blipFill>
              <p:spPr>
                <a:xfrm>
                  <a:off x="10855263" y="5854513"/>
                  <a:ext cx="15300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42" name="Ink 141">
                  <a:extLst>
                    <a:ext uri="{FF2B5EF4-FFF2-40B4-BE49-F238E27FC236}">
                      <a16:creationId xmlns:a16="http://schemas.microsoft.com/office/drawing/2014/main" id="{C49810E8-833A-C006-146F-E7CD55FDAA09}"/>
                    </a:ext>
                  </a:extLst>
                </p14:cNvPr>
                <p14:cNvContentPartPr/>
                <p14:nvPr/>
              </p14:nvContentPartPr>
              <p14:xfrm>
                <a:off x="11056143" y="5891233"/>
                <a:ext cx="109080" cy="123840"/>
              </p14:xfrm>
            </p:contentPart>
          </mc:Choice>
          <mc:Fallback xmlns="">
            <p:pic>
              <p:nvPicPr>
                <p:cNvPr id="142" name="Ink 141">
                  <a:extLst>
                    <a:ext uri="{FF2B5EF4-FFF2-40B4-BE49-F238E27FC236}">
                      <a16:creationId xmlns:a16="http://schemas.microsoft.com/office/drawing/2014/main" id="{C49810E8-833A-C006-146F-E7CD55FDAA09}"/>
                    </a:ext>
                  </a:extLst>
                </p:cNvPr>
                <p:cNvPicPr/>
                <p:nvPr/>
              </p:nvPicPr>
              <p:blipFill>
                <a:blip r:embed="rId238"/>
                <a:stretch>
                  <a:fillRect/>
                </a:stretch>
              </p:blipFill>
              <p:spPr>
                <a:xfrm>
                  <a:off x="11038143" y="5873233"/>
                  <a:ext cx="14472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43" name="Ink 142">
                  <a:extLst>
                    <a:ext uri="{FF2B5EF4-FFF2-40B4-BE49-F238E27FC236}">
                      <a16:creationId xmlns:a16="http://schemas.microsoft.com/office/drawing/2014/main" id="{5A24DD21-2720-A578-5AF2-51313E72B3D4}"/>
                    </a:ext>
                  </a:extLst>
                </p14:cNvPr>
                <p14:cNvContentPartPr/>
                <p14:nvPr/>
              </p14:nvContentPartPr>
              <p14:xfrm>
                <a:off x="11262063" y="5767753"/>
                <a:ext cx="37080" cy="234000"/>
              </p14:xfrm>
            </p:contentPart>
          </mc:Choice>
          <mc:Fallback xmlns="">
            <p:pic>
              <p:nvPicPr>
                <p:cNvPr id="143" name="Ink 142">
                  <a:extLst>
                    <a:ext uri="{FF2B5EF4-FFF2-40B4-BE49-F238E27FC236}">
                      <a16:creationId xmlns:a16="http://schemas.microsoft.com/office/drawing/2014/main" id="{5A24DD21-2720-A578-5AF2-51313E72B3D4}"/>
                    </a:ext>
                  </a:extLst>
                </p:cNvPr>
                <p:cNvPicPr/>
                <p:nvPr/>
              </p:nvPicPr>
              <p:blipFill>
                <a:blip r:embed="rId240"/>
                <a:stretch>
                  <a:fillRect/>
                </a:stretch>
              </p:blipFill>
              <p:spPr>
                <a:xfrm>
                  <a:off x="11244063" y="5749753"/>
                  <a:ext cx="7272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44" name="Ink 143">
                  <a:extLst>
                    <a:ext uri="{FF2B5EF4-FFF2-40B4-BE49-F238E27FC236}">
                      <a16:creationId xmlns:a16="http://schemas.microsoft.com/office/drawing/2014/main" id="{CD8CE781-2C9D-7A89-C79A-D7619A3408AB}"/>
                    </a:ext>
                  </a:extLst>
                </p14:cNvPr>
                <p14:cNvContentPartPr/>
                <p14:nvPr/>
              </p14:nvContentPartPr>
              <p14:xfrm>
                <a:off x="11290143" y="5858473"/>
                <a:ext cx="79920" cy="96480"/>
              </p14:xfrm>
            </p:contentPart>
          </mc:Choice>
          <mc:Fallback xmlns="">
            <p:pic>
              <p:nvPicPr>
                <p:cNvPr id="144" name="Ink 143">
                  <a:extLst>
                    <a:ext uri="{FF2B5EF4-FFF2-40B4-BE49-F238E27FC236}">
                      <a16:creationId xmlns:a16="http://schemas.microsoft.com/office/drawing/2014/main" id="{CD8CE781-2C9D-7A89-C79A-D7619A3408AB}"/>
                    </a:ext>
                  </a:extLst>
                </p:cNvPr>
                <p:cNvPicPr/>
                <p:nvPr/>
              </p:nvPicPr>
              <p:blipFill>
                <a:blip r:embed="rId242"/>
                <a:stretch>
                  <a:fillRect/>
                </a:stretch>
              </p:blipFill>
              <p:spPr>
                <a:xfrm>
                  <a:off x="11272503" y="5840473"/>
                  <a:ext cx="11556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45" name="Ink 144">
                  <a:extLst>
                    <a:ext uri="{FF2B5EF4-FFF2-40B4-BE49-F238E27FC236}">
                      <a16:creationId xmlns:a16="http://schemas.microsoft.com/office/drawing/2014/main" id="{B699EEE0-9E6B-EDA0-0C08-B49C773D1236}"/>
                    </a:ext>
                  </a:extLst>
                </p14:cNvPr>
                <p14:cNvContentPartPr/>
                <p14:nvPr/>
              </p14:nvContentPartPr>
              <p14:xfrm>
                <a:off x="11492463" y="5821753"/>
                <a:ext cx="233640" cy="152280"/>
              </p14:xfrm>
            </p:contentPart>
          </mc:Choice>
          <mc:Fallback xmlns="">
            <p:pic>
              <p:nvPicPr>
                <p:cNvPr id="145" name="Ink 144">
                  <a:extLst>
                    <a:ext uri="{FF2B5EF4-FFF2-40B4-BE49-F238E27FC236}">
                      <a16:creationId xmlns:a16="http://schemas.microsoft.com/office/drawing/2014/main" id="{B699EEE0-9E6B-EDA0-0C08-B49C773D1236}"/>
                    </a:ext>
                  </a:extLst>
                </p:cNvPr>
                <p:cNvPicPr/>
                <p:nvPr/>
              </p:nvPicPr>
              <p:blipFill>
                <a:blip r:embed="rId244"/>
                <a:stretch>
                  <a:fillRect/>
                </a:stretch>
              </p:blipFill>
              <p:spPr>
                <a:xfrm>
                  <a:off x="11474823" y="5803753"/>
                  <a:ext cx="26928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48" name="Ink 147">
                  <a:extLst>
                    <a:ext uri="{FF2B5EF4-FFF2-40B4-BE49-F238E27FC236}">
                      <a16:creationId xmlns:a16="http://schemas.microsoft.com/office/drawing/2014/main" id="{8E0088B6-08C3-6AAD-93E1-C3D56A3E7065}"/>
                    </a:ext>
                  </a:extLst>
                </p14:cNvPr>
                <p14:cNvContentPartPr/>
                <p14:nvPr/>
              </p14:nvContentPartPr>
              <p14:xfrm>
                <a:off x="7506183" y="5804833"/>
                <a:ext cx="161640" cy="244080"/>
              </p14:xfrm>
            </p:contentPart>
          </mc:Choice>
          <mc:Fallback xmlns="">
            <p:pic>
              <p:nvPicPr>
                <p:cNvPr id="148" name="Ink 147">
                  <a:extLst>
                    <a:ext uri="{FF2B5EF4-FFF2-40B4-BE49-F238E27FC236}">
                      <a16:creationId xmlns:a16="http://schemas.microsoft.com/office/drawing/2014/main" id="{8E0088B6-08C3-6AAD-93E1-C3D56A3E7065}"/>
                    </a:ext>
                  </a:extLst>
                </p:cNvPr>
                <p:cNvPicPr/>
                <p:nvPr/>
              </p:nvPicPr>
              <p:blipFill>
                <a:blip r:embed="rId246"/>
                <a:stretch>
                  <a:fillRect/>
                </a:stretch>
              </p:blipFill>
              <p:spPr>
                <a:xfrm>
                  <a:off x="7488543" y="5786833"/>
                  <a:ext cx="19728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49" name="Ink 148">
                  <a:extLst>
                    <a:ext uri="{FF2B5EF4-FFF2-40B4-BE49-F238E27FC236}">
                      <a16:creationId xmlns:a16="http://schemas.microsoft.com/office/drawing/2014/main" id="{B7108268-3BE6-4662-B347-19F893338B30}"/>
                    </a:ext>
                  </a:extLst>
                </p14:cNvPr>
                <p14:cNvContentPartPr/>
                <p14:nvPr/>
              </p14:nvContentPartPr>
              <p14:xfrm>
                <a:off x="7091103" y="6084553"/>
                <a:ext cx="4601880" cy="126000"/>
              </p14:xfrm>
            </p:contentPart>
          </mc:Choice>
          <mc:Fallback xmlns="">
            <p:pic>
              <p:nvPicPr>
                <p:cNvPr id="149" name="Ink 148">
                  <a:extLst>
                    <a:ext uri="{FF2B5EF4-FFF2-40B4-BE49-F238E27FC236}">
                      <a16:creationId xmlns:a16="http://schemas.microsoft.com/office/drawing/2014/main" id="{B7108268-3BE6-4662-B347-19F893338B30}"/>
                    </a:ext>
                  </a:extLst>
                </p:cNvPr>
                <p:cNvPicPr/>
                <p:nvPr/>
              </p:nvPicPr>
              <p:blipFill>
                <a:blip r:embed="rId248"/>
                <a:stretch>
                  <a:fillRect/>
                </a:stretch>
              </p:blipFill>
              <p:spPr>
                <a:xfrm>
                  <a:off x="7073463" y="6066913"/>
                  <a:ext cx="4637520" cy="161640"/>
                </a:xfrm>
                <a:prstGeom prst="rect">
                  <a:avLst/>
                </a:prstGeom>
              </p:spPr>
            </p:pic>
          </mc:Fallback>
        </mc:AlternateContent>
      </p:grpSp>
      <p:grpSp>
        <p:nvGrpSpPr>
          <p:cNvPr id="159" name="Group 158">
            <a:extLst>
              <a:ext uri="{FF2B5EF4-FFF2-40B4-BE49-F238E27FC236}">
                <a16:creationId xmlns:a16="http://schemas.microsoft.com/office/drawing/2014/main" id="{66E90C25-F98E-AB58-13FF-8A179FA967B5}"/>
              </a:ext>
            </a:extLst>
          </p:cNvPr>
          <p:cNvGrpSpPr/>
          <p:nvPr/>
        </p:nvGrpSpPr>
        <p:grpSpPr>
          <a:xfrm>
            <a:off x="7979223" y="6319633"/>
            <a:ext cx="1137960" cy="358920"/>
            <a:chOff x="7979223" y="6319633"/>
            <a:chExt cx="1137960" cy="358920"/>
          </a:xfrm>
        </p:grpSpPr>
        <mc:AlternateContent xmlns:mc="http://schemas.openxmlformats.org/markup-compatibility/2006" xmlns:p14="http://schemas.microsoft.com/office/powerpoint/2010/main">
          <mc:Choice Requires="p14">
            <p:contentPart p14:bwMode="auto" r:id="rId249">
              <p14:nvContentPartPr>
                <p14:cNvPr id="151" name="Ink 150">
                  <a:extLst>
                    <a:ext uri="{FF2B5EF4-FFF2-40B4-BE49-F238E27FC236}">
                      <a16:creationId xmlns:a16="http://schemas.microsoft.com/office/drawing/2014/main" id="{7C6BDAAD-B4B0-614E-BF4E-5A28CC5D8218}"/>
                    </a:ext>
                  </a:extLst>
                </p14:cNvPr>
                <p14:cNvContentPartPr/>
                <p14:nvPr/>
              </p14:nvContentPartPr>
              <p14:xfrm>
                <a:off x="7979223" y="6366793"/>
                <a:ext cx="39240" cy="244440"/>
              </p14:xfrm>
            </p:contentPart>
          </mc:Choice>
          <mc:Fallback xmlns="">
            <p:pic>
              <p:nvPicPr>
                <p:cNvPr id="151" name="Ink 150">
                  <a:extLst>
                    <a:ext uri="{FF2B5EF4-FFF2-40B4-BE49-F238E27FC236}">
                      <a16:creationId xmlns:a16="http://schemas.microsoft.com/office/drawing/2014/main" id="{7C6BDAAD-B4B0-614E-BF4E-5A28CC5D8218}"/>
                    </a:ext>
                  </a:extLst>
                </p:cNvPr>
                <p:cNvPicPr/>
                <p:nvPr/>
              </p:nvPicPr>
              <p:blipFill>
                <a:blip r:embed="rId250"/>
                <a:stretch>
                  <a:fillRect/>
                </a:stretch>
              </p:blipFill>
              <p:spPr>
                <a:xfrm>
                  <a:off x="7961223" y="6348793"/>
                  <a:ext cx="7488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52" name="Ink 151">
                  <a:extLst>
                    <a:ext uri="{FF2B5EF4-FFF2-40B4-BE49-F238E27FC236}">
                      <a16:creationId xmlns:a16="http://schemas.microsoft.com/office/drawing/2014/main" id="{6055304F-EA38-EFD8-534C-D8929904A88F}"/>
                    </a:ext>
                  </a:extLst>
                </p14:cNvPr>
                <p14:cNvContentPartPr/>
                <p14:nvPr/>
              </p14:nvContentPartPr>
              <p14:xfrm>
                <a:off x="8248503" y="6373993"/>
                <a:ext cx="241200" cy="244440"/>
              </p14:xfrm>
            </p:contentPart>
          </mc:Choice>
          <mc:Fallback xmlns="">
            <p:pic>
              <p:nvPicPr>
                <p:cNvPr id="152" name="Ink 151">
                  <a:extLst>
                    <a:ext uri="{FF2B5EF4-FFF2-40B4-BE49-F238E27FC236}">
                      <a16:creationId xmlns:a16="http://schemas.microsoft.com/office/drawing/2014/main" id="{6055304F-EA38-EFD8-534C-D8929904A88F}"/>
                    </a:ext>
                  </a:extLst>
                </p:cNvPr>
                <p:cNvPicPr/>
                <p:nvPr/>
              </p:nvPicPr>
              <p:blipFill>
                <a:blip r:embed="rId252"/>
                <a:stretch>
                  <a:fillRect/>
                </a:stretch>
              </p:blipFill>
              <p:spPr>
                <a:xfrm>
                  <a:off x="8230863" y="6355993"/>
                  <a:ext cx="27684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54" name="Ink 153">
                  <a:extLst>
                    <a:ext uri="{FF2B5EF4-FFF2-40B4-BE49-F238E27FC236}">
                      <a16:creationId xmlns:a16="http://schemas.microsoft.com/office/drawing/2014/main" id="{59ADACFC-399B-34F0-EC40-E31A6B6FD597}"/>
                    </a:ext>
                  </a:extLst>
                </p14:cNvPr>
                <p14:cNvContentPartPr/>
                <p14:nvPr/>
              </p14:nvContentPartPr>
              <p14:xfrm>
                <a:off x="8660703" y="6319633"/>
                <a:ext cx="24480" cy="260280"/>
              </p14:xfrm>
            </p:contentPart>
          </mc:Choice>
          <mc:Fallback xmlns="">
            <p:pic>
              <p:nvPicPr>
                <p:cNvPr id="154" name="Ink 153">
                  <a:extLst>
                    <a:ext uri="{FF2B5EF4-FFF2-40B4-BE49-F238E27FC236}">
                      <a16:creationId xmlns:a16="http://schemas.microsoft.com/office/drawing/2014/main" id="{59ADACFC-399B-34F0-EC40-E31A6B6FD597}"/>
                    </a:ext>
                  </a:extLst>
                </p:cNvPr>
                <p:cNvPicPr/>
                <p:nvPr/>
              </p:nvPicPr>
              <p:blipFill>
                <a:blip r:embed="rId254"/>
                <a:stretch>
                  <a:fillRect/>
                </a:stretch>
              </p:blipFill>
              <p:spPr>
                <a:xfrm>
                  <a:off x="8642703" y="6301993"/>
                  <a:ext cx="6012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55" name="Ink 154">
                  <a:extLst>
                    <a:ext uri="{FF2B5EF4-FFF2-40B4-BE49-F238E27FC236}">
                      <a16:creationId xmlns:a16="http://schemas.microsoft.com/office/drawing/2014/main" id="{00E5622A-710B-1C22-F0EB-B43670AD384A}"/>
                    </a:ext>
                  </a:extLst>
                </p14:cNvPr>
                <p14:cNvContentPartPr/>
                <p14:nvPr/>
              </p14:nvContentPartPr>
              <p14:xfrm>
                <a:off x="8667183" y="6475873"/>
                <a:ext cx="95040" cy="109080"/>
              </p14:xfrm>
            </p:contentPart>
          </mc:Choice>
          <mc:Fallback xmlns="">
            <p:pic>
              <p:nvPicPr>
                <p:cNvPr id="155" name="Ink 154">
                  <a:extLst>
                    <a:ext uri="{FF2B5EF4-FFF2-40B4-BE49-F238E27FC236}">
                      <a16:creationId xmlns:a16="http://schemas.microsoft.com/office/drawing/2014/main" id="{00E5622A-710B-1C22-F0EB-B43670AD384A}"/>
                    </a:ext>
                  </a:extLst>
                </p:cNvPr>
                <p:cNvPicPr/>
                <p:nvPr/>
              </p:nvPicPr>
              <p:blipFill>
                <a:blip r:embed="rId256"/>
                <a:stretch>
                  <a:fillRect/>
                </a:stretch>
              </p:blipFill>
              <p:spPr>
                <a:xfrm>
                  <a:off x="8649183" y="6457873"/>
                  <a:ext cx="1306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56" name="Ink 155">
                  <a:extLst>
                    <a:ext uri="{FF2B5EF4-FFF2-40B4-BE49-F238E27FC236}">
                      <a16:creationId xmlns:a16="http://schemas.microsoft.com/office/drawing/2014/main" id="{6AB1F7AA-7A88-0E76-7E1D-589CAEE3ACF4}"/>
                    </a:ext>
                  </a:extLst>
                </p14:cNvPr>
                <p14:cNvContentPartPr/>
                <p14:nvPr/>
              </p14:nvContentPartPr>
              <p14:xfrm>
                <a:off x="8865183" y="6492433"/>
                <a:ext cx="29520" cy="186120"/>
              </p14:xfrm>
            </p:contentPart>
          </mc:Choice>
          <mc:Fallback xmlns="">
            <p:pic>
              <p:nvPicPr>
                <p:cNvPr id="156" name="Ink 155">
                  <a:extLst>
                    <a:ext uri="{FF2B5EF4-FFF2-40B4-BE49-F238E27FC236}">
                      <a16:creationId xmlns:a16="http://schemas.microsoft.com/office/drawing/2014/main" id="{6AB1F7AA-7A88-0E76-7E1D-589CAEE3ACF4}"/>
                    </a:ext>
                  </a:extLst>
                </p:cNvPr>
                <p:cNvPicPr/>
                <p:nvPr/>
              </p:nvPicPr>
              <p:blipFill>
                <a:blip r:embed="rId258"/>
                <a:stretch>
                  <a:fillRect/>
                </a:stretch>
              </p:blipFill>
              <p:spPr>
                <a:xfrm>
                  <a:off x="8847543" y="6474433"/>
                  <a:ext cx="6516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57" name="Ink 156">
                  <a:extLst>
                    <a:ext uri="{FF2B5EF4-FFF2-40B4-BE49-F238E27FC236}">
                      <a16:creationId xmlns:a16="http://schemas.microsoft.com/office/drawing/2014/main" id="{91A564DB-5EBA-CF39-712D-17061A941E5B}"/>
                    </a:ext>
                  </a:extLst>
                </p14:cNvPr>
                <p14:cNvContentPartPr/>
                <p14:nvPr/>
              </p14:nvContentPartPr>
              <p14:xfrm>
                <a:off x="8859063" y="6502153"/>
                <a:ext cx="81360" cy="65520"/>
              </p14:xfrm>
            </p:contentPart>
          </mc:Choice>
          <mc:Fallback xmlns="">
            <p:pic>
              <p:nvPicPr>
                <p:cNvPr id="157" name="Ink 156">
                  <a:extLst>
                    <a:ext uri="{FF2B5EF4-FFF2-40B4-BE49-F238E27FC236}">
                      <a16:creationId xmlns:a16="http://schemas.microsoft.com/office/drawing/2014/main" id="{91A564DB-5EBA-CF39-712D-17061A941E5B}"/>
                    </a:ext>
                  </a:extLst>
                </p:cNvPr>
                <p:cNvPicPr/>
                <p:nvPr/>
              </p:nvPicPr>
              <p:blipFill>
                <a:blip r:embed="rId260"/>
                <a:stretch>
                  <a:fillRect/>
                </a:stretch>
              </p:blipFill>
              <p:spPr>
                <a:xfrm>
                  <a:off x="8841063" y="6484513"/>
                  <a:ext cx="11700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58" name="Ink 157">
                  <a:extLst>
                    <a:ext uri="{FF2B5EF4-FFF2-40B4-BE49-F238E27FC236}">
                      <a16:creationId xmlns:a16="http://schemas.microsoft.com/office/drawing/2014/main" id="{475E2069-1017-8354-4D8F-5FAA55B9260E}"/>
                    </a:ext>
                  </a:extLst>
                </p14:cNvPr>
                <p14:cNvContentPartPr/>
                <p14:nvPr/>
              </p14:nvContentPartPr>
              <p14:xfrm>
                <a:off x="9025743" y="6449953"/>
                <a:ext cx="91440" cy="141120"/>
              </p14:xfrm>
            </p:contentPart>
          </mc:Choice>
          <mc:Fallback xmlns="">
            <p:pic>
              <p:nvPicPr>
                <p:cNvPr id="158" name="Ink 157">
                  <a:extLst>
                    <a:ext uri="{FF2B5EF4-FFF2-40B4-BE49-F238E27FC236}">
                      <a16:creationId xmlns:a16="http://schemas.microsoft.com/office/drawing/2014/main" id="{475E2069-1017-8354-4D8F-5FAA55B9260E}"/>
                    </a:ext>
                  </a:extLst>
                </p:cNvPr>
                <p:cNvPicPr/>
                <p:nvPr/>
              </p:nvPicPr>
              <p:blipFill>
                <a:blip r:embed="rId262"/>
                <a:stretch>
                  <a:fillRect/>
                </a:stretch>
              </p:blipFill>
              <p:spPr>
                <a:xfrm>
                  <a:off x="9008103" y="6432313"/>
                  <a:ext cx="127080" cy="176760"/>
                </a:xfrm>
                <a:prstGeom prst="rect">
                  <a:avLst/>
                </a:prstGeom>
              </p:spPr>
            </p:pic>
          </mc:Fallback>
        </mc:AlternateContent>
      </p:grpSp>
      <p:grpSp>
        <p:nvGrpSpPr>
          <p:cNvPr id="175" name="Group 174">
            <a:extLst>
              <a:ext uri="{FF2B5EF4-FFF2-40B4-BE49-F238E27FC236}">
                <a16:creationId xmlns:a16="http://schemas.microsoft.com/office/drawing/2014/main" id="{0FE58AEF-6408-4FE8-BC14-879ACDD26C5A}"/>
              </a:ext>
            </a:extLst>
          </p:cNvPr>
          <p:cNvGrpSpPr/>
          <p:nvPr/>
        </p:nvGrpSpPr>
        <p:grpSpPr>
          <a:xfrm>
            <a:off x="9609663" y="6362833"/>
            <a:ext cx="896040" cy="275760"/>
            <a:chOff x="9609663" y="6362833"/>
            <a:chExt cx="896040" cy="275760"/>
          </a:xfrm>
        </p:grpSpPr>
        <mc:AlternateContent xmlns:mc="http://schemas.openxmlformats.org/markup-compatibility/2006" xmlns:p14="http://schemas.microsoft.com/office/powerpoint/2010/main">
          <mc:Choice Requires="p14">
            <p:contentPart p14:bwMode="auto" r:id="rId263">
              <p14:nvContentPartPr>
                <p14:cNvPr id="160" name="Ink 159">
                  <a:extLst>
                    <a:ext uri="{FF2B5EF4-FFF2-40B4-BE49-F238E27FC236}">
                      <a16:creationId xmlns:a16="http://schemas.microsoft.com/office/drawing/2014/main" id="{C7618D0D-CE60-1BC5-85BD-90DA17D45AAF}"/>
                    </a:ext>
                  </a:extLst>
                </p14:cNvPr>
                <p14:cNvContentPartPr/>
                <p14:nvPr/>
              </p14:nvContentPartPr>
              <p14:xfrm>
                <a:off x="9609663" y="6496753"/>
                <a:ext cx="173520" cy="111240"/>
              </p14:xfrm>
            </p:contentPart>
          </mc:Choice>
          <mc:Fallback xmlns="">
            <p:pic>
              <p:nvPicPr>
                <p:cNvPr id="160" name="Ink 159">
                  <a:extLst>
                    <a:ext uri="{FF2B5EF4-FFF2-40B4-BE49-F238E27FC236}">
                      <a16:creationId xmlns:a16="http://schemas.microsoft.com/office/drawing/2014/main" id="{C7618D0D-CE60-1BC5-85BD-90DA17D45AAF}"/>
                    </a:ext>
                  </a:extLst>
                </p:cNvPr>
                <p:cNvPicPr/>
                <p:nvPr/>
              </p:nvPicPr>
              <p:blipFill>
                <a:blip r:embed="rId264"/>
                <a:stretch>
                  <a:fillRect/>
                </a:stretch>
              </p:blipFill>
              <p:spPr>
                <a:xfrm>
                  <a:off x="9591663" y="6478753"/>
                  <a:ext cx="20916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61" name="Ink 160">
                  <a:extLst>
                    <a:ext uri="{FF2B5EF4-FFF2-40B4-BE49-F238E27FC236}">
                      <a16:creationId xmlns:a16="http://schemas.microsoft.com/office/drawing/2014/main" id="{E50B58E1-5BA6-7FED-5768-C36D15332F9D}"/>
                    </a:ext>
                  </a:extLst>
                </p14:cNvPr>
                <p14:cNvContentPartPr/>
                <p14:nvPr/>
              </p14:nvContentPartPr>
              <p14:xfrm>
                <a:off x="9927183" y="6483073"/>
                <a:ext cx="34920" cy="118800"/>
              </p14:xfrm>
            </p:contentPart>
          </mc:Choice>
          <mc:Fallback xmlns="">
            <p:pic>
              <p:nvPicPr>
                <p:cNvPr id="161" name="Ink 160">
                  <a:extLst>
                    <a:ext uri="{FF2B5EF4-FFF2-40B4-BE49-F238E27FC236}">
                      <a16:creationId xmlns:a16="http://schemas.microsoft.com/office/drawing/2014/main" id="{E50B58E1-5BA6-7FED-5768-C36D15332F9D}"/>
                    </a:ext>
                  </a:extLst>
                </p:cNvPr>
                <p:cNvPicPr/>
                <p:nvPr/>
              </p:nvPicPr>
              <p:blipFill>
                <a:blip r:embed="rId266"/>
                <a:stretch>
                  <a:fillRect/>
                </a:stretch>
              </p:blipFill>
              <p:spPr>
                <a:xfrm>
                  <a:off x="9909183" y="6465073"/>
                  <a:ext cx="7056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62" name="Ink 161">
                  <a:extLst>
                    <a:ext uri="{FF2B5EF4-FFF2-40B4-BE49-F238E27FC236}">
                      <a16:creationId xmlns:a16="http://schemas.microsoft.com/office/drawing/2014/main" id="{2128417F-0272-CF0A-FBDE-F1F51DC35DDE}"/>
                    </a:ext>
                  </a:extLst>
                </p14:cNvPr>
                <p14:cNvContentPartPr/>
                <p14:nvPr/>
              </p14:nvContentPartPr>
              <p14:xfrm>
                <a:off x="10106823" y="6499633"/>
                <a:ext cx="11520" cy="93240"/>
              </p14:xfrm>
            </p:contentPart>
          </mc:Choice>
          <mc:Fallback xmlns="">
            <p:pic>
              <p:nvPicPr>
                <p:cNvPr id="162" name="Ink 161">
                  <a:extLst>
                    <a:ext uri="{FF2B5EF4-FFF2-40B4-BE49-F238E27FC236}">
                      <a16:creationId xmlns:a16="http://schemas.microsoft.com/office/drawing/2014/main" id="{2128417F-0272-CF0A-FBDE-F1F51DC35DDE}"/>
                    </a:ext>
                  </a:extLst>
                </p:cNvPr>
                <p:cNvPicPr/>
                <p:nvPr/>
              </p:nvPicPr>
              <p:blipFill>
                <a:blip r:embed="rId268"/>
                <a:stretch>
                  <a:fillRect/>
                </a:stretch>
              </p:blipFill>
              <p:spPr>
                <a:xfrm>
                  <a:off x="10088823" y="6481993"/>
                  <a:ext cx="4716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63" name="Ink 162">
                  <a:extLst>
                    <a:ext uri="{FF2B5EF4-FFF2-40B4-BE49-F238E27FC236}">
                      <a16:creationId xmlns:a16="http://schemas.microsoft.com/office/drawing/2014/main" id="{2B96041C-9F0C-D489-0436-716AB1BE2842}"/>
                    </a:ext>
                  </a:extLst>
                </p14:cNvPr>
                <p14:cNvContentPartPr/>
                <p14:nvPr/>
              </p14:nvContentPartPr>
              <p14:xfrm>
                <a:off x="10105383" y="6362833"/>
                <a:ext cx="42120" cy="18000"/>
              </p14:xfrm>
            </p:contentPart>
          </mc:Choice>
          <mc:Fallback xmlns="">
            <p:pic>
              <p:nvPicPr>
                <p:cNvPr id="163" name="Ink 162">
                  <a:extLst>
                    <a:ext uri="{FF2B5EF4-FFF2-40B4-BE49-F238E27FC236}">
                      <a16:creationId xmlns:a16="http://schemas.microsoft.com/office/drawing/2014/main" id="{2B96041C-9F0C-D489-0436-716AB1BE2842}"/>
                    </a:ext>
                  </a:extLst>
                </p:cNvPr>
                <p:cNvPicPr/>
                <p:nvPr/>
              </p:nvPicPr>
              <p:blipFill>
                <a:blip r:embed="rId270"/>
                <a:stretch>
                  <a:fillRect/>
                </a:stretch>
              </p:blipFill>
              <p:spPr>
                <a:xfrm>
                  <a:off x="10087743" y="6345193"/>
                  <a:ext cx="7776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64" name="Ink 163">
                  <a:extLst>
                    <a:ext uri="{FF2B5EF4-FFF2-40B4-BE49-F238E27FC236}">
                      <a16:creationId xmlns:a16="http://schemas.microsoft.com/office/drawing/2014/main" id="{9A414EA2-7178-69ED-CA89-979596674C2F}"/>
                    </a:ext>
                  </a:extLst>
                </p14:cNvPr>
                <p14:cNvContentPartPr/>
                <p14:nvPr/>
              </p14:nvContentPartPr>
              <p14:xfrm>
                <a:off x="10220223" y="6469033"/>
                <a:ext cx="137520" cy="97560"/>
              </p14:xfrm>
            </p:contentPart>
          </mc:Choice>
          <mc:Fallback xmlns="">
            <p:pic>
              <p:nvPicPr>
                <p:cNvPr id="164" name="Ink 163">
                  <a:extLst>
                    <a:ext uri="{FF2B5EF4-FFF2-40B4-BE49-F238E27FC236}">
                      <a16:creationId xmlns:a16="http://schemas.microsoft.com/office/drawing/2014/main" id="{9A414EA2-7178-69ED-CA89-979596674C2F}"/>
                    </a:ext>
                  </a:extLst>
                </p:cNvPr>
                <p:cNvPicPr/>
                <p:nvPr/>
              </p:nvPicPr>
              <p:blipFill>
                <a:blip r:embed="rId272"/>
                <a:stretch>
                  <a:fillRect/>
                </a:stretch>
              </p:blipFill>
              <p:spPr>
                <a:xfrm>
                  <a:off x="10202583" y="6451033"/>
                  <a:ext cx="17316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65" name="Ink 164">
                  <a:extLst>
                    <a:ext uri="{FF2B5EF4-FFF2-40B4-BE49-F238E27FC236}">
                      <a16:creationId xmlns:a16="http://schemas.microsoft.com/office/drawing/2014/main" id="{B02E3F64-411A-0927-E719-86B9DF337681}"/>
                    </a:ext>
                  </a:extLst>
                </p14:cNvPr>
                <p14:cNvContentPartPr/>
                <p14:nvPr/>
              </p14:nvContentPartPr>
              <p14:xfrm>
                <a:off x="10426503" y="6454633"/>
                <a:ext cx="79200" cy="183960"/>
              </p14:xfrm>
            </p:contentPart>
          </mc:Choice>
          <mc:Fallback xmlns="">
            <p:pic>
              <p:nvPicPr>
                <p:cNvPr id="165" name="Ink 164">
                  <a:extLst>
                    <a:ext uri="{FF2B5EF4-FFF2-40B4-BE49-F238E27FC236}">
                      <a16:creationId xmlns:a16="http://schemas.microsoft.com/office/drawing/2014/main" id="{B02E3F64-411A-0927-E719-86B9DF337681}"/>
                    </a:ext>
                  </a:extLst>
                </p:cNvPr>
                <p:cNvPicPr/>
                <p:nvPr/>
              </p:nvPicPr>
              <p:blipFill>
                <a:blip r:embed="rId274"/>
                <a:stretch>
                  <a:fillRect/>
                </a:stretch>
              </p:blipFill>
              <p:spPr>
                <a:xfrm>
                  <a:off x="10408503" y="6436993"/>
                  <a:ext cx="114840" cy="219600"/>
                </a:xfrm>
                <a:prstGeom prst="rect">
                  <a:avLst/>
                </a:prstGeom>
              </p:spPr>
            </p:pic>
          </mc:Fallback>
        </mc:AlternateContent>
      </p:grpSp>
      <p:grpSp>
        <p:nvGrpSpPr>
          <p:cNvPr id="174" name="Group 173">
            <a:extLst>
              <a:ext uri="{FF2B5EF4-FFF2-40B4-BE49-F238E27FC236}">
                <a16:creationId xmlns:a16="http://schemas.microsoft.com/office/drawing/2014/main" id="{3779ABA6-C64F-9F7D-2277-BA504EE08204}"/>
              </a:ext>
            </a:extLst>
          </p:cNvPr>
          <p:cNvGrpSpPr/>
          <p:nvPr/>
        </p:nvGrpSpPr>
        <p:grpSpPr>
          <a:xfrm>
            <a:off x="10967223" y="6388033"/>
            <a:ext cx="749520" cy="274320"/>
            <a:chOff x="10967223" y="6388033"/>
            <a:chExt cx="749520" cy="274320"/>
          </a:xfrm>
        </p:grpSpPr>
        <mc:AlternateContent xmlns:mc="http://schemas.openxmlformats.org/markup-compatibility/2006" xmlns:p14="http://schemas.microsoft.com/office/powerpoint/2010/main">
          <mc:Choice Requires="p14">
            <p:contentPart p14:bwMode="auto" r:id="rId275">
              <p14:nvContentPartPr>
                <p14:cNvPr id="166" name="Ink 165">
                  <a:extLst>
                    <a:ext uri="{FF2B5EF4-FFF2-40B4-BE49-F238E27FC236}">
                      <a16:creationId xmlns:a16="http://schemas.microsoft.com/office/drawing/2014/main" id="{C8B0BCB8-3482-816E-0081-AD6356ACC8BA}"/>
                    </a:ext>
                  </a:extLst>
                </p14:cNvPr>
                <p14:cNvContentPartPr/>
                <p14:nvPr/>
              </p14:nvContentPartPr>
              <p14:xfrm>
                <a:off x="10974423" y="6403153"/>
                <a:ext cx="20520" cy="259200"/>
              </p14:xfrm>
            </p:contentPart>
          </mc:Choice>
          <mc:Fallback xmlns="">
            <p:pic>
              <p:nvPicPr>
                <p:cNvPr id="166" name="Ink 165">
                  <a:extLst>
                    <a:ext uri="{FF2B5EF4-FFF2-40B4-BE49-F238E27FC236}">
                      <a16:creationId xmlns:a16="http://schemas.microsoft.com/office/drawing/2014/main" id="{C8B0BCB8-3482-816E-0081-AD6356ACC8BA}"/>
                    </a:ext>
                  </a:extLst>
                </p:cNvPr>
                <p:cNvPicPr/>
                <p:nvPr/>
              </p:nvPicPr>
              <p:blipFill>
                <a:blip r:embed="rId276"/>
                <a:stretch>
                  <a:fillRect/>
                </a:stretch>
              </p:blipFill>
              <p:spPr>
                <a:xfrm>
                  <a:off x="10956783" y="6385513"/>
                  <a:ext cx="5616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67" name="Ink 166">
                  <a:extLst>
                    <a:ext uri="{FF2B5EF4-FFF2-40B4-BE49-F238E27FC236}">
                      <a16:creationId xmlns:a16="http://schemas.microsoft.com/office/drawing/2014/main" id="{86D22BE0-6B53-60C0-9AD6-8ABB9A1BBAA2}"/>
                    </a:ext>
                  </a:extLst>
                </p14:cNvPr>
                <p14:cNvContentPartPr/>
                <p14:nvPr/>
              </p14:nvContentPartPr>
              <p14:xfrm>
                <a:off x="10967223" y="6388033"/>
                <a:ext cx="84600" cy="95760"/>
              </p14:xfrm>
            </p:contentPart>
          </mc:Choice>
          <mc:Fallback xmlns="">
            <p:pic>
              <p:nvPicPr>
                <p:cNvPr id="167" name="Ink 166">
                  <a:extLst>
                    <a:ext uri="{FF2B5EF4-FFF2-40B4-BE49-F238E27FC236}">
                      <a16:creationId xmlns:a16="http://schemas.microsoft.com/office/drawing/2014/main" id="{86D22BE0-6B53-60C0-9AD6-8ABB9A1BBAA2}"/>
                    </a:ext>
                  </a:extLst>
                </p:cNvPr>
                <p:cNvPicPr/>
                <p:nvPr/>
              </p:nvPicPr>
              <p:blipFill>
                <a:blip r:embed="rId278"/>
                <a:stretch>
                  <a:fillRect/>
                </a:stretch>
              </p:blipFill>
              <p:spPr>
                <a:xfrm>
                  <a:off x="10949583" y="6370393"/>
                  <a:ext cx="12024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68" name="Ink 167">
                  <a:extLst>
                    <a:ext uri="{FF2B5EF4-FFF2-40B4-BE49-F238E27FC236}">
                      <a16:creationId xmlns:a16="http://schemas.microsoft.com/office/drawing/2014/main" id="{D9341CBE-94A2-ECFC-FB60-9119EF8405FC}"/>
                    </a:ext>
                  </a:extLst>
                </p14:cNvPr>
                <p14:cNvContentPartPr/>
                <p14:nvPr/>
              </p14:nvContentPartPr>
              <p14:xfrm>
                <a:off x="11002863" y="6538513"/>
                <a:ext cx="52200" cy="7920"/>
              </p14:xfrm>
            </p:contentPart>
          </mc:Choice>
          <mc:Fallback xmlns="">
            <p:pic>
              <p:nvPicPr>
                <p:cNvPr id="168" name="Ink 167">
                  <a:extLst>
                    <a:ext uri="{FF2B5EF4-FFF2-40B4-BE49-F238E27FC236}">
                      <a16:creationId xmlns:a16="http://schemas.microsoft.com/office/drawing/2014/main" id="{D9341CBE-94A2-ECFC-FB60-9119EF8405FC}"/>
                    </a:ext>
                  </a:extLst>
                </p:cNvPr>
                <p:cNvPicPr/>
                <p:nvPr/>
              </p:nvPicPr>
              <p:blipFill>
                <a:blip r:embed="rId280"/>
                <a:stretch>
                  <a:fillRect/>
                </a:stretch>
              </p:blipFill>
              <p:spPr>
                <a:xfrm>
                  <a:off x="10984863" y="6520513"/>
                  <a:ext cx="878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69" name="Ink 168">
                  <a:extLst>
                    <a:ext uri="{FF2B5EF4-FFF2-40B4-BE49-F238E27FC236}">
                      <a16:creationId xmlns:a16="http://schemas.microsoft.com/office/drawing/2014/main" id="{8792BBC3-CA6A-F102-33EB-9C3EBD3C6535}"/>
                    </a:ext>
                  </a:extLst>
                </p14:cNvPr>
                <p14:cNvContentPartPr/>
                <p14:nvPr/>
              </p14:nvContentPartPr>
              <p14:xfrm>
                <a:off x="11146143" y="6508273"/>
                <a:ext cx="3240" cy="97560"/>
              </p14:xfrm>
            </p:contentPart>
          </mc:Choice>
          <mc:Fallback xmlns="">
            <p:pic>
              <p:nvPicPr>
                <p:cNvPr id="169" name="Ink 168">
                  <a:extLst>
                    <a:ext uri="{FF2B5EF4-FFF2-40B4-BE49-F238E27FC236}">
                      <a16:creationId xmlns:a16="http://schemas.microsoft.com/office/drawing/2014/main" id="{8792BBC3-CA6A-F102-33EB-9C3EBD3C6535}"/>
                    </a:ext>
                  </a:extLst>
                </p:cNvPr>
                <p:cNvPicPr/>
                <p:nvPr/>
              </p:nvPicPr>
              <p:blipFill>
                <a:blip r:embed="rId282"/>
                <a:stretch>
                  <a:fillRect/>
                </a:stretch>
              </p:blipFill>
              <p:spPr>
                <a:xfrm>
                  <a:off x="11128143" y="6490273"/>
                  <a:ext cx="388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70" name="Ink 169">
                  <a:extLst>
                    <a:ext uri="{FF2B5EF4-FFF2-40B4-BE49-F238E27FC236}">
                      <a16:creationId xmlns:a16="http://schemas.microsoft.com/office/drawing/2014/main" id="{35006807-FF8B-462C-263E-939DC212F264}"/>
                    </a:ext>
                  </a:extLst>
                </p14:cNvPr>
                <p14:cNvContentPartPr/>
                <p14:nvPr/>
              </p14:nvContentPartPr>
              <p14:xfrm>
                <a:off x="11175663" y="6394513"/>
                <a:ext cx="5760" cy="44280"/>
              </p14:xfrm>
            </p:contentPart>
          </mc:Choice>
          <mc:Fallback xmlns="">
            <p:pic>
              <p:nvPicPr>
                <p:cNvPr id="170" name="Ink 169">
                  <a:extLst>
                    <a:ext uri="{FF2B5EF4-FFF2-40B4-BE49-F238E27FC236}">
                      <a16:creationId xmlns:a16="http://schemas.microsoft.com/office/drawing/2014/main" id="{35006807-FF8B-462C-263E-939DC212F264}"/>
                    </a:ext>
                  </a:extLst>
                </p:cNvPr>
                <p:cNvPicPr/>
                <p:nvPr/>
              </p:nvPicPr>
              <p:blipFill>
                <a:blip r:embed="rId284"/>
                <a:stretch>
                  <a:fillRect/>
                </a:stretch>
              </p:blipFill>
              <p:spPr>
                <a:xfrm>
                  <a:off x="11157663" y="6376513"/>
                  <a:ext cx="4140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71" name="Ink 170">
                  <a:extLst>
                    <a:ext uri="{FF2B5EF4-FFF2-40B4-BE49-F238E27FC236}">
                      <a16:creationId xmlns:a16="http://schemas.microsoft.com/office/drawing/2014/main" id="{73130A14-315B-DC4B-62ED-77BF887D2693}"/>
                    </a:ext>
                  </a:extLst>
                </p14:cNvPr>
                <p14:cNvContentPartPr/>
                <p14:nvPr/>
              </p14:nvContentPartPr>
              <p14:xfrm>
                <a:off x="11286183" y="6438073"/>
                <a:ext cx="117360" cy="205920"/>
              </p14:xfrm>
            </p:contentPart>
          </mc:Choice>
          <mc:Fallback xmlns="">
            <p:pic>
              <p:nvPicPr>
                <p:cNvPr id="171" name="Ink 170">
                  <a:extLst>
                    <a:ext uri="{FF2B5EF4-FFF2-40B4-BE49-F238E27FC236}">
                      <a16:creationId xmlns:a16="http://schemas.microsoft.com/office/drawing/2014/main" id="{73130A14-315B-DC4B-62ED-77BF887D2693}"/>
                    </a:ext>
                  </a:extLst>
                </p:cNvPr>
                <p:cNvPicPr/>
                <p:nvPr/>
              </p:nvPicPr>
              <p:blipFill>
                <a:blip r:embed="rId286"/>
                <a:stretch>
                  <a:fillRect/>
                </a:stretch>
              </p:blipFill>
              <p:spPr>
                <a:xfrm>
                  <a:off x="11268543" y="6420433"/>
                  <a:ext cx="15300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72" name="Ink 171">
                  <a:extLst>
                    <a:ext uri="{FF2B5EF4-FFF2-40B4-BE49-F238E27FC236}">
                      <a16:creationId xmlns:a16="http://schemas.microsoft.com/office/drawing/2014/main" id="{E6B58297-FC58-2A83-F9EA-778D8DD05B00}"/>
                    </a:ext>
                  </a:extLst>
                </p14:cNvPr>
                <p14:cNvContentPartPr/>
                <p14:nvPr/>
              </p14:nvContentPartPr>
              <p14:xfrm>
                <a:off x="11424423" y="6511513"/>
                <a:ext cx="151200" cy="125280"/>
              </p14:xfrm>
            </p:contentPart>
          </mc:Choice>
          <mc:Fallback xmlns="">
            <p:pic>
              <p:nvPicPr>
                <p:cNvPr id="172" name="Ink 171">
                  <a:extLst>
                    <a:ext uri="{FF2B5EF4-FFF2-40B4-BE49-F238E27FC236}">
                      <a16:creationId xmlns:a16="http://schemas.microsoft.com/office/drawing/2014/main" id="{E6B58297-FC58-2A83-F9EA-778D8DD05B00}"/>
                    </a:ext>
                  </a:extLst>
                </p:cNvPr>
                <p:cNvPicPr/>
                <p:nvPr/>
              </p:nvPicPr>
              <p:blipFill>
                <a:blip r:embed="rId288"/>
                <a:stretch>
                  <a:fillRect/>
                </a:stretch>
              </p:blipFill>
              <p:spPr>
                <a:xfrm>
                  <a:off x="11406783" y="6493873"/>
                  <a:ext cx="18684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73" name="Ink 172">
                  <a:extLst>
                    <a:ext uri="{FF2B5EF4-FFF2-40B4-BE49-F238E27FC236}">
                      <a16:creationId xmlns:a16="http://schemas.microsoft.com/office/drawing/2014/main" id="{2B308AB1-CDE8-0C74-05D5-0C1600D5B3AB}"/>
                    </a:ext>
                  </a:extLst>
                </p14:cNvPr>
                <p14:cNvContentPartPr/>
                <p14:nvPr/>
              </p14:nvContentPartPr>
              <p14:xfrm>
                <a:off x="11616663" y="6469393"/>
                <a:ext cx="100080" cy="133560"/>
              </p14:xfrm>
            </p:contentPart>
          </mc:Choice>
          <mc:Fallback xmlns="">
            <p:pic>
              <p:nvPicPr>
                <p:cNvPr id="173" name="Ink 172">
                  <a:extLst>
                    <a:ext uri="{FF2B5EF4-FFF2-40B4-BE49-F238E27FC236}">
                      <a16:creationId xmlns:a16="http://schemas.microsoft.com/office/drawing/2014/main" id="{2B308AB1-CDE8-0C74-05D5-0C1600D5B3AB}"/>
                    </a:ext>
                  </a:extLst>
                </p:cNvPr>
                <p:cNvPicPr/>
                <p:nvPr/>
              </p:nvPicPr>
              <p:blipFill>
                <a:blip r:embed="rId290"/>
                <a:stretch>
                  <a:fillRect/>
                </a:stretch>
              </p:blipFill>
              <p:spPr>
                <a:xfrm>
                  <a:off x="11599023" y="6451393"/>
                  <a:ext cx="135720" cy="169200"/>
                </a:xfrm>
                <a:prstGeom prst="rect">
                  <a:avLst/>
                </a:prstGeom>
              </p:spPr>
            </p:pic>
          </mc:Fallback>
        </mc:AlternateContent>
      </p:grpSp>
      <p:grpSp>
        <p:nvGrpSpPr>
          <p:cNvPr id="198" name="Group 197">
            <a:extLst>
              <a:ext uri="{FF2B5EF4-FFF2-40B4-BE49-F238E27FC236}">
                <a16:creationId xmlns:a16="http://schemas.microsoft.com/office/drawing/2014/main" id="{DDC3CE85-A7F7-F809-4F2E-7CBCCF37DCE2}"/>
              </a:ext>
            </a:extLst>
          </p:cNvPr>
          <p:cNvGrpSpPr/>
          <p:nvPr/>
        </p:nvGrpSpPr>
        <p:grpSpPr>
          <a:xfrm>
            <a:off x="2555103" y="6374353"/>
            <a:ext cx="781560" cy="345600"/>
            <a:chOff x="2555103" y="6374353"/>
            <a:chExt cx="781560" cy="345600"/>
          </a:xfrm>
        </p:grpSpPr>
        <mc:AlternateContent xmlns:mc="http://schemas.openxmlformats.org/markup-compatibility/2006" xmlns:p14="http://schemas.microsoft.com/office/powerpoint/2010/main">
          <mc:Choice Requires="p14">
            <p:contentPart p14:bwMode="auto" r:id="rId291">
              <p14:nvContentPartPr>
                <p14:cNvPr id="176" name="Ink 175">
                  <a:extLst>
                    <a:ext uri="{FF2B5EF4-FFF2-40B4-BE49-F238E27FC236}">
                      <a16:creationId xmlns:a16="http://schemas.microsoft.com/office/drawing/2014/main" id="{0B21142B-1DDA-BE65-CEF6-BE0AA1012E04}"/>
                    </a:ext>
                  </a:extLst>
                </p14:cNvPr>
                <p14:cNvContentPartPr/>
                <p14:nvPr/>
              </p14:nvContentPartPr>
              <p14:xfrm>
                <a:off x="2555103" y="6374353"/>
                <a:ext cx="14400" cy="329760"/>
              </p14:xfrm>
            </p:contentPart>
          </mc:Choice>
          <mc:Fallback xmlns="">
            <p:pic>
              <p:nvPicPr>
                <p:cNvPr id="176" name="Ink 175">
                  <a:extLst>
                    <a:ext uri="{FF2B5EF4-FFF2-40B4-BE49-F238E27FC236}">
                      <a16:creationId xmlns:a16="http://schemas.microsoft.com/office/drawing/2014/main" id="{0B21142B-1DDA-BE65-CEF6-BE0AA1012E04}"/>
                    </a:ext>
                  </a:extLst>
                </p:cNvPr>
                <p:cNvPicPr/>
                <p:nvPr/>
              </p:nvPicPr>
              <p:blipFill>
                <a:blip r:embed="rId292"/>
                <a:stretch>
                  <a:fillRect/>
                </a:stretch>
              </p:blipFill>
              <p:spPr>
                <a:xfrm>
                  <a:off x="2537103" y="6356713"/>
                  <a:ext cx="5004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77" name="Ink 176">
                  <a:extLst>
                    <a:ext uri="{FF2B5EF4-FFF2-40B4-BE49-F238E27FC236}">
                      <a16:creationId xmlns:a16="http://schemas.microsoft.com/office/drawing/2014/main" id="{D29A6A50-7F5D-4556-1F23-ED082E753DA2}"/>
                    </a:ext>
                  </a:extLst>
                </p14:cNvPr>
                <p14:cNvContentPartPr/>
                <p14:nvPr/>
              </p14:nvContentPartPr>
              <p14:xfrm>
                <a:off x="2563383" y="6403873"/>
                <a:ext cx="136800" cy="280440"/>
              </p14:xfrm>
            </p:contentPart>
          </mc:Choice>
          <mc:Fallback xmlns="">
            <p:pic>
              <p:nvPicPr>
                <p:cNvPr id="177" name="Ink 176">
                  <a:extLst>
                    <a:ext uri="{FF2B5EF4-FFF2-40B4-BE49-F238E27FC236}">
                      <a16:creationId xmlns:a16="http://schemas.microsoft.com/office/drawing/2014/main" id="{D29A6A50-7F5D-4556-1F23-ED082E753DA2}"/>
                    </a:ext>
                  </a:extLst>
                </p:cNvPr>
                <p:cNvPicPr/>
                <p:nvPr/>
              </p:nvPicPr>
              <p:blipFill>
                <a:blip r:embed="rId294"/>
                <a:stretch>
                  <a:fillRect/>
                </a:stretch>
              </p:blipFill>
              <p:spPr>
                <a:xfrm>
                  <a:off x="2545743" y="6385873"/>
                  <a:ext cx="17244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78" name="Ink 177">
                  <a:extLst>
                    <a:ext uri="{FF2B5EF4-FFF2-40B4-BE49-F238E27FC236}">
                      <a16:creationId xmlns:a16="http://schemas.microsoft.com/office/drawing/2014/main" id="{6D853AD6-41FC-C2F2-8B6A-C16429CAC526}"/>
                    </a:ext>
                  </a:extLst>
                </p14:cNvPr>
                <p14:cNvContentPartPr/>
                <p14:nvPr/>
              </p14:nvContentPartPr>
              <p14:xfrm>
                <a:off x="2801343" y="6564073"/>
                <a:ext cx="120240" cy="155880"/>
              </p14:xfrm>
            </p:contentPart>
          </mc:Choice>
          <mc:Fallback xmlns="">
            <p:pic>
              <p:nvPicPr>
                <p:cNvPr id="178" name="Ink 177">
                  <a:extLst>
                    <a:ext uri="{FF2B5EF4-FFF2-40B4-BE49-F238E27FC236}">
                      <a16:creationId xmlns:a16="http://schemas.microsoft.com/office/drawing/2014/main" id="{6D853AD6-41FC-C2F2-8B6A-C16429CAC526}"/>
                    </a:ext>
                  </a:extLst>
                </p:cNvPr>
                <p:cNvPicPr/>
                <p:nvPr/>
              </p:nvPicPr>
              <p:blipFill>
                <a:blip r:embed="rId296"/>
                <a:stretch>
                  <a:fillRect/>
                </a:stretch>
              </p:blipFill>
              <p:spPr>
                <a:xfrm>
                  <a:off x="2783343" y="6546433"/>
                  <a:ext cx="15588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79" name="Ink 178">
                  <a:extLst>
                    <a:ext uri="{FF2B5EF4-FFF2-40B4-BE49-F238E27FC236}">
                      <a16:creationId xmlns:a16="http://schemas.microsoft.com/office/drawing/2014/main" id="{EE0C6FBB-9C66-03AA-38B1-9442D5F849B1}"/>
                    </a:ext>
                  </a:extLst>
                </p14:cNvPr>
                <p14:cNvContentPartPr/>
                <p14:nvPr/>
              </p14:nvContentPartPr>
              <p14:xfrm>
                <a:off x="3034983" y="6438793"/>
                <a:ext cx="52200" cy="226080"/>
              </p14:xfrm>
            </p:contentPart>
          </mc:Choice>
          <mc:Fallback xmlns="">
            <p:pic>
              <p:nvPicPr>
                <p:cNvPr id="179" name="Ink 178">
                  <a:extLst>
                    <a:ext uri="{FF2B5EF4-FFF2-40B4-BE49-F238E27FC236}">
                      <a16:creationId xmlns:a16="http://schemas.microsoft.com/office/drawing/2014/main" id="{EE0C6FBB-9C66-03AA-38B1-9442D5F849B1}"/>
                    </a:ext>
                  </a:extLst>
                </p:cNvPr>
                <p:cNvPicPr/>
                <p:nvPr/>
              </p:nvPicPr>
              <p:blipFill>
                <a:blip r:embed="rId298"/>
                <a:stretch>
                  <a:fillRect/>
                </a:stretch>
              </p:blipFill>
              <p:spPr>
                <a:xfrm>
                  <a:off x="3017343" y="6421153"/>
                  <a:ext cx="8784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80" name="Ink 179">
                  <a:extLst>
                    <a:ext uri="{FF2B5EF4-FFF2-40B4-BE49-F238E27FC236}">
                      <a16:creationId xmlns:a16="http://schemas.microsoft.com/office/drawing/2014/main" id="{603D2D52-06CA-53BB-320F-922B7A4BB8F9}"/>
                    </a:ext>
                  </a:extLst>
                </p14:cNvPr>
                <p14:cNvContentPartPr/>
                <p14:nvPr/>
              </p14:nvContentPartPr>
              <p14:xfrm>
                <a:off x="2996463" y="6550033"/>
                <a:ext cx="140760" cy="42120"/>
              </p14:xfrm>
            </p:contentPart>
          </mc:Choice>
          <mc:Fallback xmlns="">
            <p:pic>
              <p:nvPicPr>
                <p:cNvPr id="180" name="Ink 179">
                  <a:extLst>
                    <a:ext uri="{FF2B5EF4-FFF2-40B4-BE49-F238E27FC236}">
                      <a16:creationId xmlns:a16="http://schemas.microsoft.com/office/drawing/2014/main" id="{603D2D52-06CA-53BB-320F-922B7A4BB8F9}"/>
                    </a:ext>
                  </a:extLst>
                </p:cNvPr>
                <p:cNvPicPr/>
                <p:nvPr/>
              </p:nvPicPr>
              <p:blipFill>
                <a:blip r:embed="rId300"/>
                <a:stretch>
                  <a:fillRect/>
                </a:stretch>
              </p:blipFill>
              <p:spPr>
                <a:xfrm>
                  <a:off x="2978463" y="6532393"/>
                  <a:ext cx="17640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81" name="Ink 180">
                  <a:extLst>
                    <a:ext uri="{FF2B5EF4-FFF2-40B4-BE49-F238E27FC236}">
                      <a16:creationId xmlns:a16="http://schemas.microsoft.com/office/drawing/2014/main" id="{B02E08EF-BA6A-5083-139A-B1914CA3BDAA}"/>
                    </a:ext>
                  </a:extLst>
                </p14:cNvPr>
                <p14:cNvContentPartPr/>
                <p14:nvPr/>
              </p14:nvContentPartPr>
              <p14:xfrm>
                <a:off x="3199143" y="6514393"/>
                <a:ext cx="137520" cy="170280"/>
              </p14:xfrm>
            </p:contentPart>
          </mc:Choice>
          <mc:Fallback xmlns="">
            <p:pic>
              <p:nvPicPr>
                <p:cNvPr id="181" name="Ink 180">
                  <a:extLst>
                    <a:ext uri="{FF2B5EF4-FFF2-40B4-BE49-F238E27FC236}">
                      <a16:creationId xmlns:a16="http://schemas.microsoft.com/office/drawing/2014/main" id="{B02E08EF-BA6A-5083-139A-B1914CA3BDAA}"/>
                    </a:ext>
                  </a:extLst>
                </p:cNvPr>
                <p:cNvPicPr/>
                <p:nvPr/>
              </p:nvPicPr>
              <p:blipFill>
                <a:blip r:embed="rId302"/>
                <a:stretch>
                  <a:fillRect/>
                </a:stretch>
              </p:blipFill>
              <p:spPr>
                <a:xfrm>
                  <a:off x="3181503" y="6496393"/>
                  <a:ext cx="173160" cy="205920"/>
                </a:xfrm>
                <a:prstGeom prst="rect">
                  <a:avLst/>
                </a:prstGeom>
              </p:spPr>
            </p:pic>
          </mc:Fallback>
        </mc:AlternateContent>
      </p:grpSp>
      <p:grpSp>
        <p:nvGrpSpPr>
          <p:cNvPr id="197" name="Group 196">
            <a:extLst>
              <a:ext uri="{FF2B5EF4-FFF2-40B4-BE49-F238E27FC236}">
                <a16:creationId xmlns:a16="http://schemas.microsoft.com/office/drawing/2014/main" id="{B4AB8997-7079-0EE4-BF35-3B83D4755DFC}"/>
              </a:ext>
            </a:extLst>
          </p:cNvPr>
          <p:cNvGrpSpPr/>
          <p:nvPr/>
        </p:nvGrpSpPr>
        <p:grpSpPr>
          <a:xfrm>
            <a:off x="3497943" y="6406033"/>
            <a:ext cx="708120" cy="305280"/>
            <a:chOff x="3497943" y="6406033"/>
            <a:chExt cx="708120" cy="305280"/>
          </a:xfrm>
        </p:grpSpPr>
        <mc:AlternateContent xmlns:mc="http://schemas.openxmlformats.org/markup-compatibility/2006" xmlns:p14="http://schemas.microsoft.com/office/powerpoint/2010/main">
          <mc:Choice Requires="p14">
            <p:contentPart p14:bwMode="auto" r:id="rId303">
              <p14:nvContentPartPr>
                <p14:cNvPr id="182" name="Ink 181">
                  <a:extLst>
                    <a:ext uri="{FF2B5EF4-FFF2-40B4-BE49-F238E27FC236}">
                      <a16:creationId xmlns:a16="http://schemas.microsoft.com/office/drawing/2014/main" id="{08031FC3-A4EC-AEED-8C07-209FB02B710C}"/>
                    </a:ext>
                  </a:extLst>
                </p14:cNvPr>
                <p14:cNvContentPartPr/>
                <p14:nvPr/>
              </p14:nvContentPartPr>
              <p14:xfrm>
                <a:off x="3497943" y="6502153"/>
                <a:ext cx="105120" cy="190800"/>
              </p14:xfrm>
            </p:contentPart>
          </mc:Choice>
          <mc:Fallback xmlns="">
            <p:pic>
              <p:nvPicPr>
                <p:cNvPr id="182" name="Ink 181">
                  <a:extLst>
                    <a:ext uri="{FF2B5EF4-FFF2-40B4-BE49-F238E27FC236}">
                      <a16:creationId xmlns:a16="http://schemas.microsoft.com/office/drawing/2014/main" id="{08031FC3-A4EC-AEED-8C07-209FB02B710C}"/>
                    </a:ext>
                  </a:extLst>
                </p:cNvPr>
                <p:cNvPicPr/>
                <p:nvPr/>
              </p:nvPicPr>
              <p:blipFill>
                <a:blip r:embed="rId304"/>
                <a:stretch>
                  <a:fillRect/>
                </a:stretch>
              </p:blipFill>
              <p:spPr>
                <a:xfrm>
                  <a:off x="3479943" y="6484153"/>
                  <a:ext cx="14076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83" name="Ink 182">
                  <a:extLst>
                    <a:ext uri="{FF2B5EF4-FFF2-40B4-BE49-F238E27FC236}">
                      <a16:creationId xmlns:a16="http://schemas.microsoft.com/office/drawing/2014/main" id="{92A90F3C-BAF7-9502-FF0D-9EAAF6447A5C}"/>
                    </a:ext>
                  </a:extLst>
                </p14:cNvPr>
                <p14:cNvContentPartPr/>
                <p14:nvPr/>
              </p14:nvContentPartPr>
              <p14:xfrm>
                <a:off x="3703143" y="6535273"/>
                <a:ext cx="150840" cy="176040"/>
              </p14:xfrm>
            </p:contentPart>
          </mc:Choice>
          <mc:Fallback xmlns="">
            <p:pic>
              <p:nvPicPr>
                <p:cNvPr id="183" name="Ink 182">
                  <a:extLst>
                    <a:ext uri="{FF2B5EF4-FFF2-40B4-BE49-F238E27FC236}">
                      <a16:creationId xmlns:a16="http://schemas.microsoft.com/office/drawing/2014/main" id="{92A90F3C-BAF7-9502-FF0D-9EAAF6447A5C}"/>
                    </a:ext>
                  </a:extLst>
                </p:cNvPr>
                <p:cNvPicPr/>
                <p:nvPr/>
              </p:nvPicPr>
              <p:blipFill>
                <a:blip r:embed="rId306"/>
                <a:stretch>
                  <a:fillRect/>
                </a:stretch>
              </p:blipFill>
              <p:spPr>
                <a:xfrm>
                  <a:off x="3685503" y="6517633"/>
                  <a:ext cx="18648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84" name="Ink 183">
                  <a:extLst>
                    <a:ext uri="{FF2B5EF4-FFF2-40B4-BE49-F238E27FC236}">
                      <a16:creationId xmlns:a16="http://schemas.microsoft.com/office/drawing/2014/main" id="{669BBA20-1573-8F5A-64FF-55EEFA8B9478}"/>
                    </a:ext>
                  </a:extLst>
                </p14:cNvPr>
                <p14:cNvContentPartPr/>
                <p14:nvPr/>
              </p14:nvContentPartPr>
              <p14:xfrm>
                <a:off x="3930303" y="6406033"/>
                <a:ext cx="60840" cy="258840"/>
              </p14:xfrm>
            </p:contentPart>
          </mc:Choice>
          <mc:Fallback xmlns="">
            <p:pic>
              <p:nvPicPr>
                <p:cNvPr id="184" name="Ink 183">
                  <a:extLst>
                    <a:ext uri="{FF2B5EF4-FFF2-40B4-BE49-F238E27FC236}">
                      <a16:creationId xmlns:a16="http://schemas.microsoft.com/office/drawing/2014/main" id="{669BBA20-1573-8F5A-64FF-55EEFA8B9478}"/>
                    </a:ext>
                  </a:extLst>
                </p:cNvPr>
                <p:cNvPicPr/>
                <p:nvPr/>
              </p:nvPicPr>
              <p:blipFill>
                <a:blip r:embed="rId308"/>
                <a:stretch>
                  <a:fillRect/>
                </a:stretch>
              </p:blipFill>
              <p:spPr>
                <a:xfrm>
                  <a:off x="3912663" y="6388033"/>
                  <a:ext cx="9648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85" name="Ink 184">
                  <a:extLst>
                    <a:ext uri="{FF2B5EF4-FFF2-40B4-BE49-F238E27FC236}">
                      <a16:creationId xmlns:a16="http://schemas.microsoft.com/office/drawing/2014/main" id="{6BA7FA44-BC50-7DCF-DF45-4096EF81D62B}"/>
                    </a:ext>
                  </a:extLst>
                </p14:cNvPr>
                <p14:cNvContentPartPr/>
                <p14:nvPr/>
              </p14:nvContentPartPr>
              <p14:xfrm>
                <a:off x="3930303" y="6507553"/>
                <a:ext cx="79200" cy="56520"/>
              </p14:xfrm>
            </p:contentPart>
          </mc:Choice>
          <mc:Fallback xmlns="">
            <p:pic>
              <p:nvPicPr>
                <p:cNvPr id="185" name="Ink 184">
                  <a:extLst>
                    <a:ext uri="{FF2B5EF4-FFF2-40B4-BE49-F238E27FC236}">
                      <a16:creationId xmlns:a16="http://schemas.microsoft.com/office/drawing/2014/main" id="{6BA7FA44-BC50-7DCF-DF45-4096EF81D62B}"/>
                    </a:ext>
                  </a:extLst>
                </p:cNvPr>
                <p:cNvPicPr/>
                <p:nvPr/>
              </p:nvPicPr>
              <p:blipFill>
                <a:blip r:embed="rId310"/>
                <a:stretch>
                  <a:fillRect/>
                </a:stretch>
              </p:blipFill>
              <p:spPr>
                <a:xfrm>
                  <a:off x="3912663" y="6489913"/>
                  <a:ext cx="1148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86" name="Ink 185">
                  <a:extLst>
                    <a:ext uri="{FF2B5EF4-FFF2-40B4-BE49-F238E27FC236}">
                      <a16:creationId xmlns:a16="http://schemas.microsoft.com/office/drawing/2014/main" id="{A4F7C7A0-7469-71AF-3BEF-80683EAA0659}"/>
                    </a:ext>
                  </a:extLst>
                </p14:cNvPr>
                <p14:cNvContentPartPr/>
                <p14:nvPr/>
              </p14:nvContentPartPr>
              <p14:xfrm>
                <a:off x="4076103" y="6452113"/>
                <a:ext cx="129960" cy="149760"/>
              </p14:xfrm>
            </p:contentPart>
          </mc:Choice>
          <mc:Fallback xmlns="">
            <p:pic>
              <p:nvPicPr>
                <p:cNvPr id="186" name="Ink 185">
                  <a:extLst>
                    <a:ext uri="{FF2B5EF4-FFF2-40B4-BE49-F238E27FC236}">
                      <a16:creationId xmlns:a16="http://schemas.microsoft.com/office/drawing/2014/main" id="{A4F7C7A0-7469-71AF-3BEF-80683EAA0659}"/>
                    </a:ext>
                  </a:extLst>
                </p:cNvPr>
                <p:cNvPicPr/>
                <p:nvPr/>
              </p:nvPicPr>
              <p:blipFill>
                <a:blip r:embed="rId312"/>
                <a:stretch>
                  <a:fillRect/>
                </a:stretch>
              </p:blipFill>
              <p:spPr>
                <a:xfrm>
                  <a:off x="4058463" y="6434473"/>
                  <a:ext cx="165600" cy="185400"/>
                </a:xfrm>
                <a:prstGeom prst="rect">
                  <a:avLst/>
                </a:prstGeom>
              </p:spPr>
            </p:pic>
          </mc:Fallback>
        </mc:AlternateContent>
      </p:grpSp>
      <p:grpSp>
        <p:nvGrpSpPr>
          <p:cNvPr id="208" name="Group 207">
            <a:extLst>
              <a:ext uri="{FF2B5EF4-FFF2-40B4-BE49-F238E27FC236}">
                <a16:creationId xmlns:a16="http://schemas.microsoft.com/office/drawing/2014/main" id="{B62212BB-2C52-4C83-5B3D-A45BAAD32A02}"/>
              </a:ext>
            </a:extLst>
          </p:cNvPr>
          <p:cNvGrpSpPr/>
          <p:nvPr/>
        </p:nvGrpSpPr>
        <p:grpSpPr>
          <a:xfrm>
            <a:off x="4616463" y="6350593"/>
            <a:ext cx="1435680" cy="328680"/>
            <a:chOff x="4616463" y="6350593"/>
            <a:chExt cx="1435680" cy="328680"/>
          </a:xfrm>
        </p:grpSpPr>
        <mc:AlternateContent xmlns:mc="http://schemas.openxmlformats.org/markup-compatibility/2006" xmlns:p14="http://schemas.microsoft.com/office/powerpoint/2010/main">
          <mc:Choice Requires="p14">
            <p:contentPart p14:bwMode="auto" r:id="rId313">
              <p14:nvContentPartPr>
                <p14:cNvPr id="187" name="Ink 186">
                  <a:extLst>
                    <a:ext uri="{FF2B5EF4-FFF2-40B4-BE49-F238E27FC236}">
                      <a16:creationId xmlns:a16="http://schemas.microsoft.com/office/drawing/2014/main" id="{DAEA5D36-F54C-F094-F4AF-EEE40071E3EC}"/>
                    </a:ext>
                  </a:extLst>
                </p14:cNvPr>
                <p14:cNvContentPartPr/>
                <p14:nvPr/>
              </p14:nvContentPartPr>
              <p14:xfrm>
                <a:off x="4616463" y="6501793"/>
                <a:ext cx="23400" cy="156960"/>
              </p14:xfrm>
            </p:contentPart>
          </mc:Choice>
          <mc:Fallback xmlns="">
            <p:pic>
              <p:nvPicPr>
                <p:cNvPr id="187" name="Ink 186">
                  <a:extLst>
                    <a:ext uri="{FF2B5EF4-FFF2-40B4-BE49-F238E27FC236}">
                      <a16:creationId xmlns:a16="http://schemas.microsoft.com/office/drawing/2014/main" id="{DAEA5D36-F54C-F094-F4AF-EEE40071E3EC}"/>
                    </a:ext>
                  </a:extLst>
                </p:cNvPr>
                <p:cNvPicPr/>
                <p:nvPr/>
              </p:nvPicPr>
              <p:blipFill>
                <a:blip r:embed="rId314"/>
                <a:stretch>
                  <a:fillRect/>
                </a:stretch>
              </p:blipFill>
              <p:spPr>
                <a:xfrm>
                  <a:off x="4598823" y="6484153"/>
                  <a:ext cx="5904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188" name="Ink 187">
                  <a:extLst>
                    <a:ext uri="{FF2B5EF4-FFF2-40B4-BE49-F238E27FC236}">
                      <a16:creationId xmlns:a16="http://schemas.microsoft.com/office/drawing/2014/main" id="{38D52517-9385-5EF7-5B28-94E8E8EF7706}"/>
                    </a:ext>
                  </a:extLst>
                </p14:cNvPr>
                <p14:cNvContentPartPr/>
                <p14:nvPr/>
              </p14:nvContentPartPr>
              <p14:xfrm>
                <a:off x="4630503" y="6367513"/>
                <a:ext cx="40320" cy="43200"/>
              </p14:xfrm>
            </p:contentPart>
          </mc:Choice>
          <mc:Fallback xmlns="">
            <p:pic>
              <p:nvPicPr>
                <p:cNvPr id="188" name="Ink 187">
                  <a:extLst>
                    <a:ext uri="{FF2B5EF4-FFF2-40B4-BE49-F238E27FC236}">
                      <a16:creationId xmlns:a16="http://schemas.microsoft.com/office/drawing/2014/main" id="{38D52517-9385-5EF7-5B28-94E8E8EF7706}"/>
                    </a:ext>
                  </a:extLst>
                </p:cNvPr>
                <p:cNvPicPr/>
                <p:nvPr/>
              </p:nvPicPr>
              <p:blipFill>
                <a:blip r:embed="rId316"/>
                <a:stretch>
                  <a:fillRect/>
                </a:stretch>
              </p:blipFill>
              <p:spPr>
                <a:xfrm>
                  <a:off x="4612863" y="6349873"/>
                  <a:ext cx="7596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189" name="Ink 188">
                  <a:extLst>
                    <a:ext uri="{FF2B5EF4-FFF2-40B4-BE49-F238E27FC236}">
                      <a16:creationId xmlns:a16="http://schemas.microsoft.com/office/drawing/2014/main" id="{AAF34490-F73B-BCF5-6052-9508C020ED1A}"/>
                    </a:ext>
                  </a:extLst>
                </p14:cNvPr>
                <p14:cNvContentPartPr/>
                <p14:nvPr/>
              </p14:nvContentPartPr>
              <p14:xfrm>
                <a:off x="4786383" y="6490993"/>
                <a:ext cx="113400" cy="138960"/>
              </p14:xfrm>
            </p:contentPart>
          </mc:Choice>
          <mc:Fallback xmlns="">
            <p:pic>
              <p:nvPicPr>
                <p:cNvPr id="189" name="Ink 188">
                  <a:extLst>
                    <a:ext uri="{FF2B5EF4-FFF2-40B4-BE49-F238E27FC236}">
                      <a16:creationId xmlns:a16="http://schemas.microsoft.com/office/drawing/2014/main" id="{AAF34490-F73B-BCF5-6052-9508C020ED1A}"/>
                    </a:ext>
                  </a:extLst>
                </p:cNvPr>
                <p:cNvPicPr/>
                <p:nvPr/>
              </p:nvPicPr>
              <p:blipFill>
                <a:blip r:embed="rId318"/>
                <a:stretch>
                  <a:fillRect/>
                </a:stretch>
              </p:blipFill>
              <p:spPr>
                <a:xfrm>
                  <a:off x="4768383" y="6472993"/>
                  <a:ext cx="14904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190" name="Ink 189">
                  <a:extLst>
                    <a:ext uri="{FF2B5EF4-FFF2-40B4-BE49-F238E27FC236}">
                      <a16:creationId xmlns:a16="http://schemas.microsoft.com/office/drawing/2014/main" id="{D030EE5B-C3F6-6D6E-CBB4-068E055AE967}"/>
                    </a:ext>
                  </a:extLst>
                </p14:cNvPr>
                <p14:cNvContentPartPr/>
                <p14:nvPr/>
              </p14:nvContentPartPr>
              <p14:xfrm>
                <a:off x="5025783" y="6496393"/>
                <a:ext cx="74160" cy="173520"/>
              </p14:xfrm>
            </p:contentPart>
          </mc:Choice>
          <mc:Fallback xmlns="">
            <p:pic>
              <p:nvPicPr>
                <p:cNvPr id="190" name="Ink 189">
                  <a:extLst>
                    <a:ext uri="{FF2B5EF4-FFF2-40B4-BE49-F238E27FC236}">
                      <a16:creationId xmlns:a16="http://schemas.microsoft.com/office/drawing/2014/main" id="{D030EE5B-C3F6-6D6E-CBB4-068E055AE967}"/>
                    </a:ext>
                  </a:extLst>
                </p:cNvPr>
                <p:cNvPicPr/>
                <p:nvPr/>
              </p:nvPicPr>
              <p:blipFill>
                <a:blip r:embed="rId320"/>
                <a:stretch>
                  <a:fillRect/>
                </a:stretch>
              </p:blipFill>
              <p:spPr>
                <a:xfrm>
                  <a:off x="5007783" y="6478753"/>
                  <a:ext cx="1098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191" name="Ink 190">
                  <a:extLst>
                    <a:ext uri="{FF2B5EF4-FFF2-40B4-BE49-F238E27FC236}">
                      <a16:creationId xmlns:a16="http://schemas.microsoft.com/office/drawing/2014/main" id="{CCA0EDE0-DB20-13AF-047A-EE606E6A4B12}"/>
                    </a:ext>
                  </a:extLst>
                </p14:cNvPr>
                <p14:cNvContentPartPr/>
                <p14:nvPr/>
              </p14:nvContentPartPr>
              <p14:xfrm>
                <a:off x="5129463" y="6500353"/>
                <a:ext cx="83520" cy="121320"/>
              </p14:xfrm>
            </p:contentPart>
          </mc:Choice>
          <mc:Fallback xmlns="">
            <p:pic>
              <p:nvPicPr>
                <p:cNvPr id="191" name="Ink 190">
                  <a:extLst>
                    <a:ext uri="{FF2B5EF4-FFF2-40B4-BE49-F238E27FC236}">
                      <a16:creationId xmlns:a16="http://schemas.microsoft.com/office/drawing/2014/main" id="{CCA0EDE0-DB20-13AF-047A-EE606E6A4B12}"/>
                    </a:ext>
                  </a:extLst>
                </p:cNvPr>
                <p:cNvPicPr/>
                <p:nvPr/>
              </p:nvPicPr>
              <p:blipFill>
                <a:blip r:embed="rId322"/>
                <a:stretch>
                  <a:fillRect/>
                </a:stretch>
              </p:blipFill>
              <p:spPr>
                <a:xfrm>
                  <a:off x="5111823" y="6482353"/>
                  <a:ext cx="1191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192" name="Ink 191">
                  <a:extLst>
                    <a:ext uri="{FF2B5EF4-FFF2-40B4-BE49-F238E27FC236}">
                      <a16:creationId xmlns:a16="http://schemas.microsoft.com/office/drawing/2014/main" id="{068B2B28-45BE-9387-382D-3DCF4431901F}"/>
                    </a:ext>
                  </a:extLst>
                </p14:cNvPr>
                <p14:cNvContentPartPr/>
                <p14:nvPr/>
              </p14:nvContentPartPr>
              <p14:xfrm>
                <a:off x="5298303" y="6508633"/>
                <a:ext cx="64440" cy="117000"/>
              </p14:xfrm>
            </p:contentPart>
          </mc:Choice>
          <mc:Fallback xmlns="">
            <p:pic>
              <p:nvPicPr>
                <p:cNvPr id="192" name="Ink 191">
                  <a:extLst>
                    <a:ext uri="{FF2B5EF4-FFF2-40B4-BE49-F238E27FC236}">
                      <a16:creationId xmlns:a16="http://schemas.microsoft.com/office/drawing/2014/main" id="{068B2B28-45BE-9387-382D-3DCF4431901F}"/>
                    </a:ext>
                  </a:extLst>
                </p:cNvPr>
                <p:cNvPicPr/>
                <p:nvPr/>
              </p:nvPicPr>
              <p:blipFill>
                <a:blip r:embed="rId324"/>
                <a:stretch>
                  <a:fillRect/>
                </a:stretch>
              </p:blipFill>
              <p:spPr>
                <a:xfrm>
                  <a:off x="5280303" y="6490993"/>
                  <a:ext cx="1000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193" name="Ink 192">
                  <a:extLst>
                    <a:ext uri="{FF2B5EF4-FFF2-40B4-BE49-F238E27FC236}">
                      <a16:creationId xmlns:a16="http://schemas.microsoft.com/office/drawing/2014/main" id="{C8F3BB24-FF9C-6848-D526-7AD4A64EA284}"/>
                    </a:ext>
                  </a:extLst>
                </p14:cNvPr>
                <p14:cNvContentPartPr/>
                <p14:nvPr/>
              </p14:nvContentPartPr>
              <p14:xfrm>
                <a:off x="5449863" y="6493513"/>
                <a:ext cx="82080" cy="123840"/>
              </p14:xfrm>
            </p:contentPart>
          </mc:Choice>
          <mc:Fallback xmlns="">
            <p:pic>
              <p:nvPicPr>
                <p:cNvPr id="193" name="Ink 192">
                  <a:extLst>
                    <a:ext uri="{FF2B5EF4-FFF2-40B4-BE49-F238E27FC236}">
                      <a16:creationId xmlns:a16="http://schemas.microsoft.com/office/drawing/2014/main" id="{C8F3BB24-FF9C-6848-D526-7AD4A64EA284}"/>
                    </a:ext>
                  </a:extLst>
                </p:cNvPr>
                <p:cNvPicPr/>
                <p:nvPr/>
              </p:nvPicPr>
              <p:blipFill>
                <a:blip r:embed="rId326"/>
                <a:stretch>
                  <a:fillRect/>
                </a:stretch>
              </p:blipFill>
              <p:spPr>
                <a:xfrm>
                  <a:off x="5432223" y="6475873"/>
                  <a:ext cx="11772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194" name="Ink 193">
                  <a:extLst>
                    <a:ext uri="{FF2B5EF4-FFF2-40B4-BE49-F238E27FC236}">
                      <a16:creationId xmlns:a16="http://schemas.microsoft.com/office/drawing/2014/main" id="{04087266-43C7-6694-AE9B-83BF48CE1933}"/>
                    </a:ext>
                  </a:extLst>
                </p14:cNvPr>
                <p14:cNvContentPartPr/>
                <p14:nvPr/>
              </p14:nvContentPartPr>
              <p14:xfrm>
                <a:off x="5593503" y="6449593"/>
                <a:ext cx="49320" cy="185040"/>
              </p14:xfrm>
            </p:contentPart>
          </mc:Choice>
          <mc:Fallback xmlns="">
            <p:pic>
              <p:nvPicPr>
                <p:cNvPr id="194" name="Ink 193">
                  <a:extLst>
                    <a:ext uri="{FF2B5EF4-FFF2-40B4-BE49-F238E27FC236}">
                      <a16:creationId xmlns:a16="http://schemas.microsoft.com/office/drawing/2014/main" id="{04087266-43C7-6694-AE9B-83BF48CE1933}"/>
                    </a:ext>
                  </a:extLst>
                </p:cNvPr>
                <p:cNvPicPr/>
                <p:nvPr/>
              </p:nvPicPr>
              <p:blipFill>
                <a:blip r:embed="rId328"/>
                <a:stretch>
                  <a:fillRect/>
                </a:stretch>
              </p:blipFill>
              <p:spPr>
                <a:xfrm>
                  <a:off x="5575503" y="6431593"/>
                  <a:ext cx="8496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195" name="Ink 194">
                  <a:extLst>
                    <a:ext uri="{FF2B5EF4-FFF2-40B4-BE49-F238E27FC236}">
                      <a16:creationId xmlns:a16="http://schemas.microsoft.com/office/drawing/2014/main" id="{B0C936D4-168B-D5D3-C8AF-90A69BA2BCCA}"/>
                    </a:ext>
                  </a:extLst>
                </p14:cNvPr>
                <p14:cNvContentPartPr/>
                <p14:nvPr/>
              </p14:nvContentPartPr>
              <p14:xfrm>
                <a:off x="5710143" y="6498913"/>
                <a:ext cx="87480" cy="116280"/>
              </p14:xfrm>
            </p:contentPart>
          </mc:Choice>
          <mc:Fallback xmlns="">
            <p:pic>
              <p:nvPicPr>
                <p:cNvPr id="195" name="Ink 194">
                  <a:extLst>
                    <a:ext uri="{FF2B5EF4-FFF2-40B4-BE49-F238E27FC236}">
                      <a16:creationId xmlns:a16="http://schemas.microsoft.com/office/drawing/2014/main" id="{B0C936D4-168B-D5D3-C8AF-90A69BA2BCCA}"/>
                    </a:ext>
                  </a:extLst>
                </p:cNvPr>
                <p:cNvPicPr/>
                <p:nvPr/>
              </p:nvPicPr>
              <p:blipFill>
                <a:blip r:embed="rId330"/>
                <a:stretch>
                  <a:fillRect/>
                </a:stretch>
              </p:blipFill>
              <p:spPr>
                <a:xfrm>
                  <a:off x="5692143" y="6480913"/>
                  <a:ext cx="12312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199" name="Ink 198">
                  <a:extLst>
                    <a:ext uri="{FF2B5EF4-FFF2-40B4-BE49-F238E27FC236}">
                      <a16:creationId xmlns:a16="http://schemas.microsoft.com/office/drawing/2014/main" id="{A64F3B2C-4A2D-5538-F9C2-A6D406F678C7}"/>
                    </a:ext>
                  </a:extLst>
                </p14:cNvPr>
                <p14:cNvContentPartPr/>
                <p14:nvPr/>
              </p14:nvContentPartPr>
              <p14:xfrm>
                <a:off x="5890503" y="6350593"/>
                <a:ext cx="161640" cy="328680"/>
              </p14:xfrm>
            </p:contentPart>
          </mc:Choice>
          <mc:Fallback xmlns="">
            <p:pic>
              <p:nvPicPr>
                <p:cNvPr id="199" name="Ink 198">
                  <a:extLst>
                    <a:ext uri="{FF2B5EF4-FFF2-40B4-BE49-F238E27FC236}">
                      <a16:creationId xmlns:a16="http://schemas.microsoft.com/office/drawing/2014/main" id="{A64F3B2C-4A2D-5538-F9C2-A6D406F678C7}"/>
                    </a:ext>
                  </a:extLst>
                </p:cNvPr>
                <p:cNvPicPr/>
                <p:nvPr/>
              </p:nvPicPr>
              <p:blipFill>
                <a:blip r:embed="rId332"/>
                <a:stretch>
                  <a:fillRect/>
                </a:stretch>
              </p:blipFill>
              <p:spPr>
                <a:xfrm>
                  <a:off x="5872503" y="6332953"/>
                  <a:ext cx="197280" cy="364320"/>
                </a:xfrm>
                <a:prstGeom prst="rect">
                  <a:avLst/>
                </a:prstGeom>
              </p:spPr>
            </p:pic>
          </mc:Fallback>
        </mc:AlternateContent>
      </p:grpSp>
      <p:grpSp>
        <p:nvGrpSpPr>
          <p:cNvPr id="207" name="Group 206">
            <a:extLst>
              <a:ext uri="{FF2B5EF4-FFF2-40B4-BE49-F238E27FC236}">
                <a16:creationId xmlns:a16="http://schemas.microsoft.com/office/drawing/2014/main" id="{37DAB7D1-429E-981B-6294-2728957BDBB2}"/>
              </a:ext>
            </a:extLst>
          </p:cNvPr>
          <p:cNvGrpSpPr/>
          <p:nvPr/>
        </p:nvGrpSpPr>
        <p:grpSpPr>
          <a:xfrm>
            <a:off x="6281823" y="6426193"/>
            <a:ext cx="263520" cy="351720"/>
            <a:chOff x="6281823" y="6426193"/>
            <a:chExt cx="263520" cy="351720"/>
          </a:xfrm>
        </p:grpSpPr>
        <mc:AlternateContent xmlns:mc="http://schemas.openxmlformats.org/markup-compatibility/2006" xmlns:p14="http://schemas.microsoft.com/office/powerpoint/2010/main">
          <mc:Choice Requires="p14">
            <p:contentPart p14:bwMode="auto" r:id="rId333">
              <p14:nvContentPartPr>
                <p14:cNvPr id="200" name="Ink 199">
                  <a:extLst>
                    <a:ext uri="{FF2B5EF4-FFF2-40B4-BE49-F238E27FC236}">
                      <a16:creationId xmlns:a16="http://schemas.microsoft.com/office/drawing/2014/main" id="{DB0D969E-72C6-78FA-5FCF-1A1C91048F86}"/>
                    </a:ext>
                  </a:extLst>
                </p14:cNvPr>
                <p14:cNvContentPartPr/>
                <p14:nvPr/>
              </p14:nvContentPartPr>
              <p14:xfrm>
                <a:off x="6281823" y="6426193"/>
                <a:ext cx="79920" cy="207720"/>
              </p14:xfrm>
            </p:contentPart>
          </mc:Choice>
          <mc:Fallback xmlns="">
            <p:pic>
              <p:nvPicPr>
                <p:cNvPr id="200" name="Ink 199">
                  <a:extLst>
                    <a:ext uri="{FF2B5EF4-FFF2-40B4-BE49-F238E27FC236}">
                      <a16:creationId xmlns:a16="http://schemas.microsoft.com/office/drawing/2014/main" id="{DB0D969E-72C6-78FA-5FCF-1A1C91048F86}"/>
                    </a:ext>
                  </a:extLst>
                </p:cNvPr>
                <p:cNvPicPr/>
                <p:nvPr/>
              </p:nvPicPr>
              <p:blipFill>
                <a:blip r:embed="rId334"/>
                <a:stretch>
                  <a:fillRect/>
                </a:stretch>
              </p:blipFill>
              <p:spPr>
                <a:xfrm>
                  <a:off x="6264183" y="6408553"/>
                  <a:ext cx="11556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01" name="Ink 200">
                  <a:extLst>
                    <a:ext uri="{FF2B5EF4-FFF2-40B4-BE49-F238E27FC236}">
                      <a16:creationId xmlns:a16="http://schemas.microsoft.com/office/drawing/2014/main" id="{D08FB987-E83D-0B4D-1F08-01524550F4EF}"/>
                    </a:ext>
                  </a:extLst>
                </p14:cNvPr>
                <p14:cNvContentPartPr/>
                <p14:nvPr/>
              </p14:nvContentPartPr>
              <p14:xfrm>
                <a:off x="6443103" y="6570193"/>
                <a:ext cx="102240" cy="207720"/>
              </p14:xfrm>
            </p:contentPart>
          </mc:Choice>
          <mc:Fallback xmlns="">
            <p:pic>
              <p:nvPicPr>
                <p:cNvPr id="201" name="Ink 200">
                  <a:extLst>
                    <a:ext uri="{FF2B5EF4-FFF2-40B4-BE49-F238E27FC236}">
                      <a16:creationId xmlns:a16="http://schemas.microsoft.com/office/drawing/2014/main" id="{D08FB987-E83D-0B4D-1F08-01524550F4EF}"/>
                    </a:ext>
                  </a:extLst>
                </p:cNvPr>
                <p:cNvPicPr/>
                <p:nvPr/>
              </p:nvPicPr>
              <p:blipFill>
                <a:blip r:embed="rId336"/>
                <a:stretch>
                  <a:fillRect/>
                </a:stretch>
              </p:blipFill>
              <p:spPr>
                <a:xfrm>
                  <a:off x="6425463" y="6552193"/>
                  <a:ext cx="137880" cy="243360"/>
                </a:xfrm>
                <a:prstGeom prst="rect">
                  <a:avLst/>
                </a:prstGeom>
              </p:spPr>
            </p:pic>
          </mc:Fallback>
        </mc:AlternateContent>
      </p:grpSp>
      <p:grpSp>
        <p:nvGrpSpPr>
          <p:cNvPr id="206" name="Group 205">
            <a:extLst>
              <a:ext uri="{FF2B5EF4-FFF2-40B4-BE49-F238E27FC236}">
                <a16:creationId xmlns:a16="http://schemas.microsoft.com/office/drawing/2014/main" id="{57176E93-D070-CAE6-94A1-803DEFED7DE3}"/>
              </a:ext>
            </a:extLst>
          </p:cNvPr>
          <p:cNvGrpSpPr/>
          <p:nvPr/>
        </p:nvGrpSpPr>
        <p:grpSpPr>
          <a:xfrm>
            <a:off x="6868623" y="6342673"/>
            <a:ext cx="365040" cy="380160"/>
            <a:chOff x="6868623" y="6342673"/>
            <a:chExt cx="365040" cy="380160"/>
          </a:xfrm>
        </p:grpSpPr>
        <mc:AlternateContent xmlns:mc="http://schemas.openxmlformats.org/markup-compatibility/2006" xmlns:p14="http://schemas.microsoft.com/office/powerpoint/2010/main">
          <mc:Choice Requires="p14">
            <p:contentPart p14:bwMode="auto" r:id="rId337">
              <p14:nvContentPartPr>
                <p14:cNvPr id="202" name="Ink 201">
                  <a:extLst>
                    <a:ext uri="{FF2B5EF4-FFF2-40B4-BE49-F238E27FC236}">
                      <a16:creationId xmlns:a16="http://schemas.microsoft.com/office/drawing/2014/main" id="{3D96117A-D118-22F2-C99B-4D27395BF7EF}"/>
                    </a:ext>
                  </a:extLst>
                </p14:cNvPr>
                <p14:cNvContentPartPr/>
                <p14:nvPr/>
              </p14:nvContentPartPr>
              <p14:xfrm>
                <a:off x="6868623" y="6423313"/>
                <a:ext cx="29520" cy="299520"/>
              </p14:xfrm>
            </p:contentPart>
          </mc:Choice>
          <mc:Fallback xmlns="">
            <p:pic>
              <p:nvPicPr>
                <p:cNvPr id="202" name="Ink 201">
                  <a:extLst>
                    <a:ext uri="{FF2B5EF4-FFF2-40B4-BE49-F238E27FC236}">
                      <a16:creationId xmlns:a16="http://schemas.microsoft.com/office/drawing/2014/main" id="{3D96117A-D118-22F2-C99B-4D27395BF7EF}"/>
                    </a:ext>
                  </a:extLst>
                </p:cNvPr>
                <p:cNvPicPr/>
                <p:nvPr/>
              </p:nvPicPr>
              <p:blipFill>
                <a:blip r:embed="rId338"/>
                <a:stretch>
                  <a:fillRect/>
                </a:stretch>
              </p:blipFill>
              <p:spPr>
                <a:xfrm>
                  <a:off x="6850623" y="6405313"/>
                  <a:ext cx="6516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03" name="Ink 202">
                  <a:extLst>
                    <a:ext uri="{FF2B5EF4-FFF2-40B4-BE49-F238E27FC236}">
                      <a16:creationId xmlns:a16="http://schemas.microsoft.com/office/drawing/2014/main" id="{DB27EAD7-8A4E-B6C6-B241-C945FF74D074}"/>
                    </a:ext>
                  </a:extLst>
                </p14:cNvPr>
                <p14:cNvContentPartPr/>
                <p14:nvPr/>
              </p14:nvContentPartPr>
              <p14:xfrm>
                <a:off x="7012623" y="6523753"/>
                <a:ext cx="98640" cy="177840"/>
              </p14:xfrm>
            </p:contentPart>
          </mc:Choice>
          <mc:Fallback xmlns="">
            <p:pic>
              <p:nvPicPr>
                <p:cNvPr id="203" name="Ink 202">
                  <a:extLst>
                    <a:ext uri="{FF2B5EF4-FFF2-40B4-BE49-F238E27FC236}">
                      <a16:creationId xmlns:a16="http://schemas.microsoft.com/office/drawing/2014/main" id="{DB27EAD7-8A4E-B6C6-B241-C945FF74D074}"/>
                    </a:ext>
                  </a:extLst>
                </p:cNvPr>
                <p:cNvPicPr/>
                <p:nvPr/>
              </p:nvPicPr>
              <p:blipFill>
                <a:blip r:embed="rId340"/>
                <a:stretch>
                  <a:fillRect/>
                </a:stretch>
              </p:blipFill>
              <p:spPr>
                <a:xfrm>
                  <a:off x="6994623" y="6505753"/>
                  <a:ext cx="13428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04" name="Ink 203">
                  <a:extLst>
                    <a:ext uri="{FF2B5EF4-FFF2-40B4-BE49-F238E27FC236}">
                      <a16:creationId xmlns:a16="http://schemas.microsoft.com/office/drawing/2014/main" id="{4B33CFDD-FDC2-A508-55BE-6F2494BE302B}"/>
                    </a:ext>
                  </a:extLst>
                </p14:cNvPr>
                <p14:cNvContentPartPr/>
                <p14:nvPr/>
              </p14:nvContentPartPr>
              <p14:xfrm>
                <a:off x="7104063" y="6342673"/>
                <a:ext cx="129600" cy="263880"/>
              </p14:xfrm>
            </p:contentPart>
          </mc:Choice>
          <mc:Fallback xmlns="">
            <p:pic>
              <p:nvPicPr>
                <p:cNvPr id="204" name="Ink 203">
                  <a:extLst>
                    <a:ext uri="{FF2B5EF4-FFF2-40B4-BE49-F238E27FC236}">
                      <a16:creationId xmlns:a16="http://schemas.microsoft.com/office/drawing/2014/main" id="{4B33CFDD-FDC2-A508-55BE-6F2494BE302B}"/>
                    </a:ext>
                  </a:extLst>
                </p:cNvPr>
                <p:cNvPicPr/>
                <p:nvPr/>
              </p:nvPicPr>
              <p:blipFill>
                <a:blip r:embed="rId342"/>
                <a:stretch>
                  <a:fillRect/>
                </a:stretch>
              </p:blipFill>
              <p:spPr>
                <a:xfrm>
                  <a:off x="7086423" y="6324673"/>
                  <a:ext cx="165240" cy="299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3">
            <p14:nvContentPartPr>
              <p14:cNvPr id="205" name="Ink 204">
                <a:extLst>
                  <a:ext uri="{FF2B5EF4-FFF2-40B4-BE49-F238E27FC236}">
                    <a16:creationId xmlns:a16="http://schemas.microsoft.com/office/drawing/2014/main" id="{B0158113-3910-B38C-4ABC-2E26E44052BF}"/>
                  </a:ext>
                </a:extLst>
              </p14:cNvPr>
              <p14:cNvContentPartPr/>
              <p14:nvPr/>
            </p14:nvContentPartPr>
            <p14:xfrm>
              <a:off x="7577463" y="6225673"/>
              <a:ext cx="278640" cy="524880"/>
            </p14:xfrm>
          </p:contentPart>
        </mc:Choice>
        <mc:Fallback xmlns="">
          <p:pic>
            <p:nvPicPr>
              <p:cNvPr id="205" name="Ink 204">
                <a:extLst>
                  <a:ext uri="{FF2B5EF4-FFF2-40B4-BE49-F238E27FC236}">
                    <a16:creationId xmlns:a16="http://schemas.microsoft.com/office/drawing/2014/main" id="{B0158113-3910-B38C-4ABC-2E26E44052BF}"/>
                  </a:ext>
                </a:extLst>
              </p:cNvPr>
              <p:cNvPicPr/>
              <p:nvPr/>
            </p:nvPicPr>
            <p:blipFill>
              <a:blip r:embed="rId344"/>
              <a:stretch>
                <a:fillRect/>
              </a:stretch>
            </p:blipFill>
            <p:spPr>
              <a:xfrm>
                <a:off x="7559823" y="6208033"/>
                <a:ext cx="314280" cy="56052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09" name="Ink 208">
                <a:extLst>
                  <a:ext uri="{FF2B5EF4-FFF2-40B4-BE49-F238E27FC236}">
                    <a16:creationId xmlns:a16="http://schemas.microsoft.com/office/drawing/2014/main" id="{5E2F22E1-8640-DC6D-34D6-D955ABD3F5AD}"/>
                  </a:ext>
                </a:extLst>
              </p14:cNvPr>
              <p14:cNvContentPartPr/>
              <p14:nvPr/>
            </p14:nvContentPartPr>
            <p14:xfrm>
              <a:off x="11738703" y="6213073"/>
              <a:ext cx="199440" cy="570960"/>
            </p14:xfrm>
          </p:contentPart>
        </mc:Choice>
        <mc:Fallback xmlns="">
          <p:pic>
            <p:nvPicPr>
              <p:cNvPr id="209" name="Ink 208">
                <a:extLst>
                  <a:ext uri="{FF2B5EF4-FFF2-40B4-BE49-F238E27FC236}">
                    <a16:creationId xmlns:a16="http://schemas.microsoft.com/office/drawing/2014/main" id="{5E2F22E1-8640-DC6D-34D6-D955ABD3F5AD}"/>
                  </a:ext>
                </a:extLst>
              </p:cNvPr>
              <p:cNvPicPr/>
              <p:nvPr/>
            </p:nvPicPr>
            <p:blipFill>
              <a:blip r:embed="rId346"/>
              <a:stretch>
                <a:fillRect/>
              </a:stretch>
            </p:blipFill>
            <p:spPr>
              <a:xfrm>
                <a:off x="11721063" y="6195433"/>
                <a:ext cx="235080" cy="606600"/>
              </a:xfrm>
              <a:prstGeom prst="rect">
                <a:avLst/>
              </a:prstGeom>
            </p:spPr>
          </p:pic>
        </mc:Fallback>
      </mc:AlternateContent>
    </p:spTree>
    <p:extLst>
      <p:ext uri="{BB962C8B-B14F-4D97-AF65-F5344CB8AC3E}">
        <p14:creationId xmlns:p14="http://schemas.microsoft.com/office/powerpoint/2010/main" val="4068024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F9AC1-228B-AD9A-780B-48622CCEB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CA1B6-5442-F5C6-82B1-C8C76692DF0F}"/>
              </a:ext>
            </a:extLst>
          </p:cNvPr>
          <p:cNvSpPr>
            <a:spLocks noGrp="1"/>
          </p:cNvSpPr>
          <p:nvPr>
            <p:ph type="title"/>
          </p:nvPr>
        </p:nvSpPr>
        <p:spPr>
          <a:xfrm>
            <a:off x="78739" y="14986"/>
            <a:ext cx="10328275" cy="492443"/>
          </a:xfrm>
        </p:spPr>
        <p:txBody>
          <a:bodyPr/>
          <a:lstStyle/>
          <a:p>
            <a:r>
              <a:rPr lang="en-US" dirty="0"/>
              <a:t>How fast could we communicate using smoke signals?</a:t>
            </a:r>
          </a:p>
        </p:txBody>
      </p:sp>
      <p:sp>
        <p:nvSpPr>
          <p:cNvPr id="3" name="object 3">
            <a:extLst>
              <a:ext uri="{FF2B5EF4-FFF2-40B4-BE49-F238E27FC236}">
                <a16:creationId xmlns:a16="http://schemas.microsoft.com/office/drawing/2014/main" id="{9579EFD2-CAC5-8F88-B4F6-890C92A91714}"/>
              </a:ext>
            </a:extLst>
          </p:cNvPr>
          <p:cNvSpPr txBox="1"/>
          <p:nvPr/>
        </p:nvSpPr>
        <p:spPr>
          <a:xfrm>
            <a:off x="1143000" y="1447800"/>
            <a:ext cx="9448800" cy="4671792"/>
          </a:xfrm>
          <a:prstGeom prst="rect">
            <a:avLst/>
          </a:prstGeom>
        </p:spPr>
        <p:txBody>
          <a:bodyPr vert="horz" wrap="square" lIns="0" tIns="54610" rIns="0" bIns="0" rtlCol="0">
            <a:spAutoFit/>
          </a:bodyPr>
          <a:lstStyle/>
          <a:p>
            <a:pPr marL="469900" indent="-457200">
              <a:lnSpc>
                <a:spcPct val="100000"/>
              </a:lnSpc>
              <a:spcBef>
                <a:spcPts val="430"/>
              </a:spcBef>
              <a:buFont typeface="Courier New" panose="02070309020205020404" pitchFamily="49" charset="0"/>
              <a:buChar char="o"/>
              <a:tabLst>
                <a:tab pos="240665" algn="l"/>
              </a:tabLst>
            </a:pPr>
            <a:r>
              <a:rPr lang="en-US" sz="2800" dirty="0">
                <a:latin typeface="Calibri"/>
                <a:cs typeface="Calibri"/>
              </a:rPr>
              <a:t>We could have a short or long pulse to represent a 1 or 0.</a:t>
            </a:r>
          </a:p>
          <a:p>
            <a:pPr marL="469900" lvl="6" indent="-457200">
              <a:spcBef>
                <a:spcPts val="430"/>
              </a:spcBef>
              <a:buFont typeface="Courier New" panose="02070309020205020404" pitchFamily="49" charset="0"/>
              <a:buChar char="o"/>
              <a:tabLst>
                <a:tab pos="240665" algn="l"/>
              </a:tabLst>
            </a:pPr>
            <a:r>
              <a:rPr lang="en-US" sz="2800" dirty="0">
                <a:latin typeface="Calibri"/>
                <a:cs typeface="Calibri"/>
              </a:rPr>
              <a:t>Let’s assume 0.5 seconds for short and 1.5 seconds for long pulse</a:t>
            </a:r>
          </a:p>
          <a:p>
            <a:pPr marL="469900" lvl="6" indent="-457200">
              <a:spcBef>
                <a:spcPts val="430"/>
              </a:spcBef>
              <a:buFont typeface="Courier New" panose="02070309020205020404" pitchFamily="49" charset="0"/>
              <a:buChar char="o"/>
              <a:tabLst>
                <a:tab pos="240665" algn="l"/>
              </a:tabLst>
            </a:pPr>
            <a:r>
              <a:rPr lang="en-US" sz="2800" dirty="0">
                <a:latin typeface="Calibri"/>
                <a:cs typeface="Calibri"/>
              </a:rPr>
              <a:t>The gap between the pulses needs to be at least 0.5 seconds for it to be seen</a:t>
            </a:r>
          </a:p>
          <a:p>
            <a:pPr marL="469900" lvl="6" indent="-457200">
              <a:spcBef>
                <a:spcPts val="430"/>
              </a:spcBef>
              <a:buFont typeface="Courier New" panose="02070309020205020404" pitchFamily="49" charset="0"/>
              <a:buChar char="o"/>
              <a:tabLst>
                <a:tab pos="240665" algn="l"/>
              </a:tabLst>
            </a:pPr>
            <a:r>
              <a:rPr lang="en-US" sz="2800" dirty="0">
                <a:latin typeface="Calibri"/>
                <a:cs typeface="Calibri"/>
              </a:rPr>
              <a:t>That means that we would need 0.5+0.5 to send out a short pulse</a:t>
            </a:r>
          </a:p>
          <a:p>
            <a:pPr marL="469900" lvl="6" indent="-457200">
              <a:spcBef>
                <a:spcPts val="430"/>
              </a:spcBef>
              <a:buFont typeface="Courier New" panose="02070309020205020404" pitchFamily="49" charset="0"/>
              <a:buChar char="o"/>
              <a:tabLst>
                <a:tab pos="240665" algn="l"/>
              </a:tabLst>
            </a:pPr>
            <a:r>
              <a:rPr lang="en-US" sz="2800" dirty="0">
                <a:latin typeface="Calibri"/>
                <a:cs typeface="Calibri"/>
              </a:rPr>
              <a:t>We would need 1.5+0.5 to send out a long pulse</a:t>
            </a:r>
          </a:p>
          <a:p>
            <a:pPr marL="469900" lvl="6" indent="-457200">
              <a:spcBef>
                <a:spcPts val="430"/>
              </a:spcBef>
              <a:buFont typeface="Courier New" panose="02070309020205020404" pitchFamily="49" charset="0"/>
              <a:buChar char="o"/>
              <a:tabLst>
                <a:tab pos="240665" algn="l"/>
              </a:tabLst>
            </a:pPr>
            <a:r>
              <a:rPr lang="en-US" sz="2800" dirty="0">
                <a:latin typeface="Calibri"/>
                <a:cs typeface="Calibri"/>
              </a:rPr>
              <a:t>Average time to send a bit = (Short + Long)/2 = 1.5 s</a:t>
            </a:r>
          </a:p>
          <a:p>
            <a:pPr marL="469900" lvl="6" indent="-457200">
              <a:spcBef>
                <a:spcPts val="430"/>
              </a:spcBef>
              <a:buFont typeface="Courier New" panose="02070309020205020404" pitchFamily="49" charset="0"/>
              <a:buChar char="o"/>
              <a:tabLst>
                <a:tab pos="240665" algn="l"/>
              </a:tabLst>
            </a:pPr>
            <a:r>
              <a:rPr lang="en-US" sz="2800" dirty="0">
                <a:latin typeface="Calibri"/>
                <a:cs typeface="Calibri"/>
              </a:rPr>
              <a:t>Our bitrate is 1 bit/1.5s = 0.66 bps </a:t>
            </a:r>
          </a:p>
        </p:txBody>
      </p:sp>
      <p:grpSp>
        <p:nvGrpSpPr>
          <p:cNvPr id="12" name="Group 11">
            <a:extLst>
              <a:ext uri="{FF2B5EF4-FFF2-40B4-BE49-F238E27FC236}">
                <a16:creationId xmlns:a16="http://schemas.microsoft.com/office/drawing/2014/main" id="{0D57B02F-08F7-09A8-3FB0-CC68EBEFABDC}"/>
              </a:ext>
            </a:extLst>
          </p:cNvPr>
          <p:cNvGrpSpPr/>
          <p:nvPr/>
        </p:nvGrpSpPr>
        <p:grpSpPr>
          <a:xfrm>
            <a:off x="2323190" y="519157"/>
            <a:ext cx="333360" cy="282240"/>
            <a:chOff x="2323190" y="519157"/>
            <a:chExt cx="333360" cy="28224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7204E96-CFF0-FF64-8826-FD9922C47378}"/>
                    </a:ext>
                  </a:extLst>
                </p14:cNvPr>
                <p14:cNvContentPartPr/>
                <p14:nvPr/>
              </p14:nvContentPartPr>
              <p14:xfrm>
                <a:off x="2418230" y="540037"/>
                <a:ext cx="25920" cy="261360"/>
              </p14:xfrm>
            </p:contentPart>
          </mc:Choice>
          <mc:Fallback xmlns="">
            <p:pic>
              <p:nvPicPr>
                <p:cNvPr id="4" name="Ink 3">
                  <a:extLst>
                    <a:ext uri="{FF2B5EF4-FFF2-40B4-BE49-F238E27FC236}">
                      <a16:creationId xmlns:a16="http://schemas.microsoft.com/office/drawing/2014/main" id="{D7204E96-CFF0-FF64-8826-FD9922C47378}"/>
                    </a:ext>
                  </a:extLst>
                </p:cNvPr>
                <p:cNvPicPr/>
                <p:nvPr/>
              </p:nvPicPr>
              <p:blipFill>
                <a:blip r:embed="rId3"/>
                <a:stretch>
                  <a:fillRect/>
                </a:stretch>
              </p:blipFill>
              <p:spPr>
                <a:xfrm>
                  <a:off x="2400590" y="522397"/>
                  <a:ext cx="6156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FCA8646F-5E0B-79BB-D55E-FB7DCC585367}"/>
                    </a:ext>
                  </a:extLst>
                </p14:cNvPr>
                <p14:cNvContentPartPr/>
                <p14:nvPr/>
              </p14:nvContentPartPr>
              <p14:xfrm>
                <a:off x="2323190" y="519157"/>
                <a:ext cx="104400" cy="92880"/>
              </p14:xfrm>
            </p:contentPart>
          </mc:Choice>
          <mc:Fallback xmlns="">
            <p:pic>
              <p:nvPicPr>
                <p:cNvPr id="5" name="Ink 4">
                  <a:extLst>
                    <a:ext uri="{FF2B5EF4-FFF2-40B4-BE49-F238E27FC236}">
                      <a16:creationId xmlns:a16="http://schemas.microsoft.com/office/drawing/2014/main" id="{FCA8646F-5E0B-79BB-D55E-FB7DCC585367}"/>
                    </a:ext>
                  </a:extLst>
                </p:cNvPr>
                <p:cNvPicPr/>
                <p:nvPr/>
              </p:nvPicPr>
              <p:blipFill>
                <a:blip r:embed="rId5"/>
                <a:stretch>
                  <a:fillRect/>
                </a:stretch>
              </p:blipFill>
              <p:spPr>
                <a:xfrm>
                  <a:off x="2305190" y="501157"/>
                  <a:ext cx="14004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C74F949D-7930-A295-F8B3-78A6272FB906}"/>
                    </a:ext>
                  </a:extLst>
                </p14:cNvPr>
                <p14:cNvContentPartPr/>
                <p14:nvPr/>
              </p14:nvContentPartPr>
              <p14:xfrm>
                <a:off x="2366030" y="786997"/>
                <a:ext cx="93240" cy="13680"/>
              </p14:xfrm>
            </p:contentPart>
          </mc:Choice>
          <mc:Fallback xmlns="">
            <p:pic>
              <p:nvPicPr>
                <p:cNvPr id="6" name="Ink 5">
                  <a:extLst>
                    <a:ext uri="{FF2B5EF4-FFF2-40B4-BE49-F238E27FC236}">
                      <a16:creationId xmlns:a16="http://schemas.microsoft.com/office/drawing/2014/main" id="{C74F949D-7930-A295-F8B3-78A6272FB906}"/>
                    </a:ext>
                  </a:extLst>
                </p:cNvPr>
                <p:cNvPicPr/>
                <p:nvPr/>
              </p:nvPicPr>
              <p:blipFill>
                <a:blip r:embed="rId7"/>
                <a:stretch>
                  <a:fillRect/>
                </a:stretch>
              </p:blipFill>
              <p:spPr>
                <a:xfrm>
                  <a:off x="2348390" y="768997"/>
                  <a:ext cx="12888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E8999100-5144-0FD8-5AA5-7ED74D93C291}"/>
                    </a:ext>
                  </a:extLst>
                </p14:cNvPr>
                <p14:cNvContentPartPr/>
                <p14:nvPr/>
              </p14:nvContentPartPr>
              <p14:xfrm>
                <a:off x="2575190" y="658837"/>
                <a:ext cx="81360" cy="139320"/>
              </p14:xfrm>
            </p:contentPart>
          </mc:Choice>
          <mc:Fallback xmlns="">
            <p:pic>
              <p:nvPicPr>
                <p:cNvPr id="7" name="Ink 6">
                  <a:extLst>
                    <a:ext uri="{FF2B5EF4-FFF2-40B4-BE49-F238E27FC236}">
                      <a16:creationId xmlns:a16="http://schemas.microsoft.com/office/drawing/2014/main" id="{E8999100-5144-0FD8-5AA5-7ED74D93C291}"/>
                    </a:ext>
                  </a:extLst>
                </p:cNvPr>
                <p:cNvPicPr/>
                <p:nvPr/>
              </p:nvPicPr>
              <p:blipFill>
                <a:blip r:embed="rId9"/>
                <a:stretch>
                  <a:fillRect/>
                </a:stretch>
              </p:blipFill>
              <p:spPr>
                <a:xfrm>
                  <a:off x="2557550" y="640837"/>
                  <a:ext cx="117000" cy="174960"/>
                </a:xfrm>
                <a:prstGeom prst="rect">
                  <a:avLst/>
                </a:prstGeom>
              </p:spPr>
            </p:pic>
          </mc:Fallback>
        </mc:AlternateContent>
      </p:grpSp>
      <p:grpSp>
        <p:nvGrpSpPr>
          <p:cNvPr id="11" name="Group 10">
            <a:extLst>
              <a:ext uri="{FF2B5EF4-FFF2-40B4-BE49-F238E27FC236}">
                <a16:creationId xmlns:a16="http://schemas.microsoft.com/office/drawing/2014/main" id="{FEF0BAB5-6570-4BF8-F91E-4B6FCF3B5EA2}"/>
              </a:ext>
            </a:extLst>
          </p:cNvPr>
          <p:cNvGrpSpPr/>
          <p:nvPr/>
        </p:nvGrpSpPr>
        <p:grpSpPr>
          <a:xfrm>
            <a:off x="2406710" y="1056637"/>
            <a:ext cx="406080" cy="333360"/>
            <a:chOff x="2406710" y="1056637"/>
            <a:chExt cx="406080" cy="333360"/>
          </a:xfrm>
        </p:grpSpPr>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1147257C-E84D-D36B-1F2D-BFFB2D3265BC}"/>
                    </a:ext>
                  </a:extLst>
                </p14:cNvPr>
                <p14:cNvContentPartPr/>
                <p14:nvPr/>
              </p14:nvContentPartPr>
              <p14:xfrm>
                <a:off x="2406710" y="1056637"/>
                <a:ext cx="180720" cy="289080"/>
              </p14:xfrm>
            </p:contentPart>
          </mc:Choice>
          <mc:Fallback xmlns="">
            <p:pic>
              <p:nvPicPr>
                <p:cNvPr id="8" name="Ink 7">
                  <a:extLst>
                    <a:ext uri="{FF2B5EF4-FFF2-40B4-BE49-F238E27FC236}">
                      <a16:creationId xmlns:a16="http://schemas.microsoft.com/office/drawing/2014/main" id="{1147257C-E84D-D36B-1F2D-BFFB2D3265BC}"/>
                    </a:ext>
                  </a:extLst>
                </p:cNvPr>
                <p:cNvPicPr/>
                <p:nvPr/>
              </p:nvPicPr>
              <p:blipFill>
                <a:blip r:embed="rId11"/>
                <a:stretch>
                  <a:fillRect/>
                </a:stretch>
              </p:blipFill>
              <p:spPr>
                <a:xfrm>
                  <a:off x="2389070" y="1038637"/>
                  <a:ext cx="21636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F9DFF0C5-8BD0-34CE-D80C-E8688CB3D719}"/>
                    </a:ext>
                  </a:extLst>
                </p14:cNvPr>
                <p14:cNvContentPartPr/>
                <p14:nvPr/>
              </p14:nvContentPartPr>
              <p14:xfrm>
                <a:off x="2697230" y="1198477"/>
                <a:ext cx="26640" cy="99360"/>
              </p14:xfrm>
            </p:contentPart>
          </mc:Choice>
          <mc:Fallback xmlns="">
            <p:pic>
              <p:nvPicPr>
                <p:cNvPr id="9" name="Ink 8">
                  <a:extLst>
                    <a:ext uri="{FF2B5EF4-FFF2-40B4-BE49-F238E27FC236}">
                      <a16:creationId xmlns:a16="http://schemas.microsoft.com/office/drawing/2014/main" id="{F9DFF0C5-8BD0-34CE-D80C-E8688CB3D719}"/>
                    </a:ext>
                  </a:extLst>
                </p:cNvPr>
                <p:cNvPicPr/>
                <p:nvPr/>
              </p:nvPicPr>
              <p:blipFill>
                <a:blip r:embed="rId13"/>
                <a:stretch>
                  <a:fillRect/>
                </a:stretch>
              </p:blipFill>
              <p:spPr>
                <a:xfrm>
                  <a:off x="2679230" y="1180477"/>
                  <a:ext cx="6228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13CD9A56-95DC-DDAF-CBA9-A1ACDE79FEFD}"/>
                    </a:ext>
                  </a:extLst>
                </p14:cNvPr>
                <p14:cNvContentPartPr/>
                <p14:nvPr/>
              </p14:nvContentPartPr>
              <p14:xfrm>
                <a:off x="2701190" y="1176157"/>
                <a:ext cx="111600" cy="213840"/>
              </p14:xfrm>
            </p:contentPart>
          </mc:Choice>
          <mc:Fallback xmlns="">
            <p:pic>
              <p:nvPicPr>
                <p:cNvPr id="10" name="Ink 9">
                  <a:extLst>
                    <a:ext uri="{FF2B5EF4-FFF2-40B4-BE49-F238E27FC236}">
                      <a16:creationId xmlns:a16="http://schemas.microsoft.com/office/drawing/2014/main" id="{13CD9A56-95DC-DDAF-CBA9-A1ACDE79FEFD}"/>
                    </a:ext>
                  </a:extLst>
                </p:cNvPr>
                <p:cNvPicPr/>
                <p:nvPr/>
              </p:nvPicPr>
              <p:blipFill>
                <a:blip r:embed="rId15"/>
                <a:stretch>
                  <a:fillRect/>
                </a:stretch>
              </p:blipFill>
              <p:spPr>
                <a:xfrm>
                  <a:off x="2683550" y="1158157"/>
                  <a:ext cx="147240" cy="249480"/>
                </a:xfrm>
                <a:prstGeom prst="rect">
                  <a:avLst/>
                </a:prstGeom>
              </p:spPr>
            </p:pic>
          </mc:Fallback>
        </mc:AlternateContent>
      </p:grpSp>
      <p:grpSp>
        <p:nvGrpSpPr>
          <p:cNvPr id="22" name="Group 21">
            <a:extLst>
              <a:ext uri="{FF2B5EF4-FFF2-40B4-BE49-F238E27FC236}">
                <a16:creationId xmlns:a16="http://schemas.microsoft.com/office/drawing/2014/main" id="{168DEA47-EBAC-12B8-025B-863F03B72EB8}"/>
              </a:ext>
            </a:extLst>
          </p:cNvPr>
          <p:cNvGrpSpPr/>
          <p:nvPr/>
        </p:nvGrpSpPr>
        <p:grpSpPr>
          <a:xfrm>
            <a:off x="5415590" y="727237"/>
            <a:ext cx="2007360" cy="493200"/>
            <a:chOff x="5415590" y="727237"/>
            <a:chExt cx="2007360" cy="493200"/>
          </a:xfrm>
        </p:grpSpPr>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BC8E93A6-6138-BB67-08D6-222BC5A42224}"/>
                    </a:ext>
                  </a:extLst>
                </p14:cNvPr>
                <p14:cNvContentPartPr/>
                <p14:nvPr/>
              </p14:nvContentPartPr>
              <p14:xfrm>
                <a:off x="5528630" y="730477"/>
                <a:ext cx="47520" cy="225720"/>
              </p14:xfrm>
            </p:contentPart>
          </mc:Choice>
          <mc:Fallback xmlns="">
            <p:pic>
              <p:nvPicPr>
                <p:cNvPr id="13" name="Ink 12">
                  <a:extLst>
                    <a:ext uri="{FF2B5EF4-FFF2-40B4-BE49-F238E27FC236}">
                      <a16:creationId xmlns:a16="http://schemas.microsoft.com/office/drawing/2014/main" id="{BC8E93A6-6138-BB67-08D6-222BC5A42224}"/>
                    </a:ext>
                  </a:extLst>
                </p:cNvPr>
                <p:cNvPicPr/>
                <p:nvPr/>
              </p:nvPicPr>
              <p:blipFill>
                <a:blip r:embed="rId17"/>
                <a:stretch>
                  <a:fillRect/>
                </a:stretch>
              </p:blipFill>
              <p:spPr>
                <a:xfrm>
                  <a:off x="5510990" y="712477"/>
                  <a:ext cx="8316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38DD90BB-E086-8284-C7FF-2D5094460A6B}"/>
                    </a:ext>
                  </a:extLst>
                </p14:cNvPr>
                <p14:cNvContentPartPr/>
                <p14:nvPr/>
              </p14:nvContentPartPr>
              <p14:xfrm>
                <a:off x="5771270" y="742717"/>
                <a:ext cx="39240" cy="278640"/>
              </p14:xfrm>
            </p:contentPart>
          </mc:Choice>
          <mc:Fallback xmlns="">
            <p:pic>
              <p:nvPicPr>
                <p:cNvPr id="14" name="Ink 13">
                  <a:extLst>
                    <a:ext uri="{FF2B5EF4-FFF2-40B4-BE49-F238E27FC236}">
                      <a16:creationId xmlns:a16="http://schemas.microsoft.com/office/drawing/2014/main" id="{38DD90BB-E086-8284-C7FF-2D5094460A6B}"/>
                    </a:ext>
                  </a:extLst>
                </p:cNvPr>
                <p:cNvPicPr/>
                <p:nvPr/>
              </p:nvPicPr>
              <p:blipFill>
                <a:blip r:embed="rId19"/>
                <a:stretch>
                  <a:fillRect/>
                </a:stretch>
              </p:blipFill>
              <p:spPr>
                <a:xfrm>
                  <a:off x="5753630" y="724717"/>
                  <a:ext cx="7488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E107243D-07B6-205E-C807-0F6C17A3B1BA}"/>
                    </a:ext>
                  </a:extLst>
                </p14:cNvPr>
                <p14:cNvContentPartPr/>
                <p14:nvPr/>
              </p14:nvContentPartPr>
              <p14:xfrm>
                <a:off x="6007070" y="768997"/>
                <a:ext cx="125280" cy="174600"/>
              </p14:xfrm>
            </p:contentPart>
          </mc:Choice>
          <mc:Fallback xmlns="">
            <p:pic>
              <p:nvPicPr>
                <p:cNvPr id="15" name="Ink 14">
                  <a:extLst>
                    <a:ext uri="{FF2B5EF4-FFF2-40B4-BE49-F238E27FC236}">
                      <a16:creationId xmlns:a16="http://schemas.microsoft.com/office/drawing/2014/main" id="{E107243D-07B6-205E-C807-0F6C17A3B1BA}"/>
                    </a:ext>
                  </a:extLst>
                </p:cNvPr>
                <p:cNvPicPr/>
                <p:nvPr/>
              </p:nvPicPr>
              <p:blipFill>
                <a:blip r:embed="rId21"/>
                <a:stretch>
                  <a:fillRect/>
                </a:stretch>
              </p:blipFill>
              <p:spPr>
                <a:xfrm>
                  <a:off x="5989070" y="750997"/>
                  <a:ext cx="16092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52651646-FF9C-5C8B-0642-98AB9087BD9D}"/>
                    </a:ext>
                  </a:extLst>
                </p14:cNvPr>
                <p14:cNvContentPartPr/>
                <p14:nvPr/>
              </p14:nvContentPartPr>
              <p14:xfrm>
                <a:off x="6289310" y="727237"/>
                <a:ext cx="31320" cy="294120"/>
              </p14:xfrm>
            </p:contentPart>
          </mc:Choice>
          <mc:Fallback xmlns="">
            <p:pic>
              <p:nvPicPr>
                <p:cNvPr id="16" name="Ink 15">
                  <a:extLst>
                    <a:ext uri="{FF2B5EF4-FFF2-40B4-BE49-F238E27FC236}">
                      <a16:creationId xmlns:a16="http://schemas.microsoft.com/office/drawing/2014/main" id="{52651646-FF9C-5C8B-0642-98AB9087BD9D}"/>
                    </a:ext>
                  </a:extLst>
                </p:cNvPr>
                <p:cNvPicPr/>
                <p:nvPr/>
              </p:nvPicPr>
              <p:blipFill>
                <a:blip r:embed="rId23"/>
                <a:stretch>
                  <a:fillRect/>
                </a:stretch>
              </p:blipFill>
              <p:spPr>
                <a:xfrm>
                  <a:off x="6271670" y="709597"/>
                  <a:ext cx="6696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8ADE2DF8-0933-47CA-4041-4140AC804D74}"/>
                    </a:ext>
                  </a:extLst>
                </p14:cNvPr>
                <p14:cNvContentPartPr/>
                <p14:nvPr/>
              </p14:nvContentPartPr>
              <p14:xfrm>
                <a:off x="6601790" y="748477"/>
                <a:ext cx="5760" cy="153000"/>
              </p14:xfrm>
            </p:contentPart>
          </mc:Choice>
          <mc:Fallback xmlns="">
            <p:pic>
              <p:nvPicPr>
                <p:cNvPr id="17" name="Ink 16">
                  <a:extLst>
                    <a:ext uri="{FF2B5EF4-FFF2-40B4-BE49-F238E27FC236}">
                      <a16:creationId xmlns:a16="http://schemas.microsoft.com/office/drawing/2014/main" id="{8ADE2DF8-0933-47CA-4041-4140AC804D74}"/>
                    </a:ext>
                  </a:extLst>
                </p:cNvPr>
                <p:cNvPicPr/>
                <p:nvPr/>
              </p:nvPicPr>
              <p:blipFill>
                <a:blip r:embed="rId25"/>
                <a:stretch>
                  <a:fillRect/>
                </a:stretch>
              </p:blipFill>
              <p:spPr>
                <a:xfrm>
                  <a:off x="6583790" y="730837"/>
                  <a:ext cx="4140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63EBD176-B08C-C251-53DD-504B9DD8019A}"/>
                    </a:ext>
                  </a:extLst>
                </p14:cNvPr>
                <p14:cNvContentPartPr/>
                <p14:nvPr/>
              </p14:nvContentPartPr>
              <p14:xfrm>
                <a:off x="6732830" y="772237"/>
                <a:ext cx="173160" cy="246600"/>
              </p14:xfrm>
            </p:contentPart>
          </mc:Choice>
          <mc:Fallback xmlns="">
            <p:pic>
              <p:nvPicPr>
                <p:cNvPr id="18" name="Ink 17">
                  <a:extLst>
                    <a:ext uri="{FF2B5EF4-FFF2-40B4-BE49-F238E27FC236}">
                      <a16:creationId xmlns:a16="http://schemas.microsoft.com/office/drawing/2014/main" id="{63EBD176-B08C-C251-53DD-504B9DD8019A}"/>
                    </a:ext>
                  </a:extLst>
                </p:cNvPr>
                <p:cNvPicPr/>
                <p:nvPr/>
              </p:nvPicPr>
              <p:blipFill>
                <a:blip r:embed="rId27"/>
                <a:stretch>
                  <a:fillRect/>
                </a:stretch>
              </p:blipFill>
              <p:spPr>
                <a:xfrm>
                  <a:off x="6714830" y="754237"/>
                  <a:ext cx="20880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5F07C83E-709F-EB51-E25B-14F73B2C0CFC}"/>
                    </a:ext>
                  </a:extLst>
                </p14:cNvPr>
                <p14:cNvContentPartPr/>
                <p14:nvPr/>
              </p14:nvContentPartPr>
              <p14:xfrm>
                <a:off x="7053590" y="764677"/>
                <a:ext cx="28080" cy="204480"/>
              </p14:xfrm>
            </p:contentPart>
          </mc:Choice>
          <mc:Fallback xmlns="">
            <p:pic>
              <p:nvPicPr>
                <p:cNvPr id="19" name="Ink 18">
                  <a:extLst>
                    <a:ext uri="{FF2B5EF4-FFF2-40B4-BE49-F238E27FC236}">
                      <a16:creationId xmlns:a16="http://schemas.microsoft.com/office/drawing/2014/main" id="{5F07C83E-709F-EB51-E25B-14F73B2C0CFC}"/>
                    </a:ext>
                  </a:extLst>
                </p:cNvPr>
                <p:cNvPicPr/>
                <p:nvPr/>
              </p:nvPicPr>
              <p:blipFill>
                <a:blip r:embed="rId29"/>
                <a:stretch>
                  <a:fillRect/>
                </a:stretch>
              </p:blipFill>
              <p:spPr>
                <a:xfrm>
                  <a:off x="7035950" y="747037"/>
                  <a:ext cx="6372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449BA295-498F-620E-5313-0CECEFEC1C70}"/>
                    </a:ext>
                  </a:extLst>
                </p14:cNvPr>
                <p14:cNvContentPartPr/>
                <p14:nvPr/>
              </p14:nvContentPartPr>
              <p14:xfrm>
                <a:off x="7185350" y="760357"/>
                <a:ext cx="11520" cy="206640"/>
              </p14:xfrm>
            </p:contentPart>
          </mc:Choice>
          <mc:Fallback xmlns="">
            <p:pic>
              <p:nvPicPr>
                <p:cNvPr id="20" name="Ink 19">
                  <a:extLst>
                    <a:ext uri="{FF2B5EF4-FFF2-40B4-BE49-F238E27FC236}">
                      <a16:creationId xmlns:a16="http://schemas.microsoft.com/office/drawing/2014/main" id="{449BA295-498F-620E-5313-0CECEFEC1C70}"/>
                    </a:ext>
                  </a:extLst>
                </p:cNvPr>
                <p:cNvPicPr/>
                <p:nvPr/>
              </p:nvPicPr>
              <p:blipFill>
                <a:blip r:embed="rId31"/>
                <a:stretch>
                  <a:fillRect/>
                </a:stretch>
              </p:blipFill>
              <p:spPr>
                <a:xfrm>
                  <a:off x="7167710" y="742717"/>
                  <a:ext cx="4716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0A46D494-B03F-95E7-820A-31AE1E89B97F}"/>
                    </a:ext>
                  </a:extLst>
                </p14:cNvPr>
                <p14:cNvContentPartPr/>
                <p14:nvPr/>
              </p14:nvContentPartPr>
              <p14:xfrm>
                <a:off x="5415590" y="1132237"/>
                <a:ext cx="2007360" cy="88200"/>
              </p14:xfrm>
            </p:contentPart>
          </mc:Choice>
          <mc:Fallback xmlns="">
            <p:pic>
              <p:nvPicPr>
                <p:cNvPr id="21" name="Ink 20">
                  <a:extLst>
                    <a:ext uri="{FF2B5EF4-FFF2-40B4-BE49-F238E27FC236}">
                      <a16:creationId xmlns:a16="http://schemas.microsoft.com/office/drawing/2014/main" id="{0A46D494-B03F-95E7-820A-31AE1E89B97F}"/>
                    </a:ext>
                  </a:extLst>
                </p:cNvPr>
                <p:cNvPicPr/>
                <p:nvPr/>
              </p:nvPicPr>
              <p:blipFill>
                <a:blip r:embed="rId33"/>
                <a:stretch>
                  <a:fillRect/>
                </a:stretch>
              </p:blipFill>
              <p:spPr>
                <a:xfrm>
                  <a:off x="5397950" y="1114237"/>
                  <a:ext cx="2043000" cy="123840"/>
                </a:xfrm>
                <a:prstGeom prst="rect">
                  <a:avLst/>
                </a:prstGeom>
              </p:spPr>
            </p:pic>
          </mc:Fallback>
        </mc:AlternateContent>
      </p:grpSp>
      <p:grpSp>
        <p:nvGrpSpPr>
          <p:cNvPr id="30" name="Group 29">
            <a:extLst>
              <a:ext uri="{FF2B5EF4-FFF2-40B4-BE49-F238E27FC236}">
                <a16:creationId xmlns:a16="http://schemas.microsoft.com/office/drawing/2014/main" id="{44C77752-2684-6D13-3F20-FA878AC304AE}"/>
              </a:ext>
            </a:extLst>
          </p:cNvPr>
          <p:cNvGrpSpPr/>
          <p:nvPr/>
        </p:nvGrpSpPr>
        <p:grpSpPr>
          <a:xfrm>
            <a:off x="6131990" y="1271557"/>
            <a:ext cx="745560" cy="304200"/>
            <a:chOff x="6131990" y="1271557"/>
            <a:chExt cx="745560" cy="304200"/>
          </a:xfrm>
        </p:grpSpPr>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CA4C2C2A-A8CF-E338-662B-DF101B90C579}"/>
                    </a:ext>
                  </a:extLst>
                </p14:cNvPr>
                <p14:cNvContentPartPr/>
                <p14:nvPr/>
              </p14:nvContentPartPr>
              <p14:xfrm>
                <a:off x="6155750" y="1409077"/>
                <a:ext cx="18000" cy="47160"/>
              </p14:xfrm>
            </p:contentPart>
          </mc:Choice>
          <mc:Fallback xmlns="">
            <p:pic>
              <p:nvPicPr>
                <p:cNvPr id="23" name="Ink 22">
                  <a:extLst>
                    <a:ext uri="{FF2B5EF4-FFF2-40B4-BE49-F238E27FC236}">
                      <a16:creationId xmlns:a16="http://schemas.microsoft.com/office/drawing/2014/main" id="{CA4C2C2A-A8CF-E338-662B-DF101B90C579}"/>
                    </a:ext>
                  </a:extLst>
                </p:cNvPr>
                <p:cNvPicPr/>
                <p:nvPr/>
              </p:nvPicPr>
              <p:blipFill>
                <a:blip r:embed="rId35"/>
                <a:stretch>
                  <a:fillRect/>
                </a:stretch>
              </p:blipFill>
              <p:spPr>
                <a:xfrm>
                  <a:off x="6137750" y="1391437"/>
                  <a:ext cx="5364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A0554EC9-92B9-CD86-5A7F-566AE8CC885A}"/>
                    </a:ext>
                  </a:extLst>
                </p14:cNvPr>
                <p14:cNvContentPartPr/>
                <p14:nvPr/>
              </p14:nvContentPartPr>
              <p14:xfrm>
                <a:off x="6131990" y="1305757"/>
                <a:ext cx="46800" cy="232920"/>
              </p14:xfrm>
            </p:contentPart>
          </mc:Choice>
          <mc:Fallback xmlns="">
            <p:pic>
              <p:nvPicPr>
                <p:cNvPr id="24" name="Ink 23">
                  <a:extLst>
                    <a:ext uri="{FF2B5EF4-FFF2-40B4-BE49-F238E27FC236}">
                      <a16:creationId xmlns:a16="http://schemas.microsoft.com/office/drawing/2014/main" id="{A0554EC9-92B9-CD86-5A7F-566AE8CC885A}"/>
                    </a:ext>
                  </a:extLst>
                </p:cNvPr>
                <p:cNvPicPr/>
                <p:nvPr/>
              </p:nvPicPr>
              <p:blipFill>
                <a:blip r:embed="rId37"/>
                <a:stretch>
                  <a:fillRect/>
                </a:stretch>
              </p:blipFill>
              <p:spPr>
                <a:xfrm>
                  <a:off x="6114350" y="1287757"/>
                  <a:ext cx="8244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4F2D124F-BAFC-0292-41E5-DCEFE3EEE04D}"/>
                    </a:ext>
                  </a:extLst>
                </p14:cNvPr>
                <p14:cNvContentPartPr/>
                <p14:nvPr/>
              </p14:nvContentPartPr>
              <p14:xfrm>
                <a:off x="6149270" y="1271557"/>
                <a:ext cx="156240" cy="187200"/>
              </p14:xfrm>
            </p:contentPart>
          </mc:Choice>
          <mc:Fallback xmlns="">
            <p:pic>
              <p:nvPicPr>
                <p:cNvPr id="25" name="Ink 24">
                  <a:extLst>
                    <a:ext uri="{FF2B5EF4-FFF2-40B4-BE49-F238E27FC236}">
                      <a16:creationId xmlns:a16="http://schemas.microsoft.com/office/drawing/2014/main" id="{4F2D124F-BAFC-0292-41E5-DCEFE3EEE04D}"/>
                    </a:ext>
                  </a:extLst>
                </p:cNvPr>
                <p:cNvPicPr/>
                <p:nvPr/>
              </p:nvPicPr>
              <p:blipFill>
                <a:blip r:embed="rId39"/>
                <a:stretch>
                  <a:fillRect/>
                </a:stretch>
              </p:blipFill>
              <p:spPr>
                <a:xfrm>
                  <a:off x="6131270" y="1253557"/>
                  <a:ext cx="19188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1B03E482-F1EB-38B4-16E6-EE60FC0B9277}"/>
                    </a:ext>
                  </a:extLst>
                </p14:cNvPr>
                <p14:cNvContentPartPr/>
                <p14:nvPr/>
              </p14:nvContentPartPr>
              <p14:xfrm>
                <a:off x="6325310" y="1388197"/>
                <a:ext cx="124200" cy="187560"/>
              </p14:xfrm>
            </p:contentPart>
          </mc:Choice>
          <mc:Fallback xmlns="">
            <p:pic>
              <p:nvPicPr>
                <p:cNvPr id="26" name="Ink 25">
                  <a:extLst>
                    <a:ext uri="{FF2B5EF4-FFF2-40B4-BE49-F238E27FC236}">
                      <a16:creationId xmlns:a16="http://schemas.microsoft.com/office/drawing/2014/main" id="{1B03E482-F1EB-38B4-16E6-EE60FC0B9277}"/>
                    </a:ext>
                  </a:extLst>
                </p:cNvPr>
                <p:cNvPicPr/>
                <p:nvPr/>
              </p:nvPicPr>
              <p:blipFill>
                <a:blip r:embed="rId41"/>
                <a:stretch>
                  <a:fillRect/>
                </a:stretch>
              </p:blipFill>
              <p:spPr>
                <a:xfrm>
                  <a:off x="6307310" y="1370557"/>
                  <a:ext cx="15984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87ACC665-66C4-015E-EAD1-9CA0BF26C9F7}"/>
                    </a:ext>
                  </a:extLst>
                </p14:cNvPr>
                <p14:cNvContentPartPr/>
                <p14:nvPr/>
              </p14:nvContentPartPr>
              <p14:xfrm>
                <a:off x="6552830" y="1306837"/>
                <a:ext cx="83880" cy="181440"/>
              </p14:xfrm>
            </p:contentPart>
          </mc:Choice>
          <mc:Fallback xmlns="">
            <p:pic>
              <p:nvPicPr>
                <p:cNvPr id="27" name="Ink 26">
                  <a:extLst>
                    <a:ext uri="{FF2B5EF4-FFF2-40B4-BE49-F238E27FC236}">
                      <a16:creationId xmlns:a16="http://schemas.microsoft.com/office/drawing/2014/main" id="{87ACC665-66C4-015E-EAD1-9CA0BF26C9F7}"/>
                    </a:ext>
                  </a:extLst>
                </p:cNvPr>
                <p:cNvPicPr/>
                <p:nvPr/>
              </p:nvPicPr>
              <p:blipFill>
                <a:blip r:embed="rId43"/>
                <a:stretch>
                  <a:fillRect/>
                </a:stretch>
              </p:blipFill>
              <p:spPr>
                <a:xfrm>
                  <a:off x="6535190" y="1289197"/>
                  <a:ext cx="11952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8C6F6C07-C53A-D6BA-7A31-CBE1073FA21C}"/>
                    </a:ext>
                  </a:extLst>
                </p14:cNvPr>
                <p14:cNvContentPartPr/>
                <p14:nvPr/>
              </p14:nvContentPartPr>
              <p14:xfrm>
                <a:off x="6556790" y="1399357"/>
                <a:ext cx="83160" cy="49680"/>
              </p14:xfrm>
            </p:contentPart>
          </mc:Choice>
          <mc:Fallback xmlns="">
            <p:pic>
              <p:nvPicPr>
                <p:cNvPr id="28" name="Ink 27">
                  <a:extLst>
                    <a:ext uri="{FF2B5EF4-FFF2-40B4-BE49-F238E27FC236}">
                      <a16:creationId xmlns:a16="http://schemas.microsoft.com/office/drawing/2014/main" id="{8C6F6C07-C53A-D6BA-7A31-CBE1073FA21C}"/>
                    </a:ext>
                  </a:extLst>
                </p:cNvPr>
                <p:cNvPicPr/>
                <p:nvPr/>
              </p:nvPicPr>
              <p:blipFill>
                <a:blip r:embed="rId45"/>
                <a:stretch>
                  <a:fillRect/>
                </a:stretch>
              </p:blipFill>
              <p:spPr>
                <a:xfrm>
                  <a:off x="6539150" y="1381717"/>
                  <a:ext cx="1188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17EEEA59-F0BB-2E94-308E-3171F81759D6}"/>
                    </a:ext>
                  </a:extLst>
                </p14:cNvPr>
                <p14:cNvContentPartPr/>
                <p14:nvPr/>
              </p14:nvContentPartPr>
              <p14:xfrm>
                <a:off x="6715910" y="1364797"/>
                <a:ext cx="161640" cy="114840"/>
              </p14:xfrm>
            </p:contentPart>
          </mc:Choice>
          <mc:Fallback xmlns="">
            <p:pic>
              <p:nvPicPr>
                <p:cNvPr id="29" name="Ink 28">
                  <a:extLst>
                    <a:ext uri="{FF2B5EF4-FFF2-40B4-BE49-F238E27FC236}">
                      <a16:creationId xmlns:a16="http://schemas.microsoft.com/office/drawing/2014/main" id="{17EEEA59-F0BB-2E94-308E-3171F81759D6}"/>
                    </a:ext>
                  </a:extLst>
                </p:cNvPr>
                <p:cNvPicPr/>
                <p:nvPr/>
              </p:nvPicPr>
              <p:blipFill>
                <a:blip r:embed="rId47"/>
                <a:stretch>
                  <a:fillRect/>
                </a:stretch>
              </p:blipFill>
              <p:spPr>
                <a:xfrm>
                  <a:off x="6697910" y="1346797"/>
                  <a:ext cx="197280" cy="150480"/>
                </a:xfrm>
                <a:prstGeom prst="rect">
                  <a:avLst/>
                </a:prstGeom>
              </p:spPr>
            </p:pic>
          </mc:Fallback>
        </mc:AlternateContent>
      </p:grpSp>
      <p:grpSp>
        <p:nvGrpSpPr>
          <p:cNvPr id="39" name="Group 38">
            <a:extLst>
              <a:ext uri="{FF2B5EF4-FFF2-40B4-BE49-F238E27FC236}">
                <a16:creationId xmlns:a16="http://schemas.microsoft.com/office/drawing/2014/main" id="{FCCFCB10-B804-B8C1-7D0B-39AAD5D6125A}"/>
              </a:ext>
            </a:extLst>
          </p:cNvPr>
          <p:cNvGrpSpPr/>
          <p:nvPr/>
        </p:nvGrpSpPr>
        <p:grpSpPr>
          <a:xfrm>
            <a:off x="2946710" y="505117"/>
            <a:ext cx="1073160" cy="311760"/>
            <a:chOff x="2946710" y="505117"/>
            <a:chExt cx="1073160" cy="311760"/>
          </a:xfrm>
        </p:grpSpPr>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58FB16DB-B343-8D2E-4E53-F18FE23A25F1}"/>
                    </a:ext>
                  </a:extLst>
                </p14:cNvPr>
                <p14:cNvContentPartPr/>
                <p14:nvPr/>
              </p14:nvContentPartPr>
              <p14:xfrm>
                <a:off x="2946710" y="687637"/>
                <a:ext cx="268920" cy="47160"/>
              </p14:xfrm>
            </p:contentPart>
          </mc:Choice>
          <mc:Fallback xmlns="">
            <p:pic>
              <p:nvPicPr>
                <p:cNvPr id="31" name="Ink 30">
                  <a:extLst>
                    <a:ext uri="{FF2B5EF4-FFF2-40B4-BE49-F238E27FC236}">
                      <a16:creationId xmlns:a16="http://schemas.microsoft.com/office/drawing/2014/main" id="{58FB16DB-B343-8D2E-4E53-F18FE23A25F1}"/>
                    </a:ext>
                  </a:extLst>
                </p:cNvPr>
                <p:cNvPicPr/>
                <p:nvPr/>
              </p:nvPicPr>
              <p:blipFill>
                <a:blip r:embed="rId49"/>
                <a:stretch>
                  <a:fillRect/>
                </a:stretch>
              </p:blipFill>
              <p:spPr>
                <a:xfrm>
                  <a:off x="2928710" y="669637"/>
                  <a:ext cx="30456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213F1FFA-D84E-738D-B0E9-4DCB1EA5AE23}"/>
                    </a:ext>
                  </a:extLst>
                </p14:cNvPr>
                <p14:cNvContentPartPr/>
                <p14:nvPr/>
              </p14:nvContentPartPr>
              <p14:xfrm>
                <a:off x="3200150" y="631477"/>
                <a:ext cx="28800" cy="123120"/>
              </p14:xfrm>
            </p:contentPart>
          </mc:Choice>
          <mc:Fallback xmlns="">
            <p:pic>
              <p:nvPicPr>
                <p:cNvPr id="32" name="Ink 31">
                  <a:extLst>
                    <a:ext uri="{FF2B5EF4-FFF2-40B4-BE49-F238E27FC236}">
                      <a16:creationId xmlns:a16="http://schemas.microsoft.com/office/drawing/2014/main" id="{213F1FFA-D84E-738D-B0E9-4DCB1EA5AE23}"/>
                    </a:ext>
                  </a:extLst>
                </p:cNvPr>
                <p:cNvPicPr/>
                <p:nvPr/>
              </p:nvPicPr>
              <p:blipFill>
                <a:blip r:embed="rId51"/>
                <a:stretch>
                  <a:fillRect/>
                </a:stretch>
              </p:blipFill>
              <p:spPr>
                <a:xfrm>
                  <a:off x="3182510" y="613477"/>
                  <a:ext cx="6444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00EC063E-7C6E-8C35-5427-24C233F19043}"/>
                    </a:ext>
                  </a:extLst>
                </p14:cNvPr>
                <p14:cNvContentPartPr/>
                <p14:nvPr/>
              </p14:nvContentPartPr>
              <p14:xfrm>
                <a:off x="3347030" y="526357"/>
                <a:ext cx="34920" cy="270360"/>
              </p14:xfrm>
            </p:contentPart>
          </mc:Choice>
          <mc:Fallback xmlns="">
            <p:pic>
              <p:nvPicPr>
                <p:cNvPr id="33" name="Ink 32">
                  <a:extLst>
                    <a:ext uri="{FF2B5EF4-FFF2-40B4-BE49-F238E27FC236}">
                      <a16:creationId xmlns:a16="http://schemas.microsoft.com/office/drawing/2014/main" id="{00EC063E-7C6E-8C35-5427-24C233F19043}"/>
                    </a:ext>
                  </a:extLst>
                </p:cNvPr>
                <p:cNvPicPr/>
                <p:nvPr/>
              </p:nvPicPr>
              <p:blipFill>
                <a:blip r:embed="rId53"/>
                <a:stretch>
                  <a:fillRect/>
                </a:stretch>
              </p:blipFill>
              <p:spPr>
                <a:xfrm>
                  <a:off x="3329030" y="508357"/>
                  <a:ext cx="7056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F71DF4DB-6C38-D9C3-D721-4580658D0EBE}"/>
                    </a:ext>
                  </a:extLst>
                </p14:cNvPr>
                <p14:cNvContentPartPr/>
                <p14:nvPr/>
              </p14:nvContentPartPr>
              <p14:xfrm>
                <a:off x="3489230" y="609517"/>
                <a:ext cx="32760" cy="35640"/>
              </p14:xfrm>
            </p:contentPart>
          </mc:Choice>
          <mc:Fallback xmlns="">
            <p:pic>
              <p:nvPicPr>
                <p:cNvPr id="34" name="Ink 33">
                  <a:extLst>
                    <a:ext uri="{FF2B5EF4-FFF2-40B4-BE49-F238E27FC236}">
                      <a16:creationId xmlns:a16="http://schemas.microsoft.com/office/drawing/2014/main" id="{F71DF4DB-6C38-D9C3-D721-4580658D0EBE}"/>
                    </a:ext>
                  </a:extLst>
                </p:cNvPr>
                <p:cNvPicPr/>
                <p:nvPr/>
              </p:nvPicPr>
              <p:blipFill>
                <a:blip r:embed="rId55"/>
                <a:stretch>
                  <a:fillRect/>
                </a:stretch>
              </p:blipFill>
              <p:spPr>
                <a:xfrm>
                  <a:off x="3471590" y="591517"/>
                  <a:ext cx="684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5CAA6921-C81F-62EA-AEB4-A2E89B350847}"/>
                    </a:ext>
                  </a:extLst>
                </p14:cNvPr>
                <p14:cNvContentPartPr/>
                <p14:nvPr/>
              </p14:nvContentPartPr>
              <p14:xfrm>
                <a:off x="3660590" y="505117"/>
                <a:ext cx="119520" cy="16920"/>
              </p14:xfrm>
            </p:contentPart>
          </mc:Choice>
          <mc:Fallback xmlns="">
            <p:pic>
              <p:nvPicPr>
                <p:cNvPr id="35" name="Ink 34">
                  <a:extLst>
                    <a:ext uri="{FF2B5EF4-FFF2-40B4-BE49-F238E27FC236}">
                      <a16:creationId xmlns:a16="http://schemas.microsoft.com/office/drawing/2014/main" id="{5CAA6921-C81F-62EA-AEB4-A2E89B350847}"/>
                    </a:ext>
                  </a:extLst>
                </p:cNvPr>
                <p:cNvPicPr/>
                <p:nvPr/>
              </p:nvPicPr>
              <p:blipFill>
                <a:blip r:embed="rId57"/>
                <a:stretch>
                  <a:fillRect/>
                </a:stretch>
              </p:blipFill>
              <p:spPr>
                <a:xfrm>
                  <a:off x="3642590" y="487117"/>
                  <a:ext cx="15516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E25DC82E-77B7-E794-452A-84473661EA45}"/>
                    </a:ext>
                  </a:extLst>
                </p14:cNvPr>
                <p14:cNvContentPartPr/>
                <p14:nvPr/>
              </p14:nvContentPartPr>
              <p14:xfrm>
                <a:off x="3639710" y="547957"/>
                <a:ext cx="136440" cy="197280"/>
              </p14:xfrm>
            </p:contentPart>
          </mc:Choice>
          <mc:Fallback xmlns="">
            <p:pic>
              <p:nvPicPr>
                <p:cNvPr id="36" name="Ink 35">
                  <a:extLst>
                    <a:ext uri="{FF2B5EF4-FFF2-40B4-BE49-F238E27FC236}">
                      <a16:creationId xmlns:a16="http://schemas.microsoft.com/office/drawing/2014/main" id="{E25DC82E-77B7-E794-452A-84473661EA45}"/>
                    </a:ext>
                  </a:extLst>
                </p:cNvPr>
                <p:cNvPicPr/>
                <p:nvPr/>
              </p:nvPicPr>
              <p:blipFill>
                <a:blip r:embed="rId59"/>
                <a:stretch>
                  <a:fillRect/>
                </a:stretch>
              </p:blipFill>
              <p:spPr>
                <a:xfrm>
                  <a:off x="3621710" y="529957"/>
                  <a:ext cx="17208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2187C358-8B8D-9C82-091B-7C7089A58740}"/>
                    </a:ext>
                  </a:extLst>
                </p14:cNvPr>
                <p14:cNvContentPartPr/>
                <p14:nvPr/>
              </p14:nvContentPartPr>
              <p14:xfrm>
                <a:off x="3901430" y="616357"/>
                <a:ext cx="118440" cy="200520"/>
              </p14:xfrm>
            </p:contentPart>
          </mc:Choice>
          <mc:Fallback xmlns="">
            <p:pic>
              <p:nvPicPr>
                <p:cNvPr id="38" name="Ink 37">
                  <a:extLst>
                    <a:ext uri="{FF2B5EF4-FFF2-40B4-BE49-F238E27FC236}">
                      <a16:creationId xmlns:a16="http://schemas.microsoft.com/office/drawing/2014/main" id="{2187C358-8B8D-9C82-091B-7C7089A58740}"/>
                    </a:ext>
                  </a:extLst>
                </p:cNvPr>
                <p:cNvPicPr/>
                <p:nvPr/>
              </p:nvPicPr>
              <p:blipFill>
                <a:blip r:embed="rId61"/>
                <a:stretch>
                  <a:fillRect/>
                </a:stretch>
              </p:blipFill>
              <p:spPr>
                <a:xfrm>
                  <a:off x="3883790" y="598357"/>
                  <a:ext cx="154080" cy="236160"/>
                </a:xfrm>
                <a:prstGeom prst="rect">
                  <a:avLst/>
                </a:prstGeom>
              </p:spPr>
            </p:pic>
          </mc:Fallback>
        </mc:AlternateContent>
      </p:grpSp>
      <p:grpSp>
        <p:nvGrpSpPr>
          <p:cNvPr id="42" name="Group 41">
            <a:extLst>
              <a:ext uri="{FF2B5EF4-FFF2-40B4-BE49-F238E27FC236}">
                <a16:creationId xmlns:a16="http://schemas.microsoft.com/office/drawing/2014/main" id="{95770B0A-2FB4-B874-3364-0AD274C18101}"/>
              </a:ext>
            </a:extLst>
          </p:cNvPr>
          <p:cNvGrpSpPr/>
          <p:nvPr/>
        </p:nvGrpSpPr>
        <p:grpSpPr>
          <a:xfrm>
            <a:off x="3092150" y="1087597"/>
            <a:ext cx="285480" cy="156960"/>
            <a:chOff x="3092150" y="1087597"/>
            <a:chExt cx="285480" cy="156960"/>
          </a:xfrm>
        </p:grpSpPr>
        <mc:AlternateContent xmlns:mc="http://schemas.openxmlformats.org/markup-compatibility/2006" xmlns:p14="http://schemas.microsoft.com/office/powerpoint/2010/main">
          <mc:Choice Requires="p14">
            <p:contentPart p14:bwMode="auto" r:id="rId62">
              <p14:nvContentPartPr>
                <p14:cNvPr id="40" name="Ink 39">
                  <a:extLst>
                    <a:ext uri="{FF2B5EF4-FFF2-40B4-BE49-F238E27FC236}">
                      <a16:creationId xmlns:a16="http://schemas.microsoft.com/office/drawing/2014/main" id="{9A6F51E4-DECB-D3AA-A4A3-0FDC99769932}"/>
                    </a:ext>
                  </a:extLst>
                </p14:cNvPr>
                <p14:cNvContentPartPr/>
                <p14:nvPr/>
              </p14:nvContentPartPr>
              <p14:xfrm>
                <a:off x="3092150" y="1173997"/>
                <a:ext cx="251280" cy="55800"/>
              </p14:xfrm>
            </p:contentPart>
          </mc:Choice>
          <mc:Fallback xmlns="">
            <p:pic>
              <p:nvPicPr>
                <p:cNvPr id="40" name="Ink 39">
                  <a:extLst>
                    <a:ext uri="{FF2B5EF4-FFF2-40B4-BE49-F238E27FC236}">
                      <a16:creationId xmlns:a16="http://schemas.microsoft.com/office/drawing/2014/main" id="{9A6F51E4-DECB-D3AA-A4A3-0FDC99769932}"/>
                    </a:ext>
                  </a:extLst>
                </p:cNvPr>
                <p:cNvPicPr/>
                <p:nvPr/>
              </p:nvPicPr>
              <p:blipFill>
                <a:blip r:embed="rId63"/>
                <a:stretch>
                  <a:fillRect/>
                </a:stretch>
              </p:blipFill>
              <p:spPr>
                <a:xfrm>
                  <a:off x="3074510" y="1156357"/>
                  <a:ext cx="28692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1" name="Ink 40">
                  <a:extLst>
                    <a:ext uri="{FF2B5EF4-FFF2-40B4-BE49-F238E27FC236}">
                      <a16:creationId xmlns:a16="http://schemas.microsoft.com/office/drawing/2014/main" id="{1A52AA7A-5CE4-B53F-8E01-AF73199CAF94}"/>
                    </a:ext>
                  </a:extLst>
                </p14:cNvPr>
                <p14:cNvContentPartPr/>
                <p14:nvPr/>
              </p14:nvContentPartPr>
              <p14:xfrm>
                <a:off x="3295190" y="1087597"/>
                <a:ext cx="82440" cy="156960"/>
              </p14:xfrm>
            </p:contentPart>
          </mc:Choice>
          <mc:Fallback xmlns="">
            <p:pic>
              <p:nvPicPr>
                <p:cNvPr id="41" name="Ink 40">
                  <a:extLst>
                    <a:ext uri="{FF2B5EF4-FFF2-40B4-BE49-F238E27FC236}">
                      <a16:creationId xmlns:a16="http://schemas.microsoft.com/office/drawing/2014/main" id="{1A52AA7A-5CE4-B53F-8E01-AF73199CAF94}"/>
                    </a:ext>
                  </a:extLst>
                </p:cNvPr>
                <p:cNvPicPr/>
                <p:nvPr/>
              </p:nvPicPr>
              <p:blipFill>
                <a:blip r:embed="rId65"/>
                <a:stretch>
                  <a:fillRect/>
                </a:stretch>
              </p:blipFill>
              <p:spPr>
                <a:xfrm>
                  <a:off x="3277190" y="1069597"/>
                  <a:ext cx="118080" cy="192600"/>
                </a:xfrm>
                <a:prstGeom prst="rect">
                  <a:avLst/>
                </a:prstGeom>
              </p:spPr>
            </p:pic>
          </mc:Fallback>
        </mc:AlternateContent>
      </p:grpSp>
      <p:grpSp>
        <p:nvGrpSpPr>
          <p:cNvPr id="47" name="Group 46">
            <a:extLst>
              <a:ext uri="{FF2B5EF4-FFF2-40B4-BE49-F238E27FC236}">
                <a16:creationId xmlns:a16="http://schemas.microsoft.com/office/drawing/2014/main" id="{8ED49440-DB61-EAD9-976D-79FAC6D50C92}"/>
              </a:ext>
            </a:extLst>
          </p:cNvPr>
          <p:cNvGrpSpPr/>
          <p:nvPr/>
        </p:nvGrpSpPr>
        <p:grpSpPr>
          <a:xfrm>
            <a:off x="3604430" y="1045837"/>
            <a:ext cx="426240" cy="308520"/>
            <a:chOff x="3604430" y="1045837"/>
            <a:chExt cx="426240" cy="308520"/>
          </a:xfrm>
        </p:grpSpPr>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E61DC9D4-D534-532E-0815-03DCB16669F7}"/>
                    </a:ext>
                  </a:extLst>
                </p14:cNvPr>
                <p14:cNvContentPartPr/>
                <p14:nvPr/>
              </p14:nvContentPartPr>
              <p14:xfrm>
                <a:off x="3604430" y="1085077"/>
                <a:ext cx="5040" cy="30240"/>
              </p14:xfrm>
            </p:contentPart>
          </mc:Choice>
          <mc:Fallback xmlns="">
            <p:pic>
              <p:nvPicPr>
                <p:cNvPr id="43" name="Ink 42">
                  <a:extLst>
                    <a:ext uri="{FF2B5EF4-FFF2-40B4-BE49-F238E27FC236}">
                      <a16:creationId xmlns:a16="http://schemas.microsoft.com/office/drawing/2014/main" id="{E61DC9D4-D534-532E-0815-03DCB16669F7}"/>
                    </a:ext>
                  </a:extLst>
                </p:cNvPr>
                <p:cNvPicPr/>
                <p:nvPr/>
              </p:nvPicPr>
              <p:blipFill>
                <a:blip r:embed="rId67"/>
                <a:stretch>
                  <a:fillRect/>
                </a:stretch>
              </p:blipFill>
              <p:spPr>
                <a:xfrm>
                  <a:off x="3586430" y="1067077"/>
                  <a:ext cx="4068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D2AC8053-B62B-5585-565B-52B33F43FC0A}"/>
                    </a:ext>
                  </a:extLst>
                </p14:cNvPr>
                <p14:cNvContentPartPr/>
                <p14:nvPr/>
              </p14:nvContentPartPr>
              <p14:xfrm>
                <a:off x="3753830" y="1045837"/>
                <a:ext cx="77760" cy="8640"/>
              </p14:xfrm>
            </p:contentPart>
          </mc:Choice>
          <mc:Fallback xmlns="">
            <p:pic>
              <p:nvPicPr>
                <p:cNvPr id="44" name="Ink 43">
                  <a:extLst>
                    <a:ext uri="{FF2B5EF4-FFF2-40B4-BE49-F238E27FC236}">
                      <a16:creationId xmlns:a16="http://schemas.microsoft.com/office/drawing/2014/main" id="{D2AC8053-B62B-5585-565B-52B33F43FC0A}"/>
                    </a:ext>
                  </a:extLst>
                </p:cNvPr>
                <p:cNvPicPr/>
                <p:nvPr/>
              </p:nvPicPr>
              <p:blipFill>
                <a:blip r:embed="rId69"/>
                <a:stretch>
                  <a:fillRect/>
                </a:stretch>
              </p:blipFill>
              <p:spPr>
                <a:xfrm>
                  <a:off x="3736190" y="1027837"/>
                  <a:ext cx="11340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91F652A5-CBAB-907A-2E40-495BD131FE92}"/>
                    </a:ext>
                  </a:extLst>
                </p14:cNvPr>
                <p14:cNvContentPartPr/>
                <p14:nvPr/>
              </p14:nvContentPartPr>
              <p14:xfrm>
                <a:off x="3751670" y="1072837"/>
                <a:ext cx="81360" cy="218520"/>
              </p14:xfrm>
            </p:contentPart>
          </mc:Choice>
          <mc:Fallback xmlns="">
            <p:pic>
              <p:nvPicPr>
                <p:cNvPr id="45" name="Ink 44">
                  <a:extLst>
                    <a:ext uri="{FF2B5EF4-FFF2-40B4-BE49-F238E27FC236}">
                      <a16:creationId xmlns:a16="http://schemas.microsoft.com/office/drawing/2014/main" id="{91F652A5-CBAB-907A-2E40-495BD131FE92}"/>
                    </a:ext>
                  </a:extLst>
                </p:cNvPr>
                <p:cNvPicPr/>
                <p:nvPr/>
              </p:nvPicPr>
              <p:blipFill>
                <a:blip r:embed="rId71"/>
                <a:stretch>
                  <a:fillRect/>
                </a:stretch>
              </p:blipFill>
              <p:spPr>
                <a:xfrm>
                  <a:off x="3733670" y="1055197"/>
                  <a:ext cx="11700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BB29E7DD-FF84-4FC8-E626-65AAF9158629}"/>
                    </a:ext>
                  </a:extLst>
                </p14:cNvPr>
                <p14:cNvContentPartPr/>
                <p14:nvPr/>
              </p14:nvContentPartPr>
              <p14:xfrm>
                <a:off x="3934550" y="1164277"/>
                <a:ext cx="96120" cy="190080"/>
              </p14:xfrm>
            </p:contentPart>
          </mc:Choice>
          <mc:Fallback xmlns="">
            <p:pic>
              <p:nvPicPr>
                <p:cNvPr id="46" name="Ink 45">
                  <a:extLst>
                    <a:ext uri="{FF2B5EF4-FFF2-40B4-BE49-F238E27FC236}">
                      <a16:creationId xmlns:a16="http://schemas.microsoft.com/office/drawing/2014/main" id="{BB29E7DD-FF84-4FC8-E626-65AAF9158629}"/>
                    </a:ext>
                  </a:extLst>
                </p:cNvPr>
                <p:cNvPicPr/>
                <p:nvPr/>
              </p:nvPicPr>
              <p:blipFill>
                <a:blip r:embed="rId73"/>
                <a:stretch>
                  <a:fillRect/>
                </a:stretch>
              </p:blipFill>
              <p:spPr>
                <a:xfrm>
                  <a:off x="3916910" y="1146277"/>
                  <a:ext cx="131760" cy="225720"/>
                </a:xfrm>
                <a:prstGeom prst="rect">
                  <a:avLst/>
                </a:prstGeom>
              </p:spPr>
            </p:pic>
          </mc:Fallback>
        </mc:AlternateContent>
      </p:grpSp>
      <p:grpSp>
        <p:nvGrpSpPr>
          <p:cNvPr id="89" name="Group 88">
            <a:extLst>
              <a:ext uri="{FF2B5EF4-FFF2-40B4-BE49-F238E27FC236}">
                <a16:creationId xmlns:a16="http://schemas.microsoft.com/office/drawing/2014/main" id="{4D82BFBB-A0F2-91C4-37AE-C49B0EB0BE74}"/>
              </a:ext>
            </a:extLst>
          </p:cNvPr>
          <p:cNvGrpSpPr/>
          <p:nvPr/>
        </p:nvGrpSpPr>
        <p:grpSpPr>
          <a:xfrm>
            <a:off x="8673590" y="1432837"/>
            <a:ext cx="3074040" cy="1782360"/>
            <a:chOff x="8673590" y="1432837"/>
            <a:chExt cx="3074040" cy="1782360"/>
          </a:xfrm>
        </p:grpSpPr>
        <mc:AlternateContent xmlns:mc="http://schemas.openxmlformats.org/markup-compatibility/2006" xmlns:p14="http://schemas.microsoft.com/office/powerpoint/2010/main">
          <mc:Choice Requires="p14">
            <p:contentPart p14:bwMode="auto" r:id="rId74">
              <p14:nvContentPartPr>
                <p14:cNvPr id="72" name="Ink 71">
                  <a:extLst>
                    <a:ext uri="{FF2B5EF4-FFF2-40B4-BE49-F238E27FC236}">
                      <a16:creationId xmlns:a16="http://schemas.microsoft.com/office/drawing/2014/main" id="{7ED52D91-D201-3F6F-5FD3-C28C46E626BF}"/>
                    </a:ext>
                  </a:extLst>
                </p14:cNvPr>
                <p14:cNvContentPartPr/>
                <p14:nvPr/>
              </p14:nvContentPartPr>
              <p14:xfrm>
                <a:off x="8732270" y="1432837"/>
                <a:ext cx="1541880" cy="774360"/>
              </p14:xfrm>
            </p:contentPart>
          </mc:Choice>
          <mc:Fallback xmlns="">
            <p:pic>
              <p:nvPicPr>
                <p:cNvPr id="72" name="Ink 71">
                  <a:extLst>
                    <a:ext uri="{FF2B5EF4-FFF2-40B4-BE49-F238E27FC236}">
                      <a16:creationId xmlns:a16="http://schemas.microsoft.com/office/drawing/2014/main" id="{7ED52D91-D201-3F6F-5FD3-C28C46E626BF}"/>
                    </a:ext>
                  </a:extLst>
                </p:cNvPr>
                <p:cNvPicPr/>
                <p:nvPr/>
              </p:nvPicPr>
              <p:blipFill>
                <a:blip r:embed="rId75"/>
                <a:stretch>
                  <a:fillRect/>
                </a:stretch>
              </p:blipFill>
              <p:spPr>
                <a:xfrm>
                  <a:off x="8669630" y="1369837"/>
                  <a:ext cx="1667520" cy="900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73" name="Ink 72">
                  <a:extLst>
                    <a:ext uri="{FF2B5EF4-FFF2-40B4-BE49-F238E27FC236}">
                      <a16:creationId xmlns:a16="http://schemas.microsoft.com/office/drawing/2014/main" id="{C7234EFC-1DA1-F940-E02D-0B7B3AA256D1}"/>
                    </a:ext>
                  </a:extLst>
                </p14:cNvPr>
                <p14:cNvContentPartPr/>
                <p14:nvPr/>
              </p14:nvContentPartPr>
              <p14:xfrm>
                <a:off x="8673590" y="1438957"/>
                <a:ext cx="308160" cy="198360"/>
              </p14:xfrm>
            </p:contentPart>
          </mc:Choice>
          <mc:Fallback xmlns="">
            <p:pic>
              <p:nvPicPr>
                <p:cNvPr id="73" name="Ink 72">
                  <a:extLst>
                    <a:ext uri="{FF2B5EF4-FFF2-40B4-BE49-F238E27FC236}">
                      <a16:creationId xmlns:a16="http://schemas.microsoft.com/office/drawing/2014/main" id="{C7234EFC-1DA1-F940-E02D-0B7B3AA256D1}"/>
                    </a:ext>
                  </a:extLst>
                </p:cNvPr>
                <p:cNvPicPr/>
                <p:nvPr/>
              </p:nvPicPr>
              <p:blipFill>
                <a:blip r:embed="rId77"/>
                <a:stretch>
                  <a:fillRect/>
                </a:stretch>
              </p:blipFill>
              <p:spPr>
                <a:xfrm>
                  <a:off x="8610590" y="1375957"/>
                  <a:ext cx="433800" cy="324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5" name="Ink 74">
                  <a:extLst>
                    <a:ext uri="{FF2B5EF4-FFF2-40B4-BE49-F238E27FC236}">
                      <a16:creationId xmlns:a16="http://schemas.microsoft.com/office/drawing/2014/main" id="{ECB21083-924B-9F8E-5B2A-56F17FB2A53B}"/>
                    </a:ext>
                  </a:extLst>
                </p14:cNvPr>
                <p14:cNvContentPartPr/>
                <p14:nvPr/>
              </p14:nvContentPartPr>
              <p14:xfrm>
                <a:off x="10574390" y="2022517"/>
                <a:ext cx="47520" cy="343080"/>
              </p14:xfrm>
            </p:contentPart>
          </mc:Choice>
          <mc:Fallback xmlns="">
            <p:pic>
              <p:nvPicPr>
                <p:cNvPr id="75" name="Ink 74">
                  <a:extLst>
                    <a:ext uri="{FF2B5EF4-FFF2-40B4-BE49-F238E27FC236}">
                      <a16:creationId xmlns:a16="http://schemas.microsoft.com/office/drawing/2014/main" id="{ECB21083-924B-9F8E-5B2A-56F17FB2A53B}"/>
                    </a:ext>
                  </a:extLst>
                </p:cNvPr>
                <p:cNvPicPr/>
                <p:nvPr/>
              </p:nvPicPr>
              <p:blipFill>
                <a:blip r:embed="rId79"/>
                <a:stretch>
                  <a:fillRect/>
                </a:stretch>
              </p:blipFill>
              <p:spPr>
                <a:xfrm>
                  <a:off x="10511750" y="1959517"/>
                  <a:ext cx="173160" cy="468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6" name="Ink 75">
                  <a:extLst>
                    <a:ext uri="{FF2B5EF4-FFF2-40B4-BE49-F238E27FC236}">
                      <a16:creationId xmlns:a16="http://schemas.microsoft.com/office/drawing/2014/main" id="{35B5E767-7A44-8EFE-4799-403D624B753F}"/>
                    </a:ext>
                  </a:extLst>
                </p14:cNvPr>
                <p14:cNvContentPartPr/>
                <p14:nvPr/>
              </p14:nvContentPartPr>
              <p14:xfrm>
                <a:off x="10783910" y="2183077"/>
                <a:ext cx="1440" cy="2160"/>
              </p14:xfrm>
            </p:contentPart>
          </mc:Choice>
          <mc:Fallback xmlns="">
            <p:pic>
              <p:nvPicPr>
                <p:cNvPr id="76" name="Ink 75">
                  <a:extLst>
                    <a:ext uri="{FF2B5EF4-FFF2-40B4-BE49-F238E27FC236}">
                      <a16:creationId xmlns:a16="http://schemas.microsoft.com/office/drawing/2014/main" id="{35B5E767-7A44-8EFE-4799-403D624B753F}"/>
                    </a:ext>
                  </a:extLst>
                </p:cNvPr>
                <p:cNvPicPr/>
                <p:nvPr/>
              </p:nvPicPr>
              <p:blipFill>
                <a:blip r:embed="rId81"/>
                <a:stretch>
                  <a:fillRect/>
                </a:stretch>
              </p:blipFill>
              <p:spPr>
                <a:xfrm>
                  <a:off x="10721270" y="2120077"/>
                  <a:ext cx="1270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77" name="Ink 76">
                  <a:extLst>
                    <a:ext uri="{FF2B5EF4-FFF2-40B4-BE49-F238E27FC236}">
                      <a16:creationId xmlns:a16="http://schemas.microsoft.com/office/drawing/2014/main" id="{D1776E54-AF15-55F6-98DB-94508708948F}"/>
                    </a:ext>
                  </a:extLst>
                </p14:cNvPr>
                <p14:cNvContentPartPr/>
                <p14:nvPr/>
              </p14:nvContentPartPr>
              <p14:xfrm>
                <a:off x="10909550" y="2107117"/>
                <a:ext cx="163440" cy="6120"/>
              </p14:xfrm>
            </p:contentPart>
          </mc:Choice>
          <mc:Fallback xmlns="">
            <p:pic>
              <p:nvPicPr>
                <p:cNvPr id="77" name="Ink 76">
                  <a:extLst>
                    <a:ext uri="{FF2B5EF4-FFF2-40B4-BE49-F238E27FC236}">
                      <a16:creationId xmlns:a16="http://schemas.microsoft.com/office/drawing/2014/main" id="{D1776E54-AF15-55F6-98DB-94508708948F}"/>
                    </a:ext>
                  </a:extLst>
                </p:cNvPr>
                <p:cNvPicPr/>
                <p:nvPr/>
              </p:nvPicPr>
              <p:blipFill>
                <a:blip r:embed="rId83"/>
                <a:stretch>
                  <a:fillRect/>
                </a:stretch>
              </p:blipFill>
              <p:spPr>
                <a:xfrm>
                  <a:off x="10846550" y="2044477"/>
                  <a:ext cx="28908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78" name="Ink 77">
                  <a:extLst>
                    <a:ext uri="{FF2B5EF4-FFF2-40B4-BE49-F238E27FC236}">
                      <a16:creationId xmlns:a16="http://schemas.microsoft.com/office/drawing/2014/main" id="{F657C18E-441F-7362-C8E4-74E4C484018D}"/>
                    </a:ext>
                  </a:extLst>
                </p14:cNvPr>
                <p14:cNvContentPartPr/>
                <p14:nvPr/>
              </p14:nvContentPartPr>
              <p14:xfrm>
                <a:off x="10928990" y="2070397"/>
                <a:ext cx="149760" cy="306720"/>
              </p14:xfrm>
            </p:contentPart>
          </mc:Choice>
          <mc:Fallback xmlns="">
            <p:pic>
              <p:nvPicPr>
                <p:cNvPr id="78" name="Ink 77">
                  <a:extLst>
                    <a:ext uri="{FF2B5EF4-FFF2-40B4-BE49-F238E27FC236}">
                      <a16:creationId xmlns:a16="http://schemas.microsoft.com/office/drawing/2014/main" id="{F657C18E-441F-7362-C8E4-74E4C484018D}"/>
                    </a:ext>
                  </a:extLst>
                </p:cNvPr>
                <p:cNvPicPr/>
                <p:nvPr/>
              </p:nvPicPr>
              <p:blipFill>
                <a:blip r:embed="rId85"/>
                <a:stretch>
                  <a:fillRect/>
                </a:stretch>
              </p:blipFill>
              <p:spPr>
                <a:xfrm>
                  <a:off x="10866350" y="2007397"/>
                  <a:ext cx="275400" cy="432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9" name="Ink 78">
                  <a:extLst>
                    <a:ext uri="{FF2B5EF4-FFF2-40B4-BE49-F238E27FC236}">
                      <a16:creationId xmlns:a16="http://schemas.microsoft.com/office/drawing/2014/main" id="{D36628BB-8CE3-1927-E20A-8949B1CCE558}"/>
                    </a:ext>
                  </a:extLst>
                </p14:cNvPr>
                <p14:cNvContentPartPr/>
                <p14:nvPr/>
              </p14:nvContentPartPr>
              <p14:xfrm>
                <a:off x="11211590" y="2195677"/>
                <a:ext cx="124560" cy="238320"/>
              </p14:xfrm>
            </p:contentPart>
          </mc:Choice>
          <mc:Fallback xmlns="">
            <p:pic>
              <p:nvPicPr>
                <p:cNvPr id="79" name="Ink 78">
                  <a:extLst>
                    <a:ext uri="{FF2B5EF4-FFF2-40B4-BE49-F238E27FC236}">
                      <a16:creationId xmlns:a16="http://schemas.microsoft.com/office/drawing/2014/main" id="{D36628BB-8CE3-1927-E20A-8949B1CCE558}"/>
                    </a:ext>
                  </a:extLst>
                </p:cNvPr>
                <p:cNvPicPr/>
                <p:nvPr/>
              </p:nvPicPr>
              <p:blipFill>
                <a:blip r:embed="rId87"/>
                <a:stretch>
                  <a:fillRect/>
                </a:stretch>
              </p:blipFill>
              <p:spPr>
                <a:xfrm>
                  <a:off x="11148590" y="2133037"/>
                  <a:ext cx="250200" cy="3639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81" name="Ink 80">
                  <a:extLst>
                    <a:ext uri="{FF2B5EF4-FFF2-40B4-BE49-F238E27FC236}">
                      <a16:creationId xmlns:a16="http://schemas.microsoft.com/office/drawing/2014/main" id="{03239352-246A-FA07-DCEC-D77695C44556}"/>
                    </a:ext>
                  </a:extLst>
                </p14:cNvPr>
                <p14:cNvContentPartPr/>
                <p14:nvPr/>
              </p14:nvContentPartPr>
              <p14:xfrm>
                <a:off x="9293870" y="1457317"/>
                <a:ext cx="1430280" cy="1337400"/>
              </p14:xfrm>
            </p:contentPart>
          </mc:Choice>
          <mc:Fallback xmlns="">
            <p:pic>
              <p:nvPicPr>
                <p:cNvPr id="81" name="Ink 80">
                  <a:extLst>
                    <a:ext uri="{FF2B5EF4-FFF2-40B4-BE49-F238E27FC236}">
                      <a16:creationId xmlns:a16="http://schemas.microsoft.com/office/drawing/2014/main" id="{03239352-246A-FA07-DCEC-D77695C44556}"/>
                    </a:ext>
                  </a:extLst>
                </p:cNvPr>
                <p:cNvPicPr/>
                <p:nvPr/>
              </p:nvPicPr>
              <p:blipFill>
                <a:blip r:embed="rId89"/>
                <a:stretch>
                  <a:fillRect/>
                </a:stretch>
              </p:blipFill>
              <p:spPr>
                <a:xfrm>
                  <a:off x="9231230" y="1394677"/>
                  <a:ext cx="1555920" cy="14630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82" name="Ink 81">
                  <a:extLst>
                    <a:ext uri="{FF2B5EF4-FFF2-40B4-BE49-F238E27FC236}">
                      <a16:creationId xmlns:a16="http://schemas.microsoft.com/office/drawing/2014/main" id="{62E4B434-C607-623A-C54C-B92E90FCD95B}"/>
                    </a:ext>
                  </a:extLst>
                </p14:cNvPr>
                <p14:cNvContentPartPr/>
                <p14:nvPr/>
              </p14:nvContentPartPr>
              <p14:xfrm>
                <a:off x="10628750" y="2678437"/>
                <a:ext cx="168120" cy="358560"/>
              </p14:xfrm>
            </p:contentPart>
          </mc:Choice>
          <mc:Fallback xmlns="">
            <p:pic>
              <p:nvPicPr>
                <p:cNvPr id="82" name="Ink 81">
                  <a:extLst>
                    <a:ext uri="{FF2B5EF4-FFF2-40B4-BE49-F238E27FC236}">
                      <a16:creationId xmlns:a16="http://schemas.microsoft.com/office/drawing/2014/main" id="{62E4B434-C607-623A-C54C-B92E90FCD95B}"/>
                    </a:ext>
                  </a:extLst>
                </p:cNvPr>
                <p:cNvPicPr/>
                <p:nvPr/>
              </p:nvPicPr>
              <p:blipFill>
                <a:blip r:embed="rId91"/>
                <a:stretch>
                  <a:fillRect/>
                </a:stretch>
              </p:blipFill>
              <p:spPr>
                <a:xfrm>
                  <a:off x="10566110" y="2615797"/>
                  <a:ext cx="293760" cy="4842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83" name="Ink 82">
                  <a:extLst>
                    <a:ext uri="{FF2B5EF4-FFF2-40B4-BE49-F238E27FC236}">
                      <a16:creationId xmlns:a16="http://schemas.microsoft.com/office/drawing/2014/main" id="{5C129543-30F6-7513-7031-64473D9E70C8}"/>
                    </a:ext>
                  </a:extLst>
                </p14:cNvPr>
                <p14:cNvContentPartPr/>
                <p14:nvPr/>
              </p14:nvContentPartPr>
              <p14:xfrm>
                <a:off x="10241750" y="2058877"/>
                <a:ext cx="154080" cy="290880"/>
              </p14:xfrm>
            </p:contentPart>
          </mc:Choice>
          <mc:Fallback xmlns="">
            <p:pic>
              <p:nvPicPr>
                <p:cNvPr id="83" name="Ink 82">
                  <a:extLst>
                    <a:ext uri="{FF2B5EF4-FFF2-40B4-BE49-F238E27FC236}">
                      <a16:creationId xmlns:a16="http://schemas.microsoft.com/office/drawing/2014/main" id="{5C129543-30F6-7513-7031-64473D9E70C8}"/>
                    </a:ext>
                  </a:extLst>
                </p:cNvPr>
                <p:cNvPicPr/>
                <p:nvPr/>
              </p:nvPicPr>
              <p:blipFill>
                <a:blip r:embed="rId93"/>
                <a:stretch>
                  <a:fillRect/>
                </a:stretch>
              </p:blipFill>
              <p:spPr>
                <a:xfrm>
                  <a:off x="10178750" y="1996237"/>
                  <a:ext cx="27972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84" name="Ink 83">
                  <a:extLst>
                    <a:ext uri="{FF2B5EF4-FFF2-40B4-BE49-F238E27FC236}">
                      <a16:creationId xmlns:a16="http://schemas.microsoft.com/office/drawing/2014/main" id="{44168AA6-180A-6620-32EE-7EC739D33DBB}"/>
                    </a:ext>
                  </a:extLst>
                </p14:cNvPr>
                <p14:cNvContentPartPr/>
                <p14:nvPr/>
              </p14:nvContentPartPr>
              <p14:xfrm>
                <a:off x="9245270" y="1447597"/>
                <a:ext cx="177120" cy="159120"/>
              </p14:xfrm>
            </p:contentPart>
          </mc:Choice>
          <mc:Fallback xmlns="">
            <p:pic>
              <p:nvPicPr>
                <p:cNvPr id="84" name="Ink 83">
                  <a:extLst>
                    <a:ext uri="{FF2B5EF4-FFF2-40B4-BE49-F238E27FC236}">
                      <a16:creationId xmlns:a16="http://schemas.microsoft.com/office/drawing/2014/main" id="{44168AA6-180A-6620-32EE-7EC739D33DBB}"/>
                    </a:ext>
                  </a:extLst>
                </p:cNvPr>
                <p:cNvPicPr/>
                <p:nvPr/>
              </p:nvPicPr>
              <p:blipFill>
                <a:blip r:embed="rId95"/>
                <a:stretch>
                  <a:fillRect/>
                </a:stretch>
              </p:blipFill>
              <p:spPr>
                <a:xfrm>
                  <a:off x="9182630" y="1384957"/>
                  <a:ext cx="30276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85" name="Ink 84">
                  <a:extLst>
                    <a:ext uri="{FF2B5EF4-FFF2-40B4-BE49-F238E27FC236}">
                      <a16:creationId xmlns:a16="http://schemas.microsoft.com/office/drawing/2014/main" id="{948D0EC3-7BA9-A87D-30D5-E36F78ED785D}"/>
                    </a:ext>
                  </a:extLst>
                </p14:cNvPr>
                <p14:cNvContentPartPr/>
                <p14:nvPr/>
              </p14:nvContentPartPr>
              <p14:xfrm>
                <a:off x="11082350" y="2859517"/>
                <a:ext cx="2880" cy="15840"/>
              </p14:xfrm>
            </p:contentPart>
          </mc:Choice>
          <mc:Fallback xmlns="">
            <p:pic>
              <p:nvPicPr>
                <p:cNvPr id="85" name="Ink 84">
                  <a:extLst>
                    <a:ext uri="{FF2B5EF4-FFF2-40B4-BE49-F238E27FC236}">
                      <a16:creationId xmlns:a16="http://schemas.microsoft.com/office/drawing/2014/main" id="{948D0EC3-7BA9-A87D-30D5-E36F78ED785D}"/>
                    </a:ext>
                  </a:extLst>
                </p:cNvPr>
                <p:cNvPicPr/>
                <p:nvPr/>
              </p:nvPicPr>
              <p:blipFill>
                <a:blip r:embed="rId97"/>
                <a:stretch>
                  <a:fillRect/>
                </a:stretch>
              </p:blipFill>
              <p:spPr>
                <a:xfrm>
                  <a:off x="11019350" y="2796877"/>
                  <a:ext cx="1285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86" name="Ink 85">
                  <a:extLst>
                    <a:ext uri="{FF2B5EF4-FFF2-40B4-BE49-F238E27FC236}">
                      <a16:creationId xmlns:a16="http://schemas.microsoft.com/office/drawing/2014/main" id="{53D5B3F5-F01A-2B47-522E-1D187209EF84}"/>
                    </a:ext>
                  </a:extLst>
                </p14:cNvPr>
                <p14:cNvContentPartPr/>
                <p14:nvPr/>
              </p14:nvContentPartPr>
              <p14:xfrm>
                <a:off x="11307350" y="2811277"/>
                <a:ext cx="115560" cy="21960"/>
              </p14:xfrm>
            </p:contentPart>
          </mc:Choice>
          <mc:Fallback xmlns="">
            <p:pic>
              <p:nvPicPr>
                <p:cNvPr id="86" name="Ink 85">
                  <a:extLst>
                    <a:ext uri="{FF2B5EF4-FFF2-40B4-BE49-F238E27FC236}">
                      <a16:creationId xmlns:a16="http://schemas.microsoft.com/office/drawing/2014/main" id="{53D5B3F5-F01A-2B47-522E-1D187209EF84}"/>
                    </a:ext>
                  </a:extLst>
                </p:cNvPr>
                <p:cNvPicPr/>
                <p:nvPr/>
              </p:nvPicPr>
              <p:blipFill>
                <a:blip r:embed="rId99"/>
                <a:stretch>
                  <a:fillRect/>
                </a:stretch>
              </p:blipFill>
              <p:spPr>
                <a:xfrm>
                  <a:off x="11244710" y="2748277"/>
                  <a:ext cx="24120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87" name="Ink 86">
                  <a:extLst>
                    <a:ext uri="{FF2B5EF4-FFF2-40B4-BE49-F238E27FC236}">
                      <a16:creationId xmlns:a16="http://schemas.microsoft.com/office/drawing/2014/main" id="{A81503E5-3A7B-BF33-90B5-9078ED859054}"/>
                    </a:ext>
                  </a:extLst>
                </p14:cNvPr>
                <p14:cNvContentPartPr/>
                <p14:nvPr/>
              </p14:nvContentPartPr>
              <p14:xfrm>
                <a:off x="11265230" y="2826037"/>
                <a:ext cx="162360" cy="279720"/>
              </p14:xfrm>
            </p:contentPart>
          </mc:Choice>
          <mc:Fallback xmlns="">
            <p:pic>
              <p:nvPicPr>
                <p:cNvPr id="87" name="Ink 86">
                  <a:extLst>
                    <a:ext uri="{FF2B5EF4-FFF2-40B4-BE49-F238E27FC236}">
                      <a16:creationId xmlns:a16="http://schemas.microsoft.com/office/drawing/2014/main" id="{A81503E5-3A7B-BF33-90B5-9078ED859054}"/>
                    </a:ext>
                  </a:extLst>
                </p:cNvPr>
                <p:cNvPicPr/>
                <p:nvPr/>
              </p:nvPicPr>
              <p:blipFill>
                <a:blip r:embed="rId101"/>
                <a:stretch>
                  <a:fillRect/>
                </a:stretch>
              </p:blipFill>
              <p:spPr>
                <a:xfrm>
                  <a:off x="11202590" y="2763037"/>
                  <a:ext cx="288000" cy="4053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88" name="Ink 87">
                  <a:extLst>
                    <a:ext uri="{FF2B5EF4-FFF2-40B4-BE49-F238E27FC236}">
                      <a16:creationId xmlns:a16="http://schemas.microsoft.com/office/drawing/2014/main" id="{D4D0172E-EA47-397A-5B31-03F9113957CB}"/>
                    </a:ext>
                  </a:extLst>
                </p14:cNvPr>
                <p14:cNvContentPartPr/>
                <p14:nvPr/>
              </p14:nvContentPartPr>
              <p14:xfrm>
                <a:off x="11595350" y="2901637"/>
                <a:ext cx="152280" cy="313560"/>
              </p14:xfrm>
            </p:contentPart>
          </mc:Choice>
          <mc:Fallback xmlns="">
            <p:pic>
              <p:nvPicPr>
                <p:cNvPr id="88" name="Ink 87">
                  <a:extLst>
                    <a:ext uri="{FF2B5EF4-FFF2-40B4-BE49-F238E27FC236}">
                      <a16:creationId xmlns:a16="http://schemas.microsoft.com/office/drawing/2014/main" id="{D4D0172E-EA47-397A-5B31-03F9113957CB}"/>
                    </a:ext>
                  </a:extLst>
                </p:cNvPr>
                <p:cNvPicPr/>
                <p:nvPr/>
              </p:nvPicPr>
              <p:blipFill>
                <a:blip r:embed="rId103"/>
                <a:stretch>
                  <a:fillRect/>
                </a:stretch>
              </p:blipFill>
              <p:spPr>
                <a:xfrm>
                  <a:off x="11532710" y="2838997"/>
                  <a:ext cx="277920" cy="439200"/>
                </a:xfrm>
                <a:prstGeom prst="rect">
                  <a:avLst/>
                </a:prstGeom>
              </p:spPr>
            </p:pic>
          </mc:Fallback>
        </mc:AlternateContent>
      </p:grpSp>
      <p:grpSp>
        <p:nvGrpSpPr>
          <p:cNvPr id="94" name="Group 93">
            <a:extLst>
              <a:ext uri="{FF2B5EF4-FFF2-40B4-BE49-F238E27FC236}">
                <a16:creationId xmlns:a16="http://schemas.microsoft.com/office/drawing/2014/main" id="{42634A12-3AA9-5BAB-B3CD-F42EFA64DEE6}"/>
              </a:ext>
            </a:extLst>
          </p:cNvPr>
          <p:cNvGrpSpPr/>
          <p:nvPr/>
        </p:nvGrpSpPr>
        <p:grpSpPr>
          <a:xfrm>
            <a:off x="10854470" y="3639637"/>
            <a:ext cx="765720" cy="384480"/>
            <a:chOff x="10854470" y="3639637"/>
            <a:chExt cx="765720" cy="384480"/>
          </a:xfrm>
        </p:grpSpPr>
        <mc:AlternateContent xmlns:mc="http://schemas.openxmlformats.org/markup-compatibility/2006" xmlns:p14="http://schemas.microsoft.com/office/powerpoint/2010/main">
          <mc:Choice Requires="p14">
            <p:contentPart p14:bwMode="auto" r:id="rId104">
              <p14:nvContentPartPr>
                <p14:cNvPr id="90" name="Ink 89">
                  <a:extLst>
                    <a:ext uri="{FF2B5EF4-FFF2-40B4-BE49-F238E27FC236}">
                      <a16:creationId xmlns:a16="http://schemas.microsoft.com/office/drawing/2014/main" id="{7C1703B9-F49A-CF59-BC67-E50824577CF5}"/>
                    </a:ext>
                  </a:extLst>
                </p14:cNvPr>
                <p14:cNvContentPartPr/>
                <p14:nvPr/>
              </p14:nvContentPartPr>
              <p14:xfrm>
                <a:off x="10854470" y="3679237"/>
                <a:ext cx="17640" cy="7560"/>
              </p14:xfrm>
            </p:contentPart>
          </mc:Choice>
          <mc:Fallback xmlns="">
            <p:pic>
              <p:nvPicPr>
                <p:cNvPr id="90" name="Ink 89">
                  <a:extLst>
                    <a:ext uri="{FF2B5EF4-FFF2-40B4-BE49-F238E27FC236}">
                      <a16:creationId xmlns:a16="http://schemas.microsoft.com/office/drawing/2014/main" id="{7C1703B9-F49A-CF59-BC67-E50824577CF5}"/>
                    </a:ext>
                  </a:extLst>
                </p:cNvPr>
                <p:cNvPicPr/>
                <p:nvPr/>
              </p:nvPicPr>
              <p:blipFill>
                <a:blip r:embed="rId105"/>
                <a:stretch>
                  <a:fillRect/>
                </a:stretch>
              </p:blipFill>
              <p:spPr>
                <a:xfrm>
                  <a:off x="10791470" y="3616237"/>
                  <a:ext cx="1432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91" name="Ink 90">
                  <a:extLst>
                    <a:ext uri="{FF2B5EF4-FFF2-40B4-BE49-F238E27FC236}">
                      <a16:creationId xmlns:a16="http://schemas.microsoft.com/office/drawing/2014/main" id="{41FE241C-B5C1-5328-D100-32A3DE823040}"/>
                    </a:ext>
                  </a:extLst>
                </p14:cNvPr>
                <p14:cNvContentPartPr/>
                <p14:nvPr/>
              </p14:nvContentPartPr>
              <p14:xfrm>
                <a:off x="11165150" y="3639637"/>
                <a:ext cx="117000" cy="24480"/>
              </p14:xfrm>
            </p:contentPart>
          </mc:Choice>
          <mc:Fallback xmlns="">
            <p:pic>
              <p:nvPicPr>
                <p:cNvPr id="91" name="Ink 90">
                  <a:extLst>
                    <a:ext uri="{FF2B5EF4-FFF2-40B4-BE49-F238E27FC236}">
                      <a16:creationId xmlns:a16="http://schemas.microsoft.com/office/drawing/2014/main" id="{41FE241C-B5C1-5328-D100-32A3DE823040}"/>
                    </a:ext>
                  </a:extLst>
                </p:cNvPr>
                <p:cNvPicPr/>
                <p:nvPr/>
              </p:nvPicPr>
              <p:blipFill>
                <a:blip r:embed="rId107"/>
                <a:stretch>
                  <a:fillRect/>
                </a:stretch>
              </p:blipFill>
              <p:spPr>
                <a:xfrm>
                  <a:off x="11102510" y="3576997"/>
                  <a:ext cx="24264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92" name="Ink 91">
                  <a:extLst>
                    <a:ext uri="{FF2B5EF4-FFF2-40B4-BE49-F238E27FC236}">
                      <a16:creationId xmlns:a16="http://schemas.microsoft.com/office/drawing/2014/main" id="{11D30720-7F10-5207-F89A-BF515A9FCED4}"/>
                    </a:ext>
                  </a:extLst>
                </p14:cNvPr>
                <p14:cNvContentPartPr/>
                <p14:nvPr/>
              </p14:nvContentPartPr>
              <p14:xfrm>
                <a:off x="11111510" y="3667717"/>
                <a:ext cx="144360" cy="251640"/>
              </p14:xfrm>
            </p:contentPart>
          </mc:Choice>
          <mc:Fallback xmlns="">
            <p:pic>
              <p:nvPicPr>
                <p:cNvPr id="92" name="Ink 91">
                  <a:extLst>
                    <a:ext uri="{FF2B5EF4-FFF2-40B4-BE49-F238E27FC236}">
                      <a16:creationId xmlns:a16="http://schemas.microsoft.com/office/drawing/2014/main" id="{11D30720-7F10-5207-F89A-BF515A9FCED4}"/>
                    </a:ext>
                  </a:extLst>
                </p:cNvPr>
                <p:cNvPicPr/>
                <p:nvPr/>
              </p:nvPicPr>
              <p:blipFill>
                <a:blip r:embed="rId109"/>
                <a:stretch>
                  <a:fillRect/>
                </a:stretch>
              </p:blipFill>
              <p:spPr>
                <a:xfrm>
                  <a:off x="11048870" y="3604717"/>
                  <a:ext cx="270000" cy="3772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3" name="Ink 92">
                  <a:extLst>
                    <a:ext uri="{FF2B5EF4-FFF2-40B4-BE49-F238E27FC236}">
                      <a16:creationId xmlns:a16="http://schemas.microsoft.com/office/drawing/2014/main" id="{85F74CE5-2949-0A99-52CF-B4977176C344}"/>
                    </a:ext>
                  </a:extLst>
                </p14:cNvPr>
                <p14:cNvContentPartPr/>
                <p14:nvPr/>
              </p14:nvContentPartPr>
              <p14:xfrm>
                <a:off x="11485550" y="3705517"/>
                <a:ext cx="134640" cy="318600"/>
              </p14:xfrm>
            </p:contentPart>
          </mc:Choice>
          <mc:Fallback xmlns="">
            <p:pic>
              <p:nvPicPr>
                <p:cNvPr id="93" name="Ink 92">
                  <a:extLst>
                    <a:ext uri="{FF2B5EF4-FFF2-40B4-BE49-F238E27FC236}">
                      <a16:creationId xmlns:a16="http://schemas.microsoft.com/office/drawing/2014/main" id="{85F74CE5-2949-0A99-52CF-B4977176C344}"/>
                    </a:ext>
                  </a:extLst>
                </p:cNvPr>
                <p:cNvPicPr/>
                <p:nvPr/>
              </p:nvPicPr>
              <p:blipFill>
                <a:blip r:embed="rId111"/>
                <a:stretch>
                  <a:fillRect/>
                </a:stretch>
              </p:blipFill>
              <p:spPr>
                <a:xfrm>
                  <a:off x="11422550" y="3642877"/>
                  <a:ext cx="260280" cy="444240"/>
                </a:xfrm>
                <a:prstGeom prst="rect">
                  <a:avLst/>
                </a:prstGeom>
              </p:spPr>
            </p:pic>
          </mc:Fallback>
        </mc:AlternateContent>
      </p:grpSp>
      <p:grpSp>
        <p:nvGrpSpPr>
          <p:cNvPr id="104" name="Group 103">
            <a:extLst>
              <a:ext uri="{FF2B5EF4-FFF2-40B4-BE49-F238E27FC236}">
                <a16:creationId xmlns:a16="http://schemas.microsoft.com/office/drawing/2014/main" id="{F33D953E-84B6-93B4-387F-A0A51BD665BD}"/>
              </a:ext>
            </a:extLst>
          </p:cNvPr>
          <p:cNvGrpSpPr/>
          <p:nvPr/>
        </p:nvGrpSpPr>
        <p:grpSpPr>
          <a:xfrm>
            <a:off x="8228270" y="228997"/>
            <a:ext cx="3784320" cy="4837680"/>
            <a:chOff x="8228270" y="228997"/>
            <a:chExt cx="3784320" cy="4837680"/>
          </a:xfrm>
        </p:grpSpPr>
        <mc:AlternateContent xmlns:mc="http://schemas.openxmlformats.org/markup-compatibility/2006" xmlns:p14="http://schemas.microsoft.com/office/powerpoint/2010/main">
          <mc:Choice Requires="p14">
            <p:contentPart p14:bwMode="auto" r:id="rId112">
              <p14:nvContentPartPr>
                <p14:cNvPr id="48" name="Ink 47">
                  <a:extLst>
                    <a:ext uri="{FF2B5EF4-FFF2-40B4-BE49-F238E27FC236}">
                      <a16:creationId xmlns:a16="http://schemas.microsoft.com/office/drawing/2014/main" id="{C24786BA-26C7-6EFF-D8A4-2363DD755E22}"/>
                    </a:ext>
                  </a:extLst>
                </p14:cNvPr>
                <p14:cNvContentPartPr/>
                <p14:nvPr/>
              </p14:nvContentPartPr>
              <p14:xfrm>
                <a:off x="8320790" y="871597"/>
                <a:ext cx="57960" cy="532080"/>
              </p14:xfrm>
            </p:contentPart>
          </mc:Choice>
          <mc:Fallback xmlns="">
            <p:pic>
              <p:nvPicPr>
                <p:cNvPr id="48" name="Ink 47">
                  <a:extLst>
                    <a:ext uri="{FF2B5EF4-FFF2-40B4-BE49-F238E27FC236}">
                      <a16:creationId xmlns:a16="http://schemas.microsoft.com/office/drawing/2014/main" id="{C24786BA-26C7-6EFF-D8A4-2363DD755E22}"/>
                    </a:ext>
                  </a:extLst>
                </p:cNvPr>
                <p:cNvPicPr/>
                <p:nvPr/>
              </p:nvPicPr>
              <p:blipFill>
                <a:blip r:embed="rId113"/>
                <a:stretch>
                  <a:fillRect/>
                </a:stretch>
              </p:blipFill>
              <p:spPr>
                <a:xfrm>
                  <a:off x="8303150" y="853957"/>
                  <a:ext cx="93600" cy="5677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49" name="Ink 48">
                  <a:extLst>
                    <a:ext uri="{FF2B5EF4-FFF2-40B4-BE49-F238E27FC236}">
                      <a16:creationId xmlns:a16="http://schemas.microsoft.com/office/drawing/2014/main" id="{911FD06B-0484-DB9D-BD20-304634ADB56F}"/>
                    </a:ext>
                  </a:extLst>
                </p14:cNvPr>
                <p14:cNvContentPartPr/>
                <p14:nvPr/>
              </p14:nvContentPartPr>
              <p14:xfrm>
                <a:off x="8228270" y="778717"/>
                <a:ext cx="2763720" cy="96840"/>
              </p14:xfrm>
            </p:contentPart>
          </mc:Choice>
          <mc:Fallback xmlns="">
            <p:pic>
              <p:nvPicPr>
                <p:cNvPr id="49" name="Ink 48">
                  <a:extLst>
                    <a:ext uri="{FF2B5EF4-FFF2-40B4-BE49-F238E27FC236}">
                      <a16:creationId xmlns:a16="http://schemas.microsoft.com/office/drawing/2014/main" id="{911FD06B-0484-DB9D-BD20-304634ADB56F}"/>
                    </a:ext>
                  </a:extLst>
                </p:cNvPr>
                <p:cNvPicPr/>
                <p:nvPr/>
              </p:nvPicPr>
              <p:blipFill>
                <a:blip r:embed="rId115"/>
                <a:stretch>
                  <a:fillRect/>
                </a:stretch>
              </p:blipFill>
              <p:spPr>
                <a:xfrm>
                  <a:off x="8210270" y="761077"/>
                  <a:ext cx="27993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50" name="Ink 49">
                  <a:extLst>
                    <a:ext uri="{FF2B5EF4-FFF2-40B4-BE49-F238E27FC236}">
                      <a16:creationId xmlns:a16="http://schemas.microsoft.com/office/drawing/2014/main" id="{5682DDCC-2D3A-628A-BD68-8F0164797B8C}"/>
                    </a:ext>
                  </a:extLst>
                </p14:cNvPr>
                <p14:cNvContentPartPr/>
                <p14:nvPr/>
              </p14:nvContentPartPr>
              <p14:xfrm>
                <a:off x="8338790" y="838117"/>
                <a:ext cx="2729160" cy="492120"/>
              </p14:xfrm>
            </p:contentPart>
          </mc:Choice>
          <mc:Fallback xmlns="">
            <p:pic>
              <p:nvPicPr>
                <p:cNvPr id="50" name="Ink 49">
                  <a:extLst>
                    <a:ext uri="{FF2B5EF4-FFF2-40B4-BE49-F238E27FC236}">
                      <a16:creationId xmlns:a16="http://schemas.microsoft.com/office/drawing/2014/main" id="{5682DDCC-2D3A-628A-BD68-8F0164797B8C}"/>
                    </a:ext>
                  </a:extLst>
                </p:cNvPr>
                <p:cNvPicPr/>
                <p:nvPr/>
              </p:nvPicPr>
              <p:blipFill>
                <a:blip r:embed="rId117"/>
                <a:stretch>
                  <a:fillRect/>
                </a:stretch>
              </p:blipFill>
              <p:spPr>
                <a:xfrm>
                  <a:off x="8320790" y="820117"/>
                  <a:ext cx="2764800" cy="527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51" name="Ink 50">
                  <a:extLst>
                    <a:ext uri="{FF2B5EF4-FFF2-40B4-BE49-F238E27FC236}">
                      <a16:creationId xmlns:a16="http://schemas.microsoft.com/office/drawing/2014/main" id="{B0B366C7-9476-0714-38AA-7E142FE3739A}"/>
                    </a:ext>
                  </a:extLst>
                </p14:cNvPr>
                <p14:cNvContentPartPr/>
                <p14:nvPr/>
              </p14:nvContentPartPr>
              <p14:xfrm>
                <a:off x="8774390" y="821917"/>
                <a:ext cx="74880" cy="426240"/>
              </p14:xfrm>
            </p:contentPart>
          </mc:Choice>
          <mc:Fallback xmlns="">
            <p:pic>
              <p:nvPicPr>
                <p:cNvPr id="51" name="Ink 50">
                  <a:extLst>
                    <a:ext uri="{FF2B5EF4-FFF2-40B4-BE49-F238E27FC236}">
                      <a16:creationId xmlns:a16="http://schemas.microsoft.com/office/drawing/2014/main" id="{B0B366C7-9476-0714-38AA-7E142FE3739A}"/>
                    </a:ext>
                  </a:extLst>
                </p:cNvPr>
                <p:cNvPicPr/>
                <p:nvPr/>
              </p:nvPicPr>
              <p:blipFill>
                <a:blip r:embed="rId119"/>
                <a:stretch>
                  <a:fillRect/>
                </a:stretch>
              </p:blipFill>
              <p:spPr>
                <a:xfrm>
                  <a:off x="8756750" y="803917"/>
                  <a:ext cx="110520" cy="4618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52" name="Ink 51">
                  <a:extLst>
                    <a:ext uri="{FF2B5EF4-FFF2-40B4-BE49-F238E27FC236}">
                      <a16:creationId xmlns:a16="http://schemas.microsoft.com/office/drawing/2014/main" id="{5D2F64B3-E032-2FF0-4BE2-9C47111B94BC}"/>
                    </a:ext>
                  </a:extLst>
                </p14:cNvPr>
                <p14:cNvContentPartPr/>
                <p14:nvPr/>
              </p14:nvContentPartPr>
              <p14:xfrm>
                <a:off x="8867630" y="808957"/>
                <a:ext cx="108000" cy="474480"/>
              </p14:xfrm>
            </p:contentPart>
          </mc:Choice>
          <mc:Fallback xmlns="">
            <p:pic>
              <p:nvPicPr>
                <p:cNvPr id="52" name="Ink 51">
                  <a:extLst>
                    <a:ext uri="{FF2B5EF4-FFF2-40B4-BE49-F238E27FC236}">
                      <a16:creationId xmlns:a16="http://schemas.microsoft.com/office/drawing/2014/main" id="{5D2F64B3-E032-2FF0-4BE2-9C47111B94BC}"/>
                    </a:ext>
                  </a:extLst>
                </p:cNvPr>
                <p:cNvPicPr/>
                <p:nvPr/>
              </p:nvPicPr>
              <p:blipFill>
                <a:blip r:embed="rId121"/>
                <a:stretch>
                  <a:fillRect/>
                </a:stretch>
              </p:blipFill>
              <p:spPr>
                <a:xfrm>
                  <a:off x="8849630" y="791317"/>
                  <a:ext cx="143640" cy="5101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54" name="Ink 53">
                  <a:extLst>
                    <a:ext uri="{FF2B5EF4-FFF2-40B4-BE49-F238E27FC236}">
                      <a16:creationId xmlns:a16="http://schemas.microsoft.com/office/drawing/2014/main" id="{E00DCE83-0952-2600-2B0B-0B7FB573E691}"/>
                    </a:ext>
                  </a:extLst>
                </p14:cNvPr>
                <p14:cNvContentPartPr/>
                <p14:nvPr/>
              </p14:nvContentPartPr>
              <p14:xfrm>
                <a:off x="9386750" y="791317"/>
                <a:ext cx="96120" cy="531360"/>
              </p14:xfrm>
            </p:contentPart>
          </mc:Choice>
          <mc:Fallback xmlns="">
            <p:pic>
              <p:nvPicPr>
                <p:cNvPr id="54" name="Ink 53">
                  <a:extLst>
                    <a:ext uri="{FF2B5EF4-FFF2-40B4-BE49-F238E27FC236}">
                      <a16:creationId xmlns:a16="http://schemas.microsoft.com/office/drawing/2014/main" id="{E00DCE83-0952-2600-2B0B-0B7FB573E691}"/>
                    </a:ext>
                  </a:extLst>
                </p:cNvPr>
                <p:cNvPicPr/>
                <p:nvPr/>
              </p:nvPicPr>
              <p:blipFill>
                <a:blip r:embed="rId123"/>
                <a:stretch>
                  <a:fillRect/>
                </a:stretch>
              </p:blipFill>
              <p:spPr>
                <a:xfrm>
                  <a:off x="9369110" y="773317"/>
                  <a:ext cx="131760" cy="567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56" name="Ink 55">
                  <a:extLst>
                    <a:ext uri="{FF2B5EF4-FFF2-40B4-BE49-F238E27FC236}">
                      <a16:creationId xmlns:a16="http://schemas.microsoft.com/office/drawing/2014/main" id="{81D67B6F-2052-1CF4-2547-4B113630AC4A}"/>
                    </a:ext>
                  </a:extLst>
                </p14:cNvPr>
                <p14:cNvContentPartPr/>
                <p14:nvPr/>
              </p14:nvContentPartPr>
              <p14:xfrm>
                <a:off x="9510950" y="805717"/>
                <a:ext cx="106920" cy="488880"/>
              </p14:xfrm>
            </p:contentPart>
          </mc:Choice>
          <mc:Fallback xmlns="">
            <p:pic>
              <p:nvPicPr>
                <p:cNvPr id="56" name="Ink 55">
                  <a:extLst>
                    <a:ext uri="{FF2B5EF4-FFF2-40B4-BE49-F238E27FC236}">
                      <a16:creationId xmlns:a16="http://schemas.microsoft.com/office/drawing/2014/main" id="{81D67B6F-2052-1CF4-2547-4B113630AC4A}"/>
                    </a:ext>
                  </a:extLst>
                </p:cNvPr>
                <p:cNvPicPr/>
                <p:nvPr/>
              </p:nvPicPr>
              <p:blipFill>
                <a:blip r:embed="rId125"/>
                <a:stretch>
                  <a:fillRect/>
                </a:stretch>
              </p:blipFill>
              <p:spPr>
                <a:xfrm>
                  <a:off x="9492950" y="788077"/>
                  <a:ext cx="142560" cy="5245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58" name="Ink 57">
                  <a:extLst>
                    <a:ext uri="{FF2B5EF4-FFF2-40B4-BE49-F238E27FC236}">
                      <a16:creationId xmlns:a16="http://schemas.microsoft.com/office/drawing/2014/main" id="{356D7F09-3C38-0044-5747-8A35865FC5B8}"/>
                    </a:ext>
                  </a:extLst>
                </p14:cNvPr>
                <p14:cNvContentPartPr/>
                <p14:nvPr/>
              </p14:nvContentPartPr>
              <p14:xfrm>
                <a:off x="10051670" y="815077"/>
                <a:ext cx="88920" cy="501480"/>
              </p14:xfrm>
            </p:contentPart>
          </mc:Choice>
          <mc:Fallback xmlns="">
            <p:pic>
              <p:nvPicPr>
                <p:cNvPr id="58" name="Ink 57">
                  <a:extLst>
                    <a:ext uri="{FF2B5EF4-FFF2-40B4-BE49-F238E27FC236}">
                      <a16:creationId xmlns:a16="http://schemas.microsoft.com/office/drawing/2014/main" id="{356D7F09-3C38-0044-5747-8A35865FC5B8}"/>
                    </a:ext>
                  </a:extLst>
                </p:cNvPr>
                <p:cNvPicPr/>
                <p:nvPr/>
              </p:nvPicPr>
              <p:blipFill>
                <a:blip r:embed="rId127"/>
                <a:stretch>
                  <a:fillRect/>
                </a:stretch>
              </p:blipFill>
              <p:spPr>
                <a:xfrm>
                  <a:off x="10033670" y="797437"/>
                  <a:ext cx="124560" cy="5371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59" name="Ink 58">
                  <a:extLst>
                    <a:ext uri="{FF2B5EF4-FFF2-40B4-BE49-F238E27FC236}">
                      <a16:creationId xmlns:a16="http://schemas.microsoft.com/office/drawing/2014/main" id="{6CAA8628-20A0-2F81-DCF9-3DA45B739ADD}"/>
                    </a:ext>
                  </a:extLst>
                </p14:cNvPr>
                <p14:cNvContentPartPr/>
                <p14:nvPr/>
              </p14:nvContentPartPr>
              <p14:xfrm>
                <a:off x="10178030" y="820837"/>
                <a:ext cx="58320" cy="470520"/>
              </p14:xfrm>
            </p:contentPart>
          </mc:Choice>
          <mc:Fallback xmlns="">
            <p:pic>
              <p:nvPicPr>
                <p:cNvPr id="59" name="Ink 58">
                  <a:extLst>
                    <a:ext uri="{FF2B5EF4-FFF2-40B4-BE49-F238E27FC236}">
                      <a16:creationId xmlns:a16="http://schemas.microsoft.com/office/drawing/2014/main" id="{6CAA8628-20A0-2F81-DCF9-3DA45B739ADD}"/>
                    </a:ext>
                  </a:extLst>
                </p:cNvPr>
                <p:cNvPicPr/>
                <p:nvPr/>
              </p:nvPicPr>
              <p:blipFill>
                <a:blip r:embed="rId129"/>
                <a:stretch>
                  <a:fillRect/>
                </a:stretch>
              </p:blipFill>
              <p:spPr>
                <a:xfrm>
                  <a:off x="10160030" y="803197"/>
                  <a:ext cx="93960" cy="5061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61" name="Ink 60">
                  <a:extLst>
                    <a:ext uri="{FF2B5EF4-FFF2-40B4-BE49-F238E27FC236}">
                      <a16:creationId xmlns:a16="http://schemas.microsoft.com/office/drawing/2014/main" id="{F167FDBB-A327-2E56-29CC-CAE4BE6CA9F5}"/>
                    </a:ext>
                  </a:extLst>
                </p14:cNvPr>
                <p14:cNvContentPartPr/>
                <p14:nvPr/>
              </p14:nvContentPartPr>
              <p14:xfrm>
                <a:off x="8531030" y="931717"/>
                <a:ext cx="39240" cy="205560"/>
              </p14:xfrm>
            </p:contentPart>
          </mc:Choice>
          <mc:Fallback xmlns="">
            <p:pic>
              <p:nvPicPr>
                <p:cNvPr id="61" name="Ink 60">
                  <a:extLst>
                    <a:ext uri="{FF2B5EF4-FFF2-40B4-BE49-F238E27FC236}">
                      <a16:creationId xmlns:a16="http://schemas.microsoft.com/office/drawing/2014/main" id="{F167FDBB-A327-2E56-29CC-CAE4BE6CA9F5}"/>
                    </a:ext>
                  </a:extLst>
                </p:cNvPr>
                <p:cNvPicPr/>
                <p:nvPr/>
              </p:nvPicPr>
              <p:blipFill>
                <a:blip r:embed="rId131"/>
                <a:stretch>
                  <a:fillRect/>
                </a:stretch>
              </p:blipFill>
              <p:spPr>
                <a:xfrm>
                  <a:off x="8513030" y="914077"/>
                  <a:ext cx="7488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62" name="Ink 61">
                  <a:extLst>
                    <a:ext uri="{FF2B5EF4-FFF2-40B4-BE49-F238E27FC236}">
                      <a16:creationId xmlns:a16="http://schemas.microsoft.com/office/drawing/2014/main" id="{37D0B747-E951-FEB8-F958-87A9BB1E37E0}"/>
                    </a:ext>
                  </a:extLst>
                </p14:cNvPr>
                <p14:cNvContentPartPr/>
                <p14:nvPr/>
              </p14:nvContentPartPr>
              <p14:xfrm>
                <a:off x="9083990" y="965557"/>
                <a:ext cx="142920" cy="162720"/>
              </p14:xfrm>
            </p:contentPart>
          </mc:Choice>
          <mc:Fallback xmlns="">
            <p:pic>
              <p:nvPicPr>
                <p:cNvPr id="62" name="Ink 61">
                  <a:extLst>
                    <a:ext uri="{FF2B5EF4-FFF2-40B4-BE49-F238E27FC236}">
                      <a16:creationId xmlns:a16="http://schemas.microsoft.com/office/drawing/2014/main" id="{37D0B747-E951-FEB8-F958-87A9BB1E37E0}"/>
                    </a:ext>
                  </a:extLst>
                </p:cNvPr>
                <p:cNvPicPr/>
                <p:nvPr/>
              </p:nvPicPr>
              <p:blipFill>
                <a:blip r:embed="rId133"/>
                <a:stretch>
                  <a:fillRect/>
                </a:stretch>
              </p:blipFill>
              <p:spPr>
                <a:xfrm>
                  <a:off x="9066350" y="947557"/>
                  <a:ext cx="17856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63" name="Ink 62">
                  <a:extLst>
                    <a:ext uri="{FF2B5EF4-FFF2-40B4-BE49-F238E27FC236}">
                      <a16:creationId xmlns:a16="http://schemas.microsoft.com/office/drawing/2014/main" id="{E6B719B3-4B67-4D51-26E7-C4DD5445B767}"/>
                    </a:ext>
                  </a:extLst>
                </p14:cNvPr>
                <p14:cNvContentPartPr/>
                <p14:nvPr/>
              </p14:nvContentPartPr>
              <p14:xfrm>
                <a:off x="9800750" y="964117"/>
                <a:ext cx="11160" cy="183240"/>
              </p14:xfrm>
            </p:contentPart>
          </mc:Choice>
          <mc:Fallback xmlns="">
            <p:pic>
              <p:nvPicPr>
                <p:cNvPr id="63" name="Ink 62">
                  <a:extLst>
                    <a:ext uri="{FF2B5EF4-FFF2-40B4-BE49-F238E27FC236}">
                      <a16:creationId xmlns:a16="http://schemas.microsoft.com/office/drawing/2014/main" id="{E6B719B3-4B67-4D51-26E7-C4DD5445B767}"/>
                    </a:ext>
                  </a:extLst>
                </p:cNvPr>
                <p:cNvPicPr/>
                <p:nvPr/>
              </p:nvPicPr>
              <p:blipFill>
                <a:blip r:embed="rId135"/>
                <a:stretch>
                  <a:fillRect/>
                </a:stretch>
              </p:blipFill>
              <p:spPr>
                <a:xfrm>
                  <a:off x="9782750" y="946117"/>
                  <a:ext cx="4680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64" name="Ink 63">
                  <a:extLst>
                    <a:ext uri="{FF2B5EF4-FFF2-40B4-BE49-F238E27FC236}">
                      <a16:creationId xmlns:a16="http://schemas.microsoft.com/office/drawing/2014/main" id="{2C3FA25B-9F71-AE45-F598-A5350531AB5D}"/>
                    </a:ext>
                  </a:extLst>
                </p14:cNvPr>
                <p14:cNvContentPartPr/>
                <p14:nvPr/>
              </p14:nvContentPartPr>
              <p14:xfrm>
                <a:off x="10429310" y="888877"/>
                <a:ext cx="161280" cy="211320"/>
              </p14:xfrm>
            </p:contentPart>
          </mc:Choice>
          <mc:Fallback xmlns="">
            <p:pic>
              <p:nvPicPr>
                <p:cNvPr id="64" name="Ink 63">
                  <a:extLst>
                    <a:ext uri="{FF2B5EF4-FFF2-40B4-BE49-F238E27FC236}">
                      <a16:creationId xmlns:a16="http://schemas.microsoft.com/office/drawing/2014/main" id="{2C3FA25B-9F71-AE45-F598-A5350531AB5D}"/>
                    </a:ext>
                  </a:extLst>
                </p:cNvPr>
                <p:cNvPicPr/>
                <p:nvPr/>
              </p:nvPicPr>
              <p:blipFill>
                <a:blip r:embed="rId137"/>
                <a:stretch>
                  <a:fillRect/>
                </a:stretch>
              </p:blipFill>
              <p:spPr>
                <a:xfrm>
                  <a:off x="10411310" y="870877"/>
                  <a:ext cx="19692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65" name="Ink 64">
                  <a:extLst>
                    <a:ext uri="{FF2B5EF4-FFF2-40B4-BE49-F238E27FC236}">
                      <a16:creationId xmlns:a16="http://schemas.microsoft.com/office/drawing/2014/main" id="{D8D08215-8646-EE87-F7ED-9DE49A8A7C89}"/>
                    </a:ext>
                  </a:extLst>
                </p14:cNvPr>
                <p14:cNvContentPartPr/>
                <p14:nvPr/>
              </p14:nvContentPartPr>
              <p14:xfrm>
                <a:off x="8837390" y="412957"/>
                <a:ext cx="255600" cy="340200"/>
              </p14:xfrm>
            </p:contentPart>
          </mc:Choice>
          <mc:Fallback xmlns="">
            <p:pic>
              <p:nvPicPr>
                <p:cNvPr id="65" name="Ink 64">
                  <a:extLst>
                    <a:ext uri="{FF2B5EF4-FFF2-40B4-BE49-F238E27FC236}">
                      <a16:creationId xmlns:a16="http://schemas.microsoft.com/office/drawing/2014/main" id="{D8D08215-8646-EE87-F7ED-9DE49A8A7C89}"/>
                    </a:ext>
                  </a:extLst>
                </p:cNvPr>
                <p:cNvPicPr/>
                <p:nvPr/>
              </p:nvPicPr>
              <p:blipFill>
                <a:blip r:embed="rId139"/>
                <a:stretch>
                  <a:fillRect/>
                </a:stretch>
              </p:blipFill>
              <p:spPr>
                <a:xfrm>
                  <a:off x="8819750" y="395317"/>
                  <a:ext cx="29124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66" name="Ink 65">
                  <a:extLst>
                    <a:ext uri="{FF2B5EF4-FFF2-40B4-BE49-F238E27FC236}">
                      <a16:creationId xmlns:a16="http://schemas.microsoft.com/office/drawing/2014/main" id="{FD33BFF5-2C68-F49C-01B5-92B349D11F93}"/>
                    </a:ext>
                  </a:extLst>
                </p14:cNvPr>
                <p14:cNvContentPartPr/>
                <p14:nvPr/>
              </p14:nvContentPartPr>
              <p14:xfrm>
                <a:off x="8867270" y="585397"/>
                <a:ext cx="88200" cy="153720"/>
              </p14:xfrm>
            </p:contentPart>
          </mc:Choice>
          <mc:Fallback xmlns="">
            <p:pic>
              <p:nvPicPr>
                <p:cNvPr id="66" name="Ink 65">
                  <a:extLst>
                    <a:ext uri="{FF2B5EF4-FFF2-40B4-BE49-F238E27FC236}">
                      <a16:creationId xmlns:a16="http://schemas.microsoft.com/office/drawing/2014/main" id="{FD33BFF5-2C68-F49C-01B5-92B349D11F93}"/>
                    </a:ext>
                  </a:extLst>
                </p:cNvPr>
                <p:cNvPicPr/>
                <p:nvPr/>
              </p:nvPicPr>
              <p:blipFill>
                <a:blip r:embed="rId141"/>
                <a:stretch>
                  <a:fillRect/>
                </a:stretch>
              </p:blipFill>
              <p:spPr>
                <a:xfrm>
                  <a:off x="8849270" y="567757"/>
                  <a:ext cx="12384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67" name="Ink 66">
                  <a:extLst>
                    <a:ext uri="{FF2B5EF4-FFF2-40B4-BE49-F238E27FC236}">
                      <a16:creationId xmlns:a16="http://schemas.microsoft.com/office/drawing/2014/main" id="{90BA5C19-777F-B822-CD20-6A32ADF53088}"/>
                    </a:ext>
                  </a:extLst>
                </p14:cNvPr>
                <p14:cNvContentPartPr/>
                <p14:nvPr/>
              </p14:nvContentPartPr>
              <p14:xfrm>
                <a:off x="9216830" y="284077"/>
                <a:ext cx="132120" cy="228240"/>
              </p14:xfrm>
            </p:contentPart>
          </mc:Choice>
          <mc:Fallback xmlns="">
            <p:pic>
              <p:nvPicPr>
                <p:cNvPr id="67" name="Ink 66">
                  <a:extLst>
                    <a:ext uri="{FF2B5EF4-FFF2-40B4-BE49-F238E27FC236}">
                      <a16:creationId xmlns:a16="http://schemas.microsoft.com/office/drawing/2014/main" id="{90BA5C19-777F-B822-CD20-6A32ADF53088}"/>
                    </a:ext>
                  </a:extLst>
                </p:cNvPr>
                <p:cNvPicPr/>
                <p:nvPr/>
              </p:nvPicPr>
              <p:blipFill>
                <a:blip r:embed="rId143"/>
                <a:stretch>
                  <a:fillRect/>
                </a:stretch>
              </p:blipFill>
              <p:spPr>
                <a:xfrm>
                  <a:off x="9198830" y="266077"/>
                  <a:ext cx="16776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68" name="Ink 67">
                  <a:extLst>
                    <a:ext uri="{FF2B5EF4-FFF2-40B4-BE49-F238E27FC236}">
                      <a16:creationId xmlns:a16="http://schemas.microsoft.com/office/drawing/2014/main" id="{631948E3-52F6-C186-CFFC-349FAC7F75D6}"/>
                    </a:ext>
                  </a:extLst>
                </p14:cNvPr>
                <p14:cNvContentPartPr/>
                <p14:nvPr/>
              </p14:nvContentPartPr>
              <p14:xfrm>
                <a:off x="9383870" y="287677"/>
                <a:ext cx="104040" cy="78840"/>
              </p14:xfrm>
            </p:contentPart>
          </mc:Choice>
          <mc:Fallback xmlns="">
            <p:pic>
              <p:nvPicPr>
                <p:cNvPr id="68" name="Ink 67">
                  <a:extLst>
                    <a:ext uri="{FF2B5EF4-FFF2-40B4-BE49-F238E27FC236}">
                      <a16:creationId xmlns:a16="http://schemas.microsoft.com/office/drawing/2014/main" id="{631948E3-52F6-C186-CFFC-349FAC7F75D6}"/>
                    </a:ext>
                  </a:extLst>
                </p:cNvPr>
                <p:cNvPicPr/>
                <p:nvPr/>
              </p:nvPicPr>
              <p:blipFill>
                <a:blip r:embed="rId145"/>
                <a:stretch>
                  <a:fillRect/>
                </a:stretch>
              </p:blipFill>
              <p:spPr>
                <a:xfrm>
                  <a:off x="9365870" y="270037"/>
                  <a:ext cx="1396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69" name="Ink 68">
                  <a:extLst>
                    <a:ext uri="{FF2B5EF4-FFF2-40B4-BE49-F238E27FC236}">
                      <a16:creationId xmlns:a16="http://schemas.microsoft.com/office/drawing/2014/main" id="{48A90BF4-8AF6-12EF-82E5-585787BD36AA}"/>
                    </a:ext>
                  </a:extLst>
                </p14:cNvPr>
                <p14:cNvContentPartPr/>
                <p14:nvPr/>
              </p14:nvContentPartPr>
              <p14:xfrm>
                <a:off x="9532550" y="273637"/>
                <a:ext cx="56520" cy="175320"/>
              </p14:xfrm>
            </p:contentPart>
          </mc:Choice>
          <mc:Fallback xmlns="">
            <p:pic>
              <p:nvPicPr>
                <p:cNvPr id="69" name="Ink 68">
                  <a:extLst>
                    <a:ext uri="{FF2B5EF4-FFF2-40B4-BE49-F238E27FC236}">
                      <a16:creationId xmlns:a16="http://schemas.microsoft.com/office/drawing/2014/main" id="{48A90BF4-8AF6-12EF-82E5-585787BD36AA}"/>
                    </a:ext>
                  </a:extLst>
                </p:cNvPr>
                <p:cNvPicPr/>
                <p:nvPr/>
              </p:nvPicPr>
              <p:blipFill>
                <a:blip r:embed="rId147"/>
                <a:stretch>
                  <a:fillRect/>
                </a:stretch>
              </p:blipFill>
              <p:spPr>
                <a:xfrm>
                  <a:off x="9514910" y="255637"/>
                  <a:ext cx="921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70" name="Ink 69">
                  <a:extLst>
                    <a:ext uri="{FF2B5EF4-FFF2-40B4-BE49-F238E27FC236}">
                      <a16:creationId xmlns:a16="http://schemas.microsoft.com/office/drawing/2014/main" id="{CAC7A11B-DA05-5BF2-EDF2-BCB41FFEF692}"/>
                    </a:ext>
                  </a:extLst>
                </p14:cNvPr>
                <p14:cNvContentPartPr/>
                <p14:nvPr/>
              </p14:nvContentPartPr>
              <p14:xfrm>
                <a:off x="9549470" y="228997"/>
                <a:ext cx="66240" cy="72720"/>
              </p14:xfrm>
            </p:contentPart>
          </mc:Choice>
          <mc:Fallback xmlns="">
            <p:pic>
              <p:nvPicPr>
                <p:cNvPr id="70" name="Ink 69">
                  <a:extLst>
                    <a:ext uri="{FF2B5EF4-FFF2-40B4-BE49-F238E27FC236}">
                      <a16:creationId xmlns:a16="http://schemas.microsoft.com/office/drawing/2014/main" id="{CAC7A11B-DA05-5BF2-EDF2-BCB41FFEF692}"/>
                    </a:ext>
                  </a:extLst>
                </p:cNvPr>
                <p:cNvPicPr/>
                <p:nvPr/>
              </p:nvPicPr>
              <p:blipFill>
                <a:blip r:embed="rId149"/>
                <a:stretch>
                  <a:fillRect/>
                </a:stretch>
              </p:blipFill>
              <p:spPr>
                <a:xfrm>
                  <a:off x="9531470" y="211357"/>
                  <a:ext cx="10188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5" name="Ink 94">
                  <a:extLst>
                    <a:ext uri="{FF2B5EF4-FFF2-40B4-BE49-F238E27FC236}">
                      <a16:creationId xmlns:a16="http://schemas.microsoft.com/office/drawing/2014/main" id="{61088D9A-FF3F-266B-BD25-EEB51B776A43}"/>
                    </a:ext>
                  </a:extLst>
                </p14:cNvPr>
                <p14:cNvContentPartPr/>
                <p14:nvPr/>
              </p14:nvContentPartPr>
              <p14:xfrm>
                <a:off x="10756910" y="4246957"/>
                <a:ext cx="175320" cy="254520"/>
              </p14:xfrm>
            </p:contentPart>
          </mc:Choice>
          <mc:Fallback xmlns="">
            <p:pic>
              <p:nvPicPr>
                <p:cNvPr id="95" name="Ink 94">
                  <a:extLst>
                    <a:ext uri="{FF2B5EF4-FFF2-40B4-BE49-F238E27FC236}">
                      <a16:creationId xmlns:a16="http://schemas.microsoft.com/office/drawing/2014/main" id="{61088D9A-FF3F-266B-BD25-EEB51B776A43}"/>
                    </a:ext>
                  </a:extLst>
                </p:cNvPr>
                <p:cNvPicPr/>
                <p:nvPr/>
              </p:nvPicPr>
              <p:blipFill>
                <a:blip r:embed="rId151"/>
                <a:stretch>
                  <a:fillRect/>
                </a:stretch>
              </p:blipFill>
              <p:spPr>
                <a:xfrm>
                  <a:off x="10739270" y="4228957"/>
                  <a:ext cx="21096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6" name="Ink 95">
                  <a:extLst>
                    <a:ext uri="{FF2B5EF4-FFF2-40B4-BE49-F238E27FC236}">
                      <a16:creationId xmlns:a16="http://schemas.microsoft.com/office/drawing/2014/main" id="{AAF8C747-864E-85E1-6449-2646731C8BF9}"/>
                    </a:ext>
                  </a:extLst>
                </p14:cNvPr>
                <p14:cNvContentPartPr/>
                <p14:nvPr/>
              </p14:nvContentPartPr>
              <p14:xfrm>
                <a:off x="11011430" y="4381237"/>
                <a:ext cx="102600" cy="171000"/>
              </p14:xfrm>
            </p:contentPart>
          </mc:Choice>
          <mc:Fallback xmlns="">
            <p:pic>
              <p:nvPicPr>
                <p:cNvPr id="96" name="Ink 95">
                  <a:extLst>
                    <a:ext uri="{FF2B5EF4-FFF2-40B4-BE49-F238E27FC236}">
                      <a16:creationId xmlns:a16="http://schemas.microsoft.com/office/drawing/2014/main" id="{AAF8C747-864E-85E1-6449-2646731C8BF9}"/>
                    </a:ext>
                  </a:extLst>
                </p:cNvPr>
                <p:cNvPicPr/>
                <p:nvPr/>
              </p:nvPicPr>
              <p:blipFill>
                <a:blip r:embed="rId153"/>
                <a:stretch>
                  <a:fillRect/>
                </a:stretch>
              </p:blipFill>
              <p:spPr>
                <a:xfrm>
                  <a:off x="10993430" y="4363597"/>
                  <a:ext cx="13824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7" name="Ink 96">
                  <a:extLst>
                    <a:ext uri="{FF2B5EF4-FFF2-40B4-BE49-F238E27FC236}">
                      <a16:creationId xmlns:a16="http://schemas.microsoft.com/office/drawing/2014/main" id="{163F3F6C-9B64-FC98-49B9-5E3680DEB089}"/>
                    </a:ext>
                  </a:extLst>
                </p14:cNvPr>
                <p14:cNvContentPartPr/>
                <p14:nvPr/>
              </p14:nvContentPartPr>
              <p14:xfrm>
                <a:off x="11197190" y="4295197"/>
                <a:ext cx="51840" cy="267120"/>
              </p14:xfrm>
            </p:contentPart>
          </mc:Choice>
          <mc:Fallback xmlns="">
            <p:pic>
              <p:nvPicPr>
                <p:cNvPr id="97" name="Ink 96">
                  <a:extLst>
                    <a:ext uri="{FF2B5EF4-FFF2-40B4-BE49-F238E27FC236}">
                      <a16:creationId xmlns:a16="http://schemas.microsoft.com/office/drawing/2014/main" id="{163F3F6C-9B64-FC98-49B9-5E3680DEB089}"/>
                    </a:ext>
                  </a:extLst>
                </p:cNvPr>
                <p:cNvPicPr/>
                <p:nvPr/>
              </p:nvPicPr>
              <p:blipFill>
                <a:blip r:embed="rId155"/>
                <a:stretch>
                  <a:fillRect/>
                </a:stretch>
              </p:blipFill>
              <p:spPr>
                <a:xfrm>
                  <a:off x="11179550" y="4277197"/>
                  <a:ext cx="8748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8" name="Ink 97">
                  <a:extLst>
                    <a:ext uri="{FF2B5EF4-FFF2-40B4-BE49-F238E27FC236}">
                      <a16:creationId xmlns:a16="http://schemas.microsoft.com/office/drawing/2014/main" id="{0BCEB3E1-059C-B28E-0359-14E2C9982F49}"/>
                    </a:ext>
                  </a:extLst>
                </p14:cNvPr>
                <p14:cNvContentPartPr/>
                <p14:nvPr/>
              </p14:nvContentPartPr>
              <p14:xfrm>
                <a:off x="11300510" y="4345957"/>
                <a:ext cx="224280" cy="195120"/>
              </p14:xfrm>
            </p:contentPart>
          </mc:Choice>
          <mc:Fallback xmlns="">
            <p:pic>
              <p:nvPicPr>
                <p:cNvPr id="98" name="Ink 97">
                  <a:extLst>
                    <a:ext uri="{FF2B5EF4-FFF2-40B4-BE49-F238E27FC236}">
                      <a16:creationId xmlns:a16="http://schemas.microsoft.com/office/drawing/2014/main" id="{0BCEB3E1-059C-B28E-0359-14E2C9982F49}"/>
                    </a:ext>
                  </a:extLst>
                </p:cNvPr>
                <p:cNvPicPr/>
                <p:nvPr/>
              </p:nvPicPr>
              <p:blipFill>
                <a:blip r:embed="rId157"/>
                <a:stretch>
                  <a:fillRect/>
                </a:stretch>
              </p:blipFill>
              <p:spPr>
                <a:xfrm>
                  <a:off x="11282870" y="4328317"/>
                  <a:ext cx="25992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9" name="Ink 98">
                  <a:extLst>
                    <a:ext uri="{FF2B5EF4-FFF2-40B4-BE49-F238E27FC236}">
                      <a16:creationId xmlns:a16="http://schemas.microsoft.com/office/drawing/2014/main" id="{87B2EB2F-0C71-6408-AD75-B0C0EBDFC3A1}"/>
                    </a:ext>
                  </a:extLst>
                </p14:cNvPr>
                <p14:cNvContentPartPr/>
                <p14:nvPr/>
              </p14:nvContentPartPr>
              <p14:xfrm>
                <a:off x="11525150" y="4353877"/>
                <a:ext cx="164520" cy="366840"/>
              </p14:xfrm>
            </p:contentPart>
          </mc:Choice>
          <mc:Fallback xmlns="">
            <p:pic>
              <p:nvPicPr>
                <p:cNvPr id="99" name="Ink 98">
                  <a:extLst>
                    <a:ext uri="{FF2B5EF4-FFF2-40B4-BE49-F238E27FC236}">
                      <a16:creationId xmlns:a16="http://schemas.microsoft.com/office/drawing/2014/main" id="{87B2EB2F-0C71-6408-AD75-B0C0EBDFC3A1}"/>
                    </a:ext>
                  </a:extLst>
                </p:cNvPr>
                <p:cNvPicPr/>
                <p:nvPr/>
              </p:nvPicPr>
              <p:blipFill>
                <a:blip r:embed="rId159"/>
                <a:stretch>
                  <a:fillRect/>
                </a:stretch>
              </p:blipFill>
              <p:spPr>
                <a:xfrm>
                  <a:off x="11507150" y="4335877"/>
                  <a:ext cx="20016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0" name="Ink 99">
                  <a:extLst>
                    <a:ext uri="{FF2B5EF4-FFF2-40B4-BE49-F238E27FC236}">
                      <a16:creationId xmlns:a16="http://schemas.microsoft.com/office/drawing/2014/main" id="{0407E5DE-70E8-FB7D-1085-D061F7235C1C}"/>
                    </a:ext>
                  </a:extLst>
                </p14:cNvPr>
                <p14:cNvContentPartPr/>
                <p14:nvPr/>
              </p14:nvContentPartPr>
              <p14:xfrm>
                <a:off x="10574390" y="3386197"/>
                <a:ext cx="1438200" cy="1680480"/>
              </p14:xfrm>
            </p:contentPart>
          </mc:Choice>
          <mc:Fallback xmlns="">
            <p:pic>
              <p:nvPicPr>
                <p:cNvPr id="100" name="Ink 99">
                  <a:extLst>
                    <a:ext uri="{FF2B5EF4-FFF2-40B4-BE49-F238E27FC236}">
                      <a16:creationId xmlns:a16="http://schemas.microsoft.com/office/drawing/2014/main" id="{0407E5DE-70E8-FB7D-1085-D061F7235C1C}"/>
                    </a:ext>
                  </a:extLst>
                </p:cNvPr>
                <p:cNvPicPr/>
                <p:nvPr/>
              </p:nvPicPr>
              <p:blipFill>
                <a:blip r:embed="rId161"/>
                <a:stretch>
                  <a:fillRect/>
                </a:stretch>
              </p:blipFill>
              <p:spPr>
                <a:xfrm>
                  <a:off x="10556390" y="3368557"/>
                  <a:ext cx="1473840" cy="17161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1" name="Ink 100">
                  <a:extLst>
                    <a:ext uri="{FF2B5EF4-FFF2-40B4-BE49-F238E27FC236}">
                      <a16:creationId xmlns:a16="http://schemas.microsoft.com/office/drawing/2014/main" id="{AA5BDC29-C41C-F5A1-7ABE-A06CBA96DB01}"/>
                    </a:ext>
                  </a:extLst>
                </p14:cNvPr>
                <p14:cNvContentPartPr/>
                <p14:nvPr/>
              </p14:nvContentPartPr>
              <p14:xfrm>
                <a:off x="10464230" y="3419677"/>
                <a:ext cx="230760" cy="1462320"/>
              </p14:xfrm>
            </p:contentPart>
          </mc:Choice>
          <mc:Fallback xmlns="">
            <p:pic>
              <p:nvPicPr>
                <p:cNvPr id="101" name="Ink 100">
                  <a:extLst>
                    <a:ext uri="{FF2B5EF4-FFF2-40B4-BE49-F238E27FC236}">
                      <a16:creationId xmlns:a16="http://schemas.microsoft.com/office/drawing/2014/main" id="{AA5BDC29-C41C-F5A1-7ABE-A06CBA96DB01}"/>
                    </a:ext>
                  </a:extLst>
                </p:cNvPr>
                <p:cNvPicPr/>
                <p:nvPr/>
              </p:nvPicPr>
              <p:blipFill>
                <a:blip r:embed="rId163"/>
                <a:stretch>
                  <a:fillRect/>
                </a:stretch>
              </p:blipFill>
              <p:spPr>
                <a:xfrm>
                  <a:off x="10446590" y="3402037"/>
                  <a:ext cx="266400" cy="14979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3" name="Ink 102">
                  <a:extLst>
                    <a:ext uri="{FF2B5EF4-FFF2-40B4-BE49-F238E27FC236}">
                      <a16:creationId xmlns:a16="http://schemas.microsoft.com/office/drawing/2014/main" id="{B9EC3109-2691-0E06-008A-09F63E3BC478}"/>
                    </a:ext>
                  </a:extLst>
                </p14:cNvPr>
                <p14:cNvContentPartPr/>
                <p14:nvPr/>
              </p14:nvContentPartPr>
              <p14:xfrm>
                <a:off x="10202870" y="1317277"/>
                <a:ext cx="945720" cy="2277000"/>
              </p14:xfrm>
            </p:contentPart>
          </mc:Choice>
          <mc:Fallback xmlns="">
            <p:pic>
              <p:nvPicPr>
                <p:cNvPr id="103" name="Ink 102">
                  <a:extLst>
                    <a:ext uri="{FF2B5EF4-FFF2-40B4-BE49-F238E27FC236}">
                      <a16:creationId xmlns:a16="http://schemas.microsoft.com/office/drawing/2014/main" id="{B9EC3109-2691-0E06-008A-09F63E3BC478}"/>
                    </a:ext>
                  </a:extLst>
                </p:cNvPr>
                <p:cNvPicPr/>
                <p:nvPr/>
              </p:nvPicPr>
              <p:blipFill>
                <a:blip r:embed="rId165"/>
                <a:stretch>
                  <a:fillRect/>
                </a:stretch>
              </p:blipFill>
              <p:spPr>
                <a:xfrm>
                  <a:off x="10185230" y="1299637"/>
                  <a:ext cx="981360" cy="2312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6">
            <p14:nvContentPartPr>
              <p14:cNvPr id="105" name="Ink 104">
                <a:extLst>
                  <a:ext uri="{FF2B5EF4-FFF2-40B4-BE49-F238E27FC236}">
                    <a16:creationId xmlns:a16="http://schemas.microsoft.com/office/drawing/2014/main" id="{96CFDF6D-3A6D-2C18-1F91-F9F47B9EEC08}"/>
                  </a:ext>
                </a:extLst>
              </p14:cNvPr>
              <p14:cNvContentPartPr/>
              <p14:nvPr/>
            </p14:nvContentPartPr>
            <p14:xfrm>
              <a:off x="5793590" y="5601637"/>
              <a:ext cx="2331360" cy="60840"/>
            </p14:xfrm>
          </p:contentPart>
        </mc:Choice>
        <mc:Fallback xmlns="">
          <p:pic>
            <p:nvPicPr>
              <p:cNvPr id="105" name="Ink 104">
                <a:extLst>
                  <a:ext uri="{FF2B5EF4-FFF2-40B4-BE49-F238E27FC236}">
                    <a16:creationId xmlns:a16="http://schemas.microsoft.com/office/drawing/2014/main" id="{96CFDF6D-3A6D-2C18-1F91-F9F47B9EEC08}"/>
                  </a:ext>
                </a:extLst>
              </p:cNvPr>
              <p:cNvPicPr/>
              <p:nvPr/>
            </p:nvPicPr>
            <p:blipFill>
              <a:blip r:embed="rId167"/>
              <a:stretch>
                <a:fillRect/>
              </a:stretch>
            </p:blipFill>
            <p:spPr>
              <a:xfrm>
                <a:off x="5775590" y="5583637"/>
                <a:ext cx="236700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6" name="Ink 105">
                <a:extLst>
                  <a:ext uri="{FF2B5EF4-FFF2-40B4-BE49-F238E27FC236}">
                    <a16:creationId xmlns:a16="http://schemas.microsoft.com/office/drawing/2014/main" id="{8A2081BE-5132-75C1-E4A1-DF8A1C4BEAE0}"/>
                  </a:ext>
                </a:extLst>
              </p14:cNvPr>
              <p14:cNvContentPartPr/>
              <p14:nvPr/>
            </p14:nvContentPartPr>
            <p14:xfrm>
              <a:off x="8448950" y="5555557"/>
              <a:ext cx="607320" cy="58320"/>
            </p14:xfrm>
          </p:contentPart>
        </mc:Choice>
        <mc:Fallback xmlns="">
          <p:pic>
            <p:nvPicPr>
              <p:cNvPr id="106" name="Ink 105">
                <a:extLst>
                  <a:ext uri="{FF2B5EF4-FFF2-40B4-BE49-F238E27FC236}">
                    <a16:creationId xmlns:a16="http://schemas.microsoft.com/office/drawing/2014/main" id="{8A2081BE-5132-75C1-E4A1-DF8A1C4BEAE0}"/>
                  </a:ext>
                </a:extLst>
              </p:cNvPr>
              <p:cNvPicPr/>
              <p:nvPr/>
            </p:nvPicPr>
            <p:blipFill>
              <a:blip r:embed="rId169"/>
              <a:stretch>
                <a:fillRect/>
              </a:stretch>
            </p:blipFill>
            <p:spPr>
              <a:xfrm>
                <a:off x="8430950" y="5537557"/>
                <a:ext cx="642960" cy="93960"/>
              </a:xfrm>
              <a:prstGeom prst="rect">
                <a:avLst/>
              </a:prstGeom>
            </p:spPr>
          </p:pic>
        </mc:Fallback>
      </mc:AlternateContent>
      <p:grpSp>
        <p:nvGrpSpPr>
          <p:cNvPr id="120" name="Group 119">
            <a:extLst>
              <a:ext uri="{FF2B5EF4-FFF2-40B4-BE49-F238E27FC236}">
                <a16:creationId xmlns:a16="http://schemas.microsoft.com/office/drawing/2014/main" id="{E2BA61BB-C3A8-3648-0B60-47B9C41E1B26}"/>
              </a:ext>
            </a:extLst>
          </p:cNvPr>
          <p:cNvGrpSpPr/>
          <p:nvPr/>
        </p:nvGrpSpPr>
        <p:grpSpPr>
          <a:xfrm>
            <a:off x="7331150" y="5888197"/>
            <a:ext cx="1266120" cy="318960"/>
            <a:chOff x="7331150" y="5888197"/>
            <a:chExt cx="1266120" cy="318960"/>
          </a:xfrm>
        </p:grpSpPr>
        <mc:AlternateContent xmlns:mc="http://schemas.openxmlformats.org/markup-compatibility/2006" xmlns:p14="http://schemas.microsoft.com/office/powerpoint/2010/main">
          <mc:Choice Requires="p14">
            <p:contentPart p14:bwMode="auto" r:id="rId170">
              <p14:nvContentPartPr>
                <p14:cNvPr id="107" name="Ink 106">
                  <a:extLst>
                    <a:ext uri="{FF2B5EF4-FFF2-40B4-BE49-F238E27FC236}">
                      <a16:creationId xmlns:a16="http://schemas.microsoft.com/office/drawing/2014/main" id="{2B646A83-4FD1-95B0-1C4D-68F4FAD0CFAE}"/>
                    </a:ext>
                  </a:extLst>
                </p14:cNvPr>
                <p14:cNvContentPartPr/>
                <p14:nvPr/>
              </p14:nvContentPartPr>
              <p14:xfrm>
                <a:off x="7331150" y="5924917"/>
                <a:ext cx="145440" cy="282240"/>
              </p14:xfrm>
            </p:contentPart>
          </mc:Choice>
          <mc:Fallback xmlns="">
            <p:pic>
              <p:nvPicPr>
                <p:cNvPr id="107" name="Ink 106">
                  <a:extLst>
                    <a:ext uri="{FF2B5EF4-FFF2-40B4-BE49-F238E27FC236}">
                      <a16:creationId xmlns:a16="http://schemas.microsoft.com/office/drawing/2014/main" id="{2B646A83-4FD1-95B0-1C4D-68F4FAD0CFAE}"/>
                    </a:ext>
                  </a:extLst>
                </p:cNvPr>
                <p:cNvPicPr/>
                <p:nvPr/>
              </p:nvPicPr>
              <p:blipFill>
                <a:blip r:embed="rId171"/>
                <a:stretch>
                  <a:fillRect/>
                </a:stretch>
              </p:blipFill>
              <p:spPr>
                <a:xfrm>
                  <a:off x="7313150" y="5906917"/>
                  <a:ext cx="18108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8" name="Ink 107">
                  <a:extLst>
                    <a:ext uri="{FF2B5EF4-FFF2-40B4-BE49-F238E27FC236}">
                      <a16:creationId xmlns:a16="http://schemas.microsoft.com/office/drawing/2014/main" id="{4BA584C2-9D78-0F48-88E2-3D26074721E2}"/>
                    </a:ext>
                  </a:extLst>
                </p14:cNvPr>
                <p14:cNvContentPartPr/>
                <p14:nvPr/>
              </p14:nvContentPartPr>
              <p14:xfrm>
                <a:off x="7634270" y="6010957"/>
                <a:ext cx="250920" cy="131400"/>
              </p14:xfrm>
            </p:contentPart>
          </mc:Choice>
          <mc:Fallback xmlns="">
            <p:pic>
              <p:nvPicPr>
                <p:cNvPr id="108" name="Ink 107">
                  <a:extLst>
                    <a:ext uri="{FF2B5EF4-FFF2-40B4-BE49-F238E27FC236}">
                      <a16:creationId xmlns:a16="http://schemas.microsoft.com/office/drawing/2014/main" id="{4BA584C2-9D78-0F48-88E2-3D26074721E2}"/>
                    </a:ext>
                  </a:extLst>
                </p:cNvPr>
                <p:cNvPicPr/>
                <p:nvPr/>
              </p:nvPicPr>
              <p:blipFill>
                <a:blip r:embed="rId173"/>
                <a:stretch>
                  <a:fillRect/>
                </a:stretch>
              </p:blipFill>
              <p:spPr>
                <a:xfrm>
                  <a:off x="7616270" y="5992957"/>
                  <a:ext cx="28656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9" name="Ink 108">
                  <a:extLst>
                    <a:ext uri="{FF2B5EF4-FFF2-40B4-BE49-F238E27FC236}">
                      <a16:creationId xmlns:a16="http://schemas.microsoft.com/office/drawing/2014/main" id="{9A6C6AC5-82F9-5D37-B6DC-880178510E38}"/>
                    </a:ext>
                  </a:extLst>
                </p14:cNvPr>
                <p14:cNvContentPartPr/>
                <p14:nvPr/>
              </p14:nvContentPartPr>
              <p14:xfrm>
                <a:off x="7987790" y="6015637"/>
                <a:ext cx="65160" cy="113400"/>
              </p14:xfrm>
            </p:contentPart>
          </mc:Choice>
          <mc:Fallback xmlns="">
            <p:pic>
              <p:nvPicPr>
                <p:cNvPr id="109" name="Ink 108">
                  <a:extLst>
                    <a:ext uri="{FF2B5EF4-FFF2-40B4-BE49-F238E27FC236}">
                      <a16:creationId xmlns:a16="http://schemas.microsoft.com/office/drawing/2014/main" id="{9A6C6AC5-82F9-5D37-B6DC-880178510E38}"/>
                    </a:ext>
                  </a:extLst>
                </p:cNvPr>
                <p:cNvPicPr/>
                <p:nvPr/>
              </p:nvPicPr>
              <p:blipFill>
                <a:blip r:embed="rId175"/>
                <a:stretch>
                  <a:fillRect/>
                </a:stretch>
              </p:blipFill>
              <p:spPr>
                <a:xfrm>
                  <a:off x="7969790" y="5997997"/>
                  <a:ext cx="1008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0" name="Ink 109">
                  <a:extLst>
                    <a:ext uri="{FF2B5EF4-FFF2-40B4-BE49-F238E27FC236}">
                      <a16:creationId xmlns:a16="http://schemas.microsoft.com/office/drawing/2014/main" id="{5A30D3E4-154A-15CA-5F0A-F5A7856D4A45}"/>
                    </a:ext>
                  </a:extLst>
                </p14:cNvPr>
                <p14:cNvContentPartPr/>
                <p14:nvPr/>
              </p14:nvContentPartPr>
              <p14:xfrm>
                <a:off x="8147270" y="5888197"/>
                <a:ext cx="68040" cy="293400"/>
              </p14:xfrm>
            </p:contentPart>
          </mc:Choice>
          <mc:Fallback xmlns="">
            <p:pic>
              <p:nvPicPr>
                <p:cNvPr id="110" name="Ink 109">
                  <a:extLst>
                    <a:ext uri="{FF2B5EF4-FFF2-40B4-BE49-F238E27FC236}">
                      <a16:creationId xmlns:a16="http://schemas.microsoft.com/office/drawing/2014/main" id="{5A30D3E4-154A-15CA-5F0A-F5A7856D4A45}"/>
                    </a:ext>
                  </a:extLst>
                </p:cNvPr>
                <p:cNvPicPr/>
                <p:nvPr/>
              </p:nvPicPr>
              <p:blipFill>
                <a:blip r:embed="rId177"/>
                <a:stretch>
                  <a:fillRect/>
                </a:stretch>
              </p:blipFill>
              <p:spPr>
                <a:xfrm>
                  <a:off x="8129630" y="5870197"/>
                  <a:ext cx="10368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1" name="Ink 110">
                  <a:extLst>
                    <a:ext uri="{FF2B5EF4-FFF2-40B4-BE49-F238E27FC236}">
                      <a16:creationId xmlns:a16="http://schemas.microsoft.com/office/drawing/2014/main" id="{E68E3E4E-0B2B-4419-6845-8A920A0E41E3}"/>
                    </a:ext>
                  </a:extLst>
                </p14:cNvPr>
                <p14:cNvContentPartPr/>
                <p14:nvPr/>
              </p14:nvContentPartPr>
              <p14:xfrm>
                <a:off x="8233310" y="5947597"/>
                <a:ext cx="115920" cy="132120"/>
              </p14:xfrm>
            </p:contentPart>
          </mc:Choice>
          <mc:Fallback xmlns="">
            <p:pic>
              <p:nvPicPr>
                <p:cNvPr id="111" name="Ink 110">
                  <a:extLst>
                    <a:ext uri="{FF2B5EF4-FFF2-40B4-BE49-F238E27FC236}">
                      <a16:creationId xmlns:a16="http://schemas.microsoft.com/office/drawing/2014/main" id="{E68E3E4E-0B2B-4419-6845-8A920A0E41E3}"/>
                    </a:ext>
                  </a:extLst>
                </p:cNvPr>
                <p:cNvPicPr/>
                <p:nvPr/>
              </p:nvPicPr>
              <p:blipFill>
                <a:blip r:embed="rId179"/>
                <a:stretch>
                  <a:fillRect/>
                </a:stretch>
              </p:blipFill>
              <p:spPr>
                <a:xfrm>
                  <a:off x="8215670" y="5929597"/>
                  <a:ext cx="15156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2" name="Ink 111">
                  <a:extLst>
                    <a:ext uri="{FF2B5EF4-FFF2-40B4-BE49-F238E27FC236}">
                      <a16:creationId xmlns:a16="http://schemas.microsoft.com/office/drawing/2014/main" id="{BF56680A-684C-1AD9-945E-32A215480B1C}"/>
                    </a:ext>
                  </a:extLst>
                </p14:cNvPr>
                <p14:cNvContentPartPr/>
                <p14:nvPr/>
              </p14:nvContentPartPr>
              <p14:xfrm>
                <a:off x="8481350" y="5961277"/>
                <a:ext cx="115920" cy="111960"/>
              </p14:xfrm>
            </p:contentPart>
          </mc:Choice>
          <mc:Fallback xmlns="">
            <p:pic>
              <p:nvPicPr>
                <p:cNvPr id="112" name="Ink 111">
                  <a:extLst>
                    <a:ext uri="{FF2B5EF4-FFF2-40B4-BE49-F238E27FC236}">
                      <a16:creationId xmlns:a16="http://schemas.microsoft.com/office/drawing/2014/main" id="{BF56680A-684C-1AD9-945E-32A215480B1C}"/>
                    </a:ext>
                  </a:extLst>
                </p:cNvPr>
                <p:cNvPicPr/>
                <p:nvPr/>
              </p:nvPicPr>
              <p:blipFill>
                <a:blip r:embed="rId181"/>
                <a:stretch>
                  <a:fillRect/>
                </a:stretch>
              </p:blipFill>
              <p:spPr>
                <a:xfrm>
                  <a:off x="8463350" y="5943637"/>
                  <a:ext cx="151560" cy="147600"/>
                </a:xfrm>
                <a:prstGeom prst="rect">
                  <a:avLst/>
                </a:prstGeom>
              </p:spPr>
            </p:pic>
          </mc:Fallback>
        </mc:AlternateContent>
      </p:grpSp>
      <p:grpSp>
        <p:nvGrpSpPr>
          <p:cNvPr id="119" name="Group 118">
            <a:extLst>
              <a:ext uri="{FF2B5EF4-FFF2-40B4-BE49-F238E27FC236}">
                <a16:creationId xmlns:a16="http://schemas.microsoft.com/office/drawing/2014/main" id="{CA8BA017-EDA5-B580-769C-74CB3BC106D1}"/>
              </a:ext>
            </a:extLst>
          </p:cNvPr>
          <p:cNvGrpSpPr/>
          <p:nvPr/>
        </p:nvGrpSpPr>
        <p:grpSpPr>
          <a:xfrm>
            <a:off x="9053030" y="5783077"/>
            <a:ext cx="709200" cy="338760"/>
            <a:chOff x="9053030" y="5783077"/>
            <a:chExt cx="709200" cy="338760"/>
          </a:xfrm>
        </p:grpSpPr>
        <mc:AlternateContent xmlns:mc="http://schemas.openxmlformats.org/markup-compatibility/2006" xmlns:p14="http://schemas.microsoft.com/office/powerpoint/2010/main">
          <mc:Choice Requires="p14">
            <p:contentPart p14:bwMode="auto" r:id="rId182">
              <p14:nvContentPartPr>
                <p14:cNvPr id="113" name="Ink 112">
                  <a:extLst>
                    <a:ext uri="{FF2B5EF4-FFF2-40B4-BE49-F238E27FC236}">
                      <a16:creationId xmlns:a16="http://schemas.microsoft.com/office/drawing/2014/main" id="{82174BF5-C8DD-F5C6-8149-FAC3DA59AECD}"/>
                    </a:ext>
                  </a:extLst>
                </p14:cNvPr>
                <p14:cNvContentPartPr/>
                <p14:nvPr/>
              </p14:nvContentPartPr>
              <p14:xfrm>
                <a:off x="9053030" y="5783077"/>
                <a:ext cx="52920" cy="338760"/>
              </p14:xfrm>
            </p:contentPart>
          </mc:Choice>
          <mc:Fallback xmlns="">
            <p:pic>
              <p:nvPicPr>
                <p:cNvPr id="113" name="Ink 112">
                  <a:extLst>
                    <a:ext uri="{FF2B5EF4-FFF2-40B4-BE49-F238E27FC236}">
                      <a16:creationId xmlns:a16="http://schemas.microsoft.com/office/drawing/2014/main" id="{82174BF5-C8DD-F5C6-8149-FAC3DA59AECD}"/>
                    </a:ext>
                  </a:extLst>
                </p:cNvPr>
                <p:cNvPicPr/>
                <p:nvPr/>
              </p:nvPicPr>
              <p:blipFill>
                <a:blip r:embed="rId183"/>
                <a:stretch>
                  <a:fillRect/>
                </a:stretch>
              </p:blipFill>
              <p:spPr>
                <a:xfrm>
                  <a:off x="9035030" y="5765077"/>
                  <a:ext cx="88560" cy="3744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4" name="Ink 113">
                  <a:extLst>
                    <a:ext uri="{FF2B5EF4-FFF2-40B4-BE49-F238E27FC236}">
                      <a16:creationId xmlns:a16="http://schemas.microsoft.com/office/drawing/2014/main" id="{D61F144A-54D6-6E75-17C5-55975457505E}"/>
                    </a:ext>
                  </a:extLst>
                </p14:cNvPr>
                <p14:cNvContentPartPr/>
                <p14:nvPr/>
              </p14:nvContentPartPr>
              <p14:xfrm>
                <a:off x="9262550" y="5850397"/>
                <a:ext cx="51840" cy="205920"/>
              </p14:xfrm>
            </p:contentPart>
          </mc:Choice>
          <mc:Fallback xmlns="">
            <p:pic>
              <p:nvPicPr>
                <p:cNvPr id="114" name="Ink 113">
                  <a:extLst>
                    <a:ext uri="{FF2B5EF4-FFF2-40B4-BE49-F238E27FC236}">
                      <a16:creationId xmlns:a16="http://schemas.microsoft.com/office/drawing/2014/main" id="{D61F144A-54D6-6E75-17C5-55975457505E}"/>
                    </a:ext>
                  </a:extLst>
                </p:cNvPr>
                <p:cNvPicPr/>
                <p:nvPr/>
              </p:nvPicPr>
              <p:blipFill>
                <a:blip r:embed="rId185"/>
                <a:stretch>
                  <a:fillRect/>
                </a:stretch>
              </p:blipFill>
              <p:spPr>
                <a:xfrm>
                  <a:off x="9244550" y="5832397"/>
                  <a:ext cx="8748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5" name="Ink 114">
                  <a:extLst>
                    <a:ext uri="{FF2B5EF4-FFF2-40B4-BE49-F238E27FC236}">
                      <a16:creationId xmlns:a16="http://schemas.microsoft.com/office/drawing/2014/main" id="{D65179B7-0E5D-C6E2-0151-A71DA80804D1}"/>
                    </a:ext>
                  </a:extLst>
                </p14:cNvPr>
                <p14:cNvContentPartPr/>
                <p14:nvPr/>
              </p14:nvContentPartPr>
              <p14:xfrm>
                <a:off x="9254270" y="5933557"/>
                <a:ext cx="140760" cy="155160"/>
              </p14:xfrm>
            </p:contentPart>
          </mc:Choice>
          <mc:Fallback xmlns="">
            <p:pic>
              <p:nvPicPr>
                <p:cNvPr id="115" name="Ink 114">
                  <a:extLst>
                    <a:ext uri="{FF2B5EF4-FFF2-40B4-BE49-F238E27FC236}">
                      <a16:creationId xmlns:a16="http://schemas.microsoft.com/office/drawing/2014/main" id="{D65179B7-0E5D-C6E2-0151-A71DA80804D1}"/>
                    </a:ext>
                  </a:extLst>
                </p:cNvPr>
                <p:cNvPicPr/>
                <p:nvPr/>
              </p:nvPicPr>
              <p:blipFill>
                <a:blip r:embed="rId187"/>
                <a:stretch>
                  <a:fillRect/>
                </a:stretch>
              </p:blipFill>
              <p:spPr>
                <a:xfrm>
                  <a:off x="9236270" y="5915557"/>
                  <a:ext cx="17640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6" name="Ink 115">
                  <a:extLst>
                    <a:ext uri="{FF2B5EF4-FFF2-40B4-BE49-F238E27FC236}">
                      <a16:creationId xmlns:a16="http://schemas.microsoft.com/office/drawing/2014/main" id="{F6D94E0B-0E3A-E397-521A-FCF9B45DB5F7}"/>
                    </a:ext>
                  </a:extLst>
                </p14:cNvPr>
                <p14:cNvContentPartPr/>
                <p14:nvPr/>
              </p14:nvContentPartPr>
              <p14:xfrm>
                <a:off x="9482510" y="5896837"/>
                <a:ext cx="44280" cy="213480"/>
              </p14:xfrm>
            </p:contentPart>
          </mc:Choice>
          <mc:Fallback xmlns="">
            <p:pic>
              <p:nvPicPr>
                <p:cNvPr id="116" name="Ink 115">
                  <a:extLst>
                    <a:ext uri="{FF2B5EF4-FFF2-40B4-BE49-F238E27FC236}">
                      <a16:creationId xmlns:a16="http://schemas.microsoft.com/office/drawing/2014/main" id="{F6D94E0B-0E3A-E397-521A-FCF9B45DB5F7}"/>
                    </a:ext>
                  </a:extLst>
                </p:cNvPr>
                <p:cNvPicPr/>
                <p:nvPr/>
              </p:nvPicPr>
              <p:blipFill>
                <a:blip r:embed="rId189"/>
                <a:stretch>
                  <a:fillRect/>
                </a:stretch>
              </p:blipFill>
              <p:spPr>
                <a:xfrm>
                  <a:off x="9464870" y="5879197"/>
                  <a:ext cx="7992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7" name="Ink 116">
                  <a:extLst>
                    <a:ext uri="{FF2B5EF4-FFF2-40B4-BE49-F238E27FC236}">
                      <a16:creationId xmlns:a16="http://schemas.microsoft.com/office/drawing/2014/main" id="{2C8ACF74-8BEA-D704-5F5B-97244B629173}"/>
                    </a:ext>
                  </a:extLst>
                </p14:cNvPr>
                <p14:cNvContentPartPr/>
                <p14:nvPr/>
              </p14:nvContentPartPr>
              <p14:xfrm>
                <a:off x="9466310" y="5874517"/>
                <a:ext cx="82440" cy="90720"/>
              </p14:xfrm>
            </p:contentPart>
          </mc:Choice>
          <mc:Fallback xmlns="">
            <p:pic>
              <p:nvPicPr>
                <p:cNvPr id="117" name="Ink 116">
                  <a:extLst>
                    <a:ext uri="{FF2B5EF4-FFF2-40B4-BE49-F238E27FC236}">
                      <a16:creationId xmlns:a16="http://schemas.microsoft.com/office/drawing/2014/main" id="{2C8ACF74-8BEA-D704-5F5B-97244B629173}"/>
                    </a:ext>
                  </a:extLst>
                </p:cNvPr>
                <p:cNvPicPr/>
                <p:nvPr/>
              </p:nvPicPr>
              <p:blipFill>
                <a:blip r:embed="rId191"/>
                <a:stretch>
                  <a:fillRect/>
                </a:stretch>
              </p:blipFill>
              <p:spPr>
                <a:xfrm>
                  <a:off x="9448310" y="5856877"/>
                  <a:ext cx="11808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8" name="Ink 117">
                  <a:extLst>
                    <a:ext uri="{FF2B5EF4-FFF2-40B4-BE49-F238E27FC236}">
                      <a16:creationId xmlns:a16="http://schemas.microsoft.com/office/drawing/2014/main" id="{596A1661-825C-5FE0-B773-50DC456D8E48}"/>
                    </a:ext>
                  </a:extLst>
                </p14:cNvPr>
                <p14:cNvContentPartPr/>
                <p14:nvPr/>
              </p14:nvContentPartPr>
              <p14:xfrm>
                <a:off x="9674390" y="5838157"/>
                <a:ext cx="87840" cy="222840"/>
              </p14:xfrm>
            </p:contentPart>
          </mc:Choice>
          <mc:Fallback xmlns="">
            <p:pic>
              <p:nvPicPr>
                <p:cNvPr id="118" name="Ink 117">
                  <a:extLst>
                    <a:ext uri="{FF2B5EF4-FFF2-40B4-BE49-F238E27FC236}">
                      <a16:creationId xmlns:a16="http://schemas.microsoft.com/office/drawing/2014/main" id="{596A1661-825C-5FE0-B773-50DC456D8E48}"/>
                    </a:ext>
                  </a:extLst>
                </p:cNvPr>
                <p:cNvPicPr/>
                <p:nvPr/>
              </p:nvPicPr>
              <p:blipFill>
                <a:blip r:embed="rId193"/>
                <a:stretch>
                  <a:fillRect/>
                </a:stretch>
              </p:blipFill>
              <p:spPr>
                <a:xfrm>
                  <a:off x="9656390" y="5820157"/>
                  <a:ext cx="123480" cy="258480"/>
                </a:xfrm>
                <a:prstGeom prst="rect">
                  <a:avLst/>
                </a:prstGeom>
              </p:spPr>
            </p:pic>
          </mc:Fallback>
        </mc:AlternateContent>
      </p:grpSp>
      <p:grpSp>
        <p:nvGrpSpPr>
          <p:cNvPr id="129" name="Group 128">
            <a:extLst>
              <a:ext uri="{FF2B5EF4-FFF2-40B4-BE49-F238E27FC236}">
                <a16:creationId xmlns:a16="http://schemas.microsoft.com/office/drawing/2014/main" id="{17EE52A5-A3C0-54E6-B6B1-F8FFF177621A}"/>
              </a:ext>
            </a:extLst>
          </p:cNvPr>
          <p:cNvGrpSpPr/>
          <p:nvPr/>
        </p:nvGrpSpPr>
        <p:grpSpPr>
          <a:xfrm>
            <a:off x="7349510" y="6439717"/>
            <a:ext cx="785880" cy="300240"/>
            <a:chOff x="7349510" y="6439717"/>
            <a:chExt cx="785880" cy="300240"/>
          </a:xfrm>
        </p:grpSpPr>
        <mc:AlternateContent xmlns:mc="http://schemas.openxmlformats.org/markup-compatibility/2006" xmlns:p14="http://schemas.microsoft.com/office/powerpoint/2010/main">
          <mc:Choice Requires="p14">
            <p:contentPart p14:bwMode="auto" r:id="rId194">
              <p14:nvContentPartPr>
                <p14:cNvPr id="121" name="Ink 120">
                  <a:extLst>
                    <a:ext uri="{FF2B5EF4-FFF2-40B4-BE49-F238E27FC236}">
                      <a16:creationId xmlns:a16="http://schemas.microsoft.com/office/drawing/2014/main" id="{5D94BECD-6E96-F121-BB1C-113068F965BC}"/>
                    </a:ext>
                  </a:extLst>
                </p14:cNvPr>
                <p14:cNvContentPartPr/>
                <p14:nvPr/>
              </p14:nvContentPartPr>
              <p14:xfrm>
                <a:off x="7355630" y="6477517"/>
                <a:ext cx="55080" cy="262440"/>
              </p14:xfrm>
            </p:contentPart>
          </mc:Choice>
          <mc:Fallback xmlns="">
            <p:pic>
              <p:nvPicPr>
                <p:cNvPr id="121" name="Ink 120">
                  <a:extLst>
                    <a:ext uri="{FF2B5EF4-FFF2-40B4-BE49-F238E27FC236}">
                      <a16:creationId xmlns:a16="http://schemas.microsoft.com/office/drawing/2014/main" id="{5D94BECD-6E96-F121-BB1C-113068F965BC}"/>
                    </a:ext>
                  </a:extLst>
                </p:cNvPr>
                <p:cNvPicPr/>
                <p:nvPr/>
              </p:nvPicPr>
              <p:blipFill>
                <a:blip r:embed="rId195"/>
                <a:stretch>
                  <a:fillRect/>
                </a:stretch>
              </p:blipFill>
              <p:spPr>
                <a:xfrm>
                  <a:off x="7337990" y="6459877"/>
                  <a:ext cx="9072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2" name="Ink 121">
                  <a:extLst>
                    <a:ext uri="{FF2B5EF4-FFF2-40B4-BE49-F238E27FC236}">
                      <a16:creationId xmlns:a16="http://schemas.microsoft.com/office/drawing/2014/main" id="{2449286D-D652-247E-E1D8-C0DA4BFC70A8}"/>
                    </a:ext>
                  </a:extLst>
                </p14:cNvPr>
                <p14:cNvContentPartPr/>
                <p14:nvPr/>
              </p14:nvContentPartPr>
              <p14:xfrm>
                <a:off x="7349510" y="6466717"/>
                <a:ext cx="83160" cy="29880"/>
              </p14:xfrm>
            </p:contentPart>
          </mc:Choice>
          <mc:Fallback xmlns="">
            <p:pic>
              <p:nvPicPr>
                <p:cNvPr id="122" name="Ink 121">
                  <a:extLst>
                    <a:ext uri="{FF2B5EF4-FFF2-40B4-BE49-F238E27FC236}">
                      <a16:creationId xmlns:a16="http://schemas.microsoft.com/office/drawing/2014/main" id="{2449286D-D652-247E-E1D8-C0DA4BFC70A8}"/>
                    </a:ext>
                  </a:extLst>
                </p:cNvPr>
                <p:cNvPicPr/>
                <p:nvPr/>
              </p:nvPicPr>
              <p:blipFill>
                <a:blip r:embed="rId197"/>
                <a:stretch>
                  <a:fillRect/>
                </a:stretch>
              </p:blipFill>
              <p:spPr>
                <a:xfrm>
                  <a:off x="7331510" y="6448717"/>
                  <a:ext cx="11880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3" name="Ink 122">
                  <a:extLst>
                    <a:ext uri="{FF2B5EF4-FFF2-40B4-BE49-F238E27FC236}">
                      <a16:creationId xmlns:a16="http://schemas.microsoft.com/office/drawing/2014/main" id="{FC1CE9D6-699C-8D96-905F-A5D4596BC6CB}"/>
                    </a:ext>
                  </a:extLst>
                </p14:cNvPr>
                <p14:cNvContentPartPr/>
                <p14:nvPr/>
              </p14:nvContentPartPr>
              <p14:xfrm>
                <a:off x="7369670" y="6605677"/>
                <a:ext cx="120960" cy="61560"/>
              </p14:xfrm>
            </p:contentPart>
          </mc:Choice>
          <mc:Fallback xmlns="">
            <p:pic>
              <p:nvPicPr>
                <p:cNvPr id="123" name="Ink 122">
                  <a:extLst>
                    <a:ext uri="{FF2B5EF4-FFF2-40B4-BE49-F238E27FC236}">
                      <a16:creationId xmlns:a16="http://schemas.microsoft.com/office/drawing/2014/main" id="{FC1CE9D6-699C-8D96-905F-A5D4596BC6CB}"/>
                    </a:ext>
                  </a:extLst>
                </p:cNvPr>
                <p:cNvPicPr/>
                <p:nvPr/>
              </p:nvPicPr>
              <p:blipFill>
                <a:blip r:embed="rId199"/>
                <a:stretch>
                  <a:fillRect/>
                </a:stretch>
              </p:blipFill>
              <p:spPr>
                <a:xfrm>
                  <a:off x="7351670" y="6588037"/>
                  <a:ext cx="1566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4" name="Ink 123">
                  <a:extLst>
                    <a:ext uri="{FF2B5EF4-FFF2-40B4-BE49-F238E27FC236}">
                      <a16:creationId xmlns:a16="http://schemas.microsoft.com/office/drawing/2014/main" id="{1665F708-492A-1581-3771-C2CCB065F208}"/>
                    </a:ext>
                  </a:extLst>
                </p14:cNvPr>
                <p14:cNvContentPartPr/>
                <p14:nvPr/>
              </p14:nvContentPartPr>
              <p14:xfrm>
                <a:off x="7573070" y="6557797"/>
                <a:ext cx="18360" cy="118440"/>
              </p14:xfrm>
            </p:contentPart>
          </mc:Choice>
          <mc:Fallback xmlns="">
            <p:pic>
              <p:nvPicPr>
                <p:cNvPr id="124" name="Ink 123">
                  <a:extLst>
                    <a:ext uri="{FF2B5EF4-FFF2-40B4-BE49-F238E27FC236}">
                      <a16:creationId xmlns:a16="http://schemas.microsoft.com/office/drawing/2014/main" id="{1665F708-492A-1581-3771-C2CCB065F208}"/>
                    </a:ext>
                  </a:extLst>
                </p:cNvPr>
                <p:cNvPicPr/>
                <p:nvPr/>
              </p:nvPicPr>
              <p:blipFill>
                <a:blip r:embed="rId201"/>
                <a:stretch>
                  <a:fillRect/>
                </a:stretch>
              </p:blipFill>
              <p:spPr>
                <a:xfrm>
                  <a:off x="7555430" y="6539797"/>
                  <a:ext cx="540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5" name="Ink 124">
                  <a:extLst>
                    <a:ext uri="{FF2B5EF4-FFF2-40B4-BE49-F238E27FC236}">
                      <a16:creationId xmlns:a16="http://schemas.microsoft.com/office/drawing/2014/main" id="{4060A162-F00E-2565-EEF2-D41D2C8985B9}"/>
                    </a:ext>
                  </a:extLst>
                </p14:cNvPr>
                <p14:cNvContentPartPr/>
                <p14:nvPr/>
              </p14:nvContentPartPr>
              <p14:xfrm>
                <a:off x="7545350" y="6440797"/>
                <a:ext cx="7200" cy="1800"/>
              </p14:xfrm>
            </p:contentPart>
          </mc:Choice>
          <mc:Fallback xmlns="">
            <p:pic>
              <p:nvPicPr>
                <p:cNvPr id="125" name="Ink 124">
                  <a:extLst>
                    <a:ext uri="{FF2B5EF4-FFF2-40B4-BE49-F238E27FC236}">
                      <a16:creationId xmlns:a16="http://schemas.microsoft.com/office/drawing/2014/main" id="{4060A162-F00E-2565-EEF2-D41D2C8985B9}"/>
                    </a:ext>
                  </a:extLst>
                </p:cNvPr>
                <p:cNvPicPr/>
                <p:nvPr/>
              </p:nvPicPr>
              <p:blipFill>
                <a:blip r:embed="rId203"/>
                <a:stretch>
                  <a:fillRect/>
                </a:stretch>
              </p:blipFill>
              <p:spPr>
                <a:xfrm>
                  <a:off x="7527350" y="6422797"/>
                  <a:ext cx="428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6" name="Ink 125">
                  <a:extLst>
                    <a:ext uri="{FF2B5EF4-FFF2-40B4-BE49-F238E27FC236}">
                      <a16:creationId xmlns:a16="http://schemas.microsoft.com/office/drawing/2014/main" id="{0ACD3E76-8D33-699F-FFC5-0E3B04AB6A13}"/>
                    </a:ext>
                  </a:extLst>
                </p14:cNvPr>
                <p14:cNvContentPartPr/>
                <p14:nvPr/>
              </p14:nvContentPartPr>
              <p14:xfrm>
                <a:off x="7678550" y="6439717"/>
                <a:ext cx="130320" cy="195840"/>
              </p14:xfrm>
            </p:contentPart>
          </mc:Choice>
          <mc:Fallback xmlns="">
            <p:pic>
              <p:nvPicPr>
                <p:cNvPr id="126" name="Ink 125">
                  <a:extLst>
                    <a:ext uri="{FF2B5EF4-FFF2-40B4-BE49-F238E27FC236}">
                      <a16:creationId xmlns:a16="http://schemas.microsoft.com/office/drawing/2014/main" id="{0ACD3E76-8D33-699F-FFC5-0E3B04AB6A13}"/>
                    </a:ext>
                  </a:extLst>
                </p:cNvPr>
                <p:cNvPicPr/>
                <p:nvPr/>
              </p:nvPicPr>
              <p:blipFill>
                <a:blip r:embed="rId205"/>
                <a:stretch>
                  <a:fillRect/>
                </a:stretch>
              </p:blipFill>
              <p:spPr>
                <a:xfrm>
                  <a:off x="7660550" y="6421717"/>
                  <a:ext cx="16596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7" name="Ink 126">
                  <a:extLst>
                    <a:ext uri="{FF2B5EF4-FFF2-40B4-BE49-F238E27FC236}">
                      <a16:creationId xmlns:a16="http://schemas.microsoft.com/office/drawing/2014/main" id="{59B3E885-1154-45B3-F489-51DDFA32D364}"/>
                    </a:ext>
                  </a:extLst>
                </p14:cNvPr>
                <p14:cNvContentPartPr/>
                <p14:nvPr/>
              </p14:nvContentPartPr>
              <p14:xfrm>
                <a:off x="7883750" y="6525397"/>
                <a:ext cx="88560" cy="157680"/>
              </p14:xfrm>
            </p:contentPart>
          </mc:Choice>
          <mc:Fallback xmlns="">
            <p:pic>
              <p:nvPicPr>
                <p:cNvPr id="127" name="Ink 126">
                  <a:extLst>
                    <a:ext uri="{FF2B5EF4-FFF2-40B4-BE49-F238E27FC236}">
                      <a16:creationId xmlns:a16="http://schemas.microsoft.com/office/drawing/2014/main" id="{59B3E885-1154-45B3-F489-51DDFA32D364}"/>
                    </a:ext>
                  </a:extLst>
                </p:cNvPr>
                <p:cNvPicPr/>
                <p:nvPr/>
              </p:nvPicPr>
              <p:blipFill>
                <a:blip r:embed="rId207"/>
                <a:stretch>
                  <a:fillRect/>
                </a:stretch>
              </p:blipFill>
              <p:spPr>
                <a:xfrm>
                  <a:off x="7865750" y="6507757"/>
                  <a:ext cx="12420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8" name="Ink 127">
                  <a:extLst>
                    <a:ext uri="{FF2B5EF4-FFF2-40B4-BE49-F238E27FC236}">
                      <a16:creationId xmlns:a16="http://schemas.microsoft.com/office/drawing/2014/main" id="{58BB26FB-ADCC-15E6-28DA-9A0EDE4BC594}"/>
                    </a:ext>
                  </a:extLst>
                </p14:cNvPr>
                <p14:cNvContentPartPr/>
                <p14:nvPr/>
              </p14:nvContentPartPr>
              <p14:xfrm>
                <a:off x="8070950" y="6482557"/>
                <a:ext cx="64440" cy="92520"/>
              </p14:xfrm>
            </p:contentPart>
          </mc:Choice>
          <mc:Fallback xmlns="">
            <p:pic>
              <p:nvPicPr>
                <p:cNvPr id="128" name="Ink 127">
                  <a:extLst>
                    <a:ext uri="{FF2B5EF4-FFF2-40B4-BE49-F238E27FC236}">
                      <a16:creationId xmlns:a16="http://schemas.microsoft.com/office/drawing/2014/main" id="{58BB26FB-ADCC-15E6-28DA-9A0EDE4BC594}"/>
                    </a:ext>
                  </a:extLst>
                </p:cNvPr>
                <p:cNvPicPr/>
                <p:nvPr/>
              </p:nvPicPr>
              <p:blipFill>
                <a:blip r:embed="rId209"/>
                <a:stretch>
                  <a:fillRect/>
                </a:stretch>
              </p:blipFill>
              <p:spPr>
                <a:xfrm>
                  <a:off x="8053310" y="6464557"/>
                  <a:ext cx="100080" cy="128160"/>
                </a:xfrm>
                <a:prstGeom prst="rect">
                  <a:avLst/>
                </a:prstGeom>
              </p:spPr>
            </p:pic>
          </mc:Fallback>
        </mc:AlternateContent>
      </p:grpSp>
      <p:grpSp>
        <p:nvGrpSpPr>
          <p:cNvPr id="137" name="Group 136">
            <a:extLst>
              <a:ext uri="{FF2B5EF4-FFF2-40B4-BE49-F238E27FC236}">
                <a16:creationId xmlns:a16="http://schemas.microsoft.com/office/drawing/2014/main" id="{2E264B8D-29F1-A4E1-F6B7-06DDAAF6DDDF}"/>
              </a:ext>
            </a:extLst>
          </p:cNvPr>
          <p:cNvGrpSpPr/>
          <p:nvPr/>
        </p:nvGrpSpPr>
        <p:grpSpPr>
          <a:xfrm>
            <a:off x="9086510" y="6329557"/>
            <a:ext cx="1145160" cy="397080"/>
            <a:chOff x="9086510" y="6329557"/>
            <a:chExt cx="1145160" cy="397080"/>
          </a:xfrm>
        </p:grpSpPr>
        <mc:AlternateContent xmlns:mc="http://schemas.openxmlformats.org/markup-compatibility/2006" xmlns:p14="http://schemas.microsoft.com/office/powerpoint/2010/main">
          <mc:Choice Requires="p14">
            <p:contentPart p14:bwMode="auto" r:id="rId210">
              <p14:nvContentPartPr>
                <p14:cNvPr id="130" name="Ink 129">
                  <a:extLst>
                    <a:ext uri="{FF2B5EF4-FFF2-40B4-BE49-F238E27FC236}">
                      <a16:creationId xmlns:a16="http://schemas.microsoft.com/office/drawing/2014/main" id="{F2001ABC-28B2-E4C5-739F-46B5D70C6D7D}"/>
                    </a:ext>
                  </a:extLst>
                </p14:cNvPr>
                <p14:cNvContentPartPr/>
                <p14:nvPr/>
              </p14:nvContentPartPr>
              <p14:xfrm>
                <a:off x="9086510" y="6365917"/>
                <a:ext cx="93600" cy="294480"/>
              </p14:xfrm>
            </p:contentPart>
          </mc:Choice>
          <mc:Fallback xmlns="">
            <p:pic>
              <p:nvPicPr>
                <p:cNvPr id="130" name="Ink 129">
                  <a:extLst>
                    <a:ext uri="{FF2B5EF4-FFF2-40B4-BE49-F238E27FC236}">
                      <a16:creationId xmlns:a16="http://schemas.microsoft.com/office/drawing/2014/main" id="{F2001ABC-28B2-E4C5-739F-46B5D70C6D7D}"/>
                    </a:ext>
                  </a:extLst>
                </p:cNvPr>
                <p:cNvPicPr/>
                <p:nvPr/>
              </p:nvPicPr>
              <p:blipFill>
                <a:blip r:embed="rId211"/>
                <a:stretch>
                  <a:fillRect/>
                </a:stretch>
              </p:blipFill>
              <p:spPr>
                <a:xfrm>
                  <a:off x="9068510" y="6348277"/>
                  <a:ext cx="12924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1" name="Ink 130">
                  <a:extLst>
                    <a:ext uri="{FF2B5EF4-FFF2-40B4-BE49-F238E27FC236}">
                      <a16:creationId xmlns:a16="http://schemas.microsoft.com/office/drawing/2014/main" id="{6CF6F993-1B92-6DD5-3ECB-7C534D775A74}"/>
                    </a:ext>
                  </a:extLst>
                </p14:cNvPr>
                <p14:cNvContentPartPr/>
                <p14:nvPr/>
              </p14:nvContentPartPr>
              <p14:xfrm>
                <a:off x="9355790" y="6329557"/>
                <a:ext cx="189000" cy="315000"/>
              </p14:xfrm>
            </p:contentPart>
          </mc:Choice>
          <mc:Fallback xmlns="">
            <p:pic>
              <p:nvPicPr>
                <p:cNvPr id="131" name="Ink 130">
                  <a:extLst>
                    <a:ext uri="{FF2B5EF4-FFF2-40B4-BE49-F238E27FC236}">
                      <a16:creationId xmlns:a16="http://schemas.microsoft.com/office/drawing/2014/main" id="{6CF6F993-1B92-6DD5-3ECB-7C534D775A74}"/>
                    </a:ext>
                  </a:extLst>
                </p:cNvPr>
                <p:cNvPicPr/>
                <p:nvPr/>
              </p:nvPicPr>
              <p:blipFill>
                <a:blip r:embed="rId213"/>
                <a:stretch>
                  <a:fillRect/>
                </a:stretch>
              </p:blipFill>
              <p:spPr>
                <a:xfrm>
                  <a:off x="9337790" y="6311917"/>
                  <a:ext cx="224640" cy="3506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2" name="Ink 131">
                  <a:extLst>
                    <a:ext uri="{FF2B5EF4-FFF2-40B4-BE49-F238E27FC236}">
                      <a16:creationId xmlns:a16="http://schemas.microsoft.com/office/drawing/2014/main" id="{F63C2E97-9D53-796D-1E92-8EBFECF4B655}"/>
                    </a:ext>
                  </a:extLst>
                </p14:cNvPr>
                <p14:cNvContentPartPr/>
                <p14:nvPr/>
              </p14:nvContentPartPr>
              <p14:xfrm>
                <a:off x="9651710" y="6359437"/>
                <a:ext cx="71640" cy="274680"/>
              </p14:xfrm>
            </p:contentPart>
          </mc:Choice>
          <mc:Fallback xmlns="">
            <p:pic>
              <p:nvPicPr>
                <p:cNvPr id="132" name="Ink 131">
                  <a:extLst>
                    <a:ext uri="{FF2B5EF4-FFF2-40B4-BE49-F238E27FC236}">
                      <a16:creationId xmlns:a16="http://schemas.microsoft.com/office/drawing/2014/main" id="{F63C2E97-9D53-796D-1E92-8EBFECF4B655}"/>
                    </a:ext>
                  </a:extLst>
                </p:cNvPr>
                <p:cNvPicPr/>
                <p:nvPr/>
              </p:nvPicPr>
              <p:blipFill>
                <a:blip r:embed="rId215"/>
                <a:stretch>
                  <a:fillRect/>
                </a:stretch>
              </p:blipFill>
              <p:spPr>
                <a:xfrm>
                  <a:off x="9633710" y="6341797"/>
                  <a:ext cx="10728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3" name="Ink 132">
                  <a:extLst>
                    <a:ext uri="{FF2B5EF4-FFF2-40B4-BE49-F238E27FC236}">
                      <a16:creationId xmlns:a16="http://schemas.microsoft.com/office/drawing/2014/main" id="{41492131-9FA4-80B7-0268-BF8DB4398EDD}"/>
                    </a:ext>
                  </a:extLst>
                </p14:cNvPr>
                <p14:cNvContentPartPr/>
                <p14:nvPr/>
              </p14:nvContentPartPr>
              <p14:xfrm>
                <a:off x="9674390" y="6485437"/>
                <a:ext cx="158760" cy="123120"/>
              </p14:xfrm>
            </p:contentPart>
          </mc:Choice>
          <mc:Fallback xmlns="">
            <p:pic>
              <p:nvPicPr>
                <p:cNvPr id="133" name="Ink 132">
                  <a:extLst>
                    <a:ext uri="{FF2B5EF4-FFF2-40B4-BE49-F238E27FC236}">
                      <a16:creationId xmlns:a16="http://schemas.microsoft.com/office/drawing/2014/main" id="{41492131-9FA4-80B7-0268-BF8DB4398EDD}"/>
                    </a:ext>
                  </a:extLst>
                </p:cNvPr>
                <p:cNvPicPr/>
                <p:nvPr/>
              </p:nvPicPr>
              <p:blipFill>
                <a:blip r:embed="rId217"/>
                <a:stretch>
                  <a:fillRect/>
                </a:stretch>
              </p:blipFill>
              <p:spPr>
                <a:xfrm>
                  <a:off x="9656390" y="6467797"/>
                  <a:ext cx="1944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4" name="Ink 133">
                  <a:extLst>
                    <a:ext uri="{FF2B5EF4-FFF2-40B4-BE49-F238E27FC236}">
                      <a16:creationId xmlns:a16="http://schemas.microsoft.com/office/drawing/2014/main" id="{C9AD73BA-B37D-C061-AC18-9498E529F648}"/>
                    </a:ext>
                  </a:extLst>
                </p14:cNvPr>
                <p14:cNvContentPartPr/>
                <p14:nvPr/>
              </p14:nvContentPartPr>
              <p14:xfrm>
                <a:off x="9928910" y="6492277"/>
                <a:ext cx="38880" cy="234360"/>
              </p14:xfrm>
            </p:contentPart>
          </mc:Choice>
          <mc:Fallback xmlns="">
            <p:pic>
              <p:nvPicPr>
                <p:cNvPr id="134" name="Ink 133">
                  <a:extLst>
                    <a:ext uri="{FF2B5EF4-FFF2-40B4-BE49-F238E27FC236}">
                      <a16:creationId xmlns:a16="http://schemas.microsoft.com/office/drawing/2014/main" id="{C9AD73BA-B37D-C061-AC18-9498E529F648}"/>
                    </a:ext>
                  </a:extLst>
                </p:cNvPr>
                <p:cNvPicPr/>
                <p:nvPr/>
              </p:nvPicPr>
              <p:blipFill>
                <a:blip r:embed="rId219"/>
                <a:stretch>
                  <a:fillRect/>
                </a:stretch>
              </p:blipFill>
              <p:spPr>
                <a:xfrm>
                  <a:off x="9911270" y="6474637"/>
                  <a:ext cx="7452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5" name="Ink 134">
                  <a:extLst>
                    <a:ext uri="{FF2B5EF4-FFF2-40B4-BE49-F238E27FC236}">
                      <a16:creationId xmlns:a16="http://schemas.microsoft.com/office/drawing/2014/main" id="{FA759AD4-F6F2-A7B6-4551-6FBDB431495B}"/>
                    </a:ext>
                  </a:extLst>
                </p14:cNvPr>
                <p14:cNvContentPartPr/>
                <p14:nvPr/>
              </p14:nvContentPartPr>
              <p14:xfrm>
                <a:off x="9956270" y="6486517"/>
                <a:ext cx="87840" cy="74520"/>
              </p14:xfrm>
            </p:contentPart>
          </mc:Choice>
          <mc:Fallback xmlns="">
            <p:pic>
              <p:nvPicPr>
                <p:cNvPr id="135" name="Ink 134">
                  <a:extLst>
                    <a:ext uri="{FF2B5EF4-FFF2-40B4-BE49-F238E27FC236}">
                      <a16:creationId xmlns:a16="http://schemas.microsoft.com/office/drawing/2014/main" id="{FA759AD4-F6F2-A7B6-4551-6FBDB431495B}"/>
                    </a:ext>
                  </a:extLst>
                </p:cNvPr>
                <p:cNvPicPr/>
                <p:nvPr/>
              </p:nvPicPr>
              <p:blipFill>
                <a:blip r:embed="rId221"/>
                <a:stretch>
                  <a:fillRect/>
                </a:stretch>
              </p:blipFill>
              <p:spPr>
                <a:xfrm>
                  <a:off x="9938270" y="6468517"/>
                  <a:ext cx="12348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6" name="Ink 135">
                  <a:extLst>
                    <a:ext uri="{FF2B5EF4-FFF2-40B4-BE49-F238E27FC236}">
                      <a16:creationId xmlns:a16="http://schemas.microsoft.com/office/drawing/2014/main" id="{1AF11238-565C-8FCC-D990-08B3AA40774A}"/>
                    </a:ext>
                  </a:extLst>
                </p14:cNvPr>
                <p14:cNvContentPartPr/>
                <p14:nvPr/>
              </p14:nvContentPartPr>
              <p14:xfrm>
                <a:off x="10151030" y="6436117"/>
                <a:ext cx="80640" cy="173160"/>
              </p14:xfrm>
            </p:contentPart>
          </mc:Choice>
          <mc:Fallback xmlns="">
            <p:pic>
              <p:nvPicPr>
                <p:cNvPr id="136" name="Ink 135">
                  <a:extLst>
                    <a:ext uri="{FF2B5EF4-FFF2-40B4-BE49-F238E27FC236}">
                      <a16:creationId xmlns:a16="http://schemas.microsoft.com/office/drawing/2014/main" id="{1AF11238-565C-8FCC-D990-08B3AA40774A}"/>
                    </a:ext>
                  </a:extLst>
                </p:cNvPr>
                <p:cNvPicPr/>
                <p:nvPr/>
              </p:nvPicPr>
              <p:blipFill>
                <a:blip r:embed="rId223"/>
                <a:stretch>
                  <a:fillRect/>
                </a:stretch>
              </p:blipFill>
              <p:spPr>
                <a:xfrm>
                  <a:off x="10133030" y="6418477"/>
                  <a:ext cx="116280" cy="208800"/>
                </a:xfrm>
                <a:prstGeom prst="rect">
                  <a:avLst/>
                </a:prstGeom>
              </p:spPr>
            </p:pic>
          </mc:Fallback>
        </mc:AlternateContent>
      </p:grpSp>
      <p:grpSp>
        <p:nvGrpSpPr>
          <p:cNvPr id="143" name="Group 142">
            <a:extLst>
              <a:ext uri="{FF2B5EF4-FFF2-40B4-BE49-F238E27FC236}">
                <a16:creationId xmlns:a16="http://schemas.microsoft.com/office/drawing/2014/main" id="{BCA2FD1C-00C1-0E4F-783C-301210478145}"/>
              </a:ext>
            </a:extLst>
          </p:cNvPr>
          <p:cNvGrpSpPr/>
          <p:nvPr/>
        </p:nvGrpSpPr>
        <p:grpSpPr>
          <a:xfrm>
            <a:off x="10399790" y="5565637"/>
            <a:ext cx="1033560" cy="1103040"/>
            <a:chOff x="10399790" y="5565637"/>
            <a:chExt cx="1033560" cy="1103040"/>
          </a:xfrm>
        </p:grpSpPr>
        <mc:AlternateContent xmlns:mc="http://schemas.openxmlformats.org/markup-compatibility/2006" xmlns:p14="http://schemas.microsoft.com/office/powerpoint/2010/main">
          <mc:Choice Requires="p14">
            <p:contentPart p14:bwMode="auto" r:id="rId224">
              <p14:nvContentPartPr>
                <p14:cNvPr id="138" name="Ink 137">
                  <a:extLst>
                    <a:ext uri="{FF2B5EF4-FFF2-40B4-BE49-F238E27FC236}">
                      <a16:creationId xmlns:a16="http://schemas.microsoft.com/office/drawing/2014/main" id="{942C38BA-338C-1122-8A97-938F5FBDC22D}"/>
                    </a:ext>
                  </a:extLst>
                </p14:cNvPr>
                <p14:cNvContentPartPr/>
                <p14:nvPr/>
              </p14:nvContentPartPr>
              <p14:xfrm>
                <a:off x="10555670" y="5905837"/>
                <a:ext cx="78120" cy="393120"/>
              </p14:xfrm>
            </p:contentPart>
          </mc:Choice>
          <mc:Fallback xmlns="">
            <p:pic>
              <p:nvPicPr>
                <p:cNvPr id="138" name="Ink 137">
                  <a:extLst>
                    <a:ext uri="{FF2B5EF4-FFF2-40B4-BE49-F238E27FC236}">
                      <a16:creationId xmlns:a16="http://schemas.microsoft.com/office/drawing/2014/main" id="{942C38BA-338C-1122-8A97-938F5FBDC22D}"/>
                    </a:ext>
                  </a:extLst>
                </p:cNvPr>
                <p:cNvPicPr/>
                <p:nvPr/>
              </p:nvPicPr>
              <p:blipFill>
                <a:blip r:embed="rId225"/>
                <a:stretch>
                  <a:fillRect/>
                </a:stretch>
              </p:blipFill>
              <p:spPr>
                <a:xfrm>
                  <a:off x="10538030" y="5887837"/>
                  <a:ext cx="113760" cy="4287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9" name="Ink 138">
                  <a:extLst>
                    <a:ext uri="{FF2B5EF4-FFF2-40B4-BE49-F238E27FC236}">
                      <a16:creationId xmlns:a16="http://schemas.microsoft.com/office/drawing/2014/main" id="{17ACE38F-92E4-B08E-27E1-910E84C2B846}"/>
                    </a:ext>
                  </a:extLst>
                </p14:cNvPr>
                <p14:cNvContentPartPr/>
                <p14:nvPr/>
              </p14:nvContentPartPr>
              <p14:xfrm>
                <a:off x="10751510" y="5956957"/>
                <a:ext cx="150120" cy="270000"/>
              </p14:xfrm>
            </p:contentPart>
          </mc:Choice>
          <mc:Fallback xmlns="">
            <p:pic>
              <p:nvPicPr>
                <p:cNvPr id="139" name="Ink 138">
                  <a:extLst>
                    <a:ext uri="{FF2B5EF4-FFF2-40B4-BE49-F238E27FC236}">
                      <a16:creationId xmlns:a16="http://schemas.microsoft.com/office/drawing/2014/main" id="{17ACE38F-92E4-B08E-27E1-910E84C2B846}"/>
                    </a:ext>
                  </a:extLst>
                </p:cNvPr>
                <p:cNvPicPr/>
                <p:nvPr/>
              </p:nvPicPr>
              <p:blipFill>
                <a:blip r:embed="rId227"/>
                <a:stretch>
                  <a:fillRect/>
                </a:stretch>
              </p:blipFill>
              <p:spPr>
                <a:xfrm>
                  <a:off x="10733870" y="5939317"/>
                  <a:ext cx="18576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0" name="Ink 139">
                  <a:extLst>
                    <a:ext uri="{FF2B5EF4-FFF2-40B4-BE49-F238E27FC236}">
                      <a16:creationId xmlns:a16="http://schemas.microsoft.com/office/drawing/2014/main" id="{6370C3F1-115C-782D-55C7-A3106CCC9C86}"/>
                    </a:ext>
                  </a:extLst>
                </p14:cNvPr>
                <p14:cNvContentPartPr/>
                <p14:nvPr/>
              </p14:nvContentPartPr>
              <p14:xfrm>
                <a:off x="10933670" y="5698477"/>
                <a:ext cx="142920" cy="268560"/>
              </p14:xfrm>
            </p:contentPart>
          </mc:Choice>
          <mc:Fallback xmlns="">
            <p:pic>
              <p:nvPicPr>
                <p:cNvPr id="140" name="Ink 139">
                  <a:extLst>
                    <a:ext uri="{FF2B5EF4-FFF2-40B4-BE49-F238E27FC236}">
                      <a16:creationId xmlns:a16="http://schemas.microsoft.com/office/drawing/2014/main" id="{6370C3F1-115C-782D-55C7-A3106CCC9C86}"/>
                    </a:ext>
                  </a:extLst>
                </p:cNvPr>
                <p:cNvPicPr/>
                <p:nvPr/>
              </p:nvPicPr>
              <p:blipFill>
                <a:blip r:embed="rId229"/>
                <a:stretch>
                  <a:fillRect/>
                </a:stretch>
              </p:blipFill>
              <p:spPr>
                <a:xfrm>
                  <a:off x="10915670" y="5680477"/>
                  <a:ext cx="17856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1" name="Ink 140">
                  <a:extLst>
                    <a:ext uri="{FF2B5EF4-FFF2-40B4-BE49-F238E27FC236}">
                      <a16:creationId xmlns:a16="http://schemas.microsoft.com/office/drawing/2014/main" id="{02181FAF-EAA0-F745-A0FA-14580CB45E7F}"/>
                    </a:ext>
                  </a:extLst>
                </p14:cNvPr>
                <p14:cNvContentPartPr/>
                <p14:nvPr/>
              </p14:nvContentPartPr>
              <p14:xfrm>
                <a:off x="10399790" y="5565637"/>
                <a:ext cx="1033560" cy="994680"/>
              </p14:xfrm>
            </p:contentPart>
          </mc:Choice>
          <mc:Fallback xmlns="">
            <p:pic>
              <p:nvPicPr>
                <p:cNvPr id="141" name="Ink 140">
                  <a:extLst>
                    <a:ext uri="{FF2B5EF4-FFF2-40B4-BE49-F238E27FC236}">
                      <a16:creationId xmlns:a16="http://schemas.microsoft.com/office/drawing/2014/main" id="{02181FAF-EAA0-F745-A0FA-14580CB45E7F}"/>
                    </a:ext>
                  </a:extLst>
                </p:cNvPr>
                <p:cNvPicPr/>
                <p:nvPr/>
              </p:nvPicPr>
              <p:blipFill>
                <a:blip r:embed="rId231"/>
                <a:stretch>
                  <a:fillRect/>
                </a:stretch>
              </p:blipFill>
              <p:spPr>
                <a:xfrm>
                  <a:off x="10381790" y="5547997"/>
                  <a:ext cx="1069200" cy="10303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2" name="Ink 141">
                  <a:extLst>
                    <a:ext uri="{FF2B5EF4-FFF2-40B4-BE49-F238E27FC236}">
                      <a16:creationId xmlns:a16="http://schemas.microsoft.com/office/drawing/2014/main" id="{B10DAA3E-C096-0ABA-BEFE-798189089C76}"/>
                    </a:ext>
                  </a:extLst>
                </p14:cNvPr>
                <p14:cNvContentPartPr/>
                <p14:nvPr/>
              </p14:nvContentPartPr>
              <p14:xfrm>
                <a:off x="10406630" y="5716117"/>
                <a:ext cx="74880" cy="952560"/>
              </p14:xfrm>
            </p:contentPart>
          </mc:Choice>
          <mc:Fallback xmlns="">
            <p:pic>
              <p:nvPicPr>
                <p:cNvPr id="142" name="Ink 141">
                  <a:extLst>
                    <a:ext uri="{FF2B5EF4-FFF2-40B4-BE49-F238E27FC236}">
                      <a16:creationId xmlns:a16="http://schemas.microsoft.com/office/drawing/2014/main" id="{B10DAA3E-C096-0ABA-BEFE-798189089C76}"/>
                    </a:ext>
                  </a:extLst>
                </p:cNvPr>
                <p:cNvPicPr/>
                <p:nvPr/>
              </p:nvPicPr>
              <p:blipFill>
                <a:blip r:embed="rId233"/>
                <a:stretch>
                  <a:fillRect/>
                </a:stretch>
              </p:blipFill>
              <p:spPr>
                <a:xfrm>
                  <a:off x="10388630" y="5698117"/>
                  <a:ext cx="110520" cy="988200"/>
                </a:xfrm>
                <a:prstGeom prst="rect">
                  <a:avLst/>
                </a:prstGeom>
              </p:spPr>
            </p:pic>
          </mc:Fallback>
        </mc:AlternateContent>
      </p:grpSp>
    </p:spTree>
    <p:extLst>
      <p:ext uri="{BB962C8B-B14F-4D97-AF65-F5344CB8AC3E}">
        <p14:creationId xmlns:p14="http://schemas.microsoft.com/office/powerpoint/2010/main" val="2291019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F47B7-4FE8-BB82-796E-9D00942217FB}"/>
              </a:ext>
            </a:extLst>
          </p:cNvPr>
          <p:cNvSpPr>
            <a:spLocks noGrp="1"/>
          </p:cNvSpPr>
          <p:nvPr>
            <p:ph type="title"/>
          </p:nvPr>
        </p:nvSpPr>
        <p:spPr>
          <a:xfrm>
            <a:off x="78739" y="14986"/>
            <a:ext cx="10328275" cy="492443"/>
          </a:xfrm>
        </p:spPr>
        <p:txBody>
          <a:bodyPr/>
          <a:lstStyle/>
          <a:p>
            <a:r>
              <a:rPr lang="en-US" dirty="0"/>
              <a:t>Optical Fiber </a:t>
            </a:r>
          </a:p>
        </p:txBody>
      </p:sp>
      <p:sp>
        <p:nvSpPr>
          <p:cNvPr id="3" name="Text Placeholder 2">
            <a:extLst>
              <a:ext uri="{FF2B5EF4-FFF2-40B4-BE49-F238E27FC236}">
                <a16:creationId xmlns:a16="http://schemas.microsoft.com/office/drawing/2014/main" id="{697F1B70-1B6C-5109-F8FE-0999BA3050EC}"/>
              </a:ext>
            </a:extLst>
          </p:cNvPr>
          <p:cNvSpPr>
            <a:spLocks noGrp="1"/>
          </p:cNvSpPr>
          <p:nvPr>
            <p:ph type="body" idx="1"/>
          </p:nvPr>
        </p:nvSpPr>
        <p:spPr>
          <a:xfrm>
            <a:off x="838200" y="3962401"/>
            <a:ext cx="9378315" cy="2215991"/>
          </a:xfrm>
        </p:spPr>
        <p:txBody>
          <a:bodyPr/>
          <a:lstStyle/>
          <a:p>
            <a:r>
              <a:rPr lang="en-US" sz="2400" dirty="0"/>
              <a:t>Optical fibers guide light from one point to another confined inside a fiber core.</a:t>
            </a:r>
          </a:p>
          <a:p>
            <a:endParaRPr lang="en-US" sz="2400" dirty="0"/>
          </a:p>
          <a:p>
            <a:r>
              <a:rPr lang="en-US" sz="2400" dirty="0"/>
              <a:t>These work based on the principle of total internal reflection. Depending on the angle that light hits the fiber/cladding interface, it can be fully reflected</a:t>
            </a:r>
          </a:p>
        </p:txBody>
      </p:sp>
      <p:pic>
        <p:nvPicPr>
          <p:cNvPr id="2050" name="Picture 2" descr="Fiber Optic Cable Types: What You ...">
            <a:extLst>
              <a:ext uri="{FF2B5EF4-FFF2-40B4-BE49-F238E27FC236}">
                <a16:creationId xmlns:a16="http://schemas.microsoft.com/office/drawing/2014/main" id="{2B36E2BF-A8D8-A530-E858-52D1EAEAB8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143000"/>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otal Internal Reflection in Optical ...">
            <a:extLst>
              <a:ext uri="{FF2B5EF4-FFF2-40B4-BE49-F238E27FC236}">
                <a16:creationId xmlns:a16="http://schemas.microsoft.com/office/drawing/2014/main" id="{8A5C0C93-A551-08BD-AA02-EFF9F978A1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1143000"/>
            <a:ext cx="2876550" cy="159067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5A604386-62E0-06FC-0392-8516B60A3911}"/>
                  </a:ext>
                </a:extLst>
              </p14:cNvPr>
              <p14:cNvContentPartPr/>
              <p14:nvPr/>
            </p14:nvContentPartPr>
            <p14:xfrm>
              <a:off x="4383903" y="2320393"/>
              <a:ext cx="579960" cy="180360"/>
            </p14:xfrm>
          </p:contentPart>
        </mc:Choice>
        <mc:Fallback xmlns="">
          <p:pic>
            <p:nvPicPr>
              <p:cNvPr id="4" name="Ink 3">
                <a:extLst>
                  <a:ext uri="{FF2B5EF4-FFF2-40B4-BE49-F238E27FC236}">
                    <a16:creationId xmlns:a16="http://schemas.microsoft.com/office/drawing/2014/main" id="{5A604386-62E0-06FC-0392-8516B60A3911}"/>
                  </a:ext>
                </a:extLst>
              </p:cNvPr>
              <p:cNvPicPr/>
              <p:nvPr/>
            </p:nvPicPr>
            <p:blipFill>
              <a:blip r:embed="rId5"/>
              <a:stretch>
                <a:fillRect/>
              </a:stretch>
            </p:blipFill>
            <p:spPr>
              <a:xfrm>
                <a:off x="4330263" y="2212753"/>
                <a:ext cx="687600" cy="396000"/>
              </a:xfrm>
              <a:prstGeom prst="rect">
                <a:avLst/>
              </a:prstGeom>
            </p:spPr>
          </p:pic>
        </mc:Fallback>
      </mc:AlternateContent>
      <p:grpSp>
        <p:nvGrpSpPr>
          <p:cNvPr id="7" name="Group 6">
            <a:extLst>
              <a:ext uri="{FF2B5EF4-FFF2-40B4-BE49-F238E27FC236}">
                <a16:creationId xmlns:a16="http://schemas.microsoft.com/office/drawing/2014/main" id="{3A8F21BB-1C8E-38BC-1223-FC576C722462}"/>
              </a:ext>
            </a:extLst>
          </p:cNvPr>
          <p:cNvGrpSpPr/>
          <p:nvPr/>
        </p:nvGrpSpPr>
        <p:grpSpPr>
          <a:xfrm>
            <a:off x="4966023" y="1251553"/>
            <a:ext cx="358200" cy="1126800"/>
            <a:chOff x="4966023" y="1251553"/>
            <a:chExt cx="358200" cy="1126800"/>
          </a:xfrm>
        </p:grpSpPr>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4F3A6F6-EF46-A1C3-5498-CD0C952C1448}"/>
                    </a:ext>
                  </a:extLst>
                </p14:cNvPr>
                <p14:cNvContentPartPr/>
                <p14:nvPr/>
              </p14:nvContentPartPr>
              <p14:xfrm>
                <a:off x="5027223" y="1251553"/>
                <a:ext cx="297000" cy="1064880"/>
              </p14:xfrm>
            </p:contentPart>
          </mc:Choice>
          <mc:Fallback xmlns="">
            <p:pic>
              <p:nvPicPr>
                <p:cNvPr id="5" name="Ink 4">
                  <a:extLst>
                    <a:ext uri="{FF2B5EF4-FFF2-40B4-BE49-F238E27FC236}">
                      <a16:creationId xmlns:a16="http://schemas.microsoft.com/office/drawing/2014/main" id="{44F3A6F6-EF46-A1C3-5498-CD0C952C1448}"/>
                    </a:ext>
                  </a:extLst>
                </p:cNvPr>
                <p:cNvPicPr/>
                <p:nvPr/>
              </p:nvPicPr>
              <p:blipFill>
                <a:blip r:embed="rId7"/>
                <a:stretch>
                  <a:fillRect/>
                </a:stretch>
              </p:blipFill>
              <p:spPr>
                <a:xfrm>
                  <a:off x="5009583" y="1233553"/>
                  <a:ext cx="332640" cy="1100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9F5103E5-A366-A4F6-1AA2-F7A3A54D57CF}"/>
                    </a:ext>
                  </a:extLst>
                </p14:cNvPr>
                <p14:cNvContentPartPr/>
                <p14:nvPr/>
              </p14:nvContentPartPr>
              <p14:xfrm>
                <a:off x="4966023" y="2146873"/>
                <a:ext cx="253800" cy="231480"/>
              </p14:xfrm>
            </p:contentPart>
          </mc:Choice>
          <mc:Fallback xmlns="">
            <p:pic>
              <p:nvPicPr>
                <p:cNvPr id="6" name="Ink 5">
                  <a:extLst>
                    <a:ext uri="{FF2B5EF4-FFF2-40B4-BE49-F238E27FC236}">
                      <a16:creationId xmlns:a16="http://schemas.microsoft.com/office/drawing/2014/main" id="{9F5103E5-A366-A4F6-1AA2-F7A3A54D57CF}"/>
                    </a:ext>
                  </a:extLst>
                </p:cNvPr>
                <p:cNvPicPr/>
                <p:nvPr/>
              </p:nvPicPr>
              <p:blipFill>
                <a:blip r:embed="rId9"/>
                <a:stretch>
                  <a:fillRect/>
                </a:stretch>
              </p:blipFill>
              <p:spPr>
                <a:xfrm>
                  <a:off x="4948383" y="2128873"/>
                  <a:ext cx="289440" cy="267120"/>
                </a:xfrm>
                <a:prstGeom prst="rect">
                  <a:avLst/>
                </a:prstGeom>
              </p:spPr>
            </p:pic>
          </mc:Fallback>
        </mc:AlternateContent>
      </p:grpSp>
      <p:grpSp>
        <p:nvGrpSpPr>
          <p:cNvPr id="16" name="Group 15">
            <a:extLst>
              <a:ext uri="{FF2B5EF4-FFF2-40B4-BE49-F238E27FC236}">
                <a16:creationId xmlns:a16="http://schemas.microsoft.com/office/drawing/2014/main" id="{06A7A2A1-2AF5-6C57-FD3B-7D6F83D8E2BD}"/>
              </a:ext>
            </a:extLst>
          </p:cNvPr>
          <p:cNvGrpSpPr/>
          <p:nvPr/>
        </p:nvGrpSpPr>
        <p:grpSpPr>
          <a:xfrm>
            <a:off x="5353383" y="628033"/>
            <a:ext cx="851400" cy="373680"/>
            <a:chOff x="5353383" y="628033"/>
            <a:chExt cx="851400" cy="373680"/>
          </a:xfrm>
        </p:grpSpPr>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51F9C61B-F189-8C1C-499C-7973D5336AAA}"/>
                    </a:ext>
                  </a:extLst>
                </p14:cNvPr>
                <p14:cNvContentPartPr/>
                <p14:nvPr/>
              </p14:nvContentPartPr>
              <p14:xfrm>
                <a:off x="5353383" y="684913"/>
                <a:ext cx="153360" cy="316800"/>
              </p14:xfrm>
            </p:contentPart>
          </mc:Choice>
          <mc:Fallback xmlns="">
            <p:pic>
              <p:nvPicPr>
                <p:cNvPr id="8" name="Ink 7">
                  <a:extLst>
                    <a:ext uri="{FF2B5EF4-FFF2-40B4-BE49-F238E27FC236}">
                      <a16:creationId xmlns:a16="http://schemas.microsoft.com/office/drawing/2014/main" id="{51F9C61B-F189-8C1C-499C-7973D5336AAA}"/>
                    </a:ext>
                  </a:extLst>
                </p:cNvPr>
                <p:cNvPicPr/>
                <p:nvPr/>
              </p:nvPicPr>
              <p:blipFill>
                <a:blip r:embed="rId11"/>
                <a:stretch>
                  <a:fillRect/>
                </a:stretch>
              </p:blipFill>
              <p:spPr>
                <a:xfrm>
                  <a:off x="5335383" y="667273"/>
                  <a:ext cx="189000" cy="352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2E3BFE31-546C-C0C8-AA63-AFCD36D85E3D}"/>
                    </a:ext>
                  </a:extLst>
                </p14:cNvPr>
                <p14:cNvContentPartPr/>
                <p14:nvPr/>
              </p14:nvContentPartPr>
              <p14:xfrm>
                <a:off x="5541663" y="780673"/>
                <a:ext cx="19440" cy="121680"/>
              </p14:xfrm>
            </p:contentPart>
          </mc:Choice>
          <mc:Fallback xmlns="">
            <p:pic>
              <p:nvPicPr>
                <p:cNvPr id="9" name="Ink 8">
                  <a:extLst>
                    <a:ext uri="{FF2B5EF4-FFF2-40B4-BE49-F238E27FC236}">
                      <a16:creationId xmlns:a16="http://schemas.microsoft.com/office/drawing/2014/main" id="{2E3BFE31-546C-C0C8-AA63-AFCD36D85E3D}"/>
                    </a:ext>
                  </a:extLst>
                </p:cNvPr>
                <p:cNvPicPr/>
                <p:nvPr/>
              </p:nvPicPr>
              <p:blipFill>
                <a:blip r:embed="rId13"/>
                <a:stretch>
                  <a:fillRect/>
                </a:stretch>
              </p:blipFill>
              <p:spPr>
                <a:xfrm>
                  <a:off x="5523663" y="763033"/>
                  <a:ext cx="5508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EDAB7D70-D1BF-B01B-6AC5-794556E5624A}"/>
                    </a:ext>
                  </a:extLst>
                </p14:cNvPr>
                <p14:cNvContentPartPr/>
                <p14:nvPr/>
              </p14:nvContentPartPr>
              <p14:xfrm>
                <a:off x="5562183" y="642793"/>
                <a:ext cx="21600" cy="61200"/>
              </p14:xfrm>
            </p:contentPart>
          </mc:Choice>
          <mc:Fallback xmlns="">
            <p:pic>
              <p:nvPicPr>
                <p:cNvPr id="10" name="Ink 9">
                  <a:extLst>
                    <a:ext uri="{FF2B5EF4-FFF2-40B4-BE49-F238E27FC236}">
                      <a16:creationId xmlns:a16="http://schemas.microsoft.com/office/drawing/2014/main" id="{EDAB7D70-D1BF-B01B-6AC5-794556E5624A}"/>
                    </a:ext>
                  </a:extLst>
                </p:cNvPr>
                <p:cNvPicPr/>
                <p:nvPr/>
              </p:nvPicPr>
              <p:blipFill>
                <a:blip r:embed="rId15"/>
                <a:stretch>
                  <a:fillRect/>
                </a:stretch>
              </p:blipFill>
              <p:spPr>
                <a:xfrm>
                  <a:off x="5544183" y="625153"/>
                  <a:ext cx="5724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8EA3FBBA-9FCD-841A-9E64-D27F8842428A}"/>
                    </a:ext>
                  </a:extLst>
                </p14:cNvPr>
                <p14:cNvContentPartPr/>
                <p14:nvPr/>
              </p14:nvContentPartPr>
              <p14:xfrm>
                <a:off x="5660823" y="628033"/>
                <a:ext cx="39240" cy="217800"/>
              </p14:xfrm>
            </p:contentPart>
          </mc:Choice>
          <mc:Fallback xmlns="">
            <p:pic>
              <p:nvPicPr>
                <p:cNvPr id="11" name="Ink 10">
                  <a:extLst>
                    <a:ext uri="{FF2B5EF4-FFF2-40B4-BE49-F238E27FC236}">
                      <a16:creationId xmlns:a16="http://schemas.microsoft.com/office/drawing/2014/main" id="{8EA3FBBA-9FCD-841A-9E64-D27F8842428A}"/>
                    </a:ext>
                  </a:extLst>
                </p:cNvPr>
                <p:cNvPicPr/>
                <p:nvPr/>
              </p:nvPicPr>
              <p:blipFill>
                <a:blip r:embed="rId17"/>
                <a:stretch>
                  <a:fillRect/>
                </a:stretch>
              </p:blipFill>
              <p:spPr>
                <a:xfrm>
                  <a:off x="5643183" y="610033"/>
                  <a:ext cx="7488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95ED78F3-7BB4-50EB-189D-E370416E3D3E}"/>
                    </a:ext>
                  </a:extLst>
                </p14:cNvPr>
                <p14:cNvContentPartPr/>
                <p14:nvPr/>
              </p14:nvContentPartPr>
              <p14:xfrm>
                <a:off x="5804823" y="752233"/>
                <a:ext cx="22320" cy="60480"/>
              </p14:xfrm>
            </p:contentPart>
          </mc:Choice>
          <mc:Fallback xmlns="">
            <p:pic>
              <p:nvPicPr>
                <p:cNvPr id="12" name="Ink 11">
                  <a:extLst>
                    <a:ext uri="{FF2B5EF4-FFF2-40B4-BE49-F238E27FC236}">
                      <a16:creationId xmlns:a16="http://schemas.microsoft.com/office/drawing/2014/main" id="{95ED78F3-7BB4-50EB-189D-E370416E3D3E}"/>
                    </a:ext>
                  </a:extLst>
                </p:cNvPr>
                <p:cNvPicPr/>
                <p:nvPr/>
              </p:nvPicPr>
              <p:blipFill>
                <a:blip r:embed="rId19"/>
                <a:stretch>
                  <a:fillRect/>
                </a:stretch>
              </p:blipFill>
              <p:spPr>
                <a:xfrm>
                  <a:off x="5787183" y="734593"/>
                  <a:ext cx="5796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94AA1DA5-CF7B-3BA5-290E-01F4AEC2B0B9}"/>
                    </a:ext>
                  </a:extLst>
                </p14:cNvPr>
                <p14:cNvContentPartPr/>
                <p14:nvPr/>
              </p14:nvContentPartPr>
              <p14:xfrm>
                <a:off x="5815983" y="637033"/>
                <a:ext cx="13320" cy="42840"/>
              </p14:xfrm>
            </p:contentPart>
          </mc:Choice>
          <mc:Fallback xmlns="">
            <p:pic>
              <p:nvPicPr>
                <p:cNvPr id="13" name="Ink 12">
                  <a:extLst>
                    <a:ext uri="{FF2B5EF4-FFF2-40B4-BE49-F238E27FC236}">
                      <a16:creationId xmlns:a16="http://schemas.microsoft.com/office/drawing/2014/main" id="{94AA1DA5-CF7B-3BA5-290E-01F4AEC2B0B9}"/>
                    </a:ext>
                  </a:extLst>
                </p:cNvPr>
                <p:cNvPicPr/>
                <p:nvPr/>
              </p:nvPicPr>
              <p:blipFill>
                <a:blip r:embed="rId21"/>
                <a:stretch>
                  <a:fillRect/>
                </a:stretch>
              </p:blipFill>
              <p:spPr>
                <a:xfrm>
                  <a:off x="5798343" y="619393"/>
                  <a:ext cx="4896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2BC988B8-91A2-A548-E900-BCBC58C2E5E3}"/>
                    </a:ext>
                  </a:extLst>
                </p14:cNvPr>
                <p14:cNvContentPartPr/>
                <p14:nvPr/>
              </p14:nvContentPartPr>
              <p14:xfrm>
                <a:off x="5935143" y="662593"/>
                <a:ext cx="70200" cy="122040"/>
              </p14:xfrm>
            </p:contentPart>
          </mc:Choice>
          <mc:Fallback xmlns="">
            <p:pic>
              <p:nvPicPr>
                <p:cNvPr id="14" name="Ink 13">
                  <a:extLst>
                    <a:ext uri="{FF2B5EF4-FFF2-40B4-BE49-F238E27FC236}">
                      <a16:creationId xmlns:a16="http://schemas.microsoft.com/office/drawing/2014/main" id="{2BC988B8-91A2-A548-E900-BCBC58C2E5E3}"/>
                    </a:ext>
                  </a:extLst>
                </p:cNvPr>
                <p:cNvPicPr/>
                <p:nvPr/>
              </p:nvPicPr>
              <p:blipFill>
                <a:blip r:embed="rId23"/>
                <a:stretch>
                  <a:fillRect/>
                </a:stretch>
              </p:blipFill>
              <p:spPr>
                <a:xfrm>
                  <a:off x="5917143" y="644593"/>
                  <a:ext cx="10584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0E6169B8-A38A-D493-7D9F-8070CA56F2B6}"/>
                    </a:ext>
                  </a:extLst>
                </p14:cNvPr>
                <p14:cNvContentPartPr/>
                <p14:nvPr/>
              </p14:nvContentPartPr>
              <p14:xfrm>
                <a:off x="6072663" y="647473"/>
                <a:ext cx="132120" cy="105120"/>
              </p14:xfrm>
            </p:contentPart>
          </mc:Choice>
          <mc:Fallback xmlns="">
            <p:pic>
              <p:nvPicPr>
                <p:cNvPr id="15" name="Ink 14">
                  <a:extLst>
                    <a:ext uri="{FF2B5EF4-FFF2-40B4-BE49-F238E27FC236}">
                      <a16:creationId xmlns:a16="http://schemas.microsoft.com/office/drawing/2014/main" id="{0E6169B8-A38A-D493-7D9F-8070CA56F2B6}"/>
                    </a:ext>
                  </a:extLst>
                </p:cNvPr>
                <p:cNvPicPr/>
                <p:nvPr/>
              </p:nvPicPr>
              <p:blipFill>
                <a:blip r:embed="rId25"/>
                <a:stretch>
                  <a:fillRect/>
                </a:stretch>
              </p:blipFill>
              <p:spPr>
                <a:xfrm>
                  <a:off x="6054663" y="629473"/>
                  <a:ext cx="167760" cy="140760"/>
                </a:xfrm>
                <a:prstGeom prst="rect">
                  <a:avLst/>
                </a:prstGeom>
              </p:spPr>
            </p:pic>
          </mc:Fallback>
        </mc:AlternateContent>
      </p:grpSp>
      <p:grpSp>
        <p:nvGrpSpPr>
          <p:cNvPr id="24" name="Group 23">
            <a:extLst>
              <a:ext uri="{FF2B5EF4-FFF2-40B4-BE49-F238E27FC236}">
                <a16:creationId xmlns:a16="http://schemas.microsoft.com/office/drawing/2014/main" id="{4AA1EE2B-A46E-1B46-C1C3-DE3AD1DB8511}"/>
              </a:ext>
            </a:extLst>
          </p:cNvPr>
          <p:cNvGrpSpPr/>
          <p:nvPr/>
        </p:nvGrpSpPr>
        <p:grpSpPr>
          <a:xfrm>
            <a:off x="6485223" y="285313"/>
            <a:ext cx="685080" cy="583560"/>
            <a:chOff x="6485223" y="285313"/>
            <a:chExt cx="685080" cy="583560"/>
          </a:xfrm>
        </p:grpSpPr>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87AF106B-178D-0366-3A57-91E4DAC82C9E}"/>
                    </a:ext>
                  </a:extLst>
                </p14:cNvPr>
                <p14:cNvContentPartPr/>
                <p14:nvPr/>
              </p14:nvContentPartPr>
              <p14:xfrm>
                <a:off x="6485223" y="285313"/>
                <a:ext cx="284760" cy="583560"/>
              </p14:xfrm>
            </p:contentPart>
          </mc:Choice>
          <mc:Fallback xmlns="">
            <p:pic>
              <p:nvPicPr>
                <p:cNvPr id="17" name="Ink 16">
                  <a:extLst>
                    <a:ext uri="{FF2B5EF4-FFF2-40B4-BE49-F238E27FC236}">
                      <a16:creationId xmlns:a16="http://schemas.microsoft.com/office/drawing/2014/main" id="{87AF106B-178D-0366-3A57-91E4DAC82C9E}"/>
                    </a:ext>
                  </a:extLst>
                </p:cNvPr>
                <p:cNvPicPr/>
                <p:nvPr/>
              </p:nvPicPr>
              <p:blipFill>
                <a:blip r:embed="rId27"/>
                <a:stretch>
                  <a:fillRect/>
                </a:stretch>
              </p:blipFill>
              <p:spPr>
                <a:xfrm>
                  <a:off x="6467583" y="267673"/>
                  <a:ext cx="320400" cy="619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D038510D-29E0-2CE2-BFDA-CFCEA4D41BC7}"/>
                    </a:ext>
                  </a:extLst>
                </p14:cNvPr>
                <p14:cNvContentPartPr/>
                <p14:nvPr/>
              </p14:nvContentPartPr>
              <p14:xfrm>
                <a:off x="6756303" y="545953"/>
                <a:ext cx="209160" cy="174960"/>
              </p14:xfrm>
            </p:contentPart>
          </mc:Choice>
          <mc:Fallback xmlns="">
            <p:pic>
              <p:nvPicPr>
                <p:cNvPr id="18" name="Ink 17">
                  <a:extLst>
                    <a:ext uri="{FF2B5EF4-FFF2-40B4-BE49-F238E27FC236}">
                      <a16:creationId xmlns:a16="http://schemas.microsoft.com/office/drawing/2014/main" id="{D038510D-29E0-2CE2-BFDA-CFCEA4D41BC7}"/>
                    </a:ext>
                  </a:extLst>
                </p:cNvPr>
                <p:cNvPicPr/>
                <p:nvPr/>
              </p:nvPicPr>
              <p:blipFill>
                <a:blip r:embed="rId29"/>
                <a:stretch>
                  <a:fillRect/>
                </a:stretch>
              </p:blipFill>
              <p:spPr>
                <a:xfrm>
                  <a:off x="6738663" y="528313"/>
                  <a:ext cx="24480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8CCA9F91-2EE1-4EB4-51F2-6EDF7912E734}"/>
                    </a:ext>
                  </a:extLst>
                </p14:cNvPr>
                <p14:cNvContentPartPr/>
                <p14:nvPr/>
              </p14:nvContentPartPr>
              <p14:xfrm>
                <a:off x="7054743" y="599233"/>
                <a:ext cx="56160" cy="26640"/>
              </p14:xfrm>
            </p:contentPart>
          </mc:Choice>
          <mc:Fallback xmlns="">
            <p:pic>
              <p:nvPicPr>
                <p:cNvPr id="19" name="Ink 18">
                  <a:extLst>
                    <a:ext uri="{FF2B5EF4-FFF2-40B4-BE49-F238E27FC236}">
                      <a16:creationId xmlns:a16="http://schemas.microsoft.com/office/drawing/2014/main" id="{8CCA9F91-2EE1-4EB4-51F2-6EDF7912E734}"/>
                    </a:ext>
                  </a:extLst>
                </p:cNvPr>
                <p:cNvPicPr/>
                <p:nvPr/>
              </p:nvPicPr>
              <p:blipFill>
                <a:blip r:embed="rId31"/>
                <a:stretch>
                  <a:fillRect/>
                </a:stretch>
              </p:blipFill>
              <p:spPr>
                <a:xfrm>
                  <a:off x="7036743" y="581593"/>
                  <a:ext cx="918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F4A44D91-79A9-044C-79A2-8280693A75C3}"/>
                    </a:ext>
                  </a:extLst>
                </p14:cNvPr>
                <p14:cNvContentPartPr/>
                <p14:nvPr/>
              </p14:nvContentPartPr>
              <p14:xfrm>
                <a:off x="7116663" y="655393"/>
                <a:ext cx="53640" cy="40320"/>
              </p14:xfrm>
            </p:contentPart>
          </mc:Choice>
          <mc:Fallback xmlns="">
            <p:pic>
              <p:nvPicPr>
                <p:cNvPr id="20" name="Ink 19">
                  <a:extLst>
                    <a:ext uri="{FF2B5EF4-FFF2-40B4-BE49-F238E27FC236}">
                      <a16:creationId xmlns:a16="http://schemas.microsoft.com/office/drawing/2014/main" id="{F4A44D91-79A9-044C-79A2-8280693A75C3}"/>
                    </a:ext>
                  </a:extLst>
                </p:cNvPr>
                <p:cNvPicPr/>
                <p:nvPr/>
              </p:nvPicPr>
              <p:blipFill>
                <a:blip r:embed="rId33"/>
                <a:stretch>
                  <a:fillRect/>
                </a:stretch>
              </p:blipFill>
              <p:spPr>
                <a:xfrm>
                  <a:off x="7098663" y="637753"/>
                  <a:ext cx="89280" cy="75960"/>
                </a:xfrm>
                <a:prstGeom prst="rect">
                  <a:avLst/>
                </a:prstGeom>
              </p:spPr>
            </p:pic>
          </mc:Fallback>
        </mc:AlternateContent>
      </p:grpSp>
      <p:grpSp>
        <p:nvGrpSpPr>
          <p:cNvPr id="30" name="Group 29">
            <a:extLst>
              <a:ext uri="{FF2B5EF4-FFF2-40B4-BE49-F238E27FC236}">
                <a16:creationId xmlns:a16="http://schemas.microsoft.com/office/drawing/2014/main" id="{6D5C4617-5CAB-B1F6-10A0-AF54B5255307}"/>
              </a:ext>
            </a:extLst>
          </p:cNvPr>
          <p:cNvGrpSpPr/>
          <p:nvPr/>
        </p:nvGrpSpPr>
        <p:grpSpPr>
          <a:xfrm>
            <a:off x="7347423" y="382513"/>
            <a:ext cx="800640" cy="489240"/>
            <a:chOff x="7347423" y="382513"/>
            <a:chExt cx="800640" cy="489240"/>
          </a:xfrm>
        </p:grpSpPr>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A83D3661-F056-ADEE-68CB-A8FDD2CEED70}"/>
                    </a:ext>
                  </a:extLst>
                </p14:cNvPr>
                <p14:cNvContentPartPr/>
                <p14:nvPr/>
              </p14:nvContentPartPr>
              <p14:xfrm>
                <a:off x="7347423" y="518233"/>
                <a:ext cx="19440" cy="248040"/>
              </p14:xfrm>
            </p:contentPart>
          </mc:Choice>
          <mc:Fallback xmlns="">
            <p:pic>
              <p:nvPicPr>
                <p:cNvPr id="21" name="Ink 20">
                  <a:extLst>
                    <a:ext uri="{FF2B5EF4-FFF2-40B4-BE49-F238E27FC236}">
                      <a16:creationId xmlns:a16="http://schemas.microsoft.com/office/drawing/2014/main" id="{A83D3661-F056-ADEE-68CB-A8FDD2CEED70}"/>
                    </a:ext>
                  </a:extLst>
                </p:cNvPr>
                <p:cNvPicPr/>
                <p:nvPr/>
              </p:nvPicPr>
              <p:blipFill>
                <a:blip r:embed="rId35"/>
                <a:stretch>
                  <a:fillRect/>
                </a:stretch>
              </p:blipFill>
              <p:spPr>
                <a:xfrm>
                  <a:off x="7329423" y="500233"/>
                  <a:ext cx="5508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2D6E031D-7608-0E99-068A-1C66E5B1E73A}"/>
                    </a:ext>
                  </a:extLst>
                </p14:cNvPr>
                <p14:cNvContentPartPr/>
                <p14:nvPr/>
              </p14:nvContentPartPr>
              <p14:xfrm>
                <a:off x="7500783" y="611833"/>
                <a:ext cx="5040" cy="7920"/>
              </p14:xfrm>
            </p:contentPart>
          </mc:Choice>
          <mc:Fallback xmlns="">
            <p:pic>
              <p:nvPicPr>
                <p:cNvPr id="22" name="Ink 21">
                  <a:extLst>
                    <a:ext uri="{FF2B5EF4-FFF2-40B4-BE49-F238E27FC236}">
                      <a16:creationId xmlns:a16="http://schemas.microsoft.com/office/drawing/2014/main" id="{2D6E031D-7608-0E99-068A-1C66E5B1E73A}"/>
                    </a:ext>
                  </a:extLst>
                </p:cNvPr>
                <p:cNvPicPr/>
                <p:nvPr/>
              </p:nvPicPr>
              <p:blipFill>
                <a:blip r:embed="rId37"/>
                <a:stretch>
                  <a:fillRect/>
                </a:stretch>
              </p:blipFill>
              <p:spPr>
                <a:xfrm>
                  <a:off x="7482783" y="594193"/>
                  <a:ext cx="406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D185CCDF-1BE1-9A3A-829B-70FA1A837C53}"/>
                    </a:ext>
                  </a:extLst>
                </p14:cNvPr>
                <p14:cNvContentPartPr/>
                <p14:nvPr/>
              </p14:nvContentPartPr>
              <p14:xfrm>
                <a:off x="7624623" y="510673"/>
                <a:ext cx="155520" cy="179640"/>
              </p14:xfrm>
            </p:contentPart>
          </mc:Choice>
          <mc:Fallback xmlns="">
            <p:pic>
              <p:nvPicPr>
                <p:cNvPr id="25" name="Ink 24">
                  <a:extLst>
                    <a:ext uri="{FF2B5EF4-FFF2-40B4-BE49-F238E27FC236}">
                      <a16:creationId xmlns:a16="http://schemas.microsoft.com/office/drawing/2014/main" id="{D185CCDF-1BE1-9A3A-829B-70FA1A837C53}"/>
                    </a:ext>
                  </a:extLst>
                </p:cNvPr>
                <p:cNvPicPr/>
                <p:nvPr/>
              </p:nvPicPr>
              <p:blipFill>
                <a:blip r:embed="rId39"/>
                <a:stretch>
                  <a:fillRect/>
                </a:stretch>
              </p:blipFill>
              <p:spPr>
                <a:xfrm>
                  <a:off x="7606983" y="493033"/>
                  <a:ext cx="19116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825690D0-276B-2196-CB8B-78CA392F4D6D}"/>
                    </a:ext>
                  </a:extLst>
                </p14:cNvPr>
                <p14:cNvContentPartPr/>
                <p14:nvPr/>
              </p14:nvContentPartPr>
              <p14:xfrm>
                <a:off x="7757463" y="563233"/>
                <a:ext cx="42480" cy="213120"/>
              </p14:xfrm>
            </p:contentPart>
          </mc:Choice>
          <mc:Fallback xmlns="">
            <p:pic>
              <p:nvPicPr>
                <p:cNvPr id="26" name="Ink 25">
                  <a:extLst>
                    <a:ext uri="{FF2B5EF4-FFF2-40B4-BE49-F238E27FC236}">
                      <a16:creationId xmlns:a16="http://schemas.microsoft.com/office/drawing/2014/main" id="{825690D0-276B-2196-CB8B-78CA392F4D6D}"/>
                    </a:ext>
                  </a:extLst>
                </p:cNvPr>
                <p:cNvPicPr/>
                <p:nvPr/>
              </p:nvPicPr>
              <p:blipFill>
                <a:blip r:embed="rId41"/>
                <a:stretch>
                  <a:fillRect/>
                </a:stretch>
              </p:blipFill>
              <p:spPr>
                <a:xfrm>
                  <a:off x="7739463" y="545233"/>
                  <a:ext cx="7812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F162E7E1-2553-FA3F-A3AF-E86A1FD5DD1B}"/>
                    </a:ext>
                  </a:extLst>
                </p14:cNvPr>
                <p14:cNvContentPartPr/>
                <p14:nvPr/>
              </p14:nvContentPartPr>
              <p14:xfrm>
                <a:off x="7822263" y="554953"/>
                <a:ext cx="140400" cy="219960"/>
              </p14:xfrm>
            </p:contentPart>
          </mc:Choice>
          <mc:Fallback xmlns="">
            <p:pic>
              <p:nvPicPr>
                <p:cNvPr id="27" name="Ink 26">
                  <a:extLst>
                    <a:ext uri="{FF2B5EF4-FFF2-40B4-BE49-F238E27FC236}">
                      <a16:creationId xmlns:a16="http://schemas.microsoft.com/office/drawing/2014/main" id="{F162E7E1-2553-FA3F-A3AF-E86A1FD5DD1B}"/>
                    </a:ext>
                  </a:extLst>
                </p:cNvPr>
                <p:cNvPicPr/>
                <p:nvPr/>
              </p:nvPicPr>
              <p:blipFill>
                <a:blip r:embed="rId43"/>
                <a:stretch>
                  <a:fillRect/>
                </a:stretch>
              </p:blipFill>
              <p:spPr>
                <a:xfrm>
                  <a:off x="7804263" y="536953"/>
                  <a:ext cx="17604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49CB6A99-9D96-6FF4-84B5-19BB1AD2B9B0}"/>
                    </a:ext>
                  </a:extLst>
                </p14:cNvPr>
                <p14:cNvContentPartPr/>
                <p14:nvPr/>
              </p14:nvContentPartPr>
              <p14:xfrm>
                <a:off x="7901463" y="652153"/>
                <a:ext cx="76320" cy="41760"/>
              </p14:xfrm>
            </p:contentPart>
          </mc:Choice>
          <mc:Fallback xmlns="">
            <p:pic>
              <p:nvPicPr>
                <p:cNvPr id="28" name="Ink 27">
                  <a:extLst>
                    <a:ext uri="{FF2B5EF4-FFF2-40B4-BE49-F238E27FC236}">
                      <a16:creationId xmlns:a16="http://schemas.microsoft.com/office/drawing/2014/main" id="{49CB6A99-9D96-6FF4-84B5-19BB1AD2B9B0}"/>
                    </a:ext>
                  </a:extLst>
                </p:cNvPr>
                <p:cNvPicPr/>
                <p:nvPr/>
              </p:nvPicPr>
              <p:blipFill>
                <a:blip r:embed="rId45"/>
                <a:stretch>
                  <a:fillRect/>
                </a:stretch>
              </p:blipFill>
              <p:spPr>
                <a:xfrm>
                  <a:off x="7883823" y="634513"/>
                  <a:ext cx="11196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3389B352-D92C-2B44-4B18-98B785F85A21}"/>
                    </a:ext>
                  </a:extLst>
                </p14:cNvPr>
                <p14:cNvContentPartPr/>
                <p14:nvPr/>
              </p14:nvContentPartPr>
              <p14:xfrm>
                <a:off x="8015583" y="382513"/>
                <a:ext cx="132480" cy="489240"/>
              </p14:xfrm>
            </p:contentPart>
          </mc:Choice>
          <mc:Fallback xmlns="">
            <p:pic>
              <p:nvPicPr>
                <p:cNvPr id="29" name="Ink 28">
                  <a:extLst>
                    <a:ext uri="{FF2B5EF4-FFF2-40B4-BE49-F238E27FC236}">
                      <a16:creationId xmlns:a16="http://schemas.microsoft.com/office/drawing/2014/main" id="{3389B352-D92C-2B44-4B18-98B785F85A21}"/>
                    </a:ext>
                  </a:extLst>
                </p:cNvPr>
                <p:cNvPicPr/>
                <p:nvPr/>
              </p:nvPicPr>
              <p:blipFill>
                <a:blip r:embed="rId47"/>
                <a:stretch>
                  <a:fillRect/>
                </a:stretch>
              </p:blipFill>
              <p:spPr>
                <a:xfrm>
                  <a:off x="7997583" y="364873"/>
                  <a:ext cx="168120" cy="524880"/>
                </a:xfrm>
                <a:prstGeom prst="rect">
                  <a:avLst/>
                </a:prstGeom>
              </p:spPr>
            </p:pic>
          </mc:Fallback>
        </mc:AlternateContent>
      </p:grpSp>
    </p:spTree>
    <p:extLst>
      <p:ext uri="{BB962C8B-B14F-4D97-AF65-F5344CB8AC3E}">
        <p14:creationId xmlns:p14="http://schemas.microsoft.com/office/powerpoint/2010/main" val="202127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50CE1-A9C0-A741-5B6B-2B221E8E9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CE530-265A-3112-47B0-8DA994BFAC8F}"/>
              </a:ext>
            </a:extLst>
          </p:cNvPr>
          <p:cNvSpPr>
            <a:spLocks noGrp="1"/>
          </p:cNvSpPr>
          <p:nvPr>
            <p:ph type="title"/>
          </p:nvPr>
        </p:nvSpPr>
        <p:spPr>
          <a:xfrm>
            <a:off x="78739" y="14986"/>
            <a:ext cx="10328275" cy="492443"/>
          </a:xfrm>
        </p:spPr>
        <p:txBody>
          <a:bodyPr/>
          <a:lstStyle/>
          <a:p>
            <a:r>
              <a:rPr lang="en-US" dirty="0"/>
              <a:t>Optical Fiber </a:t>
            </a:r>
          </a:p>
        </p:txBody>
      </p:sp>
      <p:sp>
        <p:nvSpPr>
          <p:cNvPr id="3" name="Text Placeholder 2">
            <a:extLst>
              <a:ext uri="{FF2B5EF4-FFF2-40B4-BE49-F238E27FC236}">
                <a16:creationId xmlns:a16="http://schemas.microsoft.com/office/drawing/2014/main" id="{F7F03CC3-E348-8FD3-EE58-6C7A41098E2F}"/>
              </a:ext>
            </a:extLst>
          </p:cNvPr>
          <p:cNvSpPr>
            <a:spLocks noGrp="1"/>
          </p:cNvSpPr>
          <p:nvPr>
            <p:ph type="body" idx="1"/>
          </p:nvPr>
        </p:nvSpPr>
        <p:spPr>
          <a:xfrm>
            <a:off x="838200" y="3962401"/>
            <a:ext cx="9378315" cy="2215991"/>
          </a:xfrm>
        </p:spPr>
        <p:txBody>
          <a:bodyPr/>
          <a:lstStyle/>
          <a:p>
            <a:r>
              <a:rPr lang="en-US" sz="2400" dirty="0"/>
              <a:t>Optical fibers guide light from one point to another confined inside a fiber core.</a:t>
            </a:r>
          </a:p>
          <a:p>
            <a:endParaRPr lang="en-US" sz="2400" dirty="0"/>
          </a:p>
          <a:p>
            <a:r>
              <a:rPr lang="en-US" sz="2400" dirty="0"/>
              <a:t>These work based on the principle of total internal reflection. Depending on the angle that light hits the fiber/cladding interface, it can be fully reflected</a:t>
            </a:r>
          </a:p>
        </p:txBody>
      </p:sp>
      <p:pic>
        <p:nvPicPr>
          <p:cNvPr id="2050" name="Picture 2" descr="Fiber Optic Cable Types: What You ...">
            <a:extLst>
              <a:ext uri="{FF2B5EF4-FFF2-40B4-BE49-F238E27FC236}">
                <a16:creationId xmlns:a16="http://schemas.microsoft.com/office/drawing/2014/main" id="{16400092-30D8-69A4-2A1E-FC6193A57E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143000"/>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otal Internal Reflection in Optical ...">
            <a:extLst>
              <a:ext uri="{FF2B5EF4-FFF2-40B4-BE49-F238E27FC236}">
                <a16:creationId xmlns:a16="http://schemas.microsoft.com/office/drawing/2014/main" id="{DB0E6792-AEE7-5218-E85F-E325F6930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1143000"/>
            <a:ext cx="2876550" cy="1590675"/>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51D05A3F-C9EE-DB10-8F25-2D92587DA0D3}"/>
              </a:ext>
            </a:extLst>
          </p:cNvPr>
          <p:cNvGrpSpPr/>
          <p:nvPr/>
        </p:nvGrpSpPr>
        <p:grpSpPr>
          <a:xfrm>
            <a:off x="9627950" y="1455877"/>
            <a:ext cx="676440" cy="1132920"/>
            <a:chOff x="9627950" y="1455877"/>
            <a:chExt cx="676440" cy="1132920"/>
          </a:xfrm>
        </p:grpSpPr>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EBD2A80C-A06B-0774-901C-77ADF347196B}"/>
                    </a:ext>
                  </a:extLst>
                </p14:cNvPr>
                <p14:cNvContentPartPr/>
                <p14:nvPr/>
              </p14:nvContentPartPr>
              <p14:xfrm>
                <a:off x="9666470" y="1717237"/>
                <a:ext cx="61200" cy="325440"/>
              </p14:xfrm>
            </p:contentPart>
          </mc:Choice>
          <mc:Fallback xmlns="">
            <p:pic>
              <p:nvPicPr>
                <p:cNvPr id="4" name="Ink 3">
                  <a:extLst>
                    <a:ext uri="{FF2B5EF4-FFF2-40B4-BE49-F238E27FC236}">
                      <a16:creationId xmlns:a16="http://schemas.microsoft.com/office/drawing/2014/main" id="{EBD2A80C-A06B-0774-901C-77ADF347196B}"/>
                    </a:ext>
                  </a:extLst>
                </p:cNvPr>
                <p:cNvPicPr/>
                <p:nvPr/>
              </p:nvPicPr>
              <p:blipFill>
                <a:blip r:embed="rId5"/>
                <a:stretch>
                  <a:fillRect/>
                </a:stretch>
              </p:blipFill>
              <p:spPr>
                <a:xfrm>
                  <a:off x="9648575" y="1699257"/>
                  <a:ext cx="96632" cy="361041"/>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5FA80EB9-1549-BA7E-822C-AD3F32E6A2A0}"/>
                    </a:ext>
                  </a:extLst>
                </p14:cNvPr>
                <p14:cNvContentPartPr/>
                <p14:nvPr/>
              </p14:nvContentPartPr>
              <p14:xfrm>
                <a:off x="9627950" y="1759717"/>
                <a:ext cx="343800" cy="371520"/>
              </p14:xfrm>
            </p:contentPart>
          </mc:Choice>
          <mc:Fallback xmlns="">
            <p:pic>
              <p:nvPicPr>
                <p:cNvPr id="5" name="Ink 4">
                  <a:extLst>
                    <a:ext uri="{FF2B5EF4-FFF2-40B4-BE49-F238E27FC236}">
                      <a16:creationId xmlns:a16="http://schemas.microsoft.com/office/drawing/2014/main" id="{5FA80EB9-1549-BA7E-822C-AD3F32E6A2A0}"/>
                    </a:ext>
                  </a:extLst>
                </p:cNvPr>
                <p:cNvPicPr/>
                <p:nvPr/>
              </p:nvPicPr>
              <p:blipFill>
                <a:blip r:embed="rId7"/>
                <a:stretch>
                  <a:fillRect/>
                </a:stretch>
              </p:blipFill>
              <p:spPr>
                <a:xfrm>
                  <a:off x="9609950" y="1741717"/>
                  <a:ext cx="379440" cy="407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8B4AB120-02B5-5D88-C368-F2A5DEEC331A}"/>
                    </a:ext>
                  </a:extLst>
                </p14:cNvPr>
                <p14:cNvContentPartPr/>
                <p14:nvPr/>
              </p14:nvContentPartPr>
              <p14:xfrm>
                <a:off x="10026470" y="1455877"/>
                <a:ext cx="125280" cy="162720"/>
              </p14:xfrm>
            </p:contentPart>
          </mc:Choice>
          <mc:Fallback xmlns="">
            <p:pic>
              <p:nvPicPr>
                <p:cNvPr id="6" name="Ink 5">
                  <a:extLst>
                    <a:ext uri="{FF2B5EF4-FFF2-40B4-BE49-F238E27FC236}">
                      <a16:creationId xmlns:a16="http://schemas.microsoft.com/office/drawing/2014/main" id="{8B4AB120-02B5-5D88-C368-F2A5DEEC331A}"/>
                    </a:ext>
                  </a:extLst>
                </p:cNvPr>
                <p:cNvPicPr/>
                <p:nvPr/>
              </p:nvPicPr>
              <p:blipFill>
                <a:blip r:embed="rId9"/>
                <a:stretch>
                  <a:fillRect/>
                </a:stretch>
              </p:blipFill>
              <p:spPr>
                <a:xfrm>
                  <a:off x="10008522" y="1437877"/>
                  <a:ext cx="160818"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F95D0765-A966-4649-57A0-D47D80C6A1FC}"/>
                    </a:ext>
                  </a:extLst>
                </p14:cNvPr>
                <p14:cNvContentPartPr/>
                <p14:nvPr/>
              </p14:nvContentPartPr>
              <p14:xfrm>
                <a:off x="10142390" y="1616437"/>
                <a:ext cx="64800" cy="57600"/>
              </p14:xfrm>
            </p:contentPart>
          </mc:Choice>
          <mc:Fallback xmlns="">
            <p:pic>
              <p:nvPicPr>
                <p:cNvPr id="7" name="Ink 6">
                  <a:extLst>
                    <a:ext uri="{FF2B5EF4-FFF2-40B4-BE49-F238E27FC236}">
                      <a16:creationId xmlns:a16="http://schemas.microsoft.com/office/drawing/2014/main" id="{F95D0765-A966-4649-57A0-D47D80C6A1FC}"/>
                    </a:ext>
                  </a:extLst>
                </p:cNvPr>
                <p:cNvPicPr/>
                <p:nvPr/>
              </p:nvPicPr>
              <p:blipFill>
                <a:blip r:embed="rId11"/>
                <a:stretch>
                  <a:fillRect/>
                </a:stretch>
              </p:blipFill>
              <p:spPr>
                <a:xfrm>
                  <a:off x="10124390" y="1598437"/>
                  <a:ext cx="1004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108D84A7-50C6-A868-A1A7-C8447EB9C7ED}"/>
                    </a:ext>
                  </a:extLst>
                </p14:cNvPr>
                <p14:cNvContentPartPr/>
                <p14:nvPr/>
              </p14:nvContentPartPr>
              <p14:xfrm>
                <a:off x="10166150" y="1929277"/>
                <a:ext cx="138240" cy="10800"/>
              </p14:xfrm>
            </p:contentPart>
          </mc:Choice>
          <mc:Fallback xmlns="">
            <p:pic>
              <p:nvPicPr>
                <p:cNvPr id="8" name="Ink 7">
                  <a:extLst>
                    <a:ext uri="{FF2B5EF4-FFF2-40B4-BE49-F238E27FC236}">
                      <a16:creationId xmlns:a16="http://schemas.microsoft.com/office/drawing/2014/main" id="{108D84A7-50C6-A868-A1A7-C8447EB9C7ED}"/>
                    </a:ext>
                  </a:extLst>
                </p:cNvPr>
                <p:cNvPicPr/>
                <p:nvPr/>
              </p:nvPicPr>
              <p:blipFill>
                <a:blip r:embed="rId13"/>
                <a:stretch>
                  <a:fillRect/>
                </a:stretch>
              </p:blipFill>
              <p:spPr>
                <a:xfrm>
                  <a:off x="10148103" y="1911277"/>
                  <a:ext cx="173973"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C8030621-C407-BC06-E4F0-48A7C60A3319}"/>
                    </a:ext>
                  </a:extLst>
                </p14:cNvPr>
                <p14:cNvContentPartPr/>
                <p14:nvPr/>
              </p14:nvContentPartPr>
              <p14:xfrm>
                <a:off x="10140230" y="2145277"/>
                <a:ext cx="155160" cy="54360"/>
              </p14:xfrm>
            </p:contentPart>
          </mc:Choice>
          <mc:Fallback xmlns="">
            <p:pic>
              <p:nvPicPr>
                <p:cNvPr id="9" name="Ink 8">
                  <a:extLst>
                    <a:ext uri="{FF2B5EF4-FFF2-40B4-BE49-F238E27FC236}">
                      <a16:creationId xmlns:a16="http://schemas.microsoft.com/office/drawing/2014/main" id="{C8030621-C407-BC06-E4F0-48A7C60A3319}"/>
                    </a:ext>
                  </a:extLst>
                </p:cNvPr>
                <p:cNvPicPr/>
                <p:nvPr/>
              </p:nvPicPr>
              <p:blipFill>
                <a:blip r:embed="rId15"/>
                <a:stretch>
                  <a:fillRect/>
                </a:stretch>
              </p:blipFill>
              <p:spPr>
                <a:xfrm>
                  <a:off x="10122272" y="2127277"/>
                  <a:ext cx="190718"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D2312110-4371-4B97-4399-71AA6FEFE6F5}"/>
                    </a:ext>
                  </a:extLst>
                </p14:cNvPr>
                <p14:cNvContentPartPr/>
                <p14:nvPr/>
              </p14:nvContentPartPr>
              <p14:xfrm>
                <a:off x="9991190" y="2297557"/>
                <a:ext cx="133200" cy="68400"/>
              </p14:xfrm>
            </p:contentPart>
          </mc:Choice>
          <mc:Fallback xmlns="">
            <p:pic>
              <p:nvPicPr>
                <p:cNvPr id="10" name="Ink 9">
                  <a:extLst>
                    <a:ext uri="{FF2B5EF4-FFF2-40B4-BE49-F238E27FC236}">
                      <a16:creationId xmlns:a16="http://schemas.microsoft.com/office/drawing/2014/main" id="{D2312110-4371-4B97-4399-71AA6FEFE6F5}"/>
                    </a:ext>
                  </a:extLst>
                </p:cNvPr>
                <p:cNvPicPr/>
                <p:nvPr/>
              </p:nvPicPr>
              <p:blipFill>
                <a:blip r:embed="rId17"/>
                <a:stretch>
                  <a:fillRect/>
                </a:stretch>
              </p:blipFill>
              <p:spPr>
                <a:xfrm>
                  <a:off x="9973190" y="2279462"/>
                  <a:ext cx="168840" cy="104229"/>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14CA829A-EAF0-F8A2-FC81-1A5CF0465C6C}"/>
                    </a:ext>
                  </a:extLst>
                </p14:cNvPr>
                <p14:cNvContentPartPr/>
                <p14:nvPr/>
              </p14:nvContentPartPr>
              <p14:xfrm>
                <a:off x="9830630" y="2432917"/>
                <a:ext cx="93240" cy="155880"/>
              </p14:xfrm>
            </p:contentPart>
          </mc:Choice>
          <mc:Fallback xmlns="">
            <p:pic>
              <p:nvPicPr>
                <p:cNvPr id="11" name="Ink 10">
                  <a:extLst>
                    <a:ext uri="{FF2B5EF4-FFF2-40B4-BE49-F238E27FC236}">
                      <a16:creationId xmlns:a16="http://schemas.microsoft.com/office/drawing/2014/main" id="{14CA829A-EAF0-F8A2-FC81-1A5CF0465C6C}"/>
                    </a:ext>
                  </a:extLst>
                </p:cNvPr>
                <p:cNvPicPr/>
                <p:nvPr/>
              </p:nvPicPr>
              <p:blipFill>
                <a:blip r:embed="rId19"/>
                <a:stretch>
                  <a:fillRect/>
                </a:stretch>
              </p:blipFill>
              <p:spPr>
                <a:xfrm>
                  <a:off x="9812630" y="2414917"/>
                  <a:ext cx="128880" cy="191520"/>
                </a:xfrm>
                <a:prstGeom prst="rect">
                  <a:avLst/>
                </a:prstGeom>
              </p:spPr>
            </p:pic>
          </mc:Fallback>
        </mc:AlternateContent>
      </p:grpSp>
      <p:grpSp>
        <p:nvGrpSpPr>
          <p:cNvPr id="35" name="Group 34">
            <a:extLst>
              <a:ext uri="{FF2B5EF4-FFF2-40B4-BE49-F238E27FC236}">
                <a16:creationId xmlns:a16="http://schemas.microsoft.com/office/drawing/2014/main" id="{CCA67B7F-C434-C65C-7A93-DE84F148AE87}"/>
              </a:ext>
            </a:extLst>
          </p:cNvPr>
          <p:cNvGrpSpPr/>
          <p:nvPr/>
        </p:nvGrpSpPr>
        <p:grpSpPr>
          <a:xfrm>
            <a:off x="10989470" y="1276957"/>
            <a:ext cx="535680" cy="1440360"/>
            <a:chOff x="10989470" y="1276957"/>
            <a:chExt cx="535680" cy="1440360"/>
          </a:xfrm>
        </p:grpSpPr>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DDE6A40E-3023-0E57-1B21-C7EE93B6D735}"/>
                    </a:ext>
                  </a:extLst>
                </p14:cNvPr>
                <p14:cNvContentPartPr/>
                <p14:nvPr/>
              </p14:nvContentPartPr>
              <p14:xfrm>
                <a:off x="11287910" y="1276957"/>
                <a:ext cx="56520" cy="508680"/>
              </p14:xfrm>
            </p:contentPart>
          </mc:Choice>
          <mc:Fallback xmlns="">
            <p:pic>
              <p:nvPicPr>
                <p:cNvPr id="13" name="Ink 12">
                  <a:extLst>
                    <a:ext uri="{FF2B5EF4-FFF2-40B4-BE49-F238E27FC236}">
                      <a16:creationId xmlns:a16="http://schemas.microsoft.com/office/drawing/2014/main" id="{DDE6A40E-3023-0E57-1B21-C7EE93B6D735}"/>
                    </a:ext>
                  </a:extLst>
                </p:cNvPr>
                <p:cNvPicPr/>
                <p:nvPr/>
              </p:nvPicPr>
              <p:blipFill>
                <a:blip r:embed="rId21"/>
                <a:stretch>
                  <a:fillRect/>
                </a:stretch>
              </p:blipFill>
              <p:spPr>
                <a:xfrm>
                  <a:off x="11269910" y="1258957"/>
                  <a:ext cx="92160" cy="544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5F2BFEF8-8C1E-8722-2C27-CCF072D9BEFE}"/>
                    </a:ext>
                  </a:extLst>
                </p14:cNvPr>
                <p14:cNvContentPartPr/>
                <p14:nvPr/>
              </p14:nvContentPartPr>
              <p14:xfrm>
                <a:off x="11172350" y="1762957"/>
                <a:ext cx="352800" cy="82080"/>
              </p14:xfrm>
            </p:contentPart>
          </mc:Choice>
          <mc:Fallback xmlns="">
            <p:pic>
              <p:nvPicPr>
                <p:cNvPr id="14" name="Ink 13">
                  <a:extLst>
                    <a:ext uri="{FF2B5EF4-FFF2-40B4-BE49-F238E27FC236}">
                      <a16:creationId xmlns:a16="http://schemas.microsoft.com/office/drawing/2014/main" id="{5F2BFEF8-8C1E-8722-2C27-CCF072D9BEFE}"/>
                    </a:ext>
                  </a:extLst>
                </p:cNvPr>
                <p:cNvPicPr/>
                <p:nvPr/>
              </p:nvPicPr>
              <p:blipFill>
                <a:blip r:embed="rId23"/>
                <a:stretch>
                  <a:fillRect/>
                </a:stretch>
              </p:blipFill>
              <p:spPr>
                <a:xfrm>
                  <a:off x="11154350" y="1744957"/>
                  <a:ext cx="38844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B08ED689-9AE3-3064-371C-F786DE78B62D}"/>
                    </a:ext>
                  </a:extLst>
                </p14:cNvPr>
                <p14:cNvContentPartPr/>
                <p14:nvPr/>
              </p14:nvContentPartPr>
              <p14:xfrm>
                <a:off x="11127710" y="1846837"/>
                <a:ext cx="280800" cy="184320"/>
              </p14:xfrm>
            </p:contentPart>
          </mc:Choice>
          <mc:Fallback xmlns="">
            <p:pic>
              <p:nvPicPr>
                <p:cNvPr id="15" name="Ink 14">
                  <a:extLst>
                    <a:ext uri="{FF2B5EF4-FFF2-40B4-BE49-F238E27FC236}">
                      <a16:creationId xmlns:a16="http://schemas.microsoft.com/office/drawing/2014/main" id="{B08ED689-9AE3-3064-371C-F786DE78B62D}"/>
                    </a:ext>
                  </a:extLst>
                </p:cNvPr>
                <p:cNvPicPr/>
                <p:nvPr/>
              </p:nvPicPr>
              <p:blipFill>
                <a:blip r:embed="rId25"/>
                <a:stretch>
                  <a:fillRect/>
                </a:stretch>
              </p:blipFill>
              <p:spPr>
                <a:xfrm>
                  <a:off x="11109733" y="1828837"/>
                  <a:ext cx="316394"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395A8266-68C1-91EF-35F5-426A8F754A51}"/>
                    </a:ext>
                  </a:extLst>
                </p14:cNvPr>
                <p14:cNvContentPartPr/>
                <p14:nvPr/>
              </p14:nvContentPartPr>
              <p14:xfrm>
                <a:off x="11442350" y="1790317"/>
                <a:ext cx="71280" cy="220680"/>
              </p14:xfrm>
            </p:contentPart>
          </mc:Choice>
          <mc:Fallback xmlns="">
            <p:pic>
              <p:nvPicPr>
                <p:cNvPr id="16" name="Ink 15">
                  <a:extLst>
                    <a:ext uri="{FF2B5EF4-FFF2-40B4-BE49-F238E27FC236}">
                      <a16:creationId xmlns:a16="http://schemas.microsoft.com/office/drawing/2014/main" id="{395A8266-68C1-91EF-35F5-426A8F754A51}"/>
                    </a:ext>
                  </a:extLst>
                </p:cNvPr>
                <p:cNvPicPr/>
                <p:nvPr/>
              </p:nvPicPr>
              <p:blipFill>
                <a:blip r:embed="rId27"/>
                <a:stretch>
                  <a:fillRect/>
                </a:stretch>
              </p:blipFill>
              <p:spPr>
                <a:xfrm>
                  <a:off x="11424350" y="1772317"/>
                  <a:ext cx="1069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DFBDA874-ED46-0C2A-BEA2-7566DC460364}"/>
                    </a:ext>
                  </a:extLst>
                </p14:cNvPr>
                <p14:cNvContentPartPr/>
                <p14:nvPr/>
              </p14:nvContentPartPr>
              <p14:xfrm>
                <a:off x="11407790" y="2066437"/>
                <a:ext cx="61560" cy="650880"/>
              </p14:xfrm>
            </p:contentPart>
          </mc:Choice>
          <mc:Fallback xmlns="">
            <p:pic>
              <p:nvPicPr>
                <p:cNvPr id="17" name="Ink 16">
                  <a:extLst>
                    <a:ext uri="{FF2B5EF4-FFF2-40B4-BE49-F238E27FC236}">
                      <a16:creationId xmlns:a16="http://schemas.microsoft.com/office/drawing/2014/main" id="{DFBDA874-ED46-0C2A-BEA2-7566DC460364}"/>
                    </a:ext>
                  </a:extLst>
                </p:cNvPr>
                <p:cNvPicPr/>
                <p:nvPr/>
              </p:nvPicPr>
              <p:blipFill>
                <a:blip r:embed="rId29"/>
                <a:stretch>
                  <a:fillRect/>
                </a:stretch>
              </p:blipFill>
              <p:spPr>
                <a:xfrm>
                  <a:off x="11389790" y="2048437"/>
                  <a:ext cx="97200" cy="686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A70BA431-490F-5553-6AB2-F55A77C32C56}"/>
                    </a:ext>
                  </a:extLst>
                </p14:cNvPr>
                <p14:cNvContentPartPr/>
                <p14:nvPr/>
              </p14:nvContentPartPr>
              <p14:xfrm>
                <a:off x="10989470" y="1515637"/>
                <a:ext cx="131400" cy="131400"/>
              </p14:xfrm>
            </p:contentPart>
          </mc:Choice>
          <mc:Fallback xmlns="">
            <p:pic>
              <p:nvPicPr>
                <p:cNvPr id="19" name="Ink 18">
                  <a:extLst>
                    <a:ext uri="{FF2B5EF4-FFF2-40B4-BE49-F238E27FC236}">
                      <a16:creationId xmlns:a16="http://schemas.microsoft.com/office/drawing/2014/main" id="{A70BA431-490F-5553-6AB2-F55A77C32C56}"/>
                    </a:ext>
                  </a:extLst>
                </p:cNvPr>
                <p:cNvPicPr/>
                <p:nvPr/>
              </p:nvPicPr>
              <p:blipFill>
                <a:blip r:embed="rId31"/>
                <a:stretch>
                  <a:fillRect/>
                </a:stretch>
              </p:blipFill>
              <p:spPr>
                <a:xfrm>
                  <a:off x="10971519" y="1497637"/>
                  <a:ext cx="166943"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36E3A45A-E2E6-8F00-82BA-E89111D2314B}"/>
                    </a:ext>
                  </a:extLst>
                </p14:cNvPr>
                <p14:cNvContentPartPr/>
                <p14:nvPr/>
              </p14:nvContentPartPr>
              <p14:xfrm>
                <a:off x="11120150" y="1563517"/>
                <a:ext cx="88920" cy="119880"/>
              </p14:xfrm>
            </p:contentPart>
          </mc:Choice>
          <mc:Fallback xmlns="">
            <p:pic>
              <p:nvPicPr>
                <p:cNvPr id="20" name="Ink 19">
                  <a:extLst>
                    <a:ext uri="{FF2B5EF4-FFF2-40B4-BE49-F238E27FC236}">
                      <a16:creationId xmlns:a16="http://schemas.microsoft.com/office/drawing/2014/main" id="{36E3A45A-E2E6-8F00-82BA-E89111D2314B}"/>
                    </a:ext>
                  </a:extLst>
                </p:cNvPr>
                <p:cNvPicPr/>
                <p:nvPr/>
              </p:nvPicPr>
              <p:blipFill>
                <a:blip r:embed="rId33"/>
                <a:stretch>
                  <a:fillRect/>
                </a:stretch>
              </p:blipFill>
              <p:spPr>
                <a:xfrm>
                  <a:off x="11102150" y="1545517"/>
                  <a:ext cx="12456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4A707E02-34B3-9091-5C34-2612C95CCBFC}"/>
                    </a:ext>
                  </a:extLst>
                </p14:cNvPr>
                <p14:cNvContentPartPr/>
                <p14:nvPr/>
              </p14:nvContentPartPr>
              <p14:xfrm>
                <a:off x="11039510" y="2005957"/>
                <a:ext cx="200160" cy="162000"/>
              </p14:xfrm>
            </p:contentPart>
          </mc:Choice>
          <mc:Fallback xmlns="">
            <p:pic>
              <p:nvPicPr>
                <p:cNvPr id="21" name="Ink 20">
                  <a:extLst>
                    <a:ext uri="{FF2B5EF4-FFF2-40B4-BE49-F238E27FC236}">
                      <a16:creationId xmlns:a16="http://schemas.microsoft.com/office/drawing/2014/main" id="{4A707E02-34B3-9091-5C34-2612C95CCBFC}"/>
                    </a:ext>
                  </a:extLst>
                </p:cNvPr>
                <p:cNvPicPr/>
                <p:nvPr/>
              </p:nvPicPr>
              <p:blipFill>
                <a:blip r:embed="rId35"/>
                <a:stretch>
                  <a:fillRect/>
                </a:stretch>
              </p:blipFill>
              <p:spPr>
                <a:xfrm>
                  <a:off x="11021510" y="1987957"/>
                  <a:ext cx="23580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1985457A-44EE-5E71-79B4-65EFD671D278}"/>
                    </a:ext>
                  </a:extLst>
                </p14:cNvPr>
                <p14:cNvContentPartPr/>
                <p14:nvPr/>
              </p14:nvContentPartPr>
              <p14:xfrm>
                <a:off x="11155430" y="2039077"/>
                <a:ext cx="93600" cy="188280"/>
              </p14:xfrm>
            </p:contentPart>
          </mc:Choice>
          <mc:Fallback xmlns="">
            <p:pic>
              <p:nvPicPr>
                <p:cNvPr id="22" name="Ink 21">
                  <a:extLst>
                    <a:ext uri="{FF2B5EF4-FFF2-40B4-BE49-F238E27FC236}">
                      <a16:creationId xmlns:a16="http://schemas.microsoft.com/office/drawing/2014/main" id="{1985457A-44EE-5E71-79B4-65EFD671D278}"/>
                    </a:ext>
                  </a:extLst>
                </p:cNvPr>
                <p:cNvPicPr/>
                <p:nvPr/>
              </p:nvPicPr>
              <p:blipFill>
                <a:blip r:embed="rId37"/>
                <a:stretch>
                  <a:fillRect/>
                </a:stretch>
              </p:blipFill>
              <p:spPr>
                <a:xfrm>
                  <a:off x="11137430" y="2021077"/>
                  <a:ext cx="129240" cy="223920"/>
                </a:xfrm>
                <a:prstGeom prst="rect">
                  <a:avLst/>
                </a:prstGeom>
              </p:spPr>
            </p:pic>
          </mc:Fallback>
        </mc:AlternateContent>
      </p:grpSp>
      <p:grpSp>
        <p:nvGrpSpPr>
          <p:cNvPr id="34" name="Group 33">
            <a:extLst>
              <a:ext uri="{FF2B5EF4-FFF2-40B4-BE49-F238E27FC236}">
                <a16:creationId xmlns:a16="http://schemas.microsoft.com/office/drawing/2014/main" id="{FAA75E51-8232-20DE-DC8F-BDFE9B16AE28}"/>
              </a:ext>
            </a:extLst>
          </p:cNvPr>
          <p:cNvGrpSpPr/>
          <p:nvPr/>
        </p:nvGrpSpPr>
        <p:grpSpPr>
          <a:xfrm>
            <a:off x="9456950" y="878077"/>
            <a:ext cx="590400" cy="263880"/>
            <a:chOff x="9456950" y="878077"/>
            <a:chExt cx="590400" cy="263880"/>
          </a:xfrm>
        </p:grpSpPr>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53EC9C43-724C-95C7-F18F-170795C3860E}"/>
                    </a:ext>
                  </a:extLst>
                </p14:cNvPr>
                <p14:cNvContentPartPr/>
                <p14:nvPr/>
              </p14:nvContentPartPr>
              <p14:xfrm>
                <a:off x="9456950" y="923437"/>
                <a:ext cx="240480" cy="218520"/>
              </p14:xfrm>
            </p:contentPart>
          </mc:Choice>
          <mc:Fallback xmlns="">
            <p:pic>
              <p:nvPicPr>
                <p:cNvPr id="23" name="Ink 22">
                  <a:extLst>
                    <a:ext uri="{FF2B5EF4-FFF2-40B4-BE49-F238E27FC236}">
                      <a16:creationId xmlns:a16="http://schemas.microsoft.com/office/drawing/2014/main" id="{53EC9C43-724C-95C7-F18F-170795C3860E}"/>
                    </a:ext>
                  </a:extLst>
                </p:cNvPr>
                <p:cNvPicPr/>
                <p:nvPr/>
              </p:nvPicPr>
              <p:blipFill>
                <a:blip r:embed="rId39"/>
                <a:stretch>
                  <a:fillRect/>
                </a:stretch>
              </p:blipFill>
              <p:spPr>
                <a:xfrm>
                  <a:off x="9438950" y="905437"/>
                  <a:ext cx="27612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3D63501C-3840-6360-A689-B4F7BC3E6CAE}"/>
                    </a:ext>
                  </a:extLst>
                </p14:cNvPr>
                <p14:cNvContentPartPr/>
                <p14:nvPr/>
              </p14:nvContentPartPr>
              <p14:xfrm>
                <a:off x="9699230" y="940717"/>
                <a:ext cx="27720" cy="160560"/>
              </p14:xfrm>
            </p:contentPart>
          </mc:Choice>
          <mc:Fallback xmlns="">
            <p:pic>
              <p:nvPicPr>
                <p:cNvPr id="24" name="Ink 23">
                  <a:extLst>
                    <a:ext uri="{FF2B5EF4-FFF2-40B4-BE49-F238E27FC236}">
                      <a16:creationId xmlns:a16="http://schemas.microsoft.com/office/drawing/2014/main" id="{3D63501C-3840-6360-A689-B4F7BC3E6CAE}"/>
                    </a:ext>
                  </a:extLst>
                </p:cNvPr>
                <p:cNvPicPr/>
                <p:nvPr/>
              </p:nvPicPr>
              <p:blipFill>
                <a:blip r:embed="rId41"/>
                <a:stretch>
                  <a:fillRect/>
                </a:stretch>
              </p:blipFill>
              <p:spPr>
                <a:xfrm>
                  <a:off x="9681230" y="922717"/>
                  <a:ext cx="6336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73529F2D-8256-906A-C9BE-19DCDB54A384}"/>
                    </a:ext>
                  </a:extLst>
                </p14:cNvPr>
                <p14:cNvContentPartPr/>
                <p14:nvPr/>
              </p14:nvContentPartPr>
              <p14:xfrm>
                <a:off x="9681950" y="878077"/>
                <a:ext cx="101880" cy="80640"/>
              </p14:xfrm>
            </p:contentPart>
          </mc:Choice>
          <mc:Fallback xmlns="">
            <p:pic>
              <p:nvPicPr>
                <p:cNvPr id="25" name="Ink 24">
                  <a:extLst>
                    <a:ext uri="{FF2B5EF4-FFF2-40B4-BE49-F238E27FC236}">
                      <a16:creationId xmlns:a16="http://schemas.microsoft.com/office/drawing/2014/main" id="{73529F2D-8256-906A-C9BE-19DCDB54A384}"/>
                    </a:ext>
                  </a:extLst>
                </p:cNvPr>
                <p:cNvPicPr/>
                <p:nvPr/>
              </p:nvPicPr>
              <p:blipFill>
                <a:blip r:embed="rId43"/>
                <a:stretch>
                  <a:fillRect/>
                </a:stretch>
              </p:blipFill>
              <p:spPr>
                <a:xfrm>
                  <a:off x="9663950" y="860077"/>
                  <a:ext cx="13752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23FA6761-9FA4-ECA8-198B-00A2D8CB48DF}"/>
                    </a:ext>
                  </a:extLst>
                </p14:cNvPr>
                <p14:cNvContentPartPr/>
                <p14:nvPr/>
              </p14:nvContentPartPr>
              <p14:xfrm>
                <a:off x="9710750" y="982477"/>
                <a:ext cx="110880" cy="53280"/>
              </p14:xfrm>
            </p:contentPart>
          </mc:Choice>
          <mc:Fallback xmlns="">
            <p:pic>
              <p:nvPicPr>
                <p:cNvPr id="26" name="Ink 25">
                  <a:extLst>
                    <a:ext uri="{FF2B5EF4-FFF2-40B4-BE49-F238E27FC236}">
                      <a16:creationId xmlns:a16="http://schemas.microsoft.com/office/drawing/2014/main" id="{23FA6761-9FA4-ECA8-198B-00A2D8CB48DF}"/>
                    </a:ext>
                  </a:extLst>
                </p:cNvPr>
                <p:cNvPicPr/>
                <p:nvPr/>
              </p:nvPicPr>
              <p:blipFill>
                <a:blip r:embed="rId45"/>
                <a:stretch>
                  <a:fillRect/>
                </a:stretch>
              </p:blipFill>
              <p:spPr>
                <a:xfrm>
                  <a:off x="9692750" y="964477"/>
                  <a:ext cx="14652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39066EB4-E504-E7D2-C1EA-DE2045EDC536}"/>
                    </a:ext>
                  </a:extLst>
                </p14:cNvPr>
                <p14:cNvContentPartPr/>
                <p14:nvPr/>
              </p14:nvContentPartPr>
              <p14:xfrm>
                <a:off x="9744230" y="1071397"/>
                <a:ext cx="140040" cy="46440"/>
              </p14:xfrm>
            </p:contentPart>
          </mc:Choice>
          <mc:Fallback xmlns="">
            <p:pic>
              <p:nvPicPr>
                <p:cNvPr id="27" name="Ink 26">
                  <a:extLst>
                    <a:ext uri="{FF2B5EF4-FFF2-40B4-BE49-F238E27FC236}">
                      <a16:creationId xmlns:a16="http://schemas.microsoft.com/office/drawing/2014/main" id="{39066EB4-E504-E7D2-C1EA-DE2045EDC536}"/>
                    </a:ext>
                  </a:extLst>
                </p:cNvPr>
                <p:cNvPicPr/>
                <p:nvPr/>
              </p:nvPicPr>
              <p:blipFill>
                <a:blip r:embed="rId47"/>
                <a:stretch>
                  <a:fillRect/>
                </a:stretch>
              </p:blipFill>
              <p:spPr>
                <a:xfrm>
                  <a:off x="9726230" y="1053535"/>
                  <a:ext cx="175680" cy="81806"/>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79768643-1893-204A-0E5D-228E001D4BD8}"/>
                    </a:ext>
                  </a:extLst>
                </p14:cNvPr>
                <p14:cNvContentPartPr/>
                <p14:nvPr/>
              </p14:nvContentPartPr>
              <p14:xfrm>
                <a:off x="9909830" y="913717"/>
                <a:ext cx="23400" cy="180360"/>
              </p14:xfrm>
            </p:contentPart>
          </mc:Choice>
          <mc:Fallback xmlns="">
            <p:pic>
              <p:nvPicPr>
                <p:cNvPr id="28" name="Ink 27">
                  <a:extLst>
                    <a:ext uri="{FF2B5EF4-FFF2-40B4-BE49-F238E27FC236}">
                      <a16:creationId xmlns:a16="http://schemas.microsoft.com/office/drawing/2014/main" id="{79768643-1893-204A-0E5D-228E001D4BD8}"/>
                    </a:ext>
                  </a:extLst>
                </p:cNvPr>
                <p:cNvPicPr/>
                <p:nvPr/>
              </p:nvPicPr>
              <p:blipFill>
                <a:blip r:embed="rId49"/>
                <a:stretch>
                  <a:fillRect/>
                </a:stretch>
              </p:blipFill>
              <p:spPr>
                <a:xfrm>
                  <a:off x="9891830" y="895717"/>
                  <a:ext cx="590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CDDB3B0B-EA8E-2627-A793-3DD4DF933A21}"/>
                    </a:ext>
                  </a:extLst>
                </p14:cNvPr>
                <p14:cNvContentPartPr/>
                <p14:nvPr/>
              </p14:nvContentPartPr>
              <p14:xfrm>
                <a:off x="9910550" y="888877"/>
                <a:ext cx="136800" cy="247680"/>
              </p14:xfrm>
            </p:contentPart>
          </mc:Choice>
          <mc:Fallback xmlns="">
            <p:pic>
              <p:nvPicPr>
                <p:cNvPr id="29" name="Ink 28">
                  <a:extLst>
                    <a:ext uri="{FF2B5EF4-FFF2-40B4-BE49-F238E27FC236}">
                      <a16:creationId xmlns:a16="http://schemas.microsoft.com/office/drawing/2014/main" id="{CDDB3B0B-EA8E-2627-A793-3DD4DF933A21}"/>
                    </a:ext>
                  </a:extLst>
                </p:cNvPr>
                <p:cNvPicPr/>
                <p:nvPr/>
              </p:nvPicPr>
              <p:blipFill>
                <a:blip r:embed="rId51"/>
                <a:stretch>
                  <a:fillRect/>
                </a:stretch>
              </p:blipFill>
              <p:spPr>
                <a:xfrm>
                  <a:off x="9892550" y="870877"/>
                  <a:ext cx="172440" cy="283320"/>
                </a:xfrm>
                <a:prstGeom prst="rect">
                  <a:avLst/>
                </a:prstGeom>
              </p:spPr>
            </p:pic>
          </mc:Fallback>
        </mc:AlternateContent>
      </p:grpSp>
      <p:grpSp>
        <p:nvGrpSpPr>
          <p:cNvPr id="37" name="Group 36">
            <a:extLst>
              <a:ext uri="{FF2B5EF4-FFF2-40B4-BE49-F238E27FC236}">
                <a16:creationId xmlns:a16="http://schemas.microsoft.com/office/drawing/2014/main" id="{1831633F-E71C-D2FF-D59B-09F19847CCF6}"/>
              </a:ext>
            </a:extLst>
          </p:cNvPr>
          <p:cNvGrpSpPr/>
          <p:nvPr/>
        </p:nvGrpSpPr>
        <p:grpSpPr>
          <a:xfrm>
            <a:off x="11133830" y="841717"/>
            <a:ext cx="401040" cy="243360"/>
            <a:chOff x="11133830" y="841717"/>
            <a:chExt cx="401040" cy="243360"/>
          </a:xfrm>
        </p:grpSpPr>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E8C072DA-9B81-68DF-F581-2815A6584B24}"/>
                    </a:ext>
                  </a:extLst>
                </p14:cNvPr>
                <p14:cNvContentPartPr/>
                <p14:nvPr/>
              </p14:nvContentPartPr>
              <p14:xfrm>
                <a:off x="11143550" y="894997"/>
                <a:ext cx="63360" cy="182880"/>
              </p14:xfrm>
            </p:contentPart>
          </mc:Choice>
          <mc:Fallback xmlns="">
            <p:pic>
              <p:nvPicPr>
                <p:cNvPr id="30" name="Ink 29">
                  <a:extLst>
                    <a:ext uri="{FF2B5EF4-FFF2-40B4-BE49-F238E27FC236}">
                      <a16:creationId xmlns:a16="http://schemas.microsoft.com/office/drawing/2014/main" id="{E8C072DA-9B81-68DF-F581-2815A6584B24}"/>
                    </a:ext>
                  </a:extLst>
                </p:cNvPr>
                <p:cNvPicPr/>
                <p:nvPr/>
              </p:nvPicPr>
              <p:blipFill>
                <a:blip r:embed="rId53"/>
                <a:stretch>
                  <a:fillRect/>
                </a:stretch>
              </p:blipFill>
              <p:spPr>
                <a:xfrm>
                  <a:off x="11125447" y="876997"/>
                  <a:ext cx="99204"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1" name="Ink 30">
                  <a:extLst>
                    <a:ext uri="{FF2B5EF4-FFF2-40B4-BE49-F238E27FC236}">
                      <a16:creationId xmlns:a16="http://schemas.microsoft.com/office/drawing/2014/main" id="{A729376A-07A4-D112-998C-3AF1AFA9AD0D}"/>
                    </a:ext>
                  </a:extLst>
                </p14:cNvPr>
                <p14:cNvContentPartPr/>
                <p14:nvPr/>
              </p14:nvContentPartPr>
              <p14:xfrm>
                <a:off x="11133830" y="841717"/>
                <a:ext cx="133200" cy="117000"/>
              </p14:xfrm>
            </p:contentPart>
          </mc:Choice>
          <mc:Fallback xmlns="">
            <p:pic>
              <p:nvPicPr>
                <p:cNvPr id="31" name="Ink 30">
                  <a:extLst>
                    <a:ext uri="{FF2B5EF4-FFF2-40B4-BE49-F238E27FC236}">
                      <a16:creationId xmlns:a16="http://schemas.microsoft.com/office/drawing/2014/main" id="{A729376A-07A4-D112-998C-3AF1AFA9AD0D}"/>
                    </a:ext>
                  </a:extLst>
                </p:cNvPr>
                <p:cNvPicPr/>
                <p:nvPr/>
              </p:nvPicPr>
              <p:blipFill>
                <a:blip r:embed="rId55"/>
                <a:stretch>
                  <a:fillRect/>
                </a:stretch>
              </p:blipFill>
              <p:spPr>
                <a:xfrm>
                  <a:off x="11115830" y="823772"/>
                  <a:ext cx="168840" cy="152531"/>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2" name="Ink 31">
                  <a:extLst>
                    <a:ext uri="{FF2B5EF4-FFF2-40B4-BE49-F238E27FC236}">
                      <a16:creationId xmlns:a16="http://schemas.microsoft.com/office/drawing/2014/main" id="{4D57DF9B-E838-C05A-A424-93FE28792AFE}"/>
                    </a:ext>
                  </a:extLst>
                </p14:cNvPr>
                <p14:cNvContentPartPr/>
                <p14:nvPr/>
              </p14:nvContentPartPr>
              <p14:xfrm>
                <a:off x="11329670" y="893557"/>
                <a:ext cx="34560" cy="191520"/>
              </p14:xfrm>
            </p:contentPart>
          </mc:Choice>
          <mc:Fallback xmlns="">
            <p:pic>
              <p:nvPicPr>
                <p:cNvPr id="32" name="Ink 31">
                  <a:extLst>
                    <a:ext uri="{FF2B5EF4-FFF2-40B4-BE49-F238E27FC236}">
                      <a16:creationId xmlns:a16="http://schemas.microsoft.com/office/drawing/2014/main" id="{4D57DF9B-E838-C05A-A424-93FE28792AFE}"/>
                    </a:ext>
                  </a:extLst>
                </p:cNvPr>
                <p:cNvPicPr/>
                <p:nvPr/>
              </p:nvPicPr>
              <p:blipFill>
                <a:blip r:embed="rId57"/>
                <a:stretch>
                  <a:fillRect/>
                </a:stretch>
              </p:blipFill>
              <p:spPr>
                <a:xfrm>
                  <a:off x="11311670" y="875557"/>
                  <a:ext cx="7020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78C6897F-0789-CC74-1223-82C6CB2EAEF2}"/>
                    </a:ext>
                  </a:extLst>
                </p14:cNvPr>
                <p14:cNvContentPartPr/>
                <p14:nvPr/>
              </p14:nvContentPartPr>
              <p14:xfrm>
                <a:off x="11355230" y="907237"/>
                <a:ext cx="179640" cy="176400"/>
              </p14:xfrm>
            </p:contentPart>
          </mc:Choice>
          <mc:Fallback xmlns="">
            <p:pic>
              <p:nvPicPr>
                <p:cNvPr id="36" name="Ink 35">
                  <a:extLst>
                    <a:ext uri="{FF2B5EF4-FFF2-40B4-BE49-F238E27FC236}">
                      <a16:creationId xmlns:a16="http://schemas.microsoft.com/office/drawing/2014/main" id="{78C6897F-0789-CC74-1223-82C6CB2EAEF2}"/>
                    </a:ext>
                  </a:extLst>
                </p:cNvPr>
                <p:cNvPicPr/>
                <p:nvPr/>
              </p:nvPicPr>
              <p:blipFill>
                <a:blip r:embed="rId59"/>
                <a:stretch>
                  <a:fillRect/>
                </a:stretch>
              </p:blipFill>
              <p:spPr>
                <a:xfrm>
                  <a:off x="11337230" y="889237"/>
                  <a:ext cx="215280" cy="212040"/>
                </a:xfrm>
                <a:prstGeom prst="rect">
                  <a:avLst/>
                </a:prstGeom>
              </p:spPr>
            </p:pic>
          </mc:Fallback>
        </mc:AlternateContent>
      </p:grpSp>
      <p:grpSp>
        <p:nvGrpSpPr>
          <p:cNvPr id="48" name="Group 47">
            <a:extLst>
              <a:ext uri="{FF2B5EF4-FFF2-40B4-BE49-F238E27FC236}">
                <a16:creationId xmlns:a16="http://schemas.microsoft.com/office/drawing/2014/main" id="{25C9C733-3A64-F49F-19C9-C022F911B38B}"/>
              </a:ext>
            </a:extLst>
          </p:cNvPr>
          <p:cNvGrpSpPr/>
          <p:nvPr/>
        </p:nvGrpSpPr>
        <p:grpSpPr>
          <a:xfrm>
            <a:off x="9733070" y="2673037"/>
            <a:ext cx="736560" cy="1165680"/>
            <a:chOff x="9733070" y="2673037"/>
            <a:chExt cx="736560" cy="1165680"/>
          </a:xfrm>
        </p:grpSpPr>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85898C70-F773-CDBD-0A53-1E46D7453F25}"/>
                    </a:ext>
                  </a:extLst>
                </p14:cNvPr>
                <p14:cNvContentPartPr/>
                <p14:nvPr/>
              </p14:nvContentPartPr>
              <p14:xfrm>
                <a:off x="9867350" y="2673037"/>
                <a:ext cx="74880" cy="427320"/>
              </p14:xfrm>
            </p:contentPart>
          </mc:Choice>
          <mc:Fallback xmlns="">
            <p:pic>
              <p:nvPicPr>
                <p:cNvPr id="38" name="Ink 37">
                  <a:extLst>
                    <a:ext uri="{FF2B5EF4-FFF2-40B4-BE49-F238E27FC236}">
                      <a16:creationId xmlns:a16="http://schemas.microsoft.com/office/drawing/2014/main" id="{85898C70-F773-CDBD-0A53-1E46D7453F25}"/>
                    </a:ext>
                  </a:extLst>
                </p:cNvPr>
                <p:cNvPicPr/>
                <p:nvPr/>
              </p:nvPicPr>
              <p:blipFill>
                <a:blip r:embed="rId61"/>
                <a:stretch>
                  <a:fillRect/>
                </a:stretch>
              </p:blipFill>
              <p:spPr>
                <a:xfrm>
                  <a:off x="9849350" y="2655022"/>
                  <a:ext cx="110520" cy="46299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6F947D23-018A-767B-5B82-6CD0728F10E8}"/>
                    </a:ext>
                  </a:extLst>
                </p14:cNvPr>
                <p14:cNvContentPartPr/>
                <p14:nvPr/>
              </p14:nvContentPartPr>
              <p14:xfrm>
                <a:off x="9741710" y="3035917"/>
                <a:ext cx="487080" cy="65880"/>
              </p14:xfrm>
            </p:contentPart>
          </mc:Choice>
          <mc:Fallback xmlns="">
            <p:pic>
              <p:nvPicPr>
                <p:cNvPr id="39" name="Ink 38">
                  <a:extLst>
                    <a:ext uri="{FF2B5EF4-FFF2-40B4-BE49-F238E27FC236}">
                      <a16:creationId xmlns:a16="http://schemas.microsoft.com/office/drawing/2014/main" id="{6F947D23-018A-767B-5B82-6CD0728F10E8}"/>
                    </a:ext>
                  </a:extLst>
                </p:cNvPr>
                <p:cNvPicPr/>
                <p:nvPr/>
              </p:nvPicPr>
              <p:blipFill>
                <a:blip r:embed="rId63"/>
                <a:stretch>
                  <a:fillRect/>
                </a:stretch>
              </p:blipFill>
              <p:spPr>
                <a:xfrm>
                  <a:off x="9723710" y="3017818"/>
                  <a:ext cx="522720" cy="101716"/>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B85C61A3-14DE-FD1E-8B35-E9412A28F68E}"/>
                    </a:ext>
                  </a:extLst>
                </p14:cNvPr>
                <p14:cNvContentPartPr/>
                <p14:nvPr/>
              </p14:nvContentPartPr>
              <p14:xfrm>
                <a:off x="9733070" y="3135637"/>
                <a:ext cx="246600" cy="100800"/>
              </p14:xfrm>
            </p:contentPart>
          </mc:Choice>
          <mc:Fallback xmlns="">
            <p:pic>
              <p:nvPicPr>
                <p:cNvPr id="40" name="Ink 39">
                  <a:extLst>
                    <a:ext uri="{FF2B5EF4-FFF2-40B4-BE49-F238E27FC236}">
                      <a16:creationId xmlns:a16="http://schemas.microsoft.com/office/drawing/2014/main" id="{B85C61A3-14DE-FD1E-8B35-E9412A28F68E}"/>
                    </a:ext>
                  </a:extLst>
                </p:cNvPr>
                <p:cNvPicPr/>
                <p:nvPr/>
              </p:nvPicPr>
              <p:blipFill>
                <a:blip r:embed="rId65"/>
                <a:stretch>
                  <a:fillRect/>
                </a:stretch>
              </p:blipFill>
              <p:spPr>
                <a:xfrm>
                  <a:off x="9715070" y="3117637"/>
                  <a:ext cx="2822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1" name="Ink 40">
                  <a:extLst>
                    <a:ext uri="{FF2B5EF4-FFF2-40B4-BE49-F238E27FC236}">
                      <a16:creationId xmlns:a16="http://schemas.microsoft.com/office/drawing/2014/main" id="{13BDE546-0081-BFA5-5054-1935405C3B0A}"/>
                    </a:ext>
                  </a:extLst>
                </p14:cNvPr>
                <p14:cNvContentPartPr/>
                <p14:nvPr/>
              </p14:nvContentPartPr>
              <p14:xfrm>
                <a:off x="10011710" y="3054277"/>
                <a:ext cx="149400" cy="219600"/>
              </p14:xfrm>
            </p:contentPart>
          </mc:Choice>
          <mc:Fallback xmlns="">
            <p:pic>
              <p:nvPicPr>
                <p:cNvPr id="41" name="Ink 40">
                  <a:extLst>
                    <a:ext uri="{FF2B5EF4-FFF2-40B4-BE49-F238E27FC236}">
                      <a16:creationId xmlns:a16="http://schemas.microsoft.com/office/drawing/2014/main" id="{13BDE546-0081-BFA5-5054-1935405C3B0A}"/>
                    </a:ext>
                  </a:extLst>
                </p:cNvPr>
                <p:cNvPicPr/>
                <p:nvPr/>
              </p:nvPicPr>
              <p:blipFill>
                <a:blip r:embed="rId67"/>
                <a:stretch>
                  <a:fillRect/>
                </a:stretch>
              </p:blipFill>
              <p:spPr>
                <a:xfrm>
                  <a:off x="9993710" y="3036306"/>
                  <a:ext cx="185040" cy="255182"/>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F69CBFFF-A57B-A44A-DD7D-832B39756D98}"/>
                    </a:ext>
                  </a:extLst>
                </p14:cNvPr>
                <p14:cNvContentPartPr/>
                <p14:nvPr/>
              </p14:nvContentPartPr>
              <p14:xfrm>
                <a:off x="9986510" y="3255517"/>
                <a:ext cx="102600" cy="583200"/>
              </p14:xfrm>
            </p:contentPart>
          </mc:Choice>
          <mc:Fallback xmlns="">
            <p:pic>
              <p:nvPicPr>
                <p:cNvPr id="42" name="Ink 41">
                  <a:extLst>
                    <a:ext uri="{FF2B5EF4-FFF2-40B4-BE49-F238E27FC236}">
                      <a16:creationId xmlns:a16="http://schemas.microsoft.com/office/drawing/2014/main" id="{F69CBFFF-A57B-A44A-DD7D-832B39756D98}"/>
                    </a:ext>
                  </a:extLst>
                </p:cNvPr>
                <p:cNvPicPr/>
                <p:nvPr/>
              </p:nvPicPr>
              <p:blipFill>
                <a:blip r:embed="rId69"/>
                <a:stretch>
                  <a:fillRect/>
                </a:stretch>
              </p:blipFill>
              <p:spPr>
                <a:xfrm>
                  <a:off x="9968510" y="3237528"/>
                  <a:ext cx="138240" cy="618818"/>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46A62842-911E-43B4-ABE2-CEBB3DA5DDC5}"/>
                    </a:ext>
                  </a:extLst>
                </p14:cNvPr>
                <p14:cNvContentPartPr/>
                <p14:nvPr/>
              </p14:nvContentPartPr>
              <p14:xfrm>
                <a:off x="9838550" y="3289717"/>
                <a:ext cx="311760" cy="34920"/>
              </p14:xfrm>
            </p:contentPart>
          </mc:Choice>
          <mc:Fallback xmlns="">
            <p:pic>
              <p:nvPicPr>
                <p:cNvPr id="43" name="Ink 42">
                  <a:extLst>
                    <a:ext uri="{FF2B5EF4-FFF2-40B4-BE49-F238E27FC236}">
                      <a16:creationId xmlns:a16="http://schemas.microsoft.com/office/drawing/2014/main" id="{46A62842-911E-43B4-ABE2-CEBB3DA5DDC5}"/>
                    </a:ext>
                  </a:extLst>
                </p:cNvPr>
                <p:cNvPicPr/>
                <p:nvPr/>
              </p:nvPicPr>
              <p:blipFill>
                <a:blip r:embed="rId71"/>
                <a:stretch>
                  <a:fillRect/>
                </a:stretch>
              </p:blipFill>
              <p:spPr>
                <a:xfrm>
                  <a:off x="9820529" y="3271717"/>
                  <a:ext cx="347441"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590E520E-F620-F406-7F98-72E1D56EA2A9}"/>
                    </a:ext>
                  </a:extLst>
                </p14:cNvPr>
                <p14:cNvContentPartPr/>
                <p14:nvPr/>
              </p14:nvContentPartPr>
              <p14:xfrm>
                <a:off x="10145630" y="2792557"/>
                <a:ext cx="129960" cy="124560"/>
              </p14:xfrm>
            </p:contentPart>
          </mc:Choice>
          <mc:Fallback xmlns="">
            <p:pic>
              <p:nvPicPr>
                <p:cNvPr id="44" name="Ink 43">
                  <a:extLst>
                    <a:ext uri="{FF2B5EF4-FFF2-40B4-BE49-F238E27FC236}">
                      <a16:creationId xmlns:a16="http://schemas.microsoft.com/office/drawing/2014/main" id="{590E520E-F620-F406-7F98-72E1D56EA2A9}"/>
                    </a:ext>
                  </a:extLst>
                </p:cNvPr>
                <p:cNvPicPr/>
                <p:nvPr/>
              </p:nvPicPr>
              <p:blipFill>
                <a:blip r:embed="rId73"/>
                <a:stretch>
                  <a:fillRect/>
                </a:stretch>
              </p:blipFill>
              <p:spPr>
                <a:xfrm>
                  <a:off x="10127680" y="2774557"/>
                  <a:ext cx="165502"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A8C86047-EBDE-C71E-4D63-C2FD25CB53EA}"/>
                    </a:ext>
                  </a:extLst>
                </p14:cNvPr>
                <p14:cNvContentPartPr/>
                <p14:nvPr/>
              </p14:nvContentPartPr>
              <p14:xfrm>
                <a:off x="10161470" y="2765557"/>
                <a:ext cx="143280" cy="73440"/>
              </p14:xfrm>
            </p:contentPart>
          </mc:Choice>
          <mc:Fallback xmlns="">
            <p:pic>
              <p:nvPicPr>
                <p:cNvPr id="45" name="Ink 44">
                  <a:extLst>
                    <a:ext uri="{FF2B5EF4-FFF2-40B4-BE49-F238E27FC236}">
                      <a16:creationId xmlns:a16="http://schemas.microsoft.com/office/drawing/2014/main" id="{A8C86047-EBDE-C71E-4D63-C2FD25CB53EA}"/>
                    </a:ext>
                  </a:extLst>
                </p:cNvPr>
                <p:cNvPicPr/>
                <p:nvPr/>
              </p:nvPicPr>
              <p:blipFill>
                <a:blip r:embed="rId75"/>
                <a:stretch>
                  <a:fillRect/>
                </a:stretch>
              </p:blipFill>
              <p:spPr>
                <a:xfrm>
                  <a:off x="10143515" y="2747645"/>
                  <a:ext cx="178831" cy="108906"/>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C60B4DDF-C632-2BCD-E2E0-20B40F486C37}"/>
                    </a:ext>
                  </a:extLst>
                </p14:cNvPr>
                <p14:cNvContentPartPr/>
                <p14:nvPr/>
              </p14:nvContentPartPr>
              <p14:xfrm>
                <a:off x="10270190" y="2973277"/>
                <a:ext cx="148680" cy="208080"/>
              </p14:xfrm>
            </p:contentPart>
          </mc:Choice>
          <mc:Fallback xmlns="">
            <p:pic>
              <p:nvPicPr>
                <p:cNvPr id="46" name="Ink 45">
                  <a:extLst>
                    <a:ext uri="{FF2B5EF4-FFF2-40B4-BE49-F238E27FC236}">
                      <a16:creationId xmlns:a16="http://schemas.microsoft.com/office/drawing/2014/main" id="{C60B4DDF-C632-2BCD-E2E0-20B40F486C37}"/>
                    </a:ext>
                  </a:extLst>
                </p:cNvPr>
                <p:cNvPicPr/>
                <p:nvPr/>
              </p:nvPicPr>
              <p:blipFill>
                <a:blip r:embed="rId77"/>
                <a:stretch>
                  <a:fillRect/>
                </a:stretch>
              </p:blipFill>
              <p:spPr>
                <a:xfrm>
                  <a:off x="10252190" y="2955277"/>
                  <a:ext cx="18432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1EDB47A9-26CF-F247-332C-D64BAA174E5E}"/>
                    </a:ext>
                  </a:extLst>
                </p14:cNvPr>
                <p14:cNvContentPartPr/>
                <p14:nvPr/>
              </p14:nvContentPartPr>
              <p14:xfrm>
                <a:off x="10320590" y="2939077"/>
                <a:ext cx="149040" cy="128880"/>
              </p14:xfrm>
            </p:contentPart>
          </mc:Choice>
          <mc:Fallback xmlns="">
            <p:pic>
              <p:nvPicPr>
                <p:cNvPr id="47" name="Ink 46">
                  <a:extLst>
                    <a:ext uri="{FF2B5EF4-FFF2-40B4-BE49-F238E27FC236}">
                      <a16:creationId xmlns:a16="http://schemas.microsoft.com/office/drawing/2014/main" id="{1EDB47A9-26CF-F247-332C-D64BAA174E5E}"/>
                    </a:ext>
                  </a:extLst>
                </p:cNvPr>
                <p:cNvPicPr/>
                <p:nvPr/>
              </p:nvPicPr>
              <p:blipFill>
                <a:blip r:embed="rId79"/>
                <a:stretch>
                  <a:fillRect/>
                </a:stretch>
              </p:blipFill>
              <p:spPr>
                <a:xfrm>
                  <a:off x="10302590" y="2921077"/>
                  <a:ext cx="184680" cy="164520"/>
                </a:xfrm>
                <a:prstGeom prst="rect">
                  <a:avLst/>
                </a:prstGeom>
              </p:spPr>
            </p:pic>
          </mc:Fallback>
        </mc:AlternateContent>
      </p:grpSp>
      <p:grpSp>
        <p:nvGrpSpPr>
          <p:cNvPr id="54" name="Group 53">
            <a:extLst>
              <a:ext uri="{FF2B5EF4-FFF2-40B4-BE49-F238E27FC236}">
                <a16:creationId xmlns:a16="http://schemas.microsoft.com/office/drawing/2014/main" id="{13D43005-C620-AA4B-C6B2-36D55311CDCC}"/>
              </a:ext>
            </a:extLst>
          </p:cNvPr>
          <p:cNvGrpSpPr/>
          <p:nvPr/>
        </p:nvGrpSpPr>
        <p:grpSpPr>
          <a:xfrm>
            <a:off x="10408430" y="1080037"/>
            <a:ext cx="234000" cy="521280"/>
            <a:chOff x="10408430" y="1080037"/>
            <a:chExt cx="234000" cy="521280"/>
          </a:xfrm>
        </p:grpSpPr>
        <mc:AlternateContent xmlns:mc="http://schemas.openxmlformats.org/markup-compatibility/2006" xmlns:p14="http://schemas.microsoft.com/office/powerpoint/2010/main">
          <mc:Choice Requires="p14">
            <p:contentPart p14:bwMode="auto" r:id="rId80">
              <p14:nvContentPartPr>
                <p14:cNvPr id="49" name="Ink 48">
                  <a:extLst>
                    <a:ext uri="{FF2B5EF4-FFF2-40B4-BE49-F238E27FC236}">
                      <a16:creationId xmlns:a16="http://schemas.microsoft.com/office/drawing/2014/main" id="{2AAE2A17-F13C-CF1E-5802-E1E430421860}"/>
                    </a:ext>
                  </a:extLst>
                </p14:cNvPr>
                <p14:cNvContentPartPr/>
                <p14:nvPr/>
              </p14:nvContentPartPr>
              <p14:xfrm>
                <a:off x="10421390" y="1080037"/>
                <a:ext cx="137160" cy="521280"/>
              </p14:xfrm>
            </p:contentPart>
          </mc:Choice>
          <mc:Fallback xmlns="">
            <p:pic>
              <p:nvPicPr>
                <p:cNvPr id="49" name="Ink 48">
                  <a:extLst>
                    <a:ext uri="{FF2B5EF4-FFF2-40B4-BE49-F238E27FC236}">
                      <a16:creationId xmlns:a16="http://schemas.microsoft.com/office/drawing/2014/main" id="{2AAE2A17-F13C-CF1E-5802-E1E430421860}"/>
                    </a:ext>
                  </a:extLst>
                </p:cNvPr>
                <p:cNvPicPr/>
                <p:nvPr/>
              </p:nvPicPr>
              <p:blipFill>
                <a:blip r:embed="rId81"/>
                <a:stretch>
                  <a:fillRect/>
                </a:stretch>
              </p:blipFill>
              <p:spPr>
                <a:xfrm>
                  <a:off x="10403390" y="1062037"/>
                  <a:ext cx="172800" cy="5569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0" name="Ink 49">
                  <a:extLst>
                    <a:ext uri="{FF2B5EF4-FFF2-40B4-BE49-F238E27FC236}">
                      <a16:creationId xmlns:a16="http://schemas.microsoft.com/office/drawing/2014/main" id="{718B0DF0-9122-AD47-3CA7-6A673516EB03}"/>
                    </a:ext>
                  </a:extLst>
                </p14:cNvPr>
                <p14:cNvContentPartPr/>
                <p14:nvPr/>
              </p14:nvContentPartPr>
              <p14:xfrm>
                <a:off x="10408430" y="1093357"/>
                <a:ext cx="234000" cy="116280"/>
              </p14:xfrm>
            </p:contentPart>
          </mc:Choice>
          <mc:Fallback xmlns="">
            <p:pic>
              <p:nvPicPr>
                <p:cNvPr id="50" name="Ink 49">
                  <a:extLst>
                    <a:ext uri="{FF2B5EF4-FFF2-40B4-BE49-F238E27FC236}">
                      <a16:creationId xmlns:a16="http://schemas.microsoft.com/office/drawing/2014/main" id="{718B0DF0-9122-AD47-3CA7-6A673516EB03}"/>
                    </a:ext>
                  </a:extLst>
                </p:cNvPr>
                <p:cNvPicPr/>
                <p:nvPr/>
              </p:nvPicPr>
              <p:blipFill>
                <a:blip r:embed="rId83"/>
                <a:stretch>
                  <a:fillRect/>
                </a:stretch>
              </p:blipFill>
              <p:spPr>
                <a:xfrm>
                  <a:off x="10390430" y="1075357"/>
                  <a:ext cx="269640" cy="151920"/>
                </a:xfrm>
                <a:prstGeom prst="rect">
                  <a:avLst/>
                </a:prstGeom>
              </p:spPr>
            </p:pic>
          </mc:Fallback>
        </mc:AlternateContent>
      </p:grpSp>
      <p:grpSp>
        <p:nvGrpSpPr>
          <p:cNvPr id="53" name="Group 52">
            <a:extLst>
              <a:ext uri="{FF2B5EF4-FFF2-40B4-BE49-F238E27FC236}">
                <a16:creationId xmlns:a16="http://schemas.microsoft.com/office/drawing/2014/main" id="{74A7C61C-D8CA-F24C-3B8D-BD2951D3A09D}"/>
              </a:ext>
            </a:extLst>
          </p:cNvPr>
          <p:cNvGrpSpPr/>
          <p:nvPr/>
        </p:nvGrpSpPr>
        <p:grpSpPr>
          <a:xfrm>
            <a:off x="10512470" y="2076157"/>
            <a:ext cx="268200" cy="509040"/>
            <a:chOff x="10512470" y="2076157"/>
            <a:chExt cx="268200" cy="509040"/>
          </a:xfrm>
        </p:grpSpPr>
        <mc:AlternateContent xmlns:mc="http://schemas.openxmlformats.org/markup-compatibility/2006" xmlns:p14="http://schemas.microsoft.com/office/powerpoint/2010/main">
          <mc:Choice Requires="p14">
            <p:contentPart p14:bwMode="auto" r:id="rId84">
              <p14:nvContentPartPr>
                <p14:cNvPr id="51" name="Ink 50">
                  <a:extLst>
                    <a:ext uri="{FF2B5EF4-FFF2-40B4-BE49-F238E27FC236}">
                      <a16:creationId xmlns:a16="http://schemas.microsoft.com/office/drawing/2014/main" id="{5A073CCB-C784-5B76-53A6-7203C545C5CF}"/>
                    </a:ext>
                  </a:extLst>
                </p14:cNvPr>
                <p14:cNvContentPartPr/>
                <p14:nvPr/>
              </p14:nvContentPartPr>
              <p14:xfrm>
                <a:off x="10512470" y="2076157"/>
                <a:ext cx="183960" cy="461160"/>
              </p14:xfrm>
            </p:contentPart>
          </mc:Choice>
          <mc:Fallback xmlns="">
            <p:pic>
              <p:nvPicPr>
                <p:cNvPr id="51" name="Ink 50">
                  <a:extLst>
                    <a:ext uri="{FF2B5EF4-FFF2-40B4-BE49-F238E27FC236}">
                      <a16:creationId xmlns:a16="http://schemas.microsoft.com/office/drawing/2014/main" id="{5A073CCB-C784-5B76-53A6-7203C545C5CF}"/>
                    </a:ext>
                  </a:extLst>
                </p:cNvPr>
                <p:cNvPicPr/>
                <p:nvPr/>
              </p:nvPicPr>
              <p:blipFill>
                <a:blip r:embed="rId85"/>
                <a:stretch>
                  <a:fillRect/>
                </a:stretch>
              </p:blipFill>
              <p:spPr>
                <a:xfrm>
                  <a:off x="10494435" y="2058157"/>
                  <a:ext cx="219670" cy="4968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2" name="Ink 51">
                  <a:extLst>
                    <a:ext uri="{FF2B5EF4-FFF2-40B4-BE49-F238E27FC236}">
                      <a16:creationId xmlns:a16="http://schemas.microsoft.com/office/drawing/2014/main" id="{BC6D68B7-1011-42C3-BF0B-C5E5C1556D81}"/>
                    </a:ext>
                  </a:extLst>
                </p14:cNvPr>
                <p14:cNvContentPartPr/>
                <p14:nvPr/>
              </p14:nvContentPartPr>
              <p14:xfrm>
                <a:off x="10583390" y="2470717"/>
                <a:ext cx="197280" cy="114480"/>
              </p14:xfrm>
            </p:contentPart>
          </mc:Choice>
          <mc:Fallback xmlns="">
            <p:pic>
              <p:nvPicPr>
                <p:cNvPr id="52" name="Ink 51">
                  <a:extLst>
                    <a:ext uri="{FF2B5EF4-FFF2-40B4-BE49-F238E27FC236}">
                      <a16:creationId xmlns:a16="http://schemas.microsoft.com/office/drawing/2014/main" id="{BC6D68B7-1011-42C3-BF0B-C5E5C1556D81}"/>
                    </a:ext>
                  </a:extLst>
                </p:cNvPr>
                <p:cNvPicPr/>
                <p:nvPr/>
              </p:nvPicPr>
              <p:blipFill>
                <a:blip r:embed="rId87"/>
                <a:stretch>
                  <a:fillRect/>
                </a:stretch>
              </p:blipFill>
              <p:spPr>
                <a:xfrm>
                  <a:off x="10565390" y="2452660"/>
                  <a:ext cx="232920" cy="150232"/>
                </a:xfrm>
                <a:prstGeom prst="rect">
                  <a:avLst/>
                </a:prstGeom>
              </p:spPr>
            </p:pic>
          </mc:Fallback>
        </mc:AlternateContent>
      </p:grpSp>
      <p:grpSp>
        <p:nvGrpSpPr>
          <p:cNvPr id="2051" name="Group 2050">
            <a:extLst>
              <a:ext uri="{FF2B5EF4-FFF2-40B4-BE49-F238E27FC236}">
                <a16:creationId xmlns:a16="http://schemas.microsoft.com/office/drawing/2014/main" id="{0E637A5F-3C8A-9867-0868-988635682F84}"/>
              </a:ext>
            </a:extLst>
          </p:cNvPr>
          <p:cNvGrpSpPr/>
          <p:nvPr/>
        </p:nvGrpSpPr>
        <p:grpSpPr>
          <a:xfrm>
            <a:off x="10253270" y="648397"/>
            <a:ext cx="583200" cy="244800"/>
            <a:chOff x="10253270" y="648397"/>
            <a:chExt cx="583200" cy="244800"/>
          </a:xfrm>
        </p:grpSpPr>
        <mc:AlternateContent xmlns:mc="http://schemas.openxmlformats.org/markup-compatibility/2006" xmlns:p14="http://schemas.microsoft.com/office/powerpoint/2010/main">
          <mc:Choice Requires="p14">
            <p:contentPart p14:bwMode="auto" r:id="rId88">
              <p14:nvContentPartPr>
                <p14:cNvPr id="55" name="Ink 54">
                  <a:extLst>
                    <a:ext uri="{FF2B5EF4-FFF2-40B4-BE49-F238E27FC236}">
                      <a16:creationId xmlns:a16="http://schemas.microsoft.com/office/drawing/2014/main" id="{478BB895-A519-58DA-5F4F-BA84C6C69938}"/>
                    </a:ext>
                  </a:extLst>
                </p14:cNvPr>
                <p14:cNvContentPartPr/>
                <p14:nvPr/>
              </p14:nvContentPartPr>
              <p14:xfrm>
                <a:off x="10253270" y="648397"/>
                <a:ext cx="160560" cy="235800"/>
              </p14:xfrm>
            </p:contentPart>
          </mc:Choice>
          <mc:Fallback xmlns="">
            <p:pic>
              <p:nvPicPr>
                <p:cNvPr id="55" name="Ink 54">
                  <a:extLst>
                    <a:ext uri="{FF2B5EF4-FFF2-40B4-BE49-F238E27FC236}">
                      <a16:creationId xmlns:a16="http://schemas.microsoft.com/office/drawing/2014/main" id="{478BB895-A519-58DA-5F4F-BA84C6C69938}"/>
                    </a:ext>
                  </a:extLst>
                </p:cNvPr>
                <p:cNvPicPr/>
                <p:nvPr/>
              </p:nvPicPr>
              <p:blipFill>
                <a:blip r:embed="rId89"/>
                <a:stretch>
                  <a:fillRect/>
                </a:stretch>
              </p:blipFill>
              <p:spPr>
                <a:xfrm>
                  <a:off x="10235270" y="630397"/>
                  <a:ext cx="19620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6" name="Ink 55">
                  <a:extLst>
                    <a:ext uri="{FF2B5EF4-FFF2-40B4-BE49-F238E27FC236}">
                      <a16:creationId xmlns:a16="http://schemas.microsoft.com/office/drawing/2014/main" id="{812B8D56-4012-020A-1E22-95C778192DC9}"/>
                    </a:ext>
                  </a:extLst>
                </p14:cNvPr>
                <p14:cNvContentPartPr/>
                <p14:nvPr/>
              </p14:nvContentPartPr>
              <p14:xfrm>
                <a:off x="10459550" y="718957"/>
                <a:ext cx="109800" cy="128880"/>
              </p14:xfrm>
            </p:contentPart>
          </mc:Choice>
          <mc:Fallback xmlns="">
            <p:pic>
              <p:nvPicPr>
                <p:cNvPr id="56" name="Ink 55">
                  <a:extLst>
                    <a:ext uri="{FF2B5EF4-FFF2-40B4-BE49-F238E27FC236}">
                      <a16:creationId xmlns:a16="http://schemas.microsoft.com/office/drawing/2014/main" id="{812B8D56-4012-020A-1E22-95C778192DC9}"/>
                    </a:ext>
                  </a:extLst>
                </p:cNvPr>
                <p:cNvPicPr/>
                <p:nvPr/>
              </p:nvPicPr>
              <p:blipFill>
                <a:blip r:embed="rId91"/>
                <a:stretch>
                  <a:fillRect/>
                </a:stretch>
              </p:blipFill>
              <p:spPr>
                <a:xfrm>
                  <a:off x="10441609" y="700957"/>
                  <a:ext cx="145324"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7" name="Ink 56">
                  <a:extLst>
                    <a:ext uri="{FF2B5EF4-FFF2-40B4-BE49-F238E27FC236}">
                      <a16:creationId xmlns:a16="http://schemas.microsoft.com/office/drawing/2014/main" id="{308F2755-1048-47BC-A69F-6C59C412D111}"/>
                    </a:ext>
                  </a:extLst>
                </p14:cNvPr>
                <p14:cNvContentPartPr/>
                <p14:nvPr/>
              </p14:nvContentPartPr>
              <p14:xfrm>
                <a:off x="10611470" y="696637"/>
                <a:ext cx="96120" cy="175680"/>
              </p14:xfrm>
            </p:contentPart>
          </mc:Choice>
          <mc:Fallback xmlns="">
            <p:pic>
              <p:nvPicPr>
                <p:cNvPr id="57" name="Ink 56">
                  <a:extLst>
                    <a:ext uri="{FF2B5EF4-FFF2-40B4-BE49-F238E27FC236}">
                      <a16:creationId xmlns:a16="http://schemas.microsoft.com/office/drawing/2014/main" id="{308F2755-1048-47BC-A69F-6C59C412D111}"/>
                    </a:ext>
                  </a:extLst>
                </p:cNvPr>
                <p:cNvPicPr/>
                <p:nvPr/>
              </p:nvPicPr>
              <p:blipFill>
                <a:blip r:embed="rId93"/>
                <a:stretch>
                  <a:fillRect/>
                </a:stretch>
              </p:blipFill>
              <p:spPr>
                <a:xfrm>
                  <a:off x="10593537" y="678674"/>
                  <a:ext cx="131627" cy="211247"/>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8" name="Ink 57">
                  <a:extLst>
                    <a:ext uri="{FF2B5EF4-FFF2-40B4-BE49-F238E27FC236}">
                      <a16:creationId xmlns:a16="http://schemas.microsoft.com/office/drawing/2014/main" id="{09DCF4B1-1147-9C16-E917-751726861C33}"/>
                    </a:ext>
                  </a:extLst>
                </p14:cNvPr>
                <p14:cNvContentPartPr/>
                <p14:nvPr/>
              </p14:nvContentPartPr>
              <p14:xfrm>
                <a:off x="10763750" y="664597"/>
                <a:ext cx="19440" cy="228600"/>
              </p14:xfrm>
            </p:contentPart>
          </mc:Choice>
          <mc:Fallback xmlns="">
            <p:pic>
              <p:nvPicPr>
                <p:cNvPr id="58" name="Ink 57">
                  <a:extLst>
                    <a:ext uri="{FF2B5EF4-FFF2-40B4-BE49-F238E27FC236}">
                      <a16:creationId xmlns:a16="http://schemas.microsoft.com/office/drawing/2014/main" id="{09DCF4B1-1147-9C16-E917-751726861C33}"/>
                    </a:ext>
                  </a:extLst>
                </p:cNvPr>
                <p:cNvPicPr/>
                <p:nvPr/>
              </p:nvPicPr>
              <p:blipFill>
                <a:blip r:embed="rId95"/>
                <a:stretch>
                  <a:fillRect/>
                </a:stretch>
              </p:blipFill>
              <p:spPr>
                <a:xfrm>
                  <a:off x="10745750" y="646597"/>
                  <a:ext cx="5508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9" name="Ink 58">
                  <a:extLst>
                    <a:ext uri="{FF2B5EF4-FFF2-40B4-BE49-F238E27FC236}">
                      <a16:creationId xmlns:a16="http://schemas.microsoft.com/office/drawing/2014/main" id="{189BF571-4490-7AB6-65E4-D81583A5C5BA}"/>
                    </a:ext>
                  </a:extLst>
                </p14:cNvPr>
                <p14:cNvContentPartPr/>
                <p14:nvPr/>
              </p14:nvContentPartPr>
              <p14:xfrm>
                <a:off x="10703270" y="753157"/>
                <a:ext cx="133200" cy="66600"/>
              </p14:xfrm>
            </p:contentPart>
          </mc:Choice>
          <mc:Fallback xmlns="">
            <p:pic>
              <p:nvPicPr>
                <p:cNvPr id="59" name="Ink 58">
                  <a:extLst>
                    <a:ext uri="{FF2B5EF4-FFF2-40B4-BE49-F238E27FC236}">
                      <a16:creationId xmlns:a16="http://schemas.microsoft.com/office/drawing/2014/main" id="{189BF571-4490-7AB6-65E4-D81583A5C5BA}"/>
                    </a:ext>
                  </a:extLst>
                </p:cNvPr>
                <p:cNvPicPr/>
                <p:nvPr/>
              </p:nvPicPr>
              <p:blipFill>
                <a:blip r:embed="rId97"/>
                <a:stretch>
                  <a:fillRect/>
                </a:stretch>
              </p:blipFill>
              <p:spPr>
                <a:xfrm>
                  <a:off x="10685270" y="735157"/>
                  <a:ext cx="168840" cy="102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8">
            <p14:nvContentPartPr>
              <p14:cNvPr id="2053" name="Ink 2052">
                <a:extLst>
                  <a:ext uri="{FF2B5EF4-FFF2-40B4-BE49-F238E27FC236}">
                    <a16:creationId xmlns:a16="http://schemas.microsoft.com/office/drawing/2014/main" id="{0699E42D-5041-A269-3029-23AC5B967190}"/>
                  </a:ext>
                </a:extLst>
              </p14:cNvPr>
              <p14:cNvContentPartPr/>
              <p14:nvPr/>
            </p14:nvContentPartPr>
            <p14:xfrm>
              <a:off x="10009190" y="1889317"/>
              <a:ext cx="1122840" cy="43200"/>
            </p14:xfrm>
          </p:contentPart>
        </mc:Choice>
        <mc:Fallback xmlns="">
          <p:pic>
            <p:nvPicPr>
              <p:cNvPr id="2053" name="Ink 2052">
                <a:extLst>
                  <a:ext uri="{FF2B5EF4-FFF2-40B4-BE49-F238E27FC236}">
                    <a16:creationId xmlns:a16="http://schemas.microsoft.com/office/drawing/2014/main" id="{0699E42D-5041-A269-3029-23AC5B967190}"/>
                  </a:ext>
                </a:extLst>
              </p:cNvPr>
              <p:cNvPicPr/>
              <p:nvPr/>
            </p:nvPicPr>
            <p:blipFill>
              <a:blip r:embed="rId99"/>
              <a:stretch>
                <a:fillRect/>
              </a:stretch>
            </p:blipFill>
            <p:spPr>
              <a:xfrm>
                <a:off x="9946190" y="1825788"/>
                <a:ext cx="1248480" cy="169896"/>
              </a:xfrm>
              <a:prstGeom prst="rect">
                <a:avLst/>
              </a:prstGeom>
            </p:spPr>
          </p:pic>
        </mc:Fallback>
      </mc:AlternateContent>
      <p:grpSp>
        <p:nvGrpSpPr>
          <p:cNvPr id="2064" name="Group 2063">
            <a:extLst>
              <a:ext uri="{FF2B5EF4-FFF2-40B4-BE49-F238E27FC236}">
                <a16:creationId xmlns:a16="http://schemas.microsoft.com/office/drawing/2014/main" id="{0C34AB42-60BF-E9F0-9395-6B2AA290A77B}"/>
              </a:ext>
            </a:extLst>
          </p:cNvPr>
          <p:cNvGrpSpPr/>
          <p:nvPr/>
        </p:nvGrpSpPr>
        <p:grpSpPr>
          <a:xfrm>
            <a:off x="8283350" y="2088037"/>
            <a:ext cx="2038320" cy="1938240"/>
            <a:chOff x="8283350" y="2088037"/>
            <a:chExt cx="2038320" cy="1938240"/>
          </a:xfrm>
        </p:grpSpPr>
        <mc:AlternateContent xmlns:mc="http://schemas.openxmlformats.org/markup-compatibility/2006" xmlns:p14="http://schemas.microsoft.com/office/powerpoint/2010/main">
          <mc:Choice Requires="p14">
            <p:contentPart p14:bwMode="auto" r:id="rId100">
              <p14:nvContentPartPr>
                <p14:cNvPr id="2054" name="Ink 2053">
                  <a:extLst>
                    <a:ext uri="{FF2B5EF4-FFF2-40B4-BE49-F238E27FC236}">
                      <a16:creationId xmlns:a16="http://schemas.microsoft.com/office/drawing/2014/main" id="{262148C7-D326-6517-F3C7-EE365D7584DE}"/>
                    </a:ext>
                  </a:extLst>
                </p14:cNvPr>
                <p14:cNvContentPartPr/>
                <p14:nvPr/>
              </p14:nvContentPartPr>
              <p14:xfrm>
                <a:off x="8690870" y="2088037"/>
                <a:ext cx="1630800" cy="1529640"/>
              </p14:xfrm>
            </p:contentPart>
          </mc:Choice>
          <mc:Fallback xmlns="">
            <p:pic>
              <p:nvPicPr>
                <p:cNvPr id="2054" name="Ink 2053">
                  <a:extLst>
                    <a:ext uri="{FF2B5EF4-FFF2-40B4-BE49-F238E27FC236}">
                      <a16:creationId xmlns:a16="http://schemas.microsoft.com/office/drawing/2014/main" id="{262148C7-D326-6517-F3C7-EE365D7584DE}"/>
                    </a:ext>
                  </a:extLst>
                </p:cNvPr>
                <p:cNvPicPr/>
                <p:nvPr/>
              </p:nvPicPr>
              <p:blipFill>
                <a:blip r:embed="rId101"/>
                <a:stretch>
                  <a:fillRect/>
                </a:stretch>
              </p:blipFill>
              <p:spPr>
                <a:xfrm>
                  <a:off x="8672870" y="2070037"/>
                  <a:ext cx="1666440" cy="15652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2055" name="Ink 2054">
                  <a:extLst>
                    <a:ext uri="{FF2B5EF4-FFF2-40B4-BE49-F238E27FC236}">
                      <a16:creationId xmlns:a16="http://schemas.microsoft.com/office/drawing/2014/main" id="{FE42370F-6FE8-D108-8AEC-3DAC82001273}"/>
                    </a:ext>
                  </a:extLst>
                </p14:cNvPr>
                <p14:cNvContentPartPr/>
                <p14:nvPr/>
              </p14:nvContentPartPr>
              <p14:xfrm>
                <a:off x="8642630" y="3478717"/>
                <a:ext cx="239760" cy="162720"/>
              </p14:xfrm>
            </p:contentPart>
          </mc:Choice>
          <mc:Fallback xmlns="">
            <p:pic>
              <p:nvPicPr>
                <p:cNvPr id="2055" name="Ink 2054">
                  <a:extLst>
                    <a:ext uri="{FF2B5EF4-FFF2-40B4-BE49-F238E27FC236}">
                      <a16:creationId xmlns:a16="http://schemas.microsoft.com/office/drawing/2014/main" id="{FE42370F-6FE8-D108-8AEC-3DAC82001273}"/>
                    </a:ext>
                  </a:extLst>
                </p:cNvPr>
                <p:cNvPicPr/>
                <p:nvPr/>
              </p:nvPicPr>
              <p:blipFill>
                <a:blip r:embed="rId103"/>
                <a:stretch>
                  <a:fillRect/>
                </a:stretch>
              </p:blipFill>
              <p:spPr>
                <a:xfrm>
                  <a:off x="8624630" y="3460717"/>
                  <a:ext cx="27540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2056" name="Ink 2055">
                  <a:extLst>
                    <a:ext uri="{FF2B5EF4-FFF2-40B4-BE49-F238E27FC236}">
                      <a16:creationId xmlns:a16="http://schemas.microsoft.com/office/drawing/2014/main" id="{A1F73BB3-42C1-1C71-EEE2-4039290F38E2}"/>
                    </a:ext>
                  </a:extLst>
                </p14:cNvPr>
                <p14:cNvContentPartPr/>
                <p14:nvPr/>
              </p14:nvContentPartPr>
              <p14:xfrm>
                <a:off x="8345990" y="3776077"/>
                <a:ext cx="24480" cy="250200"/>
              </p14:xfrm>
            </p:contentPart>
          </mc:Choice>
          <mc:Fallback xmlns="">
            <p:pic>
              <p:nvPicPr>
                <p:cNvPr id="2056" name="Ink 2055">
                  <a:extLst>
                    <a:ext uri="{FF2B5EF4-FFF2-40B4-BE49-F238E27FC236}">
                      <a16:creationId xmlns:a16="http://schemas.microsoft.com/office/drawing/2014/main" id="{A1F73BB3-42C1-1C71-EEE2-4039290F38E2}"/>
                    </a:ext>
                  </a:extLst>
                </p:cNvPr>
                <p:cNvPicPr/>
                <p:nvPr/>
              </p:nvPicPr>
              <p:blipFill>
                <a:blip r:embed="rId105"/>
                <a:stretch>
                  <a:fillRect/>
                </a:stretch>
              </p:blipFill>
              <p:spPr>
                <a:xfrm>
                  <a:off x="8327990" y="3758077"/>
                  <a:ext cx="60120" cy="2858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2057" name="Ink 2056">
                  <a:extLst>
                    <a:ext uri="{FF2B5EF4-FFF2-40B4-BE49-F238E27FC236}">
                      <a16:creationId xmlns:a16="http://schemas.microsoft.com/office/drawing/2014/main" id="{C4986895-C609-9092-0B5B-8912C3DBD1BF}"/>
                    </a:ext>
                  </a:extLst>
                </p14:cNvPr>
                <p14:cNvContentPartPr/>
                <p14:nvPr/>
              </p14:nvContentPartPr>
              <p14:xfrm>
                <a:off x="8283350" y="3768517"/>
                <a:ext cx="123840" cy="106200"/>
              </p14:xfrm>
            </p:contentPart>
          </mc:Choice>
          <mc:Fallback xmlns="">
            <p:pic>
              <p:nvPicPr>
                <p:cNvPr id="2057" name="Ink 2056">
                  <a:extLst>
                    <a:ext uri="{FF2B5EF4-FFF2-40B4-BE49-F238E27FC236}">
                      <a16:creationId xmlns:a16="http://schemas.microsoft.com/office/drawing/2014/main" id="{C4986895-C609-9092-0B5B-8912C3DBD1BF}"/>
                    </a:ext>
                  </a:extLst>
                </p:cNvPr>
                <p:cNvPicPr/>
                <p:nvPr/>
              </p:nvPicPr>
              <p:blipFill>
                <a:blip r:embed="rId107"/>
                <a:stretch>
                  <a:fillRect/>
                </a:stretch>
              </p:blipFill>
              <p:spPr>
                <a:xfrm>
                  <a:off x="8265350" y="3750517"/>
                  <a:ext cx="15948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2058" name="Ink 2057">
                  <a:extLst>
                    <a:ext uri="{FF2B5EF4-FFF2-40B4-BE49-F238E27FC236}">
                      <a16:creationId xmlns:a16="http://schemas.microsoft.com/office/drawing/2014/main" id="{E9F3C68C-51EC-2CE2-1EB0-0A7D1B9673EB}"/>
                    </a:ext>
                  </a:extLst>
                </p14:cNvPr>
                <p14:cNvContentPartPr/>
                <p14:nvPr/>
              </p14:nvContentPartPr>
              <p14:xfrm>
                <a:off x="8387030" y="3872917"/>
                <a:ext cx="75960" cy="42120"/>
              </p14:xfrm>
            </p:contentPart>
          </mc:Choice>
          <mc:Fallback xmlns="">
            <p:pic>
              <p:nvPicPr>
                <p:cNvPr id="2058" name="Ink 2057">
                  <a:extLst>
                    <a:ext uri="{FF2B5EF4-FFF2-40B4-BE49-F238E27FC236}">
                      <a16:creationId xmlns:a16="http://schemas.microsoft.com/office/drawing/2014/main" id="{E9F3C68C-51EC-2CE2-1EB0-0A7D1B9673EB}"/>
                    </a:ext>
                  </a:extLst>
                </p:cNvPr>
                <p:cNvPicPr/>
                <p:nvPr/>
              </p:nvPicPr>
              <p:blipFill>
                <a:blip r:embed="rId109"/>
                <a:stretch>
                  <a:fillRect/>
                </a:stretch>
              </p:blipFill>
              <p:spPr>
                <a:xfrm>
                  <a:off x="8369115" y="3854917"/>
                  <a:ext cx="111432"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2059" name="Ink 2058">
                  <a:extLst>
                    <a:ext uri="{FF2B5EF4-FFF2-40B4-BE49-F238E27FC236}">
                      <a16:creationId xmlns:a16="http://schemas.microsoft.com/office/drawing/2014/main" id="{B721FACD-6B4C-B0BD-26C3-6A61ED92A91C}"/>
                    </a:ext>
                  </a:extLst>
                </p14:cNvPr>
                <p14:cNvContentPartPr/>
                <p14:nvPr/>
              </p14:nvContentPartPr>
              <p14:xfrm>
                <a:off x="8549750" y="3869677"/>
                <a:ext cx="7200" cy="110880"/>
              </p14:xfrm>
            </p:contentPart>
          </mc:Choice>
          <mc:Fallback xmlns="">
            <p:pic>
              <p:nvPicPr>
                <p:cNvPr id="2059" name="Ink 2058">
                  <a:extLst>
                    <a:ext uri="{FF2B5EF4-FFF2-40B4-BE49-F238E27FC236}">
                      <a16:creationId xmlns:a16="http://schemas.microsoft.com/office/drawing/2014/main" id="{B721FACD-6B4C-B0BD-26C3-6A61ED92A91C}"/>
                    </a:ext>
                  </a:extLst>
                </p:cNvPr>
                <p:cNvPicPr/>
                <p:nvPr/>
              </p:nvPicPr>
              <p:blipFill>
                <a:blip r:embed="rId111"/>
                <a:stretch>
                  <a:fillRect/>
                </a:stretch>
              </p:blipFill>
              <p:spPr>
                <a:xfrm>
                  <a:off x="8531750" y="3851677"/>
                  <a:ext cx="428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2060" name="Ink 2059">
                  <a:extLst>
                    <a:ext uri="{FF2B5EF4-FFF2-40B4-BE49-F238E27FC236}">
                      <a16:creationId xmlns:a16="http://schemas.microsoft.com/office/drawing/2014/main" id="{44E9D95C-7135-6B9D-951F-C4672634954F}"/>
                    </a:ext>
                  </a:extLst>
                </p14:cNvPr>
                <p14:cNvContentPartPr/>
                <p14:nvPr/>
              </p14:nvContentPartPr>
              <p14:xfrm>
                <a:off x="8534270" y="3749797"/>
                <a:ext cx="41040" cy="28800"/>
              </p14:xfrm>
            </p:contentPart>
          </mc:Choice>
          <mc:Fallback xmlns="">
            <p:pic>
              <p:nvPicPr>
                <p:cNvPr id="2060" name="Ink 2059">
                  <a:extLst>
                    <a:ext uri="{FF2B5EF4-FFF2-40B4-BE49-F238E27FC236}">
                      <a16:creationId xmlns:a16="http://schemas.microsoft.com/office/drawing/2014/main" id="{44E9D95C-7135-6B9D-951F-C4672634954F}"/>
                    </a:ext>
                  </a:extLst>
                </p:cNvPr>
                <p:cNvPicPr/>
                <p:nvPr/>
              </p:nvPicPr>
              <p:blipFill>
                <a:blip r:embed="rId113"/>
                <a:stretch>
                  <a:fillRect/>
                </a:stretch>
              </p:blipFill>
              <p:spPr>
                <a:xfrm>
                  <a:off x="8516111" y="3732019"/>
                  <a:ext cx="76995" cy="64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2061" name="Ink 2060">
                  <a:extLst>
                    <a:ext uri="{FF2B5EF4-FFF2-40B4-BE49-F238E27FC236}">
                      <a16:creationId xmlns:a16="http://schemas.microsoft.com/office/drawing/2014/main" id="{3F1412A0-4D6A-97B3-746A-B680B17021EC}"/>
                    </a:ext>
                  </a:extLst>
                </p14:cNvPr>
                <p14:cNvContentPartPr/>
                <p14:nvPr/>
              </p14:nvContentPartPr>
              <p14:xfrm>
                <a:off x="8672150" y="3788317"/>
                <a:ext cx="100440" cy="174240"/>
              </p14:xfrm>
            </p:contentPart>
          </mc:Choice>
          <mc:Fallback xmlns="">
            <p:pic>
              <p:nvPicPr>
                <p:cNvPr id="2061" name="Ink 2060">
                  <a:extLst>
                    <a:ext uri="{FF2B5EF4-FFF2-40B4-BE49-F238E27FC236}">
                      <a16:creationId xmlns:a16="http://schemas.microsoft.com/office/drawing/2014/main" id="{3F1412A0-4D6A-97B3-746A-B680B17021EC}"/>
                    </a:ext>
                  </a:extLst>
                </p:cNvPr>
                <p:cNvPicPr/>
                <p:nvPr/>
              </p:nvPicPr>
              <p:blipFill>
                <a:blip r:embed="rId115"/>
                <a:stretch>
                  <a:fillRect/>
                </a:stretch>
              </p:blipFill>
              <p:spPr>
                <a:xfrm>
                  <a:off x="8654085" y="3770317"/>
                  <a:ext cx="136208"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2062" name="Ink 2061">
                  <a:extLst>
                    <a:ext uri="{FF2B5EF4-FFF2-40B4-BE49-F238E27FC236}">
                      <a16:creationId xmlns:a16="http://schemas.microsoft.com/office/drawing/2014/main" id="{A8F75AED-5CCD-0E0B-054A-8B00A1169104}"/>
                    </a:ext>
                  </a:extLst>
                </p14:cNvPr>
                <p14:cNvContentPartPr/>
                <p14:nvPr/>
              </p14:nvContentPartPr>
              <p14:xfrm>
                <a:off x="8806070" y="3828997"/>
                <a:ext cx="89280" cy="130680"/>
              </p14:xfrm>
            </p:contentPart>
          </mc:Choice>
          <mc:Fallback xmlns="">
            <p:pic>
              <p:nvPicPr>
                <p:cNvPr id="2062" name="Ink 2061">
                  <a:extLst>
                    <a:ext uri="{FF2B5EF4-FFF2-40B4-BE49-F238E27FC236}">
                      <a16:creationId xmlns:a16="http://schemas.microsoft.com/office/drawing/2014/main" id="{A8F75AED-5CCD-0E0B-054A-8B00A1169104}"/>
                    </a:ext>
                  </a:extLst>
                </p:cNvPr>
                <p:cNvPicPr/>
                <p:nvPr/>
              </p:nvPicPr>
              <p:blipFill>
                <a:blip r:embed="rId117"/>
                <a:stretch>
                  <a:fillRect/>
                </a:stretch>
              </p:blipFill>
              <p:spPr>
                <a:xfrm>
                  <a:off x="8788142" y="3811046"/>
                  <a:ext cx="124777" cy="166222"/>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2063" name="Ink 2062">
                  <a:extLst>
                    <a:ext uri="{FF2B5EF4-FFF2-40B4-BE49-F238E27FC236}">
                      <a16:creationId xmlns:a16="http://schemas.microsoft.com/office/drawing/2014/main" id="{6D5ED58D-146E-95FB-D740-4F99A74B85E9}"/>
                    </a:ext>
                  </a:extLst>
                </p14:cNvPr>
                <p14:cNvContentPartPr/>
                <p14:nvPr/>
              </p14:nvContentPartPr>
              <p14:xfrm>
                <a:off x="8939630" y="3823597"/>
                <a:ext cx="87480" cy="93240"/>
              </p14:xfrm>
            </p:contentPart>
          </mc:Choice>
          <mc:Fallback xmlns="">
            <p:pic>
              <p:nvPicPr>
                <p:cNvPr id="2063" name="Ink 2062">
                  <a:extLst>
                    <a:ext uri="{FF2B5EF4-FFF2-40B4-BE49-F238E27FC236}">
                      <a16:creationId xmlns:a16="http://schemas.microsoft.com/office/drawing/2014/main" id="{6D5ED58D-146E-95FB-D740-4F99A74B85E9}"/>
                    </a:ext>
                  </a:extLst>
                </p:cNvPr>
                <p:cNvPicPr/>
                <p:nvPr/>
              </p:nvPicPr>
              <p:blipFill>
                <a:blip r:embed="rId119"/>
                <a:stretch>
                  <a:fillRect/>
                </a:stretch>
              </p:blipFill>
              <p:spPr>
                <a:xfrm>
                  <a:off x="8921704" y="3805666"/>
                  <a:ext cx="122974" cy="128743"/>
                </a:xfrm>
                <a:prstGeom prst="rect">
                  <a:avLst/>
                </a:prstGeom>
              </p:spPr>
            </p:pic>
          </mc:Fallback>
        </mc:AlternateContent>
      </p:grpSp>
      <p:grpSp>
        <p:nvGrpSpPr>
          <p:cNvPr id="2082" name="Group 2081">
            <a:extLst>
              <a:ext uri="{FF2B5EF4-FFF2-40B4-BE49-F238E27FC236}">
                <a16:creationId xmlns:a16="http://schemas.microsoft.com/office/drawing/2014/main" id="{70DC2A88-038C-6592-2DC9-7F693EA8363C}"/>
              </a:ext>
            </a:extLst>
          </p:cNvPr>
          <p:cNvGrpSpPr/>
          <p:nvPr/>
        </p:nvGrpSpPr>
        <p:grpSpPr>
          <a:xfrm>
            <a:off x="10164710" y="1957717"/>
            <a:ext cx="1798920" cy="4296600"/>
            <a:chOff x="10164710" y="1957717"/>
            <a:chExt cx="1798920" cy="4296600"/>
          </a:xfrm>
        </p:grpSpPr>
        <mc:AlternateContent xmlns:mc="http://schemas.openxmlformats.org/markup-compatibility/2006" xmlns:p14="http://schemas.microsoft.com/office/powerpoint/2010/main">
          <mc:Choice Requires="p14">
            <p:contentPart p14:bwMode="auto" r:id="rId120">
              <p14:nvContentPartPr>
                <p14:cNvPr id="60" name="Ink 59">
                  <a:extLst>
                    <a:ext uri="{FF2B5EF4-FFF2-40B4-BE49-F238E27FC236}">
                      <a16:creationId xmlns:a16="http://schemas.microsoft.com/office/drawing/2014/main" id="{9E5AC58E-947C-F5B4-719B-907FA6667F2D}"/>
                    </a:ext>
                  </a:extLst>
                </p14:cNvPr>
                <p14:cNvContentPartPr/>
                <p14:nvPr/>
              </p14:nvContentPartPr>
              <p14:xfrm>
                <a:off x="10781030" y="2845837"/>
                <a:ext cx="125640" cy="195840"/>
              </p14:xfrm>
            </p:contentPart>
          </mc:Choice>
          <mc:Fallback xmlns="">
            <p:pic>
              <p:nvPicPr>
                <p:cNvPr id="60" name="Ink 59">
                  <a:extLst>
                    <a:ext uri="{FF2B5EF4-FFF2-40B4-BE49-F238E27FC236}">
                      <a16:creationId xmlns:a16="http://schemas.microsoft.com/office/drawing/2014/main" id="{9E5AC58E-947C-F5B4-719B-907FA6667F2D}"/>
                    </a:ext>
                  </a:extLst>
                </p:cNvPr>
                <p:cNvPicPr/>
                <p:nvPr/>
              </p:nvPicPr>
              <p:blipFill>
                <a:blip r:embed="rId121"/>
                <a:stretch>
                  <a:fillRect/>
                </a:stretch>
              </p:blipFill>
              <p:spPr>
                <a:xfrm>
                  <a:off x="10763030" y="2827837"/>
                  <a:ext cx="16128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1" name="Ink 60">
                  <a:extLst>
                    <a:ext uri="{FF2B5EF4-FFF2-40B4-BE49-F238E27FC236}">
                      <a16:creationId xmlns:a16="http://schemas.microsoft.com/office/drawing/2014/main" id="{C6CA8164-4812-681C-7C5D-07E7A1C36B37}"/>
                    </a:ext>
                  </a:extLst>
                </p14:cNvPr>
                <p14:cNvContentPartPr/>
                <p14:nvPr/>
              </p14:nvContentPartPr>
              <p14:xfrm>
                <a:off x="10949870" y="2959237"/>
                <a:ext cx="152640" cy="168840"/>
              </p14:xfrm>
            </p:contentPart>
          </mc:Choice>
          <mc:Fallback xmlns="">
            <p:pic>
              <p:nvPicPr>
                <p:cNvPr id="61" name="Ink 60">
                  <a:extLst>
                    <a:ext uri="{FF2B5EF4-FFF2-40B4-BE49-F238E27FC236}">
                      <a16:creationId xmlns:a16="http://schemas.microsoft.com/office/drawing/2014/main" id="{C6CA8164-4812-681C-7C5D-07E7A1C36B37}"/>
                    </a:ext>
                  </a:extLst>
                </p:cNvPr>
                <p:cNvPicPr/>
                <p:nvPr/>
              </p:nvPicPr>
              <p:blipFill>
                <a:blip r:embed="rId123"/>
                <a:stretch>
                  <a:fillRect/>
                </a:stretch>
              </p:blipFill>
              <p:spPr>
                <a:xfrm>
                  <a:off x="10931870" y="2941237"/>
                  <a:ext cx="18828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2" name="Ink 61">
                  <a:extLst>
                    <a:ext uri="{FF2B5EF4-FFF2-40B4-BE49-F238E27FC236}">
                      <a16:creationId xmlns:a16="http://schemas.microsoft.com/office/drawing/2014/main" id="{272B5E48-F35F-6AE0-7A9F-30A5D46162A3}"/>
                    </a:ext>
                  </a:extLst>
                </p14:cNvPr>
                <p14:cNvContentPartPr/>
                <p14:nvPr/>
              </p14:nvContentPartPr>
              <p14:xfrm>
                <a:off x="11158670" y="2963197"/>
                <a:ext cx="90360" cy="165240"/>
              </p14:xfrm>
            </p:contentPart>
          </mc:Choice>
          <mc:Fallback xmlns="">
            <p:pic>
              <p:nvPicPr>
                <p:cNvPr id="62" name="Ink 61">
                  <a:extLst>
                    <a:ext uri="{FF2B5EF4-FFF2-40B4-BE49-F238E27FC236}">
                      <a16:creationId xmlns:a16="http://schemas.microsoft.com/office/drawing/2014/main" id="{272B5E48-F35F-6AE0-7A9F-30A5D46162A3}"/>
                    </a:ext>
                  </a:extLst>
                </p:cNvPr>
                <p:cNvPicPr/>
                <p:nvPr/>
              </p:nvPicPr>
              <p:blipFill>
                <a:blip r:embed="rId125"/>
                <a:stretch>
                  <a:fillRect/>
                </a:stretch>
              </p:blipFill>
              <p:spPr>
                <a:xfrm>
                  <a:off x="11140598" y="2945158"/>
                  <a:ext cx="126143" cy="200958"/>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63" name="Ink 62">
                  <a:extLst>
                    <a:ext uri="{FF2B5EF4-FFF2-40B4-BE49-F238E27FC236}">
                      <a16:creationId xmlns:a16="http://schemas.microsoft.com/office/drawing/2014/main" id="{61C774D6-5E78-1E7C-C08A-F2D2AED82208}"/>
                    </a:ext>
                  </a:extLst>
                </p14:cNvPr>
                <p14:cNvContentPartPr/>
                <p14:nvPr/>
              </p14:nvContentPartPr>
              <p14:xfrm>
                <a:off x="11332190" y="2935837"/>
                <a:ext cx="48960" cy="250200"/>
              </p14:xfrm>
            </p:contentPart>
          </mc:Choice>
          <mc:Fallback xmlns="">
            <p:pic>
              <p:nvPicPr>
                <p:cNvPr id="63" name="Ink 62">
                  <a:extLst>
                    <a:ext uri="{FF2B5EF4-FFF2-40B4-BE49-F238E27FC236}">
                      <a16:creationId xmlns:a16="http://schemas.microsoft.com/office/drawing/2014/main" id="{61C774D6-5E78-1E7C-C08A-F2D2AED82208}"/>
                    </a:ext>
                  </a:extLst>
                </p:cNvPr>
                <p:cNvPicPr/>
                <p:nvPr/>
              </p:nvPicPr>
              <p:blipFill>
                <a:blip r:embed="rId127"/>
                <a:stretch>
                  <a:fillRect/>
                </a:stretch>
              </p:blipFill>
              <p:spPr>
                <a:xfrm>
                  <a:off x="11314190" y="2917837"/>
                  <a:ext cx="84600" cy="2858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2048" name="Ink 2047">
                  <a:extLst>
                    <a:ext uri="{FF2B5EF4-FFF2-40B4-BE49-F238E27FC236}">
                      <a16:creationId xmlns:a16="http://schemas.microsoft.com/office/drawing/2014/main" id="{25811E7C-5F11-0C6D-2507-4631AA177AA1}"/>
                    </a:ext>
                  </a:extLst>
                </p14:cNvPr>
                <p14:cNvContentPartPr/>
                <p14:nvPr/>
              </p14:nvContentPartPr>
              <p14:xfrm>
                <a:off x="11291150" y="3029797"/>
                <a:ext cx="102240" cy="73080"/>
              </p14:xfrm>
            </p:contentPart>
          </mc:Choice>
          <mc:Fallback xmlns="">
            <p:pic>
              <p:nvPicPr>
                <p:cNvPr id="2048" name="Ink 2047">
                  <a:extLst>
                    <a:ext uri="{FF2B5EF4-FFF2-40B4-BE49-F238E27FC236}">
                      <a16:creationId xmlns:a16="http://schemas.microsoft.com/office/drawing/2014/main" id="{25811E7C-5F11-0C6D-2507-4631AA177AA1}"/>
                    </a:ext>
                  </a:extLst>
                </p:cNvPr>
                <p:cNvPicPr/>
                <p:nvPr/>
              </p:nvPicPr>
              <p:blipFill>
                <a:blip r:embed="rId129"/>
                <a:stretch>
                  <a:fillRect/>
                </a:stretch>
              </p:blipFill>
              <p:spPr>
                <a:xfrm>
                  <a:off x="11273150" y="3011797"/>
                  <a:ext cx="13788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2065" name="Ink 2064">
                  <a:extLst>
                    <a:ext uri="{FF2B5EF4-FFF2-40B4-BE49-F238E27FC236}">
                      <a16:creationId xmlns:a16="http://schemas.microsoft.com/office/drawing/2014/main" id="{72E461AA-C273-B589-830B-F7B2258026B3}"/>
                    </a:ext>
                  </a:extLst>
                </p14:cNvPr>
                <p14:cNvContentPartPr/>
                <p14:nvPr/>
              </p14:nvContentPartPr>
              <p14:xfrm>
                <a:off x="11576990" y="1957717"/>
                <a:ext cx="377640" cy="2337120"/>
              </p14:xfrm>
            </p:contentPart>
          </mc:Choice>
          <mc:Fallback xmlns="">
            <p:pic>
              <p:nvPicPr>
                <p:cNvPr id="2065" name="Ink 2064">
                  <a:extLst>
                    <a:ext uri="{FF2B5EF4-FFF2-40B4-BE49-F238E27FC236}">
                      <a16:creationId xmlns:a16="http://schemas.microsoft.com/office/drawing/2014/main" id="{72E461AA-C273-B589-830B-F7B2258026B3}"/>
                    </a:ext>
                  </a:extLst>
                </p:cNvPr>
                <p:cNvPicPr/>
                <p:nvPr/>
              </p:nvPicPr>
              <p:blipFill>
                <a:blip r:embed="rId131"/>
                <a:stretch>
                  <a:fillRect/>
                </a:stretch>
              </p:blipFill>
              <p:spPr>
                <a:xfrm>
                  <a:off x="11558973" y="1939717"/>
                  <a:ext cx="413314" cy="23727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2066" name="Ink 2065">
                  <a:extLst>
                    <a:ext uri="{FF2B5EF4-FFF2-40B4-BE49-F238E27FC236}">
                      <a16:creationId xmlns:a16="http://schemas.microsoft.com/office/drawing/2014/main" id="{15F46536-8F9D-AAC3-D2D8-DAFB1F8A2B34}"/>
                    </a:ext>
                  </a:extLst>
                </p14:cNvPr>
                <p14:cNvContentPartPr/>
                <p14:nvPr/>
              </p14:nvContentPartPr>
              <p14:xfrm>
                <a:off x="11457470" y="4264237"/>
                <a:ext cx="209880" cy="75960"/>
              </p14:xfrm>
            </p:contentPart>
          </mc:Choice>
          <mc:Fallback xmlns="">
            <p:pic>
              <p:nvPicPr>
                <p:cNvPr id="2066" name="Ink 2065">
                  <a:extLst>
                    <a:ext uri="{FF2B5EF4-FFF2-40B4-BE49-F238E27FC236}">
                      <a16:creationId xmlns:a16="http://schemas.microsoft.com/office/drawing/2014/main" id="{15F46536-8F9D-AAC3-D2D8-DAFB1F8A2B34}"/>
                    </a:ext>
                  </a:extLst>
                </p:cNvPr>
                <p:cNvPicPr/>
                <p:nvPr/>
              </p:nvPicPr>
              <p:blipFill>
                <a:blip r:embed="rId133"/>
                <a:stretch>
                  <a:fillRect/>
                </a:stretch>
              </p:blipFill>
              <p:spPr>
                <a:xfrm>
                  <a:off x="11439470" y="4246237"/>
                  <a:ext cx="24552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2067" name="Ink 2066">
                  <a:extLst>
                    <a:ext uri="{FF2B5EF4-FFF2-40B4-BE49-F238E27FC236}">
                      <a16:creationId xmlns:a16="http://schemas.microsoft.com/office/drawing/2014/main" id="{B339DABC-7DD9-B94D-126C-AC851E0239CF}"/>
                    </a:ext>
                  </a:extLst>
                </p14:cNvPr>
                <p14:cNvContentPartPr/>
                <p14:nvPr/>
              </p14:nvContentPartPr>
              <p14:xfrm>
                <a:off x="10393310" y="4841317"/>
                <a:ext cx="163800" cy="153000"/>
              </p14:xfrm>
            </p:contentPart>
          </mc:Choice>
          <mc:Fallback xmlns="">
            <p:pic>
              <p:nvPicPr>
                <p:cNvPr id="2067" name="Ink 2066">
                  <a:extLst>
                    <a:ext uri="{FF2B5EF4-FFF2-40B4-BE49-F238E27FC236}">
                      <a16:creationId xmlns:a16="http://schemas.microsoft.com/office/drawing/2014/main" id="{B339DABC-7DD9-B94D-126C-AC851E0239CF}"/>
                    </a:ext>
                  </a:extLst>
                </p:cNvPr>
                <p:cNvPicPr/>
                <p:nvPr/>
              </p:nvPicPr>
              <p:blipFill>
                <a:blip r:embed="rId135"/>
                <a:stretch>
                  <a:fillRect/>
                </a:stretch>
              </p:blipFill>
              <p:spPr>
                <a:xfrm>
                  <a:off x="10375310" y="4823275"/>
                  <a:ext cx="199440" cy="188724"/>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2068" name="Ink 2067">
                  <a:extLst>
                    <a:ext uri="{FF2B5EF4-FFF2-40B4-BE49-F238E27FC236}">
                      <a16:creationId xmlns:a16="http://schemas.microsoft.com/office/drawing/2014/main" id="{A3B4BD76-7B31-2333-E3C3-AC190A8A6BFC}"/>
                    </a:ext>
                  </a:extLst>
                </p14:cNvPr>
                <p14:cNvContentPartPr/>
                <p14:nvPr/>
              </p14:nvContentPartPr>
              <p14:xfrm>
                <a:off x="10635590" y="4731157"/>
                <a:ext cx="45360" cy="248040"/>
              </p14:xfrm>
            </p:contentPart>
          </mc:Choice>
          <mc:Fallback xmlns="">
            <p:pic>
              <p:nvPicPr>
                <p:cNvPr id="2068" name="Ink 2067">
                  <a:extLst>
                    <a:ext uri="{FF2B5EF4-FFF2-40B4-BE49-F238E27FC236}">
                      <a16:creationId xmlns:a16="http://schemas.microsoft.com/office/drawing/2014/main" id="{A3B4BD76-7B31-2333-E3C3-AC190A8A6BFC}"/>
                    </a:ext>
                  </a:extLst>
                </p:cNvPr>
                <p:cNvPicPr/>
                <p:nvPr/>
              </p:nvPicPr>
              <p:blipFill>
                <a:blip r:embed="rId137"/>
                <a:stretch>
                  <a:fillRect/>
                </a:stretch>
              </p:blipFill>
              <p:spPr>
                <a:xfrm>
                  <a:off x="10617590" y="4713157"/>
                  <a:ext cx="8100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2069" name="Ink 2068">
                  <a:extLst>
                    <a:ext uri="{FF2B5EF4-FFF2-40B4-BE49-F238E27FC236}">
                      <a16:creationId xmlns:a16="http://schemas.microsoft.com/office/drawing/2014/main" id="{D0F2B301-7FC2-59D9-9794-B156B5BD41FC}"/>
                    </a:ext>
                  </a:extLst>
                </p14:cNvPr>
                <p14:cNvContentPartPr/>
                <p14:nvPr/>
              </p14:nvContentPartPr>
              <p14:xfrm>
                <a:off x="10713710" y="4894237"/>
                <a:ext cx="266400" cy="120960"/>
              </p14:xfrm>
            </p:contentPart>
          </mc:Choice>
          <mc:Fallback xmlns="">
            <p:pic>
              <p:nvPicPr>
                <p:cNvPr id="2069" name="Ink 2068">
                  <a:extLst>
                    <a:ext uri="{FF2B5EF4-FFF2-40B4-BE49-F238E27FC236}">
                      <a16:creationId xmlns:a16="http://schemas.microsoft.com/office/drawing/2014/main" id="{D0F2B301-7FC2-59D9-9794-B156B5BD41FC}"/>
                    </a:ext>
                  </a:extLst>
                </p:cNvPr>
                <p:cNvPicPr/>
                <p:nvPr/>
              </p:nvPicPr>
              <p:blipFill>
                <a:blip r:embed="rId139"/>
                <a:stretch>
                  <a:fillRect/>
                </a:stretch>
              </p:blipFill>
              <p:spPr>
                <a:xfrm>
                  <a:off x="10695734" y="4876237"/>
                  <a:ext cx="301992"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2070" name="Ink 2069">
                  <a:extLst>
                    <a:ext uri="{FF2B5EF4-FFF2-40B4-BE49-F238E27FC236}">
                      <a16:creationId xmlns:a16="http://schemas.microsoft.com/office/drawing/2014/main" id="{B4B01A2B-A40C-0DA1-1DF5-327B58E3DE85}"/>
                    </a:ext>
                  </a:extLst>
                </p14:cNvPr>
                <p14:cNvContentPartPr/>
                <p14:nvPr/>
              </p14:nvContentPartPr>
              <p14:xfrm>
                <a:off x="11078030" y="4892077"/>
                <a:ext cx="86400" cy="90000"/>
              </p14:xfrm>
            </p:contentPart>
          </mc:Choice>
          <mc:Fallback xmlns="">
            <p:pic>
              <p:nvPicPr>
                <p:cNvPr id="2070" name="Ink 2069">
                  <a:extLst>
                    <a:ext uri="{FF2B5EF4-FFF2-40B4-BE49-F238E27FC236}">
                      <a16:creationId xmlns:a16="http://schemas.microsoft.com/office/drawing/2014/main" id="{B4B01A2B-A40C-0DA1-1DF5-327B58E3DE85}"/>
                    </a:ext>
                  </a:extLst>
                </p:cNvPr>
                <p:cNvPicPr/>
                <p:nvPr/>
              </p:nvPicPr>
              <p:blipFill>
                <a:blip r:embed="rId141"/>
                <a:stretch>
                  <a:fillRect/>
                </a:stretch>
              </p:blipFill>
              <p:spPr>
                <a:xfrm>
                  <a:off x="11060030" y="4874077"/>
                  <a:ext cx="12204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2071" name="Ink 2070">
                  <a:extLst>
                    <a:ext uri="{FF2B5EF4-FFF2-40B4-BE49-F238E27FC236}">
                      <a16:creationId xmlns:a16="http://schemas.microsoft.com/office/drawing/2014/main" id="{463B62C1-5CC9-31E6-D122-6FB2E6FB7504}"/>
                    </a:ext>
                  </a:extLst>
                </p14:cNvPr>
                <p14:cNvContentPartPr/>
                <p14:nvPr/>
              </p14:nvContentPartPr>
              <p14:xfrm>
                <a:off x="11268830" y="4862557"/>
                <a:ext cx="64440" cy="149760"/>
              </p14:xfrm>
            </p:contentPart>
          </mc:Choice>
          <mc:Fallback xmlns="">
            <p:pic>
              <p:nvPicPr>
                <p:cNvPr id="2071" name="Ink 2070">
                  <a:extLst>
                    <a:ext uri="{FF2B5EF4-FFF2-40B4-BE49-F238E27FC236}">
                      <a16:creationId xmlns:a16="http://schemas.microsoft.com/office/drawing/2014/main" id="{463B62C1-5CC9-31E6-D122-6FB2E6FB7504}"/>
                    </a:ext>
                  </a:extLst>
                </p:cNvPr>
                <p:cNvPicPr/>
                <p:nvPr/>
              </p:nvPicPr>
              <p:blipFill>
                <a:blip r:embed="rId143"/>
                <a:stretch>
                  <a:fillRect/>
                </a:stretch>
              </p:blipFill>
              <p:spPr>
                <a:xfrm>
                  <a:off x="11250930" y="4844557"/>
                  <a:ext cx="99882"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2072" name="Ink 2071">
                  <a:extLst>
                    <a:ext uri="{FF2B5EF4-FFF2-40B4-BE49-F238E27FC236}">
                      <a16:creationId xmlns:a16="http://schemas.microsoft.com/office/drawing/2014/main" id="{5AC3C73E-5570-7D71-049F-8D01BF19FAFC}"/>
                    </a:ext>
                  </a:extLst>
                </p14:cNvPr>
                <p14:cNvContentPartPr/>
                <p14:nvPr/>
              </p14:nvContentPartPr>
              <p14:xfrm>
                <a:off x="11420750" y="4734037"/>
                <a:ext cx="89280" cy="242280"/>
              </p14:xfrm>
            </p:contentPart>
          </mc:Choice>
          <mc:Fallback xmlns="">
            <p:pic>
              <p:nvPicPr>
                <p:cNvPr id="2072" name="Ink 2071">
                  <a:extLst>
                    <a:ext uri="{FF2B5EF4-FFF2-40B4-BE49-F238E27FC236}">
                      <a16:creationId xmlns:a16="http://schemas.microsoft.com/office/drawing/2014/main" id="{5AC3C73E-5570-7D71-049F-8D01BF19FAFC}"/>
                    </a:ext>
                  </a:extLst>
                </p:cNvPr>
                <p:cNvPicPr/>
                <p:nvPr/>
              </p:nvPicPr>
              <p:blipFill>
                <a:blip r:embed="rId145"/>
                <a:stretch>
                  <a:fillRect/>
                </a:stretch>
              </p:blipFill>
              <p:spPr>
                <a:xfrm>
                  <a:off x="11402750" y="4716037"/>
                  <a:ext cx="12492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2073" name="Ink 2072">
                  <a:extLst>
                    <a:ext uri="{FF2B5EF4-FFF2-40B4-BE49-F238E27FC236}">
                      <a16:creationId xmlns:a16="http://schemas.microsoft.com/office/drawing/2014/main" id="{FE2AD7E4-9202-C5BC-ADEE-DE1D97C8C42C}"/>
                    </a:ext>
                  </a:extLst>
                </p14:cNvPr>
                <p14:cNvContentPartPr/>
                <p14:nvPr/>
              </p14:nvContentPartPr>
              <p14:xfrm>
                <a:off x="11389790" y="4882717"/>
                <a:ext cx="168840" cy="60480"/>
              </p14:xfrm>
            </p:contentPart>
          </mc:Choice>
          <mc:Fallback xmlns="">
            <p:pic>
              <p:nvPicPr>
                <p:cNvPr id="2073" name="Ink 2072">
                  <a:extLst>
                    <a:ext uri="{FF2B5EF4-FFF2-40B4-BE49-F238E27FC236}">
                      <a16:creationId xmlns:a16="http://schemas.microsoft.com/office/drawing/2014/main" id="{FE2AD7E4-9202-C5BC-ADEE-DE1D97C8C42C}"/>
                    </a:ext>
                  </a:extLst>
                </p:cNvPr>
                <p:cNvPicPr/>
                <p:nvPr/>
              </p:nvPicPr>
              <p:blipFill>
                <a:blip r:embed="rId147"/>
                <a:stretch>
                  <a:fillRect/>
                </a:stretch>
              </p:blipFill>
              <p:spPr>
                <a:xfrm>
                  <a:off x="11371790" y="4864717"/>
                  <a:ext cx="20448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2074" name="Ink 2073">
                  <a:extLst>
                    <a:ext uri="{FF2B5EF4-FFF2-40B4-BE49-F238E27FC236}">
                      <a16:creationId xmlns:a16="http://schemas.microsoft.com/office/drawing/2014/main" id="{2EB59C9B-2D2C-5AD1-1FB2-DFA4CB00B934}"/>
                    </a:ext>
                  </a:extLst>
                </p14:cNvPr>
                <p14:cNvContentPartPr/>
                <p14:nvPr/>
              </p14:nvContentPartPr>
              <p14:xfrm>
                <a:off x="10685270" y="5281957"/>
                <a:ext cx="161640" cy="126720"/>
              </p14:xfrm>
            </p:contentPart>
          </mc:Choice>
          <mc:Fallback xmlns="">
            <p:pic>
              <p:nvPicPr>
                <p:cNvPr id="2074" name="Ink 2073">
                  <a:extLst>
                    <a:ext uri="{FF2B5EF4-FFF2-40B4-BE49-F238E27FC236}">
                      <a16:creationId xmlns:a16="http://schemas.microsoft.com/office/drawing/2014/main" id="{2EB59C9B-2D2C-5AD1-1FB2-DFA4CB00B934}"/>
                    </a:ext>
                  </a:extLst>
                </p:cNvPr>
                <p:cNvPicPr/>
                <p:nvPr/>
              </p:nvPicPr>
              <p:blipFill>
                <a:blip r:embed="rId149"/>
                <a:stretch>
                  <a:fillRect/>
                </a:stretch>
              </p:blipFill>
              <p:spPr>
                <a:xfrm>
                  <a:off x="10667270" y="5264008"/>
                  <a:ext cx="197280" cy="162259"/>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2075" name="Ink 2074">
                  <a:extLst>
                    <a:ext uri="{FF2B5EF4-FFF2-40B4-BE49-F238E27FC236}">
                      <a16:creationId xmlns:a16="http://schemas.microsoft.com/office/drawing/2014/main" id="{4F4DA141-8027-599C-2428-263790C87104}"/>
                    </a:ext>
                  </a:extLst>
                </p14:cNvPr>
                <p14:cNvContentPartPr/>
                <p14:nvPr/>
              </p14:nvContentPartPr>
              <p14:xfrm>
                <a:off x="10948790" y="5279437"/>
                <a:ext cx="77040" cy="96120"/>
              </p14:xfrm>
            </p:contentPart>
          </mc:Choice>
          <mc:Fallback xmlns="">
            <p:pic>
              <p:nvPicPr>
                <p:cNvPr id="2075" name="Ink 2074">
                  <a:extLst>
                    <a:ext uri="{FF2B5EF4-FFF2-40B4-BE49-F238E27FC236}">
                      <a16:creationId xmlns:a16="http://schemas.microsoft.com/office/drawing/2014/main" id="{4F4DA141-8027-599C-2428-263790C87104}"/>
                    </a:ext>
                  </a:extLst>
                </p:cNvPr>
                <p:cNvPicPr/>
                <p:nvPr/>
              </p:nvPicPr>
              <p:blipFill>
                <a:blip r:embed="rId151"/>
                <a:stretch>
                  <a:fillRect/>
                </a:stretch>
              </p:blipFill>
              <p:spPr>
                <a:xfrm>
                  <a:off x="10930874" y="5261437"/>
                  <a:ext cx="112514"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2076" name="Ink 2075">
                  <a:extLst>
                    <a:ext uri="{FF2B5EF4-FFF2-40B4-BE49-F238E27FC236}">
                      <a16:creationId xmlns:a16="http://schemas.microsoft.com/office/drawing/2014/main" id="{E26CD949-FDBE-E5E8-78F5-D9317A2392E4}"/>
                    </a:ext>
                  </a:extLst>
                </p14:cNvPr>
                <p14:cNvContentPartPr/>
                <p14:nvPr/>
              </p14:nvContentPartPr>
              <p14:xfrm>
                <a:off x="10602110" y="5653477"/>
                <a:ext cx="59040" cy="186840"/>
              </p14:xfrm>
            </p:contentPart>
          </mc:Choice>
          <mc:Fallback xmlns="">
            <p:pic>
              <p:nvPicPr>
                <p:cNvPr id="2076" name="Ink 2075">
                  <a:extLst>
                    <a:ext uri="{FF2B5EF4-FFF2-40B4-BE49-F238E27FC236}">
                      <a16:creationId xmlns:a16="http://schemas.microsoft.com/office/drawing/2014/main" id="{E26CD949-FDBE-E5E8-78F5-D9317A2392E4}"/>
                    </a:ext>
                  </a:extLst>
                </p:cNvPr>
                <p:cNvPicPr/>
                <p:nvPr/>
              </p:nvPicPr>
              <p:blipFill>
                <a:blip r:embed="rId153"/>
                <a:stretch>
                  <a:fillRect/>
                </a:stretch>
              </p:blipFill>
              <p:spPr>
                <a:xfrm>
                  <a:off x="10584110" y="5635512"/>
                  <a:ext cx="94680" cy="222411"/>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2077" name="Ink 2076">
                  <a:extLst>
                    <a:ext uri="{FF2B5EF4-FFF2-40B4-BE49-F238E27FC236}">
                      <a16:creationId xmlns:a16="http://schemas.microsoft.com/office/drawing/2014/main" id="{B145CFDA-B23C-35FF-59B5-D9F681B5707E}"/>
                    </a:ext>
                  </a:extLst>
                </p14:cNvPr>
                <p14:cNvContentPartPr/>
                <p14:nvPr/>
              </p14:nvContentPartPr>
              <p14:xfrm>
                <a:off x="10769150" y="5725117"/>
                <a:ext cx="86040" cy="123840"/>
              </p14:xfrm>
            </p:contentPart>
          </mc:Choice>
          <mc:Fallback xmlns="">
            <p:pic>
              <p:nvPicPr>
                <p:cNvPr id="2077" name="Ink 2076">
                  <a:extLst>
                    <a:ext uri="{FF2B5EF4-FFF2-40B4-BE49-F238E27FC236}">
                      <a16:creationId xmlns:a16="http://schemas.microsoft.com/office/drawing/2014/main" id="{B145CFDA-B23C-35FF-59B5-D9F681B5707E}"/>
                    </a:ext>
                  </a:extLst>
                </p:cNvPr>
                <p:cNvPicPr/>
                <p:nvPr/>
              </p:nvPicPr>
              <p:blipFill>
                <a:blip r:embed="rId155"/>
                <a:stretch>
                  <a:fillRect/>
                </a:stretch>
              </p:blipFill>
              <p:spPr>
                <a:xfrm>
                  <a:off x="10751150" y="5707117"/>
                  <a:ext cx="12168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2078" name="Ink 2077">
                  <a:extLst>
                    <a:ext uri="{FF2B5EF4-FFF2-40B4-BE49-F238E27FC236}">
                      <a16:creationId xmlns:a16="http://schemas.microsoft.com/office/drawing/2014/main" id="{623DBFC6-F1EE-60DB-C41F-51A4FB34C34E}"/>
                    </a:ext>
                  </a:extLst>
                </p14:cNvPr>
                <p14:cNvContentPartPr/>
                <p14:nvPr/>
              </p14:nvContentPartPr>
              <p14:xfrm>
                <a:off x="10982630" y="5661397"/>
                <a:ext cx="123120" cy="169200"/>
              </p14:xfrm>
            </p:contentPart>
          </mc:Choice>
          <mc:Fallback xmlns="">
            <p:pic>
              <p:nvPicPr>
                <p:cNvPr id="2078" name="Ink 2077">
                  <a:extLst>
                    <a:ext uri="{FF2B5EF4-FFF2-40B4-BE49-F238E27FC236}">
                      <a16:creationId xmlns:a16="http://schemas.microsoft.com/office/drawing/2014/main" id="{623DBFC6-F1EE-60DB-C41F-51A4FB34C34E}"/>
                    </a:ext>
                  </a:extLst>
                </p:cNvPr>
                <p:cNvPicPr/>
                <p:nvPr/>
              </p:nvPicPr>
              <p:blipFill>
                <a:blip r:embed="rId157"/>
                <a:stretch>
                  <a:fillRect/>
                </a:stretch>
              </p:blipFill>
              <p:spPr>
                <a:xfrm>
                  <a:off x="10964577" y="5643397"/>
                  <a:ext cx="158865"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2079" name="Ink 2078">
                  <a:extLst>
                    <a:ext uri="{FF2B5EF4-FFF2-40B4-BE49-F238E27FC236}">
                      <a16:creationId xmlns:a16="http://schemas.microsoft.com/office/drawing/2014/main" id="{8FCD76D4-89EA-A7CE-BD6E-801C25B7BC9C}"/>
                    </a:ext>
                  </a:extLst>
                </p14:cNvPr>
                <p14:cNvContentPartPr/>
                <p14:nvPr/>
              </p14:nvContentPartPr>
              <p14:xfrm>
                <a:off x="11237510" y="5635117"/>
                <a:ext cx="49320" cy="203040"/>
              </p14:xfrm>
            </p:contentPart>
          </mc:Choice>
          <mc:Fallback xmlns="">
            <p:pic>
              <p:nvPicPr>
                <p:cNvPr id="2079" name="Ink 2078">
                  <a:extLst>
                    <a:ext uri="{FF2B5EF4-FFF2-40B4-BE49-F238E27FC236}">
                      <a16:creationId xmlns:a16="http://schemas.microsoft.com/office/drawing/2014/main" id="{8FCD76D4-89EA-A7CE-BD6E-801C25B7BC9C}"/>
                    </a:ext>
                  </a:extLst>
                </p:cNvPr>
                <p:cNvPicPr/>
                <p:nvPr/>
              </p:nvPicPr>
              <p:blipFill>
                <a:blip r:embed="rId159"/>
                <a:stretch>
                  <a:fillRect/>
                </a:stretch>
              </p:blipFill>
              <p:spPr>
                <a:xfrm>
                  <a:off x="11219378" y="5617117"/>
                  <a:ext cx="85222"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2080" name="Ink 2079">
                  <a:extLst>
                    <a:ext uri="{FF2B5EF4-FFF2-40B4-BE49-F238E27FC236}">
                      <a16:creationId xmlns:a16="http://schemas.microsoft.com/office/drawing/2014/main" id="{E4D3C896-12D2-A39D-B60A-8CCFD51938AF}"/>
                    </a:ext>
                  </a:extLst>
                </p14:cNvPr>
                <p14:cNvContentPartPr/>
                <p14:nvPr/>
              </p14:nvContentPartPr>
              <p14:xfrm>
                <a:off x="10237430" y="4488157"/>
                <a:ext cx="1726200" cy="1766160"/>
              </p14:xfrm>
            </p:contentPart>
          </mc:Choice>
          <mc:Fallback xmlns="">
            <p:pic>
              <p:nvPicPr>
                <p:cNvPr id="2080" name="Ink 2079">
                  <a:extLst>
                    <a:ext uri="{FF2B5EF4-FFF2-40B4-BE49-F238E27FC236}">
                      <a16:creationId xmlns:a16="http://schemas.microsoft.com/office/drawing/2014/main" id="{E4D3C896-12D2-A39D-B60A-8CCFD51938AF}"/>
                    </a:ext>
                  </a:extLst>
                </p:cNvPr>
                <p:cNvPicPr/>
                <p:nvPr/>
              </p:nvPicPr>
              <p:blipFill>
                <a:blip r:embed="rId161"/>
                <a:stretch>
                  <a:fillRect/>
                </a:stretch>
              </p:blipFill>
              <p:spPr>
                <a:xfrm>
                  <a:off x="10219430" y="4470157"/>
                  <a:ext cx="1761840" cy="18018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2081" name="Ink 2080">
                  <a:extLst>
                    <a:ext uri="{FF2B5EF4-FFF2-40B4-BE49-F238E27FC236}">
                      <a16:creationId xmlns:a16="http://schemas.microsoft.com/office/drawing/2014/main" id="{950D0F72-6796-D934-49C8-764F142CC552}"/>
                    </a:ext>
                  </a:extLst>
                </p14:cNvPr>
                <p14:cNvContentPartPr/>
                <p14:nvPr/>
              </p14:nvContentPartPr>
              <p14:xfrm>
                <a:off x="10164710" y="4817917"/>
                <a:ext cx="228960" cy="1414800"/>
              </p14:xfrm>
            </p:contentPart>
          </mc:Choice>
          <mc:Fallback xmlns="">
            <p:pic>
              <p:nvPicPr>
                <p:cNvPr id="2081" name="Ink 2080">
                  <a:extLst>
                    <a:ext uri="{FF2B5EF4-FFF2-40B4-BE49-F238E27FC236}">
                      <a16:creationId xmlns:a16="http://schemas.microsoft.com/office/drawing/2014/main" id="{950D0F72-6796-D934-49C8-764F142CC552}"/>
                    </a:ext>
                  </a:extLst>
                </p:cNvPr>
                <p:cNvPicPr/>
                <p:nvPr/>
              </p:nvPicPr>
              <p:blipFill>
                <a:blip r:embed="rId163"/>
                <a:stretch>
                  <a:fillRect/>
                </a:stretch>
              </p:blipFill>
              <p:spPr>
                <a:xfrm>
                  <a:off x="10146738" y="4799917"/>
                  <a:ext cx="264544" cy="1450440"/>
                </a:xfrm>
                <a:prstGeom prst="rect">
                  <a:avLst/>
                </a:prstGeom>
              </p:spPr>
            </p:pic>
          </mc:Fallback>
        </mc:AlternateContent>
      </p:grpSp>
    </p:spTree>
    <p:extLst>
      <p:ext uri="{BB962C8B-B14F-4D97-AF65-F5344CB8AC3E}">
        <p14:creationId xmlns:p14="http://schemas.microsoft.com/office/powerpoint/2010/main" val="1828720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10299-DC0C-8198-6F81-476AECA9AAB0}"/>
              </a:ext>
            </a:extLst>
          </p:cNvPr>
          <p:cNvSpPr>
            <a:spLocks noGrp="1"/>
          </p:cNvSpPr>
          <p:nvPr>
            <p:ph type="title"/>
          </p:nvPr>
        </p:nvSpPr>
        <p:spPr>
          <a:xfrm>
            <a:off x="78739" y="14986"/>
            <a:ext cx="10328275" cy="492443"/>
          </a:xfrm>
        </p:spPr>
        <p:txBody>
          <a:bodyPr/>
          <a:lstStyle/>
          <a:p>
            <a:r>
              <a:rPr lang="en-US" dirty="0"/>
              <a:t>Total internal reflection</a:t>
            </a:r>
          </a:p>
        </p:txBody>
      </p:sp>
      <p:sp>
        <p:nvSpPr>
          <p:cNvPr id="3" name="Text Placeholder 2">
            <a:extLst>
              <a:ext uri="{FF2B5EF4-FFF2-40B4-BE49-F238E27FC236}">
                <a16:creationId xmlns:a16="http://schemas.microsoft.com/office/drawing/2014/main" id="{79F08B83-E01C-C09E-41DC-AE3FBCCC87BD}"/>
              </a:ext>
            </a:extLst>
          </p:cNvPr>
          <p:cNvSpPr>
            <a:spLocks noGrp="1"/>
          </p:cNvSpPr>
          <p:nvPr>
            <p:ph type="body" idx="1"/>
          </p:nvPr>
        </p:nvSpPr>
        <p:spPr>
          <a:xfrm>
            <a:off x="914400" y="3810000"/>
            <a:ext cx="10586086" cy="2154436"/>
          </a:xfrm>
        </p:spPr>
        <p:txBody>
          <a:bodyPr/>
          <a:lstStyle/>
          <a:p>
            <a:r>
              <a:rPr lang="en-US" dirty="0"/>
              <a:t>When light moves from a medium of high refractive index to a medium of low refractive index, or vice versa, there is a change in the angle of propagation of light. </a:t>
            </a:r>
          </a:p>
          <a:p>
            <a:endParaRPr lang="en-US" dirty="0"/>
          </a:p>
          <a:p>
            <a:endParaRPr lang="en-US" dirty="0"/>
          </a:p>
        </p:txBody>
      </p:sp>
      <p:pic>
        <p:nvPicPr>
          <p:cNvPr id="3074" name="Picture 2">
            <a:extLst>
              <a:ext uri="{FF2B5EF4-FFF2-40B4-BE49-F238E27FC236}">
                <a16:creationId xmlns:a16="http://schemas.microsoft.com/office/drawing/2014/main" id="{6D924D64-6E4E-2886-A868-7452EDFBE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066800"/>
            <a:ext cx="5095875" cy="1752600"/>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FC8C7B08-C9FF-90BA-01A6-56AFF3E05FBE}"/>
              </a:ext>
            </a:extLst>
          </p:cNvPr>
          <p:cNvGrpSpPr/>
          <p:nvPr/>
        </p:nvGrpSpPr>
        <p:grpSpPr>
          <a:xfrm>
            <a:off x="6315950" y="1062037"/>
            <a:ext cx="1073160" cy="403200"/>
            <a:chOff x="6315950" y="1062037"/>
            <a:chExt cx="1073160" cy="40320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7CD1D9F-09F5-6E92-8151-A73ECC913A17}"/>
                    </a:ext>
                  </a:extLst>
                </p14:cNvPr>
                <p14:cNvContentPartPr/>
                <p14:nvPr/>
              </p14:nvContentPartPr>
              <p14:xfrm>
                <a:off x="6315950" y="1181197"/>
                <a:ext cx="270720" cy="284040"/>
              </p14:xfrm>
            </p:contentPart>
          </mc:Choice>
          <mc:Fallback xmlns="">
            <p:pic>
              <p:nvPicPr>
                <p:cNvPr id="4" name="Ink 3">
                  <a:extLst>
                    <a:ext uri="{FF2B5EF4-FFF2-40B4-BE49-F238E27FC236}">
                      <a16:creationId xmlns:a16="http://schemas.microsoft.com/office/drawing/2014/main" id="{77CD1D9F-09F5-6E92-8151-A73ECC913A17}"/>
                    </a:ext>
                  </a:extLst>
                </p:cNvPr>
                <p:cNvPicPr/>
                <p:nvPr/>
              </p:nvPicPr>
              <p:blipFill>
                <a:blip r:embed="rId4"/>
                <a:stretch>
                  <a:fillRect/>
                </a:stretch>
              </p:blipFill>
              <p:spPr>
                <a:xfrm>
                  <a:off x="6298310" y="1163197"/>
                  <a:ext cx="30636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44E4F43-51C8-9929-CF66-1DA7D1064048}"/>
                    </a:ext>
                  </a:extLst>
                </p14:cNvPr>
                <p14:cNvContentPartPr/>
                <p14:nvPr/>
              </p14:nvContentPartPr>
              <p14:xfrm>
                <a:off x="6732830" y="1235557"/>
                <a:ext cx="68760" cy="30960"/>
              </p14:xfrm>
            </p:contentPart>
          </mc:Choice>
          <mc:Fallback xmlns="">
            <p:pic>
              <p:nvPicPr>
                <p:cNvPr id="5" name="Ink 4">
                  <a:extLst>
                    <a:ext uri="{FF2B5EF4-FFF2-40B4-BE49-F238E27FC236}">
                      <a16:creationId xmlns:a16="http://schemas.microsoft.com/office/drawing/2014/main" id="{644E4F43-51C8-9929-CF66-1DA7D1064048}"/>
                    </a:ext>
                  </a:extLst>
                </p:cNvPr>
                <p:cNvPicPr/>
                <p:nvPr/>
              </p:nvPicPr>
              <p:blipFill>
                <a:blip r:embed="rId6"/>
                <a:stretch>
                  <a:fillRect/>
                </a:stretch>
              </p:blipFill>
              <p:spPr>
                <a:xfrm>
                  <a:off x="6715190" y="1217557"/>
                  <a:ext cx="1044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AA15B820-5D50-82B8-9FE5-8BF43F7BF47B}"/>
                    </a:ext>
                  </a:extLst>
                </p14:cNvPr>
                <p14:cNvContentPartPr/>
                <p14:nvPr/>
              </p14:nvContentPartPr>
              <p14:xfrm>
                <a:off x="6813830" y="1323037"/>
                <a:ext cx="86040" cy="49680"/>
              </p14:xfrm>
            </p:contentPart>
          </mc:Choice>
          <mc:Fallback xmlns="">
            <p:pic>
              <p:nvPicPr>
                <p:cNvPr id="6" name="Ink 5">
                  <a:extLst>
                    <a:ext uri="{FF2B5EF4-FFF2-40B4-BE49-F238E27FC236}">
                      <a16:creationId xmlns:a16="http://schemas.microsoft.com/office/drawing/2014/main" id="{AA15B820-5D50-82B8-9FE5-8BF43F7BF47B}"/>
                    </a:ext>
                  </a:extLst>
                </p:cNvPr>
                <p:cNvPicPr/>
                <p:nvPr/>
              </p:nvPicPr>
              <p:blipFill>
                <a:blip r:embed="rId8"/>
                <a:stretch>
                  <a:fillRect/>
                </a:stretch>
              </p:blipFill>
              <p:spPr>
                <a:xfrm>
                  <a:off x="6795830" y="1305397"/>
                  <a:ext cx="12168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68CF6929-7652-5138-2A68-1977E81CABF7}"/>
                    </a:ext>
                  </a:extLst>
                </p14:cNvPr>
                <p14:cNvContentPartPr/>
                <p14:nvPr/>
              </p14:nvContentPartPr>
              <p14:xfrm>
                <a:off x="7059710" y="1062037"/>
                <a:ext cx="329400" cy="285120"/>
              </p14:xfrm>
            </p:contentPart>
          </mc:Choice>
          <mc:Fallback xmlns="">
            <p:pic>
              <p:nvPicPr>
                <p:cNvPr id="8" name="Ink 7">
                  <a:extLst>
                    <a:ext uri="{FF2B5EF4-FFF2-40B4-BE49-F238E27FC236}">
                      <a16:creationId xmlns:a16="http://schemas.microsoft.com/office/drawing/2014/main" id="{68CF6929-7652-5138-2A68-1977E81CABF7}"/>
                    </a:ext>
                  </a:extLst>
                </p:cNvPr>
                <p:cNvPicPr/>
                <p:nvPr/>
              </p:nvPicPr>
              <p:blipFill>
                <a:blip r:embed="rId10"/>
                <a:stretch>
                  <a:fillRect/>
                </a:stretch>
              </p:blipFill>
              <p:spPr>
                <a:xfrm>
                  <a:off x="7041710" y="1044397"/>
                  <a:ext cx="365040" cy="320760"/>
                </a:xfrm>
                <a:prstGeom prst="rect">
                  <a:avLst/>
                </a:prstGeom>
              </p:spPr>
            </p:pic>
          </mc:Fallback>
        </mc:AlternateContent>
      </p:grpSp>
      <p:grpSp>
        <p:nvGrpSpPr>
          <p:cNvPr id="13" name="Group 12">
            <a:extLst>
              <a:ext uri="{FF2B5EF4-FFF2-40B4-BE49-F238E27FC236}">
                <a16:creationId xmlns:a16="http://schemas.microsoft.com/office/drawing/2014/main" id="{80BEC0B5-8ADC-71AC-7F94-74EE653ADA57}"/>
              </a:ext>
            </a:extLst>
          </p:cNvPr>
          <p:cNvGrpSpPr/>
          <p:nvPr/>
        </p:nvGrpSpPr>
        <p:grpSpPr>
          <a:xfrm>
            <a:off x="6653990" y="3151477"/>
            <a:ext cx="873720" cy="308520"/>
            <a:chOff x="6653990" y="3151477"/>
            <a:chExt cx="873720" cy="308520"/>
          </a:xfrm>
        </p:grpSpPr>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352EC990-6334-CA1D-B08A-1F045423E362}"/>
                    </a:ext>
                  </a:extLst>
                </p14:cNvPr>
                <p14:cNvContentPartPr/>
                <p14:nvPr/>
              </p14:nvContentPartPr>
              <p14:xfrm>
                <a:off x="6653990" y="3154357"/>
                <a:ext cx="321120" cy="305640"/>
              </p14:xfrm>
            </p:contentPart>
          </mc:Choice>
          <mc:Fallback xmlns="">
            <p:pic>
              <p:nvPicPr>
                <p:cNvPr id="9" name="Ink 8">
                  <a:extLst>
                    <a:ext uri="{FF2B5EF4-FFF2-40B4-BE49-F238E27FC236}">
                      <a16:creationId xmlns:a16="http://schemas.microsoft.com/office/drawing/2014/main" id="{352EC990-6334-CA1D-B08A-1F045423E362}"/>
                    </a:ext>
                  </a:extLst>
                </p:cNvPr>
                <p:cNvPicPr/>
                <p:nvPr/>
              </p:nvPicPr>
              <p:blipFill>
                <a:blip r:embed="rId12"/>
                <a:stretch>
                  <a:fillRect/>
                </a:stretch>
              </p:blipFill>
              <p:spPr>
                <a:xfrm>
                  <a:off x="6635990" y="3136357"/>
                  <a:ext cx="35676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4CA4DB1F-504B-2A68-C64C-4E9EBC4F4FB0}"/>
                    </a:ext>
                  </a:extLst>
                </p14:cNvPr>
                <p14:cNvContentPartPr/>
                <p14:nvPr/>
              </p14:nvContentPartPr>
              <p14:xfrm>
                <a:off x="7066910" y="3276037"/>
                <a:ext cx="78480" cy="68040"/>
              </p14:xfrm>
            </p:contentPart>
          </mc:Choice>
          <mc:Fallback xmlns="">
            <p:pic>
              <p:nvPicPr>
                <p:cNvPr id="10" name="Ink 9">
                  <a:extLst>
                    <a:ext uri="{FF2B5EF4-FFF2-40B4-BE49-F238E27FC236}">
                      <a16:creationId xmlns:a16="http://schemas.microsoft.com/office/drawing/2014/main" id="{4CA4DB1F-504B-2A68-C64C-4E9EBC4F4FB0}"/>
                    </a:ext>
                  </a:extLst>
                </p:cNvPr>
                <p:cNvPicPr/>
                <p:nvPr/>
              </p:nvPicPr>
              <p:blipFill>
                <a:blip r:embed="rId14"/>
                <a:stretch>
                  <a:fillRect/>
                </a:stretch>
              </p:blipFill>
              <p:spPr>
                <a:xfrm>
                  <a:off x="7049270" y="3258397"/>
                  <a:ext cx="1141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6F6DE88F-2573-214B-E924-C203A83C0E65}"/>
                    </a:ext>
                  </a:extLst>
                </p14:cNvPr>
                <p14:cNvContentPartPr/>
                <p14:nvPr/>
              </p14:nvContentPartPr>
              <p14:xfrm>
                <a:off x="7166990" y="3356677"/>
                <a:ext cx="98280" cy="62280"/>
              </p14:xfrm>
            </p:contentPart>
          </mc:Choice>
          <mc:Fallback xmlns="">
            <p:pic>
              <p:nvPicPr>
                <p:cNvPr id="11" name="Ink 10">
                  <a:extLst>
                    <a:ext uri="{FF2B5EF4-FFF2-40B4-BE49-F238E27FC236}">
                      <a16:creationId xmlns:a16="http://schemas.microsoft.com/office/drawing/2014/main" id="{6F6DE88F-2573-214B-E924-C203A83C0E65}"/>
                    </a:ext>
                  </a:extLst>
                </p:cNvPr>
                <p:cNvPicPr/>
                <p:nvPr/>
              </p:nvPicPr>
              <p:blipFill>
                <a:blip r:embed="rId16"/>
                <a:stretch>
                  <a:fillRect/>
                </a:stretch>
              </p:blipFill>
              <p:spPr>
                <a:xfrm>
                  <a:off x="7148990" y="3339037"/>
                  <a:ext cx="1339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5D00B56F-19F1-566E-4D06-62A47F934BB6}"/>
                    </a:ext>
                  </a:extLst>
                </p14:cNvPr>
                <p14:cNvContentPartPr/>
                <p14:nvPr/>
              </p14:nvContentPartPr>
              <p14:xfrm>
                <a:off x="7327550" y="3151477"/>
                <a:ext cx="200160" cy="171720"/>
              </p14:xfrm>
            </p:contentPart>
          </mc:Choice>
          <mc:Fallback xmlns="">
            <p:pic>
              <p:nvPicPr>
                <p:cNvPr id="12" name="Ink 11">
                  <a:extLst>
                    <a:ext uri="{FF2B5EF4-FFF2-40B4-BE49-F238E27FC236}">
                      <a16:creationId xmlns:a16="http://schemas.microsoft.com/office/drawing/2014/main" id="{5D00B56F-19F1-566E-4D06-62A47F934BB6}"/>
                    </a:ext>
                  </a:extLst>
                </p:cNvPr>
                <p:cNvPicPr/>
                <p:nvPr/>
              </p:nvPicPr>
              <p:blipFill>
                <a:blip r:embed="rId18"/>
                <a:stretch>
                  <a:fillRect/>
                </a:stretch>
              </p:blipFill>
              <p:spPr>
                <a:xfrm>
                  <a:off x="7309910" y="3133477"/>
                  <a:ext cx="235800" cy="207360"/>
                </a:xfrm>
                <a:prstGeom prst="rect">
                  <a:avLst/>
                </a:prstGeom>
              </p:spPr>
            </p:pic>
          </mc:Fallback>
        </mc:AlternateContent>
      </p:grpSp>
      <p:grpSp>
        <p:nvGrpSpPr>
          <p:cNvPr id="21" name="Group 20">
            <a:extLst>
              <a:ext uri="{FF2B5EF4-FFF2-40B4-BE49-F238E27FC236}">
                <a16:creationId xmlns:a16="http://schemas.microsoft.com/office/drawing/2014/main" id="{76534DAC-4753-3279-B226-9226181DF5B2}"/>
              </a:ext>
            </a:extLst>
          </p:cNvPr>
          <p:cNvGrpSpPr/>
          <p:nvPr/>
        </p:nvGrpSpPr>
        <p:grpSpPr>
          <a:xfrm>
            <a:off x="5382110" y="1987957"/>
            <a:ext cx="829440" cy="334080"/>
            <a:chOff x="5382110" y="1987957"/>
            <a:chExt cx="829440" cy="334080"/>
          </a:xfrm>
        </p:grpSpPr>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EDA3E619-4A78-C5E1-4A79-FB048959F975}"/>
                    </a:ext>
                  </a:extLst>
                </p14:cNvPr>
                <p14:cNvContentPartPr/>
                <p14:nvPr/>
              </p14:nvContentPartPr>
              <p14:xfrm>
                <a:off x="5382110" y="2066437"/>
                <a:ext cx="285840" cy="217800"/>
              </p14:xfrm>
            </p:contentPart>
          </mc:Choice>
          <mc:Fallback xmlns="">
            <p:pic>
              <p:nvPicPr>
                <p:cNvPr id="15" name="Ink 14">
                  <a:extLst>
                    <a:ext uri="{FF2B5EF4-FFF2-40B4-BE49-F238E27FC236}">
                      <a16:creationId xmlns:a16="http://schemas.microsoft.com/office/drawing/2014/main" id="{EDA3E619-4A78-C5E1-4A79-FB048959F975}"/>
                    </a:ext>
                  </a:extLst>
                </p:cNvPr>
                <p:cNvPicPr/>
                <p:nvPr/>
              </p:nvPicPr>
              <p:blipFill>
                <a:blip r:embed="rId20"/>
                <a:stretch>
                  <a:fillRect/>
                </a:stretch>
              </p:blipFill>
              <p:spPr>
                <a:xfrm>
                  <a:off x="5364470" y="2048797"/>
                  <a:ext cx="32148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4C89D51E-B576-768A-FE45-F3837277692A}"/>
                    </a:ext>
                  </a:extLst>
                </p14:cNvPr>
                <p14:cNvContentPartPr/>
                <p14:nvPr/>
              </p14:nvContentPartPr>
              <p14:xfrm>
                <a:off x="5705390" y="2262277"/>
                <a:ext cx="360" cy="360"/>
              </p14:xfrm>
            </p:contentPart>
          </mc:Choice>
          <mc:Fallback xmlns="">
            <p:pic>
              <p:nvPicPr>
                <p:cNvPr id="16" name="Ink 15">
                  <a:extLst>
                    <a:ext uri="{FF2B5EF4-FFF2-40B4-BE49-F238E27FC236}">
                      <a16:creationId xmlns:a16="http://schemas.microsoft.com/office/drawing/2014/main" id="{4C89D51E-B576-768A-FE45-F3837277692A}"/>
                    </a:ext>
                  </a:extLst>
                </p:cNvPr>
                <p:cNvPicPr/>
                <p:nvPr/>
              </p:nvPicPr>
              <p:blipFill>
                <a:blip r:embed="rId22"/>
                <a:stretch>
                  <a:fillRect/>
                </a:stretch>
              </p:blipFill>
              <p:spPr>
                <a:xfrm>
                  <a:off x="5687390" y="224427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98D0C400-9509-0C44-ADBF-277BC5AB4A81}"/>
                    </a:ext>
                  </a:extLst>
                </p14:cNvPr>
                <p14:cNvContentPartPr/>
                <p14:nvPr/>
              </p14:nvContentPartPr>
              <p14:xfrm>
                <a:off x="5765150" y="2116837"/>
                <a:ext cx="54360" cy="56520"/>
              </p14:xfrm>
            </p:contentPart>
          </mc:Choice>
          <mc:Fallback xmlns="">
            <p:pic>
              <p:nvPicPr>
                <p:cNvPr id="17" name="Ink 16">
                  <a:extLst>
                    <a:ext uri="{FF2B5EF4-FFF2-40B4-BE49-F238E27FC236}">
                      <a16:creationId xmlns:a16="http://schemas.microsoft.com/office/drawing/2014/main" id="{98D0C400-9509-0C44-ADBF-277BC5AB4A81}"/>
                    </a:ext>
                  </a:extLst>
                </p:cNvPr>
                <p:cNvPicPr/>
                <p:nvPr/>
              </p:nvPicPr>
              <p:blipFill>
                <a:blip r:embed="rId24"/>
                <a:stretch>
                  <a:fillRect/>
                </a:stretch>
              </p:blipFill>
              <p:spPr>
                <a:xfrm>
                  <a:off x="5747510" y="2098837"/>
                  <a:ext cx="9000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93363EFC-AE88-1155-9151-B87289762E7D}"/>
                    </a:ext>
                  </a:extLst>
                </p14:cNvPr>
                <p14:cNvContentPartPr/>
                <p14:nvPr/>
              </p14:nvContentPartPr>
              <p14:xfrm>
                <a:off x="5781710" y="2185597"/>
                <a:ext cx="79920" cy="65160"/>
              </p14:xfrm>
            </p:contentPart>
          </mc:Choice>
          <mc:Fallback xmlns="">
            <p:pic>
              <p:nvPicPr>
                <p:cNvPr id="18" name="Ink 17">
                  <a:extLst>
                    <a:ext uri="{FF2B5EF4-FFF2-40B4-BE49-F238E27FC236}">
                      <a16:creationId xmlns:a16="http://schemas.microsoft.com/office/drawing/2014/main" id="{93363EFC-AE88-1155-9151-B87289762E7D}"/>
                    </a:ext>
                  </a:extLst>
                </p:cNvPr>
                <p:cNvPicPr/>
                <p:nvPr/>
              </p:nvPicPr>
              <p:blipFill>
                <a:blip r:embed="rId26"/>
                <a:stretch>
                  <a:fillRect/>
                </a:stretch>
              </p:blipFill>
              <p:spPr>
                <a:xfrm>
                  <a:off x="5763710" y="2167597"/>
                  <a:ext cx="11556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60F8CD33-C3F3-3F00-4336-B4AED850BDEA}"/>
                    </a:ext>
                  </a:extLst>
                </p14:cNvPr>
                <p14:cNvContentPartPr/>
                <p14:nvPr/>
              </p14:nvContentPartPr>
              <p14:xfrm>
                <a:off x="5982230" y="1987957"/>
                <a:ext cx="229320" cy="334080"/>
              </p14:xfrm>
            </p:contentPart>
          </mc:Choice>
          <mc:Fallback xmlns="">
            <p:pic>
              <p:nvPicPr>
                <p:cNvPr id="20" name="Ink 19">
                  <a:extLst>
                    <a:ext uri="{FF2B5EF4-FFF2-40B4-BE49-F238E27FC236}">
                      <a16:creationId xmlns:a16="http://schemas.microsoft.com/office/drawing/2014/main" id="{60F8CD33-C3F3-3F00-4336-B4AED850BDEA}"/>
                    </a:ext>
                  </a:extLst>
                </p:cNvPr>
                <p:cNvPicPr/>
                <p:nvPr/>
              </p:nvPicPr>
              <p:blipFill>
                <a:blip r:embed="rId28"/>
                <a:stretch>
                  <a:fillRect/>
                </a:stretch>
              </p:blipFill>
              <p:spPr>
                <a:xfrm>
                  <a:off x="5964590" y="1970317"/>
                  <a:ext cx="264960" cy="369720"/>
                </a:xfrm>
                <a:prstGeom prst="rect">
                  <a:avLst/>
                </a:prstGeom>
              </p:spPr>
            </p:pic>
          </mc:Fallback>
        </mc:AlternateContent>
      </p:grpSp>
      <p:grpSp>
        <p:nvGrpSpPr>
          <p:cNvPr id="55" name="Group 54">
            <a:extLst>
              <a:ext uri="{FF2B5EF4-FFF2-40B4-BE49-F238E27FC236}">
                <a16:creationId xmlns:a16="http://schemas.microsoft.com/office/drawing/2014/main" id="{93C9CC2F-B4F8-EE26-4BC1-E01188C2EACA}"/>
              </a:ext>
            </a:extLst>
          </p:cNvPr>
          <p:cNvGrpSpPr/>
          <p:nvPr/>
        </p:nvGrpSpPr>
        <p:grpSpPr>
          <a:xfrm>
            <a:off x="971390" y="1508437"/>
            <a:ext cx="2621880" cy="1322640"/>
            <a:chOff x="971390" y="1508437"/>
            <a:chExt cx="2621880" cy="1322640"/>
          </a:xfrm>
        </p:grpSpPr>
        <mc:AlternateContent xmlns:mc="http://schemas.openxmlformats.org/markup-compatibility/2006" xmlns:p14="http://schemas.microsoft.com/office/powerpoint/2010/main">
          <mc:Choice Requires="p14">
            <p:contentPart p14:bwMode="auto" r:id="rId29">
              <p14:nvContentPartPr>
                <p14:cNvPr id="22" name="Ink 21">
                  <a:extLst>
                    <a:ext uri="{FF2B5EF4-FFF2-40B4-BE49-F238E27FC236}">
                      <a16:creationId xmlns:a16="http://schemas.microsoft.com/office/drawing/2014/main" id="{BAE4DE83-EC48-70FB-1DDA-388C6331A391}"/>
                    </a:ext>
                  </a:extLst>
                </p14:cNvPr>
                <p14:cNvContentPartPr/>
                <p14:nvPr/>
              </p14:nvContentPartPr>
              <p14:xfrm>
                <a:off x="971390" y="1659997"/>
                <a:ext cx="58320" cy="391680"/>
              </p14:xfrm>
            </p:contentPart>
          </mc:Choice>
          <mc:Fallback xmlns="">
            <p:pic>
              <p:nvPicPr>
                <p:cNvPr id="22" name="Ink 21">
                  <a:extLst>
                    <a:ext uri="{FF2B5EF4-FFF2-40B4-BE49-F238E27FC236}">
                      <a16:creationId xmlns:a16="http://schemas.microsoft.com/office/drawing/2014/main" id="{BAE4DE83-EC48-70FB-1DDA-388C6331A391}"/>
                    </a:ext>
                  </a:extLst>
                </p:cNvPr>
                <p:cNvPicPr/>
                <p:nvPr/>
              </p:nvPicPr>
              <p:blipFill>
                <a:blip r:embed="rId30"/>
                <a:stretch>
                  <a:fillRect/>
                </a:stretch>
              </p:blipFill>
              <p:spPr>
                <a:xfrm>
                  <a:off x="953390" y="1641997"/>
                  <a:ext cx="93960" cy="4273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Ink 22">
                  <a:extLst>
                    <a:ext uri="{FF2B5EF4-FFF2-40B4-BE49-F238E27FC236}">
                      <a16:creationId xmlns:a16="http://schemas.microsoft.com/office/drawing/2014/main" id="{F608196A-68F7-4CC8-7059-B46CDC25FF5A}"/>
                    </a:ext>
                  </a:extLst>
                </p14:cNvPr>
                <p14:cNvContentPartPr/>
                <p14:nvPr/>
              </p14:nvContentPartPr>
              <p14:xfrm>
                <a:off x="1039430" y="1691677"/>
                <a:ext cx="129960" cy="163080"/>
              </p14:xfrm>
            </p:contentPart>
          </mc:Choice>
          <mc:Fallback xmlns="">
            <p:pic>
              <p:nvPicPr>
                <p:cNvPr id="23" name="Ink 22">
                  <a:extLst>
                    <a:ext uri="{FF2B5EF4-FFF2-40B4-BE49-F238E27FC236}">
                      <a16:creationId xmlns:a16="http://schemas.microsoft.com/office/drawing/2014/main" id="{F608196A-68F7-4CC8-7059-B46CDC25FF5A}"/>
                    </a:ext>
                  </a:extLst>
                </p:cNvPr>
                <p:cNvPicPr/>
                <p:nvPr/>
              </p:nvPicPr>
              <p:blipFill>
                <a:blip r:embed="rId32"/>
                <a:stretch>
                  <a:fillRect/>
                </a:stretch>
              </p:blipFill>
              <p:spPr>
                <a:xfrm>
                  <a:off x="1021430" y="1673677"/>
                  <a:ext cx="1656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Ink 23">
                  <a:extLst>
                    <a:ext uri="{FF2B5EF4-FFF2-40B4-BE49-F238E27FC236}">
                      <a16:creationId xmlns:a16="http://schemas.microsoft.com/office/drawing/2014/main" id="{418049F5-EA11-0049-FDA6-78A6F1C1CDDE}"/>
                    </a:ext>
                  </a:extLst>
                </p14:cNvPr>
                <p14:cNvContentPartPr/>
                <p14:nvPr/>
              </p14:nvContentPartPr>
              <p14:xfrm>
                <a:off x="1179830" y="1779157"/>
                <a:ext cx="83520" cy="91800"/>
              </p14:xfrm>
            </p:contentPart>
          </mc:Choice>
          <mc:Fallback xmlns="">
            <p:pic>
              <p:nvPicPr>
                <p:cNvPr id="24" name="Ink 23">
                  <a:extLst>
                    <a:ext uri="{FF2B5EF4-FFF2-40B4-BE49-F238E27FC236}">
                      <a16:creationId xmlns:a16="http://schemas.microsoft.com/office/drawing/2014/main" id="{418049F5-EA11-0049-FDA6-78A6F1C1CDDE}"/>
                    </a:ext>
                  </a:extLst>
                </p:cNvPr>
                <p:cNvPicPr/>
                <p:nvPr/>
              </p:nvPicPr>
              <p:blipFill>
                <a:blip r:embed="rId34"/>
                <a:stretch>
                  <a:fillRect/>
                </a:stretch>
              </p:blipFill>
              <p:spPr>
                <a:xfrm>
                  <a:off x="1161830" y="1761157"/>
                  <a:ext cx="11916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5" name="Ink 24">
                  <a:extLst>
                    <a:ext uri="{FF2B5EF4-FFF2-40B4-BE49-F238E27FC236}">
                      <a16:creationId xmlns:a16="http://schemas.microsoft.com/office/drawing/2014/main" id="{45AF8027-BA71-78D6-E87B-88E5A35945AC}"/>
                    </a:ext>
                  </a:extLst>
                </p14:cNvPr>
                <p14:cNvContentPartPr/>
                <p14:nvPr/>
              </p14:nvContentPartPr>
              <p14:xfrm>
                <a:off x="1318070" y="1673677"/>
                <a:ext cx="93240" cy="140400"/>
              </p14:xfrm>
            </p:contentPart>
          </mc:Choice>
          <mc:Fallback xmlns="">
            <p:pic>
              <p:nvPicPr>
                <p:cNvPr id="25" name="Ink 24">
                  <a:extLst>
                    <a:ext uri="{FF2B5EF4-FFF2-40B4-BE49-F238E27FC236}">
                      <a16:creationId xmlns:a16="http://schemas.microsoft.com/office/drawing/2014/main" id="{45AF8027-BA71-78D6-E87B-88E5A35945AC}"/>
                    </a:ext>
                  </a:extLst>
                </p:cNvPr>
                <p:cNvPicPr/>
                <p:nvPr/>
              </p:nvPicPr>
              <p:blipFill>
                <a:blip r:embed="rId36"/>
                <a:stretch>
                  <a:fillRect/>
                </a:stretch>
              </p:blipFill>
              <p:spPr>
                <a:xfrm>
                  <a:off x="1300070" y="1655677"/>
                  <a:ext cx="1288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6" name="Ink 25">
                  <a:extLst>
                    <a:ext uri="{FF2B5EF4-FFF2-40B4-BE49-F238E27FC236}">
                      <a16:creationId xmlns:a16="http://schemas.microsoft.com/office/drawing/2014/main" id="{09278A27-2BFB-28FE-CF10-9F22F56EF552}"/>
                    </a:ext>
                  </a:extLst>
                </p14:cNvPr>
                <p14:cNvContentPartPr/>
                <p14:nvPr/>
              </p14:nvContentPartPr>
              <p14:xfrm>
                <a:off x="1487630" y="1632997"/>
                <a:ext cx="111960" cy="188640"/>
              </p14:xfrm>
            </p:contentPart>
          </mc:Choice>
          <mc:Fallback xmlns="">
            <p:pic>
              <p:nvPicPr>
                <p:cNvPr id="26" name="Ink 25">
                  <a:extLst>
                    <a:ext uri="{FF2B5EF4-FFF2-40B4-BE49-F238E27FC236}">
                      <a16:creationId xmlns:a16="http://schemas.microsoft.com/office/drawing/2014/main" id="{09278A27-2BFB-28FE-CF10-9F22F56EF552}"/>
                    </a:ext>
                  </a:extLst>
                </p:cNvPr>
                <p:cNvPicPr/>
                <p:nvPr/>
              </p:nvPicPr>
              <p:blipFill>
                <a:blip r:embed="rId38"/>
                <a:stretch>
                  <a:fillRect/>
                </a:stretch>
              </p:blipFill>
              <p:spPr>
                <a:xfrm>
                  <a:off x="1469630" y="1615357"/>
                  <a:ext cx="14760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1285BA4D-E39F-3012-3131-4019F7E9224E}"/>
                    </a:ext>
                  </a:extLst>
                </p14:cNvPr>
                <p14:cNvContentPartPr/>
                <p14:nvPr/>
              </p14:nvContentPartPr>
              <p14:xfrm>
                <a:off x="1557830" y="1577557"/>
                <a:ext cx="55800" cy="129240"/>
              </p14:xfrm>
            </p:contentPart>
          </mc:Choice>
          <mc:Fallback xmlns="">
            <p:pic>
              <p:nvPicPr>
                <p:cNvPr id="27" name="Ink 26">
                  <a:extLst>
                    <a:ext uri="{FF2B5EF4-FFF2-40B4-BE49-F238E27FC236}">
                      <a16:creationId xmlns:a16="http://schemas.microsoft.com/office/drawing/2014/main" id="{1285BA4D-E39F-3012-3131-4019F7E9224E}"/>
                    </a:ext>
                  </a:extLst>
                </p:cNvPr>
                <p:cNvPicPr/>
                <p:nvPr/>
              </p:nvPicPr>
              <p:blipFill>
                <a:blip r:embed="rId40"/>
                <a:stretch>
                  <a:fillRect/>
                </a:stretch>
              </p:blipFill>
              <p:spPr>
                <a:xfrm>
                  <a:off x="1540190" y="1559917"/>
                  <a:ext cx="9144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78D34838-1262-6C04-2EB2-CE03B0EBD60F}"/>
                    </a:ext>
                  </a:extLst>
                </p14:cNvPr>
                <p14:cNvContentPartPr/>
                <p14:nvPr/>
              </p14:nvContentPartPr>
              <p14:xfrm>
                <a:off x="1725950" y="1508437"/>
                <a:ext cx="52560" cy="187920"/>
              </p14:xfrm>
            </p:contentPart>
          </mc:Choice>
          <mc:Fallback xmlns="">
            <p:pic>
              <p:nvPicPr>
                <p:cNvPr id="28" name="Ink 27">
                  <a:extLst>
                    <a:ext uri="{FF2B5EF4-FFF2-40B4-BE49-F238E27FC236}">
                      <a16:creationId xmlns:a16="http://schemas.microsoft.com/office/drawing/2014/main" id="{78D34838-1262-6C04-2EB2-CE03B0EBD60F}"/>
                    </a:ext>
                  </a:extLst>
                </p:cNvPr>
                <p:cNvPicPr/>
                <p:nvPr/>
              </p:nvPicPr>
              <p:blipFill>
                <a:blip r:embed="rId42"/>
                <a:stretch>
                  <a:fillRect/>
                </a:stretch>
              </p:blipFill>
              <p:spPr>
                <a:xfrm>
                  <a:off x="1707950" y="1490797"/>
                  <a:ext cx="8820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Ink 28">
                  <a:extLst>
                    <a:ext uri="{FF2B5EF4-FFF2-40B4-BE49-F238E27FC236}">
                      <a16:creationId xmlns:a16="http://schemas.microsoft.com/office/drawing/2014/main" id="{F8CBBBC2-4BF2-E2B3-9341-2DAE8655E99D}"/>
                    </a:ext>
                  </a:extLst>
                </p14:cNvPr>
                <p14:cNvContentPartPr/>
                <p14:nvPr/>
              </p14:nvContentPartPr>
              <p14:xfrm>
                <a:off x="1389350" y="2174437"/>
                <a:ext cx="59040" cy="61920"/>
              </p14:xfrm>
            </p:contentPart>
          </mc:Choice>
          <mc:Fallback xmlns="">
            <p:pic>
              <p:nvPicPr>
                <p:cNvPr id="29" name="Ink 28">
                  <a:extLst>
                    <a:ext uri="{FF2B5EF4-FFF2-40B4-BE49-F238E27FC236}">
                      <a16:creationId xmlns:a16="http://schemas.microsoft.com/office/drawing/2014/main" id="{F8CBBBC2-4BF2-E2B3-9341-2DAE8655E99D}"/>
                    </a:ext>
                  </a:extLst>
                </p:cNvPr>
                <p:cNvPicPr/>
                <p:nvPr/>
              </p:nvPicPr>
              <p:blipFill>
                <a:blip r:embed="rId44"/>
                <a:stretch>
                  <a:fillRect/>
                </a:stretch>
              </p:blipFill>
              <p:spPr>
                <a:xfrm>
                  <a:off x="1371350" y="2156437"/>
                  <a:ext cx="9468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 name="Ink 29">
                  <a:extLst>
                    <a:ext uri="{FF2B5EF4-FFF2-40B4-BE49-F238E27FC236}">
                      <a16:creationId xmlns:a16="http://schemas.microsoft.com/office/drawing/2014/main" id="{1A87FB49-F5DD-6813-D76F-EB09E0527455}"/>
                    </a:ext>
                  </a:extLst>
                </p14:cNvPr>
                <p14:cNvContentPartPr/>
                <p14:nvPr/>
              </p14:nvContentPartPr>
              <p14:xfrm>
                <a:off x="1394030" y="2096677"/>
                <a:ext cx="145080" cy="208800"/>
              </p14:xfrm>
            </p:contentPart>
          </mc:Choice>
          <mc:Fallback xmlns="">
            <p:pic>
              <p:nvPicPr>
                <p:cNvPr id="30" name="Ink 29">
                  <a:extLst>
                    <a:ext uri="{FF2B5EF4-FFF2-40B4-BE49-F238E27FC236}">
                      <a16:creationId xmlns:a16="http://schemas.microsoft.com/office/drawing/2014/main" id="{1A87FB49-F5DD-6813-D76F-EB09E0527455}"/>
                    </a:ext>
                  </a:extLst>
                </p:cNvPr>
                <p:cNvPicPr/>
                <p:nvPr/>
              </p:nvPicPr>
              <p:blipFill>
                <a:blip r:embed="rId46"/>
                <a:stretch>
                  <a:fillRect/>
                </a:stretch>
              </p:blipFill>
              <p:spPr>
                <a:xfrm>
                  <a:off x="1376030" y="2079037"/>
                  <a:ext cx="18072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1" name="Ink 30">
                  <a:extLst>
                    <a:ext uri="{FF2B5EF4-FFF2-40B4-BE49-F238E27FC236}">
                      <a16:creationId xmlns:a16="http://schemas.microsoft.com/office/drawing/2014/main" id="{161EB723-BA74-3B4B-8997-9262CD86EF4C}"/>
                    </a:ext>
                  </a:extLst>
                </p14:cNvPr>
                <p14:cNvContentPartPr/>
                <p14:nvPr/>
              </p14:nvContentPartPr>
              <p14:xfrm>
                <a:off x="1577270" y="2166877"/>
                <a:ext cx="22320" cy="66240"/>
              </p14:xfrm>
            </p:contentPart>
          </mc:Choice>
          <mc:Fallback xmlns="">
            <p:pic>
              <p:nvPicPr>
                <p:cNvPr id="31" name="Ink 30">
                  <a:extLst>
                    <a:ext uri="{FF2B5EF4-FFF2-40B4-BE49-F238E27FC236}">
                      <a16:creationId xmlns:a16="http://schemas.microsoft.com/office/drawing/2014/main" id="{161EB723-BA74-3B4B-8997-9262CD86EF4C}"/>
                    </a:ext>
                  </a:extLst>
                </p:cNvPr>
                <p:cNvPicPr/>
                <p:nvPr/>
              </p:nvPicPr>
              <p:blipFill>
                <a:blip r:embed="rId48"/>
                <a:stretch>
                  <a:fillRect/>
                </a:stretch>
              </p:blipFill>
              <p:spPr>
                <a:xfrm>
                  <a:off x="1559270" y="2148877"/>
                  <a:ext cx="5796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2" name="Ink 31">
                  <a:extLst>
                    <a:ext uri="{FF2B5EF4-FFF2-40B4-BE49-F238E27FC236}">
                      <a16:creationId xmlns:a16="http://schemas.microsoft.com/office/drawing/2014/main" id="{AF77A1BC-98C1-0D47-492A-4320A2533428}"/>
                    </a:ext>
                  </a:extLst>
                </p14:cNvPr>
                <p14:cNvContentPartPr/>
                <p14:nvPr/>
              </p14:nvContentPartPr>
              <p14:xfrm>
                <a:off x="1576550" y="2035117"/>
                <a:ext cx="22320" cy="53640"/>
              </p14:xfrm>
            </p:contentPart>
          </mc:Choice>
          <mc:Fallback xmlns="">
            <p:pic>
              <p:nvPicPr>
                <p:cNvPr id="32" name="Ink 31">
                  <a:extLst>
                    <a:ext uri="{FF2B5EF4-FFF2-40B4-BE49-F238E27FC236}">
                      <a16:creationId xmlns:a16="http://schemas.microsoft.com/office/drawing/2014/main" id="{AF77A1BC-98C1-0D47-492A-4320A2533428}"/>
                    </a:ext>
                  </a:extLst>
                </p:cNvPr>
                <p:cNvPicPr/>
                <p:nvPr/>
              </p:nvPicPr>
              <p:blipFill>
                <a:blip r:embed="rId50"/>
                <a:stretch>
                  <a:fillRect/>
                </a:stretch>
              </p:blipFill>
              <p:spPr>
                <a:xfrm>
                  <a:off x="1558910" y="2017117"/>
                  <a:ext cx="57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3" name="Ink 32">
                  <a:extLst>
                    <a:ext uri="{FF2B5EF4-FFF2-40B4-BE49-F238E27FC236}">
                      <a16:creationId xmlns:a16="http://schemas.microsoft.com/office/drawing/2014/main" id="{B00C1214-D814-8124-E9C7-601083E73283}"/>
                    </a:ext>
                  </a:extLst>
                </p14:cNvPr>
                <p14:cNvContentPartPr/>
                <p14:nvPr/>
              </p14:nvContentPartPr>
              <p14:xfrm>
                <a:off x="1667630" y="2075077"/>
                <a:ext cx="120240" cy="158400"/>
              </p14:xfrm>
            </p:contentPart>
          </mc:Choice>
          <mc:Fallback xmlns="">
            <p:pic>
              <p:nvPicPr>
                <p:cNvPr id="33" name="Ink 32">
                  <a:extLst>
                    <a:ext uri="{FF2B5EF4-FFF2-40B4-BE49-F238E27FC236}">
                      <a16:creationId xmlns:a16="http://schemas.microsoft.com/office/drawing/2014/main" id="{B00C1214-D814-8124-E9C7-601083E73283}"/>
                    </a:ext>
                  </a:extLst>
                </p:cNvPr>
                <p:cNvPicPr/>
                <p:nvPr/>
              </p:nvPicPr>
              <p:blipFill>
                <a:blip r:embed="rId52"/>
                <a:stretch>
                  <a:fillRect/>
                </a:stretch>
              </p:blipFill>
              <p:spPr>
                <a:xfrm>
                  <a:off x="1649990" y="2057077"/>
                  <a:ext cx="15588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4" name="Ink 33">
                  <a:extLst>
                    <a:ext uri="{FF2B5EF4-FFF2-40B4-BE49-F238E27FC236}">
                      <a16:creationId xmlns:a16="http://schemas.microsoft.com/office/drawing/2014/main" id="{16511EF0-45A8-279F-2CC3-F0A64EA3AF69}"/>
                    </a:ext>
                  </a:extLst>
                </p14:cNvPr>
                <p14:cNvContentPartPr/>
                <p14:nvPr/>
              </p14:nvContentPartPr>
              <p14:xfrm>
                <a:off x="1790390" y="1922077"/>
                <a:ext cx="174600" cy="136800"/>
              </p14:xfrm>
            </p:contentPart>
          </mc:Choice>
          <mc:Fallback xmlns="">
            <p:pic>
              <p:nvPicPr>
                <p:cNvPr id="34" name="Ink 33">
                  <a:extLst>
                    <a:ext uri="{FF2B5EF4-FFF2-40B4-BE49-F238E27FC236}">
                      <a16:creationId xmlns:a16="http://schemas.microsoft.com/office/drawing/2014/main" id="{16511EF0-45A8-279F-2CC3-F0A64EA3AF69}"/>
                    </a:ext>
                  </a:extLst>
                </p:cNvPr>
                <p:cNvPicPr/>
                <p:nvPr/>
              </p:nvPicPr>
              <p:blipFill>
                <a:blip r:embed="rId54"/>
                <a:stretch>
                  <a:fillRect/>
                </a:stretch>
              </p:blipFill>
              <p:spPr>
                <a:xfrm>
                  <a:off x="1772390" y="1904437"/>
                  <a:ext cx="2102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5" name="Ink 34">
                  <a:extLst>
                    <a:ext uri="{FF2B5EF4-FFF2-40B4-BE49-F238E27FC236}">
                      <a16:creationId xmlns:a16="http://schemas.microsoft.com/office/drawing/2014/main" id="{D08DF3CB-0510-AAD9-1C5F-6F93016C5C85}"/>
                    </a:ext>
                  </a:extLst>
                </p14:cNvPr>
                <p14:cNvContentPartPr/>
                <p14:nvPr/>
              </p14:nvContentPartPr>
              <p14:xfrm>
                <a:off x="2004230" y="1749997"/>
                <a:ext cx="95760" cy="171720"/>
              </p14:xfrm>
            </p:contentPart>
          </mc:Choice>
          <mc:Fallback xmlns="">
            <p:pic>
              <p:nvPicPr>
                <p:cNvPr id="35" name="Ink 34">
                  <a:extLst>
                    <a:ext uri="{FF2B5EF4-FFF2-40B4-BE49-F238E27FC236}">
                      <a16:creationId xmlns:a16="http://schemas.microsoft.com/office/drawing/2014/main" id="{D08DF3CB-0510-AAD9-1C5F-6F93016C5C85}"/>
                    </a:ext>
                  </a:extLst>
                </p:cNvPr>
                <p:cNvPicPr/>
                <p:nvPr/>
              </p:nvPicPr>
              <p:blipFill>
                <a:blip r:embed="rId56"/>
                <a:stretch>
                  <a:fillRect/>
                </a:stretch>
              </p:blipFill>
              <p:spPr>
                <a:xfrm>
                  <a:off x="1986230" y="1732357"/>
                  <a:ext cx="13140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6" name="Ink 35">
                  <a:extLst>
                    <a:ext uri="{FF2B5EF4-FFF2-40B4-BE49-F238E27FC236}">
                      <a16:creationId xmlns:a16="http://schemas.microsoft.com/office/drawing/2014/main" id="{2D00166F-AB7A-2302-48DA-345FBED9F691}"/>
                    </a:ext>
                  </a:extLst>
                </p14:cNvPr>
                <p14:cNvContentPartPr/>
                <p14:nvPr/>
              </p14:nvContentPartPr>
              <p14:xfrm>
                <a:off x="1984790" y="1773757"/>
                <a:ext cx="146880" cy="109440"/>
              </p14:xfrm>
            </p:contentPart>
          </mc:Choice>
          <mc:Fallback xmlns="">
            <p:pic>
              <p:nvPicPr>
                <p:cNvPr id="36" name="Ink 35">
                  <a:extLst>
                    <a:ext uri="{FF2B5EF4-FFF2-40B4-BE49-F238E27FC236}">
                      <a16:creationId xmlns:a16="http://schemas.microsoft.com/office/drawing/2014/main" id="{2D00166F-AB7A-2302-48DA-345FBED9F691}"/>
                    </a:ext>
                  </a:extLst>
                </p:cNvPr>
                <p:cNvPicPr/>
                <p:nvPr/>
              </p:nvPicPr>
              <p:blipFill>
                <a:blip r:embed="rId58"/>
                <a:stretch>
                  <a:fillRect/>
                </a:stretch>
              </p:blipFill>
              <p:spPr>
                <a:xfrm>
                  <a:off x="1967150" y="1755757"/>
                  <a:ext cx="18252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8" name="Ink 37">
                  <a:extLst>
                    <a:ext uri="{FF2B5EF4-FFF2-40B4-BE49-F238E27FC236}">
                      <a16:creationId xmlns:a16="http://schemas.microsoft.com/office/drawing/2014/main" id="{FA573ACB-1ED7-6361-0AF8-9C8FDFE16DDE}"/>
                    </a:ext>
                  </a:extLst>
                </p14:cNvPr>
                <p14:cNvContentPartPr/>
                <p14:nvPr/>
              </p14:nvContentPartPr>
              <p14:xfrm>
                <a:off x="1855910" y="2418157"/>
                <a:ext cx="160920" cy="132840"/>
              </p14:xfrm>
            </p:contentPart>
          </mc:Choice>
          <mc:Fallback xmlns="">
            <p:pic>
              <p:nvPicPr>
                <p:cNvPr id="38" name="Ink 37">
                  <a:extLst>
                    <a:ext uri="{FF2B5EF4-FFF2-40B4-BE49-F238E27FC236}">
                      <a16:creationId xmlns:a16="http://schemas.microsoft.com/office/drawing/2014/main" id="{FA573ACB-1ED7-6361-0AF8-9C8FDFE16DDE}"/>
                    </a:ext>
                  </a:extLst>
                </p:cNvPr>
                <p:cNvPicPr/>
                <p:nvPr/>
              </p:nvPicPr>
              <p:blipFill>
                <a:blip r:embed="rId60"/>
                <a:stretch>
                  <a:fillRect/>
                </a:stretch>
              </p:blipFill>
              <p:spPr>
                <a:xfrm>
                  <a:off x="1838270" y="2400157"/>
                  <a:ext cx="19656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9" name="Ink 38">
                  <a:extLst>
                    <a:ext uri="{FF2B5EF4-FFF2-40B4-BE49-F238E27FC236}">
                      <a16:creationId xmlns:a16="http://schemas.microsoft.com/office/drawing/2014/main" id="{377FF423-8F67-B0B1-2D61-C97BD08FAD87}"/>
                    </a:ext>
                  </a:extLst>
                </p14:cNvPr>
                <p14:cNvContentPartPr/>
                <p14:nvPr/>
              </p14:nvContentPartPr>
              <p14:xfrm>
                <a:off x="2108270" y="2339317"/>
                <a:ext cx="64800" cy="87120"/>
              </p14:xfrm>
            </p:contentPart>
          </mc:Choice>
          <mc:Fallback xmlns="">
            <p:pic>
              <p:nvPicPr>
                <p:cNvPr id="39" name="Ink 38">
                  <a:extLst>
                    <a:ext uri="{FF2B5EF4-FFF2-40B4-BE49-F238E27FC236}">
                      <a16:creationId xmlns:a16="http://schemas.microsoft.com/office/drawing/2014/main" id="{377FF423-8F67-B0B1-2D61-C97BD08FAD87}"/>
                    </a:ext>
                  </a:extLst>
                </p:cNvPr>
                <p:cNvPicPr/>
                <p:nvPr/>
              </p:nvPicPr>
              <p:blipFill>
                <a:blip r:embed="rId62"/>
                <a:stretch>
                  <a:fillRect/>
                </a:stretch>
              </p:blipFill>
              <p:spPr>
                <a:xfrm>
                  <a:off x="2090630" y="2321677"/>
                  <a:ext cx="10044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0" name="Ink 39">
                  <a:extLst>
                    <a:ext uri="{FF2B5EF4-FFF2-40B4-BE49-F238E27FC236}">
                      <a16:creationId xmlns:a16="http://schemas.microsoft.com/office/drawing/2014/main" id="{3375DB74-E9A3-85B5-6754-05A083704B78}"/>
                    </a:ext>
                  </a:extLst>
                </p14:cNvPr>
                <p14:cNvContentPartPr/>
                <p14:nvPr/>
              </p14:nvContentPartPr>
              <p14:xfrm>
                <a:off x="2048510" y="2169757"/>
                <a:ext cx="50040" cy="60480"/>
              </p14:xfrm>
            </p:contentPart>
          </mc:Choice>
          <mc:Fallback xmlns="">
            <p:pic>
              <p:nvPicPr>
                <p:cNvPr id="40" name="Ink 39">
                  <a:extLst>
                    <a:ext uri="{FF2B5EF4-FFF2-40B4-BE49-F238E27FC236}">
                      <a16:creationId xmlns:a16="http://schemas.microsoft.com/office/drawing/2014/main" id="{3375DB74-E9A3-85B5-6754-05A083704B78}"/>
                    </a:ext>
                  </a:extLst>
                </p:cNvPr>
                <p:cNvPicPr/>
                <p:nvPr/>
              </p:nvPicPr>
              <p:blipFill>
                <a:blip r:embed="rId64"/>
                <a:stretch>
                  <a:fillRect/>
                </a:stretch>
              </p:blipFill>
              <p:spPr>
                <a:xfrm>
                  <a:off x="2030510" y="2151757"/>
                  <a:ext cx="8568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1" name="Ink 40">
                  <a:extLst>
                    <a:ext uri="{FF2B5EF4-FFF2-40B4-BE49-F238E27FC236}">
                      <a16:creationId xmlns:a16="http://schemas.microsoft.com/office/drawing/2014/main" id="{AAE71501-FB78-2892-2D80-C465EBDF82CD}"/>
                    </a:ext>
                  </a:extLst>
                </p14:cNvPr>
                <p14:cNvContentPartPr/>
                <p14:nvPr/>
              </p14:nvContentPartPr>
              <p14:xfrm>
                <a:off x="2194310" y="2147077"/>
                <a:ext cx="121680" cy="164160"/>
              </p14:xfrm>
            </p:contentPart>
          </mc:Choice>
          <mc:Fallback xmlns="">
            <p:pic>
              <p:nvPicPr>
                <p:cNvPr id="41" name="Ink 40">
                  <a:extLst>
                    <a:ext uri="{FF2B5EF4-FFF2-40B4-BE49-F238E27FC236}">
                      <a16:creationId xmlns:a16="http://schemas.microsoft.com/office/drawing/2014/main" id="{AAE71501-FB78-2892-2D80-C465EBDF82CD}"/>
                    </a:ext>
                  </a:extLst>
                </p:cNvPr>
                <p:cNvPicPr/>
                <p:nvPr/>
              </p:nvPicPr>
              <p:blipFill>
                <a:blip r:embed="rId66"/>
                <a:stretch>
                  <a:fillRect/>
                </a:stretch>
              </p:blipFill>
              <p:spPr>
                <a:xfrm>
                  <a:off x="2176670" y="2129437"/>
                  <a:ext cx="15732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2" name="Ink 41">
                  <a:extLst>
                    <a:ext uri="{FF2B5EF4-FFF2-40B4-BE49-F238E27FC236}">
                      <a16:creationId xmlns:a16="http://schemas.microsoft.com/office/drawing/2014/main" id="{48C6D342-E8C3-05C6-9451-F272DD97529A}"/>
                    </a:ext>
                  </a:extLst>
                </p14:cNvPr>
                <p14:cNvContentPartPr/>
                <p14:nvPr/>
              </p14:nvContentPartPr>
              <p14:xfrm>
                <a:off x="2223110" y="2121877"/>
                <a:ext cx="229320" cy="127080"/>
              </p14:xfrm>
            </p:contentPart>
          </mc:Choice>
          <mc:Fallback xmlns="">
            <p:pic>
              <p:nvPicPr>
                <p:cNvPr id="42" name="Ink 41">
                  <a:extLst>
                    <a:ext uri="{FF2B5EF4-FFF2-40B4-BE49-F238E27FC236}">
                      <a16:creationId xmlns:a16="http://schemas.microsoft.com/office/drawing/2014/main" id="{48C6D342-E8C3-05C6-9451-F272DD97529A}"/>
                    </a:ext>
                  </a:extLst>
                </p:cNvPr>
                <p:cNvPicPr/>
                <p:nvPr/>
              </p:nvPicPr>
              <p:blipFill>
                <a:blip r:embed="rId68"/>
                <a:stretch>
                  <a:fillRect/>
                </a:stretch>
              </p:blipFill>
              <p:spPr>
                <a:xfrm>
                  <a:off x="2205110" y="2103877"/>
                  <a:ext cx="26496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3" name="Ink 42">
                  <a:extLst>
                    <a:ext uri="{FF2B5EF4-FFF2-40B4-BE49-F238E27FC236}">
                      <a16:creationId xmlns:a16="http://schemas.microsoft.com/office/drawing/2014/main" id="{27654C8D-0E38-AF7B-494B-12A3A83546BA}"/>
                    </a:ext>
                  </a:extLst>
                </p14:cNvPr>
                <p14:cNvContentPartPr/>
                <p14:nvPr/>
              </p14:nvContentPartPr>
              <p14:xfrm>
                <a:off x="2590670" y="2045917"/>
                <a:ext cx="33840" cy="66960"/>
              </p14:xfrm>
            </p:contentPart>
          </mc:Choice>
          <mc:Fallback xmlns="">
            <p:pic>
              <p:nvPicPr>
                <p:cNvPr id="43" name="Ink 42">
                  <a:extLst>
                    <a:ext uri="{FF2B5EF4-FFF2-40B4-BE49-F238E27FC236}">
                      <a16:creationId xmlns:a16="http://schemas.microsoft.com/office/drawing/2014/main" id="{27654C8D-0E38-AF7B-494B-12A3A83546BA}"/>
                    </a:ext>
                  </a:extLst>
                </p:cNvPr>
                <p:cNvPicPr/>
                <p:nvPr/>
              </p:nvPicPr>
              <p:blipFill>
                <a:blip r:embed="rId70"/>
                <a:stretch>
                  <a:fillRect/>
                </a:stretch>
              </p:blipFill>
              <p:spPr>
                <a:xfrm>
                  <a:off x="2572670" y="2027917"/>
                  <a:ext cx="6948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4" name="Ink 43">
                  <a:extLst>
                    <a:ext uri="{FF2B5EF4-FFF2-40B4-BE49-F238E27FC236}">
                      <a16:creationId xmlns:a16="http://schemas.microsoft.com/office/drawing/2014/main" id="{D9B53190-3142-ED9A-14B9-2B94D315C4A5}"/>
                    </a:ext>
                  </a:extLst>
                </p14:cNvPr>
                <p14:cNvContentPartPr/>
                <p14:nvPr/>
              </p14:nvContentPartPr>
              <p14:xfrm>
                <a:off x="2533790" y="1935397"/>
                <a:ext cx="20880" cy="19440"/>
              </p14:xfrm>
            </p:contentPart>
          </mc:Choice>
          <mc:Fallback xmlns="">
            <p:pic>
              <p:nvPicPr>
                <p:cNvPr id="44" name="Ink 43">
                  <a:extLst>
                    <a:ext uri="{FF2B5EF4-FFF2-40B4-BE49-F238E27FC236}">
                      <a16:creationId xmlns:a16="http://schemas.microsoft.com/office/drawing/2014/main" id="{D9B53190-3142-ED9A-14B9-2B94D315C4A5}"/>
                    </a:ext>
                  </a:extLst>
                </p:cNvPr>
                <p:cNvPicPr/>
                <p:nvPr/>
              </p:nvPicPr>
              <p:blipFill>
                <a:blip r:embed="rId72"/>
                <a:stretch>
                  <a:fillRect/>
                </a:stretch>
              </p:blipFill>
              <p:spPr>
                <a:xfrm>
                  <a:off x="2516150" y="1917757"/>
                  <a:ext cx="5652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5" name="Ink 44">
                  <a:extLst>
                    <a:ext uri="{FF2B5EF4-FFF2-40B4-BE49-F238E27FC236}">
                      <a16:creationId xmlns:a16="http://schemas.microsoft.com/office/drawing/2014/main" id="{76F161CD-42CC-FD49-DC87-174CFD7C175E}"/>
                    </a:ext>
                  </a:extLst>
                </p14:cNvPr>
                <p14:cNvContentPartPr/>
                <p14:nvPr/>
              </p14:nvContentPartPr>
              <p14:xfrm>
                <a:off x="2745830" y="1949797"/>
                <a:ext cx="119520" cy="121320"/>
              </p14:xfrm>
            </p:contentPart>
          </mc:Choice>
          <mc:Fallback xmlns="">
            <p:pic>
              <p:nvPicPr>
                <p:cNvPr id="45" name="Ink 44">
                  <a:extLst>
                    <a:ext uri="{FF2B5EF4-FFF2-40B4-BE49-F238E27FC236}">
                      <a16:creationId xmlns:a16="http://schemas.microsoft.com/office/drawing/2014/main" id="{76F161CD-42CC-FD49-DC87-174CFD7C175E}"/>
                    </a:ext>
                  </a:extLst>
                </p:cNvPr>
                <p:cNvPicPr/>
                <p:nvPr/>
              </p:nvPicPr>
              <p:blipFill>
                <a:blip r:embed="rId74"/>
                <a:stretch>
                  <a:fillRect/>
                </a:stretch>
              </p:blipFill>
              <p:spPr>
                <a:xfrm>
                  <a:off x="2728190" y="1931797"/>
                  <a:ext cx="1551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7" name="Ink 46">
                  <a:extLst>
                    <a:ext uri="{FF2B5EF4-FFF2-40B4-BE49-F238E27FC236}">
                      <a16:creationId xmlns:a16="http://schemas.microsoft.com/office/drawing/2014/main" id="{FF57D1C6-A2BC-4DF4-17DE-FED62F7F2EF7}"/>
                    </a:ext>
                  </a:extLst>
                </p14:cNvPr>
                <p14:cNvContentPartPr/>
                <p14:nvPr/>
              </p14:nvContentPartPr>
              <p14:xfrm>
                <a:off x="2399510" y="2677717"/>
                <a:ext cx="139320" cy="153360"/>
              </p14:xfrm>
            </p:contentPart>
          </mc:Choice>
          <mc:Fallback xmlns="">
            <p:pic>
              <p:nvPicPr>
                <p:cNvPr id="47" name="Ink 46">
                  <a:extLst>
                    <a:ext uri="{FF2B5EF4-FFF2-40B4-BE49-F238E27FC236}">
                      <a16:creationId xmlns:a16="http://schemas.microsoft.com/office/drawing/2014/main" id="{FF57D1C6-A2BC-4DF4-17DE-FED62F7F2EF7}"/>
                    </a:ext>
                  </a:extLst>
                </p:cNvPr>
                <p:cNvPicPr/>
                <p:nvPr/>
              </p:nvPicPr>
              <p:blipFill>
                <a:blip r:embed="rId76"/>
                <a:stretch>
                  <a:fillRect/>
                </a:stretch>
              </p:blipFill>
              <p:spPr>
                <a:xfrm>
                  <a:off x="2381870" y="2660077"/>
                  <a:ext cx="17496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8" name="Ink 47">
                  <a:extLst>
                    <a:ext uri="{FF2B5EF4-FFF2-40B4-BE49-F238E27FC236}">
                      <a16:creationId xmlns:a16="http://schemas.microsoft.com/office/drawing/2014/main" id="{1456C7C1-F8BB-F627-5659-B7DCC91AB1B5}"/>
                    </a:ext>
                  </a:extLst>
                </p14:cNvPr>
                <p14:cNvContentPartPr/>
                <p14:nvPr/>
              </p14:nvContentPartPr>
              <p14:xfrm>
                <a:off x="2438390" y="2596357"/>
                <a:ext cx="270720" cy="176400"/>
              </p14:xfrm>
            </p:contentPart>
          </mc:Choice>
          <mc:Fallback xmlns="">
            <p:pic>
              <p:nvPicPr>
                <p:cNvPr id="48" name="Ink 47">
                  <a:extLst>
                    <a:ext uri="{FF2B5EF4-FFF2-40B4-BE49-F238E27FC236}">
                      <a16:creationId xmlns:a16="http://schemas.microsoft.com/office/drawing/2014/main" id="{1456C7C1-F8BB-F627-5659-B7DCC91AB1B5}"/>
                    </a:ext>
                  </a:extLst>
                </p:cNvPr>
                <p:cNvPicPr/>
                <p:nvPr/>
              </p:nvPicPr>
              <p:blipFill>
                <a:blip r:embed="rId78"/>
                <a:stretch>
                  <a:fillRect/>
                </a:stretch>
              </p:blipFill>
              <p:spPr>
                <a:xfrm>
                  <a:off x="2420390" y="2578717"/>
                  <a:ext cx="30636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9" name="Ink 48">
                  <a:extLst>
                    <a:ext uri="{FF2B5EF4-FFF2-40B4-BE49-F238E27FC236}">
                      <a16:creationId xmlns:a16="http://schemas.microsoft.com/office/drawing/2014/main" id="{5956A3FB-9775-BC9A-19B0-996297664FFF}"/>
                    </a:ext>
                  </a:extLst>
                </p14:cNvPr>
                <p14:cNvContentPartPr/>
                <p14:nvPr/>
              </p14:nvContentPartPr>
              <p14:xfrm>
                <a:off x="2736830" y="2510677"/>
                <a:ext cx="103320" cy="95760"/>
              </p14:xfrm>
            </p:contentPart>
          </mc:Choice>
          <mc:Fallback xmlns="">
            <p:pic>
              <p:nvPicPr>
                <p:cNvPr id="49" name="Ink 48">
                  <a:extLst>
                    <a:ext uri="{FF2B5EF4-FFF2-40B4-BE49-F238E27FC236}">
                      <a16:creationId xmlns:a16="http://schemas.microsoft.com/office/drawing/2014/main" id="{5956A3FB-9775-BC9A-19B0-996297664FFF}"/>
                    </a:ext>
                  </a:extLst>
                </p:cNvPr>
                <p:cNvPicPr/>
                <p:nvPr/>
              </p:nvPicPr>
              <p:blipFill>
                <a:blip r:embed="rId80"/>
                <a:stretch>
                  <a:fillRect/>
                </a:stretch>
              </p:blipFill>
              <p:spPr>
                <a:xfrm>
                  <a:off x="2719190" y="2493037"/>
                  <a:ext cx="1389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0" name="Ink 49">
                  <a:extLst>
                    <a:ext uri="{FF2B5EF4-FFF2-40B4-BE49-F238E27FC236}">
                      <a16:creationId xmlns:a16="http://schemas.microsoft.com/office/drawing/2014/main" id="{0F26F929-A748-7399-57BA-186C07063328}"/>
                    </a:ext>
                  </a:extLst>
                </p14:cNvPr>
                <p14:cNvContentPartPr/>
                <p14:nvPr/>
              </p14:nvContentPartPr>
              <p14:xfrm>
                <a:off x="2953550" y="2146717"/>
                <a:ext cx="199800" cy="263880"/>
              </p14:xfrm>
            </p:contentPart>
          </mc:Choice>
          <mc:Fallback xmlns="">
            <p:pic>
              <p:nvPicPr>
                <p:cNvPr id="50" name="Ink 49">
                  <a:extLst>
                    <a:ext uri="{FF2B5EF4-FFF2-40B4-BE49-F238E27FC236}">
                      <a16:creationId xmlns:a16="http://schemas.microsoft.com/office/drawing/2014/main" id="{0F26F929-A748-7399-57BA-186C07063328}"/>
                    </a:ext>
                  </a:extLst>
                </p:cNvPr>
                <p:cNvPicPr/>
                <p:nvPr/>
              </p:nvPicPr>
              <p:blipFill>
                <a:blip r:embed="rId82"/>
                <a:stretch>
                  <a:fillRect/>
                </a:stretch>
              </p:blipFill>
              <p:spPr>
                <a:xfrm>
                  <a:off x="2935550" y="2128717"/>
                  <a:ext cx="23544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1" name="Ink 50">
                  <a:extLst>
                    <a:ext uri="{FF2B5EF4-FFF2-40B4-BE49-F238E27FC236}">
                      <a16:creationId xmlns:a16="http://schemas.microsoft.com/office/drawing/2014/main" id="{7F9874BA-3636-2F9D-795C-1A375ED72CAB}"/>
                    </a:ext>
                  </a:extLst>
                </p14:cNvPr>
                <p14:cNvContentPartPr/>
                <p14:nvPr/>
              </p14:nvContentPartPr>
              <p14:xfrm>
                <a:off x="3020150" y="2185237"/>
                <a:ext cx="189360" cy="144000"/>
              </p14:xfrm>
            </p:contentPart>
          </mc:Choice>
          <mc:Fallback xmlns="">
            <p:pic>
              <p:nvPicPr>
                <p:cNvPr id="51" name="Ink 50">
                  <a:extLst>
                    <a:ext uri="{FF2B5EF4-FFF2-40B4-BE49-F238E27FC236}">
                      <a16:creationId xmlns:a16="http://schemas.microsoft.com/office/drawing/2014/main" id="{7F9874BA-3636-2F9D-795C-1A375ED72CAB}"/>
                    </a:ext>
                  </a:extLst>
                </p:cNvPr>
                <p:cNvPicPr/>
                <p:nvPr/>
              </p:nvPicPr>
              <p:blipFill>
                <a:blip r:embed="rId84"/>
                <a:stretch>
                  <a:fillRect/>
                </a:stretch>
              </p:blipFill>
              <p:spPr>
                <a:xfrm>
                  <a:off x="3002150" y="2167597"/>
                  <a:ext cx="22500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2" name="Ink 51">
                  <a:extLst>
                    <a:ext uri="{FF2B5EF4-FFF2-40B4-BE49-F238E27FC236}">
                      <a16:creationId xmlns:a16="http://schemas.microsoft.com/office/drawing/2014/main" id="{C67183A7-A9BC-02FA-D716-9BF92BEDB5A2}"/>
                    </a:ext>
                  </a:extLst>
                </p14:cNvPr>
                <p14:cNvContentPartPr/>
                <p14:nvPr/>
              </p14:nvContentPartPr>
              <p14:xfrm>
                <a:off x="3074150" y="2049157"/>
                <a:ext cx="32400" cy="37080"/>
              </p14:xfrm>
            </p:contentPart>
          </mc:Choice>
          <mc:Fallback xmlns="">
            <p:pic>
              <p:nvPicPr>
                <p:cNvPr id="52" name="Ink 51">
                  <a:extLst>
                    <a:ext uri="{FF2B5EF4-FFF2-40B4-BE49-F238E27FC236}">
                      <a16:creationId xmlns:a16="http://schemas.microsoft.com/office/drawing/2014/main" id="{C67183A7-A9BC-02FA-D716-9BF92BEDB5A2}"/>
                    </a:ext>
                  </a:extLst>
                </p:cNvPr>
                <p:cNvPicPr/>
                <p:nvPr/>
              </p:nvPicPr>
              <p:blipFill>
                <a:blip r:embed="rId86"/>
                <a:stretch>
                  <a:fillRect/>
                </a:stretch>
              </p:blipFill>
              <p:spPr>
                <a:xfrm>
                  <a:off x="3056150" y="2031517"/>
                  <a:ext cx="6804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3" name="Ink 52">
                  <a:extLst>
                    <a:ext uri="{FF2B5EF4-FFF2-40B4-BE49-F238E27FC236}">
                      <a16:creationId xmlns:a16="http://schemas.microsoft.com/office/drawing/2014/main" id="{5ADF99C6-66F7-939E-586B-FB0FB2C0B588}"/>
                    </a:ext>
                  </a:extLst>
                </p14:cNvPr>
                <p14:cNvContentPartPr/>
                <p14:nvPr/>
              </p14:nvContentPartPr>
              <p14:xfrm>
                <a:off x="3209870" y="2014237"/>
                <a:ext cx="141480" cy="131760"/>
              </p14:xfrm>
            </p:contentPart>
          </mc:Choice>
          <mc:Fallback xmlns="">
            <p:pic>
              <p:nvPicPr>
                <p:cNvPr id="53" name="Ink 52">
                  <a:extLst>
                    <a:ext uri="{FF2B5EF4-FFF2-40B4-BE49-F238E27FC236}">
                      <a16:creationId xmlns:a16="http://schemas.microsoft.com/office/drawing/2014/main" id="{5ADF99C6-66F7-939E-586B-FB0FB2C0B588}"/>
                    </a:ext>
                  </a:extLst>
                </p:cNvPr>
                <p:cNvPicPr/>
                <p:nvPr/>
              </p:nvPicPr>
              <p:blipFill>
                <a:blip r:embed="rId88"/>
                <a:stretch>
                  <a:fillRect/>
                </a:stretch>
              </p:blipFill>
              <p:spPr>
                <a:xfrm>
                  <a:off x="3191870" y="1996597"/>
                  <a:ext cx="17712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4" name="Ink 53">
                  <a:extLst>
                    <a:ext uri="{FF2B5EF4-FFF2-40B4-BE49-F238E27FC236}">
                      <a16:creationId xmlns:a16="http://schemas.microsoft.com/office/drawing/2014/main" id="{F039BD9B-6A4E-C405-6097-D4A23EECB1BB}"/>
                    </a:ext>
                  </a:extLst>
                </p14:cNvPr>
                <p14:cNvContentPartPr/>
                <p14:nvPr/>
              </p14:nvContentPartPr>
              <p14:xfrm>
                <a:off x="3433070" y="1817677"/>
                <a:ext cx="160200" cy="258480"/>
              </p14:xfrm>
            </p:contentPart>
          </mc:Choice>
          <mc:Fallback xmlns="">
            <p:pic>
              <p:nvPicPr>
                <p:cNvPr id="54" name="Ink 53">
                  <a:extLst>
                    <a:ext uri="{FF2B5EF4-FFF2-40B4-BE49-F238E27FC236}">
                      <a16:creationId xmlns:a16="http://schemas.microsoft.com/office/drawing/2014/main" id="{F039BD9B-6A4E-C405-6097-D4A23EECB1BB}"/>
                    </a:ext>
                  </a:extLst>
                </p:cNvPr>
                <p:cNvPicPr/>
                <p:nvPr/>
              </p:nvPicPr>
              <p:blipFill>
                <a:blip r:embed="rId90"/>
                <a:stretch>
                  <a:fillRect/>
                </a:stretch>
              </p:blipFill>
              <p:spPr>
                <a:xfrm>
                  <a:off x="3415430" y="1799677"/>
                  <a:ext cx="195840" cy="294120"/>
                </a:xfrm>
                <a:prstGeom prst="rect">
                  <a:avLst/>
                </a:prstGeom>
              </p:spPr>
            </p:pic>
          </mc:Fallback>
        </mc:AlternateContent>
      </p:grpSp>
      <p:grpSp>
        <p:nvGrpSpPr>
          <p:cNvPr id="3072" name="Group 3071">
            <a:extLst>
              <a:ext uri="{FF2B5EF4-FFF2-40B4-BE49-F238E27FC236}">
                <a16:creationId xmlns:a16="http://schemas.microsoft.com/office/drawing/2014/main" id="{0B839C82-7608-8794-92CE-9660F8D23BBD}"/>
              </a:ext>
            </a:extLst>
          </p:cNvPr>
          <p:cNvGrpSpPr/>
          <p:nvPr/>
        </p:nvGrpSpPr>
        <p:grpSpPr>
          <a:xfrm>
            <a:off x="9269750" y="2116117"/>
            <a:ext cx="978480" cy="375840"/>
            <a:chOff x="9269750" y="2116117"/>
            <a:chExt cx="978480" cy="375840"/>
          </a:xfrm>
        </p:grpSpPr>
        <mc:AlternateContent xmlns:mc="http://schemas.openxmlformats.org/markup-compatibility/2006" xmlns:p14="http://schemas.microsoft.com/office/powerpoint/2010/main">
          <mc:Choice Requires="p14">
            <p:contentPart p14:bwMode="auto" r:id="rId91">
              <p14:nvContentPartPr>
                <p14:cNvPr id="56" name="Ink 55">
                  <a:extLst>
                    <a:ext uri="{FF2B5EF4-FFF2-40B4-BE49-F238E27FC236}">
                      <a16:creationId xmlns:a16="http://schemas.microsoft.com/office/drawing/2014/main" id="{A0C42F75-8619-D83B-BEFB-1F6CF4308D3A}"/>
                    </a:ext>
                  </a:extLst>
                </p14:cNvPr>
                <p14:cNvContentPartPr/>
                <p14:nvPr/>
              </p14:nvContentPartPr>
              <p14:xfrm>
                <a:off x="9269750" y="2116117"/>
                <a:ext cx="190800" cy="316440"/>
              </p14:xfrm>
            </p:contentPart>
          </mc:Choice>
          <mc:Fallback xmlns="">
            <p:pic>
              <p:nvPicPr>
                <p:cNvPr id="56" name="Ink 55">
                  <a:extLst>
                    <a:ext uri="{FF2B5EF4-FFF2-40B4-BE49-F238E27FC236}">
                      <a16:creationId xmlns:a16="http://schemas.microsoft.com/office/drawing/2014/main" id="{A0C42F75-8619-D83B-BEFB-1F6CF4308D3A}"/>
                    </a:ext>
                  </a:extLst>
                </p:cNvPr>
                <p:cNvPicPr/>
                <p:nvPr/>
              </p:nvPicPr>
              <p:blipFill>
                <a:blip r:embed="rId92"/>
                <a:stretch>
                  <a:fillRect/>
                </a:stretch>
              </p:blipFill>
              <p:spPr>
                <a:xfrm>
                  <a:off x="9252110" y="2098477"/>
                  <a:ext cx="22644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7" name="Ink 56">
                  <a:extLst>
                    <a:ext uri="{FF2B5EF4-FFF2-40B4-BE49-F238E27FC236}">
                      <a16:creationId xmlns:a16="http://schemas.microsoft.com/office/drawing/2014/main" id="{41680C5A-64E9-834E-B152-DEDE1BC47CF1}"/>
                    </a:ext>
                  </a:extLst>
                </p14:cNvPr>
                <p14:cNvContentPartPr/>
                <p14:nvPr/>
              </p14:nvContentPartPr>
              <p14:xfrm>
                <a:off x="9552350" y="2304037"/>
                <a:ext cx="38160" cy="109080"/>
              </p14:xfrm>
            </p:contentPart>
          </mc:Choice>
          <mc:Fallback xmlns="">
            <p:pic>
              <p:nvPicPr>
                <p:cNvPr id="57" name="Ink 56">
                  <a:extLst>
                    <a:ext uri="{FF2B5EF4-FFF2-40B4-BE49-F238E27FC236}">
                      <a16:creationId xmlns:a16="http://schemas.microsoft.com/office/drawing/2014/main" id="{41680C5A-64E9-834E-B152-DEDE1BC47CF1}"/>
                    </a:ext>
                  </a:extLst>
                </p:cNvPr>
                <p:cNvPicPr/>
                <p:nvPr/>
              </p:nvPicPr>
              <p:blipFill>
                <a:blip r:embed="rId94"/>
                <a:stretch>
                  <a:fillRect/>
                </a:stretch>
              </p:blipFill>
              <p:spPr>
                <a:xfrm>
                  <a:off x="9534350" y="2286037"/>
                  <a:ext cx="7380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8" name="Ink 57">
                  <a:extLst>
                    <a:ext uri="{FF2B5EF4-FFF2-40B4-BE49-F238E27FC236}">
                      <a16:creationId xmlns:a16="http://schemas.microsoft.com/office/drawing/2014/main" id="{1224FEF7-14BF-3B86-1122-26E8ED55DCC7}"/>
                    </a:ext>
                  </a:extLst>
                </p14:cNvPr>
                <p14:cNvContentPartPr/>
                <p14:nvPr/>
              </p14:nvContentPartPr>
              <p14:xfrm>
                <a:off x="9539750" y="2163997"/>
                <a:ext cx="27360" cy="47520"/>
              </p14:xfrm>
            </p:contentPart>
          </mc:Choice>
          <mc:Fallback xmlns="">
            <p:pic>
              <p:nvPicPr>
                <p:cNvPr id="58" name="Ink 57">
                  <a:extLst>
                    <a:ext uri="{FF2B5EF4-FFF2-40B4-BE49-F238E27FC236}">
                      <a16:creationId xmlns:a16="http://schemas.microsoft.com/office/drawing/2014/main" id="{1224FEF7-14BF-3B86-1122-26E8ED55DCC7}"/>
                    </a:ext>
                  </a:extLst>
                </p:cNvPr>
                <p:cNvPicPr/>
                <p:nvPr/>
              </p:nvPicPr>
              <p:blipFill>
                <a:blip r:embed="rId96"/>
                <a:stretch>
                  <a:fillRect/>
                </a:stretch>
              </p:blipFill>
              <p:spPr>
                <a:xfrm>
                  <a:off x="9521750" y="2145997"/>
                  <a:ext cx="6300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9" name="Ink 58">
                  <a:extLst>
                    <a:ext uri="{FF2B5EF4-FFF2-40B4-BE49-F238E27FC236}">
                      <a16:creationId xmlns:a16="http://schemas.microsoft.com/office/drawing/2014/main" id="{36868683-FB3D-A430-1792-C88562435148}"/>
                    </a:ext>
                  </a:extLst>
                </p14:cNvPr>
                <p14:cNvContentPartPr/>
                <p14:nvPr/>
              </p14:nvContentPartPr>
              <p14:xfrm>
                <a:off x="9617510" y="2277397"/>
                <a:ext cx="133200" cy="214560"/>
              </p14:xfrm>
            </p:contentPart>
          </mc:Choice>
          <mc:Fallback xmlns="">
            <p:pic>
              <p:nvPicPr>
                <p:cNvPr id="59" name="Ink 58">
                  <a:extLst>
                    <a:ext uri="{FF2B5EF4-FFF2-40B4-BE49-F238E27FC236}">
                      <a16:creationId xmlns:a16="http://schemas.microsoft.com/office/drawing/2014/main" id="{36868683-FB3D-A430-1792-C88562435148}"/>
                    </a:ext>
                  </a:extLst>
                </p:cNvPr>
                <p:cNvPicPr/>
                <p:nvPr/>
              </p:nvPicPr>
              <p:blipFill>
                <a:blip r:embed="rId98"/>
                <a:stretch>
                  <a:fillRect/>
                </a:stretch>
              </p:blipFill>
              <p:spPr>
                <a:xfrm>
                  <a:off x="9599870" y="2259757"/>
                  <a:ext cx="16884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0" name="Ink 59">
                  <a:extLst>
                    <a:ext uri="{FF2B5EF4-FFF2-40B4-BE49-F238E27FC236}">
                      <a16:creationId xmlns:a16="http://schemas.microsoft.com/office/drawing/2014/main" id="{8A45F88D-0CAA-CB26-D620-0F917B3170EB}"/>
                    </a:ext>
                  </a:extLst>
                </p14:cNvPr>
                <p14:cNvContentPartPr/>
                <p14:nvPr/>
              </p14:nvContentPartPr>
              <p14:xfrm>
                <a:off x="9755750" y="2180197"/>
                <a:ext cx="179280" cy="234000"/>
              </p14:xfrm>
            </p:contentPart>
          </mc:Choice>
          <mc:Fallback xmlns="">
            <p:pic>
              <p:nvPicPr>
                <p:cNvPr id="60" name="Ink 59">
                  <a:extLst>
                    <a:ext uri="{FF2B5EF4-FFF2-40B4-BE49-F238E27FC236}">
                      <a16:creationId xmlns:a16="http://schemas.microsoft.com/office/drawing/2014/main" id="{8A45F88D-0CAA-CB26-D620-0F917B3170EB}"/>
                    </a:ext>
                  </a:extLst>
                </p:cNvPr>
                <p:cNvPicPr/>
                <p:nvPr/>
              </p:nvPicPr>
              <p:blipFill>
                <a:blip r:embed="rId100"/>
                <a:stretch>
                  <a:fillRect/>
                </a:stretch>
              </p:blipFill>
              <p:spPr>
                <a:xfrm>
                  <a:off x="9738110" y="2162557"/>
                  <a:ext cx="21492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1" name="Ink 60">
                  <a:extLst>
                    <a:ext uri="{FF2B5EF4-FFF2-40B4-BE49-F238E27FC236}">
                      <a16:creationId xmlns:a16="http://schemas.microsoft.com/office/drawing/2014/main" id="{6225E567-92FC-7806-5515-CA91DDFD61D2}"/>
                    </a:ext>
                  </a:extLst>
                </p14:cNvPr>
                <p14:cNvContentPartPr/>
                <p14:nvPr/>
              </p14:nvContentPartPr>
              <p14:xfrm>
                <a:off x="9982190" y="2257237"/>
                <a:ext cx="128880" cy="132480"/>
              </p14:xfrm>
            </p:contentPart>
          </mc:Choice>
          <mc:Fallback xmlns="">
            <p:pic>
              <p:nvPicPr>
                <p:cNvPr id="61" name="Ink 60">
                  <a:extLst>
                    <a:ext uri="{FF2B5EF4-FFF2-40B4-BE49-F238E27FC236}">
                      <a16:creationId xmlns:a16="http://schemas.microsoft.com/office/drawing/2014/main" id="{6225E567-92FC-7806-5515-CA91DDFD61D2}"/>
                    </a:ext>
                  </a:extLst>
                </p:cNvPr>
                <p:cNvPicPr/>
                <p:nvPr/>
              </p:nvPicPr>
              <p:blipFill>
                <a:blip r:embed="rId102"/>
                <a:stretch>
                  <a:fillRect/>
                </a:stretch>
              </p:blipFill>
              <p:spPr>
                <a:xfrm>
                  <a:off x="9964190" y="2239597"/>
                  <a:ext cx="16452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2" name="Ink 61">
                  <a:extLst>
                    <a:ext uri="{FF2B5EF4-FFF2-40B4-BE49-F238E27FC236}">
                      <a16:creationId xmlns:a16="http://schemas.microsoft.com/office/drawing/2014/main" id="{83FEDC3D-1761-F60B-B74C-CE357BCABF9D}"/>
                    </a:ext>
                  </a:extLst>
                </p14:cNvPr>
                <p14:cNvContentPartPr/>
                <p14:nvPr/>
              </p14:nvContentPartPr>
              <p14:xfrm>
                <a:off x="10162190" y="2231677"/>
                <a:ext cx="86040" cy="145080"/>
              </p14:xfrm>
            </p:contentPart>
          </mc:Choice>
          <mc:Fallback xmlns="">
            <p:pic>
              <p:nvPicPr>
                <p:cNvPr id="62" name="Ink 61">
                  <a:extLst>
                    <a:ext uri="{FF2B5EF4-FFF2-40B4-BE49-F238E27FC236}">
                      <a16:creationId xmlns:a16="http://schemas.microsoft.com/office/drawing/2014/main" id="{83FEDC3D-1761-F60B-B74C-CE357BCABF9D}"/>
                    </a:ext>
                  </a:extLst>
                </p:cNvPr>
                <p:cNvPicPr/>
                <p:nvPr/>
              </p:nvPicPr>
              <p:blipFill>
                <a:blip r:embed="rId104"/>
                <a:stretch>
                  <a:fillRect/>
                </a:stretch>
              </p:blipFill>
              <p:spPr>
                <a:xfrm>
                  <a:off x="10144190" y="2214037"/>
                  <a:ext cx="121680" cy="180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5">
            <p14:nvContentPartPr>
              <p14:cNvPr id="63" name="Ink 62">
                <a:extLst>
                  <a:ext uri="{FF2B5EF4-FFF2-40B4-BE49-F238E27FC236}">
                    <a16:creationId xmlns:a16="http://schemas.microsoft.com/office/drawing/2014/main" id="{B6CFA3CD-E6F9-2B73-690C-3BD97979109A}"/>
                  </a:ext>
                </a:extLst>
              </p14:cNvPr>
              <p14:cNvContentPartPr/>
              <p14:nvPr/>
            </p14:nvContentPartPr>
            <p14:xfrm>
              <a:off x="10515350" y="2178757"/>
              <a:ext cx="211320" cy="194760"/>
            </p14:xfrm>
          </p:contentPart>
        </mc:Choice>
        <mc:Fallback xmlns="">
          <p:pic>
            <p:nvPicPr>
              <p:cNvPr id="63" name="Ink 62">
                <a:extLst>
                  <a:ext uri="{FF2B5EF4-FFF2-40B4-BE49-F238E27FC236}">
                    <a16:creationId xmlns:a16="http://schemas.microsoft.com/office/drawing/2014/main" id="{B6CFA3CD-E6F9-2B73-690C-3BD97979109A}"/>
                  </a:ext>
                </a:extLst>
              </p:cNvPr>
              <p:cNvPicPr/>
              <p:nvPr/>
            </p:nvPicPr>
            <p:blipFill>
              <a:blip r:embed="rId106"/>
              <a:stretch>
                <a:fillRect/>
              </a:stretch>
            </p:blipFill>
            <p:spPr>
              <a:xfrm>
                <a:off x="10497710" y="2160757"/>
                <a:ext cx="24696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3073" name="Ink 3072">
                <a:extLst>
                  <a:ext uri="{FF2B5EF4-FFF2-40B4-BE49-F238E27FC236}">
                    <a16:creationId xmlns:a16="http://schemas.microsoft.com/office/drawing/2014/main" id="{360207BB-8E94-E459-5173-9B05F70D56AD}"/>
                  </a:ext>
                </a:extLst>
              </p14:cNvPr>
              <p14:cNvContentPartPr/>
              <p14:nvPr/>
            </p14:nvContentPartPr>
            <p14:xfrm>
              <a:off x="3752030" y="1576117"/>
              <a:ext cx="5137560" cy="310680"/>
            </p14:xfrm>
          </p:contentPart>
        </mc:Choice>
        <mc:Fallback xmlns="">
          <p:pic>
            <p:nvPicPr>
              <p:cNvPr id="3073" name="Ink 3072">
                <a:extLst>
                  <a:ext uri="{FF2B5EF4-FFF2-40B4-BE49-F238E27FC236}">
                    <a16:creationId xmlns:a16="http://schemas.microsoft.com/office/drawing/2014/main" id="{360207BB-8E94-E459-5173-9B05F70D56AD}"/>
                  </a:ext>
                </a:extLst>
              </p:cNvPr>
              <p:cNvPicPr/>
              <p:nvPr/>
            </p:nvPicPr>
            <p:blipFill>
              <a:blip r:embed="rId108"/>
              <a:stretch>
                <a:fillRect/>
              </a:stretch>
            </p:blipFill>
            <p:spPr>
              <a:xfrm>
                <a:off x="3698030" y="1468477"/>
                <a:ext cx="5245200" cy="52632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3075" name="Ink 3074">
                <a:extLst>
                  <a:ext uri="{FF2B5EF4-FFF2-40B4-BE49-F238E27FC236}">
                    <a16:creationId xmlns:a16="http://schemas.microsoft.com/office/drawing/2014/main" id="{D7993689-8222-1BAD-2FB7-930E3A937077}"/>
                  </a:ext>
                </a:extLst>
              </p14:cNvPr>
              <p14:cNvContentPartPr/>
              <p14:nvPr/>
            </p14:nvContentPartPr>
            <p14:xfrm>
              <a:off x="3740510" y="2846917"/>
              <a:ext cx="5370480" cy="212040"/>
            </p14:xfrm>
          </p:contentPart>
        </mc:Choice>
        <mc:Fallback xmlns="">
          <p:pic>
            <p:nvPicPr>
              <p:cNvPr id="3075" name="Ink 3074">
                <a:extLst>
                  <a:ext uri="{FF2B5EF4-FFF2-40B4-BE49-F238E27FC236}">
                    <a16:creationId xmlns:a16="http://schemas.microsoft.com/office/drawing/2014/main" id="{D7993689-8222-1BAD-2FB7-930E3A937077}"/>
                  </a:ext>
                </a:extLst>
              </p:cNvPr>
              <p:cNvPicPr/>
              <p:nvPr/>
            </p:nvPicPr>
            <p:blipFill>
              <a:blip r:embed="rId110"/>
              <a:stretch>
                <a:fillRect/>
              </a:stretch>
            </p:blipFill>
            <p:spPr>
              <a:xfrm>
                <a:off x="3686510" y="2739277"/>
                <a:ext cx="5478120" cy="42768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3076" name="Ink 3075">
                <a:extLst>
                  <a:ext uri="{FF2B5EF4-FFF2-40B4-BE49-F238E27FC236}">
                    <a16:creationId xmlns:a16="http://schemas.microsoft.com/office/drawing/2014/main" id="{5499B6CC-5721-2430-26EA-44CDCD80B240}"/>
                  </a:ext>
                </a:extLst>
              </p14:cNvPr>
              <p14:cNvContentPartPr/>
              <p14:nvPr/>
            </p14:nvContentPartPr>
            <p14:xfrm>
              <a:off x="3669590" y="2859157"/>
              <a:ext cx="4080960" cy="208440"/>
            </p14:xfrm>
          </p:contentPart>
        </mc:Choice>
        <mc:Fallback xmlns="">
          <p:pic>
            <p:nvPicPr>
              <p:cNvPr id="3076" name="Ink 3075">
                <a:extLst>
                  <a:ext uri="{FF2B5EF4-FFF2-40B4-BE49-F238E27FC236}">
                    <a16:creationId xmlns:a16="http://schemas.microsoft.com/office/drawing/2014/main" id="{5499B6CC-5721-2430-26EA-44CDCD80B240}"/>
                  </a:ext>
                </a:extLst>
              </p:cNvPr>
              <p:cNvPicPr/>
              <p:nvPr/>
            </p:nvPicPr>
            <p:blipFill>
              <a:blip r:embed="rId112"/>
              <a:stretch>
                <a:fillRect/>
              </a:stretch>
            </p:blipFill>
            <p:spPr>
              <a:xfrm>
                <a:off x="3615590" y="2751157"/>
                <a:ext cx="4188600" cy="4240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3077" name="Ink 3076">
                <a:extLst>
                  <a:ext uri="{FF2B5EF4-FFF2-40B4-BE49-F238E27FC236}">
                    <a16:creationId xmlns:a16="http://schemas.microsoft.com/office/drawing/2014/main" id="{5B26A4FE-79F2-8416-86DB-8528460761F0}"/>
                  </a:ext>
                </a:extLst>
              </p14:cNvPr>
              <p14:cNvContentPartPr/>
              <p14:nvPr/>
            </p14:nvContentPartPr>
            <p14:xfrm>
              <a:off x="4304990" y="2925757"/>
              <a:ext cx="360" cy="360"/>
            </p14:xfrm>
          </p:contentPart>
        </mc:Choice>
        <mc:Fallback xmlns="">
          <p:pic>
            <p:nvPicPr>
              <p:cNvPr id="3077" name="Ink 3076">
                <a:extLst>
                  <a:ext uri="{FF2B5EF4-FFF2-40B4-BE49-F238E27FC236}">
                    <a16:creationId xmlns:a16="http://schemas.microsoft.com/office/drawing/2014/main" id="{5B26A4FE-79F2-8416-86DB-8528460761F0}"/>
                  </a:ext>
                </a:extLst>
              </p:cNvPr>
              <p:cNvPicPr/>
              <p:nvPr/>
            </p:nvPicPr>
            <p:blipFill>
              <a:blip r:embed="rId114"/>
              <a:stretch>
                <a:fillRect/>
              </a:stretch>
            </p:blipFill>
            <p:spPr>
              <a:xfrm>
                <a:off x="4250990" y="2818117"/>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3078" name="Ink 3077">
                <a:extLst>
                  <a:ext uri="{FF2B5EF4-FFF2-40B4-BE49-F238E27FC236}">
                    <a16:creationId xmlns:a16="http://schemas.microsoft.com/office/drawing/2014/main" id="{C7C628B5-8744-55F5-4231-CA6A97E8CF54}"/>
                  </a:ext>
                </a:extLst>
              </p14:cNvPr>
              <p14:cNvContentPartPr/>
              <p14:nvPr/>
            </p14:nvContentPartPr>
            <p14:xfrm>
              <a:off x="8901470" y="3260917"/>
              <a:ext cx="4680" cy="5400"/>
            </p14:xfrm>
          </p:contentPart>
        </mc:Choice>
        <mc:Fallback xmlns="">
          <p:pic>
            <p:nvPicPr>
              <p:cNvPr id="3078" name="Ink 3077">
                <a:extLst>
                  <a:ext uri="{FF2B5EF4-FFF2-40B4-BE49-F238E27FC236}">
                    <a16:creationId xmlns:a16="http://schemas.microsoft.com/office/drawing/2014/main" id="{C7C628B5-8744-55F5-4231-CA6A97E8CF54}"/>
                  </a:ext>
                </a:extLst>
              </p:cNvPr>
              <p:cNvPicPr/>
              <p:nvPr/>
            </p:nvPicPr>
            <p:blipFill>
              <a:blip r:embed="rId116"/>
              <a:stretch>
                <a:fillRect/>
              </a:stretch>
            </p:blipFill>
            <p:spPr>
              <a:xfrm>
                <a:off x="8883470" y="3242917"/>
                <a:ext cx="4032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3104" name="Ink 3103">
                <a:extLst>
                  <a:ext uri="{FF2B5EF4-FFF2-40B4-BE49-F238E27FC236}">
                    <a16:creationId xmlns:a16="http://schemas.microsoft.com/office/drawing/2014/main" id="{DD2BEDDF-28CE-502E-6154-E3770B73225C}"/>
                  </a:ext>
                </a:extLst>
              </p14:cNvPr>
              <p14:cNvContentPartPr/>
              <p14:nvPr/>
            </p14:nvContentPartPr>
            <p14:xfrm>
              <a:off x="9186950" y="1848637"/>
              <a:ext cx="2475000" cy="27360"/>
            </p14:xfrm>
          </p:contentPart>
        </mc:Choice>
        <mc:Fallback xmlns="">
          <p:pic>
            <p:nvPicPr>
              <p:cNvPr id="3104" name="Ink 3103">
                <a:extLst>
                  <a:ext uri="{FF2B5EF4-FFF2-40B4-BE49-F238E27FC236}">
                    <a16:creationId xmlns:a16="http://schemas.microsoft.com/office/drawing/2014/main" id="{DD2BEDDF-28CE-502E-6154-E3770B73225C}"/>
                  </a:ext>
                </a:extLst>
              </p:cNvPr>
              <p:cNvPicPr/>
              <p:nvPr/>
            </p:nvPicPr>
            <p:blipFill>
              <a:blip r:embed="rId118"/>
              <a:stretch>
                <a:fillRect/>
              </a:stretch>
            </p:blipFill>
            <p:spPr>
              <a:xfrm>
                <a:off x="9168950" y="1830997"/>
                <a:ext cx="2510640" cy="63000"/>
              </a:xfrm>
              <a:prstGeom prst="rect">
                <a:avLst/>
              </a:prstGeom>
            </p:spPr>
          </p:pic>
        </mc:Fallback>
      </mc:AlternateContent>
      <p:grpSp>
        <p:nvGrpSpPr>
          <p:cNvPr id="3107" name="Group 3106">
            <a:extLst>
              <a:ext uri="{FF2B5EF4-FFF2-40B4-BE49-F238E27FC236}">
                <a16:creationId xmlns:a16="http://schemas.microsoft.com/office/drawing/2014/main" id="{3A1D15F1-1A02-A379-CEDD-60C8C12DE5BF}"/>
              </a:ext>
            </a:extLst>
          </p:cNvPr>
          <p:cNvGrpSpPr/>
          <p:nvPr/>
        </p:nvGrpSpPr>
        <p:grpSpPr>
          <a:xfrm>
            <a:off x="9218270" y="2626237"/>
            <a:ext cx="2807640" cy="745920"/>
            <a:chOff x="9218270" y="2626237"/>
            <a:chExt cx="2807640" cy="745920"/>
          </a:xfrm>
        </p:grpSpPr>
        <mc:AlternateContent xmlns:mc="http://schemas.openxmlformats.org/markup-compatibility/2006" xmlns:p14="http://schemas.microsoft.com/office/powerpoint/2010/main">
          <mc:Choice Requires="p14">
            <p:contentPart p14:bwMode="auto" r:id="rId119">
              <p14:nvContentPartPr>
                <p14:cNvPr id="3079" name="Ink 3078">
                  <a:extLst>
                    <a:ext uri="{FF2B5EF4-FFF2-40B4-BE49-F238E27FC236}">
                      <a16:creationId xmlns:a16="http://schemas.microsoft.com/office/drawing/2014/main" id="{9B01E798-E529-4EC5-EFA6-EE6B8F9BB923}"/>
                    </a:ext>
                  </a:extLst>
                </p14:cNvPr>
                <p14:cNvContentPartPr/>
                <p14:nvPr/>
              </p14:nvContentPartPr>
              <p14:xfrm>
                <a:off x="9477110" y="2773837"/>
                <a:ext cx="63000" cy="248760"/>
              </p14:xfrm>
            </p:contentPart>
          </mc:Choice>
          <mc:Fallback xmlns="">
            <p:pic>
              <p:nvPicPr>
                <p:cNvPr id="3079" name="Ink 3078">
                  <a:extLst>
                    <a:ext uri="{FF2B5EF4-FFF2-40B4-BE49-F238E27FC236}">
                      <a16:creationId xmlns:a16="http://schemas.microsoft.com/office/drawing/2014/main" id="{9B01E798-E529-4EC5-EFA6-EE6B8F9BB923}"/>
                    </a:ext>
                  </a:extLst>
                </p:cNvPr>
                <p:cNvPicPr/>
                <p:nvPr/>
              </p:nvPicPr>
              <p:blipFill>
                <a:blip r:embed="rId120"/>
                <a:stretch>
                  <a:fillRect/>
                </a:stretch>
              </p:blipFill>
              <p:spPr>
                <a:xfrm>
                  <a:off x="9459110" y="2755837"/>
                  <a:ext cx="9864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3080" name="Ink 3079">
                  <a:extLst>
                    <a:ext uri="{FF2B5EF4-FFF2-40B4-BE49-F238E27FC236}">
                      <a16:creationId xmlns:a16="http://schemas.microsoft.com/office/drawing/2014/main" id="{C43A5495-4266-DA9E-EA92-3CFB7769F906}"/>
                    </a:ext>
                  </a:extLst>
                </p14:cNvPr>
                <p14:cNvContentPartPr/>
                <p14:nvPr/>
              </p14:nvContentPartPr>
              <p14:xfrm>
                <a:off x="9616070" y="2933317"/>
                <a:ext cx="117360" cy="128880"/>
              </p14:xfrm>
            </p:contentPart>
          </mc:Choice>
          <mc:Fallback xmlns="">
            <p:pic>
              <p:nvPicPr>
                <p:cNvPr id="3080" name="Ink 3079">
                  <a:extLst>
                    <a:ext uri="{FF2B5EF4-FFF2-40B4-BE49-F238E27FC236}">
                      <a16:creationId xmlns:a16="http://schemas.microsoft.com/office/drawing/2014/main" id="{C43A5495-4266-DA9E-EA92-3CFB7769F906}"/>
                    </a:ext>
                  </a:extLst>
                </p:cNvPr>
                <p:cNvPicPr/>
                <p:nvPr/>
              </p:nvPicPr>
              <p:blipFill>
                <a:blip r:embed="rId122"/>
                <a:stretch>
                  <a:fillRect/>
                </a:stretch>
              </p:blipFill>
              <p:spPr>
                <a:xfrm>
                  <a:off x="9598430" y="2915677"/>
                  <a:ext cx="1530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3081" name="Ink 3080">
                  <a:extLst>
                    <a:ext uri="{FF2B5EF4-FFF2-40B4-BE49-F238E27FC236}">
                      <a16:creationId xmlns:a16="http://schemas.microsoft.com/office/drawing/2014/main" id="{6A3F2F2F-DB9D-55A4-E065-EF13C64D745A}"/>
                    </a:ext>
                  </a:extLst>
                </p14:cNvPr>
                <p14:cNvContentPartPr/>
                <p14:nvPr/>
              </p14:nvContentPartPr>
              <p14:xfrm>
                <a:off x="9812990" y="2906677"/>
                <a:ext cx="150120" cy="126000"/>
              </p14:xfrm>
            </p:contentPart>
          </mc:Choice>
          <mc:Fallback xmlns="">
            <p:pic>
              <p:nvPicPr>
                <p:cNvPr id="3081" name="Ink 3080">
                  <a:extLst>
                    <a:ext uri="{FF2B5EF4-FFF2-40B4-BE49-F238E27FC236}">
                      <a16:creationId xmlns:a16="http://schemas.microsoft.com/office/drawing/2014/main" id="{6A3F2F2F-DB9D-55A4-E065-EF13C64D745A}"/>
                    </a:ext>
                  </a:extLst>
                </p:cNvPr>
                <p:cNvPicPr/>
                <p:nvPr/>
              </p:nvPicPr>
              <p:blipFill>
                <a:blip r:embed="rId124"/>
                <a:stretch>
                  <a:fillRect/>
                </a:stretch>
              </p:blipFill>
              <p:spPr>
                <a:xfrm>
                  <a:off x="9794990" y="2889037"/>
                  <a:ext cx="18576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3082" name="Ink 3081">
                  <a:extLst>
                    <a:ext uri="{FF2B5EF4-FFF2-40B4-BE49-F238E27FC236}">
                      <a16:creationId xmlns:a16="http://schemas.microsoft.com/office/drawing/2014/main" id="{14E6B56D-D755-8B8E-DD84-7BBFD0045620}"/>
                    </a:ext>
                  </a:extLst>
                </p14:cNvPr>
                <p14:cNvContentPartPr/>
                <p14:nvPr/>
              </p14:nvContentPartPr>
              <p14:xfrm>
                <a:off x="10022150" y="2895877"/>
                <a:ext cx="84240" cy="116280"/>
              </p14:xfrm>
            </p:contentPart>
          </mc:Choice>
          <mc:Fallback xmlns="">
            <p:pic>
              <p:nvPicPr>
                <p:cNvPr id="3082" name="Ink 3081">
                  <a:extLst>
                    <a:ext uri="{FF2B5EF4-FFF2-40B4-BE49-F238E27FC236}">
                      <a16:creationId xmlns:a16="http://schemas.microsoft.com/office/drawing/2014/main" id="{14E6B56D-D755-8B8E-DD84-7BBFD0045620}"/>
                    </a:ext>
                  </a:extLst>
                </p:cNvPr>
                <p:cNvPicPr/>
                <p:nvPr/>
              </p:nvPicPr>
              <p:blipFill>
                <a:blip r:embed="rId126"/>
                <a:stretch>
                  <a:fillRect/>
                </a:stretch>
              </p:blipFill>
              <p:spPr>
                <a:xfrm>
                  <a:off x="10004150" y="2877877"/>
                  <a:ext cx="11988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3083" name="Ink 3082">
                  <a:extLst>
                    <a:ext uri="{FF2B5EF4-FFF2-40B4-BE49-F238E27FC236}">
                      <a16:creationId xmlns:a16="http://schemas.microsoft.com/office/drawing/2014/main" id="{DD9C4E68-5CE1-5663-3040-5B0E2DE155F5}"/>
                    </a:ext>
                  </a:extLst>
                </p14:cNvPr>
                <p14:cNvContentPartPr/>
                <p14:nvPr/>
              </p14:nvContentPartPr>
              <p14:xfrm>
                <a:off x="10145990" y="2865277"/>
                <a:ext cx="132840" cy="140040"/>
              </p14:xfrm>
            </p:contentPart>
          </mc:Choice>
          <mc:Fallback xmlns="">
            <p:pic>
              <p:nvPicPr>
                <p:cNvPr id="3083" name="Ink 3082">
                  <a:extLst>
                    <a:ext uri="{FF2B5EF4-FFF2-40B4-BE49-F238E27FC236}">
                      <a16:creationId xmlns:a16="http://schemas.microsoft.com/office/drawing/2014/main" id="{DD9C4E68-5CE1-5663-3040-5B0E2DE155F5}"/>
                    </a:ext>
                  </a:extLst>
                </p:cNvPr>
                <p:cNvPicPr/>
                <p:nvPr/>
              </p:nvPicPr>
              <p:blipFill>
                <a:blip r:embed="rId128"/>
                <a:stretch>
                  <a:fillRect/>
                </a:stretch>
              </p:blipFill>
              <p:spPr>
                <a:xfrm>
                  <a:off x="10128350" y="2847637"/>
                  <a:ext cx="16848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3085" name="Ink 3084">
                  <a:extLst>
                    <a:ext uri="{FF2B5EF4-FFF2-40B4-BE49-F238E27FC236}">
                      <a16:creationId xmlns:a16="http://schemas.microsoft.com/office/drawing/2014/main" id="{FB6239D9-6B06-97FE-2F9A-9B536F12D079}"/>
                    </a:ext>
                  </a:extLst>
                </p14:cNvPr>
                <p14:cNvContentPartPr/>
                <p14:nvPr/>
              </p14:nvContentPartPr>
              <p14:xfrm>
                <a:off x="10559990" y="2856277"/>
                <a:ext cx="111600" cy="156600"/>
              </p14:xfrm>
            </p:contentPart>
          </mc:Choice>
          <mc:Fallback xmlns="">
            <p:pic>
              <p:nvPicPr>
                <p:cNvPr id="3085" name="Ink 3084">
                  <a:extLst>
                    <a:ext uri="{FF2B5EF4-FFF2-40B4-BE49-F238E27FC236}">
                      <a16:creationId xmlns:a16="http://schemas.microsoft.com/office/drawing/2014/main" id="{FB6239D9-6B06-97FE-2F9A-9B536F12D079}"/>
                    </a:ext>
                  </a:extLst>
                </p:cNvPr>
                <p:cNvPicPr/>
                <p:nvPr/>
              </p:nvPicPr>
              <p:blipFill>
                <a:blip r:embed="rId130"/>
                <a:stretch>
                  <a:fillRect/>
                </a:stretch>
              </p:blipFill>
              <p:spPr>
                <a:xfrm>
                  <a:off x="10542350" y="2838277"/>
                  <a:ext cx="14724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3086" name="Ink 3085">
                  <a:extLst>
                    <a:ext uri="{FF2B5EF4-FFF2-40B4-BE49-F238E27FC236}">
                      <a16:creationId xmlns:a16="http://schemas.microsoft.com/office/drawing/2014/main" id="{CED65B92-4EFA-04D7-4240-E444733A93FD}"/>
                    </a:ext>
                  </a:extLst>
                </p14:cNvPr>
                <p14:cNvContentPartPr/>
                <p14:nvPr/>
              </p14:nvContentPartPr>
              <p14:xfrm>
                <a:off x="10712270" y="2847277"/>
                <a:ext cx="84960" cy="152640"/>
              </p14:xfrm>
            </p:contentPart>
          </mc:Choice>
          <mc:Fallback xmlns="">
            <p:pic>
              <p:nvPicPr>
                <p:cNvPr id="3086" name="Ink 3085">
                  <a:extLst>
                    <a:ext uri="{FF2B5EF4-FFF2-40B4-BE49-F238E27FC236}">
                      <a16:creationId xmlns:a16="http://schemas.microsoft.com/office/drawing/2014/main" id="{CED65B92-4EFA-04D7-4240-E444733A93FD}"/>
                    </a:ext>
                  </a:extLst>
                </p:cNvPr>
                <p:cNvPicPr/>
                <p:nvPr/>
              </p:nvPicPr>
              <p:blipFill>
                <a:blip r:embed="rId132"/>
                <a:stretch>
                  <a:fillRect/>
                </a:stretch>
              </p:blipFill>
              <p:spPr>
                <a:xfrm>
                  <a:off x="10694270" y="2829277"/>
                  <a:ext cx="12060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3087" name="Ink 3086">
                  <a:extLst>
                    <a:ext uri="{FF2B5EF4-FFF2-40B4-BE49-F238E27FC236}">
                      <a16:creationId xmlns:a16="http://schemas.microsoft.com/office/drawing/2014/main" id="{BC3C1813-C78A-EB9E-F739-E3BDEF6B549E}"/>
                    </a:ext>
                  </a:extLst>
                </p14:cNvPr>
                <p14:cNvContentPartPr/>
                <p14:nvPr/>
              </p14:nvContentPartPr>
              <p14:xfrm>
                <a:off x="10947710" y="2726317"/>
                <a:ext cx="45360" cy="338400"/>
              </p14:xfrm>
            </p:contentPart>
          </mc:Choice>
          <mc:Fallback xmlns="">
            <p:pic>
              <p:nvPicPr>
                <p:cNvPr id="3087" name="Ink 3086">
                  <a:extLst>
                    <a:ext uri="{FF2B5EF4-FFF2-40B4-BE49-F238E27FC236}">
                      <a16:creationId xmlns:a16="http://schemas.microsoft.com/office/drawing/2014/main" id="{BC3C1813-C78A-EB9E-F739-E3BDEF6B549E}"/>
                    </a:ext>
                  </a:extLst>
                </p:cNvPr>
                <p:cNvPicPr/>
                <p:nvPr/>
              </p:nvPicPr>
              <p:blipFill>
                <a:blip r:embed="rId134"/>
                <a:stretch>
                  <a:fillRect/>
                </a:stretch>
              </p:blipFill>
              <p:spPr>
                <a:xfrm>
                  <a:off x="10930070" y="2708317"/>
                  <a:ext cx="8100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3088" name="Ink 3087">
                  <a:extLst>
                    <a:ext uri="{FF2B5EF4-FFF2-40B4-BE49-F238E27FC236}">
                      <a16:creationId xmlns:a16="http://schemas.microsoft.com/office/drawing/2014/main" id="{36758EDA-A678-ECEA-A0A4-1CFA3028FB45}"/>
                    </a:ext>
                  </a:extLst>
                </p14:cNvPr>
                <p14:cNvContentPartPr/>
                <p14:nvPr/>
              </p14:nvContentPartPr>
              <p14:xfrm>
                <a:off x="10889030" y="2903437"/>
                <a:ext cx="182160" cy="85320"/>
              </p14:xfrm>
            </p:contentPart>
          </mc:Choice>
          <mc:Fallback xmlns="">
            <p:pic>
              <p:nvPicPr>
                <p:cNvPr id="3088" name="Ink 3087">
                  <a:extLst>
                    <a:ext uri="{FF2B5EF4-FFF2-40B4-BE49-F238E27FC236}">
                      <a16:creationId xmlns:a16="http://schemas.microsoft.com/office/drawing/2014/main" id="{36758EDA-A678-ECEA-A0A4-1CFA3028FB45}"/>
                    </a:ext>
                  </a:extLst>
                </p:cNvPr>
                <p:cNvPicPr/>
                <p:nvPr/>
              </p:nvPicPr>
              <p:blipFill>
                <a:blip r:embed="rId136"/>
                <a:stretch>
                  <a:fillRect/>
                </a:stretch>
              </p:blipFill>
              <p:spPr>
                <a:xfrm>
                  <a:off x="10871030" y="2885797"/>
                  <a:ext cx="21780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3089" name="Ink 3088">
                  <a:extLst>
                    <a:ext uri="{FF2B5EF4-FFF2-40B4-BE49-F238E27FC236}">
                      <a16:creationId xmlns:a16="http://schemas.microsoft.com/office/drawing/2014/main" id="{BA30381B-21D3-B0BF-276E-78BD35675CD9}"/>
                    </a:ext>
                  </a:extLst>
                </p14:cNvPr>
                <p14:cNvContentPartPr/>
                <p14:nvPr/>
              </p14:nvContentPartPr>
              <p14:xfrm>
                <a:off x="11061110" y="2886877"/>
                <a:ext cx="63720" cy="92880"/>
              </p14:xfrm>
            </p:contentPart>
          </mc:Choice>
          <mc:Fallback xmlns="">
            <p:pic>
              <p:nvPicPr>
                <p:cNvPr id="3089" name="Ink 3088">
                  <a:extLst>
                    <a:ext uri="{FF2B5EF4-FFF2-40B4-BE49-F238E27FC236}">
                      <a16:creationId xmlns:a16="http://schemas.microsoft.com/office/drawing/2014/main" id="{BA30381B-21D3-B0BF-276E-78BD35675CD9}"/>
                    </a:ext>
                  </a:extLst>
                </p:cNvPr>
                <p:cNvPicPr/>
                <p:nvPr/>
              </p:nvPicPr>
              <p:blipFill>
                <a:blip r:embed="rId138"/>
                <a:stretch>
                  <a:fillRect/>
                </a:stretch>
              </p:blipFill>
              <p:spPr>
                <a:xfrm>
                  <a:off x="11043110" y="2869237"/>
                  <a:ext cx="993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3090" name="Ink 3089">
                  <a:extLst>
                    <a:ext uri="{FF2B5EF4-FFF2-40B4-BE49-F238E27FC236}">
                      <a16:creationId xmlns:a16="http://schemas.microsoft.com/office/drawing/2014/main" id="{CE551355-A62A-A935-6835-65487C036209}"/>
                    </a:ext>
                  </a:extLst>
                </p14:cNvPr>
                <p14:cNvContentPartPr/>
                <p14:nvPr/>
              </p14:nvContentPartPr>
              <p14:xfrm>
                <a:off x="11181350" y="2876797"/>
                <a:ext cx="89640" cy="103680"/>
              </p14:xfrm>
            </p:contentPart>
          </mc:Choice>
          <mc:Fallback xmlns="">
            <p:pic>
              <p:nvPicPr>
                <p:cNvPr id="3090" name="Ink 3089">
                  <a:extLst>
                    <a:ext uri="{FF2B5EF4-FFF2-40B4-BE49-F238E27FC236}">
                      <a16:creationId xmlns:a16="http://schemas.microsoft.com/office/drawing/2014/main" id="{CE551355-A62A-A935-6835-65487C036209}"/>
                    </a:ext>
                  </a:extLst>
                </p:cNvPr>
                <p:cNvPicPr/>
                <p:nvPr/>
              </p:nvPicPr>
              <p:blipFill>
                <a:blip r:embed="rId140"/>
                <a:stretch>
                  <a:fillRect/>
                </a:stretch>
              </p:blipFill>
              <p:spPr>
                <a:xfrm>
                  <a:off x="11163710" y="2858797"/>
                  <a:ext cx="12528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3091" name="Ink 3090">
                  <a:extLst>
                    <a:ext uri="{FF2B5EF4-FFF2-40B4-BE49-F238E27FC236}">
                      <a16:creationId xmlns:a16="http://schemas.microsoft.com/office/drawing/2014/main" id="{1BB0F99D-0A7C-7095-2F36-FDEFA40AAEB1}"/>
                    </a:ext>
                  </a:extLst>
                </p14:cNvPr>
                <p14:cNvContentPartPr/>
                <p14:nvPr/>
              </p14:nvContentPartPr>
              <p14:xfrm>
                <a:off x="11356310" y="2843677"/>
                <a:ext cx="81000" cy="129960"/>
              </p14:xfrm>
            </p:contentPart>
          </mc:Choice>
          <mc:Fallback xmlns="">
            <p:pic>
              <p:nvPicPr>
                <p:cNvPr id="3091" name="Ink 3090">
                  <a:extLst>
                    <a:ext uri="{FF2B5EF4-FFF2-40B4-BE49-F238E27FC236}">
                      <a16:creationId xmlns:a16="http://schemas.microsoft.com/office/drawing/2014/main" id="{1BB0F99D-0A7C-7095-2F36-FDEFA40AAEB1}"/>
                    </a:ext>
                  </a:extLst>
                </p:cNvPr>
                <p:cNvPicPr/>
                <p:nvPr/>
              </p:nvPicPr>
              <p:blipFill>
                <a:blip r:embed="rId142"/>
                <a:stretch>
                  <a:fillRect/>
                </a:stretch>
              </p:blipFill>
              <p:spPr>
                <a:xfrm>
                  <a:off x="11338310" y="2825677"/>
                  <a:ext cx="11664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3092" name="Ink 3091">
                  <a:extLst>
                    <a:ext uri="{FF2B5EF4-FFF2-40B4-BE49-F238E27FC236}">
                      <a16:creationId xmlns:a16="http://schemas.microsoft.com/office/drawing/2014/main" id="{1A32A31B-E8FB-CA64-753C-7331C923FC73}"/>
                    </a:ext>
                  </a:extLst>
                </p14:cNvPr>
                <p14:cNvContentPartPr/>
                <p14:nvPr/>
              </p14:nvContentPartPr>
              <p14:xfrm>
                <a:off x="11523350" y="2750797"/>
                <a:ext cx="21960" cy="243000"/>
              </p14:xfrm>
            </p:contentPart>
          </mc:Choice>
          <mc:Fallback xmlns="">
            <p:pic>
              <p:nvPicPr>
                <p:cNvPr id="3092" name="Ink 3091">
                  <a:extLst>
                    <a:ext uri="{FF2B5EF4-FFF2-40B4-BE49-F238E27FC236}">
                      <a16:creationId xmlns:a16="http://schemas.microsoft.com/office/drawing/2014/main" id="{1A32A31B-E8FB-CA64-753C-7331C923FC73}"/>
                    </a:ext>
                  </a:extLst>
                </p:cNvPr>
                <p:cNvPicPr/>
                <p:nvPr/>
              </p:nvPicPr>
              <p:blipFill>
                <a:blip r:embed="rId144"/>
                <a:stretch>
                  <a:fillRect/>
                </a:stretch>
              </p:blipFill>
              <p:spPr>
                <a:xfrm>
                  <a:off x="11505710" y="2733157"/>
                  <a:ext cx="5760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3093" name="Ink 3092">
                  <a:extLst>
                    <a:ext uri="{FF2B5EF4-FFF2-40B4-BE49-F238E27FC236}">
                      <a16:creationId xmlns:a16="http://schemas.microsoft.com/office/drawing/2014/main" id="{7D55BB77-976D-CFD5-AF7B-A903E41AD7BA}"/>
                    </a:ext>
                  </a:extLst>
                </p14:cNvPr>
                <p14:cNvContentPartPr/>
                <p14:nvPr/>
              </p14:nvContentPartPr>
              <p14:xfrm>
                <a:off x="11497790" y="2866357"/>
                <a:ext cx="65160" cy="11160"/>
              </p14:xfrm>
            </p:contentPart>
          </mc:Choice>
          <mc:Fallback xmlns="">
            <p:pic>
              <p:nvPicPr>
                <p:cNvPr id="3093" name="Ink 3092">
                  <a:extLst>
                    <a:ext uri="{FF2B5EF4-FFF2-40B4-BE49-F238E27FC236}">
                      <a16:creationId xmlns:a16="http://schemas.microsoft.com/office/drawing/2014/main" id="{7D55BB77-976D-CFD5-AF7B-A903E41AD7BA}"/>
                    </a:ext>
                  </a:extLst>
                </p:cNvPr>
                <p:cNvPicPr/>
                <p:nvPr/>
              </p:nvPicPr>
              <p:blipFill>
                <a:blip r:embed="rId146"/>
                <a:stretch>
                  <a:fillRect/>
                </a:stretch>
              </p:blipFill>
              <p:spPr>
                <a:xfrm>
                  <a:off x="11480150" y="2848357"/>
                  <a:ext cx="10080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3094" name="Ink 3093">
                  <a:extLst>
                    <a:ext uri="{FF2B5EF4-FFF2-40B4-BE49-F238E27FC236}">
                      <a16:creationId xmlns:a16="http://schemas.microsoft.com/office/drawing/2014/main" id="{E80A5566-D353-B51B-B514-76FF11AA9A46}"/>
                    </a:ext>
                  </a:extLst>
                </p14:cNvPr>
                <p14:cNvContentPartPr/>
                <p14:nvPr/>
              </p14:nvContentPartPr>
              <p14:xfrm>
                <a:off x="11627750" y="2853037"/>
                <a:ext cx="33840" cy="115920"/>
              </p14:xfrm>
            </p:contentPart>
          </mc:Choice>
          <mc:Fallback xmlns="">
            <p:pic>
              <p:nvPicPr>
                <p:cNvPr id="3094" name="Ink 3093">
                  <a:extLst>
                    <a:ext uri="{FF2B5EF4-FFF2-40B4-BE49-F238E27FC236}">
                      <a16:creationId xmlns:a16="http://schemas.microsoft.com/office/drawing/2014/main" id="{E80A5566-D353-B51B-B514-76FF11AA9A46}"/>
                    </a:ext>
                  </a:extLst>
                </p:cNvPr>
                <p:cNvPicPr/>
                <p:nvPr/>
              </p:nvPicPr>
              <p:blipFill>
                <a:blip r:embed="rId148"/>
                <a:stretch>
                  <a:fillRect/>
                </a:stretch>
              </p:blipFill>
              <p:spPr>
                <a:xfrm>
                  <a:off x="11609750" y="2835037"/>
                  <a:ext cx="694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3095" name="Ink 3094">
                  <a:extLst>
                    <a:ext uri="{FF2B5EF4-FFF2-40B4-BE49-F238E27FC236}">
                      <a16:creationId xmlns:a16="http://schemas.microsoft.com/office/drawing/2014/main" id="{A49F3E87-B049-AA99-2FF0-478FACF407E8}"/>
                    </a:ext>
                  </a:extLst>
                </p14:cNvPr>
                <p14:cNvContentPartPr/>
                <p14:nvPr/>
              </p14:nvContentPartPr>
              <p14:xfrm>
                <a:off x="11636390" y="2768797"/>
                <a:ext cx="10080" cy="33480"/>
              </p14:xfrm>
            </p:contentPart>
          </mc:Choice>
          <mc:Fallback xmlns="">
            <p:pic>
              <p:nvPicPr>
                <p:cNvPr id="3095" name="Ink 3094">
                  <a:extLst>
                    <a:ext uri="{FF2B5EF4-FFF2-40B4-BE49-F238E27FC236}">
                      <a16:creationId xmlns:a16="http://schemas.microsoft.com/office/drawing/2014/main" id="{A49F3E87-B049-AA99-2FF0-478FACF407E8}"/>
                    </a:ext>
                  </a:extLst>
                </p:cNvPr>
                <p:cNvPicPr/>
                <p:nvPr/>
              </p:nvPicPr>
              <p:blipFill>
                <a:blip r:embed="rId150"/>
                <a:stretch>
                  <a:fillRect/>
                </a:stretch>
              </p:blipFill>
              <p:spPr>
                <a:xfrm>
                  <a:off x="11618750" y="2751157"/>
                  <a:ext cx="4572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3096" name="Ink 3095">
                  <a:extLst>
                    <a:ext uri="{FF2B5EF4-FFF2-40B4-BE49-F238E27FC236}">
                      <a16:creationId xmlns:a16="http://schemas.microsoft.com/office/drawing/2014/main" id="{A86884F0-78FE-657D-DC2D-6902A231D267}"/>
                    </a:ext>
                  </a:extLst>
                </p14:cNvPr>
                <p14:cNvContentPartPr/>
                <p14:nvPr/>
              </p14:nvContentPartPr>
              <p14:xfrm>
                <a:off x="11735390" y="2843317"/>
                <a:ext cx="126360" cy="120960"/>
              </p14:xfrm>
            </p:contentPart>
          </mc:Choice>
          <mc:Fallback xmlns="">
            <p:pic>
              <p:nvPicPr>
                <p:cNvPr id="3096" name="Ink 3095">
                  <a:extLst>
                    <a:ext uri="{FF2B5EF4-FFF2-40B4-BE49-F238E27FC236}">
                      <a16:creationId xmlns:a16="http://schemas.microsoft.com/office/drawing/2014/main" id="{A86884F0-78FE-657D-DC2D-6902A231D267}"/>
                    </a:ext>
                  </a:extLst>
                </p:cNvPr>
                <p:cNvPicPr/>
                <p:nvPr/>
              </p:nvPicPr>
              <p:blipFill>
                <a:blip r:embed="rId152"/>
                <a:stretch>
                  <a:fillRect/>
                </a:stretch>
              </p:blipFill>
              <p:spPr>
                <a:xfrm>
                  <a:off x="11717390" y="2825317"/>
                  <a:ext cx="16200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3097" name="Ink 3096">
                  <a:extLst>
                    <a:ext uri="{FF2B5EF4-FFF2-40B4-BE49-F238E27FC236}">
                      <a16:creationId xmlns:a16="http://schemas.microsoft.com/office/drawing/2014/main" id="{14A9586A-9E43-6F72-FB39-A7DB8749CE05}"/>
                    </a:ext>
                  </a:extLst>
                </p14:cNvPr>
                <p14:cNvContentPartPr/>
                <p14:nvPr/>
              </p14:nvContentPartPr>
              <p14:xfrm>
                <a:off x="11885870" y="2829277"/>
                <a:ext cx="140040" cy="119520"/>
              </p14:xfrm>
            </p:contentPart>
          </mc:Choice>
          <mc:Fallback xmlns="">
            <p:pic>
              <p:nvPicPr>
                <p:cNvPr id="3097" name="Ink 3096">
                  <a:extLst>
                    <a:ext uri="{FF2B5EF4-FFF2-40B4-BE49-F238E27FC236}">
                      <a16:creationId xmlns:a16="http://schemas.microsoft.com/office/drawing/2014/main" id="{14A9586A-9E43-6F72-FB39-A7DB8749CE05}"/>
                    </a:ext>
                  </a:extLst>
                </p:cNvPr>
                <p:cNvPicPr/>
                <p:nvPr/>
              </p:nvPicPr>
              <p:blipFill>
                <a:blip r:embed="rId154"/>
                <a:stretch>
                  <a:fillRect/>
                </a:stretch>
              </p:blipFill>
              <p:spPr>
                <a:xfrm>
                  <a:off x="11868230" y="2811637"/>
                  <a:ext cx="17568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3098" name="Ink 3097">
                  <a:extLst>
                    <a:ext uri="{FF2B5EF4-FFF2-40B4-BE49-F238E27FC236}">
                      <a16:creationId xmlns:a16="http://schemas.microsoft.com/office/drawing/2014/main" id="{5339DCF3-DC19-4A12-DAD6-24963A798906}"/>
                    </a:ext>
                  </a:extLst>
                </p14:cNvPr>
                <p14:cNvContentPartPr/>
                <p14:nvPr/>
              </p14:nvContentPartPr>
              <p14:xfrm>
                <a:off x="10776710" y="3270277"/>
                <a:ext cx="28440" cy="101880"/>
              </p14:xfrm>
            </p:contentPart>
          </mc:Choice>
          <mc:Fallback xmlns="">
            <p:pic>
              <p:nvPicPr>
                <p:cNvPr id="3098" name="Ink 3097">
                  <a:extLst>
                    <a:ext uri="{FF2B5EF4-FFF2-40B4-BE49-F238E27FC236}">
                      <a16:creationId xmlns:a16="http://schemas.microsoft.com/office/drawing/2014/main" id="{5339DCF3-DC19-4A12-DAD6-24963A798906}"/>
                    </a:ext>
                  </a:extLst>
                </p:cNvPr>
                <p:cNvPicPr/>
                <p:nvPr/>
              </p:nvPicPr>
              <p:blipFill>
                <a:blip r:embed="rId156"/>
                <a:stretch>
                  <a:fillRect/>
                </a:stretch>
              </p:blipFill>
              <p:spPr>
                <a:xfrm>
                  <a:off x="10758710" y="3252277"/>
                  <a:ext cx="6408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3099" name="Ink 3098">
                  <a:extLst>
                    <a:ext uri="{FF2B5EF4-FFF2-40B4-BE49-F238E27FC236}">
                      <a16:creationId xmlns:a16="http://schemas.microsoft.com/office/drawing/2014/main" id="{3032B24C-8B17-D74C-00E3-76C87F2716F2}"/>
                    </a:ext>
                  </a:extLst>
                </p14:cNvPr>
                <p14:cNvContentPartPr/>
                <p14:nvPr/>
              </p14:nvContentPartPr>
              <p14:xfrm>
                <a:off x="10791470" y="3168037"/>
                <a:ext cx="17280" cy="39240"/>
              </p14:xfrm>
            </p:contentPart>
          </mc:Choice>
          <mc:Fallback xmlns="">
            <p:pic>
              <p:nvPicPr>
                <p:cNvPr id="3099" name="Ink 3098">
                  <a:extLst>
                    <a:ext uri="{FF2B5EF4-FFF2-40B4-BE49-F238E27FC236}">
                      <a16:creationId xmlns:a16="http://schemas.microsoft.com/office/drawing/2014/main" id="{3032B24C-8B17-D74C-00E3-76C87F2716F2}"/>
                    </a:ext>
                  </a:extLst>
                </p:cNvPr>
                <p:cNvPicPr/>
                <p:nvPr/>
              </p:nvPicPr>
              <p:blipFill>
                <a:blip r:embed="rId158"/>
                <a:stretch>
                  <a:fillRect/>
                </a:stretch>
              </p:blipFill>
              <p:spPr>
                <a:xfrm>
                  <a:off x="10773830" y="3150037"/>
                  <a:ext cx="5292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3100" name="Ink 3099">
                  <a:extLst>
                    <a:ext uri="{FF2B5EF4-FFF2-40B4-BE49-F238E27FC236}">
                      <a16:creationId xmlns:a16="http://schemas.microsoft.com/office/drawing/2014/main" id="{2E456C2E-C425-C018-18F2-40A48D08240A}"/>
                    </a:ext>
                  </a:extLst>
                </p14:cNvPr>
                <p14:cNvContentPartPr/>
                <p14:nvPr/>
              </p14:nvContentPartPr>
              <p14:xfrm>
                <a:off x="10908830" y="3261277"/>
                <a:ext cx="101880" cy="85320"/>
              </p14:xfrm>
            </p:contentPart>
          </mc:Choice>
          <mc:Fallback xmlns="">
            <p:pic>
              <p:nvPicPr>
                <p:cNvPr id="3100" name="Ink 3099">
                  <a:extLst>
                    <a:ext uri="{FF2B5EF4-FFF2-40B4-BE49-F238E27FC236}">
                      <a16:creationId xmlns:a16="http://schemas.microsoft.com/office/drawing/2014/main" id="{2E456C2E-C425-C018-18F2-40A48D08240A}"/>
                    </a:ext>
                  </a:extLst>
                </p:cNvPr>
                <p:cNvPicPr/>
                <p:nvPr/>
              </p:nvPicPr>
              <p:blipFill>
                <a:blip r:embed="rId160"/>
                <a:stretch>
                  <a:fillRect/>
                </a:stretch>
              </p:blipFill>
              <p:spPr>
                <a:xfrm>
                  <a:off x="10891190" y="3243637"/>
                  <a:ext cx="13752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3101" name="Ink 3100">
                  <a:extLst>
                    <a:ext uri="{FF2B5EF4-FFF2-40B4-BE49-F238E27FC236}">
                      <a16:creationId xmlns:a16="http://schemas.microsoft.com/office/drawing/2014/main" id="{4B0AA63D-0B46-9CC2-D7E3-436924657DF0}"/>
                    </a:ext>
                  </a:extLst>
                </p14:cNvPr>
                <p14:cNvContentPartPr/>
                <p14:nvPr/>
              </p14:nvContentPartPr>
              <p14:xfrm>
                <a:off x="11070470" y="3151477"/>
                <a:ext cx="153720" cy="209520"/>
              </p14:xfrm>
            </p:contentPart>
          </mc:Choice>
          <mc:Fallback xmlns="">
            <p:pic>
              <p:nvPicPr>
                <p:cNvPr id="3101" name="Ink 3100">
                  <a:extLst>
                    <a:ext uri="{FF2B5EF4-FFF2-40B4-BE49-F238E27FC236}">
                      <a16:creationId xmlns:a16="http://schemas.microsoft.com/office/drawing/2014/main" id="{4B0AA63D-0B46-9CC2-D7E3-436924657DF0}"/>
                    </a:ext>
                  </a:extLst>
                </p:cNvPr>
                <p:cNvPicPr/>
                <p:nvPr/>
              </p:nvPicPr>
              <p:blipFill>
                <a:blip r:embed="rId162"/>
                <a:stretch>
                  <a:fillRect/>
                </a:stretch>
              </p:blipFill>
              <p:spPr>
                <a:xfrm>
                  <a:off x="11052830" y="3133477"/>
                  <a:ext cx="18936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3102" name="Ink 3101">
                  <a:extLst>
                    <a:ext uri="{FF2B5EF4-FFF2-40B4-BE49-F238E27FC236}">
                      <a16:creationId xmlns:a16="http://schemas.microsoft.com/office/drawing/2014/main" id="{62906AE7-33B6-869D-297F-D36608202359}"/>
                    </a:ext>
                  </a:extLst>
                </p14:cNvPr>
                <p14:cNvContentPartPr/>
                <p14:nvPr/>
              </p14:nvContentPartPr>
              <p14:xfrm>
                <a:off x="11282150" y="3210157"/>
                <a:ext cx="273600" cy="153360"/>
              </p14:xfrm>
            </p:contentPart>
          </mc:Choice>
          <mc:Fallback xmlns="">
            <p:pic>
              <p:nvPicPr>
                <p:cNvPr id="3102" name="Ink 3101">
                  <a:extLst>
                    <a:ext uri="{FF2B5EF4-FFF2-40B4-BE49-F238E27FC236}">
                      <a16:creationId xmlns:a16="http://schemas.microsoft.com/office/drawing/2014/main" id="{62906AE7-33B6-869D-297F-D36608202359}"/>
                    </a:ext>
                  </a:extLst>
                </p:cNvPr>
                <p:cNvPicPr/>
                <p:nvPr/>
              </p:nvPicPr>
              <p:blipFill>
                <a:blip r:embed="rId164"/>
                <a:stretch>
                  <a:fillRect/>
                </a:stretch>
              </p:blipFill>
              <p:spPr>
                <a:xfrm>
                  <a:off x="11264150" y="3192517"/>
                  <a:ext cx="309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3103" name="Ink 3102">
                  <a:extLst>
                    <a:ext uri="{FF2B5EF4-FFF2-40B4-BE49-F238E27FC236}">
                      <a16:creationId xmlns:a16="http://schemas.microsoft.com/office/drawing/2014/main" id="{33D1135D-6B42-D85C-7DB6-8CB93AF00D1F}"/>
                    </a:ext>
                  </a:extLst>
                </p14:cNvPr>
                <p14:cNvContentPartPr/>
                <p14:nvPr/>
              </p14:nvContentPartPr>
              <p14:xfrm>
                <a:off x="11463230" y="3191797"/>
                <a:ext cx="119880" cy="165600"/>
              </p14:xfrm>
            </p:contentPart>
          </mc:Choice>
          <mc:Fallback xmlns="">
            <p:pic>
              <p:nvPicPr>
                <p:cNvPr id="3103" name="Ink 3102">
                  <a:extLst>
                    <a:ext uri="{FF2B5EF4-FFF2-40B4-BE49-F238E27FC236}">
                      <a16:creationId xmlns:a16="http://schemas.microsoft.com/office/drawing/2014/main" id="{33D1135D-6B42-D85C-7DB6-8CB93AF00D1F}"/>
                    </a:ext>
                  </a:extLst>
                </p:cNvPr>
                <p:cNvPicPr/>
                <p:nvPr/>
              </p:nvPicPr>
              <p:blipFill>
                <a:blip r:embed="rId166"/>
                <a:stretch>
                  <a:fillRect/>
                </a:stretch>
              </p:blipFill>
              <p:spPr>
                <a:xfrm>
                  <a:off x="11445590" y="3174157"/>
                  <a:ext cx="15552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3106" name="Ink 3105">
                  <a:extLst>
                    <a:ext uri="{FF2B5EF4-FFF2-40B4-BE49-F238E27FC236}">
                      <a16:creationId xmlns:a16="http://schemas.microsoft.com/office/drawing/2014/main" id="{816B177F-62EA-3E3D-4B51-67A21BF34D3D}"/>
                    </a:ext>
                  </a:extLst>
                </p14:cNvPr>
                <p14:cNvContentPartPr/>
                <p14:nvPr/>
              </p14:nvContentPartPr>
              <p14:xfrm>
                <a:off x="9218270" y="2626237"/>
                <a:ext cx="2582280" cy="172800"/>
              </p14:xfrm>
            </p:contentPart>
          </mc:Choice>
          <mc:Fallback xmlns="">
            <p:pic>
              <p:nvPicPr>
                <p:cNvPr id="3106" name="Ink 3105">
                  <a:extLst>
                    <a:ext uri="{FF2B5EF4-FFF2-40B4-BE49-F238E27FC236}">
                      <a16:creationId xmlns:a16="http://schemas.microsoft.com/office/drawing/2014/main" id="{816B177F-62EA-3E3D-4B51-67A21BF34D3D}"/>
                    </a:ext>
                  </a:extLst>
                </p:cNvPr>
                <p:cNvPicPr/>
                <p:nvPr/>
              </p:nvPicPr>
              <p:blipFill>
                <a:blip r:embed="rId168"/>
                <a:stretch>
                  <a:fillRect/>
                </a:stretch>
              </p:blipFill>
              <p:spPr>
                <a:xfrm>
                  <a:off x="9200270" y="2608597"/>
                  <a:ext cx="2617920" cy="208440"/>
                </a:xfrm>
                <a:prstGeom prst="rect">
                  <a:avLst/>
                </a:prstGeom>
              </p:spPr>
            </p:pic>
          </mc:Fallback>
        </mc:AlternateContent>
      </p:grpSp>
      <p:grpSp>
        <p:nvGrpSpPr>
          <p:cNvPr id="3113" name="Group 3112">
            <a:extLst>
              <a:ext uri="{FF2B5EF4-FFF2-40B4-BE49-F238E27FC236}">
                <a16:creationId xmlns:a16="http://schemas.microsoft.com/office/drawing/2014/main" id="{F5902ABE-91A1-BA67-6F78-365DAA07C2AC}"/>
              </a:ext>
            </a:extLst>
          </p:cNvPr>
          <p:cNvGrpSpPr/>
          <p:nvPr/>
        </p:nvGrpSpPr>
        <p:grpSpPr>
          <a:xfrm>
            <a:off x="9325550" y="1392517"/>
            <a:ext cx="736200" cy="239760"/>
            <a:chOff x="9325550" y="1392517"/>
            <a:chExt cx="736200" cy="239760"/>
          </a:xfrm>
        </p:grpSpPr>
        <mc:AlternateContent xmlns:mc="http://schemas.openxmlformats.org/markup-compatibility/2006" xmlns:p14="http://schemas.microsoft.com/office/powerpoint/2010/main">
          <mc:Choice Requires="p14">
            <p:contentPart p14:bwMode="auto" r:id="rId169">
              <p14:nvContentPartPr>
                <p14:cNvPr id="3108" name="Ink 3107">
                  <a:extLst>
                    <a:ext uri="{FF2B5EF4-FFF2-40B4-BE49-F238E27FC236}">
                      <a16:creationId xmlns:a16="http://schemas.microsoft.com/office/drawing/2014/main" id="{F748266B-F8E6-9AF6-F12A-40C25BFAD5D5}"/>
                    </a:ext>
                  </a:extLst>
                </p14:cNvPr>
                <p14:cNvContentPartPr/>
                <p14:nvPr/>
              </p14:nvContentPartPr>
              <p14:xfrm>
                <a:off x="9325550" y="1392517"/>
                <a:ext cx="15120" cy="216720"/>
              </p14:xfrm>
            </p:contentPart>
          </mc:Choice>
          <mc:Fallback xmlns="">
            <p:pic>
              <p:nvPicPr>
                <p:cNvPr id="3108" name="Ink 3107">
                  <a:extLst>
                    <a:ext uri="{FF2B5EF4-FFF2-40B4-BE49-F238E27FC236}">
                      <a16:creationId xmlns:a16="http://schemas.microsoft.com/office/drawing/2014/main" id="{F748266B-F8E6-9AF6-F12A-40C25BFAD5D5}"/>
                    </a:ext>
                  </a:extLst>
                </p:cNvPr>
                <p:cNvPicPr/>
                <p:nvPr/>
              </p:nvPicPr>
              <p:blipFill>
                <a:blip r:embed="rId170"/>
                <a:stretch>
                  <a:fillRect/>
                </a:stretch>
              </p:blipFill>
              <p:spPr>
                <a:xfrm>
                  <a:off x="9307550" y="1374877"/>
                  <a:ext cx="5076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3109" name="Ink 3108">
                  <a:extLst>
                    <a:ext uri="{FF2B5EF4-FFF2-40B4-BE49-F238E27FC236}">
                      <a16:creationId xmlns:a16="http://schemas.microsoft.com/office/drawing/2014/main" id="{9C174314-BCED-1814-E340-044DD1BC24BA}"/>
                    </a:ext>
                  </a:extLst>
                </p14:cNvPr>
                <p14:cNvContentPartPr/>
                <p14:nvPr/>
              </p14:nvContentPartPr>
              <p14:xfrm>
                <a:off x="9400790" y="1529317"/>
                <a:ext cx="111240" cy="102960"/>
              </p14:xfrm>
            </p:contentPart>
          </mc:Choice>
          <mc:Fallback xmlns="">
            <p:pic>
              <p:nvPicPr>
                <p:cNvPr id="3109" name="Ink 3108">
                  <a:extLst>
                    <a:ext uri="{FF2B5EF4-FFF2-40B4-BE49-F238E27FC236}">
                      <a16:creationId xmlns:a16="http://schemas.microsoft.com/office/drawing/2014/main" id="{9C174314-BCED-1814-E340-044DD1BC24BA}"/>
                    </a:ext>
                  </a:extLst>
                </p:cNvPr>
                <p:cNvPicPr/>
                <p:nvPr/>
              </p:nvPicPr>
              <p:blipFill>
                <a:blip r:embed="rId172"/>
                <a:stretch>
                  <a:fillRect/>
                </a:stretch>
              </p:blipFill>
              <p:spPr>
                <a:xfrm>
                  <a:off x="9383150" y="1511317"/>
                  <a:ext cx="14688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3110" name="Ink 3109">
                  <a:extLst>
                    <a:ext uri="{FF2B5EF4-FFF2-40B4-BE49-F238E27FC236}">
                      <a16:creationId xmlns:a16="http://schemas.microsoft.com/office/drawing/2014/main" id="{A1960DEC-75BD-1A29-22A2-6D8F260F3CC0}"/>
                    </a:ext>
                  </a:extLst>
                </p14:cNvPr>
                <p14:cNvContentPartPr/>
                <p14:nvPr/>
              </p14:nvContentPartPr>
              <p14:xfrm>
                <a:off x="9583310" y="1513477"/>
                <a:ext cx="158400" cy="117360"/>
              </p14:xfrm>
            </p:contentPart>
          </mc:Choice>
          <mc:Fallback xmlns="">
            <p:pic>
              <p:nvPicPr>
                <p:cNvPr id="3110" name="Ink 3109">
                  <a:extLst>
                    <a:ext uri="{FF2B5EF4-FFF2-40B4-BE49-F238E27FC236}">
                      <a16:creationId xmlns:a16="http://schemas.microsoft.com/office/drawing/2014/main" id="{A1960DEC-75BD-1A29-22A2-6D8F260F3CC0}"/>
                    </a:ext>
                  </a:extLst>
                </p:cNvPr>
                <p:cNvPicPr/>
                <p:nvPr/>
              </p:nvPicPr>
              <p:blipFill>
                <a:blip r:embed="rId174"/>
                <a:stretch>
                  <a:fillRect/>
                </a:stretch>
              </p:blipFill>
              <p:spPr>
                <a:xfrm>
                  <a:off x="9565310" y="1495837"/>
                  <a:ext cx="19404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3111" name="Ink 3110">
                  <a:extLst>
                    <a:ext uri="{FF2B5EF4-FFF2-40B4-BE49-F238E27FC236}">
                      <a16:creationId xmlns:a16="http://schemas.microsoft.com/office/drawing/2014/main" id="{DC26AB0C-06C3-7662-C6B6-5A19755FC492}"/>
                    </a:ext>
                  </a:extLst>
                </p14:cNvPr>
                <p14:cNvContentPartPr/>
                <p14:nvPr/>
              </p14:nvContentPartPr>
              <p14:xfrm>
                <a:off x="9810110" y="1519237"/>
                <a:ext cx="110880" cy="95400"/>
              </p14:xfrm>
            </p:contentPart>
          </mc:Choice>
          <mc:Fallback xmlns="">
            <p:pic>
              <p:nvPicPr>
                <p:cNvPr id="3111" name="Ink 3110">
                  <a:extLst>
                    <a:ext uri="{FF2B5EF4-FFF2-40B4-BE49-F238E27FC236}">
                      <a16:creationId xmlns:a16="http://schemas.microsoft.com/office/drawing/2014/main" id="{DC26AB0C-06C3-7662-C6B6-5A19755FC492}"/>
                    </a:ext>
                  </a:extLst>
                </p:cNvPr>
                <p:cNvPicPr/>
                <p:nvPr/>
              </p:nvPicPr>
              <p:blipFill>
                <a:blip r:embed="rId176"/>
                <a:stretch>
                  <a:fillRect/>
                </a:stretch>
              </p:blipFill>
              <p:spPr>
                <a:xfrm>
                  <a:off x="9792110" y="1501237"/>
                  <a:ext cx="14652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3112" name="Ink 3111">
                  <a:extLst>
                    <a:ext uri="{FF2B5EF4-FFF2-40B4-BE49-F238E27FC236}">
                      <a16:creationId xmlns:a16="http://schemas.microsoft.com/office/drawing/2014/main" id="{8B29050A-E5C9-E0CE-B724-FC01027100F1}"/>
                    </a:ext>
                  </a:extLst>
                </p14:cNvPr>
                <p14:cNvContentPartPr/>
                <p14:nvPr/>
              </p14:nvContentPartPr>
              <p14:xfrm>
                <a:off x="9978230" y="1480717"/>
                <a:ext cx="83520" cy="109440"/>
              </p14:xfrm>
            </p:contentPart>
          </mc:Choice>
          <mc:Fallback xmlns="">
            <p:pic>
              <p:nvPicPr>
                <p:cNvPr id="3112" name="Ink 3111">
                  <a:extLst>
                    <a:ext uri="{FF2B5EF4-FFF2-40B4-BE49-F238E27FC236}">
                      <a16:creationId xmlns:a16="http://schemas.microsoft.com/office/drawing/2014/main" id="{8B29050A-E5C9-E0CE-B724-FC01027100F1}"/>
                    </a:ext>
                  </a:extLst>
                </p:cNvPr>
                <p:cNvPicPr/>
                <p:nvPr/>
              </p:nvPicPr>
              <p:blipFill>
                <a:blip r:embed="rId178"/>
                <a:stretch>
                  <a:fillRect/>
                </a:stretch>
              </p:blipFill>
              <p:spPr>
                <a:xfrm>
                  <a:off x="9960590" y="1462717"/>
                  <a:ext cx="119160" cy="145080"/>
                </a:xfrm>
                <a:prstGeom prst="rect">
                  <a:avLst/>
                </a:prstGeom>
              </p:spPr>
            </p:pic>
          </mc:Fallback>
        </mc:AlternateContent>
      </p:grpSp>
    </p:spTree>
    <p:extLst>
      <p:ext uri="{BB962C8B-B14F-4D97-AF65-F5344CB8AC3E}">
        <p14:creationId xmlns:p14="http://schemas.microsoft.com/office/powerpoint/2010/main" val="3586945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DA1C1-CB9E-D0D9-FDAB-038771F04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879E12-33EB-5E7F-6EE2-515F45E12E4F}"/>
              </a:ext>
            </a:extLst>
          </p:cNvPr>
          <p:cNvSpPr>
            <a:spLocks noGrp="1"/>
          </p:cNvSpPr>
          <p:nvPr>
            <p:ph type="title"/>
          </p:nvPr>
        </p:nvSpPr>
        <p:spPr>
          <a:xfrm>
            <a:off x="78739" y="14986"/>
            <a:ext cx="10328275" cy="492443"/>
          </a:xfrm>
        </p:spPr>
        <p:txBody>
          <a:bodyPr/>
          <a:lstStyle/>
          <a:p>
            <a:r>
              <a:rPr lang="en-US" dirty="0"/>
              <a:t>General properties of light</a:t>
            </a:r>
          </a:p>
        </p:txBody>
      </p:sp>
      <p:sp>
        <p:nvSpPr>
          <p:cNvPr id="3" name="Text Placeholder 2">
            <a:extLst>
              <a:ext uri="{FF2B5EF4-FFF2-40B4-BE49-F238E27FC236}">
                <a16:creationId xmlns:a16="http://schemas.microsoft.com/office/drawing/2014/main" id="{1BB83FBC-A2DE-A02B-0084-58033420F356}"/>
              </a:ext>
            </a:extLst>
          </p:cNvPr>
          <p:cNvSpPr>
            <a:spLocks noGrp="1"/>
          </p:cNvSpPr>
          <p:nvPr>
            <p:ph type="body" idx="1"/>
          </p:nvPr>
        </p:nvSpPr>
        <p:spPr>
          <a:xfrm>
            <a:off x="914400" y="4648200"/>
            <a:ext cx="10586086" cy="1723549"/>
          </a:xfrm>
        </p:spPr>
        <p:txBody>
          <a:bodyPr/>
          <a:lstStyle/>
          <a:p>
            <a:r>
              <a:rPr lang="en-US" dirty="0"/>
              <a:t>The wavelength of light represents the spatial dimension over which it is periodic</a:t>
            </a:r>
          </a:p>
          <a:p>
            <a:endParaRPr lang="en-US" dirty="0"/>
          </a:p>
          <a:p>
            <a:endParaRPr lang="en-US" dirty="0"/>
          </a:p>
        </p:txBody>
      </p:sp>
      <p:pic>
        <p:nvPicPr>
          <p:cNvPr id="4098" name="Picture 2" descr="Shown is a colour illustration of the electromagnetic spectrum with wavelength, frequency and energy. ">
            <a:extLst>
              <a:ext uri="{FF2B5EF4-FFF2-40B4-BE49-F238E27FC236}">
                <a16:creationId xmlns:a16="http://schemas.microsoft.com/office/drawing/2014/main" id="{A0E07858-0BBC-055F-E37F-A5988E4BD4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990600"/>
            <a:ext cx="7143750" cy="26765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CA072C89-2C4B-CB99-6D97-B04ADEF472EB}"/>
                  </a:ext>
                </a:extLst>
              </p14:cNvPr>
              <p14:cNvContentPartPr/>
              <p14:nvPr/>
            </p14:nvContentPartPr>
            <p14:xfrm>
              <a:off x="5337110" y="738757"/>
              <a:ext cx="132120" cy="3169800"/>
            </p14:xfrm>
          </p:contentPart>
        </mc:Choice>
        <mc:Fallback xmlns="">
          <p:pic>
            <p:nvPicPr>
              <p:cNvPr id="4" name="Ink 3">
                <a:extLst>
                  <a:ext uri="{FF2B5EF4-FFF2-40B4-BE49-F238E27FC236}">
                    <a16:creationId xmlns:a16="http://schemas.microsoft.com/office/drawing/2014/main" id="{CA072C89-2C4B-CB99-6D97-B04ADEF472EB}"/>
                  </a:ext>
                </a:extLst>
              </p:cNvPr>
              <p:cNvPicPr/>
              <p:nvPr/>
            </p:nvPicPr>
            <p:blipFill>
              <a:blip r:embed="rId4"/>
              <a:stretch>
                <a:fillRect/>
              </a:stretch>
            </p:blipFill>
            <p:spPr>
              <a:xfrm>
                <a:off x="5319110" y="720757"/>
                <a:ext cx="167760" cy="3205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54150003-A49C-B1A6-18D6-5CFCEAB04AAA}"/>
                  </a:ext>
                </a:extLst>
              </p14:cNvPr>
              <p14:cNvContentPartPr/>
              <p14:nvPr/>
            </p14:nvContentPartPr>
            <p14:xfrm>
              <a:off x="6047750" y="707077"/>
              <a:ext cx="122760" cy="3249720"/>
            </p14:xfrm>
          </p:contentPart>
        </mc:Choice>
        <mc:Fallback xmlns="">
          <p:pic>
            <p:nvPicPr>
              <p:cNvPr id="5" name="Ink 4">
                <a:extLst>
                  <a:ext uri="{FF2B5EF4-FFF2-40B4-BE49-F238E27FC236}">
                    <a16:creationId xmlns:a16="http://schemas.microsoft.com/office/drawing/2014/main" id="{54150003-A49C-B1A6-18D6-5CFCEAB04AAA}"/>
                  </a:ext>
                </a:extLst>
              </p:cNvPr>
              <p:cNvPicPr/>
              <p:nvPr/>
            </p:nvPicPr>
            <p:blipFill>
              <a:blip r:embed="rId6"/>
              <a:stretch>
                <a:fillRect/>
              </a:stretch>
            </p:blipFill>
            <p:spPr>
              <a:xfrm>
                <a:off x="6030110" y="689437"/>
                <a:ext cx="158400" cy="3285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60BF6371-FDA4-BFB8-9619-0C8282115D16}"/>
                  </a:ext>
                </a:extLst>
              </p14:cNvPr>
              <p14:cNvContentPartPr/>
              <p14:nvPr/>
            </p14:nvContentPartPr>
            <p14:xfrm>
              <a:off x="7051790" y="700957"/>
              <a:ext cx="99720" cy="3067920"/>
            </p14:xfrm>
          </p:contentPart>
        </mc:Choice>
        <mc:Fallback xmlns="">
          <p:pic>
            <p:nvPicPr>
              <p:cNvPr id="6" name="Ink 5">
                <a:extLst>
                  <a:ext uri="{FF2B5EF4-FFF2-40B4-BE49-F238E27FC236}">
                    <a16:creationId xmlns:a16="http://schemas.microsoft.com/office/drawing/2014/main" id="{60BF6371-FDA4-BFB8-9619-0C8282115D16}"/>
                  </a:ext>
                </a:extLst>
              </p:cNvPr>
              <p:cNvPicPr/>
              <p:nvPr/>
            </p:nvPicPr>
            <p:blipFill>
              <a:blip r:embed="rId8"/>
              <a:stretch>
                <a:fillRect/>
              </a:stretch>
            </p:blipFill>
            <p:spPr>
              <a:xfrm>
                <a:off x="7033790" y="682957"/>
                <a:ext cx="135360" cy="3103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8DEA36B8-B3C5-A3BD-E350-52A0942B91B3}"/>
                  </a:ext>
                </a:extLst>
              </p14:cNvPr>
              <p14:cNvContentPartPr/>
              <p14:nvPr/>
            </p14:nvContentPartPr>
            <p14:xfrm>
              <a:off x="5432870" y="3874717"/>
              <a:ext cx="16200" cy="150480"/>
            </p14:xfrm>
          </p:contentPart>
        </mc:Choice>
        <mc:Fallback xmlns="">
          <p:pic>
            <p:nvPicPr>
              <p:cNvPr id="7" name="Ink 6">
                <a:extLst>
                  <a:ext uri="{FF2B5EF4-FFF2-40B4-BE49-F238E27FC236}">
                    <a16:creationId xmlns:a16="http://schemas.microsoft.com/office/drawing/2014/main" id="{8DEA36B8-B3C5-A3BD-E350-52A0942B91B3}"/>
                  </a:ext>
                </a:extLst>
              </p:cNvPr>
              <p:cNvPicPr/>
              <p:nvPr/>
            </p:nvPicPr>
            <p:blipFill>
              <a:blip r:embed="rId10"/>
              <a:stretch>
                <a:fillRect/>
              </a:stretch>
            </p:blipFill>
            <p:spPr>
              <a:xfrm>
                <a:off x="5415230" y="3857077"/>
                <a:ext cx="51840" cy="186120"/>
              </a:xfrm>
              <a:prstGeom prst="rect">
                <a:avLst/>
              </a:prstGeom>
            </p:spPr>
          </p:pic>
        </mc:Fallback>
      </mc:AlternateContent>
      <p:grpSp>
        <p:nvGrpSpPr>
          <p:cNvPr id="15" name="Group 14">
            <a:extLst>
              <a:ext uri="{FF2B5EF4-FFF2-40B4-BE49-F238E27FC236}">
                <a16:creationId xmlns:a16="http://schemas.microsoft.com/office/drawing/2014/main" id="{5D02C21D-D9CE-95F6-FBCC-B32FEEC2E9FF}"/>
              </a:ext>
            </a:extLst>
          </p:cNvPr>
          <p:cNvGrpSpPr/>
          <p:nvPr/>
        </p:nvGrpSpPr>
        <p:grpSpPr>
          <a:xfrm>
            <a:off x="1071183" y="3809353"/>
            <a:ext cx="1160280" cy="406440"/>
            <a:chOff x="1071183" y="3809353"/>
            <a:chExt cx="1160280" cy="406440"/>
          </a:xfrm>
        </p:grpSpPr>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F11918AF-47F3-6696-010A-D378F5E88A7E}"/>
                    </a:ext>
                  </a:extLst>
                </p14:cNvPr>
                <p14:cNvContentPartPr/>
                <p14:nvPr/>
              </p14:nvContentPartPr>
              <p14:xfrm>
                <a:off x="1071183" y="3809353"/>
                <a:ext cx="331200" cy="231840"/>
              </p14:xfrm>
            </p:contentPart>
          </mc:Choice>
          <mc:Fallback xmlns="">
            <p:pic>
              <p:nvPicPr>
                <p:cNvPr id="8" name="Ink 7">
                  <a:extLst>
                    <a:ext uri="{FF2B5EF4-FFF2-40B4-BE49-F238E27FC236}">
                      <a16:creationId xmlns:a16="http://schemas.microsoft.com/office/drawing/2014/main" id="{F11918AF-47F3-6696-010A-D378F5E88A7E}"/>
                    </a:ext>
                  </a:extLst>
                </p:cNvPr>
                <p:cNvPicPr/>
                <p:nvPr/>
              </p:nvPicPr>
              <p:blipFill>
                <a:blip r:embed="rId12"/>
                <a:stretch>
                  <a:fillRect/>
                </a:stretch>
              </p:blipFill>
              <p:spPr>
                <a:xfrm>
                  <a:off x="1053543" y="3791353"/>
                  <a:ext cx="36684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4A72CB70-4407-19AA-601C-B04BAA2CB3C7}"/>
                    </a:ext>
                  </a:extLst>
                </p14:cNvPr>
                <p14:cNvContentPartPr/>
                <p14:nvPr/>
              </p14:nvContentPartPr>
              <p14:xfrm>
                <a:off x="1140663" y="3879913"/>
                <a:ext cx="141120" cy="301680"/>
              </p14:xfrm>
            </p:contentPart>
          </mc:Choice>
          <mc:Fallback xmlns="">
            <p:pic>
              <p:nvPicPr>
                <p:cNvPr id="9" name="Ink 8">
                  <a:extLst>
                    <a:ext uri="{FF2B5EF4-FFF2-40B4-BE49-F238E27FC236}">
                      <a16:creationId xmlns:a16="http://schemas.microsoft.com/office/drawing/2014/main" id="{4A72CB70-4407-19AA-601C-B04BAA2CB3C7}"/>
                    </a:ext>
                  </a:extLst>
                </p:cNvPr>
                <p:cNvPicPr/>
                <p:nvPr/>
              </p:nvPicPr>
              <p:blipFill>
                <a:blip r:embed="rId14"/>
                <a:stretch>
                  <a:fillRect/>
                </a:stretch>
              </p:blipFill>
              <p:spPr>
                <a:xfrm>
                  <a:off x="1122663" y="3861913"/>
                  <a:ext cx="17676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9A7D4ABC-47C8-9F6E-F2EB-DB6FAE4142CA}"/>
                    </a:ext>
                  </a:extLst>
                </p14:cNvPr>
                <p14:cNvContentPartPr/>
                <p14:nvPr/>
              </p14:nvContentPartPr>
              <p14:xfrm>
                <a:off x="1471503" y="4031113"/>
                <a:ext cx="100800" cy="184680"/>
              </p14:xfrm>
            </p:contentPart>
          </mc:Choice>
          <mc:Fallback xmlns="">
            <p:pic>
              <p:nvPicPr>
                <p:cNvPr id="10" name="Ink 9">
                  <a:extLst>
                    <a:ext uri="{FF2B5EF4-FFF2-40B4-BE49-F238E27FC236}">
                      <a16:creationId xmlns:a16="http://schemas.microsoft.com/office/drawing/2014/main" id="{9A7D4ABC-47C8-9F6E-F2EB-DB6FAE4142CA}"/>
                    </a:ext>
                  </a:extLst>
                </p:cNvPr>
                <p:cNvPicPr/>
                <p:nvPr/>
              </p:nvPicPr>
              <p:blipFill>
                <a:blip r:embed="rId16"/>
                <a:stretch>
                  <a:fillRect/>
                </a:stretch>
              </p:blipFill>
              <p:spPr>
                <a:xfrm>
                  <a:off x="1453863" y="4013473"/>
                  <a:ext cx="1364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24588467-8F3B-A725-A06D-69E752CB5418}"/>
                    </a:ext>
                  </a:extLst>
                </p14:cNvPr>
                <p14:cNvContentPartPr/>
                <p14:nvPr/>
              </p14:nvContentPartPr>
              <p14:xfrm>
                <a:off x="1638903" y="4061713"/>
                <a:ext cx="120600" cy="146880"/>
              </p14:xfrm>
            </p:contentPart>
          </mc:Choice>
          <mc:Fallback xmlns="">
            <p:pic>
              <p:nvPicPr>
                <p:cNvPr id="11" name="Ink 10">
                  <a:extLst>
                    <a:ext uri="{FF2B5EF4-FFF2-40B4-BE49-F238E27FC236}">
                      <a16:creationId xmlns:a16="http://schemas.microsoft.com/office/drawing/2014/main" id="{24588467-8F3B-A725-A06D-69E752CB5418}"/>
                    </a:ext>
                  </a:extLst>
                </p:cNvPr>
                <p:cNvPicPr/>
                <p:nvPr/>
              </p:nvPicPr>
              <p:blipFill>
                <a:blip r:embed="rId18"/>
                <a:stretch>
                  <a:fillRect/>
                </a:stretch>
              </p:blipFill>
              <p:spPr>
                <a:xfrm>
                  <a:off x="1621263" y="4044073"/>
                  <a:ext cx="15624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22B78442-8308-4092-EF59-CCA4D3039D0C}"/>
                    </a:ext>
                  </a:extLst>
                </p14:cNvPr>
                <p14:cNvContentPartPr/>
                <p14:nvPr/>
              </p14:nvContentPartPr>
              <p14:xfrm>
                <a:off x="1820343" y="3957313"/>
                <a:ext cx="121320" cy="238320"/>
              </p14:xfrm>
            </p:contentPart>
          </mc:Choice>
          <mc:Fallback xmlns="">
            <p:pic>
              <p:nvPicPr>
                <p:cNvPr id="12" name="Ink 11">
                  <a:extLst>
                    <a:ext uri="{FF2B5EF4-FFF2-40B4-BE49-F238E27FC236}">
                      <a16:creationId xmlns:a16="http://schemas.microsoft.com/office/drawing/2014/main" id="{22B78442-8308-4092-EF59-CCA4D3039D0C}"/>
                    </a:ext>
                  </a:extLst>
                </p:cNvPr>
                <p:cNvPicPr/>
                <p:nvPr/>
              </p:nvPicPr>
              <p:blipFill>
                <a:blip r:embed="rId20"/>
                <a:stretch>
                  <a:fillRect/>
                </a:stretch>
              </p:blipFill>
              <p:spPr>
                <a:xfrm>
                  <a:off x="1802703" y="3939673"/>
                  <a:ext cx="15696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3968F5F3-DC82-D2BD-5F5F-CB02555E05FB}"/>
                    </a:ext>
                  </a:extLst>
                </p14:cNvPr>
                <p14:cNvContentPartPr/>
                <p14:nvPr/>
              </p14:nvContentPartPr>
              <p14:xfrm>
                <a:off x="2097903" y="3992593"/>
                <a:ext cx="59400" cy="17640"/>
              </p14:xfrm>
            </p:contentPart>
          </mc:Choice>
          <mc:Fallback xmlns="">
            <p:pic>
              <p:nvPicPr>
                <p:cNvPr id="13" name="Ink 12">
                  <a:extLst>
                    <a:ext uri="{FF2B5EF4-FFF2-40B4-BE49-F238E27FC236}">
                      <a16:creationId xmlns:a16="http://schemas.microsoft.com/office/drawing/2014/main" id="{3968F5F3-DC82-D2BD-5F5F-CB02555E05FB}"/>
                    </a:ext>
                  </a:extLst>
                </p:cNvPr>
                <p:cNvPicPr/>
                <p:nvPr/>
              </p:nvPicPr>
              <p:blipFill>
                <a:blip r:embed="rId22"/>
                <a:stretch>
                  <a:fillRect/>
                </a:stretch>
              </p:blipFill>
              <p:spPr>
                <a:xfrm>
                  <a:off x="2080263" y="3974593"/>
                  <a:ext cx="950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B67EFE3E-D12F-4DEE-25FB-300F468609E2}"/>
                    </a:ext>
                  </a:extLst>
                </p14:cNvPr>
                <p14:cNvContentPartPr/>
                <p14:nvPr/>
              </p14:nvContentPartPr>
              <p14:xfrm>
                <a:off x="2127423" y="4100953"/>
                <a:ext cx="104040" cy="30240"/>
              </p14:xfrm>
            </p:contentPart>
          </mc:Choice>
          <mc:Fallback xmlns="">
            <p:pic>
              <p:nvPicPr>
                <p:cNvPr id="14" name="Ink 13">
                  <a:extLst>
                    <a:ext uri="{FF2B5EF4-FFF2-40B4-BE49-F238E27FC236}">
                      <a16:creationId xmlns:a16="http://schemas.microsoft.com/office/drawing/2014/main" id="{B67EFE3E-D12F-4DEE-25FB-300F468609E2}"/>
                    </a:ext>
                  </a:extLst>
                </p:cNvPr>
                <p:cNvPicPr/>
                <p:nvPr/>
              </p:nvPicPr>
              <p:blipFill>
                <a:blip r:embed="rId24"/>
                <a:stretch>
                  <a:fillRect/>
                </a:stretch>
              </p:blipFill>
              <p:spPr>
                <a:xfrm>
                  <a:off x="2109783" y="4082953"/>
                  <a:ext cx="139680" cy="65880"/>
                </a:xfrm>
                <a:prstGeom prst="rect">
                  <a:avLst/>
                </a:prstGeom>
              </p:spPr>
            </p:pic>
          </mc:Fallback>
        </mc:AlternateContent>
      </p:grpSp>
      <p:grpSp>
        <p:nvGrpSpPr>
          <p:cNvPr id="21" name="Group 20">
            <a:extLst>
              <a:ext uri="{FF2B5EF4-FFF2-40B4-BE49-F238E27FC236}">
                <a16:creationId xmlns:a16="http://schemas.microsoft.com/office/drawing/2014/main" id="{B802323E-98B5-BDB6-F8E0-224D2AFC9D2C}"/>
              </a:ext>
            </a:extLst>
          </p:cNvPr>
          <p:cNvGrpSpPr/>
          <p:nvPr/>
        </p:nvGrpSpPr>
        <p:grpSpPr>
          <a:xfrm>
            <a:off x="2586063" y="3861193"/>
            <a:ext cx="1256760" cy="410040"/>
            <a:chOff x="2586063" y="3861193"/>
            <a:chExt cx="1256760" cy="410040"/>
          </a:xfrm>
        </p:grpSpPr>
        <mc:AlternateContent xmlns:mc="http://schemas.openxmlformats.org/markup-compatibility/2006" xmlns:p14="http://schemas.microsoft.com/office/powerpoint/2010/main">
          <mc:Choice Requires="p14">
            <p:contentPart p14:bwMode="auto" r:id="rId25">
              <p14:nvContentPartPr>
                <p14:cNvPr id="16" name="Ink 15">
                  <a:extLst>
                    <a:ext uri="{FF2B5EF4-FFF2-40B4-BE49-F238E27FC236}">
                      <a16:creationId xmlns:a16="http://schemas.microsoft.com/office/drawing/2014/main" id="{CB438D12-11C0-E6F0-8D9A-65DFB38CA5C9}"/>
                    </a:ext>
                  </a:extLst>
                </p14:cNvPr>
                <p14:cNvContentPartPr/>
                <p14:nvPr/>
              </p14:nvContentPartPr>
              <p14:xfrm>
                <a:off x="2586063" y="3861193"/>
                <a:ext cx="184680" cy="410040"/>
              </p14:xfrm>
            </p:contentPart>
          </mc:Choice>
          <mc:Fallback xmlns="">
            <p:pic>
              <p:nvPicPr>
                <p:cNvPr id="16" name="Ink 15">
                  <a:extLst>
                    <a:ext uri="{FF2B5EF4-FFF2-40B4-BE49-F238E27FC236}">
                      <a16:creationId xmlns:a16="http://schemas.microsoft.com/office/drawing/2014/main" id="{CB438D12-11C0-E6F0-8D9A-65DFB38CA5C9}"/>
                    </a:ext>
                  </a:extLst>
                </p:cNvPr>
                <p:cNvPicPr/>
                <p:nvPr/>
              </p:nvPicPr>
              <p:blipFill>
                <a:blip r:embed="rId26"/>
                <a:stretch>
                  <a:fillRect/>
                </a:stretch>
              </p:blipFill>
              <p:spPr>
                <a:xfrm>
                  <a:off x="2568063" y="3843193"/>
                  <a:ext cx="220320" cy="4456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 name="Ink 16">
                  <a:extLst>
                    <a:ext uri="{FF2B5EF4-FFF2-40B4-BE49-F238E27FC236}">
                      <a16:creationId xmlns:a16="http://schemas.microsoft.com/office/drawing/2014/main" id="{7D963290-5DD9-721B-8A89-3BDB28A0DF48}"/>
                    </a:ext>
                  </a:extLst>
                </p14:cNvPr>
                <p14:cNvContentPartPr/>
                <p14:nvPr/>
              </p14:nvContentPartPr>
              <p14:xfrm>
                <a:off x="2865423" y="3934633"/>
                <a:ext cx="151200" cy="276120"/>
              </p14:xfrm>
            </p:contentPart>
          </mc:Choice>
          <mc:Fallback xmlns="">
            <p:pic>
              <p:nvPicPr>
                <p:cNvPr id="17" name="Ink 16">
                  <a:extLst>
                    <a:ext uri="{FF2B5EF4-FFF2-40B4-BE49-F238E27FC236}">
                      <a16:creationId xmlns:a16="http://schemas.microsoft.com/office/drawing/2014/main" id="{7D963290-5DD9-721B-8A89-3BDB28A0DF48}"/>
                    </a:ext>
                  </a:extLst>
                </p:cNvPr>
                <p:cNvPicPr/>
                <p:nvPr/>
              </p:nvPicPr>
              <p:blipFill>
                <a:blip r:embed="rId28"/>
                <a:stretch>
                  <a:fillRect/>
                </a:stretch>
              </p:blipFill>
              <p:spPr>
                <a:xfrm>
                  <a:off x="2847783" y="3916633"/>
                  <a:ext cx="18684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 name="Ink 17">
                  <a:extLst>
                    <a:ext uri="{FF2B5EF4-FFF2-40B4-BE49-F238E27FC236}">
                      <a16:creationId xmlns:a16="http://schemas.microsoft.com/office/drawing/2014/main" id="{ECB44485-7C11-D0A8-0798-B6E431CDAAF2}"/>
                    </a:ext>
                  </a:extLst>
                </p14:cNvPr>
                <p14:cNvContentPartPr/>
                <p14:nvPr/>
              </p14:nvContentPartPr>
              <p14:xfrm>
                <a:off x="3073143" y="3943993"/>
                <a:ext cx="155880" cy="199080"/>
              </p14:xfrm>
            </p:contentPart>
          </mc:Choice>
          <mc:Fallback xmlns="">
            <p:pic>
              <p:nvPicPr>
                <p:cNvPr id="18" name="Ink 17">
                  <a:extLst>
                    <a:ext uri="{FF2B5EF4-FFF2-40B4-BE49-F238E27FC236}">
                      <a16:creationId xmlns:a16="http://schemas.microsoft.com/office/drawing/2014/main" id="{ECB44485-7C11-D0A8-0798-B6E431CDAAF2}"/>
                    </a:ext>
                  </a:extLst>
                </p:cNvPr>
                <p:cNvPicPr/>
                <p:nvPr/>
              </p:nvPicPr>
              <p:blipFill>
                <a:blip r:embed="rId30"/>
                <a:stretch>
                  <a:fillRect/>
                </a:stretch>
              </p:blipFill>
              <p:spPr>
                <a:xfrm>
                  <a:off x="3055503" y="3926353"/>
                  <a:ext cx="19152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9" name="Ink 18">
                  <a:extLst>
                    <a:ext uri="{FF2B5EF4-FFF2-40B4-BE49-F238E27FC236}">
                      <a16:creationId xmlns:a16="http://schemas.microsoft.com/office/drawing/2014/main" id="{10F97249-CDAF-42E0-BA7E-92C4E95AE5AC}"/>
                    </a:ext>
                  </a:extLst>
                </p14:cNvPr>
                <p14:cNvContentPartPr/>
                <p14:nvPr/>
              </p14:nvContentPartPr>
              <p14:xfrm>
                <a:off x="3335223" y="4044793"/>
                <a:ext cx="146520" cy="82800"/>
              </p14:xfrm>
            </p:contentPart>
          </mc:Choice>
          <mc:Fallback xmlns="">
            <p:pic>
              <p:nvPicPr>
                <p:cNvPr id="19" name="Ink 18">
                  <a:extLst>
                    <a:ext uri="{FF2B5EF4-FFF2-40B4-BE49-F238E27FC236}">
                      <a16:creationId xmlns:a16="http://schemas.microsoft.com/office/drawing/2014/main" id="{10F97249-CDAF-42E0-BA7E-92C4E95AE5AC}"/>
                    </a:ext>
                  </a:extLst>
                </p:cNvPr>
                <p:cNvPicPr/>
                <p:nvPr/>
              </p:nvPicPr>
              <p:blipFill>
                <a:blip r:embed="rId32"/>
                <a:stretch>
                  <a:fillRect/>
                </a:stretch>
              </p:blipFill>
              <p:spPr>
                <a:xfrm>
                  <a:off x="3317583" y="4026793"/>
                  <a:ext cx="18216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0" name="Ink 19">
                  <a:extLst>
                    <a:ext uri="{FF2B5EF4-FFF2-40B4-BE49-F238E27FC236}">
                      <a16:creationId xmlns:a16="http://schemas.microsoft.com/office/drawing/2014/main" id="{97C48F7A-EB61-5017-7C16-0A6FC0B015B0}"/>
                    </a:ext>
                  </a:extLst>
                </p14:cNvPr>
                <p14:cNvContentPartPr/>
                <p14:nvPr/>
              </p14:nvContentPartPr>
              <p14:xfrm>
                <a:off x="3606663" y="4073953"/>
                <a:ext cx="236160" cy="76680"/>
              </p14:xfrm>
            </p:contentPart>
          </mc:Choice>
          <mc:Fallback xmlns="">
            <p:pic>
              <p:nvPicPr>
                <p:cNvPr id="20" name="Ink 19">
                  <a:extLst>
                    <a:ext uri="{FF2B5EF4-FFF2-40B4-BE49-F238E27FC236}">
                      <a16:creationId xmlns:a16="http://schemas.microsoft.com/office/drawing/2014/main" id="{97C48F7A-EB61-5017-7C16-0A6FC0B015B0}"/>
                    </a:ext>
                  </a:extLst>
                </p:cNvPr>
                <p:cNvPicPr/>
                <p:nvPr/>
              </p:nvPicPr>
              <p:blipFill>
                <a:blip r:embed="rId34"/>
                <a:stretch>
                  <a:fillRect/>
                </a:stretch>
              </p:blipFill>
              <p:spPr>
                <a:xfrm>
                  <a:off x="3589023" y="4056313"/>
                  <a:ext cx="271800" cy="112320"/>
                </a:xfrm>
                <a:prstGeom prst="rect">
                  <a:avLst/>
                </a:prstGeom>
              </p:spPr>
            </p:pic>
          </mc:Fallback>
        </mc:AlternateContent>
      </p:grpSp>
      <p:grpSp>
        <p:nvGrpSpPr>
          <p:cNvPr id="30" name="Group 29">
            <a:extLst>
              <a:ext uri="{FF2B5EF4-FFF2-40B4-BE49-F238E27FC236}">
                <a16:creationId xmlns:a16="http://schemas.microsoft.com/office/drawing/2014/main" id="{B45E0EE0-4E12-5D90-92A5-D8518F7C169E}"/>
              </a:ext>
            </a:extLst>
          </p:cNvPr>
          <p:cNvGrpSpPr/>
          <p:nvPr/>
        </p:nvGrpSpPr>
        <p:grpSpPr>
          <a:xfrm>
            <a:off x="5000583" y="4090873"/>
            <a:ext cx="333000" cy="363240"/>
            <a:chOff x="5000583" y="4090873"/>
            <a:chExt cx="333000" cy="363240"/>
          </a:xfrm>
        </p:grpSpPr>
        <mc:AlternateContent xmlns:mc="http://schemas.openxmlformats.org/markup-compatibility/2006" xmlns:p14="http://schemas.microsoft.com/office/powerpoint/2010/main">
          <mc:Choice Requires="p14">
            <p:contentPart p14:bwMode="auto" r:id="rId35">
              <p14:nvContentPartPr>
                <p14:cNvPr id="22" name="Ink 21">
                  <a:extLst>
                    <a:ext uri="{FF2B5EF4-FFF2-40B4-BE49-F238E27FC236}">
                      <a16:creationId xmlns:a16="http://schemas.microsoft.com/office/drawing/2014/main" id="{99F87C23-7E2F-2B83-E6D5-62D026F4A216}"/>
                    </a:ext>
                  </a:extLst>
                </p14:cNvPr>
                <p14:cNvContentPartPr/>
                <p14:nvPr/>
              </p14:nvContentPartPr>
              <p14:xfrm>
                <a:off x="5000583" y="4090873"/>
                <a:ext cx="333000" cy="302760"/>
              </p14:xfrm>
            </p:contentPart>
          </mc:Choice>
          <mc:Fallback xmlns="">
            <p:pic>
              <p:nvPicPr>
                <p:cNvPr id="22" name="Ink 21">
                  <a:extLst>
                    <a:ext uri="{FF2B5EF4-FFF2-40B4-BE49-F238E27FC236}">
                      <a16:creationId xmlns:a16="http://schemas.microsoft.com/office/drawing/2014/main" id="{99F87C23-7E2F-2B83-E6D5-62D026F4A216}"/>
                    </a:ext>
                  </a:extLst>
                </p:cNvPr>
                <p:cNvPicPr/>
                <p:nvPr/>
              </p:nvPicPr>
              <p:blipFill>
                <a:blip r:embed="rId36"/>
                <a:stretch>
                  <a:fillRect/>
                </a:stretch>
              </p:blipFill>
              <p:spPr>
                <a:xfrm>
                  <a:off x="4982943" y="4072873"/>
                  <a:ext cx="36864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3" name="Ink 22">
                  <a:extLst>
                    <a:ext uri="{FF2B5EF4-FFF2-40B4-BE49-F238E27FC236}">
                      <a16:creationId xmlns:a16="http://schemas.microsoft.com/office/drawing/2014/main" id="{7A1701C3-555A-485D-4C58-9EB28CE830A9}"/>
                    </a:ext>
                  </a:extLst>
                </p14:cNvPr>
                <p14:cNvContentPartPr/>
                <p14:nvPr/>
              </p14:nvContentPartPr>
              <p14:xfrm>
                <a:off x="5066103" y="4250713"/>
                <a:ext cx="171720" cy="203400"/>
              </p14:xfrm>
            </p:contentPart>
          </mc:Choice>
          <mc:Fallback xmlns="">
            <p:pic>
              <p:nvPicPr>
                <p:cNvPr id="23" name="Ink 22">
                  <a:extLst>
                    <a:ext uri="{FF2B5EF4-FFF2-40B4-BE49-F238E27FC236}">
                      <a16:creationId xmlns:a16="http://schemas.microsoft.com/office/drawing/2014/main" id="{7A1701C3-555A-485D-4C58-9EB28CE830A9}"/>
                    </a:ext>
                  </a:extLst>
                </p:cNvPr>
                <p:cNvPicPr/>
                <p:nvPr/>
              </p:nvPicPr>
              <p:blipFill>
                <a:blip r:embed="rId38"/>
                <a:stretch>
                  <a:fillRect/>
                </a:stretch>
              </p:blipFill>
              <p:spPr>
                <a:xfrm>
                  <a:off x="5048463" y="4233073"/>
                  <a:ext cx="207360" cy="239040"/>
                </a:xfrm>
                <a:prstGeom prst="rect">
                  <a:avLst/>
                </a:prstGeom>
              </p:spPr>
            </p:pic>
          </mc:Fallback>
        </mc:AlternateContent>
      </p:grpSp>
      <p:grpSp>
        <p:nvGrpSpPr>
          <p:cNvPr id="29" name="Group 28">
            <a:extLst>
              <a:ext uri="{FF2B5EF4-FFF2-40B4-BE49-F238E27FC236}">
                <a16:creationId xmlns:a16="http://schemas.microsoft.com/office/drawing/2014/main" id="{3435E4AF-7239-58C9-6555-F07DE501B2EA}"/>
              </a:ext>
            </a:extLst>
          </p:cNvPr>
          <p:cNvGrpSpPr/>
          <p:nvPr/>
        </p:nvGrpSpPr>
        <p:grpSpPr>
          <a:xfrm>
            <a:off x="5567583" y="4332433"/>
            <a:ext cx="557280" cy="215640"/>
            <a:chOff x="5567583" y="4332433"/>
            <a:chExt cx="557280" cy="215640"/>
          </a:xfrm>
        </p:grpSpPr>
        <mc:AlternateContent xmlns:mc="http://schemas.openxmlformats.org/markup-compatibility/2006" xmlns:p14="http://schemas.microsoft.com/office/powerpoint/2010/main">
          <mc:Choice Requires="p14">
            <p:contentPart p14:bwMode="auto" r:id="rId39">
              <p14:nvContentPartPr>
                <p14:cNvPr id="24" name="Ink 23">
                  <a:extLst>
                    <a:ext uri="{FF2B5EF4-FFF2-40B4-BE49-F238E27FC236}">
                      <a16:creationId xmlns:a16="http://schemas.microsoft.com/office/drawing/2014/main" id="{66DD820D-F511-9168-C8FA-9AC9A11F48B2}"/>
                    </a:ext>
                  </a:extLst>
                </p14:cNvPr>
                <p14:cNvContentPartPr/>
                <p14:nvPr/>
              </p14:nvContentPartPr>
              <p14:xfrm>
                <a:off x="5567583" y="4390033"/>
                <a:ext cx="9360" cy="144360"/>
              </p14:xfrm>
            </p:contentPart>
          </mc:Choice>
          <mc:Fallback xmlns="">
            <p:pic>
              <p:nvPicPr>
                <p:cNvPr id="24" name="Ink 23">
                  <a:extLst>
                    <a:ext uri="{FF2B5EF4-FFF2-40B4-BE49-F238E27FC236}">
                      <a16:creationId xmlns:a16="http://schemas.microsoft.com/office/drawing/2014/main" id="{66DD820D-F511-9168-C8FA-9AC9A11F48B2}"/>
                    </a:ext>
                  </a:extLst>
                </p:cNvPr>
                <p:cNvPicPr/>
                <p:nvPr/>
              </p:nvPicPr>
              <p:blipFill>
                <a:blip r:embed="rId40"/>
                <a:stretch>
                  <a:fillRect/>
                </a:stretch>
              </p:blipFill>
              <p:spPr>
                <a:xfrm>
                  <a:off x="5549943" y="4372393"/>
                  <a:ext cx="4500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5" name="Ink 24">
                  <a:extLst>
                    <a:ext uri="{FF2B5EF4-FFF2-40B4-BE49-F238E27FC236}">
                      <a16:creationId xmlns:a16="http://schemas.microsoft.com/office/drawing/2014/main" id="{7D291E75-AABB-8990-2B0E-C12AA234CB77}"/>
                    </a:ext>
                  </a:extLst>
                </p14:cNvPr>
                <p14:cNvContentPartPr/>
                <p14:nvPr/>
              </p14:nvContentPartPr>
              <p14:xfrm>
                <a:off x="5715903" y="4390753"/>
                <a:ext cx="46800" cy="157320"/>
              </p14:xfrm>
            </p:contentPart>
          </mc:Choice>
          <mc:Fallback xmlns="">
            <p:pic>
              <p:nvPicPr>
                <p:cNvPr id="25" name="Ink 24">
                  <a:extLst>
                    <a:ext uri="{FF2B5EF4-FFF2-40B4-BE49-F238E27FC236}">
                      <a16:creationId xmlns:a16="http://schemas.microsoft.com/office/drawing/2014/main" id="{7D291E75-AABB-8990-2B0E-C12AA234CB77}"/>
                    </a:ext>
                  </a:extLst>
                </p:cNvPr>
                <p:cNvPicPr/>
                <p:nvPr/>
              </p:nvPicPr>
              <p:blipFill>
                <a:blip r:embed="rId42"/>
                <a:stretch>
                  <a:fillRect/>
                </a:stretch>
              </p:blipFill>
              <p:spPr>
                <a:xfrm>
                  <a:off x="5697903" y="4372753"/>
                  <a:ext cx="8244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6" name="Ink 25">
                  <a:extLst>
                    <a:ext uri="{FF2B5EF4-FFF2-40B4-BE49-F238E27FC236}">
                      <a16:creationId xmlns:a16="http://schemas.microsoft.com/office/drawing/2014/main" id="{FE16C1FA-D81E-BECF-AA93-AE1ABF30BA84}"/>
                    </a:ext>
                  </a:extLst>
                </p14:cNvPr>
                <p14:cNvContentPartPr/>
                <p14:nvPr/>
              </p14:nvContentPartPr>
              <p14:xfrm>
                <a:off x="5737143" y="4332433"/>
                <a:ext cx="142920" cy="148320"/>
              </p14:xfrm>
            </p:contentPart>
          </mc:Choice>
          <mc:Fallback xmlns="">
            <p:pic>
              <p:nvPicPr>
                <p:cNvPr id="26" name="Ink 25">
                  <a:extLst>
                    <a:ext uri="{FF2B5EF4-FFF2-40B4-BE49-F238E27FC236}">
                      <a16:creationId xmlns:a16="http://schemas.microsoft.com/office/drawing/2014/main" id="{FE16C1FA-D81E-BECF-AA93-AE1ABF30BA84}"/>
                    </a:ext>
                  </a:extLst>
                </p:cNvPr>
                <p:cNvPicPr/>
                <p:nvPr/>
              </p:nvPicPr>
              <p:blipFill>
                <a:blip r:embed="rId44"/>
                <a:stretch>
                  <a:fillRect/>
                </a:stretch>
              </p:blipFill>
              <p:spPr>
                <a:xfrm>
                  <a:off x="5719503" y="4314433"/>
                  <a:ext cx="17856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7" name="Ink 26">
                  <a:extLst>
                    <a:ext uri="{FF2B5EF4-FFF2-40B4-BE49-F238E27FC236}">
                      <a16:creationId xmlns:a16="http://schemas.microsoft.com/office/drawing/2014/main" id="{46854C12-9D9C-76EB-ADF8-16AFAB893882}"/>
                    </a:ext>
                  </a:extLst>
                </p14:cNvPr>
                <p14:cNvContentPartPr/>
                <p14:nvPr/>
              </p14:nvContentPartPr>
              <p14:xfrm>
                <a:off x="5996343" y="4345033"/>
                <a:ext cx="40680" cy="36360"/>
              </p14:xfrm>
            </p:contentPart>
          </mc:Choice>
          <mc:Fallback xmlns="">
            <p:pic>
              <p:nvPicPr>
                <p:cNvPr id="27" name="Ink 26">
                  <a:extLst>
                    <a:ext uri="{FF2B5EF4-FFF2-40B4-BE49-F238E27FC236}">
                      <a16:creationId xmlns:a16="http://schemas.microsoft.com/office/drawing/2014/main" id="{46854C12-9D9C-76EB-ADF8-16AFAB893882}"/>
                    </a:ext>
                  </a:extLst>
                </p:cNvPr>
                <p:cNvPicPr/>
                <p:nvPr/>
              </p:nvPicPr>
              <p:blipFill>
                <a:blip r:embed="rId46"/>
                <a:stretch>
                  <a:fillRect/>
                </a:stretch>
              </p:blipFill>
              <p:spPr>
                <a:xfrm>
                  <a:off x="5978343" y="4327033"/>
                  <a:ext cx="763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8" name="Ink 27">
                  <a:extLst>
                    <a:ext uri="{FF2B5EF4-FFF2-40B4-BE49-F238E27FC236}">
                      <a16:creationId xmlns:a16="http://schemas.microsoft.com/office/drawing/2014/main" id="{AE0F258B-43D1-4D01-4AD7-F8227B0403C4}"/>
                    </a:ext>
                  </a:extLst>
                </p14:cNvPr>
                <p14:cNvContentPartPr/>
                <p14:nvPr/>
              </p14:nvContentPartPr>
              <p14:xfrm>
                <a:off x="6025503" y="4401193"/>
                <a:ext cx="99360" cy="50760"/>
              </p14:xfrm>
            </p:contentPart>
          </mc:Choice>
          <mc:Fallback xmlns="">
            <p:pic>
              <p:nvPicPr>
                <p:cNvPr id="28" name="Ink 27">
                  <a:extLst>
                    <a:ext uri="{FF2B5EF4-FFF2-40B4-BE49-F238E27FC236}">
                      <a16:creationId xmlns:a16="http://schemas.microsoft.com/office/drawing/2014/main" id="{AE0F258B-43D1-4D01-4AD7-F8227B0403C4}"/>
                    </a:ext>
                  </a:extLst>
                </p:cNvPr>
                <p:cNvPicPr/>
                <p:nvPr/>
              </p:nvPicPr>
              <p:blipFill>
                <a:blip r:embed="rId48"/>
                <a:stretch>
                  <a:fillRect/>
                </a:stretch>
              </p:blipFill>
              <p:spPr>
                <a:xfrm>
                  <a:off x="6007863" y="4383193"/>
                  <a:ext cx="135000" cy="86400"/>
                </a:xfrm>
                <a:prstGeom prst="rect">
                  <a:avLst/>
                </a:prstGeom>
              </p:spPr>
            </p:pic>
          </mc:Fallback>
        </mc:AlternateContent>
      </p:grpSp>
      <p:grpSp>
        <p:nvGrpSpPr>
          <p:cNvPr id="39" name="Group 38">
            <a:extLst>
              <a:ext uri="{FF2B5EF4-FFF2-40B4-BE49-F238E27FC236}">
                <a16:creationId xmlns:a16="http://schemas.microsoft.com/office/drawing/2014/main" id="{1137E8E5-E7DE-3A98-A918-94EFD351F8BE}"/>
              </a:ext>
            </a:extLst>
          </p:cNvPr>
          <p:cNvGrpSpPr/>
          <p:nvPr/>
        </p:nvGrpSpPr>
        <p:grpSpPr>
          <a:xfrm>
            <a:off x="6550023" y="4202113"/>
            <a:ext cx="1624320" cy="335880"/>
            <a:chOff x="6550023" y="4202113"/>
            <a:chExt cx="1624320" cy="335880"/>
          </a:xfrm>
        </p:grpSpPr>
        <mc:AlternateContent xmlns:mc="http://schemas.openxmlformats.org/markup-compatibility/2006" xmlns:p14="http://schemas.microsoft.com/office/powerpoint/2010/main">
          <mc:Choice Requires="p14">
            <p:contentPart p14:bwMode="auto" r:id="rId49">
              <p14:nvContentPartPr>
                <p14:cNvPr id="31" name="Ink 30">
                  <a:extLst>
                    <a:ext uri="{FF2B5EF4-FFF2-40B4-BE49-F238E27FC236}">
                      <a16:creationId xmlns:a16="http://schemas.microsoft.com/office/drawing/2014/main" id="{49DC7CC4-4A86-4B68-84AE-ACB6262BDF99}"/>
                    </a:ext>
                  </a:extLst>
                </p14:cNvPr>
                <p14:cNvContentPartPr/>
                <p14:nvPr/>
              </p14:nvContentPartPr>
              <p14:xfrm>
                <a:off x="6550023" y="4213993"/>
                <a:ext cx="90360" cy="324000"/>
              </p14:xfrm>
            </p:contentPart>
          </mc:Choice>
          <mc:Fallback xmlns="">
            <p:pic>
              <p:nvPicPr>
                <p:cNvPr id="31" name="Ink 30">
                  <a:extLst>
                    <a:ext uri="{FF2B5EF4-FFF2-40B4-BE49-F238E27FC236}">
                      <a16:creationId xmlns:a16="http://schemas.microsoft.com/office/drawing/2014/main" id="{49DC7CC4-4A86-4B68-84AE-ACB6262BDF99}"/>
                    </a:ext>
                  </a:extLst>
                </p:cNvPr>
                <p:cNvPicPr/>
                <p:nvPr/>
              </p:nvPicPr>
              <p:blipFill>
                <a:blip r:embed="rId50"/>
                <a:stretch>
                  <a:fillRect/>
                </a:stretch>
              </p:blipFill>
              <p:spPr>
                <a:xfrm>
                  <a:off x="6532383" y="4195993"/>
                  <a:ext cx="12600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2" name="Ink 31">
                  <a:extLst>
                    <a:ext uri="{FF2B5EF4-FFF2-40B4-BE49-F238E27FC236}">
                      <a16:creationId xmlns:a16="http://schemas.microsoft.com/office/drawing/2014/main" id="{74422562-4533-0086-C76B-05394264B216}"/>
                    </a:ext>
                  </a:extLst>
                </p14:cNvPr>
                <p14:cNvContentPartPr/>
                <p14:nvPr/>
              </p14:nvContentPartPr>
              <p14:xfrm>
                <a:off x="6736863" y="4215793"/>
                <a:ext cx="184680" cy="176760"/>
              </p14:xfrm>
            </p:contentPart>
          </mc:Choice>
          <mc:Fallback xmlns="">
            <p:pic>
              <p:nvPicPr>
                <p:cNvPr id="32" name="Ink 31">
                  <a:extLst>
                    <a:ext uri="{FF2B5EF4-FFF2-40B4-BE49-F238E27FC236}">
                      <a16:creationId xmlns:a16="http://schemas.microsoft.com/office/drawing/2014/main" id="{74422562-4533-0086-C76B-05394264B216}"/>
                    </a:ext>
                  </a:extLst>
                </p:cNvPr>
                <p:cNvPicPr/>
                <p:nvPr/>
              </p:nvPicPr>
              <p:blipFill>
                <a:blip r:embed="rId52"/>
                <a:stretch>
                  <a:fillRect/>
                </a:stretch>
              </p:blipFill>
              <p:spPr>
                <a:xfrm>
                  <a:off x="6718863" y="4197793"/>
                  <a:ext cx="22032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3" name="Ink 32">
                  <a:extLst>
                    <a:ext uri="{FF2B5EF4-FFF2-40B4-BE49-F238E27FC236}">
                      <a16:creationId xmlns:a16="http://schemas.microsoft.com/office/drawing/2014/main" id="{EFE456CD-ECC2-1C32-969B-544EA34852A3}"/>
                    </a:ext>
                  </a:extLst>
                </p14:cNvPr>
                <p14:cNvContentPartPr/>
                <p14:nvPr/>
              </p14:nvContentPartPr>
              <p14:xfrm>
                <a:off x="6883743" y="4257553"/>
                <a:ext cx="22320" cy="236520"/>
              </p14:xfrm>
            </p:contentPart>
          </mc:Choice>
          <mc:Fallback xmlns="">
            <p:pic>
              <p:nvPicPr>
                <p:cNvPr id="33" name="Ink 32">
                  <a:extLst>
                    <a:ext uri="{FF2B5EF4-FFF2-40B4-BE49-F238E27FC236}">
                      <a16:creationId xmlns:a16="http://schemas.microsoft.com/office/drawing/2014/main" id="{EFE456CD-ECC2-1C32-969B-544EA34852A3}"/>
                    </a:ext>
                  </a:extLst>
                </p:cNvPr>
                <p:cNvPicPr/>
                <p:nvPr/>
              </p:nvPicPr>
              <p:blipFill>
                <a:blip r:embed="rId54"/>
                <a:stretch>
                  <a:fillRect/>
                </a:stretch>
              </p:blipFill>
              <p:spPr>
                <a:xfrm>
                  <a:off x="6865743" y="4239553"/>
                  <a:ext cx="5796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4" name="Ink 33">
                  <a:extLst>
                    <a:ext uri="{FF2B5EF4-FFF2-40B4-BE49-F238E27FC236}">
                      <a16:creationId xmlns:a16="http://schemas.microsoft.com/office/drawing/2014/main" id="{7F7B17AB-E919-1F89-79E1-48E7794CDCA8}"/>
                    </a:ext>
                  </a:extLst>
                </p14:cNvPr>
                <p14:cNvContentPartPr/>
                <p14:nvPr/>
              </p14:nvContentPartPr>
              <p14:xfrm>
                <a:off x="7034583" y="4202113"/>
                <a:ext cx="112680" cy="221400"/>
              </p14:xfrm>
            </p:contentPart>
          </mc:Choice>
          <mc:Fallback xmlns="">
            <p:pic>
              <p:nvPicPr>
                <p:cNvPr id="34" name="Ink 33">
                  <a:extLst>
                    <a:ext uri="{FF2B5EF4-FFF2-40B4-BE49-F238E27FC236}">
                      <a16:creationId xmlns:a16="http://schemas.microsoft.com/office/drawing/2014/main" id="{7F7B17AB-E919-1F89-79E1-48E7794CDCA8}"/>
                    </a:ext>
                  </a:extLst>
                </p:cNvPr>
                <p:cNvPicPr/>
                <p:nvPr/>
              </p:nvPicPr>
              <p:blipFill>
                <a:blip r:embed="rId56"/>
                <a:stretch>
                  <a:fillRect/>
                </a:stretch>
              </p:blipFill>
              <p:spPr>
                <a:xfrm>
                  <a:off x="7016583" y="4184473"/>
                  <a:ext cx="14832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5" name="Ink 34">
                  <a:extLst>
                    <a:ext uri="{FF2B5EF4-FFF2-40B4-BE49-F238E27FC236}">
                      <a16:creationId xmlns:a16="http://schemas.microsoft.com/office/drawing/2014/main" id="{6B96B521-B306-A21B-B09D-3FF640ABA0DB}"/>
                    </a:ext>
                  </a:extLst>
                </p14:cNvPr>
                <p14:cNvContentPartPr/>
                <p14:nvPr/>
              </p14:nvContentPartPr>
              <p14:xfrm>
                <a:off x="7326183" y="4207153"/>
                <a:ext cx="150480" cy="164520"/>
              </p14:xfrm>
            </p:contentPart>
          </mc:Choice>
          <mc:Fallback xmlns="">
            <p:pic>
              <p:nvPicPr>
                <p:cNvPr id="35" name="Ink 34">
                  <a:extLst>
                    <a:ext uri="{FF2B5EF4-FFF2-40B4-BE49-F238E27FC236}">
                      <a16:creationId xmlns:a16="http://schemas.microsoft.com/office/drawing/2014/main" id="{6B96B521-B306-A21B-B09D-3FF640ABA0DB}"/>
                    </a:ext>
                  </a:extLst>
                </p:cNvPr>
                <p:cNvPicPr/>
                <p:nvPr/>
              </p:nvPicPr>
              <p:blipFill>
                <a:blip r:embed="rId58"/>
                <a:stretch>
                  <a:fillRect/>
                </a:stretch>
              </p:blipFill>
              <p:spPr>
                <a:xfrm>
                  <a:off x="7308183" y="4189153"/>
                  <a:ext cx="18612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6" name="Ink 35">
                  <a:extLst>
                    <a:ext uri="{FF2B5EF4-FFF2-40B4-BE49-F238E27FC236}">
                      <a16:creationId xmlns:a16="http://schemas.microsoft.com/office/drawing/2014/main" id="{4695D7BB-0420-F50D-7F69-4911CDA773ED}"/>
                    </a:ext>
                  </a:extLst>
                </p14:cNvPr>
                <p14:cNvContentPartPr/>
                <p14:nvPr/>
              </p14:nvContentPartPr>
              <p14:xfrm>
                <a:off x="7579623" y="4325233"/>
                <a:ext cx="189360" cy="126720"/>
              </p14:xfrm>
            </p:contentPart>
          </mc:Choice>
          <mc:Fallback xmlns="">
            <p:pic>
              <p:nvPicPr>
                <p:cNvPr id="36" name="Ink 35">
                  <a:extLst>
                    <a:ext uri="{FF2B5EF4-FFF2-40B4-BE49-F238E27FC236}">
                      <a16:creationId xmlns:a16="http://schemas.microsoft.com/office/drawing/2014/main" id="{4695D7BB-0420-F50D-7F69-4911CDA773ED}"/>
                    </a:ext>
                  </a:extLst>
                </p:cNvPr>
                <p:cNvPicPr/>
                <p:nvPr/>
              </p:nvPicPr>
              <p:blipFill>
                <a:blip r:embed="rId60"/>
                <a:stretch>
                  <a:fillRect/>
                </a:stretch>
              </p:blipFill>
              <p:spPr>
                <a:xfrm>
                  <a:off x="7561983" y="4307593"/>
                  <a:ext cx="22500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7" name="Ink 36">
                  <a:extLst>
                    <a:ext uri="{FF2B5EF4-FFF2-40B4-BE49-F238E27FC236}">
                      <a16:creationId xmlns:a16="http://schemas.microsoft.com/office/drawing/2014/main" id="{E6C4A4B1-80DB-AE4D-587A-B93C898939E6}"/>
                    </a:ext>
                  </a:extLst>
                </p14:cNvPr>
                <p14:cNvContentPartPr/>
                <p14:nvPr/>
              </p14:nvContentPartPr>
              <p14:xfrm>
                <a:off x="7874823" y="4311193"/>
                <a:ext cx="299520" cy="90000"/>
              </p14:xfrm>
            </p:contentPart>
          </mc:Choice>
          <mc:Fallback xmlns="">
            <p:pic>
              <p:nvPicPr>
                <p:cNvPr id="37" name="Ink 36">
                  <a:extLst>
                    <a:ext uri="{FF2B5EF4-FFF2-40B4-BE49-F238E27FC236}">
                      <a16:creationId xmlns:a16="http://schemas.microsoft.com/office/drawing/2014/main" id="{E6C4A4B1-80DB-AE4D-587A-B93C898939E6}"/>
                    </a:ext>
                  </a:extLst>
                </p:cNvPr>
                <p:cNvPicPr/>
                <p:nvPr/>
              </p:nvPicPr>
              <p:blipFill>
                <a:blip r:embed="rId62"/>
                <a:stretch>
                  <a:fillRect/>
                </a:stretch>
              </p:blipFill>
              <p:spPr>
                <a:xfrm>
                  <a:off x="7856823" y="4293553"/>
                  <a:ext cx="335160" cy="125640"/>
                </a:xfrm>
                <a:prstGeom prst="rect">
                  <a:avLst/>
                </a:prstGeom>
              </p:spPr>
            </p:pic>
          </mc:Fallback>
        </mc:AlternateContent>
      </p:grpSp>
      <p:grpSp>
        <p:nvGrpSpPr>
          <p:cNvPr id="61" name="Group 60">
            <a:extLst>
              <a:ext uri="{FF2B5EF4-FFF2-40B4-BE49-F238E27FC236}">
                <a16:creationId xmlns:a16="http://schemas.microsoft.com/office/drawing/2014/main" id="{740A5860-2232-47FB-D6FF-5A8CDA775EB8}"/>
              </a:ext>
            </a:extLst>
          </p:cNvPr>
          <p:cNvGrpSpPr/>
          <p:nvPr/>
        </p:nvGrpSpPr>
        <p:grpSpPr>
          <a:xfrm>
            <a:off x="2038143" y="5815633"/>
            <a:ext cx="330480" cy="671040"/>
            <a:chOff x="2038143" y="5815633"/>
            <a:chExt cx="330480" cy="671040"/>
          </a:xfrm>
        </p:grpSpPr>
        <mc:AlternateContent xmlns:mc="http://schemas.openxmlformats.org/markup-compatibility/2006" xmlns:p14="http://schemas.microsoft.com/office/powerpoint/2010/main">
          <mc:Choice Requires="p14">
            <p:contentPart p14:bwMode="auto" r:id="rId63">
              <p14:nvContentPartPr>
                <p14:cNvPr id="40" name="Ink 39">
                  <a:extLst>
                    <a:ext uri="{FF2B5EF4-FFF2-40B4-BE49-F238E27FC236}">
                      <a16:creationId xmlns:a16="http://schemas.microsoft.com/office/drawing/2014/main" id="{F17E8537-CA2A-2D8C-76B7-5FC2F42B67DF}"/>
                    </a:ext>
                  </a:extLst>
                </p14:cNvPr>
                <p14:cNvContentPartPr/>
                <p14:nvPr/>
              </p14:nvContentPartPr>
              <p14:xfrm>
                <a:off x="2061903" y="5815633"/>
                <a:ext cx="41760" cy="652680"/>
              </p14:xfrm>
            </p:contentPart>
          </mc:Choice>
          <mc:Fallback xmlns="">
            <p:pic>
              <p:nvPicPr>
                <p:cNvPr id="40" name="Ink 39">
                  <a:extLst>
                    <a:ext uri="{FF2B5EF4-FFF2-40B4-BE49-F238E27FC236}">
                      <a16:creationId xmlns:a16="http://schemas.microsoft.com/office/drawing/2014/main" id="{F17E8537-CA2A-2D8C-76B7-5FC2F42B67DF}"/>
                    </a:ext>
                  </a:extLst>
                </p:cNvPr>
                <p:cNvPicPr/>
                <p:nvPr/>
              </p:nvPicPr>
              <p:blipFill>
                <a:blip r:embed="rId64"/>
                <a:stretch>
                  <a:fillRect/>
                </a:stretch>
              </p:blipFill>
              <p:spPr>
                <a:xfrm>
                  <a:off x="2044263" y="5797633"/>
                  <a:ext cx="77400" cy="6883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1" name="Ink 40">
                  <a:extLst>
                    <a:ext uri="{FF2B5EF4-FFF2-40B4-BE49-F238E27FC236}">
                      <a16:creationId xmlns:a16="http://schemas.microsoft.com/office/drawing/2014/main" id="{7ADDE2CB-395E-C4A4-B2F3-322D80CB66B0}"/>
                    </a:ext>
                  </a:extLst>
                </p14:cNvPr>
                <p14:cNvContentPartPr/>
                <p14:nvPr/>
              </p14:nvContentPartPr>
              <p14:xfrm>
                <a:off x="2038143" y="5853793"/>
                <a:ext cx="13320" cy="502200"/>
              </p14:xfrm>
            </p:contentPart>
          </mc:Choice>
          <mc:Fallback xmlns="">
            <p:pic>
              <p:nvPicPr>
                <p:cNvPr id="41" name="Ink 40">
                  <a:extLst>
                    <a:ext uri="{FF2B5EF4-FFF2-40B4-BE49-F238E27FC236}">
                      <a16:creationId xmlns:a16="http://schemas.microsoft.com/office/drawing/2014/main" id="{7ADDE2CB-395E-C4A4-B2F3-322D80CB66B0}"/>
                    </a:ext>
                  </a:extLst>
                </p:cNvPr>
                <p:cNvPicPr/>
                <p:nvPr/>
              </p:nvPicPr>
              <p:blipFill>
                <a:blip r:embed="rId66"/>
                <a:stretch>
                  <a:fillRect/>
                </a:stretch>
              </p:blipFill>
              <p:spPr>
                <a:xfrm>
                  <a:off x="2020503" y="5835793"/>
                  <a:ext cx="48960" cy="5378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2" name="Ink 41">
                  <a:extLst>
                    <a:ext uri="{FF2B5EF4-FFF2-40B4-BE49-F238E27FC236}">
                      <a16:creationId xmlns:a16="http://schemas.microsoft.com/office/drawing/2014/main" id="{5AF86705-E264-D01E-C642-83BC48EF6962}"/>
                    </a:ext>
                  </a:extLst>
                </p14:cNvPr>
                <p14:cNvContentPartPr/>
                <p14:nvPr/>
              </p14:nvContentPartPr>
              <p14:xfrm>
                <a:off x="2077743" y="5908873"/>
                <a:ext cx="35280" cy="430560"/>
              </p14:xfrm>
            </p:contentPart>
          </mc:Choice>
          <mc:Fallback xmlns="">
            <p:pic>
              <p:nvPicPr>
                <p:cNvPr id="42" name="Ink 41">
                  <a:extLst>
                    <a:ext uri="{FF2B5EF4-FFF2-40B4-BE49-F238E27FC236}">
                      <a16:creationId xmlns:a16="http://schemas.microsoft.com/office/drawing/2014/main" id="{5AF86705-E264-D01E-C642-83BC48EF6962}"/>
                    </a:ext>
                  </a:extLst>
                </p:cNvPr>
                <p:cNvPicPr/>
                <p:nvPr/>
              </p:nvPicPr>
              <p:blipFill>
                <a:blip r:embed="rId68"/>
                <a:stretch>
                  <a:fillRect/>
                </a:stretch>
              </p:blipFill>
              <p:spPr>
                <a:xfrm>
                  <a:off x="2059743" y="5890873"/>
                  <a:ext cx="70920" cy="4662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3" name="Ink 42">
                  <a:extLst>
                    <a:ext uri="{FF2B5EF4-FFF2-40B4-BE49-F238E27FC236}">
                      <a16:creationId xmlns:a16="http://schemas.microsoft.com/office/drawing/2014/main" id="{A65A6F4A-92DE-7B15-14F3-5D90626DE530}"/>
                    </a:ext>
                  </a:extLst>
                </p14:cNvPr>
                <p14:cNvContentPartPr/>
                <p14:nvPr/>
              </p14:nvContentPartPr>
              <p14:xfrm>
                <a:off x="2110863" y="5877553"/>
                <a:ext cx="22320" cy="578520"/>
              </p14:xfrm>
            </p:contentPart>
          </mc:Choice>
          <mc:Fallback xmlns="">
            <p:pic>
              <p:nvPicPr>
                <p:cNvPr id="43" name="Ink 42">
                  <a:extLst>
                    <a:ext uri="{FF2B5EF4-FFF2-40B4-BE49-F238E27FC236}">
                      <a16:creationId xmlns:a16="http://schemas.microsoft.com/office/drawing/2014/main" id="{A65A6F4A-92DE-7B15-14F3-5D90626DE530}"/>
                    </a:ext>
                  </a:extLst>
                </p:cNvPr>
                <p:cNvPicPr/>
                <p:nvPr/>
              </p:nvPicPr>
              <p:blipFill>
                <a:blip r:embed="rId70"/>
                <a:stretch>
                  <a:fillRect/>
                </a:stretch>
              </p:blipFill>
              <p:spPr>
                <a:xfrm>
                  <a:off x="2092863" y="5859913"/>
                  <a:ext cx="57960" cy="6141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4" name="Ink 43">
                  <a:extLst>
                    <a:ext uri="{FF2B5EF4-FFF2-40B4-BE49-F238E27FC236}">
                      <a16:creationId xmlns:a16="http://schemas.microsoft.com/office/drawing/2014/main" id="{688945A4-6CE0-AA4A-20BD-21CB5215B36D}"/>
                    </a:ext>
                  </a:extLst>
                </p14:cNvPr>
                <p14:cNvContentPartPr/>
                <p14:nvPr/>
              </p14:nvContentPartPr>
              <p14:xfrm>
                <a:off x="2305983" y="5905273"/>
                <a:ext cx="19440" cy="541800"/>
              </p14:xfrm>
            </p:contentPart>
          </mc:Choice>
          <mc:Fallback xmlns="">
            <p:pic>
              <p:nvPicPr>
                <p:cNvPr id="44" name="Ink 43">
                  <a:extLst>
                    <a:ext uri="{FF2B5EF4-FFF2-40B4-BE49-F238E27FC236}">
                      <a16:creationId xmlns:a16="http://schemas.microsoft.com/office/drawing/2014/main" id="{688945A4-6CE0-AA4A-20BD-21CB5215B36D}"/>
                    </a:ext>
                  </a:extLst>
                </p:cNvPr>
                <p:cNvPicPr/>
                <p:nvPr/>
              </p:nvPicPr>
              <p:blipFill>
                <a:blip r:embed="rId72"/>
                <a:stretch>
                  <a:fillRect/>
                </a:stretch>
              </p:blipFill>
              <p:spPr>
                <a:xfrm>
                  <a:off x="2287983" y="5887273"/>
                  <a:ext cx="55080" cy="5774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5" name="Ink 44">
                  <a:extLst>
                    <a:ext uri="{FF2B5EF4-FFF2-40B4-BE49-F238E27FC236}">
                      <a16:creationId xmlns:a16="http://schemas.microsoft.com/office/drawing/2014/main" id="{CC246CF1-90D8-45BA-4802-364EA5DA3793}"/>
                    </a:ext>
                  </a:extLst>
                </p14:cNvPr>
                <p14:cNvContentPartPr/>
                <p14:nvPr/>
              </p14:nvContentPartPr>
              <p14:xfrm>
                <a:off x="2315703" y="5940553"/>
                <a:ext cx="33120" cy="465120"/>
              </p14:xfrm>
            </p:contentPart>
          </mc:Choice>
          <mc:Fallback xmlns="">
            <p:pic>
              <p:nvPicPr>
                <p:cNvPr id="45" name="Ink 44">
                  <a:extLst>
                    <a:ext uri="{FF2B5EF4-FFF2-40B4-BE49-F238E27FC236}">
                      <a16:creationId xmlns:a16="http://schemas.microsoft.com/office/drawing/2014/main" id="{CC246CF1-90D8-45BA-4802-364EA5DA3793}"/>
                    </a:ext>
                  </a:extLst>
                </p:cNvPr>
                <p:cNvPicPr/>
                <p:nvPr/>
              </p:nvPicPr>
              <p:blipFill>
                <a:blip r:embed="rId74"/>
                <a:stretch>
                  <a:fillRect/>
                </a:stretch>
              </p:blipFill>
              <p:spPr>
                <a:xfrm>
                  <a:off x="2298063" y="5922913"/>
                  <a:ext cx="68760" cy="5007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6" name="Ink 45">
                  <a:extLst>
                    <a:ext uri="{FF2B5EF4-FFF2-40B4-BE49-F238E27FC236}">
                      <a16:creationId xmlns:a16="http://schemas.microsoft.com/office/drawing/2014/main" id="{C8899404-4327-F980-B67E-100B81A16146}"/>
                    </a:ext>
                  </a:extLst>
                </p14:cNvPr>
                <p14:cNvContentPartPr/>
                <p14:nvPr/>
              </p14:nvContentPartPr>
              <p14:xfrm>
                <a:off x="2343423" y="5898433"/>
                <a:ext cx="25200" cy="588240"/>
              </p14:xfrm>
            </p:contentPart>
          </mc:Choice>
          <mc:Fallback xmlns="">
            <p:pic>
              <p:nvPicPr>
                <p:cNvPr id="46" name="Ink 45">
                  <a:extLst>
                    <a:ext uri="{FF2B5EF4-FFF2-40B4-BE49-F238E27FC236}">
                      <a16:creationId xmlns:a16="http://schemas.microsoft.com/office/drawing/2014/main" id="{C8899404-4327-F980-B67E-100B81A16146}"/>
                    </a:ext>
                  </a:extLst>
                </p:cNvPr>
                <p:cNvPicPr/>
                <p:nvPr/>
              </p:nvPicPr>
              <p:blipFill>
                <a:blip r:embed="rId76"/>
                <a:stretch>
                  <a:fillRect/>
                </a:stretch>
              </p:blipFill>
              <p:spPr>
                <a:xfrm>
                  <a:off x="2325783" y="5880433"/>
                  <a:ext cx="60840" cy="623880"/>
                </a:xfrm>
                <a:prstGeom prst="rect">
                  <a:avLst/>
                </a:prstGeom>
              </p:spPr>
            </p:pic>
          </mc:Fallback>
        </mc:AlternateContent>
      </p:grpSp>
      <p:grpSp>
        <p:nvGrpSpPr>
          <p:cNvPr id="60" name="Group 59">
            <a:extLst>
              <a:ext uri="{FF2B5EF4-FFF2-40B4-BE49-F238E27FC236}">
                <a16:creationId xmlns:a16="http://schemas.microsoft.com/office/drawing/2014/main" id="{0C7F1B62-6120-C504-982D-4169848055B0}"/>
              </a:ext>
            </a:extLst>
          </p:cNvPr>
          <p:cNvGrpSpPr/>
          <p:nvPr/>
        </p:nvGrpSpPr>
        <p:grpSpPr>
          <a:xfrm>
            <a:off x="2600823" y="5908153"/>
            <a:ext cx="210960" cy="556920"/>
            <a:chOff x="2600823" y="5908153"/>
            <a:chExt cx="210960" cy="556920"/>
          </a:xfrm>
        </p:grpSpPr>
        <mc:AlternateContent xmlns:mc="http://schemas.openxmlformats.org/markup-compatibility/2006" xmlns:p14="http://schemas.microsoft.com/office/powerpoint/2010/main">
          <mc:Choice Requires="p14">
            <p:contentPart p14:bwMode="auto" r:id="rId77">
              <p14:nvContentPartPr>
                <p14:cNvPr id="47" name="Ink 46">
                  <a:extLst>
                    <a:ext uri="{FF2B5EF4-FFF2-40B4-BE49-F238E27FC236}">
                      <a16:creationId xmlns:a16="http://schemas.microsoft.com/office/drawing/2014/main" id="{738B670B-24C3-A484-D78A-59CACDCD065C}"/>
                    </a:ext>
                  </a:extLst>
                </p14:cNvPr>
                <p14:cNvContentPartPr/>
                <p14:nvPr/>
              </p14:nvContentPartPr>
              <p14:xfrm>
                <a:off x="2600823" y="5910673"/>
                <a:ext cx="17280" cy="534600"/>
              </p14:xfrm>
            </p:contentPart>
          </mc:Choice>
          <mc:Fallback xmlns="">
            <p:pic>
              <p:nvPicPr>
                <p:cNvPr id="47" name="Ink 46">
                  <a:extLst>
                    <a:ext uri="{FF2B5EF4-FFF2-40B4-BE49-F238E27FC236}">
                      <a16:creationId xmlns:a16="http://schemas.microsoft.com/office/drawing/2014/main" id="{738B670B-24C3-A484-D78A-59CACDCD065C}"/>
                    </a:ext>
                  </a:extLst>
                </p:cNvPr>
                <p:cNvPicPr/>
                <p:nvPr/>
              </p:nvPicPr>
              <p:blipFill>
                <a:blip r:embed="rId78"/>
                <a:stretch>
                  <a:fillRect/>
                </a:stretch>
              </p:blipFill>
              <p:spPr>
                <a:xfrm>
                  <a:off x="2582823" y="5893033"/>
                  <a:ext cx="52920" cy="5702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8" name="Ink 47">
                  <a:extLst>
                    <a:ext uri="{FF2B5EF4-FFF2-40B4-BE49-F238E27FC236}">
                      <a16:creationId xmlns:a16="http://schemas.microsoft.com/office/drawing/2014/main" id="{7344DA38-EF17-963C-FD86-2C8BC291A717}"/>
                    </a:ext>
                  </a:extLst>
                </p14:cNvPr>
                <p14:cNvContentPartPr/>
                <p14:nvPr/>
              </p14:nvContentPartPr>
              <p14:xfrm>
                <a:off x="2614863" y="5939473"/>
                <a:ext cx="22680" cy="489600"/>
              </p14:xfrm>
            </p:contentPart>
          </mc:Choice>
          <mc:Fallback xmlns="">
            <p:pic>
              <p:nvPicPr>
                <p:cNvPr id="48" name="Ink 47">
                  <a:extLst>
                    <a:ext uri="{FF2B5EF4-FFF2-40B4-BE49-F238E27FC236}">
                      <a16:creationId xmlns:a16="http://schemas.microsoft.com/office/drawing/2014/main" id="{7344DA38-EF17-963C-FD86-2C8BC291A717}"/>
                    </a:ext>
                  </a:extLst>
                </p:cNvPr>
                <p:cNvPicPr/>
                <p:nvPr/>
              </p:nvPicPr>
              <p:blipFill>
                <a:blip r:embed="rId80"/>
                <a:stretch>
                  <a:fillRect/>
                </a:stretch>
              </p:blipFill>
              <p:spPr>
                <a:xfrm>
                  <a:off x="2596863" y="5921473"/>
                  <a:ext cx="58320" cy="5252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9" name="Ink 48">
                  <a:extLst>
                    <a:ext uri="{FF2B5EF4-FFF2-40B4-BE49-F238E27FC236}">
                      <a16:creationId xmlns:a16="http://schemas.microsoft.com/office/drawing/2014/main" id="{05F8A8CF-1DE4-89B1-0EA3-9DC0CB1C07FE}"/>
                    </a:ext>
                  </a:extLst>
                </p14:cNvPr>
                <p14:cNvContentPartPr/>
                <p14:nvPr/>
              </p14:nvContentPartPr>
              <p14:xfrm>
                <a:off x="2749143" y="5945593"/>
                <a:ext cx="15480" cy="431280"/>
              </p14:xfrm>
            </p:contentPart>
          </mc:Choice>
          <mc:Fallback xmlns="">
            <p:pic>
              <p:nvPicPr>
                <p:cNvPr id="49" name="Ink 48">
                  <a:extLst>
                    <a:ext uri="{FF2B5EF4-FFF2-40B4-BE49-F238E27FC236}">
                      <a16:creationId xmlns:a16="http://schemas.microsoft.com/office/drawing/2014/main" id="{05F8A8CF-1DE4-89B1-0EA3-9DC0CB1C07FE}"/>
                    </a:ext>
                  </a:extLst>
                </p:cNvPr>
                <p:cNvPicPr/>
                <p:nvPr/>
              </p:nvPicPr>
              <p:blipFill>
                <a:blip r:embed="rId82"/>
                <a:stretch>
                  <a:fillRect/>
                </a:stretch>
              </p:blipFill>
              <p:spPr>
                <a:xfrm>
                  <a:off x="2731503" y="5927953"/>
                  <a:ext cx="51120" cy="4669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0" name="Ink 49">
                  <a:extLst>
                    <a:ext uri="{FF2B5EF4-FFF2-40B4-BE49-F238E27FC236}">
                      <a16:creationId xmlns:a16="http://schemas.microsoft.com/office/drawing/2014/main" id="{FEDBE70F-3385-D385-3CA0-8E85502E3EA7}"/>
                    </a:ext>
                  </a:extLst>
                </p14:cNvPr>
                <p14:cNvContentPartPr/>
                <p14:nvPr/>
              </p14:nvContentPartPr>
              <p14:xfrm>
                <a:off x="2771463" y="5908153"/>
                <a:ext cx="27720" cy="556920"/>
              </p14:xfrm>
            </p:contentPart>
          </mc:Choice>
          <mc:Fallback xmlns="">
            <p:pic>
              <p:nvPicPr>
                <p:cNvPr id="50" name="Ink 49">
                  <a:extLst>
                    <a:ext uri="{FF2B5EF4-FFF2-40B4-BE49-F238E27FC236}">
                      <a16:creationId xmlns:a16="http://schemas.microsoft.com/office/drawing/2014/main" id="{FEDBE70F-3385-D385-3CA0-8E85502E3EA7}"/>
                    </a:ext>
                  </a:extLst>
                </p:cNvPr>
                <p:cNvPicPr/>
                <p:nvPr/>
              </p:nvPicPr>
              <p:blipFill>
                <a:blip r:embed="rId84"/>
                <a:stretch>
                  <a:fillRect/>
                </a:stretch>
              </p:blipFill>
              <p:spPr>
                <a:xfrm>
                  <a:off x="2753823" y="5890513"/>
                  <a:ext cx="63360" cy="5925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1" name="Ink 50">
                  <a:extLst>
                    <a:ext uri="{FF2B5EF4-FFF2-40B4-BE49-F238E27FC236}">
                      <a16:creationId xmlns:a16="http://schemas.microsoft.com/office/drawing/2014/main" id="{0ADE1F70-6F70-7D50-6F96-AE02E42298D8}"/>
                    </a:ext>
                  </a:extLst>
                </p14:cNvPr>
                <p14:cNvContentPartPr/>
                <p14:nvPr/>
              </p14:nvContentPartPr>
              <p14:xfrm>
                <a:off x="2786943" y="5994913"/>
                <a:ext cx="24840" cy="448560"/>
              </p14:xfrm>
            </p:contentPart>
          </mc:Choice>
          <mc:Fallback xmlns="">
            <p:pic>
              <p:nvPicPr>
                <p:cNvPr id="51" name="Ink 50">
                  <a:extLst>
                    <a:ext uri="{FF2B5EF4-FFF2-40B4-BE49-F238E27FC236}">
                      <a16:creationId xmlns:a16="http://schemas.microsoft.com/office/drawing/2014/main" id="{0ADE1F70-6F70-7D50-6F96-AE02E42298D8}"/>
                    </a:ext>
                  </a:extLst>
                </p:cNvPr>
                <p:cNvPicPr/>
                <p:nvPr/>
              </p:nvPicPr>
              <p:blipFill>
                <a:blip r:embed="rId86"/>
                <a:stretch>
                  <a:fillRect/>
                </a:stretch>
              </p:blipFill>
              <p:spPr>
                <a:xfrm>
                  <a:off x="2768943" y="5977273"/>
                  <a:ext cx="60480" cy="484200"/>
                </a:xfrm>
                <a:prstGeom prst="rect">
                  <a:avLst/>
                </a:prstGeom>
              </p:spPr>
            </p:pic>
          </mc:Fallback>
        </mc:AlternateContent>
      </p:grpSp>
      <p:grpSp>
        <p:nvGrpSpPr>
          <p:cNvPr id="59" name="Group 58">
            <a:extLst>
              <a:ext uri="{FF2B5EF4-FFF2-40B4-BE49-F238E27FC236}">
                <a16:creationId xmlns:a16="http://schemas.microsoft.com/office/drawing/2014/main" id="{491A40B6-8510-788C-64B4-8AEF5A44F9FB}"/>
              </a:ext>
            </a:extLst>
          </p:cNvPr>
          <p:cNvGrpSpPr/>
          <p:nvPr/>
        </p:nvGrpSpPr>
        <p:grpSpPr>
          <a:xfrm>
            <a:off x="5924703" y="5872513"/>
            <a:ext cx="463320" cy="695160"/>
            <a:chOff x="5924703" y="5872513"/>
            <a:chExt cx="463320" cy="695160"/>
          </a:xfrm>
        </p:grpSpPr>
        <mc:AlternateContent xmlns:mc="http://schemas.openxmlformats.org/markup-compatibility/2006" xmlns:p14="http://schemas.microsoft.com/office/powerpoint/2010/main">
          <mc:Choice Requires="p14">
            <p:contentPart p14:bwMode="auto" r:id="rId87">
              <p14:nvContentPartPr>
                <p14:cNvPr id="52" name="Ink 51">
                  <a:extLst>
                    <a:ext uri="{FF2B5EF4-FFF2-40B4-BE49-F238E27FC236}">
                      <a16:creationId xmlns:a16="http://schemas.microsoft.com/office/drawing/2014/main" id="{7263B8CA-080A-2404-BA1F-97A2E64B8A12}"/>
                    </a:ext>
                  </a:extLst>
                </p14:cNvPr>
                <p14:cNvContentPartPr/>
                <p14:nvPr/>
              </p14:nvContentPartPr>
              <p14:xfrm>
                <a:off x="5989863" y="5887273"/>
                <a:ext cx="28080" cy="563400"/>
              </p14:xfrm>
            </p:contentPart>
          </mc:Choice>
          <mc:Fallback xmlns="">
            <p:pic>
              <p:nvPicPr>
                <p:cNvPr id="52" name="Ink 51">
                  <a:extLst>
                    <a:ext uri="{FF2B5EF4-FFF2-40B4-BE49-F238E27FC236}">
                      <a16:creationId xmlns:a16="http://schemas.microsoft.com/office/drawing/2014/main" id="{7263B8CA-080A-2404-BA1F-97A2E64B8A12}"/>
                    </a:ext>
                  </a:extLst>
                </p:cNvPr>
                <p:cNvPicPr/>
                <p:nvPr/>
              </p:nvPicPr>
              <p:blipFill>
                <a:blip r:embed="rId88"/>
                <a:stretch>
                  <a:fillRect/>
                </a:stretch>
              </p:blipFill>
              <p:spPr>
                <a:xfrm>
                  <a:off x="5972223" y="5869633"/>
                  <a:ext cx="63720" cy="59904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3" name="Ink 52">
                  <a:extLst>
                    <a:ext uri="{FF2B5EF4-FFF2-40B4-BE49-F238E27FC236}">
                      <a16:creationId xmlns:a16="http://schemas.microsoft.com/office/drawing/2014/main" id="{A0C2F7D2-391D-56E9-3A6C-4B49988477F5}"/>
                    </a:ext>
                  </a:extLst>
                </p14:cNvPr>
                <p14:cNvContentPartPr/>
                <p14:nvPr/>
              </p14:nvContentPartPr>
              <p14:xfrm>
                <a:off x="6184983" y="5930833"/>
                <a:ext cx="360" cy="360"/>
              </p14:xfrm>
            </p:contentPart>
          </mc:Choice>
          <mc:Fallback xmlns="">
            <p:pic>
              <p:nvPicPr>
                <p:cNvPr id="53" name="Ink 52">
                  <a:extLst>
                    <a:ext uri="{FF2B5EF4-FFF2-40B4-BE49-F238E27FC236}">
                      <a16:creationId xmlns:a16="http://schemas.microsoft.com/office/drawing/2014/main" id="{A0C2F7D2-391D-56E9-3A6C-4B49988477F5}"/>
                    </a:ext>
                  </a:extLst>
                </p:cNvPr>
                <p:cNvPicPr/>
                <p:nvPr/>
              </p:nvPicPr>
              <p:blipFill>
                <a:blip r:embed="rId90"/>
                <a:stretch>
                  <a:fillRect/>
                </a:stretch>
              </p:blipFill>
              <p:spPr>
                <a:xfrm>
                  <a:off x="6166983" y="591283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4" name="Ink 53">
                  <a:extLst>
                    <a:ext uri="{FF2B5EF4-FFF2-40B4-BE49-F238E27FC236}">
                      <a16:creationId xmlns:a16="http://schemas.microsoft.com/office/drawing/2014/main" id="{7F569BC5-9BDE-A75B-ACBB-5B03ABDBE216}"/>
                    </a:ext>
                  </a:extLst>
                </p14:cNvPr>
                <p14:cNvContentPartPr/>
                <p14:nvPr/>
              </p14:nvContentPartPr>
              <p14:xfrm>
                <a:off x="6262383" y="5927233"/>
                <a:ext cx="30960" cy="640440"/>
              </p14:xfrm>
            </p:contentPart>
          </mc:Choice>
          <mc:Fallback xmlns="">
            <p:pic>
              <p:nvPicPr>
                <p:cNvPr id="54" name="Ink 53">
                  <a:extLst>
                    <a:ext uri="{FF2B5EF4-FFF2-40B4-BE49-F238E27FC236}">
                      <a16:creationId xmlns:a16="http://schemas.microsoft.com/office/drawing/2014/main" id="{7F569BC5-9BDE-A75B-ACBB-5B03ABDBE216}"/>
                    </a:ext>
                  </a:extLst>
                </p:cNvPr>
                <p:cNvPicPr/>
                <p:nvPr/>
              </p:nvPicPr>
              <p:blipFill>
                <a:blip r:embed="rId92"/>
                <a:stretch>
                  <a:fillRect/>
                </a:stretch>
              </p:blipFill>
              <p:spPr>
                <a:xfrm>
                  <a:off x="6244383" y="5909593"/>
                  <a:ext cx="66600" cy="6760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5" name="Ink 54">
                  <a:extLst>
                    <a:ext uri="{FF2B5EF4-FFF2-40B4-BE49-F238E27FC236}">
                      <a16:creationId xmlns:a16="http://schemas.microsoft.com/office/drawing/2014/main" id="{304B3394-1938-5651-AABC-DD31CFD4D242}"/>
                    </a:ext>
                  </a:extLst>
                </p14:cNvPr>
                <p14:cNvContentPartPr/>
                <p14:nvPr/>
              </p14:nvContentPartPr>
              <p14:xfrm>
                <a:off x="5949183" y="5900593"/>
                <a:ext cx="49320" cy="591840"/>
              </p14:xfrm>
            </p:contentPart>
          </mc:Choice>
          <mc:Fallback xmlns="">
            <p:pic>
              <p:nvPicPr>
                <p:cNvPr id="55" name="Ink 54">
                  <a:extLst>
                    <a:ext uri="{FF2B5EF4-FFF2-40B4-BE49-F238E27FC236}">
                      <a16:creationId xmlns:a16="http://schemas.microsoft.com/office/drawing/2014/main" id="{304B3394-1938-5651-AABC-DD31CFD4D242}"/>
                    </a:ext>
                  </a:extLst>
                </p:cNvPr>
                <p:cNvPicPr/>
                <p:nvPr/>
              </p:nvPicPr>
              <p:blipFill>
                <a:blip r:embed="rId94"/>
                <a:stretch>
                  <a:fillRect/>
                </a:stretch>
              </p:blipFill>
              <p:spPr>
                <a:xfrm>
                  <a:off x="5931543" y="5882593"/>
                  <a:ext cx="84960" cy="6274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6" name="Ink 55">
                  <a:extLst>
                    <a:ext uri="{FF2B5EF4-FFF2-40B4-BE49-F238E27FC236}">
                      <a16:creationId xmlns:a16="http://schemas.microsoft.com/office/drawing/2014/main" id="{8529B951-E048-93A3-4198-C3E7C0545B6B}"/>
                    </a:ext>
                  </a:extLst>
                </p14:cNvPr>
                <p14:cNvContentPartPr/>
                <p14:nvPr/>
              </p14:nvContentPartPr>
              <p14:xfrm>
                <a:off x="5924703" y="5873233"/>
                <a:ext cx="51120" cy="624240"/>
              </p14:xfrm>
            </p:contentPart>
          </mc:Choice>
          <mc:Fallback xmlns="">
            <p:pic>
              <p:nvPicPr>
                <p:cNvPr id="56" name="Ink 55">
                  <a:extLst>
                    <a:ext uri="{FF2B5EF4-FFF2-40B4-BE49-F238E27FC236}">
                      <a16:creationId xmlns:a16="http://schemas.microsoft.com/office/drawing/2014/main" id="{8529B951-E048-93A3-4198-C3E7C0545B6B}"/>
                    </a:ext>
                  </a:extLst>
                </p:cNvPr>
                <p:cNvPicPr/>
                <p:nvPr/>
              </p:nvPicPr>
              <p:blipFill>
                <a:blip r:embed="rId96"/>
                <a:stretch>
                  <a:fillRect/>
                </a:stretch>
              </p:blipFill>
              <p:spPr>
                <a:xfrm>
                  <a:off x="5906703" y="5855233"/>
                  <a:ext cx="86760" cy="6598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7" name="Ink 56">
                  <a:extLst>
                    <a:ext uri="{FF2B5EF4-FFF2-40B4-BE49-F238E27FC236}">
                      <a16:creationId xmlns:a16="http://schemas.microsoft.com/office/drawing/2014/main" id="{A453C439-84BF-D5C9-C896-2ED3E4ECE88A}"/>
                    </a:ext>
                  </a:extLst>
                </p14:cNvPr>
                <p14:cNvContentPartPr/>
                <p14:nvPr/>
              </p14:nvContentPartPr>
              <p14:xfrm>
                <a:off x="6339783" y="5872513"/>
                <a:ext cx="48240" cy="670680"/>
              </p14:xfrm>
            </p:contentPart>
          </mc:Choice>
          <mc:Fallback xmlns="">
            <p:pic>
              <p:nvPicPr>
                <p:cNvPr id="57" name="Ink 56">
                  <a:extLst>
                    <a:ext uri="{FF2B5EF4-FFF2-40B4-BE49-F238E27FC236}">
                      <a16:creationId xmlns:a16="http://schemas.microsoft.com/office/drawing/2014/main" id="{A453C439-84BF-D5C9-C896-2ED3E4ECE88A}"/>
                    </a:ext>
                  </a:extLst>
                </p:cNvPr>
                <p:cNvPicPr/>
                <p:nvPr/>
              </p:nvPicPr>
              <p:blipFill>
                <a:blip r:embed="rId98"/>
                <a:stretch>
                  <a:fillRect/>
                </a:stretch>
              </p:blipFill>
              <p:spPr>
                <a:xfrm>
                  <a:off x="6321783" y="5854513"/>
                  <a:ext cx="83880" cy="7063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8" name="Ink 57">
                  <a:extLst>
                    <a:ext uri="{FF2B5EF4-FFF2-40B4-BE49-F238E27FC236}">
                      <a16:creationId xmlns:a16="http://schemas.microsoft.com/office/drawing/2014/main" id="{94C5B6B9-F609-C148-06AB-72870B56679F}"/>
                    </a:ext>
                  </a:extLst>
                </p14:cNvPr>
                <p14:cNvContentPartPr/>
                <p14:nvPr/>
              </p14:nvContentPartPr>
              <p14:xfrm>
                <a:off x="6311703" y="5911393"/>
                <a:ext cx="19800" cy="407880"/>
              </p14:xfrm>
            </p:contentPart>
          </mc:Choice>
          <mc:Fallback xmlns="">
            <p:pic>
              <p:nvPicPr>
                <p:cNvPr id="58" name="Ink 57">
                  <a:extLst>
                    <a:ext uri="{FF2B5EF4-FFF2-40B4-BE49-F238E27FC236}">
                      <a16:creationId xmlns:a16="http://schemas.microsoft.com/office/drawing/2014/main" id="{94C5B6B9-F609-C148-06AB-72870B56679F}"/>
                    </a:ext>
                  </a:extLst>
                </p:cNvPr>
                <p:cNvPicPr/>
                <p:nvPr/>
              </p:nvPicPr>
              <p:blipFill>
                <a:blip r:embed="rId100"/>
                <a:stretch>
                  <a:fillRect/>
                </a:stretch>
              </p:blipFill>
              <p:spPr>
                <a:xfrm>
                  <a:off x="6294063" y="5893393"/>
                  <a:ext cx="55440" cy="443520"/>
                </a:xfrm>
                <a:prstGeom prst="rect">
                  <a:avLst/>
                </a:prstGeom>
              </p:spPr>
            </p:pic>
          </mc:Fallback>
        </mc:AlternateContent>
      </p:grpSp>
    </p:spTree>
    <p:extLst>
      <p:ext uri="{BB962C8B-B14F-4D97-AF65-F5344CB8AC3E}">
        <p14:creationId xmlns:p14="http://schemas.microsoft.com/office/powerpoint/2010/main" val="2483894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C70C2-D3B7-9AC4-7CF4-00B147CD0567}"/>
              </a:ext>
            </a:extLst>
          </p:cNvPr>
          <p:cNvSpPr>
            <a:spLocks noGrp="1"/>
          </p:cNvSpPr>
          <p:nvPr>
            <p:ph type="title"/>
          </p:nvPr>
        </p:nvSpPr>
        <p:spPr>
          <a:xfrm>
            <a:off x="78739" y="14986"/>
            <a:ext cx="10328275" cy="492443"/>
          </a:xfrm>
        </p:spPr>
        <p:txBody>
          <a:bodyPr/>
          <a:lstStyle/>
          <a:p>
            <a:r>
              <a:rPr lang="en-US" dirty="0"/>
              <a:t>Speed of light in different mediums</a:t>
            </a:r>
          </a:p>
        </p:txBody>
      </p:sp>
      <p:sp>
        <p:nvSpPr>
          <p:cNvPr id="3" name="Text Placeholder 2">
            <a:extLst>
              <a:ext uri="{FF2B5EF4-FFF2-40B4-BE49-F238E27FC236}">
                <a16:creationId xmlns:a16="http://schemas.microsoft.com/office/drawing/2014/main" id="{41A0AB4A-4F7E-1EFF-47F2-70C6D59862CD}"/>
              </a:ext>
            </a:extLst>
          </p:cNvPr>
          <p:cNvSpPr>
            <a:spLocks noGrp="1"/>
          </p:cNvSpPr>
          <p:nvPr>
            <p:ph type="body" idx="1"/>
          </p:nvPr>
        </p:nvSpPr>
        <p:spPr>
          <a:xfrm>
            <a:off x="457200" y="1447800"/>
            <a:ext cx="11506199" cy="4739759"/>
          </a:xfrm>
        </p:spPr>
        <p:txBody>
          <a:bodyPr/>
          <a:lstStyle/>
          <a:p>
            <a:r>
              <a:rPr lang="en-US" dirty="0"/>
              <a:t>There is a concept called the refractive index, which is:</a:t>
            </a:r>
          </a:p>
          <a:p>
            <a:endParaRPr lang="en-US" dirty="0"/>
          </a:p>
          <a:p>
            <a:pPr algn="ctr"/>
            <a:r>
              <a:rPr lang="en-US" dirty="0"/>
              <a:t>n = c/v</a:t>
            </a:r>
          </a:p>
          <a:p>
            <a:pPr algn="l"/>
            <a:r>
              <a:rPr lang="en-US" dirty="0"/>
              <a:t>Where </a:t>
            </a:r>
          </a:p>
          <a:p>
            <a:pPr algn="l"/>
            <a:r>
              <a:rPr lang="en-US" dirty="0"/>
              <a:t>n: refractive index</a:t>
            </a:r>
          </a:p>
          <a:p>
            <a:pPr algn="l"/>
            <a:r>
              <a:rPr lang="en-US" dirty="0"/>
              <a:t>c: speed of light</a:t>
            </a:r>
          </a:p>
          <a:p>
            <a:pPr algn="l"/>
            <a:r>
              <a:rPr lang="en-US" dirty="0"/>
              <a:t>v: speed of light in the medium</a:t>
            </a:r>
          </a:p>
          <a:p>
            <a:pPr algn="l"/>
            <a:endParaRPr lang="en-US" dirty="0"/>
          </a:p>
          <a:p>
            <a:pPr algn="l"/>
            <a:r>
              <a:rPr lang="en-US" dirty="0"/>
              <a:t>This emerges due to the oscillations of electrons in a material creating dipoles that interact with electromagnetic waves and slow them down</a:t>
            </a:r>
          </a:p>
          <a:p>
            <a:pPr algn="l"/>
            <a:endParaRPr lang="en-US" dirty="0"/>
          </a:p>
        </p:txBody>
      </p:sp>
      <p:grpSp>
        <p:nvGrpSpPr>
          <p:cNvPr id="84" name="Group 83">
            <a:extLst>
              <a:ext uri="{FF2B5EF4-FFF2-40B4-BE49-F238E27FC236}">
                <a16:creationId xmlns:a16="http://schemas.microsoft.com/office/drawing/2014/main" id="{EA4B72D4-41BE-CE1F-E21C-A018F2E6F76F}"/>
              </a:ext>
            </a:extLst>
          </p:cNvPr>
          <p:cNvGrpSpPr/>
          <p:nvPr/>
        </p:nvGrpSpPr>
        <p:grpSpPr>
          <a:xfrm>
            <a:off x="6975470" y="795661"/>
            <a:ext cx="870840" cy="297000"/>
            <a:chOff x="6975470" y="795661"/>
            <a:chExt cx="870840" cy="297000"/>
          </a:xfrm>
        </p:grpSpPr>
        <mc:AlternateContent xmlns:mc="http://schemas.openxmlformats.org/markup-compatibility/2006" xmlns:p14="http://schemas.microsoft.com/office/powerpoint/2010/main">
          <mc:Choice Requires="p14">
            <p:contentPart p14:bwMode="auto" r:id="rId2">
              <p14:nvContentPartPr>
                <p14:cNvPr id="53" name="Ink 52">
                  <a:extLst>
                    <a:ext uri="{FF2B5EF4-FFF2-40B4-BE49-F238E27FC236}">
                      <a16:creationId xmlns:a16="http://schemas.microsoft.com/office/drawing/2014/main" id="{955282D2-C495-01D6-3D21-8C261155BE15}"/>
                    </a:ext>
                  </a:extLst>
                </p14:cNvPr>
                <p14:cNvContentPartPr/>
                <p14:nvPr/>
              </p14:nvContentPartPr>
              <p14:xfrm>
                <a:off x="6975470" y="901861"/>
                <a:ext cx="216720" cy="171360"/>
              </p14:xfrm>
            </p:contentPart>
          </mc:Choice>
          <mc:Fallback xmlns="">
            <p:pic>
              <p:nvPicPr>
                <p:cNvPr id="53" name="Ink 52">
                  <a:extLst>
                    <a:ext uri="{FF2B5EF4-FFF2-40B4-BE49-F238E27FC236}">
                      <a16:creationId xmlns:a16="http://schemas.microsoft.com/office/drawing/2014/main" id="{955282D2-C495-01D6-3D21-8C261155BE15}"/>
                    </a:ext>
                  </a:extLst>
                </p:cNvPr>
                <p:cNvPicPr/>
                <p:nvPr/>
              </p:nvPicPr>
              <p:blipFill>
                <a:blip r:embed="rId89"/>
                <a:stretch>
                  <a:fillRect/>
                </a:stretch>
              </p:blipFill>
              <p:spPr>
                <a:xfrm>
                  <a:off x="6957830" y="883861"/>
                  <a:ext cx="25236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4" name="Ink 53">
                  <a:extLst>
                    <a:ext uri="{FF2B5EF4-FFF2-40B4-BE49-F238E27FC236}">
                      <a16:creationId xmlns:a16="http://schemas.microsoft.com/office/drawing/2014/main" id="{2512B104-DADD-B0E8-6064-A9F69BC21AD2}"/>
                    </a:ext>
                  </a:extLst>
                </p14:cNvPr>
                <p14:cNvContentPartPr/>
                <p14:nvPr/>
              </p14:nvContentPartPr>
              <p14:xfrm>
                <a:off x="7182830" y="923821"/>
                <a:ext cx="134640" cy="156600"/>
              </p14:xfrm>
            </p:contentPart>
          </mc:Choice>
          <mc:Fallback xmlns="">
            <p:pic>
              <p:nvPicPr>
                <p:cNvPr id="54" name="Ink 53">
                  <a:extLst>
                    <a:ext uri="{FF2B5EF4-FFF2-40B4-BE49-F238E27FC236}">
                      <a16:creationId xmlns:a16="http://schemas.microsoft.com/office/drawing/2014/main" id="{2512B104-DADD-B0E8-6064-A9F69BC21AD2}"/>
                    </a:ext>
                  </a:extLst>
                </p:cNvPr>
                <p:cNvPicPr/>
                <p:nvPr/>
              </p:nvPicPr>
              <p:blipFill>
                <a:blip r:embed="rId91"/>
                <a:stretch>
                  <a:fillRect/>
                </a:stretch>
              </p:blipFill>
              <p:spPr>
                <a:xfrm>
                  <a:off x="7164830" y="906181"/>
                  <a:ext cx="1702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5" name="Ink 54">
                  <a:extLst>
                    <a:ext uri="{FF2B5EF4-FFF2-40B4-BE49-F238E27FC236}">
                      <a16:creationId xmlns:a16="http://schemas.microsoft.com/office/drawing/2014/main" id="{7ADACB26-A9CF-7FE8-E188-F390FFB77E78}"/>
                    </a:ext>
                  </a:extLst>
                </p14:cNvPr>
                <p14:cNvContentPartPr/>
                <p14:nvPr/>
              </p14:nvContentPartPr>
              <p14:xfrm>
                <a:off x="7384790" y="943621"/>
                <a:ext cx="115920" cy="138600"/>
              </p14:xfrm>
            </p:contentPart>
          </mc:Choice>
          <mc:Fallback xmlns="">
            <p:pic>
              <p:nvPicPr>
                <p:cNvPr id="55" name="Ink 54">
                  <a:extLst>
                    <a:ext uri="{FF2B5EF4-FFF2-40B4-BE49-F238E27FC236}">
                      <a16:creationId xmlns:a16="http://schemas.microsoft.com/office/drawing/2014/main" id="{7ADACB26-A9CF-7FE8-E188-F390FFB77E78}"/>
                    </a:ext>
                  </a:extLst>
                </p:cNvPr>
                <p:cNvPicPr/>
                <p:nvPr/>
              </p:nvPicPr>
              <p:blipFill>
                <a:blip r:embed="rId93"/>
                <a:stretch>
                  <a:fillRect/>
                </a:stretch>
              </p:blipFill>
              <p:spPr>
                <a:xfrm>
                  <a:off x="7367150" y="925981"/>
                  <a:ext cx="15156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6" name="Ink 55">
                  <a:extLst>
                    <a:ext uri="{FF2B5EF4-FFF2-40B4-BE49-F238E27FC236}">
                      <a16:creationId xmlns:a16="http://schemas.microsoft.com/office/drawing/2014/main" id="{47243B82-CE18-C6CA-B208-DEA331096C1C}"/>
                    </a:ext>
                  </a:extLst>
                </p14:cNvPr>
                <p14:cNvContentPartPr/>
                <p14:nvPr/>
              </p14:nvContentPartPr>
              <p14:xfrm>
                <a:off x="7586390" y="918781"/>
                <a:ext cx="106560" cy="173880"/>
              </p14:xfrm>
            </p:contentPart>
          </mc:Choice>
          <mc:Fallback xmlns="">
            <p:pic>
              <p:nvPicPr>
                <p:cNvPr id="56" name="Ink 55">
                  <a:extLst>
                    <a:ext uri="{FF2B5EF4-FFF2-40B4-BE49-F238E27FC236}">
                      <a16:creationId xmlns:a16="http://schemas.microsoft.com/office/drawing/2014/main" id="{47243B82-CE18-C6CA-B208-DEA331096C1C}"/>
                    </a:ext>
                  </a:extLst>
                </p:cNvPr>
                <p:cNvPicPr/>
                <p:nvPr/>
              </p:nvPicPr>
              <p:blipFill>
                <a:blip r:embed="rId95"/>
                <a:stretch>
                  <a:fillRect/>
                </a:stretch>
              </p:blipFill>
              <p:spPr>
                <a:xfrm>
                  <a:off x="7568750" y="901141"/>
                  <a:ext cx="14220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7" name="Ink 56">
                  <a:extLst>
                    <a:ext uri="{FF2B5EF4-FFF2-40B4-BE49-F238E27FC236}">
                      <a16:creationId xmlns:a16="http://schemas.microsoft.com/office/drawing/2014/main" id="{04405BB5-7F17-8352-E9C8-BCFA7337703B}"/>
                    </a:ext>
                  </a:extLst>
                </p14:cNvPr>
                <p14:cNvContentPartPr/>
                <p14:nvPr/>
              </p14:nvContentPartPr>
              <p14:xfrm>
                <a:off x="7715990" y="795661"/>
                <a:ext cx="86400" cy="287280"/>
              </p14:xfrm>
            </p:contentPart>
          </mc:Choice>
          <mc:Fallback xmlns="">
            <p:pic>
              <p:nvPicPr>
                <p:cNvPr id="57" name="Ink 56">
                  <a:extLst>
                    <a:ext uri="{FF2B5EF4-FFF2-40B4-BE49-F238E27FC236}">
                      <a16:creationId xmlns:a16="http://schemas.microsoft.com/office/drawing/2014/main" id="{04405BB5-7F17-8352-E9C8-BCFA7337703B}"/>
                    </a:ext>
                  </a:extLst>
                </p:cNvPr>
                <p:cNvPicPr/>
                <p:nvPr/>
              </p:nvPicPr>
              <p:blipFill>
                <a:blip r:embed="rId97"/>
                <a:stretch>
                  <a:fillRect/>
                </a:stretch>
              </p:blipFill>
              <p:spPr>
                <a:xfrm>
                  <a:off x="7697990" y="778021"/>
                  <a:ext cx="12204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8" name="Ink 57">
                  <a:extLst>
                    <a:ext uri="{FF2B5EF4-FFF2-40B4-BE49-F238E27FC236}">
                      <a16:creationId xmlns:a16="http://schemas.microsoft.com/office/drawing/2014/main" id="{47461E0E-2F49-8F85-9BD1-256945FDCD9B}"/>
                    </a:ext>
                  </a:extLst>
                </p14:cNvPr>
                <p14:cNvContentPartPr/>
                <p14:nvPr/>
              </p14:nvContentPartPr>
              <p14:xfrm>
                <a:off x="7726070" y="952261"/>
                <a:ext cx="120240" cy="38880"/>
              </p14:xfrm>
            </p:contentPart>
          </mc:Choice>
          <mc:Fallback xmlns="">
            <p:pic>
              <p:nvPicPr>
                <p:cNvPr id="58" name="Ink 57">
                  <a:extLst>
                    <a:ext uri="{FF2B5EF4-FFF2-40B4-BE49-F238E27FC236}">
                      <a16:creationId xmlns:a16="http://schemas.microsoft.com/office/drawing/2014/main" id="{47461E0E-2F49-8F85-9BD1-256945FDCD9B}"/>
                    </a:ext>
                  </a:extLst>
                </p:cNvPr>
                <p:cNvPicPr/>
                <p:nvPr/>
              </p:nvPicPr>
              <p:blipFill>
                <a:blip r:embed="rId99"/>
                <a:stretch>
                  <a:fillRect/>
                </a:stretch>
              </p:blipFill>
              <p:spPr>
                <a:xfrm>
                  <a:off x="7708430" y="934261"/>
                  <a:ext cx="155880" cy="74520"/>
                </a:xfrm>
                <a:prstGeom prst="rect">
                  <a:avLst/>
                </a:prstGeom>
              </p:spPr>
            </p:pic>
          </mc:Fallback>
        </mc:AlternateContent>
      </p:grpSp>
      <p:grpSp>
        <p:nvGrpSpPr>
          <p:cNvPr id="96" name="Group 95">
            <a:extLst>
              <a:ext uri="{FF2B5EF4-FFF2-40B4-BE49-F238E27FC236}">
                <a16:creationId xmlns:a16="http://schemas.microsoft.com/office/drawing/2014/main" id="{88ECEDF1-DE93-4080-6AA3-F9163CE0E619}"/>
              </a:ext>
            </a:extLst>
          </p:cNvPr>
          <p:cNvGrpSpPr/>
          <p:nvPr/>
        </p:nvGrpSpPr>
        <p:grpSpPr>
          <a:xfrm>
            <a:off x="8272550" y="865501"/>
            <a:ext cx="3749760" cy="1081080"/>
            <a:chOff x="8272550" y="865501"/>
            <a:chExt cx="3749760" cy="1081080"/>
          </a:xfrm>
        </p:grpSpPr>
        <mc:AlternateContent xmlns:mc="http://schemas.openxmlformats.org/markup-compatibility/2006" xmlns:p14="http://schemas.microsoft.com/office/powerpoint/2010/main">
          <mc:Choice Requires="p14">
            <p:contentPart p14:bwMode="auto" r:id="rId100">
              <p14:nvContentPartPr>
                <p14:cNvPr id="59" name="Ink 58">
                  <a:extLst>
                    <a:ext uri="{FF2B5EF4-FFF2-40B4-BE49-F238E27FC236}">
                      <a16:creationId xmlns:a16="http://schemas.microsoft.com/office/drawing/2014/main" id="{B42B24E9-C4AE-F4BA-90A1-B05246D25724}"/>
                    </a:ext>
                  </a:extLst>
                </p14:cNvPr>
                <p14:cNvContentPartPr/>
                <p14:nvPr/>
              </p14:nvContentPartPr>
              <p14:xfrm>
                <a:off x="8272550" y="972781"/>
                <a:ext cx="139320" cy="181800"/>
              </p14:xfrm>
            </p:contentPart>
          </mc:Choice>
          <mc:Fallback xmlns="">
            <p:pic>
              <p:nvPicPr>
                <p:cNvPr id="59" name="Ink 58">
                  <a:extLst>
                    <a:ext uri="{FF2B5EF4-FFF2-40B4-BE49-F238E27FC236}">
                      <a16:creationId xmlns:a16="http://schemas.microsoft.com/office/drawing/2014/main" id="{B42B24E9-C4AE-F4BA-90A1-B05246D25724}"/>
                    </a:ext>
                  </a:extLst>
                </p:cNvPr>
                <p:cNvPicPr/>
                <p:nvPr/>
              </p:nvPicPr>
              <p:blipFill>
                <a:blip r:embed="rId101"/>
                <a:stretch>
                  <a:fillRect/>
                </a:stretch>
              </p:blipFill>
              <p:spPr>
                <a:xfrm>
                  <a:off x="8254550" y="954781"/>
                  <a:ext cx="17496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0" name="Ink 59">
                  <a:extLst>
                    <a:ext uri="{FF2B5EF4-FFF2-40B4-BE49-F238E27FC236}">
                      <a16:creationId xmlns:a16="http://schemas.microsoft.com/office/drawing/2014/main" id="{D23C8AAF-D53E-B9A0-133B-0C02E2C9B6DA}"/>
                    </a:ext>
                  </a:extLst>
                </p14:cNvPr>
                <p14:cNvContentPartPr/>
                <p14:nvPr/>
              </p14:nvContentPartPr>
              <p14:xfrm>
                <a:off x="8473070" y="1015981"/>
                <a:ext cx="74520" cy="194400"/>
              </p14:xfrm>
            </p:contentPart>
          </mc:Choice>
          <mc:Fallback xmlns="">
            <p:pic>
              <p:nvPicPr>
                <p:cNvPr id="60" name="Ink 59">
                  <a:extLst>
                    <a:ext uri="{FF2B5EF4-FFF2-40B4-BE49-F238E27FC236}">
                      <a16:creationId xmlns:a16="http://schemas.microsoft.com/office/drawing/2014/main" id="{D23C8AAF-D53E-B9A0-133B-0C02E2C9B6DA}"/>
                    </a:ext>
                  </a:extLst>
                </p:cNvPr>
                <p:cNvPicPr/>
                <p:nvPr/>
              </p:nvPicPr>
              <p:blipFill>
                <a:blip r:embed="rId103"/>
                <a:stretch>
                  <a:fillRect/>
                </a:stretch>
              </p:blipFill>
              <p:spPr>
                <a:xfrm>
                  <a:off x="8455070" y="997981"/>
                  <a:ext cx="11016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1" name="Ink 60">
                  <a:extLst>
                    <a:ext uri="{FF2B5EF4-FFF2-40B4-BE49-F238E27FC236}">
                      <a16:creationId xmlns:a16="http://schemas.microsoft.com/office/drawing/2014/main" id="{9314DA75-20DD-A44D-9643-163708E90E20}"/>
                    </a:ext>
                  </a:extLst>
                </p14:cNvPr>
                <p14:cNvContentPartPr/>
                <p14:nvPr/>
              </p14:nvContentPartPr>
              <p14:xfrm>
                <a:off x="8529590" y="946861"/>
                <a:ext cx="90360" cy="129600"/>
              </p14:xfrm>
            </p:contentPart>
          </mc:Choice>
          <mc:Fallback xmlns="">
            <p:pic>
              <p:nvPicPr>
                <p:cNvPr id="61" name="Ink 60">
                  <a:extLst>
                    <a:ext uri="{FF2B5EF4-FFF2-40B4-BE49-F238E27FC236}">
                      <a16:creationId xmlns:a16="http://schemas.microsoft.com/office/drawing/2014/main" id="{9314DA75-20DD-A44D-9643-163708E90E20}"/>
                    </a:ext>
                  </a:extLst>
                </p:cNvPr>
                <p:cNvPicPr/>
                <p:nvPr/>
              </p:nvPicPr>
              <p:blipFill>
                <a:blip r:embed="rId105"/>
                <a:stretch>
                  <a:fillRect/>
                </a:stretch>
              </p:blipFill>
              <p:spPr>
                <a:xfrm>
                  <a:off x="8511590" y="928861"/>
                  <a:ext cx="1260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2" name="Ink 61">
                  <a:extLst>
                    <a:ext uri="{FF2B5EF4-FFF2-40B4-BE49-F238E27FC236}">
                      <a16:creationId xmlns:a16="http://schemas.microsoft.com/office/drawing/2014/main" id="{8A643364-0DEA-779C-FB2B-D8DDE3CAB5C7}"/>
                    </a:ext>
                  </a:extLst>
                </p14:cNvPr>
                <p14:cNvContentPartPr/>
                <p14:nvPr/>
              </p14:nvContentPartPr>
              <p14:xfrm>
                <a:off x="8701670" y="865501"/>
                <a:ext cx="33480" cy="256320"/>
              </p14:xfrm>
            </p:contentPart>
          </mc:Choice>
          <mc:Fallback xmlns="">
            <p:pic>
              <p:nvPicPr>
                <p:cNvPr id="62" name="Ink 61">
                  <a:extLst>
                    <a:ext uri="{FF2B5EF4-FFF2-40B4-BE49-F238E27FC236}">
                      <a16:creationId xmlns:a16="http://schemas.microsoft.com/office/drawing/2014/main" id="{8A643364-0DEA-779C-FB2B-D8DDE3CAB5C7}"/>
                    </a:ext>
                  </a:extLst>
                </p:cNvPr>
                <p:cNvPicPr/>
                <p:nvPr/>
              </p:nvPicPr>
              <p:blipFill>
                <a:blip r:embed="rId107"/>
                <a:stretch>
                  <a:fillRect/>
                </a:stretch>
              </p:blipFill>
              <p:spPr>
                <a:xfrm>
                  <a:off x="8684030" y="847861"/>
                  <a:ext cx="6912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3" name="Ink 62">
                  <a:extLst>
                    <a:ext uri="{FF2B5EF4-FFF2-40B4-BE49-F238E27FC236}">
                      <a16:creationId xmlns:a16="http://schemas.microsoft.com/office/drawing/2014/main" id="{02286D68-8F51-B852-DDBE-D7DD07F17B35}"/>
                    </a:ext>
                  </a:extLst>
                </p14:cNvPr>
                <p14:cNvContentPartPr/>
                <p14:nvPr/>
              </p14:nvContentPartPr>
              <p14:xfrm>
                <a:off x="8717870" y="1008421"/>
                <a:ext cx="75960" cy="12600"/>
              </p14:xfrm>
            </p:contentPart>
          </mc:Choice>
          <mc:Fallback xmlns="">
            <p:pic>
              <p:nvPicPr>
                <p:cNvPr id="63" name="Ink 62">
                  <a:extLst>
                    <a:ext uri="{FF2B5EF4-FFF2-40B4-BE49-F238E27FC236}">
                      <a16:creationId xmlns:a16="http://schemas.microsoft.com/office/drawing/2014/main" id="{02286D68-8F51-B852-DDBE-D7DD07F17B35}"/>
                    </a:ext>
                  </a:extLst>
                </p:cNvPr>
                <p:cNvPicPr/>
                <p:nvPr/>
              </p:nvPicPr>
              <p:blipFill>
                <a:blip r:embed="rId109"/>
                <a:stretch>
                  <a:fillRect/>
                </a:stretch>
              </p:blipFill>
              <p:spPr>
                <a:xfrm>
                  <a:off x="8699870" y="990421"/>
                  <a:ext cx="11160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4" name="Ink 63">
                  <a:extLst>
                    <a:ext uri="{FF2B5EF4-FFF2-40B4-BE49-F238E27FC236}">
                      <a16:creationId xmlns:a16="http://schemas.microsoft.com/office/drawing/2014/main" id="{545A2673-E2A5-D501-76B5-D198617AA5C1}"/>
                    </a:ext>
                  </a:extLst>
                </p14:cNvPr>
                <p14:cNvContentPartPr/>
                <p14:nvPr/>
              </p14:nvContentPartPr>
              <p14:xfrm>
                <a:off x="8854670" y="1015261"/>
                <a:ext cx="23040" cy="134640"/>
              </p14:xfrm>
            </p:contentPart>
          </mc:Choice>
          <mc:Fallback xmlns="">
            <p:pic>
              <p:nvPicPr>
                <p:cNvPr id="64" name="Ink 63">
                  <a:extLst>
                    <a:ext uri="{FF2B5EF4-FFF2-40B4-BE49-F238E27FC236}">
                      <a16:creationId xmlns:a16="http://schemas.microsoft.com/office/drawing/2014/main" id="{545A2673-E2A5-D501-76B5-D198617AA5C1}"/>
                    </a:ext>
                  </a:extLst>
                </p:cNvPr>
                <p:cNvPicPr/>
                <p:nvPr/>
              </p:nvPicPr>
              <p:blipFill>
                <a:blip r:embed="rId111"/>
                <a:stretch>
                  <a:fillRect/>
                </a:stretch>
              </p:blipFill>
              <p:spPr>
                <a:xfrm>
                  <a:off x="8837030" y="997261"/>
                  <a:ext cx="5868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5" name="Ink 64">
                  <a:extLst>
                    <a:ext uri="{FF2B5EF4-FFF2-40B4-BE49-F238E27FC236}">
                      <a16:creationId xmlns:a16="http://schemas.microsoft.com/office/drawing/2014/main" id="{23644916-17DC-31A9-61D2-99B000E59388}"/>
                    </a:ext>
                  </a:extLst>
                </p14:cNvPr>
                <p14:cNvContentPartPr/>
                <p14:nvPr/>
              </p14:nvContentPartPr>
              <p14:xfrm>
                <a:off x="8887430" y="888541"/>
                <a:ext cx="20520" cy="72360"/>
              </p14:xfrm>
            </p:contentPart>
          </mc:Choice>
          <mc:Fallback xmlns="">
            <p:pic>
              <p:nvPicPr>
                <p:cNvPr id="65" name="Ink 64">
                  <a:extLst>
                    <a:ext uri="{FF2B5EF4-FFF2-40B4-BE49-F238E27FC236}">
                      <a16:creationId xmlns:a16="http://schemas.microsoft.com/office/drawing/2014/main" id="{23644916-17DC-31A9-61D2-99B000E59388}"/>
                    </a:ext>
                  </a:extLst>
                </p:cNvPr>
                <p:cNvPicPr/>
                <p:nvPr/>
              </p:nvPicPr>
              <p:blipFill>
                <a:blip r:embed="rId113"/>
                <a:stretch>
                  <a:fillRect/>
                </a:stretch>
              </p:blipFill>
              <p:spPr>
                <a:xfrm>
                  <a:off x="8869430" y="870541"/>
                  <a:ext cx="5616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6" name="Ink 65">
                  <a:extLst>
                    <a:ext uri="{FF2B5EF4-FFF2-40B4-BE49-F238E27FC236}">
                      <a16:creationId xmlns:a16="http://schemas.microsoft.com/office/drawing/2014/main" id="{C02BE620-CA65-D372-D0A3-1082A49437A7}"/>
                    </a:ext>
                  </a:extLst>
                </p14:cNvPr>
                <p14:cNvContentPartPr/>
                <p14:nvPr/>
              </p14:nvContentPartPr>
              <p14:xfrm>
                <a:off x="9038630" y="998341"/>
                <a:ext cx="236880" cy="131040"/>
              </p14:xfrm>
            </p:contentPart>
          </mc:Choice>
          <mc:Fallback xmlns="">
            <p:pic>
              <p:nvPicPr>
                <p:cNvPr id="66" name="Ink 65">
                  <a:extLst>
                    <a:ext uri="{FF2B5EF4-FFF2-40B4-BE49-F238E27FC236}">
                      <a16:creationId xmlns:a16="http://schemas.microsoft.com/office/drawing/2014/main" id="{C02BE620-CA65-D372-D0A3-1082A49437A7}"/>
                    </a:ext>
                  </a:extLst>
                </p:cNvPr>
                <p:cNvPicPr/>
                <p:nvPr/>
              </p:nvPicPr>
              <p:blipFill>
                <a:blip r:embed="rId115"/>
                <a:stretch>
                  <a:fillRect/>
                </a:stretch>
              </p:blipFill>
              <p:spPr>
                <a:xfrm>
                  <a:off x="9020990" y="980701"/>
                  <a:ext cx="27252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7" name="Ink 66">
                  <a:extLst>
                    <a:ext uri="{FF2B5EF4-FFF2-40B4-BE49-F238E27FC236}">
                      <a16:creationId xmlns:a16="http://schemas.microsoft.com/office/drawing/2014/main" id="{41645879-6D33-BA81-0D79-064F7D2B4133}"/>
                    </a:ext>
                  </a:extLst>
                </p14:cNvPr>
                <p14:cNvContentPartPr/>
                <p14:nvPr/>
              </p14:nvContentPartPr>
              <p14:xfrm>
                <a:off x="8945390" y="1020301"/>
                <a:ext cx="102600" cy="137520"/>
              </p14:xfrm>
            </p:contentPart>
          </mc:Choice>
          <mc:Fallback xmlns="">
            <p:pic>
              <p:nvPicPr>
                <p:cNvPr id="67" name="Ink 66">
                  <a:extLst>
                    <a:ext uri="{FF2B5EF4-FFF2-40B4-BE49-F238E27FC236}">
                      <a16:creationId xmlns:a16="http://schemas.microsoft.com/office/drawing/2014/main" id="{41645879-6D33-BA81-0D79-064F7D2B4133}"/>
                    </a:ext>
                  </a:extLst>
                </p:cNvPr>
                <p:cNvPicPr/>
                <p:nvPr/>
              </p:nvPicPr>
              <p:blipFill>
                <a:blip r:embed="rId117"/>
                <a:stretch>
                  <a:fillRect/>
                </a:stretch>
              </p:blipFill>
              <p:spPr>
                <a:xfrm>
                  <a:off x="8927750" y="1002301"/>
                  <a:ext cx="13824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8" name="Ink 67">
                  <a:extLst>
                    <a:ext uri="{FF2B5EF4-FFF2-40B4-BE49-F238E27FC236}">
                      <a16:creationId xmlns:a16="http://schemas.microsoft.com/office/drawing/2014/main" id="{A5E8B81E-EE0D-3001-8A07-34863EEEB3A0}"/>
                    </a:ext>
                  </a:extLst>
                </p14:cNvPr>
                <p14:cNvContentPartPr/>
                <p14:nvPr/>
              </p14:nvContentPartPr>
              <p14:xfrm>
                <a:off x="9233390" y="888541"/>
                <a:ext cx="75960" cy="258120"/>
              </p14:xfrm>
            </p:contentPart>
          </mc:Choice>
          <mc:Fallback xmlns="">
            <p:pic>
              <p:nvPicPr>
                <p:cNvPr id="68" name="Ink 67">
                  <a:extLst>
                    <a:ext uri="{FF2B5EF4-FFF2-40B4-BE49-F238E27FC236}">
                      <a16:creationId xmlns:a16="http://schemas.microsoft.com/office/drawing/2014/main" id="{A5E8B81E-EE0D-3001-8A07-34863EEEB3A0}"/>
                    </a:ext>
                  </a:extLst>
                </p:cNvPr>
                <p:cNvPicPr/>
                <p:nvPr/>
              </p:nvPicPr>
              <p:blipFill>
                <a:blip r:embed="rId119"/>
                <a:stretch>
                  <a:fillRect/>
                </a:stretch>
              </p:blipFill>
              <p:spPr>
                <a:xfrm>
                  <a:off x="9215750" y="870541"/>
                  <a:ext cx="11160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9" name="Ink 68">
                  <a:extLst>
                    <a:ext uri="{FF2B5EF4-FFF2-40B4-BE49-F238E27FC236}">
                      <a16:creationId xmlns:a16="http://schemas.microsoft.com/office/drawing/2014/main" id="{AFFBFEAF-318B-B67E-B5FE-98A118E62F6C}"/>
                    </a:ext>
                  </a:extLst>
                </p14:cNvPr>
                <p14:cNvContentPartPr/>
                <p14:nvPr/>
              </p14:nvContentPartPr>
              <p14:xfrm>
                <a:off x="9694910" y="920581"/>
                <a:ext cx="37800" cy="164160"/>
              </p14:xfrm>
            </p:contentPart>
          </mc:Choice>
          <mc:Fallback xmlns="">
            <p:pic>
              <p:nvPicPr>
                <p:cNvPr id="69" name="Ink 68">
                  <a:extLst>
                    <a:ext uri="{FF2B5EF4-FFF2-40B4-BE49-F238E27FC236}">
                      <a16:creationId xmlns:a16="http://schemas.microsoft.com/office/drawing/2014/main" id="{AFFBFEAF-318B-B67E-B5FE-98A118E62F6C}"/>
                    </a:ext>
                  </a:extLst>
                </p:cNvPr>
                <p:cNvPicPr/>
                <p:nvPr/>
              </p:nvPicPr>
              <p:blipFill>
                <a:blip r:embed="rId121"/>
                <a:stretch>
                  <a:fillRect/>
                </a:stretch>
              </p:blipFill>
              <p:spPr>
                <a:xfrm>
                  <a:off x="9676910" y="902941"/>
                  <a:ext cx="7344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0" name="Ink 69">
                  <a:extLst>
                    <a:ext uri="{FF2B5EF4-FFF2-40B4-BE49-F238E27FC236}">
                      <a16:creationId xmlns:a16="http://schemas.microsoft.com/office/drawing/2014/main" id="{56CD4245-45E3-AAE0-0EE5-167DE2AE82A8}"/>
                    </a:ext>
                  </a:extLst>
                </p14:cNvPr>
                <p14:cNvContentPartPr/>
                <p14:nvPr/>
              </p14:nvContentPartPr>
              <p14:xfrm>
                <a:off x="9791750" y="1032181"/>
                <a:ext cx="19080" cy="87840"/>
              </p14:xfrm>
            </p:contentPart>
          </mc:Choice>
          <mc:Fallback xmlns="">
            <p:pic>
              <p:nvPicPr>
                <p:cNvPr id="70" name="Ink 69">
                  <a:extLst>
                    <a:ext uri="{FF2B5EF4-FFF2-40B4-BE49-F238E27FC236}">
                      <a16:creationId xmlns:a16="http://schemas.microsoft.com/office/drawing/2014/main" id="{56CD4245-45E3-AAE0-0EE5-167DE2AE82A8}"/>
                    </a:ext>
                  </a:extLst>
                </p:cNvPr>
                <p:cNvPicPr/>
                <p:nvPr/>
              </p:nvPicPr>
              <p:blipFill>
                <a:blip r:embed="rId123"/>
                <a:stretch>
                  <a:fillRect/>
                </a:stretch>
              </p:blipFill>
              <p:spPr>
                <a:xfrm>
                  <a:off x="9774110" y="1014181"/>
                  <a:ext cx="5472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1" name="Ink 70">
                  <a:extLst>
                    <a:ext uri="{FF2B5EF4-FFF2-40B4-BE49-F238E27FC236}">
                      <a16:creationId xmlns:a16="http://schemas.microsoft.com/office/drawing/2014/main" id="{BAFE5C94-5ABB-4F26-9FD3-480C63B91755}"/>
                    </a:ext>
                  </a:extLst>
                </p14:cNvPr>
                <p14:cNvContentPartPr/>
                <p14:nvPr/>
              </p14:nvContentPartPr>
              <p14:xfrm>
                <a:off x="9825590" y="921661"/>
                <a:ext cx="33120" cy="45000"/>
              </p14:xfrm>
            </p:contentPart>
          </mc:Choice>
          <mc:Fallback xmlns="">
            <p:pic>
              <p:nvPicPr>
                <p:cNvPr id="71" name="Ink 70">
                  <a:extLst>
                    <a:ext uri="{FF2B5EF4-FFF2-40B4-BE49-F238E27FC236}">
                      <a16:creationId xmlns:a16="http://schemas.microsoft.com/office/drawing/2014/main" id="{BAFE5C94-5ABB-4F26-9FD3-480C63B91755}"/>
                    </a:ext>
                  </a:extLst>
                </p:cNvPr>
                <p:cNvPicPr/>
                <p:nvPr/>
              </p:nvPicPr>
              <p:blipFill>
                <a:blip r:embed="rId125"/>
                <a:stretch>
                  <a:fillRect/>
                </a:stretch>
              </p:blipFill>
              <p:spPr>
                <a:xfrm>
                  <a:off x="9807950" y="904021"/>
                  <a:ext cx="6876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2" name="Ink 71">
                  <a:extLst>
                    <a:ext uri="{FF2B5EF4-FFF2-40B4-BE49-F238E27FC236}">
                      <a16:creationId xmlns:a16="http://schemas.microsoft.com/office/drawing/2014/main" id="{F66533AE-4643-A8B7-3BBE-91D056296ACD}"/>
                    </a:ext>
                  </a:extLst>
                </p14:cNvPr>
                <p14:cNvContentPartPr/>
                <p14:nvPr/>
              </p14:nvContentPartPr>
              <p14:xfrm>
                <a:off x="9945830" y="1000141"/>
                <a:ext cx="90360" cy="106560"/>
              </p14:xfrm>
            </p:contentPart>
          </mc:Choice>
          <mc:Fallback xmlns="">
            <p:pic>
              <p:nvPicPr>
                <p:cNvPr id="72" name="Ink 71">
                  <a:extLst>
                    <a:ext uri="{FF2B5EF4-FFF2-40B4-BE49-F238E27FC236}">
                      <a16:creationId xmlns:a16="http://schemas.microsoft.com/office/drawing/2014/main" id="{F66533AE-4643-A8B7-3BBE-91D056296ACD}"/>
                    </a:ext>
                  </a:extLst>
                </p:cNvPr>
                <p:cNvPicPr/>
                <p:nvPr/>
              </p:nvPicPr>
              <p:blipFill>
                <a:blip r:embed="rId127"/>
                <a:stretch>
                  <a:fillRect/>
                </a:stretch>
              </p:blipFill>
              <p:spPr>
                <a:xfrm>
                  <a:off x="9927830" y="982141"/>
                  <a:ext cx="12600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3" name="Ink 72">
                  <a:extLst>
                    <a:ext uri="{FF2B5EF4-FFF2-40B4-BE49-F238E27FC236}">
                      <a16:creationId xmlns:a16="http://schemas.microsoft.com/office/drawing/2014/main" id="{D25009EF-3002-DA56-0D9D-2A1455B23DA8}"/>
                    </a:ext>
                  </a:extLst>
                </p14:cNvPr>
                <p14:cNvContentPartPr/>
                <p14:nvPr/>
              </p14:nvContentPartPr>
              <p14:xfrm>
                <a:off x="10157510" y="885301"/>
                <a:ext cx="60120" cy="199080"/>
              </p14:xfrm>
            </p:contentPart>
          </mc:Choice>
          <mc:Fallback xmlns="">
            <p:pic>
              <p:nvPicPr>
                <p:cNvPr id="73" name="Ink 72">
                  <a:extLst>
                    <a:ext uri="{FF2B5EF4-FFF2-40B4-BE49-F238E27FC236}">
                      <a16:creationId xmlns:a16="http://schemas.microsoft.com/office/drawing/2014/main" id="{D25009EF-3002-DA56-0D9D-2A1455B23DA8}"/>
                    </a:ext>
                  </a:extLst>
                </p:cNvPr>
                <p:cNvPicPr/>
                <p:nvPr/>
              </p:nvPicPr>
              <p:blipFill>
                <a:blip r:embed="rId129"/>
                <a:stretch>
                  <a:fillRect/>
                </a:stretch>
              </p:blipFill>
              <p:spPr>
                <a:xfrm>
                  <a:off x="10139870" y="867661"/>
                  <a:ext cx="9576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4" name="Ink 73">
                  <a:extLst>
                    <a:ext uri="{FF2B5EF4-FFF2-40B4-BE49-F238E27FC236}">
                      <a16:creationId xmlns:a16="http://schemas.microsoft.com/office/drawing/2014/main" id="{776CA31A-36D2-DEBF-2346-D3664E0B39CD}"/>
                    </a:ext>
                  </a:extLst>
                </p14:cNvPr>
                <p14:cNvContentPartPr/>
                <p14:nvPr/>
              </p14:nvContentPartPr>
              <p14:xfrm>
                <a:off x="10196030" y="970981"/>
                <a:ext cx="208080" cy="137160"/>
              </p14:xfrm>
            </p:contentPart>
          </mc:Choice>
          <mc:Fallback xmlns="">
            <p:pic>
              <p:nvPicPr>
                <p:cNvPr id="74" name="Ink 73">
                  <a:extLst>
                    <a:ext uri="{FF2B5EF4-FFF2-40B4-BE49-F238E27FC236}">
                      <a16:creationId xmlns:a16="http://schemas.microsoft.com/office/drawing/2014/main" id="{776CA31A-36D2-DEBF-2346-D3664E0B39CD}"/>
                    </a:ext>
                  </a:extLst>
                </p:cNvPr>
                <p:cNvPicPr/>
                <p:nvPr/>
              </p:nvPicPr>
              <p:blipFill>
                <a:blip r:embed="rId131"/>
                <a:stretch>
                  <a:fillRect/>
                </a:stretch>
              </p:blipFill>
              <p:spPr>
                <a:xfrm>
                  <a:off x="10178030" y="952981"/>
                  <a:ext cx="24372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5" name="Ink 74">
                  <a:extLst>
                    <a:ext uri="{FF2B5EF4-FFF2-40B4-BE49-F238E27FC236}">
                      <a16:creationId xmlns:a16="http://schemas.microsoft.com/office/drawing/2014/main" id="{2209CF66-81F8-4F73-9A12-23C91BB68174}"/>
                    </a:ext>
                  </a:extLst>
                </p14:cNvPr>
                <p14:cNvContentPartPr/>
                <p14:nvPr/>
              </p14:nvContentPartPr>
              <p14:xfrm>
                <a:off x="10497350" y="980341"/>
                <a:ext cx="108720" cy="195840"/>
              </p14:xfrm>
            </p:contentPart>
          </mc:Choice>
          <mc:Fallback xmlns="">
            <p:pic>
              <p:nvPicPr>
                <p:cNvPr id="75" name="Ink 74">
                  <a:extLst>
                    <a:ext uri="{FF2B5EF4-FFF2-40B4-BE49-F238E27FC236}">
                      <a16:creationId xmlns:a16="http://schemas.microsoft.com/office/drawing/2014/main" id="{2209CF66-81F8-4F73-9A12-23C91BB68174}"/>
                    </a:ext>
                  </a:extLst>
                </p:cNvPr>
                <p:cNvPicPr/>
                <p:nvPr/>
              </p:nvPicPr>
              <p:blipFill>
                <a:blip r:embed="rId133"/>
                <a:stretch>
                  <a:fillRect/>
                </a:stretch>
              </p:blipFill>
              <p:spPr>
                <a:xfrm>
                  <a:off x="10479350" y="962701"/>
                  <a:ext cx="14436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6" name="Ink 75">
                  <a:extLst>
                    <a:ext uri="{FF2B5EF4-FFF2-40B4-BE49-F238E27FC236}">
                      <a16:creationId xmlns:a16="http://schemas.microsoft.com/office/drawing/2014/main" id="{F1E22996-65AA-F43F-3116-5708976AACA4}"/>
                    </a:ext>
                  </a:extLst>
                </p14:cNvPr>
                <p14:cNvContentPartPr/>
                <p14:nvPr/>
              </p14:nvContentPartPr>
              <p14:xfrm>
                <a:off x="8646230" y="1481821"/>
                <a:ext cx="192600" cy="102960"/>
              </p14:xfrm>
            </p:contentPart>
          </mc:Choice>
          <mc:Fallback xmlns="">
            <p:pic>
              <p:nvPicPr>
                <p:cNvPr id="76" name="Ink 75">
                  <a:extLst>
                    <a:ext uri="{FF2B5EF4-FFF2-40B4-BE49-F238E27FC236}">
                      <a16:creationId xmlns:a16="http://schemas.microsoft.com/office/drawing/2014/main" id="{F1E22996-65AA-F43F-3116-5708976AACA4}"/>
                    </a:ext>
                  </a:extLst>
                </p:cNvPr>
                <p:cNvPicPr/>
                <p:nvPr/>
              </p:nvPicPr>
              <p:blipFill>
                <a:blip r:embed="rId135"/>
                <a:stretch>
                  <a:fillRect/>
                </a:stretch>
              </p:blipFill>
              <p:spPr>
                <a:xfrm>
                  <a:off x="8628230" y="1464181"/>
                  <a:ext cx="22824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7" name="Ink 76">
                  <a:extLst>
                    <a:ext uri="{FF2B5EF4-FFF2-40B4-BE49-F238E27FC236}">
                      <a16:creationId xmlns:a16="http://schemas.microsoft.com/office/drawing/2014/main" id="{3C7BE1FC-C95B-0BE0-BC76-2006C488D6BF}"/>
                    </a:ext>
                  </a:extLst>
                </p14:cNvPr>
                <p14:cNvContentPartPr/>
                <p14:nvPr/>
              </p14:nvContentPartPr>
              <p14:xfrm>
                <a:off x="8928470" y="1458781"/>
                <a:ext cx="210960" cy="158400"/>
              </p14:xfrm>
            </p:contentPart>
          </mc:Choice>
          <mc:Fallback xmlns="">
            <p:pic>
              <p:nvPicPr>
                <p:cNvPr id="77" name="Ink 76">
                  <a:extLst>
                    <a:ext uri="{FF2B5EF4-FFF2-40B4-BE49-F238E27FC236}">
                      <a16:creationId xmlns:a16="http://schemas.microsoft.com/office/drawing/2014/main" id="{3C7BE1FC-C95B-0BE0-BC76-2006C488D6BF}"/>
                    </a:ext>
                  </a:extLst>
                </p:cNvPr>
                <p:cNvPicPr/>
                <p:nvPr/>
              </p:nvPicPr>
              <p:blipFill>
                <a:blip r:embed="rId137"/>
                <a:stretch>
                  <a:fillRect/>
                </a:stretch>
              </p:blipFill>
              <p:spPr>
                <a:xfrm>
                  <a:off x="8910830" y="1441141"/>
                  <a:ext cx="24660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8" name="Ink 77">
                  <a:extLst>
                    <a:ext uri="{FF2B5EF4-FFF2-40B4-BE49-F238E27FC236}">
                      <a16:creationId xmlns:a16="http://schemas.microsoft.com/office/drawing/2014/main" id="{B3192851-D655-6608-0C55-96DEB48F96D8}"/>
                    </a:ext>
                  </a:extLst>
                </p14:cNvPr>
                <p14:cNvContentPartPr/>
                <p14:nvPr/>
              </p14:nvContentPartPr>
              <p14:xfrm>
                <a:off x="9615350" y="1372381"/>
                <a:ext cx="94680" cy="300600"/>
              </p14:xfrm>
            </p:contentPart>
          </mc:Choice>
          <mc:Fallback xmlns="">
            <p:pic>
              <p:nvPicPr>
                <p:cNvPr id="78" name="Ink 77">
                  <a:extLst>
                    <a:ext uri="{FF2B5EF4-FFF2-40B4-BE49-F238E27FC236}">
                      <a16:creationId xmlns:a16="http://schemas.microsoft.com/office/drawing/2014/main" id="{B3192851-D655-6608-0C55-96DEB48F96D8}"/>
                    </a:ext>
                  </a:extLst>
                </p:cNvPr>
                <p:cNvPicPr/>
                <p:nvPr/>
              </p:nvPicPr>
              <p:blipFill>
                <a:blip r:embed="rId139"/>
                <a:stretch>
                  <a:fillRect/>
                </a:stretch>
              </p:blipFill>
              <p:spPr>
                <a:xfrm>
                  <a:off x="9597350" y="1354381"/>
                  <a:ext cx="13032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9" name="Ink 78">
                  <a:extLst>
                    <a:ext uri="{FF2B5EF4-FFF2-40B4-BE49-F238E27FC236}">
                      <a16:creationId xmlns:a16="http://schemas.microsoft.com/office/drawing/2014/main" id="{7768B5DF-1AAB-AD49-353D-D466CF0E82D4}"/>
                    </a:ext>
                  </a:extLst>
                </p14:cNvPr>
                <p14:cNvContentPartPr/>
                <p14:nvPr/>
              </p14:nvContentPartPr>
              <p14:xfrm>
                <a:off x="9818390" y="1479661"/>
                <a:ext cx="28440" cy="9000"/>
              </p14:xfrm>
            </p:contentPart>
          </mc:Choice>
          <mc:Fallback xmlns="">
            <p:pic>
              <p:nvPicPr>
                <p:cNvPr id="79" name="Ink 78">
                  <a:extLst>
                    <a:ext uri="{FF2B5EF4-FFF2-40B4-BE49-F238E27FC236}">
                      <a16:creationId xmlns:a16="http://schemas.microsoft.com/office/drawing/2014/main" id="{7768B5DF-1AAB-AD49-353D-D466CF0E82D4}"/>
                    </a:ext>
                  </a:extLst>
                </p:cNvPr>
                <p:cNvPicPr/>
                <p:nvPr/>
              </p:nvPicPr>
              <p:blipFill>
                <a:blip r:embed="rId141"/>
                <a:stretch>
                  <a:fillRect/>
                </a:stretch>
              </p:blipFill>
              <p:spPr>
                <a:xfrm>
                  <a:off x="9800390" y="1462021"/>
                  <a:ext cx="640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5" name="Ink 84">
                  <a:extLst>
                    <a:ext uri="{FF2B5EF4-FFF2-40B4-BE49-F238E27FC236}">
                      <a16:creationId xmlns:a16="http://schemas.microsoft.com/office/drawing/2014/main" id="{86231179-C763-751F-FBF9-1F2470DD1CAB}"/>
                    </a:ext>
                  </a:extLst>
                </p14:cNvPr>
                <p14:cNvContentPartPr/>
                <p14:nvPr/>
              </p14:nvContentPartPr>
              <p14:xfrm>
                <a:off x="9956270" y="1369861"/>
                <a:ext cx="135000" cy="18720"/>
              </p14:xfrm>
            </p:contentPart>
          </mc:Choice>
          <mc:Fallback xmlns="">
            <p:pic>
              <p:nvPicPr>
                <p:cNvPr id="85" name="Ink 84">
                  <a:extLst>
                    <a:ext uri="{FF2B5EF4-FFF2-40B4-BE49-F238E27FC236}">
                      <a16:creationId xmlns:a16="http://schemas.microsoft.com/office/drawing/2014/main" id="{86231179-C763-751F-FBF9-1F2470DD1CAB}"/>
                    </a:ext>
                  </a:extLst>
                </p:cNvPr>
                <p:cNvPicPr/>
                <p:nvPr/>
              </p:nvPicPr>
              <p:blipFill>
                <a:blip r:embed="rId143"/>
                <a:stretch>
                  <a:fillRect/>
                </a:stretch>
              </p:blipFill>
              <p:spPr>
                <a:xfrm>
                  <a:off x="9938270" y="1351861"/>
                  <a:ext cx="17064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6" name="Ink 85">
                  <a:extLst>
                    <a:ext uri="{FF2B5EF4-FFF2-40B4-BE49-F238E27FC236}">
                      <a16:creationId xmlns:a16="http://schemas.microsoft.com/office/drawing/2014/main" id="{C1AB9001-D95C-760B-E0A5-85B645CDD466}"/>
                    </a:ext>
                  </a:extLst>
                </p14:cNvPr>
                <p14:cNvContentPartPr/>
                <p14:nvPr/>
              </p14:nvContentPartPr>
              <p14:xfrm>
                <a:off x="9931070" y="1412701"/>
                <a:ext cx="76680" cy="212400"/>
              </p14:xfrm>
            </p:contentPart>
          </mc:Choice>
          <mc:Fallback xmlns="">
            <p:pic>
              <p:nvPicPr>
                <p:cNvPr id="86" name="Ink 85">
                  <a:extLst>
                    <a:ext uri="{FF2B5EF4-FFF2-40B4-BE49-F238E27FC236}">
                      <a16:creationId xmlns:a16="http://schemas.microsoft.com/office/drawing/2014/main" id="{C1AB9001-D95C-760B-E0A5-85B645CDD466}"/>
                    </a:ext>
                  </a:extLst>
                </p:cNvPr>
                <p:cNvPicPr/>
                <p:nvPr/>
              </p:nvPicPr>
              <p:blipFill>
                <a:blip r:embed="rId145"/>
                <a:stretch>
                  <a:fillRect/>
                </a:stretch>
              </p:blipFill>
              <p:spPr>
                <a:xfrm>
                  <a:off x="9913070" y="1394701"/>
                  <a:ext cx="11232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7" name="Ink 86">
                  <a:extLst>
                    <a:ext uri="{FF2B5EF4-FFF2-40B4-BE49-F238E27FC236}">
                      <a16:creationId xmlns:a16="http://schemas.microsoft.com/office/drawing/2014/main" id="{3D56CAB6-70FF-80C8-B7FE-48CE65201A26}"/>
                    </a:ext>
                  </a:extLst>
                </p14:cNvPr>
                <p14:cNvContentPartPr/>
                <p14:nvPr/>
              </p14:nvContentPartPr>
              <p14:xfrm>
                <a:off x="10275230" y="1510621"/>
                <a:ext cx="34560" cy="103680"/>
              </p14:xfrm>
            </p:contentPart>
          </mc:Choice>
          <mc:Fallback xmlns="">
            <p:pic>
              <p:nvPicPr>
                <p:cNvPr id="87" name="Ink 86">
                  <a:extLst>
                    <a:ext uri="{FF2B5EF4-FFF2-40B4-BE49-F238E27FC236}">
                      <a16:creationId xmlns:a16="http://schemas.microsoft.com/office/drawing/2014/main" id="{3D56CAB6-70FF-80C8-B7FE-48CE65201A26}"/>
                    </a:ext>
                  </a:extLst>
                </p:cNvPr>
                <p:cNvPicPr/>
                <p:nvPr/>
              </p:nvPicPr>
              <p:blipFill>
                <a:blip r:embed="rId147"/>
                <a:stretch>
                  <a:fillRect/>
                </a:stretch>
              </p:blipFill>
              <p:spPr>
                <a:xfrm>
                  <a:off x="10257590" y="1492621"/>
                  <a:ext cx="702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8" name="Ink 87">
                  <a:extLst>
                    <a:ext uri="{FF2B5EF4-FFF2-40B4-BE49-F238E27FC236}">
                      <a16:creationId xmlns:a16="http://schemas.microsoft.com/office/drawing/2014/main" id="{E02EF046-2993-28FE-3DCA-8162A809F0C9}"/>
                    </a:ext>
                  </a:extLst>
                </p14:cNvPr>
                <p14:cNvContentPartPr/>
                <p14:nvPr/>
              </p14:nvContentPartPr>
              <p14:xfrm>
                <a:off x="10271270" y="1388581"/>
                <a:ext cx="18360" cy="57960"/>
              </p14:xfrm>
            </p:contentPart>
          </mc:Choice>
          <mc:Fallback xmlns="">
            <p:pic>
              <p:nvPicPr>
                <p:cNvPr id="88" name="Ink 87">
                  <a:extLst>
                    <a:ext uri="{FF2B5EF4-FFF2-40B4-BE49-F238E27FC236}">
                      <a16:creationId xmlns:a16="http://schemas.microsoft.com/office/drawing/2014/main" id="{E02EF046-2993-28FE-3DCA-8162A809F0C9}"/>
                    </a:ext>
                  </a:extLst>
                </p:cNvPr>
                <p:cNvPicPr/>
                <p:nvPr/>
              </p:nvPicPr>
              <p:blipFill>
                <a:blip r:embed="rId149"/>
                <a:stretch>
                  <a:fillRect/>
                </a:stretch>
              </p:blipFill>
              <p:spPr>
                <a:xfrm>
                  <a:off x="10253630" y="1370941"/>
                  <a:ext cx="5400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9" name="Ink 88">
                  <a:extLst>
                    <a:ext uri="{FF2B5EF4-FFF2-40B4-BE49-F238E27FC236}">
                      <a16:creationId xmlns:a16="http://schemas.microsoft.com/office/drawing/2014/main" id="{F5F9C21A-0FCF-37F2-4EAF-9FC4B0933FEC}"/>
                    </a:ext>
                  </a:extLst>
                </p14:cNvPr>
                <p14:cNvContentPartPr/>
                <p14:nvPr/>
              </p14:nvContentPartPr>
              <p14:xfrm>
                <a:off x="10414550" y="1497301"/>
                <a:ext cx="90720" cy="162000"/>
              </p14:xfrm>
            </p:contentPart>
          </mc:Choice>
          <mc:Fallback xmlns="">
            <p:pic>
              <p:nvPicPr>
                <p:cNvPr id="89" name="Ink 88">
                  <a:extLst>
                    <a:ext uri="{FF2B5EF4-FFF2-40B4-BE49-F238E27FC236}">
                      <a16:creationId xmlns:a16="http://schemas.microsoft.com/office/drawing/2014/main" id="{F5F9C21A-0FCF-37F2-4EAF-9FC4B0933FEC}"/>
                    </a:ext>
                  </a:extLst>
                </p:cNvPr>
                <p:cNvPicPr/>
                <p:nvPr/>
              </p:nvPicPr>
              <p:blipFill>
                <a:blip r:embed="rId151"/>
                <a:stretch>
                  <a:fillRect/>
                </a:stretch>
              </p:blipFill>
              <p:spPr>
                <a:xfrm>
                  <a:off x="10396550" y="1479661"/>
                  <a:ext cx="12636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0" name="Ink 89">
                  <a:extLst>
                    <a:ext uri="{FF2B5EF4-FFF2-40B4-BE49-F238E27FC236}">
                      <a16:creationId xmlns:a16="http://schemas.microsoft.com/office/drawing/2014/main" id="{FEBED868-BD9D-1233-9D60-556E59FFFE65}"/>
                    </a:ext>
                  </a:extLst>
                </p14:cNvPr>
                <p14:cNvContentPartPr/>
                <p14:nvPr/>
              </p14:nvContentPartPr>
              <p14:xfrm>
                <a:off x="10547390" y="1404061"/>
                <a:ext cx="161640" cy="209880"/>
              </p14:xfrm>
            </p:contentPart>
          </mc:Choice>
          <mc:Fallback xmlns="">
            <p:pic>
              <p:nvPicPr>
                <p:cNvPr id="90" name="Ink 89">
                  <a:extLst>
                    <a:ext uri="{FF2B5EF4-FFF2-40B4-BE49-F238E27FC236}">
                      <a16:creationId xmlns:a16="http://schemas.microsoft.com/office/drawing/2014/main" id="{FEBED868-BD9D-1233-9D60-556E59FFFE65}"/>
                    </a:ext>
                  </a:extLst>
                </p:cNvPr>
                <p:cNvPicPr/>
                <p:nvPr/>
              </p:nvPicPr>
              <p:blipFill>
                <a:blip r:embed="rId153"/>
                <a:stretch>
                  <a:fillRect/>
                </a:stretch>
              </p:blipFill>
              <p:spPr>
                <a:xfrm>
                  <a:off x="10529750" y="1386061"/>
                  <a:ext cx="19728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1" name="Ink 90">
                  <a:extLst>
                    <a:ext uri="{FF2B5EF4-FFF2-40B4-BE49-F238E27FC236}">
                      <a16:creationId xmlns:a16="http://schemas.microsoft.com/office/drawing/2014/main" id="{25A608B4-813C-D6F0-8E56-6D46705DAA25}"/>
                    </a:ext>
                  </a:extLst>
                </p14:cNvPr>
                <p14:cNvContentPartPr/>
                <p14:nvPr/>
              </p14:nvContentPartPr>
              <p14:xfrm>
                <a:off x="10979390" y="1460581"/>
                <a:ext cx="107280" cy="118800"/>
              </p14:xfrm>
            </p:contentPart>
          </mc:Choice>
          <mc:Fallback xmlns="">
            <p:pic>
              <p:nvPicPr>
                <p:cNvPr id="91" name="Ink 90">
                  <a:extLst>
                    <a:ext uri="{FF2B5EF4-FFF2-40B4-BE49-F238E27FC236}">
                      <a16:creationId xmlns:a16="http://schemas.microsoft.com/office/drawing/2014/main" id="{25A608B4-813C-D6F0-8E56-6D46705DAA25}"/>
                    </a:ext>
                  </a:extLst>
                </p:cNvPr>
                <p:cNvPicPr/>
                <p:nvPr/>
              </p:nvPicPr>
              <p:blipFill>
                <a:blip r:embed="rId155"/>
                <a:stretch>
                  <a:fillRect/>
                </a:stretch>
              </p:blipFill>
              <p:spPr>
                <a:xfrm>
                  <a:off x="10961750" y="1442581"/>
                  <a:ext cx="1429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2" name="Ink 91">
                  <a:extLst>
                    <a:ext uri="{FF2B5EF4-FFF2-40B4-BE49-F238E27FC236}">
                      <a16:creationId xmlns:a16="http://schemas.microsoft.com/office/drawing/2014/main" id="{72153504-D5E0-9C90-B5BE-15757CE9B093}"/>
                    </a:ext>
                  </a:extLst>
                </p14:cNvPr>
                <p14:cNvContentPartPr/>
                <p14:nvPr/>
              </p14:nvContentPartPr>
              <p14:xfrm>
                <a:off x="11176670" y="1345741"/>
                <a:ext cx="96120" cy="272880"/>
              </p14:xfrm>
            </p:contentPart>
          </mc:Choice>
          <mc:Fallback xmlns="">
            <p:pic>
              <p:nvPicPr>
                <p:cNvPr id="92" name="Ink 91">
                  <a:extLst>
                    <a:ext uri="{FF2B5EF4-FFF2-40B4-BE49-F238E27FC236}">
                      <a16:creationId xmlns:a16="http://schemas.microsoft.com/office/drawing/2014/main" id="{72153504-D5E0-9C90-B5BE-15757CE9B093}"/>
                    </a:ext>
                  </a:extLst>
                </p:cNvPr>
                <p:cNvPicPr/>
                <p:nvPr/>
              </p:nvPicPr>
              <p:blipFill>
                <a:blip r:embed="rId157"/>
                <a:stretch>
                  <a:fillRect/>
                </a:stretch>
              </p:blipFill>
              <p:spPr>
                <a:xfrm>
                  <a:off x="11159030" y="1327741"/>
                  <a:ext cx="13176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3" name="Ink 92">
                  <a:extLst>
                    <a:ext uri="{FF2B5EF4-FFF2-40B4-BE49-F238E27FC236}">
                      <a16:creationId xmlns:a16="http://schemas.microsoft.com/office/drawing/2014/main" id="{D0C0D520-0BBD-4556-2022-3D13EEA67327}"/>
                    </a:ext>
                  </a:extLst>
                </p14:cNvPr>
                <p14:cNvContentPartPr/>
                <p14:nvPr/>
              </p14:nvContentPartPr>
              <p14:xfrm>
                <a:off x="11156150" y="1499821"/>
                <a:ext cx="76320" cy="80640"/>
              </p14:xfrm>
            </p:contentPart>
          </mc:Choice>
          <mc:Fallback xmlns="">
            <p:pic>
              <p:nvPicPr>
                <p:cNvPr id="93" name="Ink 92">
                  <a:extLst>
                    <a:ext uri="{FF2B5EF4-FFF2-40B4-BE49-F238E27FC236}">
                      <a16:creationId xmlns:a16="http://schemas.microsoft.com/office/drawing/2014/main" id="{D0C0D520-0BBD-4556-2022-3D13EEA67327}"/>
                    </a:ext>
                  </a:extLst>
                </p:cNvPr>
                <p:cNvPicPr/>
                <p:nvPr/>
              </p:nvPicPr>
              <p:blipFill>
                <a:blip r:embed="rId159"/>
                <a:stretch>
                  <a:fillRect/>
                </a:stretch>
              </p:blipFill>
              <p:spPr>
                <a:xfrm>
                  <a:off x="11138510" y="1481821"/>
                  <a:ext cx="11196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4" name="Ink 93">
                  <a:extLst>
                    <a:ext uri="{FF2B5EF4-FFF2-40B4-BE49-F238E27FC236}">
                      <a16:creationId xmlns:a16="http://schemas.microsoft.com/office/drawing/2014/main" id="{595CB867-643D-6E15-9B2E-28819F9BD616}"/>
                    </a:ext>
                  </a:extLst>
                </p14:cNvPr>
                <p14:cNvContentPartPr/>
                <p14:nvPr/>
              </p14:nvContentPartPr>
              <p14:xfrm>
                <a:off x="11436230" y="1343221"/>
                <a:ext cx="236880" cy="161280"/>
              </p14:xfrm>
            </p:contentPart>
          </mc:Choice>
          <mc:Fallback xmlns="">
            <p:pic>
              <p:nvPicPr>
                <p:cNvPr id="94" name="Ink 93">
                  <a:extLst>
                    <a:ext uri="{FF2B5EF4-FFF2-40B4-BE49-F238E27FC236}">
                      <a16:creationId xmlns:a16="http://schemas.microsoft.com/office/drawing/2014/main" id="{595CB867-643D-6E15-9B2E-28819F9BD616}"/>
                    </a:ext>
                  </a:extLst>
                </p:cNvPr>
                <p:cNvPicPr/>
                <p:nvPr/>
              </p:nvPicPr>
              <p:blipFill>
                <a:blip r:embed="rId161"/>
                <a:stretch>
                  <a:fillRect/>
                </a:stretch>
              </p:blipFill>
              <p:spPr>
                <a:xfrm>
                  <a:off x="11418590" y="1325581"/>
                  <a:ext cx="27252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5" name="Ink 94">
                  <a:extLst>
                    <a:ext uri="{FF2B5EF4-FFF2-40B4-BE49-F238E27FC236}">
                      <a16:creationId xmlns:a16="http://schemas.microsoft.com/office/drawing/2014/main" id="{EAAA9317-19C8-032D-427B-2E9A57A898CE}"/>
                    </a:ext>
                  </a:extLst>
                </p14:cNvPr>
                <p14:cNvContentPartPr/>
                <p14:nvPr/>
              </p14:nvContentPartPr>
              <p14:xfrm>
                <a:off x="9301430" y="1212541"/>
                <a:ext cx="2720880" cy="734040"/>
              </p14:xfrm>
            </p:contentPart>
          </mc:Choice>
          <mc:Fallback xmlns="">
            <p:pic>
              <p:nvPicPr>
                <p:cNvPr id="95" name="Ink 94">
                  <a:extLst>
                    <a:ext uri="{FF2B5EF4-FFF2-40B4-BE49-F238E27FC236}">
                      <a16:creationId xmlns:a16="http://schemas.microsoft.com/office/drawing/2014/main" id="{EAAA9317-19C8-032D-427B-2E9A57A898CE}"/>
                    </a:ext>
                  </a:extLst>
                </p:cNvPr>
                <p:cNvPicPr/>
                <p:nvPr/>
              </p:nvPicPr>
              <p:blipFill>
                <a:blip r:embed="rId163"/>
                <a:stretch>
                  <a:fillRect/>
                </a:stretch>
              </p:blipFill>
              <p:spPr>
                <a:xfrm>
                  <a:off x="9283790" y="1194541"/>
                  <a:ext cx="2756520" cy="769680"/>
                </a:xfrm>
                <a:prstGeom prst="rect">
                  <a:avLst/>
                </a:prstGeom>
              </p:spPr>
            </p:pic>
          </mc:Fallback>
        </mc:AlternateContent>
      </p:grpSp>
    </p:spTree>
    <p:extLst>
      <p:ext uri="{BB962C8B-B14F-4D97-AF65-F5344CB8AC3E}">
        <p14:creationId xmlns:p14="http://schemas.microsoft.com/office/powerpoint/2010/main" val="2967604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C2D5C-276E-6E62-F1A0-80B6444ABA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16469-4BCC-95C9-B89C-A01195345594}"/>
              </a:ext>
            </a:extLst>
          </p:cNvPr>
          <p:cNvSpPr>
            <a:spLocks noGrp="1"/>
          </p:cNvSpPr>
          <p:nvPr>
            <p:ph type="title"/>
          </p:nvPr>
        </p:nvSpPr>
        <p:spPr>
          <a:xfrm>
            <a:off x="78739" y="14986"/>
            <a:ext cx="10328275" cy="492443"/>
          </a:xfrm>
        </p:spPr>
        <p:txBody>
          <a:bodyPr/>
          <a:lstStyle/>
          <a:p>
            <a:r>
              <a:rPr lang="en-US" dirty="0"/>
              <a:t>Refractive index of different materials</a:t>
            </a:r>
          </a:p>
        </p:txBody>
      </p:sp>
      <p:sp>
        <p:nvSpPr>
          <p:cNvPr id="3" name="Text Placeholder 2">
            <a:extLst>
              <a:ext uri="{FF2B5EF4-FFF2-40B4-BE49-F238E27FC236}">
                <a16:creationId xmlns:a16="http://schemas.microsoft.com/office/drawing/2014/main" id="{95D2ED66-F6D1-6C5D-8555-1588755051E9}"/>
              </a:ext>
            </a:extLst>
          </p:cNvPr>
          <p:cNvSpPr>
            <a:spLocks noGrp="1"/>
          </p:cNvSpPr>
          <p:nvPr>
            <p:ph type="body" idx="1"/>
          </p:nvPr>
        </p:nvSpPr>
        <p:spPr>
          <a:xfrm>
            <a:off x="3733800" y="1065868"/>
            <a:ext cx="8229599" cy="1448732"/>
          </a:xfrm>
        </p:spPr>
        <p:txBody>
          <a:bodyPr/>
          <a:lstStyle/>
          <a:p>
            <a:r>
              <a:rPr lang="en-US" dirty="0"/>
              <a:t>The refractive index is a function of material AND wavelength of the electromagnetic radiation</a:t>
            </a:r>
          </a:p>
          <a:p>
            <a:endParaRPr lang="en-US" dirty="0"/>
          </a:p>
          <a:p>
            <a:r>
              <a:rPr lang="en-US" dirty="0"/>
              <a:t> </a:t>
            </a:r>
          </a:p>
          <a:p>
            <a:pPr algn="l"/>
            <a:endParaRPr lang="en-US" dirty="0"/>
          </a:p>
        </p:txBody>
      </p:sp>
      <p:pic>
        <p:nvPicPr>
          <p:cNvPr id="5" name="Picture 4">
            <a:extLst>
              <a:ext uri="{FF2B5EF4-FFF2-40B4-BE49-F238E27FC236}">
                <a16:creationId xmlns:a16="http://schemas.microsoft.com/office/drawing/2014/main" id="{166F4D9A-9B95-4F50-2F5F-46BF6F11D938}"/>
              </a:ext>
            </a:extLst>
          </p:cNvPr>
          <p:cNvPicPr>
            <a:picLocks noChangeAspect="1"/>
          </p:cNvPicPr>
          <p:nvPr/>
        </p:nvPicPr>
        <p:blipFill>
          <a:blip r:embed="rId2"/>
          <a:stretch>
            <a:fillRect/>
          </a:stretch>
        </p:blipFill>
        <p:spPr>
          <a:xfrm>
            <a:off x="457200" y="1065868"/>
            <a:ext cx="2957372" cy="5408394"/>
          </a:xfrm>
          <a:prstGeom prst="rect">
            <a:avLst/>
          </a:prstGeom>
        </p:spPr>
      </p:pic>
      <p:pic>
        <p:nvPicPr>
          <p:cNvPr id="7" name="Picture 6">
            <a:extLst>
              <a:ext uri="{FF2B5EF4-FFF2-40B4-BE49-F238E27FC236}">
                <a16:creationId xmlns:a16="http://schemas.microsoft.com/office/drawing/2014/main" id="{AD2BD534-32CF-BDF7-540A-5DFF2FE42C3D}"/>
              </a:ext>
            </a:extLst>
          </p:cNvPr>
          <p:cNvPicPr>
            <a:picLocks noChangeAspect="1"/>
          </p:cNvPicPr>
          <p:nvPr/>
        </p:nvPicPr>
        <p:blipFill>
          <a:blip r:embed="rId3"/>
          <a:stretch>
            <a:fillRect/>
          </a:stretch>
        </p:blipFill>
        <p:spPr>
          <a:xfrm>
            <a:off x="5029200" y="2825678"/>
            <a:ext cx="4982270" cy="3648584"/>
          </a:xfrm>
          <a:prstGeom prst="rect">
            <a:avLst/>
          </a:prstGeom>
        </p:spPr>
      </p:pic>
      <p:sp>
        <p:nvSpPr>
          <p:cNvPr id="8" name="TextBox 7">
            <a:extLst>
              <a:ext uri="{FF2B5EF4-FFF2-40B4-BE49-F238E27FC236}">
                <a16:creationId xmlns:a16="http://schemas.microsoft.com/office/drawing/2014/main" id="{0FCE82C1-0A1B-2E1F-95BF-F2D0BDEF2714}"/>
              </a:ext>
            </a:extLst>
          </p:cNvPr>
          <p:cNvSpPr txBox="1"/>
          <p:nvPr/>
        </p:nvSpPr>
        <p:spPr>
          <a:xfrm>
            <a:off x="8001000" y="3200400"/>
            <a:ext cx="1447800" cy="369332"/>
          </a:xfrm>
          <a:prstGeom prst="rect">
            <a:avLst/>
          </a:prstGeom>
          <a:noFill/>
        </p:spPr>
        <p:txBody>
          <a:bodyPr wrap="square" rtlCol="0">
            <a:spAutoFit/>
          </a:bodyPr>
          <a:lstStyle/>
          <a:p>
            <a:r>
              <a:rPr lang="en-US" dirty="0"/>
              <a:t>Si</a:t>
            </a:r>
          </a:p>
        </p:txBody>
      </p:sp>
      <p:sp>
        <p:nvSpPr>
          <p:cNvPr id="9" name="TextBox 8">
            <a:extLst>
              <a:ext uri="{FF2B5EF4-FFF2-40B4-BE49-F238E27FC236}">
                <a16:creationId xmlns:a16="http://schemas.microsoft.com/office/drawing/2014/main" id="{F362886B-8332-331C-7154-3732F4115BD0}"/>
              </a:ext>
            </a:extLst>
          </p:cNvPr>
          <p:cNvSpPr txBox="1"/>
          <p:nvPr/>
        </p:nvSpPr>
        <p:spPr>
          <a:xfrm>
            <a:off x="7848599" y="4652665"/>
            <a:ext cx="1905001" cy="369332"/>
          </a:xfrm>
          <a:prstGeom prst="rect">
            <a:avLst/>
          </a:prstGeom>
          <a:noFill/>
        </p:spPr>
        <p:txBody>
          <a:bodyPr wrap="square" rtlCol="0">
            <a:spAutoFit/>
          </a:bodyPr>
          <a:lstStyle/>
          <a:p>
            <a:r>
              <a:rPr lang="en-US" dirty="0"/>
              <a:t>Refractive Index</a:t>
            </a:r>
          </a:p>
        </p:txBody>
      </p:sp>
      <p:sp>
        <p:nvSpPr>
          <p:cNvPr id="10" name="TextBox 9">
            <a:extLst>
              <a:ext uri="{FF2B5EF4-FFF2-40B4-BE49-F238E27FC236}">
                <a16:creationId xmlns:a16="http://schemas.microsoft.com/office/drawing/2014/main" id="{11CCD070-90E8-8C6A-2703-8F1BF49742D7}"/>
              </a:ext>
            </a:extLst>
          </p:cNvPr>
          <p:cNvSpPr txBox="1"/>
          <p:nvPr/>
        </p:nvSpPr>
        <p:spPr>
          <a:xfrm>
            <a:off x="5715000" y="5334000"/>
            <a:ext cx="1905001" cy="646331"/>
          </a:xfrm>
          <a:prstGeom prst="rect">
            <a:avLst/>
          </a:prstGeom>
          <a:noFill/>
        </p:spPr>
        <p:txBody>
          <a:bodyPr wrap="square" rtlCol="0">
            <a:spAutoFit/>
          </a:bodyPr>
          <a:lstStyle/>
          <a:p>
            <a:r>
              <a:rPr lang="en-US" dirty="0"/>
              <a:t>Extinction Coefficient</a:t>
            </a:r>
          </a:p>
        </p:txBody>
      </p:sp>
      <p:sp>
        <p:nvSpPr>
          <p:cNvPr id="11" name="TextBox 10">
            <a:extLst>
              <a:ext uri="{FF2B5EF4-FFF2-40B4-BE49-F238E27FC236}">
                <a16:creationId xmlns:a16="http://schemas.microsoft.com/office/drawing/2014/main" id="{F50308DD-D5A9-0115-9211-71A566A6E0B3}"/>
              </a:ext>
            </a:extLst>
          </p:cNvPr>
          <p:cNvSpPr txBox="1"/>
          <p:nvPr/>
        </p:nvSpPr>
        <p:spPr>
          <a:xfrm>
            <a:off x="6433925" y="6414102"/>
            <a:ext cx="2829348" cy="369332"/>
          </a:xfrm>
          <a:prstGeom prst="rect">
            <a:avLst/>
          </a:prstGeom>
          <a:noFill/>
        </p:spPr>
        <p:txBody>
          <a:bodyPr wrap="square" rtlCol="0">
            <a:spAutoFit/>
          </a:bodyPr>
          <a:lstStyle/>
          <a:p>
            <a:pPr algn="ctr"/>
            <a:r>
              <a:rPr lang="en-US" dirty="0"/>
              <a:t>Wavelength (nm)</a:t>
            </a:r>
          </a:p>
        </p:txBody>
      </p:sp>
      <p:sp>
        <p:nvSpPr>
          <p:cNvPr id="12" name="TextBox 11">
            <a:extLst>
              <a:ext uri="{FF2B5EF4-FFF2-40B4-BE49-F238E27FC236}">
                <a16:creationId xmlns:a16="http://schemas.microsoft.com/office/drawing/2014/main" id="{A92078D5-016B-DB47-73C3-8E0AACAD8062}"/>
              </a:ext>
            </a:extLst>
          </p:cNvPr>
          <p:cNvSpPr txBox="1"/>
          <p:nvPr/>
        </p:nvSpPr>
        <p:spPr>
          <a:xfrm rot="16200000">
            <a:off x="4076700" y="4465303"/>
            <a:ext cx="1905001" cy="369332"/>
          </a:xfrm>
          <a:prstGeom prst="rect">
            <a:avLst/>
          </a:prstGeom>
          <a:noFill/>
        </p:spPr>
        <p:txBody>
          <a:bodyPr wrap="square" rtlCol="0">
            <a:spAutoFit/>
          </a:bodyPr>
          <a:lstStyle/>
          <a:p>
            <a:pPr algn="ctr"/>
            <a:r>
              <a:rPr lang="en-US" dirty="0"/>
              <a:t>RI or EC</a:t>
            </a: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264C5C2F-6E6A-53A0-39C7-4D8A13EA5D9D}"/>
                  </a:ext>
                </a:extLst>
              </p14:cNvPr>
              <p14:cNvContentPartPr/>
              <p14:nvPr/>
            </p14:nvContentPartPr>
            <p14:xfrm>
              <a:off x="2679230" y="4174237"/>
              <a:ext cx="633240" cy="393480"/>
            </p14:xfrm>
          </p:contentPart>
        </mc:Choice>
        <mc:Fallback xmlns="">
          <p:pic>
            <p:nvPicPr>
              <p:cNvPr id="4" name="Ink 3">
                <a:extLst>
                  <a:ext uri="{FF2B5EF4-FFF2-40B4-BE49-F238E27FC236}">
                    <a16:creationId xmlns:a16="http://schemas.microsoft.com/office/drawing/2014/main" id="{264C5C2F-6E6A-53A0-39C7-4D8A13EA5D9D}"/>
                  </a:ext>
                </a:extLst>
              </p:cNvPr>
              <p:cNvPicPr/>
              <p:nvPr/>
            </p:nvPicPr>
            <p:blipFill>
              <a:blip r:embed="rId5"/>
              <a:stretch>
                <a:fillRect/>
              </a:stretch>
            </p:blipFill>
            <p:spPr>
              <a:xfrm>
                <a:off x="2661590" y="4156597"/>
                <a:ext cx="668880" cy="429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371F8172-2606-F0F3-C0DF-F960FCF03013}"/>
                  </a:ext>
                </a:extLst>
              </p14:cNvPr>
              <p14:cNvContentPartPr/>
              <p14:nvPr/>
            </p14:nvContentPartPr>
            <p14:xfrm>
              <a:off x="2793063" y="4361233"/>
              <a:ext cx="366480" cy="97920"/>
            </p14:xfrm>
          </p:contentPart>
        </mc:Choice>
        <mc:Fallback xmlns="">
          <p:pic>
            <p:nvPicPr>
              <p:cNvPr id="6" name="Ink 5">
                <a:extLst>
                  <a:ext uri="{FF2B5EF4-FFF2-40B4-BE49-F238E27FC236}">
                    <a16:creationId xmlns:a16="http://schemas.microsoft.com/office/drawing/2014/main" id="{371F8172-2606-F0F3-C0DF-F960FCF03013}"/>
                  </a:ext>
                </a:extLst>
              </p:cNvPr>
              <p:cNvPicPr/>
              <p:nvPr/>
            </p:nvPicPr>
            <p:blipFill>
              <a:blip r:embed="rId7"/>
              <a:stretch>
                <a:fillRect/>
              </a:stretch>
            </p:blipFill>
            <p:spPr>
              <a:xfrm>
                <a:off x="2739063" y="4253233"/>
                <a:ext cx="47412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AEC6F2C1-B326-1276-8FD5-322BE958A4A3}"/>
                  </a:ext>
                </a:extLst>
              </p14:cNvPr>
              <p14:cNvContentPartPr/>
              <p14:nvPr/>
            </p14:nvContentPartPr>
            <p14:xfrm>
              <a:off x="3006543" y="4121473"/>
              <a:ext cx="74160" cy="31320"/>
            </p14:xfrm>
          </p:contentPart>
        </mc:Choice>
        <mc:Fallback xmlns="">
          <p:pic>
            <p:nvPicPr>
              <p:cNvPr id="13" name="Ink 12">
                <a:extLst>
                  <a:ext uri="{FF2B5EF4-FFF2-40B4-BE49-F238E27FC236}">
                    <a16:creationId xmlns:a16="http://schemas.microsoft.com/office/drawing/2014/main" id="{AEC6F2C1-B326-1276-8FD5-322BE958A4A3}"/>
                  </a:ext>
                </a:extLst>
              </p:cNvPr>
              <p:cNvPicPr/>
              <p:nvPr/>
            </p:nvPicPr>
            <p:blipFill>
              <a:blip r:embed="rId9"/>
              <a:stretch>
                <a:fillRect/>
              </a:stretch>
            </p:blipFill>
            <p:spPr>
              <a:xfrm>
                <a:off x="2952543" y="4013473"/>
                <a:ext cx="18180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46015928-E91E-F719-BC98-D206BA951F60}"/>
                  </a:ext>
                </a:extLst>
              </p14:cNvPr>
              <p14:cNvContentPartPr/>
              <p14:nvPr/>
            </p14:nvContentPartPr>
            <p14:xfrm>
              <a:off x="2578143" y="4094833"/>
              <a:ext cx="439200" cy="146160"/>
            </p14:xfrm>
          </p:contentPart>
        </mc:Choice>
        <mc:Fallback xmlns="">
          <p:pic>
            <p:nvPicPr>
              <p:cNvPr id="14" name="Ink 13">
                <a:extLst>
                  <a:ext uri="{FF2B5EF4-FFF2-40B4-BE49-F238E27FC236}">
                    <a16:creationId xmlns:a16="http://schemas.microsoft.com/office/drawing/2014/main" id="{46015928-E91E-F719-BC98-D206BA951F60}"/>
                  </a:ext>
                </a:extLst>
              </p:cNvPr>
              <p:cNvPicPr/>
              <p:nvPr/>
            </p:nvPicPr>
            <p:blipFill>
              <a:blip r:embed="rId11"/>
              <a:stretch>
                <a:fillRect/>
              </a:stretch>
            </p:blipFill>
            <p:spPr>
              <a:xfrm>
                <a:off x="2524143" y="3987193"/>
                <a:ext cx="546840" cy="361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9724C11A-0F48-AAA4-2CD8-8FE4CDAA6C1B}"/>
                  </a:ext>
                </a:extLst>
              </p14:cNvPr>
              <p14:cNvContentPartPr/>
              <p14:nvPr/>
            </p14:nvContentPartPr>
            <p14:xfrm>
              <a:off x="2889543" y="4608193"/>
              <a:ext cx="325800" cy="94680"/>
            </p14:xfrm>
          </p:contentPart>
        </mc:Choice>
        <mc:Fallback xmlns="">
          <p:pic>
            <p:nvPicPr>
              <p:cNvPr id="15" name="Ink 14">
                <a:extLst>
                  <a:ext uri="{FF2B5EF4-FFF2-40B4-BE49-F238E27FC236}">
                    <a16:creationId xmlns:a16="http://schemas.microsoft.com/office/drawing/2014/main" id="{9724C11A-0F48-AAA4-2CD8-8FE4CDAA6C1B}"/>
                  </a:ext>
                </a:extLst>
              </p:cNvPr>
              <p:cNvPicPr/>
              <p:nvPr/>
            </p:nvPicPr>
            <p:blipFill>
              <a:blip r:embed="rId13"/>
              <a:stretch>
                <a:fillRect/>
              </a:stretch>
            </p:blipFill>
            <p:spPr>
              <a:xfrm>
                <a:off x="2835903" y="4500193"/>
                <a:ext cx="43344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4A7D044E-EEC6-96FC-224D-42670CB962D1}"/>
                  </a:ext>
                </a:extLst>
              </p14:cNvPr>
              <p14:cNvContentPartPr/>
              <p14:nvPr/>
            </p14:nvContentPartPr>
            <p14:xfrm>
              <a:off x="2780463" y="4765153"/>
              <a:ext cx="315000" cy="160200"/>
            </p14:xfrm>
          </p:contentPart>
        </mc:Choice>
        <mc:Fallback xmlns="">
          <p:pic>
            <p:nvPicPr>
              <p:cNvPr id="16" name="Ink 15">
                <a:extLst>
                  <a:ext uri="{FF2B5EF4-FFF2-40B4-BE49-F238E27FC236}">
                    <a16:creationId xmlns:a16="http://schemas.microsoft.com/office/drawing/2014/main" id="{4A7D044E-EEC6-96FC-224D-42670CB962D1}"/>
                  </a:ext>
                </a:extLst>
              </p:cNvPr>
              <p:cNvPicPr/>
              <p:nvPr/>
            </p:nvPicPr>
            <p:blipFill>
              <a:blip r:embed="rId15"/>
              <a:stretch>
                <a:fillRect/>
              </a:stretch>
            </p:blipFill>
            <p:spPr>
              <a:xfrm>
                <a:off x="2726463" y="4657513"/>
                <a:ext cx="42264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401AE279-0C32-6037-BDFC-C02643E86EE2}"/>
                  </a:ext>
                </a:extLst>
              </p14:cNvPr>
              <p14:cNvContentPartPr/>
              <p14:nvPr/>
            </p14:nvContentPartPr>
            <p14:xfrm>
              <a:off x="2758503" y="4991233"/>
              <a:ext cx="486360" cy="117360"/>
            </p14:xfrm>
          </p:contentPart>
        </mc:Choice>
        <mc:Fallback xmlns="">
          <p:pic>
            <p:nvPicPr>
              <p:cNvPr id="17" name="Ink 16">
                <a:extLst>
                  <a:ext uri="{FF2B5EF4-FFF2-40B4-BE49-F238E27FC236}">
                    <a16:creationId xmlns:a16="http://schemas.microsoft.com/office/drawing/2014/main" id="{401AE279-0C32-6037-BDFC-C02643E86EE2}"/>
                  </a:ext>
                </a:extLst>
              </p:cNvPr>
              <p:cNvPicPr/>
              <p:nvPr/>
            </p:nvPicPr>
            <p:blipFill>
              <a:blip r:embed="rId17"/>
              <a:stretch>
                <a:fillRect/>
              </a:stretch>
            </p:blipFill>
            <p:spPr>
              <a:xfrm>
                <a:off x="2704863" y="4883233"/>
                <a:ext cx="59400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0424931A-7CC4-445E-8BDE-24CDF2B761D3}"/>
                  </a:ext>
                </a:extLst>
              </p14:cNvPr>
              <p14:cNvContentPartPr/>
              <p14:nvPr/>
            </p14:nvContentPartPr>
            <p14:xfrm>
              <a:off x="2797383" y="5289673"/>
              <a:ext cx="292680" cy="96840"/>
            </p14:xfrm>
          </p:contentPart>
        </mc:Choice>
        <mc:Fallback xmlns="">
          <p:pic>
            <p:nvPicPr>
              <p:cNvPr id="18" name="Ink 17">
                <a:extLst>
                  <a:ext uri="{FF2B5EF4-FFF2-40B4-BE49-F238E27FC236}">
                    <a16:creationId xmlns:a16="http://schemas.microsoft.com/office/drawing/2014/main" id="{0424931A-7CC4-445E-8BDE-24CDF2B761D3}"/>
                  </a:ext>
                </a:extLst>
              </p:cNvPr>
              <p:cNvPicPr/>
              <p:nvPr/>
            </p:nvPicPr>
            <p:blipFill>
              <a:blip r:embed="rId19"/>
              <a:stretch>
                <a:fillRect/>
              </a:stretch>
            </p:blipFill>
            <p:spPr>
              <a:xfrm>
                <a:off x="2743383" y="5181673"/>
                <a:ext cx="400320" cy="312480"/>
              </a:xfrm>
              <a:prstGeom prst="rect">
                <a:avLst/>
              </a:prstGeom>
            </p:spPr>
          </p:pic>
        </mc:Fallback>
      </mc:AlternateContent>
      <p:grpSp>
        <p:nvGrpSpPr>
          <p:cNvPr id="31" name="Group 30">
            <a:extLst>
              <a:ext uri="{FF2B5EF4-FFF2-40B4-BE49-F238E27FC236}">
                <a16:creationId xmlns:a16="http://schemas.microsoft.com/office/drawing/2014/main" id="{506FEBD8-B2C4-B68A-C3E0-1C30F2169812}"/>
              </a:ext>
            </a:extLst>
          </p:cNvPr>
          <p:cNvGrpSpPr/>
          <p:nvPr/>
        </p:nvGrpSpPr>
        <p:grpSpPr>
          <a:xfrm>
            <a:off x="3535383" y="3962353"/>
            <a:ext cx="1382400" cy="1595520"/>
            <a:chOff x="3535383" y="3962353"/>
            <a:chExt cx="1382400" cy="1595520"/>
          </a:xfrm>
        </p:grpSpPr>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78EBD591-1861-5EA6-0CFF-CC4A676EC73B}"/>
                    </a:ext>
                  </a:extLst>
                </p14:cNvPr>
                <p14:cNvContentPartPr/>
                <p14:nvPr/>
              </p14:nvContentPartPr>
              <p14:xfrm>
                <a:off x="3535383" y="3962353"/>
                <a:ext cx="443160" cy="1595520"/>
              </p14:xfrm>
            </p:contentPart>
          </mc:Choice>
          <mc:Fallback xmlns="">
            <p:pic>
              <p:nvPicPr>
                <p:cNvPr id="19" name="Ink 18">
                  <a:extLst>
                    <a:ext uri="{FF2B5EF4-FFF2-40B4-BE49-F238E27FC236}">
                      <a16:creationId xmlns:a16="http://schemas.microsoft.com/office/drawing/2014/main" id="{78EBD591-1861-5EA6-0CFF-CC4A676EC73B}"/>
                    </a:ext>
                  </a:extLst>
                </p:cNvPr>
                <p:cNvPicPr/>
                <p:nvPr/>
              </p:nvPicPr>
              <p:blipFill>
                <a:blip r:embed="rId21"/>
                <a:stretch>
                  <a:fillRect/>
                </a:stretch>
              </p:blipFill>
              <p:spPr>
                <a:xfrm>
                  <a:off x="3517383" y="3944713"/>
                  <a:ext cx="478800" cy="1631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C0FD5763-25BF-BA31-A82B-4DFB1E97A1E0}"/>
                    </a:ext>
                  </a:extLst>
                </p14:cNvPr>
                <p14:cNvContentPartPr/>
                <p14:nvPr/>
              </p14:nvContentPartPr>
              <p14:xfrm>
                <a:off x="3935343" y="4698553"/>
                <a:ext cx="180000" cy="175680"/>
              </p14:xfrm>
            </p:contentPart>
          </mc:Choice>
          <mc:Fallback xmlns="">
            <p:pic>
              <p:nvPicPr>
                <p:cNvPr id="20" name="Ink 19">
                  <a:extLst>
                    <a:ext uri="{FF2B5EF4-FFF2-40B4-BE49-F238E27FC236}">
                      <a16:creationId xmlns:a16="http://schemas.microsoft.com/office/drawing/2014/main" id="{C0FD5763-25BF-BA31-A82B-4DFB1E97A1E0}"/>
                    </a:ext>
                  </a:extLst>
                </p:cNvPr>
                <p:cNvPicPr/>
                <p:nvPr/>
              </p:nvPicPr>
              <p:blipFill>
                <a:blip r:embed="rId23"/>
                <a:stretch>
                  <a:fillRect/>
                </a:stretch>
              </p:blipFill>
              <p:spPr>
                <a:xfrm>
                  <a:off x="3917703" y="4680913"/>
                  <a:ext cx="21564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AC70A7F1-C6ED-EA7A-4ABF-48ABD9C635D1}"/>
                    </a:ext>
                  </a:extLst>
                </p14:cNvPr>
                <p14:cNvContentPartPr/>
                <p14:nvPr/>
              </p14:nvContentPartPr>
              <p14:xfrm>
                <a:off x="4214703" y="4725553"/>
                <a:ext cx="52560" cy="40680"/>
              </p14:xfrm>
            </p:contentPart>
          </mc:Choice>
          <mc:Fallback xmlns="">
            <p:pic>
              <p:nvPicPr>
                <p:cNvPr id="21" name="Ink 20">
                  <a:extLst>
                    <a:ext uri="{FF2B5EF4-FFF2-40B4-BE49-F238E27FC236}">
                      <a16:creationId xmlns:a16="http://schemas.microsoft.com/office/drawing/2014/main" id="{AC70A7F1-C6ED-EA7A-4ABF-48ABD9C635D1}"/>
                    </a:ext>
                  </a:extLst>
                </p:cNvPr>
                <p:cNvPicPr/>
                <p:nvPr/>
              </p:nvPicPr>
              <p:blipFill>
                <a:blip r:embed="rId25"/>
                <a:stretch>
                  <a:fillRect/>
                </a:stretch>
              </p:blipFill>
              <p:spPr>
                <a:xfrm>
                  <a:off x="4196703" y="4707913"/>
                  <a:ext cx="8820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F2292420-AA8D-3FBB-6CE3-BBABDC113175}"/>
                    </a:ext>
                  </a:extLst>
                </p14:cNvPr>
                <p14:cNvContentPartPr/>
                <p14:nvPr/>
              </p14:nvContentPartPr>
              <p14:xfrm>
                <a:off x="4240983" y="4807633"/>
                <a:ext cx="92160" cy="29160"/>
              </p14:xfrm>
            </p:contentPart>
          </mc:Choice>
          <mc:Fallback xmlns="">
            <p:pic>
              <p:nvPicPr>
                <p:cNvPr id="22" name="Ink 21">
                  <a:extLst>
                    <a:ext uri="{FF2B5EF4-FFF2-40B4-BE49-F238E27FC236}">
                      <a16:creationId xmlns:a16="http://schemas.microsoft.com/office/drawing/2014/main" id="{F2292420-AA8D-3FBB-6CE3-BBABDC113175}"/>
                    </a:ext>
                  </a:extLst>
                </p:cNvPr>
                <p:cNvPicPr/>
                <p:nvPr/>
              </p:nvPicPr>
              <p:blipFill>
                <a:blip r:embed="rId27"/>
                <a:stretch>
                  <a:fillRect/>
                </a:stretch>
              </p:blipFill>
              <p:spPr>
                <a:xfrm>
                  <a:off x="4222983" y="4789993"/>
                  <a:ext cx="12780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4" name="Ink 23">
                  <a:extLst>
                    <a:ext uri="{FF2B5EF4-FFF2-40B4-BE49-F238E27FC236}">
                      <a16:creationId xmlns:a16="http://schemas.microsoft.com/office/drawing/2014/main" id="{E5C56C91-FAC7-279D-3408-D6E7D525C373}"/>
                    </a:ext>
                  </a:extLst>
                </p14:cNvPr>
                <p14:cNvContentPartPr/>
                <p14:nvPr/>
              </p14:nvContentPartPr>
              <p14:xfrm>
                <a:off x="4226223" y="4628713"/>
                <a:ext cx="169560" cy="110880"/>
              </p14:xfrm>
            </p:contentPart>
          </mc:Choice>
          <mc:Fallback xmlns="">
            <p:pic>
              <p:nvPicPr>
                <p:cNvPr id="24" name="Ink 23">
                  <a:extLst>
                    <a:ext uri="{FF2B5EF4-FFF2-40B4-BE49-F238E27FC236}">
                      <a16:creationId xmlns:a16="http://schemas.microsoft.com/office/drawing/2014/main" id="{E5C56C91-FAC7-279D-3408-D6E7D525C373}"/>
                    </a:ext>
                  </a:extLst>
                </p:cNvPr>
                <p:cNvPicPr/>
                <p:nvPr/>
              </p:nvPicPr>
              <p:blipFill>
                <a:blip r:embed="rId29"/>
                <a:stretch>
                  <a:fillRect/>
                </a:stretch>
              </p:blipFill>
              <p:spPr>
                <a:xfrm>
                  <a:off x="4208223" y="4610713"/>
                  <a:ext cx="20520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C3D9FC48-043A-A057-DC19-C89C9CAEA315}"/>
                    </a:ext>
                  </a:extLst>
                </p14:cNvPr>
                <p14:cNvContentPartPr/>
                <p14:nvPr/>
              </p14:nvContentPartPr>
              <p14:xfrm>
                <a:off x="4408383" y="4627273"/>
                <a:ext cx="360" cy="360"/>
              </p14:xfrm>
            </p:contentPart>
          </mc:Choice>
          <mc:Fallback xmlns="">
            <p:pic>
              <p:nvPicPr>
                <p:cNvPr id="25" name="Ink 24">
                  <a:extLst>
                    <a:ext uri="{FF2B5EF4-FFF2-40B4-BE49-F238E27FC236}">
                      <a16:creationId xmlns:a16="http://schemas.microsoft.com/office/drawing/2014/main" id="{C3D9FC48-043A-A057-DC19-C89C9CAEA315}"/>
                    </a:ext>
                  </a:extLst>
                </p:cNvPr>
                <p:cNvPicPr/>
                <p:nvPr/>
              </p:nvPicPr>
              <p:blipFill>
                <a:blip r:embed="rId31"/>
                <a:stretch>
                  <a:fillRect/>
                </a:stretch>
              </p:blipFill>
              <p:spPr>
                <a:xfrm>
                  <a:off x="4390743" y="4609633"/>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9DDD1523-FE87-4F4C-A1F3-5C9EA467A343}"/>
                    </a:ext>
                  </a:extLst>
                </p14:cNvPr>
                <p14:cNvContentPartPr/>
                <p14:nvPr/>
              </p14:nvContentPartPr>
              <p14:xfrm>
                <a:off x="4273743" y="4781353"/>
                <a:ext cx="149040" cy="92520"/>
              </p14:xfrm>
            </p:contentPart>
          </mc:Choice>
          <mc:Fallback xmlns="">
            <p:pic>
              <p:nvPicPr>
                <p:cNvPr id="26" name="Ink 25">
                  <a:extLst>
                    <a:ext uri="{FF2B5EF4-FFF2-40B4-BE49-F238E27FC236}">
                      <a16:creationId xmlns:a16="http://schemas.microsoft.com/office/drawing/2014/main" id="{9DDD1523-FE87-4F4C-A1F3-5C9EA467A343}"/>
                    </a:ext>
                  </a:extLst>
                </p:cNvPr>
                <p:cNvPicPr/>
                <p:nvPr/>
              </p:nvPicPr>
              <p:blipFill>
                <a:blip r:embed="rId33"/>
                <a:stretch>
                  <a:fillRect/>
                </a:stretch>
              </p:blipFill>
              <p:spPr>
                <a:xfrm>
                  <a:off x="4256103" y="4763713"/>
                  <a:ext cx="18468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Ink 26">
                  <a:extLst>
                    <a:ext uri="{FF2B5EF4-FFF2-40B4-BE49-F238E27FC236}">
                      <a16:creationId xmlns:a16="http://schemas.microsoft.com/office/drawing/2014/main" id="{28967B29-8439-A30F-4B48-8FFFFD9D84A5}"/>
                    </a:ext>
                  </a:extLst>
                </p14:cNvPr>
                <p14:cNvContentPartPr/>
                <p14:nvPr/>
              </p14:nvContentPartPr>
              <p14:xfrm>
                <a:off x="4556703" y="4589113"/>
                <a:ext cx="34920" cy="307080"/>
              </p14:xfrm>
            </p:contentPart>
          </mc:Choice>
          <mc:Fallback xmlns="">
            <p:pic>
              <p:nvPicPr>
                <p:cNvPr id="27" name="Ink 26">
                  <a:extLst>
                    <a:ext uri="{FF2B5EF4-FFF2-40B4-BE49-F238E27FC236}">
                      <a16:creationId xmlns:a16="http://schemas.microsoft.com/office/drawing/2014/main" id="{28967B29-8439-A30F-4B48-8FFFFD9D84A5}"/>
                    </a:ext>
                  </a:extLst>
                </p:cNvPr>
                <p:cNvPicPr/>
                <p:nvPr/>
              </p:nvPicPr>
              <p:blipFill>
                <a:blip r:embed="rId35"/>
                <a:stretch>
                  <a:fillRect/>
                </a:stretch>
              </p:blipFill>
              <p:spPr>
                <a:xfrm>
                  <a:off x="4539063" y="4571473"/>
                  <a:ext cx="7056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8B9D8563-075A-D75A-18E6-14730651047D}"/>
                    </a:ext>
                  </a:extLst>
                </p14:cNvPr>
                <p14:cNvContentPartPr/>
                <p14:nvPr/>
              </p14:nvContentPartPr>
              <p14:xfrm>
                <a:off x="4674783" y="4687033"/>
                <a:ext cx="14760" cy="36000"/>
              </p14:xfrm>
            </p:contentPart>
          </mc:Choice>
          <mc:Fallback xmlns="">
            <p:pic>
              <p:nvPicPr>
                <p:cNvPr id="28" name="Ink 27">
                  <a:extLst>
                    <a:ext uri="{FF2B5EF4-FFF2-40B4-BE49-F238E27FC236}">
                      <a16:creationId xmlns:a16="http://schemas.microsoft.com/office/drawing/2014/main" id="{8B9D8563-075A-D75A-18E6-14730651047D}"/>
                    </a:ext>
                  </a:extLst>
                </p:cNvPr>
                <p:cNvPicPr/>
                <p:nvPr/>
              </p:nvPicPr>
              <p:blipFill>
                <a:blip r:embed="rId37"/>
                <a:stretch>
                  <a:fillRect/>
                </a:stretch>
              </p:blipFill>
              <p:spPr>
                <a:xfrm>
                  <a:off x="4656783" y="4669393"/>
                  <a:ext cx="5040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9" name="Ink 28">
                  <a:extLst>
                    <a:ext uri="{FF2B5EF4-FFF2-40B4-BE49-F238E27FC236}">
                      <a16:creationId xmlns:a16="http://schemas.microsoft.com/office/drawing/2014/main" id="{E3834E9A-4473-47FE-AAC7-1DC12D2C7D36}"/>
                    </a:ext>
                  </a:extLst>
                </p14:cNvPr>
                <p14:cNvContentPartPr/>
                <p14:nvPr/>
              </p14:nvContentPartPr>
              <p14:xfrm>
                <a:off x="4825623" y="4639513"/>
                <a:ext cx="92160" cy="30600"/>
              </p14:xfrm>
            </p:contentPart>
          </mc:Choice>
          <mc:Fallback xmlns="">
            <p:pic>
              <p:nvPicPr>
                <p:cNvPr id="29" name="Ink 28">
                  <a:extLst>
                    <a:ext uri="{FF2B5EF4-FFF2-40B4-BE49-F238E27FC236}">
                      <a16:creationId xmlns:a16="http://schemas.microsoft.com/office/drawing/2014/main" id="{E3834E9A-4473-47FE-AAC7-1DC12D2C7D36}"/>
                    </a:ext>
                  </a:extLst>
                </p:cNvPr>
                <p:cNvPicPr/>
                <p:nvPr/>
              </p:nvPicPr>
              <p:blipFill>
                <a:blip r:embed="rId39"/>
                <a:stretch>
                  <a:fillRect/>
                </a:stretch>
              </p:blipFill>
              <p:spPr>
                <a:xfrm>
                  <a:off x="4807623" y="4621513"/>
                  <a:ext cx="12780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E17F82F6-735C-C22C-9354-C3AEC1A9023E}"/>
                    </a:ext>
                  </a:extLst>
                </p14:cNvPr>
                <p14:cNvContentPartPr/>
                <p14:nvPr/>
              </p14:nvContentPartPr>
              <p14:xfrm>
                <a:off x="4813383" y="4683433"/>
                <a:ext cx="59760" cy="192960"/>
              </p14:xfrm>
            </p:contentPart>
          </mc:Choice>
          <mc:Fallback xmlns="">
            <p:pic>
              <p:nvPicPr>
                <p:cNvPr id="30" name="Ink 29">
                  <a:extLst>
                    <a:ext uri="{FF2B5EF4-FFF2-40B4-BE49-F238E27FC236}">
                      <a16:creationId xmlns:a16="http://schemas.microsoft.com/office/drawing/2014/main" id="{E17F82F6-735C-C22C-9354-C3AEC1A9023E}"/>
                    </a:ext>
                  </a:extLst>
                </p:cNvPr>
                <p:cNvPicPr/>
                <p:nvPr/>
              </p:nvPicPr>
              <p:blipFill>
                <a:blip r:embed="rId41"/>
                <a:stretch>
                  <a:fillRect/>
                </a:stretch>
              </p:blipFill>
              <p:spPr>
                <a:xfrm>
                  <a:off x="4795383" y="4665793"/>
                  <a:ext cx="95400" cy="228600"/>
                </a:xfrm>
                <a:prstGeom prst="rect">
                  <a:avLst/>
                </a:prstGeom>
              </p:spPr>
            </p:pic>
          </mc:Fallback>
        </mc:AlternateContent>
      </p:grpSp>
    </p:spTree>
    <p:extLst>
      <p:ext uri="{BB962C8B-B14F-4D97-AF65-F5344CB8AC3E}">
        <p14:creationId xmlns:p14="http://schemas.microsoft.com/office/powerpoint/2010/main" val="1266049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F7669-9390-68F5-028D-C7F1A71BE5B3}"/>
              </a:ext>
            </a:extLst>
          </p:cNvPr>
          <p:cNvSpPr>
            <a:spLocks noGrp="1"/>
          </p:cNvSpPr>
          <p:nvPr>
            <p:ph type="title"/>
          </p:nvPr>
        </p:nvSpPr>
        <p:spPr>
          <a:xfrm>
            <a:off x="78739" y="14986"/>
            <a:ext cx="10328275" cy="492443"/>
          </a:xfrm>
        </p:spPr>
        <p:txBody>
          <a:bodyPr/>
          <a:lstStyle/>
          <a:p>
            <a:r>
              <a:rPr lang="en-US" dirty="0"/>
              <a:t>Waveguides </a:t>
            </a:r>
          </a:p>
        </p:txBody>
      </p:sp>
      <p:sp>
        <p:nvSpPr>
          <p:cNvPr id="3" name="Text Placeholder 2">
            <a:extLst>
              <a:ext uri="{FF2B5EF4-FFF2-40B4-BE49-F238E27FC236}">
                <a16:creationId xmlns:a16="http://schemas.microsoft.com/office/drawing/2014/main" id="{4A35B64D-6108-11BE-8F85-FFB21F9587B7}"/>
              </a:ext>
            </a:extLst>
          </p:cNvPr>
          <p:cNvSpPr>
            <a:spLocks noGrp="1"/>
          </p:cNvSpPr>
          <p:nvPr>
            <p:ph type="body" idx="1"/>
          </p:nvPr>
        </p:nvSpPr>
        <p:spPr>
          <a:xfrm>
            <a:off x="373912" y="4800600"/>
            <a:ext cx="11805286" cy="1723549"/>
          </a:xfrm>
        </p:spPr>
        <p:txBody>
          <a:bodyPr/>
          <a:lstStyle/>
          <a:p>
            <a:r>
              <a:rPr lang="en-US" dirty="0"/>
              <a:t>If light is incident on an interface at an angle beyond the critical angle, then it is reflected back. It will also be incident on the lower surface at an angle that enables total internal reflection. This allows us to create a waveguide, where light will just propagate in a confined guide as long as possible.</a:t>
            </a:r>
          </a:p>
        </p:txBody>
      </p:sp>
      <p:pic>
        <p:nvPicPr>
          <p:cNvPr id="1026" name="Picture 2" descr="1. Total internal reflection in a slab waveguide. Light is trapped in the higher index material or core section of the waveguide. ">
            <a:extLst>
              <a:ext uri="{FF2B5EF4-FFF2-40B4-BE49-F238E27FC236}">
                <a16:creationId xmlns:a16="http://schemas.microsoft.com/office/drawing/2014/main" id="{FC4A01A1-F168-D9C1-424A-0903809A57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3240" y="838200"/>
            <a:ext cx="8096250" cy="37814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C9C55BE4-9011-C269-BC9E-5A3389927F46}"/>
                  </a:ext>
                </a:extLst>
              </p14:cNvPr>
              <p14:cNvContentPartPr/>
              <p14:nvPr/>
            </p14:nvContentPartPr>
            <p14:xfrm>
              <a:off x="1422903" y="5685313"/>
              <a:ext cx="3643200" cy="411840"/>
            </p14:xfrm>
          </p:contentPart>
        </mc:Choice>
        <mc:Fallback xmlns="">
          <p:pic>
            <p:nvPicPr>
              <p:cNvPr id="4" name="Ink 3">
                <a:extLst>
                  <a:ext uri="{FF2B5EF4-FFF2-40B4-BE49-F238E27FC236}">
                    <a16:creationId xmlns:a16="http://schemas.microsoft.com/office/drawing/2014/main" id="{C9C55BE4-9011-C269-BC9E-5A3389927F46}"/>
                  </a:ext>
                </a:extLst>
              </p:cNvPr>
              <p:cNvPicPr/>
              <p:nvPr/>
            </p:nvPicPr>
            <p:blipFill>
              <a:blip r:embed="rId4"/>
              <a:stretch>
                <a:fillRect/>
              </a:stretch>
            </p:blipFill>
            <p:spPr>
              <a:xfrm>
                <a:off x="1368903" y="5577673"/>
                <a:ext cx="3750840" cy="627480"/>
              </a:xfrm>
              <a:prstGeom prst="rect">
                <a:avLst/>
              </a:prstGeom>
            </p:spPr>
          </p:pic>
        </mc:Fallback>
      </mc:AlternateContent>
    </p:spTree>
    <p:extLst>
      <p:ext uri="{BB962C8B-B14F-4D97-AF65-F5344CB8AC3E}">
        <p14:creationId xmlns:p14="http://schemas.microsoft.com/office/powerpoint/2010/main" val="3318508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038D4-132E-31F9-97B5-79645B19605A}"/>
              </a:ext>
            </a:extLst>
          </p:cNvPr>
          <p:cNvSpPr>
            <a:spLocks noGrp="1"/>
          </p:cNvSpPr>
          <p:nvPr>
            <p:ph type="title"/>
          </p:nvPr>
        </p:nvSpPr>
        <p:spPr>
          <a:xfrm>
            <a:off x="78739" y="14986"/>
            <a:ext cx="10328275" cy="492443"/>
          </a:xfrm>
        </p:spPr>
        <p:txBody>
          <a:bodyPr/>
          <a:lstStyle/>
          <a:p>
            <a:r>
              <a:rPr lang="en-US" dirty="0"/>
              <a:t>Noise</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4AA9A9B-887A-8A85-DDE7-2FA5C5ED3531}"/>
                  </a:ext>
                </a:extLst>
              </p14:cNvPr>
              <p14:cNvContentPartPr/>
              <p14:nvPr/>
            </p14:nvContentPartPr>
            <p14:xfrm>
              <a:off x="516063" y="1343713"/>
              <a:ext cx="6474600" cy="1389240"/>
            </p14:xfrm>
          </p:contentPart>
        </mc:Choice>
        <mc:Fallback xmlns="">
          <p:pic>
            <p:nvPicPr>
              <p:cNvPr id="4" name="Ink 3">
                <a:extLst>
                  <a:ext uri="{FF2B5EF4-FFF2-40B4-BE49-F238E27FC236}">
                    <a16:creationId xmlns:a16="http://schemas.microsoft.com/office/drawing/2014/main" id="{44AA9A9B-887A-8A85-DDE7-2FA5C5ED3531}"/>
                  </a:ext>
                </a:extLst>
              </p:cNvPr>
              <p:cNvPicPr/>
              <p:nvPr/>
            </p:nvPicPr>
            <p:blipFill>
              <a:blip r:embed="rId3"/>
              <a:stretch>
                <a:fillRect/>
              </a:stretch>
            </p:blipFill>
            <p:spPr>
              <a:xfrm>
                <a:off x="453423" y="1281073"/>
                <a:ext cx="6600240" cy="1514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1582F558-9073-6590-0743-22942FC23A75}"/>
                  </a:ext>
                </a:extLst>
              </p14:cNvPr>
              <p14:cNvContentPartPr/>
              <p14:nvPr/>
            </p14:nvContentPartPr>
            <p14:xfrm>
              <a:off x="685983" y="818833"/>
              <a:ext cx="6534000" cy="1993680"/>
            </p14:xfrm>
          </p:contentPart>
        </mc:Choice>
        <mc:Fallback xmlns="">
          <p:pic>
            <p:nvPicPr>
              <p:cNvPr id="5" name="Ink 4">
                <a:extLst>
                  <a:ext uri="{FF2B5EF4-FFF2-40B4-BE49-F238E27FC236}">
                    <a16:creationId xmlns:a16="http://schemas.microsoft.com/office/drawing/2014/main" id="{1582F558-9073-6590-0743-22942FC23A75}"/>
                  </a:ext>
                </a:extLst>
              </p:cNvPr>
              <p:cNvPicPr/>
              <p:nvPr/>
            </p:nvPicPr>
            <p:blipFill>
              <a:blip r:embed="rId5"/>
              <a:stretch>
                <a:fillRect/>
              </a:stretch>
            </p:blipFill>
            <p:spPr>
              <a:xfrm>
                <a:off x="667983" y="801193"/>
                <a:ext cx="6569640" cy="2029320"/>
              </a:xfrm>
              <a:prstGeom prst="rect">
                <a:avLst/>
              </a:prstGeom>
            </p:spPr>
          </p:pic>
        </mc:Fallback>
      </mc:AlternateContent>
      <p:grpSp>
        <p:nvGrpSpPr>
          <p:cNvPr id="20" name="Group 19">
            <a:extLst>
              <a:ext uri="{FF2B5EF4-FFF2-40B4-BE49-F238E27FC236}">
                <a16:creationId xmlns:a16="http://schemas.microsoft.com/office/drawing/2014/main" id="{D1D8C651-43EA-F384-0204-1ED3C258A0E9}"/>
              </a:ext>
            </a:extLst>
          </p:cNvPr>
          <p:cNvGrpSpPr/>
          <p:nvPr/>
        </p:nvGrpSpPr>
        <p:grpSpPr>
          <a:xfrm>
            <a:off x="8030703" y="1286833"/>
            <a:ext cx="579240" cy="352440"/>
            <a:chOff x="8030703" y="1286833"/>
            <a:chExt cx="579240" cy="352440"/>
          </a:xfrm>
        </p:grpSpPr>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2940808B-2BEA-1573-96D9-CAF1219DE4F1}"/>
                    </a:ext>
                  </a:extLst>
                </p14:cNvPr>
                <p14:cNvContentPartPr/>
                <p14:nvPr/>
              </p14:nvContentPartPr>
              <p14:xfrm>
                <a:off x="8053383" y="1325713"/>
                <a:ext cx="24120" cy="313560"/>
              </p14:xfrm>
            </p:contentPart>
          </mc:Choice>
          <mc:Fallback xmlns="">
            <p:pic>
              <p:nvPicPr>
                <p:cNvPr id="6" name="Ink 5">
                  <a:extLst>
                    <a:ext uri="{FF2B5EF4-FFF2-40B4-BE49-F238E27FC236}">
                      <a16:creationId xmlns:a16="http://schemas.microsoft.com/office/drawing/2014/main" id="{2940808B-2BEA-1573-96D9-CAF1219DE4F1}"/>
                    </a:ext>
                  </a:extLst>
                </p:cNvPr>
                <p:cNvPicPr/>
                <p:nvPr/>
              </p:nvPicPr>
              <p:blipFill>
                <a:blip r:embed="rId7"/>
                <a:stretch>
                  <a:fillRect/>
                </a:stretch>
              </p:blipFill>
              <p:spPr>
                <a:xfrm>
                  <a:off x="8035743" y="1308073"/>
                  <a:ext cx="5976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BFA4D660-21B7-5AA7-EC04-3D480164817A}"/>
                    </a:ext>
                  </a:extLst>
                </p14:cNvPr>
                <p14:cNvContentPartPr/>
                <p14:nvPr/>
              </p14:nvContentPartPr>
              <p14:xfrm>
                <a:off x="8030703" y="1305193"/>
                <a:ext cx="246240" cy="290520"/>
              </p14:xfrm>
            </p:contentPart>
          </mc:Choice>
          <mc:Fallback xmlns="">
            <p:pic>
              <p:nvPicPr>
                <p:cNvPr id="7" name="Ink 6">
                  <a:extLst>
                    <a:ext uri="{FF2B5EF4-FFF2-40B4-BE49-F238E27FC236}">
                      <a16:creationId xmlns:a16="http://schemas.microsoft.com/office/drawing/2014/main" id="{BFA4D660-21B7-5AA7-EC04-3D480164817A}"/>
                    </a:ext>
                  </a:extLst>
                </p:cNvPr>
                <p:cNvPicPr/>
                <p:nvPr/>
              </p:nvPicPr>
              <p:blipFill>
                <a:blip r:embed="rId9"/>
                <a:stretch>
                  <a:fillRect/>
                </a:stretch>
              </p:blipFill>
              <p:spPr>
                <a:xfrm>
                  <a:off x="8013063" y="1287553"/>
                  <a:ext cx="28188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6EF7C2CA-80B4-FEB5-0A1C-14649E1F9C62}"/>
                    </a:ext>
                  </a:extLst>
                </p14:cNvPr>
                <p14:cNvContentPartPr/>
                <p14:nvPr/>
              </p14:nvContentPartPr>
              <p14:xfrm>
                <a:off x="8281983" y="1415713"/>
                <a:ext cx="149400" cy="145080"/>
              </p14:xfrm>
            </p:contentPart>
          </mc:Choice>
          <mc:Fallback xmlns="">
            <p:pic>
              <p:nvPicPr>
                <p:cNvPr id="8" name="Ink 7">
                  <a:extLst>
                    <a:ext uri="{FF2B5EF4-FFF2-40B4-BE49-F238E27FC236}">
                      <a16:creationId xmlns:a16="http://schemas.microsoft.com/office/drawing/2014/main" id="{6EF7C2CA-80B4-FEB5-0A1C-14649E1F9C62}"/>
                    </a:ext>
                  </a:extLst>
                </p:cNvPr>
                <p:cNvPicPr/>
                <p:nvPr/>
              </p:nvPicPr>
              <p:blipFill>
                <a:blip r:embed="rId11"/>
                <a:stretch>
                  <a:fillRect/>
                </a:stretch>
              </p:blipFill>
              <p:spPr>
                <a:xfrm>
                  <a:off x="8263983" y="1398073"/>
                  <a:ext cx="1850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A1A26391-B8F7-30D6-98A1-F62323DC0591}"/>
                    </a:ext>
                  </a:extLst>
                </p14:cNvPr>
                <p14:cNvContentPartPr/>
                <p14:nvPr/>
              </p14:nvContentPartPr>
              <p14:xfrm>
                <a:off x="8464863" y="1286833"/>
                <a:ext cx="145080" cy="348480"/>
              </p14:xfrm>
            </p:contentPart>
          </mc:Choice>
          <mc:Fallback xmlns="">
            <p:pic>
              <p:nvPicPr>
                <p:cNvPr id="9" name="Ink 8">
                  <a:extLst>
                    <a:ext uri="{FF2B5EF4-FFF2-40B4-BE49-F238E27FC236}">
                      <a16:creationId xmlns:a16="http://schemas.microsoft.com/office/drawing/2014/main" id="{A1A26391-B8F7-30D6-98A1-F62323DC0591}"/>
                    </a:ext>
                  </a:extLst>
                </p:cNvPr>
                <p:cNvPicPr/>
                <p:nvPr/>
              </p:nvPicPr>
              <p:blipFill>
                <a:blip r:embed="rId13"/>
                <a:stretch>
                  <a:fillRect/>
                </a:stretch>
              </p:blipFill>
              <p:spPr>
                <a:xfrm>
                  <a:off x="8446863" y="1269193"/>
                  <a:ext cx="180720" cy="384120"/>
                </a:xfrm>
                <a:prstGeom prst="rect">
                  <a:avLst/>
                </a:prstGeom>
              </p:spPr>
            </p:pic>
          </mc:Fallback>
        </mc:AlternateContent>
      </p:grpSp>
      <p:grpSp>
        <p:nvGrpSpPr>
          <p:cNvPr id="19" name="Group 18">
            <a:extLst>
              <a:ext uri="{FF2B5EF4-FFF2-40B4-BE49-F238E27FC236}">
                <a16:creationId xmlns:a16="http://schemas.microsoft.com/office/drawing/2014/main" id="{BA341B56-2030-DAA3-C388-A34C5A2A2AD1}"/>
              </a:ext>
            </a:extLst>
          </p:cNvPr>
          <p:cNvGrpSpPr/>
          <p:nvPr/>
        </p:nvGrpSpPr>
        <p:grpSpPr>
          <a:xfrm>
            <a:off x="8948703" y="1387633"/>
            <a:ext cx="400320" cy="188280"/>
            <a:chOff x="8948703" y="1387633"/>
            <a:chExt cx="400320" cy="188280"/>
          </a:xfrm>
        </p:grpSpPr>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A3B895C2-43DC-861B-4CA9-77FF23B5E192}"/>
                    </a:ext>
                  </a:extLst>
                </p14:cNvPr>
                <p14:cNvContentPartPr/>
                <p14:nvPr/>
              </p14:nvContentPartPr>
              <p14:xfrm>
                <a:off x="8948703" y="1454593"/>
                <a:ext cx="340200" cy="22680"/>
              </p14:xfrm>
            </p:contentPart>
          </mc:Choice>
          <mc:Fallback xmlns="">
            <p:pic>
              <p:nvPicPr>
                <p:cNvPr id="10" name="Ink 9">
                  <a:extLst>
                    <a:ext uri="{FF2B5EF4-FFF2-40B4-BE49-F238E27FC236}">
                      <a16:creationId xmlns:a16="http://schemas.microsoft.com/office/drawing/2014/main" id="{A3B895C2-43DC-861B-4CA9-77FF23B5E192}"/>
                    </a:ext>
                  </a:extLst>
                </p:cNvPr>
                <p:cNvPicPr/>
                <p:nvPr/>
              </p:nvPicPr>
              <p:blipFill>
                <a:blip r:embed="rId15"/>
                <a:stretch>
                  <a:fillRect/>
                </a:stretch>
              </p:blipFill>
              <p:spPr>
                <a:xfrm>
                  <a:off x="8931063" y="1436593"/>
                  <a:ext cx="37584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A5E1DBA1-3229-4CFA-2BC1-7C79568A629E}"/>
                    </a:ext>
                  </a:extLst>
                </p14:cNvPr>
                <p14:cNvContentPartPr/>
                <p14:nvPr/>
              </p14:nvContentPartPr>
              <p14:xfrm>
                <a:off x="9221223" y="1387633"/>
                <a:ext cx="127800" cy="188280"/>
              </p14:xfrm>
            </p:contentPart>
          </mc:Choice>
          <mc:Fallback xmlns="">
            <p:pic>
              <p:nvPicPr>
                <p:cNvPr id="11" name="Ink 10">
                  <a:extLst>
                    <a:ext uri="{FF2B5EF4-FFF2-40B4-BE49-F238E27FC236}">
                      <a16:creationId xmlns:a16="http://schemas.microsoft.com/office/drawing/2014/main" id="{A5E1DBA1-3229-4CFA-2BC1-7C79568A629E}"/>
                    </a:ext>
                  </a:extLst>
                </p:cNvPr>
                <p:cNvPicPr/>
                <p:nvPr/>
              </p:nvPicPr>
              <p:blipFill>
                <a:blip r:embed="rId17"/>
                <a:stretch>
                  <a:fillRect/>
                </a:stretch>
              </p:blipFill>
              <p:spPr>
                <a:xfrm>
                  <a:off x="9203223" y="1369633"/>
                  <a:ext cx="163440" cy="223920"/>
                </a:xfrm>
                <a:prstGeom prst="rect">
                  <a:avLst/>
                </a:prstGeom>
              </p:spPr>
            </p:pic>
          </mc:Fallback>
        </mc:AlternateContent>
      </p:grpSp>
      <p:grpSp>
        <p:nvGrpSpPr>
          <p:cNvPr id="18" name="Group 17">
            <a:extLst>
              <a:ext uri="{FF2B5EF4-FFF2-40B4-BE49-F238E27FC236}">
                <a16:creationId xmlns:a16="http://schemas.microsoft.com/office/drawing/2014/main" id="{80B0EBB0-BB26-C3A6-FBEA-21365A4A6813}"/>
              </a:ext>
            </a:extLst>
          </p:cNvPr>
          <p:cNvGrpSpPr/>
          <p:nvPr/>
        </p:nvGrpSpPr>
        <p:grpSpPr>
          <a:xfrm>
            <a:off x="9605703" y="1278553"/>
            <a:ext cx="970560" cy="492480"/>
            <a:chOff x="9605703" y="1278553"/>
            <a:chExt cx="970560" cy="492480"/>
          </a:xfrm>
        </p:grpSpPr>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F08E2AF0-94FF-4A4C-3871-219125A4641B}"/>
                    </a:ext>
                  </a:extLst>
                </p14:cNvPr>
                <p14:cNvContentPartPr/>
                <p14:nvPr/>
              </p14:nvContentPartPr>
              <p14:xfrm>
                <a:off x="9605703" y="1418593"/>
                <a:ext cx="185400" cy="141480"/>
              </p14:xfrm>
            </p:contentPart>
          </mc:Choice>
          <mc:Fallback xmlns="">
            <p:pic>
              <p:nvPicPr>
                <p:cNvPr id="12" name="Ink 11">
                  <a:extLst>
                    <a:ext uri="{FF2B5EF4-FFF2-40B4-BE49-F238E27FC236}">
                      <a16:creationId xmlns:a16="http://schemas.microsoft.com/office/drawing/2014/main" id="{F08E2AF0-94FF-4A4C-3871-219125A4641B}"/>
                    </a:ext>
                  </a:extLst>
                </p:cNvPr>
                <p:cNvPicPr/>
                <p:nvPr/>
              </p:nvPicPr>
              <p:blipFill>
                <a:blip r:embed="rId19"/>
                <a:stretch>
                  <a:fillRect/>
                </a:stretch>
              </p:blipFill>
              <p:spPr>
                <a:xfrm>
                  <a:off x="9587703" y="1400593"/>
                  <a:ext cx="22104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7828BADE-0934-8B08-5D15-18813EB4BB83}"/>
                    </a:ext>
                  </a:extLst>
                </p14:cNvPr>
                <p14:cNvContentPartPr/>
                <p14:nvPr/>
              </p14:nvContentPartPr>
              <p14:xfrm>
                <a:off x="9873903" y="1417513"/>
                <a:ext cx="121320" cy="110880"/>
              </p14:xfrm>
            </p:contentPart>
          </mc:Choice>
          <mc:Fallback xmlns="">
            <p:pic>
              <p:nvPicPr>
                <p:cNvPr id="13" name="Ink 12">
                  <a:extLst>
                    <a:ext uri="{FF2B5EF4-FFF2-40B4-BE49-F238E27FC236}">
                      <a16:creationId xmlns:a16="http://schemas.microsoft.com/office/drawing/2014/main" id="{7828BADE-0934-8B08-5D15-18813EB4BB83}"/>
                    </a:ext>
                  </a:extLst>
                </p:cNvPr>
                <p:cNvPicPr/>
                <p:nvPr/>
              </p:nvPicPr>
              <p:blipFill>
                <a:blip r:embed="rId21"/>
                <a:stretch>
                  <a:fillRect/>
                </a:stretch>
              </p:blipFill>
              <p:spPr>
                <a:xfrm>
                  <a:off x="9856263" y="1399513"/>
                  <a:ext cx="15696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E14AEF4C-6708-C364-B35C-9333E72972A6}"/>
                    </a:ext>
                  </a:extLst>
                </p14:cNvPr>
                <p14:cNvContentPartPr/>
                <p14:nvPr/>
              </p14:nvContentPartPr>
              <p14:xfrm>
                <a:off x="10123743" y="1392313"/>
                <a:ext cx="24840" cy="133200"/>
              </p14:xfrm>
            </p:contentPart>
          </mc:Choice>
          <mc:Fallback xmlns="">
            <p:pic>
              <p:nvPicPr>
                <p:cNvPr id="14" name="Ink 13">
                  <a:extLst>
                    <a:ext uri="{FF2B5EF4-FFF2-40B4-BE49-F238E27FC236}">
                      <a16:creationId xmlns:a16="http://schemas.microsoft.com/office/drawing/2014/main" id="{E14AEF4C-6708-C364-B35C-9333E72972A6}"/>
                    </a:ext>
                  </a:extLst>
                </p:cNvPr>
                <p:cNvPicPr/>
                <p:nvPr/>
              </p:nvPicPr>
              <p:blipFill>
                <a:blip r:embed="rId23"/>
                <a:stretch>
                  <a:fillRect/>
                </a:stretch>
              </p:blipFill>
              <p:spPr>
                <a:xfrm>
                  <a:off x="10106103" y="1374313"/>
                  <a:ext cx="6048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40CFA272-31F8-1470-8A5B-11E1988038C0}"/>
                    </a:ext>
                  </a:extLst>
                </p14:cNvPr>
                <p14:cNvContentPartPr/>
                <p14:nvPr/>
              </p14:nvContentPartPr>
              <p14:xfrm>
                <a:off x="10115823" y="1278553"/>
                <a:ext cx="29880" cy="20160"/>
              </p14:xfrm>
            </p:contentPart>
          </mc:Choice>
          <mc:Fallback xmlns="">
            <p:pic>
              <p:nvPicPr>
                <p:cNvPr id="15" name="Ink 14">
                  <a:extLst>
                    <a:ext uri="{FF2B5EF4-FFF2-40B4-BE49-F238E27FC236}">
                      <a16:creationId xmlns:a16="http://schemas.microsoft.com/office/drawing/2014/main" id="{40CFA272-31F8-1470-8A5B-11E1988038C0}"/>
                    </a:ext>
                  </a:extLst>
                </p:cNvPr>
                <p:cNvPicPr/>
                <p:nvPr/>
              </p:nvPicPr>
              <p:blipFill>
                <a:blip r:embed="rId25"/>
                <a:stretch>
                  <a:fillRect/>
                </a:stretch>
              </p:blipFill>
              <p:spPr>
                <a:xfrm>
                  <a:off x="10098183" y="1260553"/>
                  <a:ext cx="655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9795177C-04DF-6D31-E949-836DF16DFA27}"/>
                    </a:ext>
                  </a:extLst>
                </p14:cNvPr>
                <p14:cNvContentPartPr/>
                <p14:nvPr/>
              </p14:nvContentPartPr>
              <p14:xfrm>
                <a:off x="10238943" y="1372153"/>
                <a:ext cx="110880" cy="214200"/>
              </p14:xfrm>
            </p:contentPart>
          </mc:Choice>
          <mc:Fallback xmlns="">
            <p:pic>
              <p:nvPicPr>
                <p:cNvPr id="16" name="Ink 15">
                  <a:extLst>
                    <a:ext uri="{FF2B5EF4-FFF2-40B4-BE49-F238E27FC236}">
                      <a16:creationId xmlns:a16="http://schemas.microsoft.com/office/drawing/2014/main" id="{9795177C-04DF-6D31-E949-836DF16DFA27}"/>
                    </a:ext>
                  </a:extLst>
                </p:cNvPr>
                <p:cNvPicPr/>
                <p:nvPr/>
              </p:nvPicPr>
              <p:blipFill>
                <a:blip r:embed="rId27"/>
                <a:stretch>
                  <a:fillRect/>
                </a:stretch>
              </p:blipFill>
              <p:spPr>
                <a:xfrm>
                  <a:off x="10220943" y="1354153"/>
                  <a:ext cx="14652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971267C0-49C0-7FE7-F4FF-790A3EA9D90B}"/>
                    </a:ext>
                  </a:extLst>
                </p14:cNvPr>
                <p14:cNvContentPartPr/>
                <p14:nvPr/>
              </p14:nvContentPartPr>
              <p14:xfrm>
                <a:off x="10420023" y="1416793"/>
                <a:ext cx="156240" cy="354240"/>
              </p14:xfrm>
            </p:contentPart>
          </mc:Choice>
          <mc:Fallback xmlns="">
            <p:pic>
              <p:nvPicPr>
                <p:cNvPr id="17" name="Ink 16">
                  <a:extLst>
                    <a:ext uri="{FF2B5EF4-FFF2-40B4-BE49-F238E27FC236}">
                      <a16:creationId xmlns:a16="http://schemas.microsoft.com/office/drawing/2014/main" id="{971267C0-49C0-7FE7-F4FF-790A3EA9D90B}"/>
                    </a:ext>
                  </a:extLst>
                </p:cNvPr>
                <p:cNvPicPr/>
                <p:nvPr/>
              </p:nvPicPr>
              <p:blipFill>
                <a:blip r:embed="rId29"/>
                <a:stretch>
                  <a:fillRect/>
                </a:stretch>
              </p:blipFill>
              <p:spPr>
                <a:xfrm>
                  <a:off x="10402023" y="1399153"/>
                  <a:ext cx="191880" cy="389880"/>
                </a:xfrm>
                <a:prstGeom prst="rect">
                  <a:avLst/>
                </a:prstGeom>
              </p:spPr>
            </p:pic>
          </mc:Fallback>
        </mc:AlternateContent>
      </p:grpSp>
      <p:grpSp>
        <p:nvGrpSpPr>
          <p:cNvPr id="30" name="Group 29">
            <a:extLst>
              <a:ext uri="{FF2B5EF4-FFF2-40B4-BE49-F238E27FC236}">
                <a16:creationId xmlns:a16="http://schemas.microsoft.com/office/drawing/2014/main" id="{BA6D2BEB-BAEB-D377-4FE7-E2B2FAF23B50}"/>
              </a:ext>
            </a:extLst>
          </p:cNvPr>
          <p:cNvGrpSpPr/>
          <p:nvPr/>
        </p:nvGrpSpPr>
        <p:grpSpPr>
          <a:xfrm>
            <a:off x="8115303" y="2040673"/>
            <a:ext cx="1049040" cy="365400"/>
            <a:chOff x="8115303" y="2040673"/>
            <a:chExt cx="1049040" cy="365400"/>
          </a:xfrm>
        </p:grpSpPr>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747A2C1D-4B5A-014B-A464-9F19246A57D2}"/>
                    </a:ext>
                  </a:extLst>
                </p14:cNvPr>
                <p14:cNvContentPartPr/>
                <p14:nvPr/>
              </p14:nvContentPartPr>
              <p14:xfrm>
                <a:off x="8146983" y="2042473"/>
                <a:ext cx="26280" cy="302040"/>
              </p14:xfrm>
            </p:contentPart>
          </mc:Choice>
          <mc:Fallback xmlns="">
            <p:pic>
              <p:nvPicPr>
                <p:cNvPr id="21" name="Ink 20">
                  <a:extLst>
                    <a:ext uri="{FF2B5EF4-FFF2-40B4-BE49-F238E27FC236}">
                      <a16:creationId xmlns:a16="http://schemas.microsoft.com/office/drawing/2014/main" id="{747A2C1D-4B5A-014B-A464-9F19246A57D2}"/>
                    </a:ext>
                  </a:extLst>
                </p:cNvPr>
                <p:cNvPicPr/>
                <p:nvPr/>
              </p:nvPicPr>
              <p:blipFill>
                <a:blip r:embed="rId31"/>
                <a:stretch>
                  <a:fillRect/>
                </a:stretch>
              </p:blipFill>
              <p:spPr>
                <a:xfrm>
                  <a:off x="8129343" y="2024833"/>
                  <a:ext cx="6192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DF0593D9-DEE8-749F-AF19-5A19076CCF99}"/>
                    </a:ext>
                  </a:extLst>
                </p14:cNvPr>
                <p14:cNvContentPartPr/>
                <p14:nvPr/>
              </p14:nvContentPartPr>
              <p14:xfrm>
                <a:off x="8115303" y="2040673"/>
                <a:ext cx="203040" cy="333720"/>
              </p14:xfrm>
            </p:contentPart>
          </mc:Choice>
          <mc:Fallback xmlns="">
            <p:pic>
              <p:nvPicPr>
                <p:cNvPr id="22" name="Ink 21">
                  <a:extLst>
                    <a:ext uri="{FF2B5EF4-FFF2-40B4-BE49-F238E27FC236}">
                      <a16:creationId xmlns:a16="http://schemas.microsoft.com/office/drawing/2014/main" id="{DF0593D9-DEE8-749F-AF19-5A19076CCF99}"/>
                    </a:ext>
                  </a:extLst>
                </p:cNvPr>
                <p:cNvPicPr/>
                <p:nvPr/>
              </p:nvPicPr>
              <p:blipFill>
                <a:blip r:embed="rId33"/>
                <a:stretch>
                  <a:fillRect/>
                </a:stretch>
              </p:blipFill>
              <p:spPr>
                <a:xfrm>
                  <a:off x="8097663" y="2023033"/>
                  <a:ext cx="23868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257F1031-03E5-EEB6-73F3-46C549C0CA3A}"/>
                    </a:ext>
                  </a:extLst>
                </p14:cNvPr>
                <p14:cNvContentPartPr/>
                <p14:nvPr/>
              </p14:nvContentPartPr>
              <p14:xfrm>
                <a:off x="8442903" y="2094673"/>
                <a:ext cx="42840" cy="259560"/>
              </p14:xfrm>
            </p:contentPart>
          </mc:Choice>
          <mc:Fallback xmlns="">
            <p:pic>
              <p:nvPicPr>
                <p:cNvPr id="23" name="Ink 22">
                  <a:extLst>
                    <a:ext uri="{FF2B5EF4-FFF2-40B4-BE49-F238E27FC236}">
                      <a16:creationId xmlns:a16="http://schemas.microsoft.com/office/drawing/2014/main" id="{257F1031-03E5-EEB6-73F3-46C549C0CA3A}"/>
                    </a:ext>
                  </a:extLst>
                </p:cNvPr>
                <p:cNvPicPr/>
                <p:nvPr/>
              </p:nvPicPr>
              <p:blipFill>
                <a:blip r:embed="rId35"/>
                <a:stretch>
                  <a:fillRect/>
                </a:stretch>
              </p:blipFill>
              <p:spPr>
                <a:xfrm>
                  <a:off x="8424903" y="2076673"/>
                  <a:ext cx="7848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38B93371-3FDE-D57C-E7A6-32649690CFBB}"/>
                    </a:ext>
                  </a:extLst>
                </p14:cNvPr>
                <p14:cNvContentPartPr/>
                <p14:nvPr/>
              </p14:nvContentPartPr>
              <p14:xfrm>
                <a:off x="8594823" y="2239393"/>
                <a:ext cx="162000" cy="113760"/>
              </p14:xfrm>
            </p:contentPart>
          </mc:Choice>
          <mc:Fallback xmlns="">
            <p:pic>
              <p:nvPicPr>
                <p:cNvPr id="24" name="Ink 23">
                  <a:extLst>
                    <a:ext uri="{FF2B5EF4-FFF2-40B4-BE49-F238E27FC236}">
                      <a16:creationId xmlns:a16="http://schemas.microsoft.com/office/drawing/2014/main" id="{38B93371-3FDE-D57C-E7A6-32649690CFBB}"/>
                    </a:ext>
                  </a:extLst>
                </p:cNvPr>
                <p:cNvPicPr/>
                <p:nvPr/>
              </p:nvPicPr>
              <p:blipFill>
                <a:blip r:embed="rId37"/>
                <a:stretch>
                  <a:fillRect/>
                </a:stretch>
              </p:blipFill>
              <p:spPr>
                <a:xfrm>
                  <a:off x="8577183" y="2221393"/>
                  <a:ext cx="1976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75FA0DA6-4987-7DFC-253A-46D73DB14855}"/>
                    </a:ext>
                  </a:extLst>
                </p14:cNvPr>
                <p14:cNvContentPartPr/>
                <p14:nvPr/>
              </p14:nvContentPartPr>
              <p14:xfrm>
                <a:off x="8846103" y="2123113"/>
                <a:ext cx="211680" cy="282960"/>
              </p14:xfrm>
            </p:contentPart>
          </mc:Choice>
          <mc:Fallback xmlns="">
            <p:pic>
              <p:nvPicPr>
                <p:cNvPr id="25" name="Ink 24">
                  <a:extLst>
                    <a:ext uri="{FF2B5EF4-FFF2-40B4-BE49-F238E27FC236}">
                      <a16:creationId xmlns:a16="http://schemas.microsoft.com/office/drawing/2014/main" id="{75FA0DA6-4987-7DFC-253A-46D73DB14855}"/>
                    </a:ext>
                  </a:extLst>
                </p:cNvPr>
                <p:cNvPicPr/>
                <p:nvPr/>
              </p:nvPicPr>
              <p:blipFill>
                <a:blip r:embed="rId39"/>
                <a:stretch>
                  <a:fillRect/>
                </a:stretch>
              </p:blipFill>
              <p:spPr>
                <a:xfrm>
                  <a:off x="8828463" y="2105473"/>
                  <a:ext cx="24732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948025A9-A180-D77D-BD65-E607C724822E}"/>
                    </a:ext>
                  </a:extLst>
                </p14:cNvPr>
                <p14:cNvContentPartPr/>
                <p14:nvPr/>
              </p14:nvContentPartPr>
              <p14:xfrm>
                <a:off x="9048063" y="2208073"/>
                <a:ext cx="116280" cy="100440"/>
              </p14:xfrm>
            </p:contentPart>
          </mc:Choice>
          <mc:Fallback xmlns="">
            <p:pic>
              <p:nvPicPr>
                <p:cNvPr id="26" name="Ink 25">
                  <a:extLst>
                    <a:ext uri="{FF2B5EF4-FFF2-40B4-BE49-F238E27FC236}">
                      <a16:creationId xmlns:a16="http://schemas.microsoft.com/office/drawing/2014/main" id="{948025A9-A180-D77D-BD65-E607C724822E}"/>
                    </a:ext>
                  </a:extLst>
                </p:cNvPr>
                <p:cNvPicPr/>
                <p:nvPr/>
              </p:nvPicPr>
              <p:blipFill>
                <a:blip r:embed="rId41"/>
                <a:stretch>
                  <a:fillRect/>
                </a:stretch>
              </p:blipFill>
              <p:spPr>
                <a:xfrm>
                  <a:off x="9030063" y="2190433"/>
                  <a:ext cx="151920" cy="136080"/>
                </a:xfrm>
                <a:prstGeom prst="rect">
                  <a:avLst/>
                </a:prstGeom>
              </p:spPr>
            </p:pic>
          </mc:Fallback>
        </mc:AlternateContent>
      </p:grpSp>
      <p:grpSp>
        <p:nvGrpSpPr>
          <p:cNvPr id="29" name="Group 28">
            <a:extLst>
              <a:ext uri="{FF2B5EF4-FFF2-40B4-BE49-F238E27FC236}">
                <a16:creationId xmlns:a16="http://schemas.microsoft.com/office/drawing/2014/main" id="{1F562EC0-3656-EAE0-9F4B-012CC6E599A4}"/>
              </a:ext>
            </a:extLst>
          </p:cNvPr>
          <p:cNvGrpSpPr/>
          <p:nvPr/>
        </p:nvGrpSpPr>
        <p:grpSpPr>
          <a:xfrm>
            <a:off x="9400503" y="2140393"/>
            <a:ext cx="348120" cy="176400"/>
            <a:chOff x="9400503" y="2140393"/>
            <a:chExt cx="348120" cy="176400"/>
          </a:xfrm>
        </p:grpSpPr>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0C8DA440-9127-1C9B-543F-DED9C568D686}"/>
                    </a:ext>
                  </a:extLst>
                </p14:cNvPr>
                <p14:cNvContentPartPr/>
                <p14:nvPr/>
              </p14:nvContentPartPr>
              <p14:xfrm>
                <a:off x="9400503" y="2229313"/>
                <a:ext cx="331560" cy="11880"/>
              </p14:xfrm>
            </p:contentPart>
          </mc:Choice>
          <mc:Fallback xmlns="">
            <p:pic>
              <p:nvPicPr>
                <p:cNvPr id="27" name="Ink 26">
                  <a:extLst>
                    <a:ext uri="{FF2B5EF4-FFF2-40B4-BE49-F238E27FC236}">
                      <a16:creationId xmlns:a16="http://schemas.microsoft.com/office/drawing/2014/main" id="{0C8DA440-9127-1C9B-543F-DED9C568D686}"/>
                    </a:ext>
                  </a:extLst>
                </p:cNvPr>
                <p:cNvPicPr/>
                <p:nvPr/>
              </p:nvPicPr>
              <p:blipFill>
                <a:blip r:embed="rId43"/>
                <a:stretch>
                  <a:fillRect/>
                </a:stretch>
              </p:blipFill>
              <p:spPr>
                <a:xfrm>
                  <a:off x="9382503" y="2211673"/>
                  <a:ext cx="3672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3B7B5BC1-5B03-61A9-EC7B-B1E205845FCC}"/>
                    </a:ext>
                  </a:extLst>
                </p14:cNvPr>
                <p14:cNvContentPartPr/>
                <p14:nvPr/>
              </p14:nvContentPartPr>
              <p14:xfrm>
                <a:off x="9628383" y="2140393"/>
                <a:ext cx="120240" cy="176400"/>
              </p14:xfrm>
            </p:contentPart>
          </mc:Choice>
          <mc:Fallback xmlns="">
            <p:pic>
              <p:nvPicPr>
                <p:cNvPr id="28" name="Ink 27">
                  <a:extLst>
                    <a:ext uri="{FF2B5EF4-FFF2-40B4-BE49-F238E27FC236}">
                      <a16:creationId xmlns:a16="http://schemas.microsoft.com/office/drawing/2014/main" id="{3B7B5BC1-5B03-61A9-EC7B-B1E205845FCC}"/>
                    </a:ext>
                  </a:extLst>
                </p:cNvPr>
                <p:cNvPicPr/>
                <p:nvPr/>
              </p:nvPicPr>
              <p:blipFill>
                <a:blip r:embed="rId45"/>
                <a:stretch>
                  <a:fillRect/>
                </a:stretch>
              </p:blipFill>
              <p:spPr>
                <a:xfrm>
                  <a:off x="9610383" y="2122753"/>
                  <a:ext cx="155880" cy="212040"/>
                </a:xfrm>
                <a:prstGeom prst="rect">
                  <a:avLst/>
                </a:prstGeom>
              </p:spPr>
            </p:pic>
          </mc:Fallback>
        </mc:AlternateContent>
      </p:grpSp>
      <p:grpSp>
        <p:nvGrpSpPr>
          <p:cNvPr id="35" name="Group 34">
            <a:extLst>
              <a:ext uri="{FF2B5EF4-FFF2-40B4-BE49-F238E27FC236}">
                <a16:creationId xmlns:a16="http://schemas.microsoft.com/office/drawing/2014/main" id="{948BE207-B9F0-7781-D2A9-637B7A3FA648}"/>
              </a:ext>
            </a:extLst>
          </p:cNvPr>
          <p:cNvGrpSpPr/>
          <p:nvPr/>
        </p:nvGrpSpPr>
        <p:grpSpPr>
          <a:xfrm>
            <a:off x="10017543" y="2045713"/>
            <a:ext cx="1094760" cy="254880"/>
            <a:chOff x="10017543" y="2045713"/>
            <a:chExt cx="1094760" cy="254880"/>
          </a:xfrm>
        </p:grpSpPr>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D27FDAAB-C9DA-080A-A3A7-FEA55CAA5D9F}"/>
                    </a:ext>
                  </a:extLst>
                </p14:cNvPr>
                <p14:cNvContentPartPr/>
                <p14:nvPr/>
              </p14:nvContentPartPr>
              <p14:xfrm>
                <a:off x="10017543" y="2075593"/>
                <a:ext cx="195120" cy="225000"/>
              </p14:xfrm>
            </p:contentPart>
          </mc:Choice>
          <mc:Fallback xmlns="">
            <p:pic>
              <p:nvPicPr>
                <p:cNvPr id="31" name="Ink 30">
                  <a:extLst>
                    <a:ext uri="{FF2B5EF4-FFF2-40B4-BE49-F238E27FC236}">
                      <a16:creationId xmlns:a16="http://schemas.microsoft.com/office/drawing/2014/main" id="{D27FDAAB-C9DA-080A-A3A7-FEA55CAA5D9F}"/>
                    </a:ext>
                  </a:extLst>
                </p:cNvPr>
                <p:cNvPicPr/>
                <p:nvPr/>
              </p:nvPicPr>
              <p:blipFill>
                <a:blip r:embed="rId47"/>
                <a:stretch>
                  <a:fillRect/>
                </a:stretch>
              </p:blipFill>
              <p:spPr>
                <a:xfrm>
                  <a:off x="9999903" y="2057593"/>
                  <a:ext cx="23076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F7868AAA-B699-A3F1-93DE-23204ABCAE4C}"/>
                    </a:ext>
                  </a:extLst>
                </p14:cNvPr>
                <p14:cNvContentPartPr/>
                <p14:nvPr/>
              </p14:nvContentPartPr>
              <p14:xfrm>
                <a:off x="10301943" y="2045713"/>
                <a:ext cx="58680" cy="249120"/>
              </p14:xfrm>
            </p:contentPart>
          </mc:Choice>
          <mc:Fallback xmlns="">
            <p:pic>
              <p:nvPicPr>
                <p:cNvPr id="32" name="Ink 31">
                  <a:extLst>
                    <a:ext uri="{FF2B5EF4-FFF2-40B4-BE49-F238E27FC236}">
                      <a16:creationId xmlns:a16="http://schemas.microsoft.com/office/drawing/2014/main" id="{F7868AAA-B699-A3F1-93DE-23204ABCAE4C}"/>
                    </a:ext>
                  </a:extLst>
                </p:cNvPr>
                <p:cNvPicPr/>
                <p:nvPr/>
              </p:nvPicPr>
              <p:blipFill>
                <a:blip r:embed="rId49"/>
                <a:stretch>
                  <a:fillRect/>
                </a:stretch>
              </p:blipFill>
              <p:spPr>
                <a:xfrm>
                  <a:off x="10284303" y="2027713"/>
                  <a:ext cx="9432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5817B84C-4939-31B5-3899-A1FFCBE4D1D8}"/>
                    </a:ext>
                  </a:extLst>
                </p14:cNvPr>
                <p14:cNvContentPartPr/>
                <p14:nvPr/>
              </p14:nvContentPartPr>
              <p14:xfrm>
                <a:off x="10452423" y="2163793"/>
                <a:ext cx="324000" cy="129960"/>
              </p14:xfrm>
            </p:contentPart>
          </mc:Choice>
          <mc:Fallback xmlns="">
            <p:pic>
              <p:nvPicPr>
                <p:cNvPr id="33" name="Ink 32">
                  <a:extLst>
                    <a:ext uri="{FF2B5EF4-FFF2-40B4-BE49-F238E27FC236}">
                      <a16:creationId xmlns:a16="http://schemas.microsoft.com/office/drawing/2014/main" id="{5817B84C-4939-31B5-3899-A1FFCBE4D1D8}"/>
                    </a:ext>
                  </a:extLst>
                </p:cNvPr>
                <p:cNvPicPr/>
                <p:nvPr/>
              </p:nvPicPr>
              <p:blipFill>
                <a:blip r:embed="rId51"/>
                <a:stretch>
                  <a:fillRect/>
                </a:stretch>
              </p:blipFill>
              <p:spPr>
                <a:xfrm>
                  <a:off x="10434783" y="2146153"/>
                  <a:ext cx="35964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82A85850-B544-3F4B-1CA1-5C00269447FE}"/>
                    </a:ext>
                  </a:extLst>
                </p14:cNvPr>
                <p14:cNvContentPartPr/>
                <p14:nvPr/>
              </p14:nvContentPartPr>
              <p14:xfrm>
                <a:off x="10847343" y="2170633"/>
                <a:ext cx="264960" cy="111240"/>
              </p14:xfrm>
            </p:contentPart>
          </mc:Choice>
          <mc:Fallback xmlns="">
            <p:pic>
              <p:nvPicPr>
                <p:cNvPr id="34" name="Ink 33">
                  <a:extLst>
                    <a:ext uri="{FF2B5EF4-FFF2-40B4-BE49-F238E27FC236}">
                      <a16:creationId xmlns:a16="http://schemas.microsoft.com/office/drawing/2014/main" id="{82A85850-B544-3F4B-1CA1-5C00269447FE}"/>
                    </a:ext>
                  </a:extLst>
                </p:cNvPr>
                <p:cNvPicPr/>
                <p:nvPr/>
              </p:nvPicPr>
              <p:blipFill>
                <a:blip r:embed="rId53"/>
                <a:stretch>
                  <a:fillRect/>
                </a:stretch>
              </p:blipFill>
              <p:spPr>
                <a:xfrm>
                  <a:off x="10829703" y="2152993"/>
                  <a:ext cx="300600" cy="146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C89936B6-0EC2-CD98-5EBC-2F25E351E643}"/>
                  </a:ext>
                </a:extLst>
              </p14:cNvPr>
              <p14:cNvContentPartPr/>
              <p14:nvPr/>
            </p14:nvContentPartPr>
            <p14:xfrm>
              <a:off x="451263" y="3059473"/>
              <a:ext cx="7005240" cy="1200600"/>
            </p14:xfrm>
          </p:contentPart>
        </mc:Choice>
        <mc:Fallback xmlns="">
          <p:pic>
            <p:nvPicPr>
              <p:cNvPr id="36" name="Ink 35">
                <a:extLst>
                  <a:ext uri="{FF2B5EF4-FFF2-40B4-BE49-F238E27FC236}">
                    <a16:creationId xmlns:a16="http://schemas.microsoft.com/office/drawing/2014/main" id="{C89936B6-0EC2-CD98-5EBC-2F25E351E643}"/>
                  </a:ext>
                </a:extLst>
              </p:cNvPr>
              <p:cNvPicPr/>
              <p:nvPr/>
            </p:nvPicPr>
            <p:blipFill>
              <a:blip r:embed="rId55"/>
              <a:stretch>
                <a:fillRect/>
              </a:stretch>
            </p:blipFill>
            <p:spPr>
              <a:xfrm>
                <a:off x="433623" y="3041473"/>
                <a:ext cx="7040880" cy="1236240"/>
              </a:xfrm>
              <a:prstGeom prst="rect">
                <a:avLst/>
              </a:prstGeom>
            </p:spPr>
          </p:pic>
        </mc:Fallback>
      </mc:AlternateContent>
      <p:grpSp>
        <p:nvGrpSpPr>
          <p:cNvPr id="39" name="Group 38">
            <a:extLst>
              <a:ext uri="{FF2B5EF4-FFF2-40B4-BE49-F238E27FC236}">
                <a16:creationId xmlns:a16="http://schemas.microsoft.com/office/drawing/2014/main" id="{1994BE46-D52A-808A-C2F0-3F8613870639}"/>
              </a:ext>
            </a:extLst>
          </p:cNvPr>
          <p:cNvGrpSpPr/>
          <p:nvPr/>
        </p:nvGrpSpPr>
        <p:grpSpPr>
          <a:xfrm>
            <a:off x="3554823" y="4376713"/>
            <a:ext cx="277200" cy="476280"/>
            <a:chOff x="3554823" y="4376713"/>
            <a:chExt cx="277200" cy="476280"/>
          </a:xfrm>
        </p:grpSpPr>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D676A2A6-D573-8E55-B356-61B41ABCCE28}"/>
                    </a:ext>
                  </a:extLst>
                </p14:cNvPr>
                <p14:cNvContentPartPr/>
                <p14:nvPr/>
              </p14:nvContentPartPr>
              <p14:xfrm>
                <a:off x="3598743" y="4376713"/>
                <a:ext cx="67320" cy="451080"/>
              </p14:xfrm>
            </p:contentPart>
          </mc:Choice>
          <mc:Fallback xmlns="">
            <p:pic>
              <p:nvPicPr>
                <p:cNvPr id="37" name="Ink 36">
                  <a:extLst>
                    <a:ext uri="{FF2B5EF4-FFF2-40B4-BE49-F238E27FC236}">
                      <a16:creationId xmlns:a16="http://schemas.microsoft.com/office/drawing/2014/main" id="{D676A2A6-D573-8E55-B356-61B41ABCCE28}"/>
                    </a:ext>
                  </a:extLst>
                </p:cNvPr>
                <p:cNvPicPr/>
                <p:nvPr/>
              </p:nvPicPr>
              <p:blipFill>
                <a:blip r:embed="rId57"/>
                <a:stretch>
                  <a:fillRect/>
                </a:stretch>
              </p:blipFill>
              <p:spPr>
                <a:xfrm>
                  <a:off x="3581103" y="4358713"/>
                  <a:ext cx="102960" cy="4867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CEF94407-AA68-13D9-F54C-A1206822E0FD}"/>
                    </a:ext>
                  </a:extLst>
                </p14:cNvPr>
                <p14:cNvContentPartPr/>
                <p14:nvPr/>
              </p14:nvContentPartPr>
              <p14:xfrm>
                <a:off x="3554823" y="4704313"/>
                <a:ext cx="277200" cy="148680"/>
              </p14:xfrm>
            </p:contentPart>
          </mc:Choice>
          <mc:Fallback xmlns="">
            <p:pic>
              <p:nvPicPr>
                <p:cNvPr id="38" name="Ink 37">
                  <a:extLst>
                    <a:ext uri="{FF2B5EF4-FFF2-40B4-BE49-F238E27FC236}">
                      <a16:creationId xmlns:a16="http://schemas.microsoft.com/office/drawing/2014/main" id="{CEF94407-AA68-13D9-F54C-A1206822E0FD}"/>
                    </a:ext>
                  </a:extLst>
                </p:cNvPr>
                <p:cNvPicPr/>
                <p:nvPr/>
              </p:nvPicPr>
              <p:blipFill>
                <a:blip r:embed="rId59"/>
                <a:stretch>
                  <a:fillRect/>
                </a:stretch>
              </p:blipFill>
              <p:spPr>
                <a:xfrm>
                  <a:off x="3536823" y="4686673"/>
                  <a:ext cx="312840" cy="184320"/>
                </a:xfrm>
                <a:prstGeom prst="rect">
                  <a:avLst/>
                </a:prstGeom>
              </p:spPr>
            </p:pic>
          </mc:Fallback>
        </mc:AlternateContent>
      </p:grpSp>
      <p:grpSp>
        <p:nvGrpSpPr>
          <p:cNvPr id="48" name="Group 47">
            <a:extLst>
              <a:ext uri="{FF2B5EF4-FFF2-40B4-BE49-F238E27FC236}">
                <a16:creationId xmlns:a16="http://schemas.microsoft.com/office/drawing/2014/main" id="{FAC09CBA-39E8-D3C5-B321-E0670C85090F}"/>
              </a:ext>
            </a:extLst>
          </p:cNvPr>
          <p:cNvGrpSpPr/>
          <p:nvPr/>
        </p:nvGrpSpPr>
        <p:grpSpPr>
          <a:xfrm>
            <a:off x="4174383" y="4535833"/>
            <a:ext cx="746640" cy="322920"/>
            <a:chOff x="4174383" y="4535833"/>
            <a:chExt cx="746640" cy="322920"/>
          </a:xfrm>
        </p:grpSpPr>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CD825C18-3208-4F9A-31BC-2814C74B1A9A}"/>
                    </a:ext>
                  </a:extLst>
                </p14:cNvPr>
                <p14:cNvContentPartPr/>
                <p14:nvPr/>
              </p14:nvContentPartPr>
              <p14:xfrm>
                <a:off x="4187343" y="4567153"/>
                <a:ext cx="30960" cy="291600"/>
              </p14:xfrm>
            </p:contentPart>
          </mc:Choice>
          <mc:Fallback xmlns="">
            <p:pic>
              <p:nvPicPr>
                <p:cNvPr id="40" name="Ink 39">
                  <a:extLst>
                    <a:ext uri="{FF2B5EF4-FFF2-40B4-BE49-F238E27FC236}">
                      <a16:creationId xmlns:a16="http://schemas.microsoft.com/office/drawing/2014/main" id="{CD825C18-3208-4F9A-31BC-2814C74B1A9A}"/>
                    </a:ext>
                  </a:extLst>
                </p:cNvPr>
                <p:cNvPicPr/>
                <p:nvPr/>
              </p:nvPicPr>
              <p:blipFill>
                <a:blip r:embed="rId61"/>
                <a:stretch>
                  <a:fillRect/>
                </a:stretch>
              </p:blipFill>
              <p:spPr>
                <a:xfrm>
                  <a:off x="4169343" y="4549153"/>
                  <a:ext cx="6660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97017090-1F8F-D7F3-5B85-3BCFBF364A5F}"/>
                    </a:ext>
                  </a:extLst>
                </p14:cNvPr>
                <p14:cNvContentPartPr/>
                <p14:nvPr/>
              </p14:nvContentPartPr>
              <p14:xfrm>
                <a:off x="4174383" y="4564273"/>
                <a:ext cx="108360" cy="47160"/>
              </p14:xfrm>
            </p:contentPart>
          </mc:Choice>
          <mc:Fallback xmlns="">
            <p:pic>
              <p:nvPicPr>
                <p:cNvPr id="41" name="Ink 40">
                  <a:extLst>
                    <a:ext uri="{FF2B5EF4-FFF2-40B4-BE49-F238E27FC236}">
                      <a16:creationId xmlns:a16="http://schemas.microsoft.com/office/drawing/2014/main" id="{97017090-1F8F-D7F3-5B85-3BCFBF364A5F}"/>
                    </a:ext>
                  </a:extLst>
                </p:cNvPr>
                <p:cNvPicPr/>
                <p:nvPr/>
              </p:nvPicPr>
              <p:blipFill>
                <a:blip r:embed="rId63"/>
                <a:stretch>
                  <a:fillRect/>
                </a:stretch>
              </p:blipFill>
              <p:spPr>
                <a:xfrm>
                  <a:off x="4156383" y="4546633"/>
                  <a:ext cx="14400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915C99B1-C5A7-F0A8-E421-ECFAAFFB09B0}"/>
                    </a:ext>
                  </a:extLst>
                </p14:cNvPr>
                <p14:cNvContentPartPr/>
                <p14:nvPr/>
              </p14:nvContentPartPr>
              <p14:xfrm>
                <a:off x="4223703" y="4688473"/>
                <a:ext cx="124200" cy="31680"/>
              </p14:xfrm>
            </p:contentPart>
          </mc:Choice>
          <mc:Fallback xmlns="">
            <p:pic>
              <p:nvPicPr>
                <p:cNvPr id="42" name="Ink 41">
                  <a:extLst>
                    <a:ext uri="{FF2B5EF4-FFF2-40B4-BE49-F238E27FC236}">
                      <a16:creationId xmlns:a16="http://schemas.microsoft.com/office/drawing/2014/main" id="{915C99B1-C5A7-F0A8-E421-ECFAAFFB09B0}"/>
                    </a:ext>
                  </a:extLst>
                </p:cNvPr>
                <p:cNvPicPr/>
                <p:nvPr/>
              </p:nvPicPr>
              <p:blipFill>
                <a:blip r:embed="rId65"/>
                <a:stretch>
                  <a:fillRect/>
                </a:stretch>
              </p:blipFill>
              <p:spPr>
                <a:xfrm>
                  <a:off x="4205703" y="4670473"/>
                  <a:ext cx="15984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5F9E22D3-737B-A4FB-E026-A9C1E579902F}"/>
                    </a:ext>
                  </a:extLst>
                </p14:cNvPr>
                <p14:cNvContentPartPr/>
                <p14:nvPr/>
              </p14:nvContentPartPr>
              <p14:xfrm>
                <a:off x="4463463" y="4603873"/>
                <a:ext cx="27360" cy="182160"/>
              </p14:xfrm>
            </p:contentPart>
          </mc:Choice>
          <mc:Fallback xmlns="">
            <p:pic>
              <p:nvPicPr>
                <p:cNvPr id="43" name="Ink 42">
                  <a:extLst>
                    <a:ext uri="{FF2B5EF4-FFF2-40B4-BE49-F238E27FC236}">
                      <a16:creationId xmlns:a16="http://schemas.microsoft.com/office/drawing/2014/main" id="{5F9E22D3-737B-A4FB-E026-A9C1E579902F}"/>
                    </a:ext>
                  </a:extLst>
                </p:cNvPr>
                <p:cNvPicPr/>
                <p:nvPr/>
              </p:nvPicPr>
              <p:blipFill>
                <a:blip r:embed="rId67"/>
                <a:stretch>
                  <a:fillRect/>
                </a:stretch>
              </p:blipFill>
              <p:spPr>
                <a:xfrm>
                  <a:off x="4445823" y="4585873"/>
                  <a:ext cx="6300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A016033C-4C50-63C5-BEFB-694AE36B7D89}"/>
                    </a:ext>
                  </a:extLst>
                </p14:cNvPr>
                <p14:cNvContentPartPr/>
                <p14:nvPr/>
              </p14:nvContentPartPr>
              <p14:xfrm>
                <a:off x="4459503" y="4535833"/>
                <a:ext cx="86760" cy="85680"/>
              </p14:xfrm>
            </p:contentPart>
          </mc:Choice>
          <mc:Fallback xmlns="">
            <p:pic>
              <p:nvPicPr>
                <p:cNvPr id="44" name="Ink 43">
                  <a:extLst>
                    <a:ext uri="{FF2B5EF4-FFF2-40B4-BE49-F238E27FC236}">
                      <a16:creationId xmlns:a16="http://schemas.microsoft.com/office/drawing/2014/main" id="{A016033C-4C50-63C5-BEFB-694AE36B7D89}"/>
                    </a:ext>
                  </a:extLst>
                </p:cNvPr>
                <p:cNvPicPr/>
                <p:nvPr/>
              </p:nvPicPr>
              <p:blipFill>
                <a:blip r:embed="rId69"/>
                <a:stretch>
                  <a:fillRect/>
                </a:stretch>
              </p:blipFill>
              <p:spPr>
                <a:xfrm>
                  <a:off x="4441503" y="4517833"/>
                  <a:ext cx="12240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FC0C0E52-6325-D62D-8237-2203CFBD22D6}"/>
                    </a:ext>
                  </a:extLst>
                </p14:cNvPr>
                <p14:cNvContentPartPr/>
                <p14:nvPr/>
              </p14:nvContentPartPr>
              <p14:xfrm>
                <a:off x="4464183" y="4637353"/>
                <a:ext cx="107280" cy="57240"/>
              </p14:xfrm>
            </p:contentPart>
          </mc:Choice>
          <mc:Fallback xmlns="">
            <p:pic>
              <p:nvPicPr>
                <p:cNvPr id="45" name="Ink 44">
                  <a:extLst>
                    <a:ext uri="{FF2B5EF4-FFF2-40B4-BE49-F238E27FC236}">
                      <a16:creationId xmlns:a16="http://schemas.microsoft.com/office/drawing/2014/main" id="{FC0C0E52-6325-D62D-8237-2203CFBD22D6}"/>
                    </a:ext>
                  </a:extLst>
                </p:cNvPr>
                <p:cNvPicPr/>
                <p:nvPr/>
              </p:nvPicPr>
              <p:blipFill>
                <a:blip r:embed="rId71"/>
                <a:stretch>
                  <a:fillRect/>
                </a:stretch>
              </p:blipFill>
              <p:spPr>
                <a:xfrm>
                  <a:off x="4446183" y="4619713"/>
                  <a:ext cx="14292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DA45C4A7-6058-2CFE-7DB8-BFC01A6CE029}"/>
                    </a:ext>
                  </a:extLst>
                </p14:cNvPr>
                <p14:cNvContentPartPr/>
                <p14:nvPr/>
              </p14:nvContentPartPr>
              <p14:xfrm>
                <a:off x="4663623" y="4549873"/>
                <a:ext cx="257400" cy="53280"/>
              </p14:xfrm>
            </p:contentPart>
          </mc:Choice>
          <mc:Fallback xmlns="">
            <p:pic>
              <p:nvPicPr>
                <p:cNvPr id="46" name="Ink 45">
                  <a:extLst>
                    <a:ext uri="{FF2B5EF4-FFF2-40B4-BE49-F238E27FC236}">
                      <a16:creationId xmlns:a16="http://schemas.microsoft.com/office/drawing/2014/main" id="{DA45C4A7-6058-2CFE-7DB8-BFC01A6CE029}"/>
                    </a:ext>
                  </a:extLst>
                </p:cNvPr>
                <p:cNvPicPr/>
                <p:nvPr/>
              </p:nvPicPr>
              <p:blipFill>
                <a:blip r:embed="rId73"/>
                <a:stretch>
                  <a:fillRect/>
                </a:stretch>
              </p:blipFill>
              <p:spPr>
                <a:xfrm>
                  <a:off x="4645623" y="4532233"/>
                  <a:ext cx="29304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B650D0F1-5DAA-8BE3-C88E-27E694A9A9EC}"/>
                    </a:ext>
                  </a:extLst>
                </p14:cNvPr>
                <p14:cNvContentPartPr/>
                <p14:nvPr/>
              </p14:nvContentPartPr>
              <p14:xfrm>
                <a:off x="4806903" y="4569673"/>
                <a:ext cx="22680" cy="254520"/>
              </p14:xfrm>
            </p:contentPart>
          </mc:Choice>
          <mc:Fallback xmlns="">
            <p:pic>
              <p:nvPicPr>
                <p:cNvPr id="47" name="Ink 46">
                  <a:extLst>
                    <a:ext uri="{FF2B5EF4-FFF2-40B4-BE49-F238E27FC236}">
                      <a16:creationId xmlns:a16="http://schemas.microsoft.com/office/drawing/2014/main" id="{B650D0F1-5DAA-8BE3-C88E-27E694A9A9EC}"/>
                    </a:ext>
                  </a:extLst>
                </p:cNvPr>
                <p:cNvPicPr/>
                <p:nvPr/>
              </p:nvPicPr>
              <p:blipFill>
                <a:blip r:embed="rId75"/>
                <a:stretch>
                  <a:fillRect/>
                </a:stretch>
              </p:blipFill>
              <p:spPr>
                <a:xfrm>
                  <a:off x="4788903" y="4552033"/>
                  <a:ext cx="58320" cy="290160"/>
                </a:xfrm>
                <a:prstGeom prst="rect">
                  <a:avLst/>
                </a:prstGeom>
              </p:spPr>
            </p:pic>
          </mc:Fallback>
        </mc:AlternateContent>
      </p:grpSp>
      <p:grpSp>
        <p:nvGrpSpPr>
          <p:cNvPr id="51" name="Group 50">
            <a:extLst>
              <a:ext uri="{FF2B5EF4-FFF2-40B4-BE49-F238E27FC236}">
                <a16:creationId xmlns:a16="http://schemas.microsoft.com/office/drawing/2014/main" id="{0D9175A2-F86E-269B-1239-6EAC2FEBE251}"/>
              </a:ext>
            </a:extLst>
          </p:cNvPr>
          <p:cNvGrpSpPr/>
          <p:nvPr/>
        </p:nvGrpSpPr>
        <p:grpSpPr>
          <a:xfrm>
            <a:off x="1073343" y="5122633"/>
            <a:ext cx="2570400" cy="1271520"/>
            <a:chOff x="1073343" y="5122633"/>
            <a:chExt cx="2570400" cy="1271520"/>
          </a:xfrm>
        </p:grpSpPr>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EFA1A468-6294-CFBE-6F95-41942871EFB0}"/>
                    </a:ext>
                  </a:extLst>
                </p14:cNvPr>
                <p14:cNvContentPartPr/>
                <p14:nvPr/>
              </p14:nvContentPartPr>
              <p14:xfrm>
                <a:off x="1073343" y="5122633"/>
                <a:ext cx="99360" cy="1270080"/>
              </p14:xfrm>
            </p:contentPart>
          </mc:Choice>
          <mc:Fallback xmlns="">
            <p:pic>
              <p:nvPicPr>
                <p:cNvPr id="49" name="Ink 48">
                  <a:extLst>
                    <a:ext uri="{FF2B5EF4-FFF2-40B4-BE49-F238E27FC236}">
                      <a16:creationId xmlns:a16="http://schemas.microsoft.com/office/drawing/2014/main" id="{EFA1A468-6294-CFBE-6F95-41942871EFB0}"/>
                    </a:ext>
                  </a:extLst>
                </p:cNvPr>
                <p:cNvPicPr/>
                <p:nvPr/>
              </p:nvPicPr>
              <p:blipFill>
                <a:blip r:embed="rId77"/>
                <a:stretch>
                  <a:fillRect/>
                </a:stretch>
              </p:blipFill>
              <p:spPr>
                <a:xfrm>
                  <a:off x="1055343" y="5104993"/>
                  <a:ext cx="135000" cy="13057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0" name="Ink 49">
                  <a:extLst>
                    <a:ext uri="{FF2B5EF4-FFF2-40B4-BE49-F238E27FC236}">
                      <a16:creationId xmlns:a16="http://schemas.microsoft.com/office/drawing/2014/main" id="{B1DDE71B-E462-85EB-BD8E-491D86628879}"/>
                    </a:ext>
                  </a:extLst>
                </p14:cNvPr>
                <p14:cNvContentPartPr/>
                <p14:nvPr/>
              </p14:nvContentPartPr>
              <p14:xfrm>
                <a:off x="1109343" y="6305953"/>
                <a:ext cx="2534400" cy="88200"/>
              </p14:xfrm>
            </p:contentPart>
          </mc:Choice>
          <mc:Fallback xmlns="">
            <p:pic>
              <p:nvPicPr>
                <p:cNvPr id="50" name="Ink 49">
                  <a:extLst>
                    <a:ext uri="{FF2B5EF4-FFF2-40B4-BE49-F238E27FC236}">
                      <a16:creationId xmlns:a16="http://schemas.microsoft.com/office/drawing/2014/main" id="{B1DDE71B-E462-85EB-BD8E-491D86628879}"/>
                    </a:ext>
                  </a:extLst>
                </p:cNvPr>
                <p:cNvPicPr/>
                <p:nvPr/>
              </p:nvPicPr>
              <p:blipFill>
                <a:blip r:embed="rId79"/>
                <a:stretch>
                  <a:fillRect/>
                </a:stretch>
              </p:blipFill>
              <p:spPr>
                <a:xfrm>
                  <a:off x="1091343" y="6287953"/>
                  <a:ext cx="2570040" cy="123840"/>
                </a:xfrm>
                <a:prstGeom prst="rect">
                  <a:avLst/>
                </a:prstGeom>
              </p:spPr>
            </p:pic>
          </mc:Fallback>
        </mc:AlternateContent>
      </p:grpSp>
      <p:grpSp>
        <p:nvGrpSpPr>
          <p:cNvPr id="54" name="Group 53">
            <a:extLst>
              <a:ext uri="{FF2B5EF4-FFF2-40B4-BE49-F238E27FC236}">
                <a16:creationId xmlns:a16="http://schemas.microsoft.com/office/drawing/2014/main" id="{083ABB80-8DFF-284E-3F98-E50CC778E630}"/>
              </a:ext>
            </a:extLst>
          </p:cNvPr>
          <p:cNvGrpSpPr/>
          <p:nvPr/>
        </p:nvGrpSpPr>
        <p:grpSpPr>
          <a:xfrm>
            <a:off x="1149663" y="5019313"/>
            <a:ext cx="2363760" cy="1192320"/>
            <a:chOff x="1149663" y="5019313"/>
            <a:chExt cx="2363760" cy="1192320"/>
          </a:xfrm>
        </p:grpSpPr>
        <mc:AlternateContent xmlns:mc="http://schemas.openxmlformats.org/markup-compatibility/2006" xmlns:p14="http://schemas.microsoft.com/office/powerpoint/2010/main">
          <mc:Choice Requires="p14">
            <p:contentPart p14:bwMode="auto" r:id="rId80">
              <p14:nvContentPartPr>
                <p14:cNvPr id="52" name="Ink 51">
                  <a:extLst>
                    <a:ext uri="{FF2B5EF4-FFF2-40B4-BE49-F238E27FC236}">
                      <a16:creationId xmlns:a16="http://schemas.microsoft.com/office/drawing/2014/main" id="{6FA09F93-ECE1-63BB-E77E-06766E0D4261}"/>
                    </a:ext>
                  </a:extLst>
                </p14:cNvPr>
                <p14:cNvContentPartPr/>
                <p14:nvPr/>
              </p14:nvContentPartPr>
              <p14:xfrm>
                <a:off x="1414263" y="5150353"/>
                <a:ext cx="2099160" cy="1061280"/>
              </p14:xfrm>
            </p:contentPart>
          </mc:Choice>
          <mc:Fallback xmlns="">
            <p:pic>
              <p:nvPicPr>
                <p:cNvPr id="52" name="Ink 51">
                  <a:extLst>
                    <a:ext uri="{FF2B5EF4-FFF2-40B4-BE49-F238E27FC236}">
                      <a16:creationId xmlns:a16="http://schemas.microsoft.com/office/drawing/2014/main" id="{6FA09F93-ECE1-63BB-E77E-06766E0D4261}"/>
                    </a:ext>
                  </a:extLst>
                </p:cNvPr>
                <p:cNvPicPr/>
                <p:nvPr/>
              </p:nvPicPr>
              <p:blipFill>
                <a:blip r:embed="rId81"/>
                <a:stretch>
                  <a:fillRect/>
                </a:stretch>
              </p:blipFill>
              <p:spPr>
                <a:xfrm>
                  <a:off x="1396263" y="5132713"/>
                  <a:ext cx="2134800" cy="10969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3" name="Ink 52">
                  <a:extLst>
                    <a:ext uri="{FF2B5EF4-FFF2-40B4-BE49-F238E27FC236}">
                      <a16:creationId xmlns:a16="http://schemas.microsoft.com/office/drawing/2014/main" id="{5821CAF4-D365-1DBE-AF24-8B2AAADBE09A}"/>
                    </a:ext>
                  </a:extLst>
                </p14:cNvPr>
                <p14:cNvContentPartPr/>
                <p14:nvPr/>
              </p14:nvContentPartPr>
              <p14:xfrm>
                <a:off x="1149663" y="5019313"/>
                <a:ext cx="11160" cy="136080"/>
              </p14:xfrm>
            </p:contentPart>
          </mc:Choice>
          <mc:Fallback xmlns="">
            <p:pic>
              <p:nvPicPr>
                <p:cNvPr id="53" name="Ink 52">
                  <a:extLst>
                    <a:ext uri="{FF2B5EF4-FFF2-40B4-BE49-F238E27FC236}">
                      <a16:creationId xmlns:a16="http://schemas.microsoft.com/office/drawing/2014/main" id="{5821CAF4-D365-1DBE-AF24-8B2AAADBE09A}"/>
                    </a:ext>
                  </a:extLst>
                </p:cNvPr>
                <p:cNvPicPr/>
                <p:nvPr/>
              </p:nvPicPr>
              <p:blipFill>
                <a:blip r:embed="rId83"/>
                <a:stretch>
                  <a:fillRect/>
                </a:stretch>
              </p:blipFill>
              <p:spPr>
                <a:xfrm>
                  <a:off x="1132023" y="5001673"/>
                  <a:ext cx="46800" cy="171720"/>
                </a:xfrm>
                <a:prstGeom prst="rect">
                  <a:avLst/>
                </a:prstGeom>
              </p:spPr>
            </p:pic>
          </mc:Fallback>
        </mc:AlternateContent>
      </p:grpSp>
      <p:grpSp>
        <p:nvGrpSpPr>
          <p:cNvPr id="59" name="Group 58">
            <a:extLst>
              <a:ext uri="{FF2B5EF4-FFF2-40B4-BE49-F238E27FC236}">
                <a16:creationId xmlns:a16="http://schemas.microsoft.com/office/drawing/2014/main" id="{80A94B8F-2A06-9E42-59CA-28671F7BEB9D}"/>
              </a:ext>
            </a:extLst>
          </p:cNvPr>
          <p:cNvGrpSpPr/>
          <p:nvPr/>
        </p:nvGrpSpPr>
        <p:grpSpPr>
          <a:xfrm>
            <a:off x="2217063" y="6492073"/>
            <a:ext cx="851040" cy="329400"/>
            <a:chOff x="2217063" y="6492073"/>
            <a:chExt cx="851040" cy="329400"/>
          </a:xfrm>
        </p:grpSpPr>
        <mc:AlternateContent xmlns:mc="http://schemas.openxmlformats.org/markup-compatibility/2006" xmlns:p14="http://schemas.microsoft.com/office/powerpoint/2010/main">
          <mc:Choice Requires="p14">
            <p:contentPart p14:bwMode="auto" r:id="rId84">
              <p14:nvContentPartPr>
                <p14:cNvPr id="55" name="Ink 54">
                  <a:extLst>
                    <a:ext uri="{FF2B5EF4-FFF2-40B4-BE49-F238E27FC236}">
                      <a16:creationId xmlns:a16="http://schemas.microsoft.com/office/drawing/2014/main" id="{3400A4B2-964E-6F34-0228-90F07E07A52B}"/>
                    </a:ext>
                  </a:extLst>
                </p14:cNvPr>
                <p14:cNvContentPartPr/>
                <p14:nvPr/>
              </p14:nvContentPartPr>
              <p14:xfrm>
                <a:off x="2278983" y="6492073"/>
                <a:ext cx="91440" cy="329400"/>
              </p14:xfrm>
            </p:contentPart>
          </mc:Choice>
          <mc:Fallback xmlns="">
            <p:pic>
              <p:nvPicPr>
                <p:cNvPr id="55" name="Ink 54">
                  <a:extLst>
                    <a:ext uri="{FF2B5EF4-FFF2-40B4-BE49-F238E27FC236}">
                      <a16:creationId xmlns:a16="http://schemas.microsoft.com/office/drawing/2014/main" id="{3400A4B2-964E-6F34-0228-90F07E07A52B}"/>
                    </a:ext>
                  </a:extLst>
                </p:cNvPr>
                <p:cNvPicPr/>
                <p:nvPr/>
              </p:nvPicPr>
              <p:blipFill>
                <a:blip r:embed="rId85"/>
                <a:stretch>
                  <a:fillRect/>
                </a:stretch>
              </p:blipFill>
              <p:spPr>
                <a:xfrm>
                  <a:off x="2261343" y="6474073"/>
                  <a:ext cx="12708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6" name="Ink 55">
                  <a:extLst>
                    <a:ext uri="{FF2B5EF4-FFF2-40B4-BE49-F238E27FC236}">
                      <a16:creationId xmlns:a16="http://schemas.microsoft.com/office/drawing/2014/main" id="{A50D8F70-B081-60D4-C2D0-F677190E3336}"/>
                    </a:ext>
                  </a:extLst>
                </p14:cNvPr>
                <p14:cNvContentPartPr/>
                <p14:nvPr/>
              </p14:nvContentPartPr>
              <p14:xfrm>
                <a:off x="2217063" y="6629233"/>
                <a:ext cx="146160" cy="113400"/>
              </p14:xfrm>
            </p:contentPart>
          </mc:Choice>
          <mc:Fallback xmlns="">
            <p:pic>
              <p:nvPicPr>
                <p:cNvPr id="56" name="Ink 55">
                  <a:extLst>
                    <a:ext uri="{FF2B5EF4-FFF2-40B4-BE49-F238E27FC236}">
                      <a16:creationId xmlns:a16="http://schemas.microsoft.com/office/drawing/2014/main" id="{A50D8F70-B081-60D4-C2D0-F677190E3336}"/>
                    </a:ext>
                  </a:extLst>
                </p:cNvPr>
                <p:cNvPicPr/>
                <p:nvPr/>
              </p:nvPicPr>
              <p:blipFill>
                <a:blip r:embed="rId87"/>
                <a:stretch>
                  <a:fillRect/>
                </a:stretch>
              </p:blipFill>
              <p:spPr>
                <a:xfrm>
                  <a:off x="2199423" y="6611233"/>
                  <a:ext cx="1818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7" name="Ink 56">
                  <a:extLst>
                    <a:ext uri="{FF2B5EF4-FFF2-40B4-BE49-F238E27FC236}">
                      <a16:creationId xmlns:a16="http://schemas.microsoft.com/office/drawing/2014/main" id="{F089B56C-58D1-0D56-8DFB-32B2C885D4D9}"/>
                    </a:ext>
                  </a:extLst>
                </p14:cNvPr>
                <p14:cNvContentPartPr/>
                <p14:nvPr/>
              </p14:nvContentPartPr>
              <p14:xfrm>
                <a:off x="2605863" y="6610873"/>
                <a:ext cx="418320" cy="29520"/>
              </p14:xfrm>
            </p:contentPart>
          </mc:Choice>
          <mc:Fallback xmlns="">
            <p:pic>
              <p:nvPicPr>
                <p:cNvPr id="57" name="Ink 56">
                  <a:extLst>
                    <a:ext uri="{FF2B5EF4-FFF2-40B4-BE49-F238E27FC236}">
                      <a16:creationId xmlns:a16="http://schemas.microsoft.com/office/drawing/2014/main" id="{F089B56C-58D1-0D56-8DFB-32B2C885D4D9}"/>
                    </a:ext>
                  </a:extLst>
                </p:cNvPr>
                <p:cNvPicPr/>
                <p:nvPr/>
              </p:nvPicPr>
              <p:blipFill>
                <a:blip r:embed="rId89"/>
                <a:stretch>
                  <a:fillRect/>
                </a:stretch>
              </p:blipFill>
              <p:spPr>
                <a:xfrm>
                  <a:off x="2588223" y="6593233"/>
                  <a:ext cx="4539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8" name="Ink 57">
                  <a:extLst>
                    <a:ext uri="{FF2B5EF4-FFF2-40B4-BE49-F238E27FC236}">
                      <a16:creationId xmlns:a16="http://schemas.microsoft.com/office/drawing/2014/main" id="{D525BCA1-CFA1-3FD0-2BB0-BCE4B12C350F}"/>
                    </a:ext>
                  </a:extLst>
                </p14:cNvPr>
                <p14:cNvContentPartPr/>
                <p14:nvPr/>
              </p14:nvContentPartPr>
              <p14:xfrm>
                <a:off x="2952903" y="6537073"/>
                <a:ext cx="115200" cy="191520"/>
              </p14:xfrm>
            </p:contentPart>
          </mc:Choice>
          <mc:Fallback xmlns="">
            <p:pic>
              <p:nvPicPr>
                <p:cNvPr id="58" name="Ink 57">
                  <a:extLst>
                    <a:ext uri="{FF2B5EF4-FFF2-40B4-BE49-F238E27FC236}">
                      <a16:creationId xmlns:a16="http://schemas.microsoft.com/office/drawing/2014/main" id="{D525BCA1-CFA1-3FD0-2BB0-BCE4B12C350F}"/>
                    </a:ext>
                  </a:extLst>
                </p:cNvPr>
                <p:cNvPicPr/>
                <p:nvPr/>
              </p:nvPicPr>
              <p:blipFill>
                <a:blip r:embed="rId91"/>
                <a:stretch>
                  <a:fillRect/>
                </a:stretch>
              </p:blipFill>
              <p:spPr>
                <a:xfrm>
                  <a:off x="2934903" y="6519433"/>
                  <a:ext cx="150840" cy="227160"/>
                </a:xfrm>
                <a:prstGeom prst="rect">
                  <a:avLst/>
                </a:prstGeom>
              </p:spPr>
            </p:pic>
          </mc:Fallback>
        </mc:AlternateContent>
      </p:grpSp>
      <p:grpSp>
        <p:nvGrpSpPr>
          <p:cNvPr id="67" name="Group 66">
            <a:extLst>
              <a:ext uri="{FF2B5EF4-FFF2-40B4-BE49-F238E27FC236}">
                <a16:creationId xmlns:a16="http://schemas.microsoft.com/office/drawing/2014/main" id="{B26E4008-433A-57B8-5B53-6C97ADB61D1F}"/>
              </a:ext>
            </a:extLst>
          </p:cNvPr>
          <p:cNvGrpSpPr/>
          <p:nvPr/>
        </p:nvGrpSpPr>
        <p:grpSpPr>
          <a:xfrm>
            <a:off x="535143" y="5713033"/>
            <a:ext cx="185400" cy="320400"/>
            <a:chOff x="535143" y="5713033"/>
            <a:chExt cx="185400" cy="320400"/>
          </a:xfrm>
        </p:grpSpPr>
        <mc:AlternateContent xmlns:mc="http://schemas.openxmlformats.org/markup-compatibility/2006" xmlns:p14="http://schemas.microsoft.com/office/powerpoint/2010/main">
          <mc:Choice Requires="p14">
            <p:contentPart p14:bwMode="auto" r:id="rId92">
              <p14:nvContentPartPr>
                <p14:cNvPr id="60" name="Ink 59">
                  <a:extLst>
                    <a:ext uri="{FF2B5EF4-FFF2-40B4-BE49-F238E27FC236}">
                      <a16:creationId xmlns:a16="http://schemas.microsoft.com/office/drawing/2014/main" id="{503636C6-3C4F-8409-73C1-51F1B40C8DBC}"/>
                    </a:ext>
                  </a:extLst>
                </p14:cNvPr>
                <p14:cNvContentPartPr/>
                <p14:nvPr/>
              </p14:nvContentPartPr>
              <p14:xfrm>
                <a:off x="591663" y="5753713"/>
                <a:ext cx="92880" cy="248400"/>
              </p14:xfrm>
            </p:contentPart>
          </mc:Choice>
          <mc:Fallback xmlns="">
            <p:pic>
              <p:nvPicPr>
                <p:cNvPr id="60" name="Ink 59">
                  <a:extLst>
                    <a:ext uri="{FF2B5EF4-FFF2-40B4-BE49-F238E27FC236}">
                      <a16:creationId xmlns:a16="http://schemas.microsoft.com/office/drawing/2014/main" id="{503636C6-3C4F-8409-73C1-51F1B40C8DBC}"/>
                    </a:ext>
                  </a:extLst>
                </p:cNvPr>
                <p:cNvPicPr/>
                <p:nvPr/>
              </p:nvPicPr>
              <p:blipFill>
                <a:blip r:embed="rId93"/>
                <a:stretch>
                  <a:fillRect/>
                </a:stretch>
              </p:blipFill>
              <p:spPr>
                <a:xfrm>
                  <a:off x="574023" y="5735713"/>
                  <a:ext cx="12852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1" name="Ink 60">
                  <a:extLst>
                    <a:ext uri="{FF2B5EF4-FFF2-40B4-BE49-F238E27FC236}">
                      <a16:creationId xmlns:a16="http://schemas.microsoft.com/office/drawing/2014/main" id="{152ECD39-AE05-C8C3-718E-711C030422D4}"/>
                    </a:ext>
                  </a:extLst>
                </p14:cNvPr>
                <p14:cNvContentPartPr/>
                <p14:nvPr/>
              </p14:nvContentPartPr>
              <p14:xfrm>
                <a:off x="535143" y="5713033"/>
                <a:ext cx="109800" cy="32040"/>
              </p14:xfrm>
            </p:contentPart>
          </mc:Choice>
          <mc:Fallback xmlns="">
            <p:pic>
              <p:nvPicPr>
                <p:cNvPr id="61" name="Ink 60">
                  <a:extLst>
                    <a:ext uri="{FF2B5EF4-FFF2-40B4-BE49-F238E27FC236}">
                      <a16:creationId xmlns:a16="http://schemas.microsoft.com/office/drawing/2014/main" id="{152ECD39-AE05-C8C3-718E-711C030422D4}"/>
                    </a:ext>
                  </a:extLst>
                </p:cNvPr>
                <p:cNvPicPr/>
                <p:nvPr/>
              </p:nvPicPr>
              <p:blipFill>
                <a:blip r:embed="rId95"/>
                <a:stretch>
                  <a:fillRect/>
                </a:stretch>
              </p:blipFill>
              <p:spPr>
                <a:xfrm>
                  <a:off x="517503" y="5695393"/>
                  <a:ext cx="14544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2" name="Ink 61">
                  <a:extLst>
                    <a:ext uri="{FF2B5EF4-FFF2-40B4-BE49-F238E27FC236}">
                      <a16:creationId xmlns:a16="http://schemas.microsoft.com/office/drawing/2014/main" id="{D1EA5728-B802-A6FF-3995-FE63AA7CE798}"/>
                    </a:ext>
                  </a:extLst>
                </p14:cNvPr>
                <p14:cNvContentPartPr/>
                <p14:nvPr/>
              </p14:nvContentPartPr>
              <p14:xfrm>
                <a:off x="631623" y="5919673"/>
                <a:ext cx="88920" cy="113760"/>
              </p14:xfrm>
            </p:contentPart>
          </mc:Choice>
          <mc:Fallback xmlns="">
            <p:pic>
              <p:nvPicPr>
                <p:cNvPr id="62" name="Ink 61">
                  <a:extLst>
                    <a:ext uri="{FF2B5EF4-FFF2-40B4-BE49-F238E27FC236}">
                      <a16:creationId xmlns:a16="http://schemas.microsoft.com/office/drawing/2014/main" id="{D1EA5728-B802-A6FF-3995-FE63AA7CE798}"/>
                    </a:ext>
                  </a:extLst>
                </p:cNvPr>
                <p:cNvPicPr/>
                <p:nvPr/>
              </p:nvPicPr>
              <p:blipFill>
                <a:blip r:embed="rId97"/>
                <a:stretch>
                  <a:fillRect/>
                </a:stretch>
              </p:blipFill>
              <p:spPr>
                <a:xfrm>
                  <a:off x="613623" y="5901673"/>
                  <a:ext cx="124560" cy="149400"/>
                </a:xfrm>
                <a:prstGeom prst="rect">
                  <a:avLst/>
                </a:prstGeom>
              </p:spPr>
            </p:pic>
          </mc:Fallback>
        </mc:AlternateContent>
      </p:grpSp>
      <p:grpSp>
        <p:nvGrpSpPr>
          <p:cNvPr id="66" name="Group 65">
            <a:extLst>
              <a:ext uri="{FF2B5EF4-FFF2-40B4-BE49-F238E27FC236}">
                <a16:creationId xmlns:a16="http://schemas.microsoft.com/office/drawing/2014/main" id="{F9A4D5F5-55FA-1317-4F68-F970EBEE8B72}"/>
              </a:ext>
            </a:extLst>
          </p:cNvPr>
          <p:cNvGrpSpPr/>
          <p:nvPr/>
        </p:nvGrpSpPr>
        <p:grpSpPr>
          <a:xfrm>
            <a:off x="553863" y="4992673"/>
            <a:ext cx="132480" cy="324000"/>
            <a:chOff x="553863" y="4992673"/>
            <a:chExt cx="132480" cy="324000"/>
          </a:xfrm>
        </p:grpSpPr>
        <mc:AlternateContent xmlns:mc="http://schemas.openxmlformats.org/markup-compatibility/2006" xmlns:p14="http://schemas.microsoft.com/office/powerpoint/2010/main">
          <mc:Choice Requires="p14">
            <p:contentPart p14:bwMode="auto" r:id="rId98">
              <p14:nvContentPartPr>
                <p14:cNvPr id="63" name="Ink 62">
                  <a:extLst>
                    <a:ext uri="{FF2B5EF4-FFF2-40B4-BE49-F238E27FC236}">
                      <a16:creationId xmlns:a16="http://schemas.microsoft.com/office/drawing/2014/main" id="{DF025518-02C2-5608-E31D-E50DD53ED266}"/>
                    </a:ext>
                  </a:extLst>
                </p14:cNvPr>
                <p14:cNvContentPartPr/>
                <p14:nvPr/>
              </p14:nvContentPartPr>
              <p14:xfrm>
                <a:off x="611463" y="5030833"/>
                <a:ext cx="18000" cy="285840"/>
              </p14:xfrm>
            </p:contentPart>
          </mc:Choice>
          <mc:Fallback xmlns="">
            <p:pic>
              <p:nvPicPr>
                <p:cNvPr id="63" name="Ink 62">
                  <a:extLst>
                    <a:ext uri="{FF2B5EF4-FFF2-40B4-BE49-F238E27FC236}">
                      <a16:creationId xmlns:a16="http://schemas.microsoft.com/office/drawing/2014/main" id="{DF025518-02C2-5608-E31D-E50DD53ED266}"/>
                    </a:ext>
                  </a:extLst>
                </p:cNvPr>
                <p:cNvPicPr/>
                <p:nvPr/>
              </p:nvPicPr>
              <p:blipFill>
                <a:blip r:embed="rId99"/>
                <a:stretch>
                  <a:fillRect/>
                </a:stretch>
              </p:blipFill>
              <p:spPr>
                <a:xfrm>
                  <a:off x="593463" y="5013193"/>
                  <a:ext cx="5364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4" name="Ink 63">
                  <a:extLst>
                    <a:ext uri="{FF2B5EF4-FFF2-40B4-BE49-F238E27FC236}">
                      <a16:creationId xmlns:a16="http://schemas.microsoft.com/office/drawing/2014/main" id="{A4D5AFB8-29DB-A51B-7792-C009E8803581}"/>
                    </a:ext>
                  </a:extLst>
                </p14:cNvPr>
                <p14:cNvContentPartPr/>
                <p14:nvPr/>
              </p14:nvContentPartPr>
              <p14:xfrm>
                <a:off x="615063" y="5290393"/>
                <a:ext cx="360" cy="2880"/>
              </p14:xfrm>
            </p:contentPart>
          </mc:Choice>
          <mc:Fallback xmlns="">
            <p:pic>
              <p:nvPicPr>
                <p:cNvPr id="64" name="Ink 63">
                  <a:extLst>
                    <a:ext uri="{FF2B5EF4-FFF2-40B4-BE49-F238E27FC236}">
                      <a16:creationId xmlns:a16="http://schemas.microsoft.com/office/drawing/2014/main" id="{A4D5AFB8-29DB-A51B-7792-C009E8803581}"/>
                    </a:ext>
                  </a:extLst>
                </p:cNvPr>
                <p:cNvPicPr/>
                <p:nvPr/>
              </p:nvPicPr>
              <p:blipFill>
                <a:blip r:embed="rId101"/>
                <a:stretch>
                  <a:fillRect/>
                </a:stretch>
              </p:blipFill>
              <p:spPr>
                <a:xfrm>
                  <a:off x="597423" y="5272393"/>
                  <a:ext cx="3600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5" name="Ink 64">
                  <a:extLst>
                    <a:ext uri="{FF2B5EF4-FFF2-40B4-BE49-F238E27FC236}">
                      <a16:creationId xmlns:a16="http://schemas.microsoft.com/office/drawing/2014/main" id="{A5775BCC-D452-242F-E77B-37CF8C40CD9C}"/>
                    </a:ext>
                  </a:extLst>
                </p14:cNvPr>
                <p14:cNvContentPartPr/>
                <p14:nvPr/>
              </p14:nvContentPartPr>
              <p14:xfrm>
                <a:off x="553863" y="4992673"/>
                <a:ext cx="132480" cy="120600"/>
              </p14:xfrm>
            </p:contentPart>
          </mc:Choice>
          <mc:Fallback xmlns="">
            <p:pic>
              <p:nvPicPr>
                <p:cNvPr id="65" name="Ink 64">
                  <a:extLst>
                    <a:ext uri="{FF2B5EF4-FFF2-40B4-BE49-F238E27FC236}">
                      <a16:creationId xmlns:a16="http://schemas.microsoft.com/office/drawing/2014/main" id="{A5775BCC-D452-242F-E77B-37CF8C40CD9C}"/>
                    </a:ext>
                  </a:extLst>
                </p:cNvPr>
                <p:cNvPicPr/>
                <p:nvPr/>
              </p:nvPicPr>
              <p:blipFill>
                <a:blip r:embed="rId103"/>
                <a:stretch>
                  <a:fillRect/>
                </a:stretch>
              </p:blipFill>
              <p:spPr>
                <a:xfrm>
                  <a:off x="536223" y="4975033"/>
                  <a:ext cx="168120" cy="156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4">
            <p14:nvContentPartPr>
              <p14:cNvPr id="88" name="Ink 87">
                <a:extLst>
                  <a:ext uri="{FF2B5EF4-FFF2-40B4-BE49-F238E27FC236}">
                    <a16:creationId xmlns:a16="http://schemas.microsoft.com/office/drawing/2014/main" id="{A5B5DD1B-1A47-1364-2578-CBC651DAC0C4}"/>
                  </a:ext>
                </a:extLst>
              </p14:cNvPr>
              <p14:cNvContentPartPr/>
              <p14:nvPr/>
            </p14:nvContentPartPr>
            <p14:xfrm>
              <a:off x="1998543" y="5856313"/>
              <a:ext cx="1739880" cy="436680"/>
            </p14:xfrm>
          </p:contentPart>
        </mc:Choice>
        <mc:Fallback xmlns="">
          <p:pic>
            <p:nvPicPr>
              <p:cNvPr id="88" name="Ink 87">
                <a:extLst>
                  <a:ext uri="{FF2B5EF4-FFF2-40B4-BE49-F238E27FC236}">
                    <a16:creationId xmlns:a16="http://schemas.microsoft.com/office/drawing/2014/main" id="{A5B5DD1B-1A47-1364-2578-CBC651DAC0C4}"/>
                  </a:ext>
                </a:extLst>
              </p:cNvPr>
              <p:cNvPicPr/>
              <p:nvPr/>
            </p:nvPicPr>
            <p:blipFill>
              <a:blip r:embed="rId105"/>
              <a:stretch>
                <a:fillRect/>
              </a:stretch>
            </p:blipFill>
            <p:spPr>
              <a:xfrm>
                <a:off x="1944903" y="5748313"/>
                <a:ext cx="1847520" cy="652320"/>
              </a:xfrm>
              <a:prstGeom prst="rect">
                <a:avLst/>
              </a:prstGeom>
            </p:spPr>
          </p:pic>
        </mc:Fallback>
      </mc:AlternateContent>
      <p:grpSp>
        <p:nvGrpSpPr>
          <p:cNvPr id="118" name="Group 117">
            <a:extLst>
              <a:ext uri="{FF2B5EF4-FFF2-40B4-BE49-F238E27FC236}">
                <a16:creationId xmlns:a16="http://schemas.microsoft.com/office/drawing/2014/main" id="{FC6BF4C0-057A-15EF-9162-C085F8D52D31}"/>
              </a:ext>
            </a:extLst>
          </p:cNvPr>
          <p:cNvGrpSpPr/>
          <p:nvPr/>
        </p:nvGrpSpPr>
        <p:grpSpPr>
          <a:xfrm>
            <a:off x="2221743" y="3438553"/>
            <a:ext cx="3844800" cy="3526920"/>
            <a:chOff x="2221743" y="3438553"/>
            <a:chExt cx="3844800" cy="3526920"/>
          </a:xfrm>
        </p:grpSpPr>
        <mc:AlternateContent xmlns:mc="http://schemas.openxmlformats.org/markup-compatibility/2006" xmlns:p14="http://schemas.microsoft.com/office/powerpoint/2010/main">
          <mc:Choice Requires="p14">
            <p:contentPart p14:bwMode="auto" r:id="rId106">
              <p14:nvContentPartPr>
                <p14:cNvPr id="68" name="Ink 67">
                  <a:extLst>
                    <a:ext uri="{FF2B5EF4-FFF2-40B4-BE49-F238E27FC236}">
                      <a16:creationId xmlns:a16="http://schemas.microsoft.com/office/drawing/2014/main" id="{6C09946A-560B-420D-EA78-2DCBA5DC0624}"/>
                    </a:ext>
                  </a:extLst>
                </p14:cNvPr>
                <p14:cNvContentPartPr/>
                <p14:nvPr/>
              </p14:nvContentPartPr>
              <p14:xfrm>
                <a:off x="4389663" y="5540953"/>
                <a:ext cx="143280" cy="265680"/>
              </p14:xfrm>
            </p:contentPart>
          </mc:Choice>
          <mc:Fallback xmlns="">
            <p:pic>
              <p:nvPicPr>
                <p:cNvPr id="68" name="Ink 67">
                  <a:extLst>
                    <a:ext uri="{FF2B5EF4-FFF2-40B4-BE49-F238E27FC236}">
                      <a16:creationId xmlns:a16="http://schemas.microsoft.com/office/drawing/2014/main" id="{6C09946A-560B-420D-EA78-2DCBA5DC0624}"/>
                    </a:ext>
                  </a:extLst>
                </p:cNvPr>
                <p:cNvPicPr/>
                <p:nvPr/>
              </p:nvPicPr>
              <p:blipFill>
                <a:blip r:embed="rId107"/>
                <a:stretch>
                  <a:fillRect/>
                </a:stretch>
              </p:blipFill>
              <p:spPr>
                <a:xfrm>
                  <a:off x="4371663" y="5523313"/>
                  <a:ext cx="17892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9" name="Ink 68">
                  <a:extLst>
                    <a:ext uri="{FF2B5EF4-FFF2-40B4-BE49-F238E27FC236}">
                      <a16:creationId xmlns:a16="http://schemas.microsoft.com/office/drawing/2014/main" id="{B13904B8-AC6D-E771-55D3-0C33ACEB9330}"/>
                    </a:ext>
                  </a:extLst>
                </p14:cNvPr>
                <p14:cNvContentPartPr/>
                <p14:nvPr/>
              </p14:nvContentPartPr>
              <p14:xfrm>
                <a:off x="4606383" y="5698273"/>
                <a:ext cx="92520" cy="157320"/>
              </p14:xfrm>
            </p:contentPart>
          </mc:Choice>
          <mc:Fallback xmlns="">
            <p:pic>
              <p:nvPicPr>
                <p:cNvPr id="69" name="Ink 68">
                  <a:extLst>
                    <a:ext uri="{FF2B5EF4-FFF2-40B4-BE49-F238E27FC236}">
                      <a16:creationId xmlns:a16="http://schemas.microsoft.com/office/drawing/2014/main" id="{B13904B8-AC6D-E771-55D3-0C33ACEB9330}"/>
                    </a:ext>
                  </a:extLst>
                </p:cNvPr>
                <p:cNvPicPr/>
                <p:nvPr/>
              </p:nvPicPr>
              <p:blipFill>
                <a:blip r:embed="rId109"/>
                <a:stretch>
                  <a:fillRect/>
                </a:stretch>
              </p:blipFill>
              <p:spPr>
                <a:xfrm>
                  <a:off x="4588383" y="5680633"/>
                  <a:ext cx="12816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0" name="Ink 69">
                  <a:extLst>
                    <a:ext uri="{FF2B5EF4-FFF2-40B4-BE49-F238E27FC236}">
                      <a16:creationId xmlns:a16="http://schemas.microsoft.com/office/drawing/2014/main" id="{9A04D094-84B1-2A08-7902-FB81ED6A9AA1}"/>
                    </a:ext>
                  </a:extLst>
                </p14:cNvPr>
                <p14:cNvContentPartPr/>
                <p14:nvPr/>
              </p14:nvContentPartPr>
              <p14:xfrm>
                <a:off x="4822023" y="5621233"/>
                <a:ext cx="209160" cy="188280"/>
              </p14:xfrm>
            </p:contentPart>
          </mc:Choice>
          <mc:Fallback xmlns="">
            <p:pic>
              <p:nvPicPr>
                <p:cNvPr id="70" name="Ink 69">
                  <a:extLst>
                    <a:ext uri="{FF2B5EF4-FFF2-40B4-BE49-F238E27FC236}">
                      <a16:creationId xmlns:a16="http://schemas.microsoft.com/office/drawing/2014/main" id="{9A04D094-84B1-2A08-7902-FB81ED6A9AA1}"/>
                    </a:ext>
                  </a:extLst>
                </p:cNvPr>
                <p:cNvPicPr/>
                <p:nvPr/>
              </p:nvPicPr>
              <p:blipFill>
                <a:blip r:embed="rId111"/>
                <a:stretch>
                  <a:fillRect/>
                </a:stretch>
              </p:blipFill>
              <p:spPr>
                <a:xfrm>
                  <a:off x="4804383" y="5603233"/>
                  <a:ext cx="24480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1" name="Ink 70">
                  <a:extLst>
                    <a:ext uri="{FF2B5EF4-FFF2-40B4-BE49-F238E27FC236}">
                      <a16:creationId xmlns:a16="http://schemas.microsoft.com/office/drawing/2014/main" id="{922F9882-F7E2-0B42-9AC7-A22ECCC6E2A7}"/>
                    </a:ext>
                  </a:extLst>
                </p14:cNvPr>
                <p14:cNvContentPartPr/>
                <p14:nvPr/>
              </p14:nvContentPartPr>
              <p14:xfrm>
                <a:off x="4581543" y="6017233"/>
                <a:ext cx="38880" cy="209880"/>
              </p14:xfrm>
            </p:contentPart>
          </mc:Choice>
          <mc:Fallback xmlns="">
            <p:pic>
              <p:nvPicPr>
                <p:cNvPr id="71" name="Ink 70">
                  <a:extLst>
                    <a:ext uri="{FF2B5EF4-FFF2-40B4-BE49-F238E27FC236}">
                      <a16:creationId xmlns:a16="http://schemas.microsoft.com/office/drawing/2014/main" id="{922F9882-F7E2-0B42-9AC7-A22ECCC6E2A7}"/>
                    </a:ext>
                  </a:extLst>
                </p:cNvPr>
                <p:cNvPicPr/>
                <p:nvPr/>
              </p:nvPicPr>
              <p:blipFill>
                <a:blip r:embed="rId113"/>
                <a:stretch>
                  <a:fillRect/>
                </a:stretch>
              </p:blipFill>
              <p:spPr>
                <a:xfrm>
                  <a:off x="4563543" y="5999233"/>
                  <a:ext cx="7452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2" name="Ink 71">
                  <a:extLst>
                    <a:ext uri="{FF2B5EF4-FFF2-40B4-BE49-F238E27FC236}">
                      <a16:creationId xmlns:a16="http://schemas.microsoft.com/office/drawing/2014/main" id="{43AE5DB4-B98F-04F5-B7F1-8C43D1816A5C}"/>
                    </a:ext>
                  </a:extLst>
                </p14:cNvPr>
                <p14:cNvContentPartPr/>
                <p14:nvPr/>
              </p14:nvContentPartPr>
              <p14:xfrm>
                <a:off x="4556343" y="6003913"/>
                <a:ext cx="93600" cy="115200"/>
              </p14:xfrm>
            </p:contentPart>
          </mc:Choice>
          <mc:Fallback xmlns="">
            <p:pic>
              <p:nvPicPr>
                <p:cNvPr id="72" name="Ink 71">
                  <a:extLst>
                    <a:ext uri="{FF2B5EF4-FFF2-40B4-BE49-F238E27FC236}">
                      <a16:creationId xmlns:a16="http://schemas.microsoft.com/office/drawing/2014/main" id="{43AE5DB4-B98F-04F5-B7F1-8C43D1816A5C}"/>
                    </a:ext>
                  </a:extLst>
                </p:cNvPr>
                <p:cNvPicPr/>
                <p:nvPr/>
              </p:nvPicPr>
              <p:blipFill>
                <a:blip r:embed="rId115"/>
                <a:stretch>
                  <a:fillRect/>
                </a:stretch>
              </p:blipFill>
              <p:spPr>
                <a:xfrm>
                  <a:off x="4538343" y="5986273"/>
                  <a:ext cx="12924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3" name="Ink 72">
                  <a:extLst>
                    <a:ext uri="{FF2B5EF4-FFF2-40B4-BE49-F238E27FC236}">
                      <a16:creationId xmlns:a16="http://schemas.microsoft.com/office/drawing/2014/main" id="{EF161D50-04DF-0876-1E06-E55FB67747D2}"/>
                    </a:ext>
                  </a:extLst>
                </p14:cNvPr>
                <p14:cNvContentPartPr/>
                <p14:nvPr/>
              </p14:nvContentPartPr>
              <p14:xfrm>
                <a:off x="4741383" y="6056473"/>
                <a:ext cx="139320" cy="129960"/>
              </p14:xfrm>
            </p:contentPart>
          </mc:Choice>
          <mc:Fallback xmlns="">
            <p:pic>
              <p:nvPicPr>
                <p:cNvPr id="73" name="Ink 72">
                  <a:extLst>
                    <a:ext uri="{FF2B5EF4-FFF2-40B4-BE49-F238E27FC236}">
                      <a16:creationId xmlns:a16="http://schemas.microsoft.com/office/drawing/2014/main" id="{EF161D50-04DF-0876-1E06-E55FB67747D2}"/>
                    </a:ext>
                  </a:extLst>
                </p:cNvPr>
                <p:cNvPicPr/>
                <p:nvPr/>
              </p:nvPicPr>
              <p:blipFill>
                <a:blip r:embed="rId117"/>
                <a:stretch>
                  <a:fillRect/>
                </a:stretch>
              </p:blipFill>
              <p:spPr>
                <a:xfrm>
                  <a:off x="4723743" y="6038833"/>
                  <a:ext cx="1749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4" name="Ink 73">
                  <a:extLst>
                    <a:ext uri="{FF2B5EF4-FFF2-40B4-BE49-F238E27FC236}">
                      <a16:creationId xmlns:a16="http://schemas.microsoft.com/office/drawing/2014/main" id="{3FDA22CB-BF4C-97F2-D015-ADB911B8526A}"/>
                    </a:ext>
                  </a:extLst>
                </p14:cNvPr>
                <p14:cNvContentPartPr/>
                <p14:nvPr/>
              </p14:nvContentPartPr>
              <p14:xfrm>
                <a:off x="4939743" y="6008953"/>
                <a:ext cx="110160" cy="171720"/>
              </p14:xfrm>
            </p:contentPart>
          </mc:Choice>
          <mc:Fallback xmlns="">
            <p:pic>
              <p:nvPicPr>
                <p:cNvPr id="74" name="Ink 73">
                  <a:extLst>
                    <a:ext uri="{FF2B5EF4-FFF2-40B4-BE49-F238E27FC236}">
                      <a16:creationId xmlns:a16="http://schemas.microsoft.com/office/drawing/2014/main" id="{3FDA22CB-BF4C-97F2-D015-ADB911B8526A}"/>
                    </a:ext>
                  </a:extLst>
                </p:cNvPr>
                <p:cNvPicPr/>
                <p:nvPr/>
              </p:nvPicPr>
              <p:blipFill>
                <a:blip r:embed="rId119"/>
                <a:stretch>
                  <a:fillRect/>
                </a:stretch>
              </p:blipFill>
              <p:spPr>
                <a:xfrm>
                  <a:off x="4921743" y="5990953"/>
                  <a:ext cx="14580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5" name="Ink 74">
                  <a:extLst>
                    <a:ext uri="{FF2B5EF4-FFF2-40B4-BE49-F238E27FC236}">
                      <a16:creationId xmlns:a16="http://schemas.microsoft.com/office/drawing/2014/main" id="{3387C89E-9713-2B06-691B-6B5C646CBD31}"/>
                    </a:ext>
                  </a:extLst>
                </p14:cNvPr>
                <p14:cNvContentPartPr/>
                <p14:nvPr/>
              </p14:nvContentPartPr>
              <p14:xfrm>
                <a:off x="5171583" y="5981953"/>
                <a:ext cx="56880" cy="194040"/>
              </p14:xfrm>
            </p:contentPart>
          </mc:Choice>
          <mc:Fallback xmlns="">
            <p:pic>
              <p:nvPicPr>
                <p:cNvPr id="75" name="Ink 74">
                  <a:extLst>
                    <a:ext uri="{FF2B5EF4-FFF2-40B4-BE49-F238E27FC236}">
                      <a16:creationId xmlns:a16="http://schemas.microsoft.com/office/drawing/2014/main" id="{3387C89E-9713-2B06-691B-6B5C646CBD31}"/>
                    </a:ext>
                  </a:extLst>
                </p:cNvPr>
                <p:cNvPicPr/>
                <p:nvPr/>
              </p:nvPicPr>
              <p:blipFill>
                <a:blip r:embed="rId121"/>
                <a:stretch>
                  <a:fillRect/>
                </a:stretch>
              </p:blipFill>
              <p:spPr>
                <a:xfrm>
                  <a:off x="5153583" y="5963953"/>
                  <a:ext cx="9252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6" name="Ink 75">
                  <a:extLst>
                    <a:ext uri="{FF2B5EF4-FFF2-40B4-BE49-F238E27FC236}">
                      <a16:creationId xmlns:a16="http://schemas.microsoft.com/office/drawing/2014/main" id="{9B120672-5DFD-5FA1-2865-AE5C6FD94DFC}"/>
                    </a:ext>
                  </a:extLst>
                </p14:cNvPr>
                <p14:cNvContentPartPr/>
                <p14:nvPr/>
              </p14:nvContentPartPr>
              <p14:xfrm>
                <a:off x="4601343" y="6496033"/>
                <a:ext cx="18720" cy="199800"/>
              </p14:xfrm>
            </p:contentPart>
          </mc:Choice>
          <mc:Fallback xmlns="">
            <p:pic>
              <p:nvPicPr>
                <p:cNvPr id="76" name="Ink 75">
                  <a:extLst>
                    <a:ext uri="{FF2B5EF4-FFF2-40B4-BE49-F238E27FC236}">
                      <a16:creationId xmlns:a16="http://schemas.microsoft.com/office/drawing/2014/main" id="{9B120672-5DFD-5FA1-2865-AE5C6FD94DFC}"/>
                    </a:ext>
                  </a:extLst>
                </p:cNvPr>
                <p:cNvPicPr/>
                <p:nvPr/>
              </p:nvPicPr>
              <p:blipFill>
                <a:blip r:embed="rId123"/>
                <a:stretch>
                  <a:fillRect/>
                </a:stretch>
              </p:blipFill>
              <p:spPr>
                <a:xfrm>
                  <a:off x="4583703" y="6478393"/>
                  <a:ext cx="5436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7" name="Ink 76">
                  <a:extLst>
                    <a:ext uri="{FF2B5EF4-FFF2-40B4-BE49-F238E27FC236}">
                      <a16:creationId xmlns:a16="http://schemas.microsoft.com/office/drawing/2014/main" id="{028CA294-3CD7-6E1D-3AFC-4187488910C5}"/>
                    </a:ext>
                  </a:extLst>
                </p14:cNvPr>
                <p14:cNvContentPartPr/>
                <p14:nvPr/>
              </p14:nvContentPartPr>
              <p14:xfrm>
                <a:off x="4549503" y="6406033"/>
                <a:ext cx="115560" cy="68400"/>
              </p14:xfrm>
            </p:contentPart>
          </mc:Choice>
          <mc:Fallback xmlns="">
            <p:pic>
              <p:nvPicPr>
                <p:cNvPr id="77" name="Ink 76">
                  <a:extLst>
                    <a:ext uri="{FF2B5EF4-FFF2-40B4-BE49-F238E27FC236}">
                      <a16:creationId xmlns:a16="http://schemas.microsoft.com/office/drawing/2014/main" id="{028CA294-3CD7-6E1D-3AFC-4187488910C5}"/>
                    </a:ext>
                  </a:extLst>
                </p:cNvPr>
                <p:cNvPicPr/>
                <p:nvPr/>
              </p:nvPicPr>
              <p:blipFill>
                <a:blip r:embed="rId125"/>
                <a:stretch>
                  <a:fillRect/>
                </a:stretch>
              </p:blipFill>
              <p:spPr>
                <a:xfrm>
                  <a:off x="4531503" y="6388393"/>
                  <a:ext cx="15120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8" name="Ink 77">
                  <a:extLst>
                    <a:ext uri="{FF2B5EF4-FFF2-40B4-BE49-F238E27FC236}">
                      <a16:creationId xmlns:a16="http://schemas.microsoft.com/office/drawing/2014/main" id="{54D76D51-A920-642C-A671-D71031CC6368}"/>
                    </a:ext>
                  </a:extLst>
                </p14:cNvPr>
                <p14:cNvContentPartPr/>
                <p14:nvPr/>
              </p14:nvContentPartPr>
              <p14:xfrm>
                <a:off x="4623663" y="6514753"/>
                <a:ext cx="88200" cy="45720"/>
              </p14:xfrm>
            </p:contentPart>
          </mc:Choice>
          <mc:Fallback xmlns="">
            <p:pic>
              <p:nvPicPr>
                <p:cNvPr id="78" name="Ink 77">
                  <a:extLst>
                    <a:ext uri="{FF2B5EF4-FFF2-40B4-BE49-F238E27FC236}">
                      <a16:creationId xmlns:a16="http://schemas.microsoft.com/office/drawing/2014/main" id="{54D76D51-A920-642C-A671-D71031CC6368}"/>
                    </a:ext>
                  </a:extLst>
                </p:cNvPr>
                <p:cNvPicPr/>
                <p:nvPr/>
              </p:nvPicPr>
              <p:blipFill>
                <a:blip r:embed="rId127"/>
                <a:stretch>
                  <a:fillRect/>
                </a:stretch>
              </p:blipFill>
              <p:spPr>
                <a:xfrm>
                  <a:off x="4606023" y="6497113"/>
                  <a:ext cx="12384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9" name="Ink 78">
                  <a:extLst>
                    <a:ext uri="{FF2B5EF4-FFF2-40B4-BE49-F238E27FC236}">
                      <a16:creationId xmlns:a16="http://schemas.microsoft.com/office/drawing/2014/main" id="{CD5806EA-546E-A2FA-0FAD-E5964AAF8ADF}"/>
                    </a:ext>
                  </a:extLst>
                </p14:cNvPr>
                <p14:cNvContentPartPr/>
                <p14:nvPr/>
              </p14:nvContentPartPr>
              <p14:xfrm>
                <a:off x="4785303" y="6470473"/>
                <a:ext cx="12600" cy="128520"/>
              </p14:xfrm>
            </p:contentPart>
          </mc:Choice>
          <mc:Fallback xmlns="">
            <p:pic>
              <p:nvPicPr>
                <p:cNvPr id="79" name="Ink 78">
                  <a:extLst>
                    <a:ext uri="{FF2B5EF4-FFF2-40B4-BE49-F238E27FC236}">
                      <a16:creationId xmlns:a16="http://schemas.microsoft.com/office/drawing/2014/main" id="{CD5806EA-546E-A2FA-0FAD-E5964AAF8ADF}"/>
                    </a:ext>
                  </a:extLst>
                </p:cNvPr>
                <p:cNvPicPr/>
                <p:nvPr/>
              </p:nvPicPr>
              <p:blipFill>
                <a:blip r:embed="rId129"/>
                <a:stretch>
                  <a:fillRect/>
                </a:stretch>
              </p:blipFill>
              <p:spPr>
                <a:xfrm>
                  <a:off x="4767663" y="6452473"/>
                  <a:ext cx="4824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0" name="Ink 79">
                  <a:extLst>
                    <a:ext uri="{FF2B5EF4-FFF2-40B4-BE49-F238E27FC236}">
                      <a16:creationId xmlns:a16="http://schemas.microsoft.com/office/drawing/2014/main" id="{FE1E66B6-037B-791A-FC6C-D24C25668CA1}"/>
                    </a:ext>
                  </a:extLst>
                </p14:cNvPr>
                <p14:cNvContentPartPr/>
                <p14:nvPr/>
              </p14:nvContentPartPr>
              <p14:xfrm>
                <a:off x="4771263" y="6410713"/>
                <a:ext cx="16200" cy="28080"/>
              </p14:xfrm>
            </p:contentPart>
          </mc:Choice>
          <mc:Fallback xmlns="">
            <p:pic>
              <p:nvPicPr>
                <p:cNvPr id="80" name="Ink 79">
                  <a:extLst>
                    <a:ext uri="{FF2B5EF4-FFF2-40B4-BE49-F238E27FC236}">
                      <a16:creationId xmlns:a16="http://schemas.microsoft.com/office/drawing/2014/main" id="{FE1E66B6-037B-791A-FC6C-D24C25668CA1}"/>
                    </a:ext>
                  </a:extLst>
                </p:cNvPr>
                <p:cNvPicPr/>
                <p:nvPr/>
              </p:nvPicPr>
              <p:blipFill>
                <a:blip r:embed="rId131"/>
                <a:stretch>
                  <a:fillRect/>
                </a:stretch>
              </p:blipFill>
              <p:spPr>
                <a:xfrm>
                  <a:off x="4753263" y="6393073"/>
                  <a:ext cx="5184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1" name="Ink 80">
                  <a:extLst>
                    <a:ext uri="{FF2B5EF4-FFF2-40B4-BE49-F238E27FC236}">
                      <a16:creationId xmlns:a16="http://schemas.microsoft.com/office/drawing/2014/main" id="{9C6F7E17-D0DF-03AE-F80B-D4A3BBE3902D}"/>
                    </a:ext>
                  </a:extLst>
                </p14:cNvPr>
                <p14:cNvContentPartPr/>
                <p14:nvPr/>
              </p14:nvContentPartPr>
              <p14:xfrm>
                <a:off x="4944783" y="6370753"/>
                <a:ext cx="25200" cy="204840"/>
              </p14:xfrm>
            </p:contentPart>
          </mc:Choice>
          <mc:Fallback xmlns="">
            <p:pic>
              <p:nvPicPr>
                <p:cNvPr id="81" name="Ink 80">
                  <a:extLst>
                    <a:ext uri="{FF2B5EF4-FFF2-40B4-BE49-F238E27FC236}">
                      <a16:creationId xmlns:a16="http://schemas.microsoft.com/office/drawing/2014/main" id="{9C6F7E17-D0DF-03AE-F80B-D4A3BBE3902D}"/>
                    </a:ext>
                  </a:extLst>
                </p:cNvPr>
                <p:cNvPicPr/>
                <p:nvPr/>
              </p:nvPicPr>
              <p:blipFill>
                <a:blip r:embed="rId133"/>
                <a:stretch>
                  <a:fillRect/>
                </a:stretch>
              </p:blipFill>
              <p:spPr>
                <a:xfrm>
                  <a:off x="4926783" y="6353113"/>
                  <a:ext cx="6084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2" name="Ink 81">
                  <a:extLst>
                    <a:ext uri="{FF2B5EF4-FFF2-40B4-BE49-F238E27FC236}">
                      <a16:creationId xmlns:a16="http://schemas.microsoft.com/office/drawing/2014/main" id="{FE149CFB-7741-53EA-8E06-42B46401EE37}"/>
                    </a:ext>
                  </a:extLst>
                </p14:cNvPr>
                <p14:cNvContentPartPr/>
                <p14:nvPr/>
              </p14:nvContentPartPr>
              <p14:xfrm>
                <a:off x="5194623" y="6354553"/>
                <a:ext cx="14400" cy="206640"/>
              </p14:xfrm>
            </p:contentPart>
          </mc:Choice>
          <mc:Fallback xmlns="">
            <p:pic>
              <p:nvPicPr>
                <p:cNvPr id="82" name="Ink 81">
                  <a:extLst>
                    <a:ext uri="{FF2B5EF4-FFF2-40B4-BE49-F238E27FC236}">
                      <a16:creationId xmlns:a16="http://schemas.microsoft.com/office/drawing/2014/main" id="{FE149CFB-7741-53EA-8E06-42B46401EE37}"/>
                    </a:ext>
                  </a:extLst>
                </p:cNvPr>
                <p:cNvPicPr/>
                <p:nvPr/>
              </p:nvPicPr>
              <p:blipFill>
                <a:blip r:embed="rId135"/>
                <a:stretch>
                  <a:fillRect/>
                </a:stretch>
              </p:blipFill>
              <p:spPr>
                <a:xfrm>
                  <a:off x="5176623" y="6336913"/>
                  <a:ext cx="5004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3" name="Ink 82">
                  <a:extLst>
                    <a:ext uri="{FF2B5EF4-FFF2-40B4-BE49-F238E27FC236}">
                      <a16:creationId xmlns:a16="http://schemas.microsoft.com/office/drawing/2014/main" id="{D80D3F14-A43A-6E19-B79E-FAB90ADEAF75}"/>
                    </a:ext>
                  </a:extLst>
                </p14:cNvPr>
                <p14:cNvContentPartPr/>
                <p14:nvPr/>
              </p14:nvContentPartPr>
              <p14:xfrm>
                <a:off x="5107143" y="6432313"/>
                <a:ext cx="129240" cy="62280"/>
              </p14:xfrm>
            </p:contentPart>
          </mc:Choice>
          <mc:Fallback xmlns="">
            <p:pic>
              <p:nvPicPr>
                <p:cNvPr id="83" name="Ink 82">
                  <a:extLst>
                    <a:ext uri="{FF2B5EF4-FFF2-40B4-BE49-F238E27FC236}">
                      <a16:creationId xmlns:a16="http://schemas.microsoft.com/office/drawing/2014/main" id="{D80D3F14-A43A-6E19-B79E-FAB90ADEAF75}"/>
                    </a:ext>
                  </a:extLst>
                </p:cNvPr>
                <p:cNvPicPr/>
                <p:nvPr/>
              </p:nvPicPr>
              <p:blipFill>
                <a:blip r:embed="rId137"/>
                <a:stretch>
                  <a:fillRect/>
                </a:stretch>
              </p:blipFill>
              <p:spPr>
                <a:xfrm>
                  <a:off x="5089143" y="6414313"/>
                  <a:ext cx="16488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4" name="Ink 83">
                  <a:extLst>
                    <a:ext uri="{FF2B5EF4-FFF2-40B4-BE49-F238E27FC236}">
                      <a16:creationId xmlns:a16="http://schemas.microsoft.com/office/drawing/2014/main" id="{282E79AF-2252-1EE3-A7FD-2278EE2EDAB6}"/>
                    </a:ext>
                  </a:extLst>
                </p14:cNvPr>
                <p14:cNvContentPartPr/>
                <p14:nvPr/>
              </p14:nvContentPartPr>
              <p14:xfrm>
                <a:off x="5276343" y="6393433"/>
                <a:ext cx="190800" cy="141840"/>
              </p14:xfrm>
            </p:contentPart>
          </mc:Choice>
          <mc:Fallback xmlns="">
            <p:pic>
              <p:nvPicPr>
                <p:cNvPr id="84" name="Ink 83">
                  <a:extLst>
                    <a:ext uri="{FF2B5EF4-FFF2-40B4-BE49-F238E27FC236}">
                      <a16:creationId xmlns:a16="http://schemas.microsoft.com/office/drawing/2014/main" id="{282E79AF-2252-1EE3-A7FD-2278EE2EDAB6}"/>
                    </a:ext>
                  </a:extLst>
                </p:cNvPr>
                <p:cNvPicPr/>
                <p:nvPr/>
              </p:nvPicPr>
              <p:blipFill>
                <a:blip r:embed="rId139"/>
                <a:stretch>
                  <a:fillRect/>
                </a:stretch>
              </p:blipFill>
              <p:spPr>
                <a:xfrm>
                  <a:off x="5258343" y="6375793"/>
                  <a:ext cx="22644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9" name="Ink 88">
                  <a:extLst>
                    <a:ext uri="{FF2B5EF4-FFF2-40B4-BE49-F238E27FC236}">
                      <a16:creationId xmlns:a16="http://schemas.microsoft.com/office/drawing/2014/main" id="{D0AEDAA1-D5CB-7661-A805-F98A986B0D9A}"/>
                    </a:ext>
                  </a:extLst>
                </p14:cNvPr>
                <p14:cNvContentPartPr/>
                <p14:nvPr/>
              </p14:nvContentPartPr>
              <p14:xfrm>
                <a:off x="2435223" y="5257273"/>
                <a:ext cx="20880" cy="285120"/>
              </p14:xfrm>
            </p:contentPart>
          </mc:Choice>
          <mc:Fallback xmlns="">
            <p:pic>
              <p:nvPicPr>
                <p:cNvPr id="89" name="Ink 88">
                  <a:extLst>
                    <a:ext uri="{FF2B5EF4-FFF2-40B4-BE49-F238E27FC236}">
                      <a16:creationId xmlns:a16="http://schemas.microsoft.com/office/drawing/2014/main" id="{D0AEDAA1-D5CB-7661-A805-F98A986B0D9A}"/>
                    </a:ext>
                  </a:extLst>
                </p:cNvPr>
                <p:cNvPicPr/>
                <p:nvPr/>
              </p:nvPicPr>
              <p:blipFill>
                <a:blip r:embed="rId141"/>
                <a:stretch>
                  <a:fillRect/>
                </a:stretch>
              </p:blipFill>
              <p:spPr>
                <a:xfrm>
                  <a:off x="2417223" y="5239633"/>
                  <a:ext cx="5652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0" name="Ink 89">
                  <a:extLst>
                    <a:ext uri="{FF2B5EF4-FFF2-40B4-BE49-F238E27FC236}">
                      <a16:creationId xmlns:a16="http://schemas.microsoft.com/office/drawing/2014/main" id="{F5D87F7A-38EF-24DF-7061-4B70C4CA265E}"/>
                    </a:ext>
                  </a:extLst>
                </p14:cNvPr>
                <p14:cNvContentPartPr/>
                <p14:nvPr/>
              </p14:nvContentPartPr>
              <p14:xfrm>
                <a:off x="2589303" y="5282113"/>
                <a:ext cx="49680" cy="200880"/>
              </p14:xfrm>
            </p:contentPart>
          </mc:Choice>
          <mc:Fallback xmlns="">
            <p:pic>
              <p:nvPicPr>
                <p:cNvPr id="90" name="Ink 89">
                  <a:extLst>
                    <a:ext uri="{FF2B5EF4-FFF2-40B4-BE49-F238E27FC236}">
                      <a16:creationId xmlns:a16="http://schemas.microsoft.com/office/drawing/2014/main" id="{F5D87F7A-38EF-24DF-7061-4B70C4CA265E}"/>
                    </a:ext>
                  </a:extLst>
                </p:cNvPr>
                <p:cNvPicPr/>
                <p:nvPr/>
              </p:nvPicPr>
              <p:blipFill>
                <a:blip r:embed="rId143"/>
                <a:stretch>
                  <a:fillRect/>
                </a:stretch>
              </p:blipFill>
              <p:spPr>
                <a:xfrm>
                  <a:off x="2571303" y="5264113"/>
                  <a:ext cx="8532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1" name="Ink 90">
                  <a:extLst>
                    <a:ext uri="{FF2B5EF4-FFF2-40B4-BE49-F238E27FC236}">
                      <a16:creationId xmlns:a16="http://schemas.microsoft.com/office/drawing/2014/main" id="{E0B8FE38-B1B4-6550-F92D-7C85C140D00B}"/>
                    </a:ext>
                  </a:extLst>
                </p14:cNvPr>
                <p14:cNvContentPartPr/>
                <p14:nvPr/>
              </p14:nvContentPartPr>
              <p14:xfrm>
                <a:off x="2502903" y="5382913"/>
                <a:ext cx="71640" cy="33120"/>
              </p14:xfrm>
            </p:contentPart>
          </mc:Choice>
          <mc:Fallback xmlns="">
            <p:pic>
              <p:nvPicPr>
                <p:cNvPr id="91" name="Ink 90">
                  <a:extLst>
                    <a:ext uri="{FF2B5EF4-FFF2-40B4-BE49-F238E27FC236}">
                      <a16:creationId xmlns:a16="http://schemas.microsoft.com/office/drawing/2014/main" id="{E0B8FE38-B1B4-6550-F92D-7C85C140D00B}"/>
                    </a:ext>
                  </a:extLst>
                </p:cNvPr>
                <p:cNvPicPr/>
                <p:nvPr/>
              </p:nvPicPr>
              <p:blipFill>
                <a:blip r:embed="rId145"/>
                <a:stretch>
                  <a:fillRect/>
                </a:stretch>
              </p:blipFill>
              <p:spPr>
                <a:xfrm>
                  <a:off x="2485263" y="5365273"/>
                  <a:ext cx="10728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2" name="Ink 91">
                  <a:extLst>
                    <a:ext uri="{FF2B5EF4-FFF2-40B4-BE49-F238E27FC236}">
                      <a16:creationId xmlns:a16="http://schemas.microsoft.com/office/drawing/2014/main" id="{FAD3520D-B20F-0F5D-7175-734E82217CCD}"/>
                    </a:ext>
                  </a:extLst>
                </p14:cNvPr>
                <p14:cNvContentPartPr/>
                <p14:nvPr/>
              </p14:nvContentPartPr>
              <p14:xfrm>
                <a:off x="2809983" y="5338993"/>
                <a:ext cx="23040" cy="152640"/>
              </p14:xfrm>
            </p:contentPart>
          </mc:Choice>
          <mc:Fallback xmlns="">
            <p:pic>
              <p:nvPicPr>
                <p:cNvPr id="92" name="Ink 91">
                  <a:extLst>
                    <a:ext uri="{FF2B5EF4-FFF2-40B4-BE49-F238E27FC236}">
                      <a16:creationId xmlns:a16="http://schemas.microsoft.com/office/drawing/2014/main" id="{FAD3520D-B20F-0F5D-7175-734E82217CCD}"/>
                    </a:ext>
                  </a:extLst>
                </p:cNvPr>
                <p:cNvPicPr/>
                <p:nvPr/>
              </p:nvPicPr>
              <p:blipFill>
                <a:blip r:embed="rId147"/>
                <a:stretch>
                  <a:fillRect/>
                </a:stretch>
              </p:blipFill>
              <p:spPr>
                <a:xfrm>
                  <a:off x="2792343" y="5321353"/>
                  <a:ext cx="5868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3" name="Ink 92">
                  <a:extLst>
                    <a:ext uri="{FF2B5EF4-FFF2-40B4-BE49-F238E27FC236}">
                      <a16:creationId xmlns:a16="http://schemas.microsoft.com/office/drawing/2014/main" id="{18B205D8-AEAC-D8F8-FD88-6A9AA6E8EA29}"/>
                    </a:ext>
                  </a:extLst>
                </p14:cNvPr>
                <p14:cNvContentPartPr/>
                <p14:nvPr/>
              </p14:nvContentPartPr>
              <p14:xfrm>
                <a:off x="2820783" y="5214793"/>
                <a:ext cx="7560" cy="20520"/>
              </p14:xfrm>
            </p:contentPart>
          </mc:Choice>
          <mc:Fallback xmlns="">
            <p:pic>
              <p:nvPicPr>
                <p:cNvPr id="93" name="Ink 92">
                  <a:extLst>
                    <a:ext uri="{FF2B5EF4-FFF2-40B4-BE49-F238E27FC236}">
                      <a16:creationId xmlns:a16="http://schemas.microsoft.com/office/drawing/2014/main" id="{18B205D8-AEAC-D8F8-FD88-6A9AA6E8EA29}"/>
                    </a:ext>
                  </a:extLst>
                </p:cNvPr>
                <p:cNvPicPr/>
                <p:nvPr/>
              </p:nvPicPr>
              <p:blipFill>
                <a:blip r:embed="rId149"/>
                <a:stretch>
                  <a:fillRect/>
                </a:stretch>
              </p:blipFill>
              <p:spPr>
                <a:xfrm>
                  <a:off x="2802783" y="5196793"/>
                  <a:ext cx="4320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4" name="Ink 93">
                  <a:extLst>
                    <a:ext uri="{FF2B5EF4-FFF2-40B4-BE49-F238E27FC236}">
                      <a16:creationId xmlns:a16="http://schemas.microsoft.com/office/drawing/2014/main" id="{7A355F18-D745-F480-F3C4-EEEC21773B6E}"/>
                    </a:ext>
                  </a:extLst>
                </p14:cNvPr>
                <p14:cNvContentPartPr/>
                <p14:nvPr/>
              </p14:nvContentPartPr>
              <p14:xfrm>
                <a:off x="2901783" y="5219113"/>
                <a:ext cx="214200" cy="247320"/>
              </p14:xfrm>
            </p:contentPart>
          </mc:Choice>
          <mc:Fallback xmlns="">
            <p:pic>
              <p:nvPicPr>
                <p:cNvPr id="94" name="Ink 93">
                  <a:extLst>
                    <a:ext uri="{FF2B5EF4-FFF2-40B4-BE49-F238E27FC236}">
                      <a16:creationId xmlns:a16="http://schemas.microsoft.com/office/drawing/2014/main" id="{7A355F18-D745-F480-F3C4-EEEC21773B6E}"/>
                    </a:ext>
                  </a:extLst>
                </p:cNvPr>
                <p:cNvPicPr/>
                <p:nvPr/>
              </p:nvPicPr>
              <p:blipFill>
                <a:blip r:embed="rId151"/>
                <a:stretch>
                  <a:fillRect/>
                </a:stretch>
              </p:blipFill>
              <p:spPr>
                <a:xfrm>
                  <a:off x="2884143" y="5201473"/>
                  <a:ext cx="24984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5" name="Ink 94">
                  <a:extLst>
                    <a:ext uri="{FF2B5EF4-FFF2-40B4-BE49-F238E27FC236}">
                      <a16:creationId xmlns:a16="http://schemas.microsoft.com/office/drawing/2014/main" id="{F07F3C9C-9CD0-C467-373F-E20D74AFFC9F}"/>
                    </a:ext>
                  </a:extLst>
                </p14:cNvPr>
                <p14:cNvContentPartPr/>
                <p14:nvPr/>
              </p14:nvContentPartPr>
              <p14:xfrm>
                <a:off x="3475623" y="5188873"/>
                <a:ext cx="49680" cy="259560"/>
              </p14:xfrm>
            </p:contentPart>
          </mc:Choice>
          <mc:Fallback xmlns="">
            <p:pic>
              <p:nvPicPr>
                <p:cNvPr id="95" name="Ink 94">
                  <a:extLst>
                    <a:ext uri="{FF2B5EF4-FFF2-40B4-BE49-F238E27FC236}">
                      <a16:creationId xmlns:a16="http://schemas.microsoft.com/office/drawing/2014/main" id="{F07F3C9C-9CD0-C467-373F-E20D74AFFC9F}"/>
                    </a:ext>
                  </a:extLst>
                </p:cNvPr>
                <p:cNvPicPr/>
                <p:nvPr/>
              </p:nvPicPr>
              <p:blipFill>
                <a:blip r:embed="rId153"/>
                <a:stretch>
                  <a:fillRect/>
                </a:stretch>
              </p:blipFill>
              <p:spPr>
                <a:xfrm>
                  <a:off x="3457983" y="5170873"/>
                  <a:ext cx="8532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6" name="Ink 95">
                  <a:extLst>
                    <a:ext uri="{FF2B5EF4-FFF2-40B4-BE49-F238E27FC236}">
                      <a16:creationId xmlns:a16="http://schemas.microsoft.com/office/drawing/2014/main" id="{3CB485F1-D807-7D43-6F2A-4C9BF7E3FE50}"/>
                    </a:ext>
                  </a:extLst>
                </p14:cNvPr>
                <p14:cNvContentPartPr/>
                <p14:nvPr/>
              </p14:nvContentPartPr>
              <p14:xfrm>
                <a:off x="3466983" y="5337553"/>
                <a:ext cx="67320" cy="29880"/>
              </p14:xfrm>
            </p:contentPart>
          </mc:Choice>
          <mc:Fallback xmlns="">
            <p:pic>
              <p:nvPicPr>
                <p:cNvPr id="96" name="Ink 95">
                  <a:extLst>
                    <a:ext uri="{FF2B5EF4-FFF2-40B4-BE49-F238E27FC236}">
                      <a16:creationId xmlns:a16="http://schemas.microsoft.com/office/drawing/2014/main" id="{3CB485F1-D807-7D43-6F2A-4C9BF7E3FE50}"/>
                    </a:ext>
                  </a:extLst>
                </p:cNvPr>
                <p:cNvPicPr/>
                <p:nvPr/>
              </p:nvPicPr>
              <p:blipFill>
                <a:blip r:embed="rId155"/>
                <a:stretch>
                  <a:fillRect/>
                </a:stretch>
              </p:blipFill>
              <p:spPr>
                <a:xfrm>
                  <a:off x="3448983" y="5319553"/>
                  <a:ext cx="10296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7" name="Ink 96">
                  <a:extLst>
                    <a:ext uri="{FF2B5EF4-FFF2-40B4-BE49-F238E27FC236}">
                      <a16:creationId xmlns:a16="http://schemas.microsoft.com/office/drawing/2014/main" id="{C9ABA172-AA80-95C2-248B-6552D6953C4D}"/>
                    </a:ext>
                  </a:extLst>
                </p14:cNvPr>
                <p14:cNvContentPartPr/>
                <p14:nvPr/>
              </p14:nvContentPartPr>
              <p14:xfrm>
                <a:off x="3637263" y="5312713"/>
                <a:ext cx="52560" cy="91440"/>
              </p14:xfrm>
            </p:contentPart>
          </mc:Choice>
          <mc:Fallback xmlns="">
            <p:pic>
              <p:nvPicPr>
                <p:cNvPr id="97" name="Ink 96">
                  <a:extLst>
                    <a:ext uri="{FF2B5EF4-FFF2-40B4-BE49-F238E27FC236}">
                      <a16:creationId xmlns:a16="http://schemas.microsoft.com/office/drawing/2014/main" id="{C9ABA172-AA80-95C2-248B-6552D6953C4D}"/>
                    </a:ext>
                  </a:extLst>
                </p:cNvPr>
                <p:cNvPicPr/>
                <p:nvPr/>
              </p:nvPicPr>
              <p:blipFill>
                <a:blip r:embed="rId157"/>
                <a:stretch>
                  <a:fillRect/>
                </a:stretch>
              </p:blipFill>
              <p:spPr>
                <a:xfrm>
                  <a:off x="3619623" y="5295073"/>
                  <a:ext cx="8820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8" name="Ink 97">
                  <a:extLst>
                    <a:ext uri="{FF2B5EF4-FFF2-40B4-BE49-F238E27FC236}">
                      <a16:creationId xmlns:a16="http://schemas.microsoft.com/office/drawing/2014/main" id="{B409F433-22F0-80B9-3AAA-DEB3ABDA6011}"/>
                    </a:ext>
                  </a:extLst>
                </p14:cNvPr>
                <p14:cNvContentPartPr/>
                <p14:nvPr/>
              </p14:nvContentPartPr>
              <p14:xfrm>
                <a:off x="3766863" y="5312353"/>
                <a:ext cx="51840" cy="77400"/>
              </p14:xfrm>
            </p:contentPart>
          </mc:Choice>
          <mc:Fallback xmlns="">
            <p:pic>
              <p:nvPicPr>
                <p:cNvPr id="98" name="Ink 97">
                  <a:extLst>
                    <a:ext uri="{FF2B5EF4-FFF2-40B4-BE49-F238E27FC236}">
                      <a16:creationId xmlns:a16="http://schemas.microsoft.com/office/drawing/2014/main" id="{B409F433-22F0-80B9-3AAA-DEB3ABDA6011}"/>
                    </a:ext>
                  </a:extLst>
                </p:cNvPr>
                <p:cNvPicPr/>
                <p:nvPr/>
              </p:nvPicPr>
              <p:blipFill>
                <a:blip r:embed="rId159"/>
                <a:stretch>
                  <a:fillRect/>
                </a:stretch>
              </p:blipFill>
              <p:spPr>
                <a:xfrm>
                  <a:off x="3749223" y="5294353"/>
                  <a:ext cx="874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9" name="Ink 98">
                  <a:extLst>
                    <a:ext uri="{FF2B5EF4-FFF2-40B4-BE49-F238E27FC236}">
                      <a16:creationId xmlns:a16="http://schemas.microsoft.com/office/drawing/2014/main" id="{C4361A2F-A111-0073-8A4F-8F6F1041B132}"/>
                    </a:ext>
                  </a:extLst>
                </p14:cNvPr>
                <p14:cNvContentPartPr/>
                <p14:nvPr/>
              </p14:nvContentPartPr>
              <p14:xfrm>
                <a:off x="3882423" y="5290753"/>
                <a:ext cx="129240" cy="131400"/>
              </p14:xfrm>
            </p:contentPart>
          </mc:Choice>
          <mc:Fallback xmlns="">
            <p:pic>
              <p:nvPicPr>
                <p:cNvPr id="99" name="Ink 98">
                  <a:extLst>
                    <a:ext uri="{FF2B5EF4-FFF2-40B4-BE49-F238E27FC236}">
                      <a16:creationId xmlns:a16="http://schemas.microsoft.com/office/drawing/2014/main" id="{C4361A2F-A111-0073-8A4F-8F6F1041B132}"/>
                    </a:ext>
                  </a:extLst>
                </p:cNvPr>
                <p:cNvPicPr/>
                <p:nvPr/>
              </p:nvPicPr>
              <p:blipFill>
                <a:blip r:embed="rId161"/>
                <a:stretch>
                  <a:fillRect/>
                </a:stretch>
              </p:blipFill>
              <p:spPr>
                <a:xfrm>
                  <a:off x="3864783" y="5273113"/>
                  <a:ext cx="1648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0" name="Ink 99">
                  <a:extLst>
                    <a:ext uri="{FF2B5EF4-FFF2-40B4-BE49-F238E27FC236}">
                      <a16:creationId xmlns:a16="http://schemas.microsoft.com/office/drawing/2014/main" id="{3A859BFA-6CF6-E8E1-7116-BF7D0F25A423}"/>
                    </a:ext>
                  </a:extLst>
                </p14:cNvPr>
                <p14:cNvContentPartPr/>
                <p14:nvPr/>
              </p14:nvContentPartPr>
              <p14:xfrm>
                <a:off x="2886663" y="5685673"/>
                <a:ext cx="127800" cy="150120"/>
              </p14:xfrm>
            </p:contentPart>
          </mc:Choice>
          <mc:Fallback xmlns="">
            <p:pic>
              <p:nvPicPr>
                <p:cNvPr id="100" name="Ink 99">
                  <a:extLst>
                    <a:ext uri="{FF2B5EF4-FFF2-40B4-BE49-F238E27FC236}">
                      <a16:creationId xmlns:a16="http://schemas.microsoft.com/office/drawing/2014/main" id="{3A859BFA-6CF6-E8E1-7116-BF7D0F25A423}"/>
                    </a:ext>
                  </a:extLst>
                </p:cNvPr>
                <p:cNvPicPr/>
                <p:nvPr/>
              </p:nvPicPr>
              <p:blipFill>
                <a:blip r:embed="rId163"/>
                <a:stretch>
                  <a:fillRect/>
                </a:stretch>
              </p:blipFill>
              <p:spPr>
                <a:xfrm>
                  <a:off x="2869023" y="5667673"/>
                  <a:ext cx="1634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1" name="Ink 100">
                  <a:extLst>
                    <a:ext uri="{FF2B5EF4-FFF2-40B4-BE49-F238E27FC236}">
                      <a16:creationId xmlns:a16="http://schemas.microsoft.com/office/drawing/2014/main" id="{33632F67-86B8-F098-EDB3-08BF03035F75}"/>
                    </a:ext>
                  </a:extLst>
                </p14:cNvPr>
                <p14:cNvContentPartPr/>
                <p14:nvPr/>
              </p14:nvContentPartPr>
              <p14:xfrm>
                <a:off x="3136143" y="5706913"/>
                <a:ext cx="70560" cy="115920"/>
              </p14:xfrm>
            </p:contentPart>
          </mc:Choice>
          <mc:Fallback xmlns="">
            <p:pic>
              <p:nvPicPr>
                <p:cNvPr id="101" name="Ink 100">
                  <a:extLst>
                    <a:ext uri="{FF2B5EF4-FFF2-40B4-BE49-F238E27FC236}">
                      <a16:creationId xmlns:a16="http://schemas.microsoft.com/office/drawing/2014/main" id="{33632F67-86B8-F098-EDB3-08BF03035F75}"/>
                    </a:ext>
                  </a:extLst>
                </p:cNvPr>
                <p:cNvPicPr/>
                <p:nvPr/>
              </p:nvPicPr>
              <p:blipFill>
                <a:blip r:embed="rId165"/>
                <a:stretch>
                  <a:fillRect/>
                </a:stretch>
              </p:blipFill>
              <p:spPr>
                <a:xfrm>
                  <a:off x="3118503" y="5689273"/>
                  <a:ext cx="10620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2" name="Ink 101">
                  <a:extLst>
                    <a:ext uri="{FF2B5EF4-FFF2-40B4-BE49-F238E27FC236}">
                      <a16:creationId xmlns:a16="http://schemas.microsoft.com/office/drawing/2014/main" id="{BB6EC951-59A1-9026-EE00-E2D36E735525}"/>
                    </a:ext>
                  </a:extLst>
                </p14:cNvPr>
                <p14:cNvContentPartPr/>
                <p14:nvPr/>
              </p14:nvContentPartPr>
              <p14:xfrm>
                <a:off x="3253143" y="5682793"/>
                <a:ext cx="62640" cy="124560"/>
              </p14:xfrm>
            </p:contentPart>
          </mc:Choice>
          <mc:Fallback xmlns="">
            <p:pic>
              <p:nvPicPr>
                <p:cNvPr id="102" name="Ink 101">
                  <a:extLst>
                    <a:ext uri="{FF2B5EF4-FFF2-40B4-BE49-F238E27FC236}">
                      <a16:creationId xmlns:a16="http://schemas.microsoft.com/office/drawing/2014/main" id="{BB6EC951-59A1-9026-EE00-E2D36E735525}"/>
                    </a:ext>
                  </a:extLst>
                </p:cNvPr>
                <p:cNvPicPr/>
                <p:nvPr/>
              </p:nvPicPr>
              <p:blipFill>
                <a:blip r:embed="rId167"/>
                <a:stretch>
                  <a:fillRect/>
                </a:stretch>
              </p:blipFill>
              <p:spPr>
                <a:xfrm>
                  <a:off x="3235143" y="5665153"/>
                  <a:ext cx="9828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3" name="Ink 102">
                  <a:extLst>
                    <a:ext uri="{FF2B5EF4-FFF2-40B4-BE49-F238E27FC236}">
                      <a16:creationId xmlns:a16="http://schemas.microsoft.com/office/drawing/2014/main" id="{70C58432-37A8-46A0-A243-1FC6D21BA15A}"/>
                    </a:ext>
                  </a:extLst>
                </p14:cNvPr>
                <p14:cNvContentPartPr/>
                <p14:nvPr/>
              </p14:nvContentPartPr>
              <p14:xfrm>
                <a:off x="3322263" y="5599633"/>
                <a:ext cx="5760" cy="43200"/>
              </p14:xfrm>
            </p:contentPart>
          </mc:Choice>
          <mc:Fallback xmlns="">
            <p:pic>
              <p:nvPicPr>
                <p:cNvPr id="103" name="Ink 102">
                  <a:extLst>
                    <a:ext uri="{FF2B5EF4-FFF2-40B4-BE49-F238E27FC236}">
                      <a16:creationId xmlns:a16="http://schemas.microsoft.com/office/drawing/2014/main" id="{70C58432-37A8-46A0-A243-1FC6D21BA15A}"/>
                    </a:ext>
                  </a:extLst>
                </p:cNvPr>
                <p:cNvPicPr/>
                <p:nvPr/>
              </p:nvPicPr>
              <p:blipFill>
                <a:blip r:embed="rId169"/>
                <a:stretch>
                  <a:fillRect/>
                </a:stretch>
              </p:blipFill>
              <p:spPr>
                <a:xfrm>
                  <a:off x="3304263" y="5581993"/>
                  <a:ext cx="4140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4" name="Ink 103">
                  <a:extLst>
                    <a:ext uri="{FF2B5EF4-FFF2-40B4-BE49-F238E27FC236}">
                      <a16:creationId xmlns:a16="http://schemas.microsoft.com/office/drawing/2014/main" id="{29A537FA-B07D-02B8-2B71-4B14EF433A61}"/>
                    </a:ext>
                  </a:extLst>
                </p14:cNvPr>
                <p14:cNvContentPartPr/>
                <p14:nvPr/>
              </p14:nvContentPartPr>
              <p14:xfrm>
                <a:off x="3446823" y="5623033"/>
                <a:ext cx="64440" cy="208800"/>
              </p14:xfrm>
            </p:contentPart>
          </mc:Choice>
          <mc:Fallback xmlns="">
            <p:pic>
              <p:nvPicPr>
                <p:cNvPr id="104" name="Ink 103">
                  <a:extLst>
                    <a:ext uri="{FF2B5EF4-FFF2-40B4-BE49-F238E27FC236}">
                      <a16:creationId xmlns:a16="http://schemas.microsoft.com/office/drawing/2014/main" id="{29A537FA-B07D-02B8-2B71-4B14EF433A61}"/>
                    </a:ext>
                  </a:extLst>
                </p:cNvPr>
                <p:cNvPicPr/>
                <p:nvPr/>
              </p:nvPicPr>
              <p:blipFill>
                <a:blip r:embed="rId171"/>
                <a:stretch>
                  <a:fillRect/>
                </a:stretch>
              </p:blipFill>
              <p:spPr>
                <a:xfrm>
                  <a:off x="3428823" y="5605393"/>
                  <a:ext cx="10008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5" name="Ink 104">
                  <a:extLst>
                    <a:ext uri="{FF2B5EF4-FFF2-40B4-BE49-F238E27FC236}">
                      <a16:creationId xmlns:a16="http://schemas.microsoft.com/office/drawing/2014/main" id="{3813548B-AD0D-433B-05F8-F9E552466440}"/>
                    </a:ext>
                  </a:extLst>
                </p14:cNvPr>
                <p14:cNvContentPartPr/>
                <p14:nvPr/>
              </p14:nvContentPartPr>
              <p14:xfrm>
                <a:off x="3592623" y="5652193"/>
                <a:ext cx="171360" cy="116640"/>
              </p14:xfrm>
            </p:contentPart>
          </mc:Choice>
          <mc:Fallback xmlns="">
            <p:pic>
              <p:nvPicPr>
                <p:cNvPr id="105" name="Ink 104">
                  <a:extLst>
                    <a:ext uri="{FF2B5EF4-FFF2-40B4-BE49-F238E27FC236}">
                      <a16:creationId xmlns:a16="http://schemas.microsoft.com/office/drawing/2014/main" id="{3813548B-AD0D-433B-05F8-F9E552466440}"/>
                    </a:ext>
                  </a:extLst>
                </p:cNvPr>
                <p:cNvPicPr/>
                <p:nvPr/>
              </p:nvPicPr>
              <p:blipFill>
                <a:blip r:embed="rId173"/>
                <a:stretch>
                  <a:fillRect/>
                </a:stretch>
              </p:blipFill>
              <p:spPr>
                <a:xfrm>
                  <a:off x="3574623" y="5634553"/>
                  <a:ext cx="20700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9" name="Ink 108">
                  <a:extLst>
                    <a:ext uri="{FF2B5EF4-FFF2-40B4-BE49-F238E27FC236}">
                      <a16:creationId xmlns:a16="http://schemas.microsoft.com/office/drawing/2014/main" id="{A3FE78E0-65F6-52D4-D08F-C388DE73B98E}"/>
                    </a:ext>
                  </a:extLst>
                </p14:cNvPr>
                <p14:cNvContentPartPr/>
                <p14:nvPr/>
              </p14:nvContentPartPr>
              <p14:xfrm>
                <a:off x="2226423" y="3459433"/>
                <a:ext cx="694080" cy="1686600"/>
              </p14:xfrm>
            </p:contentPart>
          </mc:Choice>
          <mc:Fallback xmlns="">
            <p:pic>
              <p:nvPicPr>
                <p:cNvPr id="109" name="Ink 108">
                  <a:extLst>
                    <a:ext uri="{FF2B5EF4-FFF2-40B4-BE49-F238E27FC236}">
                      <a16:creationId xmlns:a16="http://schemas.microsoft.com/office/drawing/2014/main" id="{A3FE78E0-65F6-52D4-D08F-C388DE73B98E}"/>
                    </a:ext>
                  </a:extLst>
                </p:cNvPr>
                <p:cNvPicPr/>
                <p:nvPr/>
              </p:nvPicPr>
              <p:blipFill>
                <a:blip r:embed="rId175"/>
                <a:stretch>
                  <a:fillRect/>
                </a:stretch>
              </p:blipFill>
              <p:spPr>
                <a:xfrm>
                  <a:off x="2208423" y="3441793"/>
                  <a:ext cx="729720" cy="17222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0" name="Ink 109">
                  <a:extLst>
                    <a:ext uri="{FF2B5EF4-FFF2-40B4-BE49-F238E27FC236}">
                      <a16:creationId xmlns:a16="http://schemas.microsoft.com/office/drawing/2014/main" id="{9C727CBF-4742-7CE3-FDD9-2A33E4595BEB}"/>
                    </a:ext>
                  </a:extLst>
                </p14:cNvPr>
                <p14:cNvContentPartPr/>
                <p14:nvPr/>
              </p14:nvContentPartPr>
              <p14:xfrm>
                <a:off x="2226783" y="3460513"/>
                <a:ext cx="111600" cy="133920"/>
              </p14:xfrm>
            </p:contentPart>
          </mc:Choice>
          <mc:Fallback xmlns="">
            <p:pic>
              <p:nvPicPr>
                <p:cNvPr id="110" name="Ink 109">
                  <a:extLst>
                    <a:ext uri="{FF2B5EF4-FFF2-40B4-BE49-F238E27FC236}">
                      <a16:creationId xmlns:a16="http://schemas.microsoft.com/office/drawing/2014/main" id="{9C727CBF-4742-7CE3-FDD9-2A33E4595BEB}"/>
                    </a:ext>
                  </a:extLst>
                </p:cNvPr>
                <p:cNvPicPr/>
                <p:nvPr/>
              </p:nvPicPr>
              <p:blipFill>
                <a:blip r:embed="rId177"/>
                <a:stretch>
                  <a:fillRect/>
                </a:stretch>
              </p:blipFill>
              <p:spPr>
                <a:xfrm>
                  <a:off x="2208783" y="3442513"/>
                  <a:ext cx="14724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1" name="Ink 110">
                  <a:extLst>
                    <a:ext uri="{FF2B5EF4-FFF2-40B4-BE49-F238E27FC236}">
                      <a16:creationId xmlns:a16="http://schemas.microsoft.com/office/drawing/2014/main" id="{92BBC9A8-CDCD-933B-294C-3E7F5FEC4B10}"/>
                    </a:ext>
                  </a:extLst>
                </p14:cNvPr>
                <p14:cNvContentPartPr/>
                <p14:nvPr/>
              </p14:nvContentPartPr>
              <p14:xfrm>
                <a:off x="2221743" y="3438553"/>
                <a:ext cx="141840" cy="106200"/>
              </p14:xfrm>
            </p:contentPart>
          </mc:Choice>
          <mc:Fallback xmlns="">
            <p:pic>
              <p:nvPicPr>
                <p:cNvPr id="111" name="Ink 110">
                  <a:extLst>
                    <a:ext uri="{FF2B5EF4-FFF2-40B4-BE49-F238E27FC236}">
                      <a16:creationId xmlns:a16="http://schemas.microsoft.com/office/drawing/2014/main" id="{92BBC9A8-CDCD-933B-294C-3E7F5FEC4B10}"/>
                    </a:ext>
                  </a:extLst>
                </p:cNvPr>
                <p:cNvPicPr/>
                <p:nvPr/>
              </p:nvPicPr>
              <p:blipFill>
                <a:blip r:embed="rId179"/>
                <a:stretch>
                  <a:fillRect/>
                </a:stretch>
              </p:blipFill>
              <p:spPr>
                <a:xfrm>
                  <a:off x="2204103" y="3420913"/>
                  <a:ext cx="17748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3" name="Ink 112">
                  <a:extLst>
                    <a:ext uri="{FF2B5EF4-FFF2-40B4-BE49-F238E27FC236}">
                      <a16:creationId xmlns:a16="http://schemas.microsoft.com/office/drawing/2014/main" id="{690C1FE9-57A8-B6E5-4505-DE18D35B6D0C}"/>
                    </a:ext>
                  </a:extLst>
                </p14:cNvPr>
                <p14:cNvContentPartPr/>
                <p14:nvPr/>
              </p14:nvContentPartPr>
              <p14:xfrm>
                <a:off x="4368783" y="5440153"/>
                <a:ext cx="26640" cy="10800"/>
              </p14:xfrm>
            </p:contentPart>
          </mc:Choice>
          <mc:Fallback xmlns="">
            <p:pic>
              <p:nvPicPr>
                <p:cNvPr id="113" name="Ink 112">
                  <a:extLst>
                    <a:ext uri="{FF2B5EF4-FFF2-40B4-BE49-F238E27FC236}">
                      <a16:creationId xmlns:a16="http://schemas.microsoft.com/office/drawing/2014/main" id="{690C1FE9-57A8-B6E5-4505-DE18D35B6D0C}"/>
                    </a:ext>
                  </a:extLst>
                </p:cNvPr>
                <p:cNvPicPr/>
                <p:nvPr/>
              </p:nvPicPr>
              <p:blipFill>
                <a:blip r:embed="rId181"/>
                <a:stretch>
                  <a:fillRect/>
                </a:stretch>
              </p:blipFill>
              <p:spPr>
                <a:xfrm>
                  <a:off x="4350783" y="5422513"/>
                  <a:ext cx="622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4" name="Ink 113">
                  <a:extLst>
                    <a:ext uri="{FF2B5EF4-FFF2-40B4-BE49-F238E27FC236}">
                      <a16:creationId xmlns:a16="http://schemas.microsoft.com/office/drawing/2014/main" id="{78207F95-D951-8633-2C7D-0D7DD428FCDE}"/>
                    </a:ext>
                  </a:extLst>
                </p14:cNvPr>
                <p14:cNvContentPartPr/>
                <p14:nvPr/>
              </p14:nvContentPartPr>
              <p14:xfrm>
                <a:off x="4245663" y="5281033"/>
                <a:ext cx="181440" cy="1684440"/>
              </p14:xfrm>
            </p:contentPart>
          </mc:Choice>
          <mc:Fallback xmlns="">
            <p:pic>
              <p:nvPicPr>
                <p:cNvPr id="114" name="Ink 113">
                  <a:extLst>
                    <a:ext uri="{FF2B5EF4-FFF2-40B4-BE49-F238E27FC236}">
                      <a16:creationId xmlns:a16="http://schemas.microsoft.com/office/drawing/2014/main" id="{78207F95-D951-8633-2C7D-0D7DD428FCDE}"/>
                    </a:ext>
                  </a:extLst>
                </p:cNvPr>
                <p:cNvPicPr/>
                <p:nvPr/>
              </p:nvPicPr>
              <p:blipFill>
                <a:blip r:embed="rId183"/>
                <a:stretch>
                  <a:fillRect/>
                </a:stretch>
              </p:blipFill>
              <p:spPr>
                <a:xfrm>
                  <a:off x="4227663" y="5263033"/>
                  <a:ext cx="217080" cy="17200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5" name="Ink 114">
                  <a:extLst>
                    <a:ext uri="{FF2B5EF4-FFF2-40B4-BE49-F238E27FC236}">
                      <a16:creationId xmlns:a16="http://schemas.microsoft.com/office/drawing/2014/main" id="{9E56F8D3-58AD-B7C2-7380-3A68A4B6E28A}"/>
                    </a:ext>
                  </a:extLst>
                </p14:cNvPr>
                <p14:cNvContentPartPr/>
                <p14:nvPr/>
              </p14:nvContentPartPr>
              <p14:xfrm>
                <a:off x="4289583" y="5286073"/>
                <a:ext cx="1776960" cy="1540440"/>
              </p14:xfrm>
            </p:contentPart>
          </mc:Choice>
          <mc:Fallback xmlns="">
            <p:pic>
              <p:nvPicPr>
                <p:cNvPr id="115" name="Ink 114">
                  <a:extLst>
                    <a:ext uri="{FF2B5EF4-FFF2-40B4-BE49-F238E27FC236}">
                      <a16:creationId xmlns:a16="http://schemas.microsoft.com/office/drawing/2014/main" id="{9E56F8D3-58AD-B7C2-7380-3A68A4B6E28A}"/>
                    </a:ext>
                  </a:extLst>
                </p:cNvPr>
                <p:cNvPicPr/>
                <p:nvPr/>
              </p:nvPicPr>
              <p:blipFill>
                <a:blip r:embed="rId185"/>
                <a:stretch>
                  <a:fillRect/>
                </a:stretch>
              </p:blipFill>
              <p:spPr>
                <a:xfrm>
                  <a:off x="4271583" y="5268433"/>
                  <a:ext cx="1812600" cy="15760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6" name="Ink 115">
                  <a:extLst>
                    <a:ext uri="{FF2B5EF4-FFF2-40B4-BE49-F238E27FC236}">
                      <a16:creationId xmlns:a16="http://schemas.microsoft.com/office/drawing/2014/main" id="{5DFE12E6-C2A0-2A75-544C-369F8DCFECBF}"/>
                    </a:ext>
                  </a:extLst>
                </p14:cNvPr>
                <p14:cNvContentPartPr/>
                <p14:nvPr/>
              </p14:nvContentPartPr>
              <p14:xfrm>
                <a:off x="3919503" y="6040633"/>
                <a:ext cx="291240" cy="31680"/>
              </p14:xfrm>
            </p:contentPart>
          </mc:Choice>
          <mc:Fallback xmlns="">
            <p:pic>
              <p:nvPicPr>
                <p:cNvPr id="116" name="Ink 115">
                  <a:extLst>
                    <a:ext uri="{FF2B5EF4-FFF2-40B4-BE49-F238E27FC236}">
                      <a16:creationId xmlns:a16="http://schemas.microsoft.com/office/drawing/2014/main" id="{5DFE12E6-C2A0-2A75-544C-369F8DCFECBF}"/>
                    </a:ext>
                  </a:extLst>
                </p:cNvPr>
                <p:cNvPicPr/>
                <p:nvPr/>
              </p:nvPicPr>
              <p:blipFill>
                <a:blip r:embed="rId187"/>
                <a:stretch>
                  <a:fillRect/>
                </a:stretch>
              </p:blipFill>
              <p:spPr>
                <a:xfrm>
                  <a:off x="3901863" y="6022993"/>
                  <a:ext cx="32688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7" name="Ink 116">
                  <a:extLst>
                    <a:ext uri="{FF2B5EF4-FFF2-40B4-BE49-F238E27FC236}">
                      <a16:creationId xmlns:a16="http://schemas.microsoft.com/office/drawing/2014/main" id="{E81C7DEA-5AAA-2510-FD55-E69E1C76CB75}"/>
                    </a:ext>
                  </a:extLst>
                </p14:cNvPr>
                <p14:cNvContentPartPr/>
                <p14:nvPr/>
              </p14:nvContentPartPr>
              <p14:xfrm>
                <a:off x="4137303" y="5963593"/>
                <a:ext cx="107640" cy="212040"/>
              </p14:xfrm>
            </p:contentPart>
          </mc:Choice>
          <mc:Fallback xmlns="">
            <p:pic>
              <p:nvPicPr>
                <p:cNvPr id="117" name="Ink 116">
                  <a:extLst>
                    <a:ext uri="{FF2B5EF4-FFF2-40B4-BE49-F238E27FC236}">
                      <a16:creationId xmlns:a16="http://schemas.microsoft.com/office/drawing/2014/main" id="{E81C7DEA-5AAA-2510-FD55-E69E1C76CB75}"/>
                    </a:ext>
                  </a:extLst>
                </p:cNvPr>
                <p:cNvPicPr/>
                <p:nvPr/>
              </p:nvPicPr>
              <p:blipFill>
                <a:blip r:embed="rId189"/>
                <a:stretch>
                  <a:fillRect/>
                </a:stretch>
              </p:blipFill>
              <p:spPr>
                <a:xfrm>
                  <a:off x="4119663" y="5945953"/>
                  <a:ext cx="143280" cy="247680"/>
                </a:xfrm>
                <a:prstGeom prst="rect">
                  <a:avLst/>
                </a:prstGeom>
              </p:spPr>
            </p:pic>
          </mc:Fallback>
        </mc:AlternateContent>
      </p:grpSp>
      <p:grpSp>
        <p:nvGrpSpPr>
          <p:cNvPr id="123" name="Group 122">
            <a:extLst>
              <a:ext uri="{FF2B5EF4-FFF2-40B4-BE49-F238E27FC236}">
                <a16:creationId xmlns:a16="http://schemas.microsoft.com/office/drawing/2014/main" id="{302A1D34-7B84-63B5-5D07-7E15554562ED}"/>
              </a:ext>
            </a:extLst>
          </p:cNvPr>
          <p:cNvGrpSpPr/>
          <p:nvPr/>
        </p:nvGrpSpPr>
        <p:grpSpPr>
          <a:xfrm>
            <a:off x="6550023" y="4953073"/>
            <a:ext cx="2603160" cy="1506960"/>
            <a:chOff x="6550023" y="4953073"/>
            <a:chExt cx="2603160" cy="1506960"/>
          </a:xfrm>
        </p:grpSpPr>
        <mc:AlternateContent xmlns:mc="http://schemas.openxmlformats.org/markup-compatibility/2006" xmlns:p14="http://schemas.microsoft.com/office/powerpoint/2010/main">
          <mc:Choice Requires="p14">
            <p:contentPart p14:bwMode="auto" r:id="rId190">
              <p14:nvContentPartPr>
                <p14:cNvPr id="119" name="Ink 118">
                  <a:extLst>
                    <a:ext uri="{FF2B5EF4-FFF2-40B4-BE49-F238E27FC236}">
                      <a16:creationId xmlns:a16="http://schemas.microsoft.com/office/drawing/2014/main" id="{B78811AE-DFC3-2F31-1E50-4C110AC39B81}"/>
                    </a:ext>
                  </a:extLst>
                </p14:cNvPr>
                <p14:cNvContentPartPr/>
                <p14:nvPr/>
              </p14:nvContentPartPr>
              <p14:xfrm>
                <a:off x="6594663" y="4953073"/>
                <a:ext cx="51480" cy="1484280"/>
              </p14:xfrm>
            </p:contentPart>
          </mc:Choice>
          <mc:Fallback xmlns="">
            <p:pic>
              <p:nvPicPr>
                <p:cNvPr id="119" name="Ink 118">
                  <a:extLst>
                    <a:ext uri="{FF2B5EF4-FFF2-40B4-BE49-F238E27FC236}">
                      <a16:creationId xmlns:a16="http://schemas.microsoft.com/office/drawing/2014/main" id="{B78811AE-DFC3-2F31-1E50-4C110AC39B81}"/>
                    </a:ext>
                  </a:extLst>
                </p:cNvPr>
                <p:cNvPicPr/>
                <p:nvPr/>
              </p:nvPicPr>
              <p:blipFill>
                <a:blip r:embed="rId191"/>
                <a:stretch>
                  <a:fillRect/>
                </a:stretch>
              </p:blipFill>
              <p:spPr>
                <a:xfrm>
                  <a:off x="6577023" y="4935073"/>
                  <a:ext cx="87120" cy="15199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0" name="Ink 119">
                  <a:extLst>
                    <a:ext uri="{FF2B5EF4-FFF2-40B4-BE49-F238E27FC236}">
                      <a16:creationId xmlns:a16="http://schemas.microsoft.com/office/drawing/2014/main" id="{AA979254-8374-2948-C4C0-BE75E38DFF0C}"/>
                    </a:ext>
                  </a:extLst>
                </p14:cNvPr>
                <p14:cNvContentPartPr/>
                <p14:nvPr/>
              </p14:nvContentPartPr>
              <p14:xfrm>
                <a:off x="6550023" y="6358873"/>
                <a:ext cx="2602440" cy="101160"/>
              </p14:xfrm>
            </p:contentPart>
          </mc:Choice>
          <mc:Fallback xmlns="">
            <p:pic>
              <p:nvPicPr>
                <p:cNvPr id="120" name="Ink 119">
                  <a:extLst>
                    <a:ext uri="{FF2B5EF4-FFF2-40B4-BE49-F238E27FC236}">
                      <a16:creationId xmlns:a16="http://schemas.microsoft.com/office/drawing/2014/main" id="{AA979254-8374-2948-C4C0-BE75E38DFF0C}"/>
                    </a:ext>
                  </a:extLst>
                </p:cNvPr>
                <p:cNvPicPr/>
                <p:nvPr/>
              </p:nvPicPr>
              <p:blipFill>
                <a:blip r:embed="rId193"/>
                <a:stretch>
                  <a:fillRect/>
                </a:stretch>
              </p:blipFill>
              <p:spPr>
                <a:xfrm>
                  <a:off x="6532383" y="6341233"/>
                  <a:ext cx="263808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1" name="Ink 120">
                  <a:extLst>
                    <a:ext uri="{FF2B5EF4-FFF2-40B4-BE49-F238E27FC236}">
                      <a16:creationId xmlns:a16="http://schemas.microsoft.com/office/drawing/2014/main" id="{1087EDAA-2204-7420-859D-265547A6E055}"/>
                    </a:ext>
                  </a:extLst>
                </p14:cNvPr>
                <p14:cNvContentPartPr/>
                <p14:nvPr/>
              </p14:nvContentPartPr>
              <p14:xfrm>
                <a:off x="9106023" y="6316753"/>
                <a:ext cx="47160" cy="46080"/>
              </p14:xfrm>
            </p:contentPart>
          </mc:Choice>
          <mc:Fallback xmlns="">
            <p:pic>
              <p:nvPicPr>
                <p:cNvPr id="121" name="Ink 120">
                  <a:extLst>
                    <a:ext uri="{FF2B5EF4-FFF2-40B4-BE49-F238E27FC236}">
                      <a16:creationId xmlns:a16="http://schemas.microsoft.com/office/drawing/2014/main" id="{1087EDAA-2204-7420-859D-265547A6E055}"/>
                    </a:ext>
                  </a:extLst>
                </p:cNvPr>
                <p:cNvPicPr/>
                <p:nvPr/>
              </p:nvPicPr>
              <p:blipFill>
                <a:blip r:embed="rId195"/>
                <a:stretch>
                  <a:fillRect/>
                </a:stretch>
              </p:blipFill>
              <p:spPr>
                <a:xfrm>
                  <a:off x="9088383" y="6298753"/>
                  <a:ext cx="8280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2" name="Ink 121">
                  <a:extLst>
                    <a:ext uri="{FF2B5EF4-FFF2-40B4-BE49-F238E27FC236}">
                      <a16:creationId xmlns:a16="http://schemas.microsoft.com/office/drawing/2014/main" id="{3527D2B5-6C0F-241D-AA71-1FA90A85240C}"/>
                    </a:ext>
                  </a:extLst>
                </p14:cNvPr>
                <p14:cNvContentPartPr/>
                <p14:nvPr/>
              </p14:nvContentPartPr>
              <p14:xfrm>
                <a:off x="6938463" y="5118313"/>
                <a:ext cx="2147760" cy="1071000"/>
              </p14:xfrm>
            </p:contentPart>
          </mc:Choice>
          <mc:Fallback xmlns="">
            <p:pic>
              <p:nvPicPr>
                <p:cNvPr id="122" name="Ink 121">
                  <a:extLst>
                    <a:ext uri="{FF2B5EF4-FFF2-40B4-BE49-F238E27FC236}">
                      <a16:creationId xmlns:a16="http://schemas.microsoft.com/office/drawing/2014/main" id="{3527D2B5-6C0F-241D-AA71-1FA90A85240C}"/>
                    </a:ext>
                  </a:extLst>
                </p:cNvPr>
                <p:cNvPicPr/>
                <p:nvPr/>
              </p:nvPicPr>
              <p:blipFill>
                <a:blip r:embed="rId197"/>
                <a:stretch>
                  <a:fillRect/>
                </a:stretch>
              </p:blipFill>
              <p:spPr>
                <a:xfrm>
                  <a:off x="6920823" y="5100673"/>
                  <a:ext cx="2183400" cy="1106640"/>
                </a:xfrm>
                <a:prstGeom prst="rect">
                  <a:avLst/>
                </a:prstGeom>
              </p:spPr>
            </p:pic>
          </mc:Fallback>
        </mc:AlternateContent>
      </p:grpSp>
      <p:grpSp>
        <p:nvGrpSpPr>
          <p:cNvPr id="130" name="Group 129">
            <a:extLst>
              <a:ext uri="{FF2B5EF4-FFF2-40B4-BE49-F238E27FC236}">
                <a16:creationId xmlns:a16="http://schemas.microsoft.com/office/drawing/2014/main" id="{EE173D18-4847-DD9F-E969-0CF2892EDAA5}"/>
              </a:ext>
            </a:extLst>
          </p:cNvPr>
          <p:cNvGrpSpPr/>
          <p:nvPr/>
        </p:nvGrpSpPr>
        <p:grpSpPr>
          <a:xfrm>
            <a:off x="6207303" y="5524033"/>
            <a:ext cx="130320" cy="262800"/>
            <a:chOff x="6207303" y="5524033"/>
            <a:chExt cx="130320" cy="262800"/>
          </a:xfrm>
        </p:grpSpPr>
        <mc:AlternateContent xmlns:mc="http://schemas.openxmlformats.org/markup-compatibility/2006" xmlns:p14="http://schemas.microsoft.com/office/powerpoint/2010/main">
          <mc:Choice Requires="p14">
            <p:contentPart p14:bwMode="auto" r:id="rId198">
              <p14:nvContentPartPr>
                <p14:cNvPr id="124" name="Ink 123">
                  <a:extLst>
                    <a:ext uri="{FF2B5EF4-FFF2-40B4-BE49-F238E27FC236}">
                      <a16:creationId xmlns:a16="http://schemas.microsoft.com/office/drawing/2014/main" id="{C4A5A13E-2D1A-45EE-1BF2-30B7659846C1}"/>
                    </a:ext>
                  </a:extLst>
                </p14:cNvPr>
                <p14:cNvContentPartPr/>
                <p14:nvPr/>
              </p14:nvContentPartPr>
              <p14:xfrm>
                <a:off x="6251943" y="5539153"/>
                <a:ext cx="20520" cy="247680"/>
              </p14:xfrm>
            </p:contentPart>
          </mc:Choice>
          <mc:Fallback xmlns="">
            <p:pic>
              <p:nvPicPr>
                <p:cNvPr id="124" name="Ink 123">
                  <a:extLst>
                    <a:ext uri="{FF2B5EF4-FFF2-40B4-BE49-F238E27FC236}">
                      <a16:creationId xmlns:a16="http://schemas.microsoft.com/office/drawing/2014/main" id="{C4A5A13E-2D1A-45EE-1BF2-30B7659846C1}"/>
                    </a:ext>
                  </a:extLst>
                </p:cNvPr>
                <p:cNvPicPr/>
                <p:nvPr/>
              </p:nvPicPr>
              <p:blipFill>
                <a:blip r:embed="rId199"/>
                <a:stretch>
                  <a:fillRect/>
                </a:stretch>
              </p:blipFill>
              <p:spPr>
                <a:xfrm>
                  <a:off x="6234303" y="5521513"/>
                  <a:ext cx="5616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5" name="Ink 124">
                  <a:extLst>
                    <a:ext uri="{FF2B5EF4-FFF2-40B4-BE49-F238E27FC236}">
                      <a16:creationId xmlns:a16="http://schemas.microsoft.com/office/drawing/2014/main" id="{D72C9D7B-8197-99DC-038C-212F32C183C2}"/>
                    </a:ext>
                  </a:extLst>
                </p14:cNvPr>
                <p14:cNvContentPartPr/>
                <p14:nvPr/>
              </p14:nvContentPartPr>
              <p14:xfrm>
                <a:off x="6207303" y="5524033"/>
                <a:ext cx="78840" cy="37800"/>
              </p14:xfrm>
            </p:contentPart>
          </mc:Choice>
          <mc:Fallback xmlns="">
            <p:pic>
              <p:nvPicPr>
                <p:cNvPr id="125" name="Ink 124">
                  <a:extLst>
                    <a:ext uri="{FF2B5EF4-FFF2-40B4-BE49-F238E27FC236}">
                      <a16:creationId xmlns:a16="http://schemas.microsoft.com/office/drawing/2014/main" id="{D72C9D7B-8197-99DC-038C-212F32C183C2}"/>
                    </a:ext>
                  </a:extLst>
                </p:cNvPr>
                <p:cNvPicPr/>
                <p:nvPr/>
              </p:nvPicPr>
              <p:blipFill>
                <a:blip r:embed="rId201"/>
                <a:stretch>
                  <a:fillRect/>
                </a:stretch>
              </p:blipFill>
              <p:spPr>
                <a:xfrm>
                  <a:off x="6189663" y="5506033"/>
                  <a:ext cx="11448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6" name="Ink 125">
                  <a:extLst>
                    <a:ext uri="{FF2B5EF4-FFF2-40B4-BE49-F238E27FC236}">
                      <a16:creationId xmlns:a16="http://schemas.microsoft.com/office/drawing/2014/main" id="{A8F92DBE-A6BF-75C8-0CE5-2CF43572EF10}"/>
                    </a:ext>
                  </a:extLst>
                </p14:cNvPr>
                <p14:cNvContentPartPr/>
                <p14:nvPr/>
              </p14:nvContentPartPr>
              <p14:xfrm>
                <a:off x="6244023" y="5736073"/>
                <a:ext cx="93600" cy="40680"/>
              </p14:xfrm>
            </p:contentPart>
          </mc:Choice>
          <mc:Fallback xmlns="">
            <p:pic>
              <p:nvPicPr>
                <p:cNvPr id="126" name="Ink 125">
                  <a:extLst>
                    <a:ext uri="{FF2B5EF4-FFF2-40B4-BE49-F238E27FC236}">
                      <a16:creationId xmlns:a16="http://schemas.microsoft.com/office/drawing/2014/main" id="{A8F92DBE-A6BF-75C8-0CE5-2CF43572EF10}"/>
                    </a:ext>
                  </a:extLst>
                </p:cNvPr>
                <p:cNvPicPr/>
                <p:nvPr/>
              </p:nvPicPr>
              <p:blipFill>
                <a:blip r:embed="rId203"/>
                <a:stretch>
                  <a:fillRect/>
                </a:stretch>
              </p:blipFill>
              <p:spPr>
                <a:xfrm>
                  <a:off x="6226023" y="5718433"/>
                  <a:ext cx="129240" cy="76320"/>
                </a:xfrm>
                <a:prstGeom prst="rect">
                  <a:avLst/>
                </a:prstGeom>
              </p:spPr>
            </p:pic>
          </mc:Fallback>
        </mc:AlternateContent>
      </p:grpSp>
      <p:grpSp>
        <p:nvGrpSpPr>
          <p:cNvPr id="129" name="Group 128">
            <a:extLst>
              <a:ext uri="{FF2B5EF4-FFF2-40B4-BE49-F238E27FC236}">
                <a16:creationId xmlns:a16="http://schemas.microsoft.com/office/drawing/2014/main" id="{727331AA-CAC8-0268-1459-DE2FE40959E4}"/>
              </a:ext>
            </a:extLst>
          </p:cNvPr>
          <p:cNvGrpSpPr/>
          <p:nvPr/>
        </p:nvGrpSpPr>
        <p:grpSpPr>
          <a:xfrm>
            <a:off x="6246183" y="4908793"/>
            <a:ext cx="129600" cy="234000"/>
            <a:chOff x="6246183" y="4908793"/>
            <a:chExt cx="129600" cy="234000"/>
          </a:xfrm>
        </p:grpSpPr>
        <mc:AlternateContent xmlns:mc="http://schemas.openxmlformats.org/markup-compatibility/2006" xmlns:p14="http://schemas.microsoft.com/office/powerpoint/2010/main">
          <mc:Choice Requires="p14">
            <p:contentPart p14:bwMode="auto" r:id="rId204">
              <p14:nvContentPartPr>
                <p14:cNvPr id="127" name="Ink 126">
                  <a:extLst>
                    <a:ext uri="{FF2B5EF4-FFF2-40B4-BE49-F238E27FC236}">
                      <a16:creationId xmlns:a16="http://schemas.microsoft.com/office/drawing/2014/main" id="{87B0BB94-DD25-FEFA-903E-18670250AC94}"/>
                    </a:ext>
                  </a:extLst>
                </p14:cNvPr>
                <p14:cNvContentPartPr/>
                <p14:nvPr/>
              </p14:nvContentPartPr>
              <p14:xfrm>
                <a:off x="6301263" y="4913113"/>
                <a:ext cx="34920" cy="229680"/>
              </p14:xfrm>
            </p:contentPart>
          </mc:Choice>
          <mc:Fallback xmlns="">
            <p:pic>
              <p:nvPicPr>
                <p:cNvPr id="127" name="Ink 126">
                  <a:extLst>
                    <a:ext uri="{FF2B5EF4-FFF2-40B4-BE49-F238E27FC236}">
                      <a16:creationId xmlns:a16="http://schemas.microsoft.com/office/drawing/2014/main" id="{87B0BB94-DD25-FEFA-903E-18670250AC94}"/>
                    </a:ext>
                  </a:extLst>
                </p:cNvPr>
                <p:cNvPicPr/>
                <p:nvPr/>
              </p:nvPicPr>
              <p:blipFill>
                <a:blip r:embed="rId205"/>
                <a:stretch>
                  <a:fillRect/>
                </a:stretch>
              </p:blipFill>
              <p:spPr>
                <a:xfrm>
                  <a:off x="6283263" y="4895113"/>
                  <a:ext cx="7056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8" name="Ink 127">
                  <a:extLst>
                    <a:ext uri="{FF2B5EF4-FFF2-40B4-BE49-F238E27FC236}">
                      <a16:creationId xmlns:a16="http://schemas.microsoft.com/office/drawing/2014/main" id="{2D8E077D-827A-834C-9C72-0B97EBF75F34}"/>
                    </a:ext>
                  </a:extLst>
                </p14:cNvPr>
                <p14:cNvContentPartPr/>
                <p14:nvPr/>
              </p14:nvContentPartPr>
              <p14:xfrm>
                <a:off x="6246183" y="4908793"/>
                <a:ext cx="129600" cy="99000"/>
              </p14:xfrm>
            </p:contentPart>
          </mc:Choice>
          <mc:Fallback xmlns="">
            <p:pic>
              <p:nvPicPr>
                <p:cNvPr id="128" name="Ink 127">
                  <a:extLst>
                    <a:ext uri="{FF2B5EF4-FFF2-40B4-BE49-F238E27FC236}">
                      <a16:creationId xmlns:a16="http://schemas.microsoft.com/office/drawing/2014/main" id="{2D8E077D-827A-834C-9C72-0B97EBF75F34}"/>
                    </a:ext>
                  </a:extLst>
                </p:cNvPr>
                <p:cNvPicPr/>
                <p:nvPr/>
              </p:nvPicPr>
              <p:blipFill>
                <a:blip r:embed="rId207"/>
                <a:stretch>
                  <a:fillRect/>
                </a:stretch>
              </p:blipFill>
              <p:spPr>
                <a:xfrm>
                  <a:off x="6228543" y="4891153"/>
                  <a:ext cx="165240" cy="134640"/>
                </a:xfrm>
                <a:prstGeom prst="rect">
                  <a:avLst/>
                </a:prstGeom>
              </p:spPr>
            </p:pic>
          </mc:Fallback>
        </mc:AlternateContent>
      </p:grpSp>
      <p:grpSp>
        <p:nvGrpSpPr>
          <p:cNvPr id="135" name="Group 134">
            <a:extLst>
              <a:ext uri="{FF2B5EF4-FFF2-40B4-BE49-F238E27FC236}">
                <a16:creationId xmlns:a16="http://schemas.microsoft.com/office/drawing/2014/main" id="{9A9E24AB-58E6-0FB0-CD9A-D89C2CC45DC9}"/>
              </a:ext>
            </a:extLst>
          </p:cNvPr>
          <p:cNvGrpSpPr/>
          <p:nvPr/>
        </p:nvGrpSpPr>
        <p:grpSpPr>
          <a:xfrm>
            <a:off x="7624263" y="6508993"/>
            <a:ext cx="761400" cy="272520"/>
            <a:chOff x="7624263" y="6508993"/>
            <a:chExt cx="761400" cy="272520"/>
          </a:xfrm>
        </p:grpSpPr>
        <mc:AlternateContent xmlns:mc="http://schemas.openxmlformats.org/markup-compatibility/2006" xmlns:p14="http://schemas.microsoft.com/office/powerpoint/2010/main">
          <mc:Choice Requires="p14">
            <p:contentPart p14:bwMode="auto" r:id="rId208">
              <p14:nvContentPartPr>
                <p14:cNvPr id="131" name="Ink 130">
                  <a:extLst>
                    <a:ext uri="{FF2B5EF4-FFF2-40B4-BE49-F238E27FC236}">
                      <a16:creationId xmlns:a16="http://schemas.microsoft.com/office/drawing/2014/main" id="{FAD2AC86-C8D8-6BCD-FA69-737EC3CE6F92}"/>
                    </a:ext>
                  </a:extLst>
                </p14:cNvPr>
                <p14:cNvContentPartPr/>
                <p14:nvPr/>
              </p14:nvContentPartPr>
              <p14:xfrm>
                <a:off x="7653063" y="6508993"/>
                <a:ext cx="48600" cy="272520"/>
              </p14:xfrm>
            </p:contentPart>
          </mc:Choice>
          <mc:Fallback xmlns="">
            <p:pic>
              <p:nvPicPr>
                <p:cNvPr id="131" name="Ink 130">
                  <a:extLst>
                    <a:ext uri="{FF2B5EF4-FFF2-40B4-BE49-F238E27FC236}">
                      <a16:creationId xmlns:a16="http://schemas.microsoft.com/office/drawing/2014/main" id="{FAD2AC86-C8D8-6BCD-FA69-737EC3CE6F92}"/>
                    </a:ext>
                  </a:extLst>
                </p:cNvPr>
                <p:cNvPicPr/>
                <p:nvPr/>
              </p:nvPicPr>
              <p:blipFill>
                <a:blip r:embed="rId209"/>
                <a:stretch>
                  <a:fillRect/>
                </a:stretch>
              </p:blipFill>
              <p:spPr>
                <a:xfrm>
                  <a:off x="7635063" y="6490993"/>
                  <a:ext cx="8424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2" name="Ink 131">
                  <a:extLst>
                    <a:ext uri="{FF2B5EF4-FFF2-40B4-BE49-F238E27FC236}">
                      <a16:creationId xmlns:a16="http://schemas.microsoft.com/office/drawing/2014/main" id="{93F6B154-B9C2-6AB2-1013-1DA378B5D1BF}"/>
                    </a:ext>
                  </a:extLst>
                </p14:cNvPr>
                <p14:cNvContentPartPr/>
                <p14:nvPr/>
              </p14:nvContentPartPr>
              <p14:xfrm>
                <a:off x="7624263" y="6664153"/>
                <a:ext cx="96120" cy="68040"/>
              </p14:xfrm>
            </p:contentPart>
          </mc:Choice>
          <mc:Fallback xmlns="">
            <p:pic>
              <p:nvPicPr>
                <p:cNvPr id="132" name="Ink 131">
                  <a:extLst>
                    <a:ext uri="{FF2B5EF4-FFF2-40B4-BE49-F238E27FC236}">
                      <a16:creationId xmlns:a16="http://schemas.microsoft.com/office/drawing/2014/main" id="{93F6B154-B9C2-6AB2-1013-1DA378B5D1BF}"/>
                    </a:ext>
                  </a:extLst>
                </p:cNvPr>
                <p:cNvPicPr/>
                <p:nvPr/>
              </p:nvPicPr>
              <p:blipFill>
                <a:blip r:embed="rId211"/>
                <a:stretch>
                  <a:fillRect/>
                </a:stretch>
              </p:blipFill>
              <p:spPr>
                <a:xfrm>
                  <a:off x="7606623" y="6646513"/>
                  <a:ext cx="1317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3" name="Ink 132">
                  <a:extLst>
                    <a:ext uri="{FF2B5EF4-FFF2-40B4-BE49-F238E27FC236}">
                      <a16:creationId xmlns:a16="http://schemas.microsoft.com/office/drawing/2014/main" id="{486DEBCA-8C69-0BC2-ED0D-DE7C4730E03C}"/>
                    </a:ext>
                  </a:extLst>
                </p14:cNvPr>
                <p14:cNvContentPartPr/>
                <p14:nvPr/>
              </p14:nvContentPartPr>
              <p14:xfrm>
                <a:off x="7915863" y="6635353"/>
                <a:ext cx="399960" cy="41040"/>
              </p14:xfrm>
            </p:contentPart>
          </mc:Choice>
          <mc:Fallback xmlns="">
            <p:pic>
              <p:nvPicPr>
                <p:cNvPr id="133" name="Ink 132">
                  <a:extLst>
                    <a:ext uri="{FF2B5EF4-FFF2-40B4-BE49-F238E27FC236}">
                      <a16:creationId xmlns:a16="http://schemas.microsoft.com/office/drawing/2014/main" id="{486DEBCA-8C69-0BC2-ED0D-DE7C4730E03C}"/>
                    </a:ext>
                  </a:extLst>
                </p:cNvPr>
                <p:cNvPicPr/>
                <p:nvPr/>
              </p:nvPicPr>
              <p:blipFill>
                <a:blip r:embed="rId213"/>
                <a:stretch>
                  <a:fillRect/>
                </a:stretch>
              </p:blipFill>
              <p:spPr>
                <a:xfrm>
                  <a:off x="7897863" y="6617353"/>
                  <a:ext cx="43560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4" name="Ink 133">
                  <a:extLst>
                    <a:ext uri="{FF2B5EF4-FFF2-40B4-BE49-F238E27FC236}">
                      <a16:creationId xmlns:a16="http://schemas.microsoft.com/office/drawing/2014/main" id="{81EBC9E5-638F-3AE2-04F6-E7BF4F06EC93}"/>
                    </a:ext>
                  </a:extLst>
                </p14:cNvPr>
                <p14:cNvContentPartPr/>
                <p14:nvPr/>
              </p14:nvContentPartPr>
              <p14:xfrm>
                <a:off x="8275143" y="6563713"/>
                <a:ext cx="110520" cy="165960"/>
              </p14:xfrm>
            </p:contentPart>
          </mc:Choice>
          <mc:Fallback xmlns="">
            <p:pic>
              <p:nvPicPr>
                <p:cNvPr id="134" name="Ink 133">
                  <a:extLst>
                    <a:ext uri="{FF2B5EF4-FFF2-40B4-BE49-F238E27FC236}">
                      <a16:creationId xmlns:a16="http://schemas.microsoft.com/office/drawing/2014/main" id="{81EBC9E5-638F-3AE2-04F6-E7BF4F06EC93}"/>
                    </a:ext>
                  </a:extLst>
                </p:cNvPr>
                <p:cNvPicPr/>
                <p:nvPr/>
              </p:nvPicPr>
              <p:blipFill>
                <a:blip r:embed="rId215"/>
                <a:stretch>
                  <a:fillRect/>
                </a:stretch>
              </p:blipFill>
              <p:spPr>
                <a:xfrm>
                  <a:off x="8257503" y="6545713"/>
                  <a:ext cx="146160" cy="201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6">
            <p14:nvContentPartPr>
              <p14:cNvPr id="136" name="Ink 135">
                <a:extLst>
                  <a:ext uri="{FF2B5EF4-FFF2-40B4-BE49-F238E27FC236}">
                    <a16:creationId xmlns:a16="http://schemas.microsoft.com/office/drawing/2014/main" id="{F4B69653-65BE-CF40-E2CB-3E798D961AC3}"/>
                  </a:ext>
                </a:extLst>
              </p14:cNvPr>
              <p14:cNvContentPartPr/>
              <p14:nvPr/>
            </p14:nvContentPartPr>
            <p14:xfrm>
              <a:off x="7579263" y="5104273"/>
              <a:ext cx="1457640" cy="1243080"/>
            </p14:xfrm>
          </p:contentPart>
        </mc:Choice>
        <mc:Fallback xmlns="">
          <p:pic>
            <p:nvPicPr>
              <p:cNvPr id="136" name="Ink 135">
                <a:extLst>
                  <a:ext uri="{FF2B5EF4-FFF2-40B4-BE49-F238E27FC236}">
                    <a16:creationId xmlns:a16="http://schemas.microsoft.com/office/drawing/2014/main" id="{F4B69653-65BE-CF40-E2CB-3E798D961AC3}"/>
                  </a:ext>
                </a:extLst>
              </p:cNvPr>
              <p:cNvPicPr/>
              <p:nvPr/>
            </p:nvPicPr>
            <p:blipFill>
              <a:blip r:embed="rId217"/>
              <a:stretch>
                <a:fillRect/>
              </a:stretch>
            </p:blipFill>
            <p:spPr>
              <a:xfrm>
                <a:off x="7525623" y="4996633"/>
                <a:ext cx="1565280" cy="1458720"/>
              </a:xfrm>
              <a:prstGeom prst="rect">
                <a:avLst/>
              </a:prstGeom>
            </p:spPr>
          </p:pic>
        </mc:Fallback>
      </mc:AlternateContent>
      <p:grpSp>
        <p:nvGrpSpPr>
          <p:cNvPr id="143" name="Group 142">
            <a:extLst>
              <a:ext uri="{FF2B5EF4-FFF2-40B4-BE49-F238E27FC236}">
                <a16:creationId xmlns:a16="http://schemas.microsoft.com/office/drawing/2014/main" id="{CEC97853-568F-8A76-CC7A-2A02DA016C55}"/>
              </a:ext>
            </a:extLst>
          </p:cNvPr>
          <p:cNvGrpSpPr/>
          <p:nvPr/>
        </p:nvGrpSpPr>
        <p:grpSpPr>
          <a:xfrm>
            <a:off x="7968783" y="4901953"/>
            <a:ext cx="948600" cy="351000"/>
            <a:chOff x="7968783" y="4901953"/>
            <a:chExt cx="948600" cy="351000"/>
          </a:xfrm>
        </p:grpSpPr>
        <mc:AlternateContent xmlns:mc="http://schemas.openxmlformats.org/markup-compatibility/2006" xmlns:p14="http://schemas.microsoft.com/office/powerpoint/2010/main">
          <mc:Choice Requires="p14">
            <p:contentPart p14:bwMode="auto" r:id="rId218">
              <p14:nvContentPartPr>
                <p14:cNvPr id="137" name="Ink 136">
                  <a:extLst>
                    <a:ext uri="{FF2B5EF4-FFF2-40B4-BE49-F238E27FC236}">
                      <a16:creationId xmlns:a16="http://schemas.microsoft.com/office/drawing/2014/main" id="{4B62F7EF-F5AC-DE89-652F-01F613D9AB4A}"/>
                    </a:ext>
                  </a:extLst>
                </p14:cNvPr>
                <p14:cNvContentPartPr/>
                <p14:nvPr/>
              </p14:nvContentPartPr>
              <p14:xfrm>
                <a:off x="7968783" y="5067913"/>
                <a:ext cx="249840" cy="185040"/>
              </p14:xfrm>
            </p:contentPart>
          </mc:Choice>
          <mc:Fallback xmlns="">
            <p:pic>
              <p:nvPicPr>
                <p:cNvPr id="137" name="Ink 136">
                  <a:extLst>
                    <a:ext uri="{FF2B5EF4-FFF2-40B4-BE49-F238E27FC236}">
                      <a16:creationId xmlns:a16="http://schemas.microsoft.com/office/drawing/2014/main" id="{4B62F7EF-F5AC-DE89-652F-01F613D9AB4A}"/>
                    </a:ext>
                  </a:extLst>
                </p:cNvPr>
                <p:cNvPicPr/>
                <p:nvPr/>
              </p:nvPicPr>
              <p:blipFill>
                <a:blip r:embed="rId219"/>
                <a:stretch>
                  <a:fillRect/>
                </a:stretch>
              </p:blipFill>
              <p:spPr>
                <a:xfrm>
                  <a:off x="7950783" y="5050273"/>
                  <a:ext cx="28548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8" name="Ink 137">
                  <a:extLst>
                    <a:ext uri="{FF2B5EF4-FFF2-40B4-BE49-F238E27FC236}">
                      <a16:creationId xmlns:a16="http://schemas.microsoft.com/office/drawing/2014/main" id="{EBBE1ED0-86A4-3B1F-D2ED-BA059C0706AB}"/>
                    </a:ext>
                  </a:extLst>
                </p14:cNvPr>
                <p14:cNvContentPartPr/>
                <p14:nvPr/>
              </p14:nvContentPartPr>
              <p14:xfrm>
                <a:off x="8293863" y="5082673"/>
                <a:ext cx="116640" cy="120960"/>
              </p14:xfrm>
            </p:contentPart>
          </mc:Choice>
          <mc:Fallback xmlns="">
            <p:pic>
              <p:nvPicPr>
                <p:cNvPr id="138" name="Ink 137">
                  <a:extLst>
                    <a:ext uri="{FF2B5EF4-FFF2-40B4-BE49-F238E27FC236}">
                      <a16:creationId xmlns:a16="http://schemas.microsoft.com/office/drawing/2014/main" id="{EBBE1ED0-86A4-3B1F-D2ED-BA059C0706AB}"/>
                    </a:ext>
                  </a:extLst>
                </p:cNvPr>
                <p:cNvPicPr/>
                <p:nvPr/>
              </p:nvPicPr>
              <p:blipFill>
                <a:blip r:embed="rId221"/>
                <a:stretch>
                  <a:fillRect/>
                </a:stretch>
              </p:blipFill>
              <p:spPr>
                <a:xfrm>
                  <a:off x="8276223" y="5065033"/>
                  <a:ext cx="15228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9" name="Ink 138">
                  <a:extLst>
                    <a:ext uri="{FF2B5EF4-FFF2-40B4-BE49-F238E27FC236}">
                      <a16:creationId xmlns:a16="http://schemas.microsoft.com/office/drawing/2014/main" id="{BFC5EE39-55DE-2384-13BE-443E18111502}"/>
                    </a:ext>
                  </a:extLst>
                </p14:cNvPr>
                <p14:cNvContentPartPr/>
                <p14:nvPr/>
              </p14:nvContentPartPr>
              <p14:xfrm>
                <a:off x="8460183" y="5050273"/>
                <a:ext cx="74160" cy="157320"/>
              </p14:xfrm>
            </p:contentPart>
          </mc:Choice>
          <mc:Fallback xmlns="">
            <p:pic>
              <p:nvPicPr>
                <p:cNvPr id="139" name="Ink 138">
                  <a:extLst>
                    <a:ext uri="{FF2B5EF4-FFF2-40B4-BE49-F238E27FC236}">
                      <a16:creationId xmlns:a16="http://schemas.microsoft.com/office/drawing/2014/main" id="{BFC5EE39-55DE-2384-13BE-443E18111502}"/>
                    </a:ext>
                  </a:extLst>
                </p:cNvPr>
                <p:cNvPicPr/>
                <p:nvPr/>
              </p:nvPicPr>
              <p:blipFill>
                <a:blip r:embed="rId223"/>
                <a:stretch>
                  <a:fillRect/>
                </a:stretch>
              </p:blipFill>
              <p:spPr>
                <a:xfrm>
                  <a:off x="8442183" y="5032273"/>
                  <a:ext cx="10980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0" name="Ink 139">
                  <a:extLst>
                    <a:ext uri="{FF2B5EF4-FFF2-40B4-BE49-F238E27FC236}">
                      <a16:creationId xmlns:a16="http://schemas.microsoft.com/office/drawing/2014/main" id="{41B61287-57B1-7AB6-E747-487DF17B6BC3}"/>
                    </a:ext>
                  </a:extLst>
                </p14:cNvPr>
                <p14:cNvContentPartPr/>
                <p14:nvPr/>
              </p14:nvContentPartPr>
              <p14:xfrm>
                <a:off x="8502663" y="4901953"/>
                <a:ext cx="42840" cy="64440"/>
              </p14:xfrm>
            </p:contentPart>
          </mc:Choice>
          <mc:Fallback xmlns="">
            <p:pic>
              <p:nvPicPr>
                <p:cNvPr id="140" name="Ink 139">
                  <a:extLst>
                    <a:ext uri="{FF2B5EF4-FFF2-40B4-BE49-F238E27FC236}">
                      <a16:creationId xmlns:a16="http://schemas.microsoft.com/office/drawing/2014/main" id="{41B61287-57B1-7AB6-E747-487DF17B6BC3}"/>
                    </a:ext>
                  </a:extLst>
                </p:cNvPr>
                <p:cNvPicPr/>
                <p:nvPr/>
              </p:nvPicPr>
              <p:blipFill>
                <a:blip r:embed="rId225"/>
                <a:stretch>
                  <a:fillRect/>
                </a:stretch>
              </p:blipFill>
              <p:spPr>
                <a:xfrm>
                  <a:off x="8484663" y="4883953"/>
                  <a:ext cx="7848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1" name="Ink 140">
                  <a:extLst>
                    <a:ext uri="{FF2B5EF4-FFF2-40B4-BE49-F238E27FC236}">
                      <a16:creationId xmlns:a16="http://schemas.microsoft.com/office/drawing/2014/main" id="{F386E330-052B-30C8-BE72-DC4B14F2173F}"/>
                    </a:ext>
                  </a:extLst>
                </p14:cNvPr>
                <p14:cNvContentPartPr/>
                <p14:nvPr/>
              </p14:nvContentPartPr>
              <p14:xfrm>
                <a:off x="8653863" y="5001673"/>
                <a:ext cx="57240" cy="170640"/>
              </p14:xfrm>
            </p:contentPart>
          </mc:Choice>
          <mc:Fallback xmlns="">
            <p:pic>
              <p:nvPicPr>
                <p:cNvPr id="141" name="Ink 140">
                  <a:extLst>
                    <a:ext uri="{FF2B5EF4-FFF2-40B4-BE49-F238E27FC236}">
                      <a16:creationId xmlns:a16="http://schemas.microsoft.com/office/drawing/2014/main" id="{F386E330-052B-30C8-BE72-DC4B14F2173F}"/>
                    </a:ext>
                  </a:extLst>
                </p:cNvPr>
                <p:cNvPicPr/>
                <p:nvPr/>
              </p:nvPicPr>
              <p:blipFill>
                <a:blip r:embed="rId227"/>
                <a:stretch>
                  <a:fillRect/>
                </a:stretch>
              </p:blipFill>
              <p:spPr>
                <a:xfrm>
                  <a:off x="8636223" y="4983673"/>
                  <a:ext cx="9288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2" name="Ink 141">
                  <a:extLst>
                    <a:ext uri="{FF2B5EF4-FFF2-40B4-BE49-F238E27FC236}">
                      <a16:creationId xmlns:a16="http://schemas.microsoft.com/office/drawing/2014/main" id="{008E5EEF-AABC-E180-7D08-A4416100BC2A}"/>
                    </a:ext>
                  </a:extLst>
                </p14:cNvPr>
                <p14:cNvContentPartPr/>
                <p14:nvPr/>
              </p14:nvContentPartPr>
              <p14:xfrm>
                <a:off x="8779863" y="4987993"/>
                <a:ext cx="137520" cy="127080"/>
              </p14:xfrm>
            </p:contentPart>
          </mc:Choice>
          <mc:Fallback xmlns="">
            <p:pic>
              <p:nvPicPr>
                <p:cNvPr id="142" name="Ink 141">
                  <a:extLst>
                    <a:ext uri="{FF2B5EF4-FFF2-40B4-BE49-F238E27FC236}">
                      <a16:creationId xmlns:a16="http://schemas.microsoft.com/office/drawing/2014/main" id="{008E5EEF-AABC-E180-7D08-A4416100BC2A}"/>
                    </a:ext>
                  </a:extLst>
                </p:cNvPr>
                <p:cNvPicPr/>
                <p:nvPr/>
              </p:nvPicPr>
              <p:blipFill>
                <a:blip r:embed="rId229"/>
                <a:stretch>
                  <a:fillRect/>
                </a:stretch>
              </p:blipFill>
              <p:spPr>
                <a:xfrm>
                  <a:off x="8761863" y="4970353"/>
                  <a:ext cx="173160" cy="162720"/>
                </a:xfrm>
                <a:prstGeom prst="rect">
                  <a:avLst/>
                </a:prstGeom>
              </p:spPr>
            </p:pic>
          </mc:Fallback>
        </mc:AlternateContent>
      </p:grpSp>
      <p:grpSp>
        <p:nvGrpSpPr>
          <p:cNvPr id="151" name="Group 150">
            <a:extLst>
              <a:ext uri="{FF2B5EF4-FFF2-40B4-BE49-F238E27FC236}">
                <a16:creationId xmlns:a16="http://schemas.microsoft.com/office/drawing/2014/main" id="{551105AA-3755-DF9E-FDD9-D9A6D066DF45}"/>
              </a:ext>
            </a:extLst>
          </p:cNvPr>
          <p:cNvGrpSpPr/>
          <p:nvPr/>
        </p:nvGrpSpPr>
        <p:grpSpPr>
          <a:xfrm>
            <a:off x="8128263" y="5390833"/>
            <a:ext cx="1155960" cy="298080"/>
            <a:chOff x="8128263" y="5390833"/>
            <a:chExt cx="1155960" cy="298080"/>
          </a:xfrm>
        </p:grpSpPr>
        <mc:AlternateContent xmlns:mc="http://schemas.openxmlformats.org/markup-compatibility/2006" xmlns:p14="http://schemas.microsoft.com/office/powerpoint/2010/main">
          <mc:Choice Requires="p14">
            <p:contentPart p14:bwMode="auto" r:id="rId230">
              <p14:nvContentPartPr>
                <p14:cNvPr id="144" name="Ink 143">
                  <a:extLst>
                    <a:ext uri="{FF2B5EF4-FFF2-40B4-BE49-F238E27FC236}">
                      <a16:creationId xmlns:a16="http://schemas.microsoft.com/office/drawing/2014/main" id="{5C51FC76-594D-5FFB-A5BC-3DC1F62E0BDE}"/>
                    </a:ext>
                  </a:extLst>
                </p14:cNvPr>
                <p14:cNvContentPartPr/>
                <p14:nvPr/>
              </p14:nvContentPartPr>
              <p14:xfrm>
                <a:off x="8128263" y="5561113"/>
                <a:ext cx="127080" cy="127800"/>
              </p14:xfrm>
            </p:contentPart>
          </mc:Choice>
          <mc:Fallback xmlns="">
            <p:pic>
              <p:nvPicPr>
                <p:cNvPr id="144" name="Ink 143">
                  <a:extLst>
                    <a:ext uri="{FF2B5EF4-FFF2-40B4-BE49-F238E27FC236}">
                      <a16:creationId xmlns:a16="http://schemas.microsoft.com/office/drawing/2014/main" id="{5C51FC76-594D-5FFB-A5BC-3DC1F62E0BDE}"/>
                    </a:ext>
                  </a:extLst>
                </p:cNvPr>
                <p:cNvPicPr/>
                <p:nvPr/>
              </p:nvPicPr>
              <p:blipFill>
                <a:blip r:embed="rId231"/>
                <a:stretch>
                  <a:fillRect/>
                </a:stretch>
              </p:blipFill>
              <p:spPr>
                <a:xfrm>
                  <a:off x="8110623" y="5543473"/>
                  <a:ext cx="16272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5" name="Ink 144">
                  <a:extLst>
                    <a:ext uri="{FF2B5EF4-FFF2-40B4-BE49-F238E27FC236}">
                      <a16:creationId xmlns:a16="http://schemas.microsoft.com/office/drawing/2014/main" id="{4878BF39-EA50-DBD2-309F-61C6FA026AC5}"/>
                    </a:ext>
                  </a:extLst>
                </p14:cNvPr>
                <p14:cNvContentPartPr/>
                <p14:nvPr/>
              </p14:nvContentPartPr>
              <p14:xfrm>
                <a:off x="8317623" y="5529073"/>
                <a:ext cx="86400" cy="140400"/>
              </p14:xfrm>
            </p:contentPart>
          </mc:Choice>
          <mc:Fallback xmlns="">
            <p:pic>
              <p:nvPicPr>
                <p:cNvPr id="145" name="Ink 144">
                  <a:extLst>
                    <a:ext uri="{FF2B5EF4-FFF2-40B4-BE49-F238E27FC236}">
                      <a16:creationId xmlns:a16="http://schemas.microsoft.com/office/drawing/2014/main" id="{4878BF39-EA50-DBD2-309F-61C6FA026AC5}"/>
                    </a:ext>
                  </a:extLst>
                </p:cNvPr>
                <p:cNvPicPr/>
                <p:nvPr/>
              </p:nvPicPr>
              <p:blipFill>
                <a:blip r:embed="rId233"/>
                <a:stretch>
                  <a:fillRect/>
                </a:stretch>
              </p:blipFill>
              <p:spPr>
                <a:xfrm>
                  <a:off x="8299623" y="5511073"/>
                  <a:ext cx="1220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6" name="Ink 145">
                  <a:extLst>
                    <a:ext uri="{FF2B5EF4-FFF2-40B4-BE49-F238E27FC236}">
                      <a16:creationId xmlns:a16="http://schemas.microsoft.com/office/drawing/2014/main" id="{1BE2B425-7CD2-35C7-6415-2BB27ED0A0ED}"/>
                    </a:ext>
                  </a:extLst>
                </p14:cNvPr>
                <p14:cNvContentPartPr/>
                <p14:nvPr/>
              </p14:nvContentPartPr>
              <p14:xfrm>
                <a:off x="8544783" y="5390833"/>
                <a:ext cx="198360" cy="237960"/>
              </p14:xfrm>
            </p:contentPart>
          </mc:Choice>
          <mc:Fallback xmlns="">
            <p:pic>
              <p:nvPicPr>
                <p:cNvPr id="146" name="Ink 145">
                  <a:extLst>
                    <a:ext uri="{FF2B5EF4-FFF2-40B4-BE49-F238E27FC236}">
                      <a16:creationId xmlns:a16="http://schemas.microsoft.com/office/drawing/2014/main" id="{1BE2B425-7CD2-35C7-6415-2BB27ED0A0ED}"/>
                    </a:ext>
                  </a:extLst>
                </p:cNvPr>
                <p:cNvPicPr/>
                <p:nvPr/>
              </p:nvPicPr>
              <p:blipFill>
                <a:blip r:embed="rId235"/>
                <a:stretch>
                  <a:fillRect/>
                </a:stretch>
              </p:blipFill>
              <p:spPr>
                <a:xfrm>
                  <a:off x="8526783" y="5373193"/>
                  <a:ext cx="23400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7" name="Ink 146">
                  <a:extLst>
                    <a:ext uri="{FF2B5EF4-FFF2-40B4-BE49-F238E27FC236}">
                      <a16:creationId xmlns:a16="http://schemas.microsoft.com/office/drawing/2014/main" id="{A764B39C-A05E-E1F2-48B4-11E5391C05DD}"/>
                    </a:ext>
                  </a:extLst>
                </p14:cNvPr>
                <p14:cNvContentPartPr/>
                <p14:nvPr/>
              </p14:nvContentPartPr>
              <p14:xfrm>
                <a:off x="8746383" y="5498473"/>
                <a:ext cx="193320" cy="104400"/>
              </p14:xfrm>
            </p:contentPart>
          </mc:Choice>
          <mc:Fallback xmlns="">
            <p:pic>
              <p:nvPicPr>
                <p:cNvPr id="147" name="Ink 146">
                  <a:extLst>
                    <a:ext uri="{FF2B5EF4-FFF2-40B4-BE49-F238E27FC236}">
                      <a16:creationId xmlns:a16="http://schemas.microsoft.com/office/drawing/2014/main" id="{A764B39C-A05E-E1F2-48B4-11E5391C05DD}"/>
                    </a:ext>
                  </a:extLst>
                </p:cNvPr>
                <p:cNvPicPr/>
                <p:nvPr/>
              </p:nvPicPr>
              <p:blipFill>
                <a:blip r:embed="rId237"/>
                <a:stretch>
                  <a:fillRect/>
                </a:stretch>
              </p:blipFill>
              <p:spPr>
                <a:xfrm>
                  <a:off x="8728743" y="5480473"/>
                  <a:ext cx="2289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8" name="Ink 147">
                  <a:extLst>
                    <a:ext uri="{FF2B5EF4-FFF2-40B4-BE49-F238E27FC236}">
                      <a16:creationId xmlns:a16="http://schemas.microsoft.com/office/drawing/2014/main" id="{CB21ABF1-2063-F6C5-146B-1411B9B95381}"/>
                    </a:ext>
                  </a:extLst>
                </p14:cNvPr>
                <p14:cNvContentPartPr/>
                <p14:nvPr/>
              </p14:nvContentPartPr>
              <p14:xfrm>
                <a:off x="8978223" y="5485873"/>
                <a:ext cx="32400" cy="93600"/>
              </p14:xfrm>
            </p:contentPart>
          </mc:Choice>
          <mc:Fallback xmlns="">
            <p:pic>
              <p:nvPicPr>
                <p:cNvPr id="148" name="Ink 147">
                  <a:extLst>
                    <a:ext uri="{FF2B5EF4-FFF2-40B4-BE49-F238E27FC236}">
                      <a16:creationId xmlns:a16="http://schemas.microsoft.com/office/drawing/2014/main" id="{CB21ABF1-2063-F6C5-146B-1411B9B95381}"/>
                    </a:ext>
                  </a:extLst>
                </p:cNvPr>
                <p:cNvPicPr/>
                <p:nvPr/>
              </p:nvPicPr>
              <p:blipFill>
                <a:blip r:embed="rId239"/>
                <a:stretch>
                  <a:fillRect/>
                </a:stretch>
              </p:blipFill>
              <p:spPr>
                <a:xfrm>
                  <a:off x="8960223" y="5467873"/>
                  <a:ext cx="6804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9" name="Ink 148">
                  <a:extLst>
                    <a:ext uri="{FF2B5EF4-FFF2-40B4-BE49-F238E27FC236}">
                      <a16:creationId xmlns:a16="http://schemas.microsoft.com/office/drawing/2014/main" id="{ABDCB40E-1648-6EB7-DEB3-C931EAE6FE40}"/>
                    </a:ext>
                  </a:extLst>
                </p14:cNvPr>
                <p14:cNvContentPartPr/>
                <p14:nvPr/>
              </p14:nvContentPartPr>
              <p14:xfrm>
                <a:off x="9073623" y="5442313"/>
                <a:ext cx="76680" cy="131040"/>
              </p14:xfrm>
            </p:contentPart>
          </mc:Choice>
          <mc:Fallback xmlns="">
            <p:pic>
              <p:nvPicPr>
                <p:cNvPr id="149" name="Ink 148">
                  <a:extLst>
                    <a:ext uri="{FF2B5EF4-FFF2-40B4-BE49-F238E27FC236}">
                      <a16:creationId xmlns:a16="http://schemas.microsoft.com/office/drawing/2014/main" id="{ABDCB40E-1648-6EB7-DEB3-C931EAE6FE40}"/>
                    </a:ext>
                  </a:extLst>
                </p:cNvPr>
                <p:cNvPicPr/>
                <p:nvPr/>
              </p:nvPicPr>
              <p:blipFill>
                <a:blip r:embed="rId241"/>
                <a:stretch>
                  <a:fillRect/>
                </a:stretch>
              </p:blipFill>
              <p:spPr>
                <a:xfrm>
                  <a:off x="9055983" y="5424673"/>
                  <a:ext cx="11232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50" name="Ink 149">
                  <a:extLst>
                    <a:ext uri="{FF2B5EF4-FFF2-40B4-BE49-F238E27FC236}">
                      <a16:creationId xmlns:a16="http://schemas.microsoft.com/office/drawing/2014/main" id="{B9297DED-D593-EFD7-A5F0-DF7A8F92B315}"/>
                    </a:ext>
                  </a:extLst>
                </p14:cNvPr>
                <p14:cNvContentPartPr/>
                <p14:nvPr/>
              </p14:nvContentPartPr>
              <p14:xfrm>
                <a:off x="9232743" y="5422513"/>
                <a:ext cx="51480" cy="164160"/>
              </p14:xfrm>
            </p:contentPart>
          </mc:Choice>
          <mc:Fallback xmlns="">
            <p:pic>
              <p:nvPicPr>
                <p:cNvPr id="150" name="Ink 149">
                  <a:extLst>
                    <a:ext uri="{FF2B5EF4-FFF2-40B4-BE49-F238E27FC236}">
                      <a16:creationId xmlns:a16="http://schemas.microsoft.com/office/drawing/2014/main" id="{B9297DED-D593-EFD7-A5F0-DF7A8F92B315}"/>
                    </a:ext>
                  </a:extLst>
                </p:cNvPr>
                <p:cNvPicPr/>
                <p:nvPr/>
              </p:nvPicPr>
              <p:blipFill>
                <a:blip r:embed="rId243"/>
                <a:stretch>
                  <a:fillRect/>
                </a:stretch>
              </p:blipFill>
              <p:spPr>
                <a:xfrm>
                  <a:off x="9214743" y="5404513"/>
                  <a:ext cx="87120" cy="199800"/>
                </a:xfrm>
                <a:prstGeom prst="rect">
                  <a:avLst/>
                </a:prstGeom>
              </p:spPr>
            </p:pic>
          </mc:Fallback>
        </mc:AlternateContent>
      </p:grpSp>
      <p:grpSp>
        <p:nvGrpSpPr>
          <p:cNvPr id="155" name="Group 154">
            <a:extLst>
              <a:ext uri="{FF2B5EF4-FFF2-40B4-BE49-F238E27FC236}">
                <a16:creationId xmlns:a16="http://schemas.microsoft.com/office/drawing/2014/main" id="{915D8016-E4CB-D571-470C-6D2C31132EFA}"/>
              </a:ext>
            </a:extLst>
          </p:cNvPr>
          <p:cNvGrpSpPr/>
          <p:nvPr/>
        </p:nvGrpSpPr>
        <p:grpSpPr>
          <a:xfrm>
            <a:off x="8240223" y="3344953"/>
            <a:ext cx="1687320" cy="2926080"/>
            <a:chOff x="8240223" y="3344953"/>
            <a:chExt cx="1687320" cy="2926080"/>
          </a:xfrm>
        </p:grpSpPr>
        <mc:AlternateContent xmlns:mc="http://schemas.openxmlformats.org/markup-compatibility/2006" xmlns:p14="http://schemas.microsoft.com/office/powerpoint/2010/main">
          <mc:Choice Requires="p14">
            <p:contentPart p14:bwMode="auto" r:id="rId244">
              <p14:nvContentPartPr>
                <p14:cNvPr id="152" name="Ink 151">
                  <a:extLst>
                    <a:ext uri="{FF2B5EF4-FFF2-40B4-BE49-F238E27FC236}">
                      <a16:creationId xmlns:a16="http://schemas.microsoft.com/office/drawing/2014/main" id="{0BC7B85A-5972-0B00-9B6F-7E8FA6DBFCEE}"/>
                    </a:ext>
                  </a:extLst>
                </p14:cNvPr>
                <p14:cNvContentPartPr/>
                <p14:nvPr/>
              </p14:nvContentPartPr>
              <p14:xfrm>
                <a:off x="8240223" y="3344953"/>
                <a:ext cx="1395360" cy="2926080"/>
              </p14:xfrm>
            </p:contentPart>
          </mc:Choice>
          <mc:Fallback xmlns="">
            <p:pic>
              <p:nvPicPr>
                <p:cNvPr id="152" name="Ink 151">
                  <a:extLst>
                    <a:ext uri="{FF2B5EF4-FFF2-40B4-BE49-F238E27FC236}">
                      <a16:creationId xmlns:a16="http://schemas.microsoft.com/office/drawing/2014/main" id="{0BC7B85A-5972-0B00-9B6F-7E8FA6DBFCEE}"/>
                    </a:ext>
                  </a:extLst>
                </p:cNvPr>
                <p:cNvPicPr/>
                <p:nvPr/>
              </p:nvPicPr>
              <p:blipFill>
                <a:blip r:embed="rId245"/>
                <a:stretch>
                  <a:fillRect/>
                </a:stretch>
              </p:blipFill>
              <p:spPr>
                <a:xfrm>
                  <a:off x="8177583" y="3282313"/>
                  <a:ext cx="1521000" cy="30517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3" name="Ink 152">
                  <a:extLst>
                    <a:ext uri="{FF2B5EF4-FFF2-40B4-BE49-F238E27FC236}">
                      <a16:creationId xmlns:a16="http://schemas.microsoft.com/office/drawing/2014/main" id="{2C1B572D-74EC-8466-988E-8C24F58E573C}"/>
                    </a:ext>
                  </a:extLst>
                </p14:cNvPr>
                <p14:cNvContentPartPr/>
                <p14:nvPr/>
              </p14:nvContentPartPr>
              <p14:xfrm>
                <a:off x="9443343" y="4458793"/>
                <a:ext cx="484200" cy="32040"/>
              </p14:xfrm>
            </p:contentPart>
          </mc:Choice>
          <mc:Fallback xmlns="">
            <p:pic>
              <p:nvPicPr>
                <p:cNvPr id="153" name="Ink 152">
                  <a:extLst>
                    <a:ext uri="{FF2B5EF4-FFF2-40B4-BE49-F238E27FC236}">
                      <a16:creationId xmlns:a16="http://schemas.microsoft.com/office/drawing/2014/main" id="{2C1B572D-74EC-8466-988E-8C24F58E573C}"/>
                    </a:ext>
                  </a:extLst>
                </p:cNvPr>
                <p:cNvPicPr/>
                <p:nvPr/>
              </p:nvPicPr>
              <p:blipFill>
                <a:blip r:embed="rId247"/>
                <a:stretch>
                  <a:fillRect/>
                </a:stretch>
              </p:blipFill>
              <p:spPr>
                <a:xfrm>
                  <a:off x="9380343" y="4395793"/>
                  <a:ext cx="60984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4" name="Ink 153">
                  <a:extLst>
                    <a:ext uri="{FF2B5EF4-FFF2-40B4-BE49-F238E27FC236}">
                      <a16:creationId xmlns:a16="http://schemas.microsoft.com/office/drawing/2014/main" id="{960F7AE2-1A28-A44F-0677-C768158453BC}"/>
                    </a:ext>
                  </a:extLst>
                </p14:cNvPr>
                <p14:cNvContentPartPr/>
                <p14:nvPr/>
              </p14:nvContentPartPr>
              <p14:xfrm>
                <a:off x="9748623" y="4312993"/>
                <a:ext cx="110880" cy="312840"/>
              </p14:xfrm>
            </p:contentPart>
          </mc:Choice>
          <mc:Fallback xmlns="">
            <p:pic>
              <p:nvPicPr>
                <p:cNvPr id="154" name="Ink 153">
                  <a:extLst>
                    <a:ext uri="{FF2B5EF4-FFF2-40B4-BE49-F238E27FC236}">
                      <a16:creationId xmlns:a16="http://schemas.microsoft.com/office/drawing/2014/main" id="{960F7AE2-1A28-A44F-0677-C768158453BC}"/>
                    </a:ext>
                  </a:extLst>
                </p:cNvPr>
                <p:cNvPicPr/>
                <p:nvPr/>
              </p:nvPicPr>
              <p:blipFill>
                <a:blip r:embed="rId249"/>
                <a:stretch>
                  <a:fillRect/>
                </a:stretch>
              </p:blipFill>
              <p:spPr>
                <a:xfrm>
                  <a:off x="9685983" y="4250353"/>
                  <a:ext cx="236520" cy="438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0">
            <p14:nvContentPartPr>
              <p14:cNvPr id="156" name="Ink 155">
                <a:extLst>
                  <a:ext uri="{FF2B5EF4-FFF2-40B4-BE49-F238E27FC236}">
                    <a16:creationId xmlns:a16="http://schemas.microsoft.com/office/drawing/2014/main" id="{3D2F8D07-B1B1-5DB3-ABBA-8D5E17AFE4DD}"/>
                  </a:ext>
                </a:extLst>
              </p14:cNvPr>
              <p14:cNvContentPartPr/>
              <p14:nvPr/>
            </p14:nvContentPartPr>
            <p14:xfrm>
              <a:off x="10109703" y="3941833"/>
              <a:ext cx="1254960" cy="1090800"/>
            </p14:xfrm>
          </p:contentPart>
        </mc:Choice>
        <mc:Fallback xmlns="">
          <p:pic>
            <p:nvPicPr>
              <p:cNvPr id="156" name="Ink 155">
                <a:extLst>
                  <a:ext uri="{FF2B5EF4-FFF2-40B4-BE49-F238E27FC236}">
                    <a16:creationId xmlns:a16="http://schemas.microsoft.com/office/drawing/2014/main" id="{3D2F8D07-B1B1-5DB3-ABBA-8D5E17AFE4DD}"/>
                  </a:ext>
                </a:extLst>
              </p:cNvPr>
              <p:cNvPicPr/>
              <p:nvPr/>
            </p:nvPicPr>
            <p:blipFill>
              <a:blip r:embed="rId251"/>
              <a:stretch>
                <a:fillRect/>
              </a:stretch>
            </p:blipFill>
            <p:spPr>
              <a:xfrm>
                <a:off x="10047063" y="3878833"/>
                <a:ext cx="1380600" cy="1216440"/>
              </a:xfrm>
              <a:prstGeom prst="rect">
                <a:avLst/>
              </a:prstGeom>
            </p:spPr>
          </p:pic>
        </mc:Fallback>
      </mc:AlternateContent>
    </p:spTree>
    <p:extLst>
      <p:ext uri="{BB962C8B-B14F-4D97-AF65-F5344CB8AC3E}">
        <p14:creationId xmlns:p14="http://schemas.microsoft.com/office/powerpoint/2010/main" val="1348333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97CBD-9892-E7F1-82E4-C708F05B508D}"/>
              </a:ext>
            </a:extLst>
          </p:cNvPr>
          <p:cNvSpPr>
            <a:spLocks noGrp="1"/>
          </p:cNvSpPr>
          <p:nvPr>
            <p:ph type="title"/>
          </p:nvPr>
        </p:nvSpPr>
        <p:spPr>
          <a:xfrm>
            <a:off x="78739" y="14986"/>
            <a:ext cx="10328275" cy="492443"/>
          </a:xfrm>
        </p:spPr>
        <p:txBody>
          <a:bodyPr/>
          <a:lstStyle/>
          <a:p>
            <a:r>
              <a:rPr lang="en-US" dirty="0"/>
              <a:t>Signal to noise ratio</a:t>
            </a:r>
          </a:p>
        </p:txBody>
      </p:sp>
      <p:grpSp>
        <p:nvGrpSpPr>
          <p:cNvPr id="9" name="Group 8">
            <a:extLst>
              <a:ext uri="{FF2B5EF4-FFF2-40B4-BE49-F238E27FC236}">
                <a16:creationId xmlns:a16="http://schemas.microsoft.com/office/drawing/2014/main" id="{7006D939-9708-6F4F-A7D7-BC9D47D85C6C}"/>
              </a:ext>
            </a:extLst>
          </p:cNvPr>
          <p:cNvGrpSpPr/>
          <p:nvPr/>
        </p:nvGrpSpPr>
        <p:grpSpPr>
          <a:xfrm>
            <a:off x="958863" y="1759153"/>
            <a:ext cx="1608840" cy="761040"/>
            <a:chOff x="958863" y="1759153"/>
            <a:chExt cx="1608840" cy="76104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87ED372-2CC2-C5C4-EBFD-503DF86B8BD2}"/>
                    </a:ext>
                  </a:extLst>
                </p14:cNvPr>
                <p14:cNvContentPartPr/>
                <p14:nvPr/>
              </p14:nvContentPartPr>
              <p14:xfrm>
                <a:off x="958863" y="1782913"/>
                <a:ext cx="448560" cy="677880"/>
              </p14:xfrm>
            </p:contentPart>
          </mc:Choice>
          <mc:Fallback xmlns="">
            <p:pic>
              <p:nvPicPr>
                <p:cNvPr id="4" name="Ink 3">
                  <a:extLst>
                    <a:ext uri="{FF2B5EF4-FFF2-40B4-BE49-F238E27FC236}">
                      <a16:creationId xmlns:a16="http://schemas.microsoft.com/office/drawing/2014/main" id="{487ED372-2CC2-C5C4-EBFD-503DF86B8BD2}"/>
                    </a:ext>
                  </a:extLst>
                </p:cNvPr>
                <p:cNvPicPr/>
                <p:nvPr/>
              </p:nvPicPr>
              <p:blipFill>
                <a:blip r:embed="rId3"/>
                <a:stretch>
                  <a:fillRect/>
                </a:stretch>
              </p:blipFill>
              <p:spPr>
                <a:xfrm>
                  <a:off x="896223" y="1719913"/>
                  <a:ext cx="574200" cy="803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D1ABE617-2791-3B0F-80BC-3E9F32034AD3}"/>
                    </a:ext>
                  </a:extLst>
                </p14:cNvPr>
                <p14:cNvContentPartPr/>
                <p14:nvPr/>
              </p14:nvContentPartPr>
              <p14:xfrm>
                <a:off x="1647183" y="1759153"/>
                <a:ext cx="80640" cy="761040"/>
              </p14:xfrm>
            </p:contentPart>
          </mc:Choice>
          <mc:Fallback xmlns="">
            <p:pic>
              <p:nvPicPr>
                <p:cNvPr id="5" name="Ink 4">
                  <a:extLst>
                    <a:ext uri="{FF2B5EF4-FFF2-40B4-BE49-F238E27FC236}">
                      <a16:creationId xmlns:a16="http://schemas.microsoft.com/office/drawing/2014/main" id="{D1ABE617-2791-3B0F-80BC-3E9F32034AD3}"/>
                    </a:ext>
                  </a:extLst>
                </p:cNvPr>
                <p:cNvPicPr/>
                <p:nvPr/>
              </p:nvPicPr>
              <p:blipFill>
                <a:blip r:embed="rId5"/>
                <a:stretch>
                  <a:fillRect/>
                </a:stretch>
              </p:blipFill>
              <p:spPr>
                <a:xfrm>
                  <a:off x="1584183" y="1696153"/>
                  <a:ext cx="206280" cy="886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479C3D50-D8FA-CC15-CF53-8B364D57340D}"/>
                    </a:ext>
                  </a:extLst>
                </p14:cNvPr>
                <p14:cNvContentPartPr/>
                <p14:nvPr/>
              </p14:nvContentPartPr>
              <p14:xfrm>
                <a:off x="1653303" y="1795513"/>
                <a:ext cx="354600" cy="495360"/>
              </p14:xfrm>
            </p:contentPart>
          </mc:Choice>
          <mc:Fallback xmlns="">
            <p:pic>
              <p:nvPicPr>
                <p:cNvPr id="6" name="Ink 5">
                  <a:extLst>
                    <a:ext uri="{FF2B5EF4-FFF2-40B4-BE49-F238E27FC236}">
                      <a16:creationId xmlns:a16="http://schemas.microsoft.com/office/drawing/2014/main" id="{479C3D50-D8FA-CC15-CF53-8B364D57340D}"/>
                    </a:ext>
                  </a:extLst>
                </p:cNvPr>
                <p:cNvPicPr/>
                <p:nvPr/>
              </p:nvPicPr>
              <p:blipFill>
                <a:blip r:embed="rId7"/>
                <a:stretch>
                  <a:fillRect/>
                </a:stretch>
              </p:blipFill>
              <p:spPr>
                <a:xfrm>
                  <a:off x="1590663" y="1732873"/>
                  <a:ext cx="480240" cy="621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7079DD42-5BEB-9B3B-AC9A-CEFDED7B406D}"/>
                    </a:ext>
                  </a:extLst>
                </p14:cNvPr>
                <p14:cNvContentPartPr/>
                <p14:nvPr/>
              </p14:nvContentPartPr>
              <p14:xfrm>
                <a:off x="2212743" y="1872193"/>
                <a:ext cx="84600" cy="536760"/>
              </p14:xfrm>
            </p:contentPart>
          </mc:Choice>
          <mc:Fallback xmlns="">
            <p:pic>
              <p:nvPicPr>
                <p:cNvPr id="7" name="Ink 6">
                  <a:extLst>
                    <a:ext uri="{FF2B5EF4-FFF2-40B4-BE49-F238E27FC236}">
                      <a16:creationId xmlns:a16="http://schemas.microsoft.com/office/drawing/2014/main" id="{7079DD42-5BEB-9B3B-AC9A-CEFDED7B406D}"/>
                    </a:ext>
                  </a:extLst>
                </p:cNvPr>
                <p:cNvPicPr/>
                <p:nvPr/>
              </p:nvPicPr>
              <p:blipFill>
                <a:blip r:embed="rId9"/>
                <a:stretch>
                  <a:fillRect/>
                </a:stretch>
              </p:blipFill>
              <p:spPr>
                <a:xfrm>
                  <a:off x="2150103" y="1809553"/>
                  <a:ext cx="210240" cy="662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DDE78216-F497-BB94-3C3C-D37CE71532E2}"/>
                    </a:ext>
                  </a:extLst>
                </p14:cNvPr>
                <p14:cNvContentPartPr/>
                <p14:nvPr/>
              </p14:nvContentPartPr>
              <p14:xfrm>
                <a:off x="2219223" y="1797673"/>
                <a:ext cx="348480" cy="463320"/>
              </p14:xfrm>
            </p:contentPart>
          </mc:Choice>
          <mc:Fallback xmlns="">
            <p:pic>
              <p:nvPicPr>
                <p:cNvPr id="8" name="Ink 7">
                  <a:extLst>
                    <a:ext uri="{FF2B5EF4-FFF2-40B4-BE49-F238E27FC236}">
                      <a16:creationId xmlns:a16="http://schemas.microsoft.com/office/drawing/2014/main" id="{DDE78216-F497-BB94-3C3C-D37CE71532E2}"/>
                    </a:ext>
                  </a:extLst>
                </p:cNvPr>
                <p:cNvPicPr/>
                <p:nvPr/>
              </p:nvPicPr>
              <p:blipFill>
                <a:blip r:embed="rId11"/>
                <a:stretch>
                  <a:fillRect/>
                </a:stretch>
              </p:blipFill>
              <p:spPr>
                <a:xfrm>
                  <a:off x="2156223" y="1734673"/>
                  <a:ext cx="474120" cy="588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4D4C565-250F-93C5-5DC4-03697742D9E6}"/>
                  </a:ext>
                </a:extLst>
              </p14:cNvPr>
              <p14:cNvContentPartPr/>
              <p14:nvPr/>
            </p14:nvContentPartPr>
            <p14:xfrm>
              <a:off x="4123263" y="2289433"/>
              <a:ext cx="266040" cy="14400"/>
            </p14:xfrm>
          </p:contentPart>
        </mc:Choice>
        <mc:Fallback xmlns="">
          <p:pic>
            <p:nvPicPr>
              <p:cNvPr id="10" name="Ink 9">
                <a:extLst>
                  <a:ext uri="{FF2B5EF4-FFF2-40B4-BE49-F238E27FC236}">
                    <a16:creationId xmlns:a16="http://schemas.microsoft.com/office/drawing/2014/main" id="{A4D4C565-250F-93C5-5DC4-03697742D9E6}"/>
                  </a:ext>
                </a:extLst>
              </p:cNvPr>
              <p:cNvPicPr/>
              <p:nvPr/>
            </p:nvPicPr>
            <p:blipFill>
              <a:blip r:embed="rId13"/>
              <a:stretch>
                <a:fillRect/>
              </a:stretch>
            </p:blipFill>
            <p:spPr>
              <a:xfrm>
                <a:off x="4105623" y="2271433"/>
                <a:ext cx="301680" cy="50040"/>
              </a:xfrm>
              <a:prstGeom prst="rect">
                <a:avLst/>
              </a:prstGeom>
            </p:spPr>
          </p:pic>
        </mc:Fallback>
      </mc:AlternateContent>
      <p:grpSp>
        <p:nvGrpSpPr>
          <p:cNvPr id="18" name="Group 17">
            <a:extLst>
              <a:ext uri="{FF2B5EF4-FFF2-40B4-BE49-F238E27FC236}">
                <a16:creationId xmlns:a16="http://schemas.microsoft.com/office/drawing/2014/main" id="{B0284AA3-D7C6-EF02-20AF-4C15DA33C733}"/>
              </a:ext>
            </a:extLst>
          </p:cNvPr>
          <p:cNvGrpSpPr/>
          <p:nvPr/>
        </p:nvGrpSpPr>
        <p:grpSpPr>
          <a:xfrm>
            <a:off x="4297863" y="1633873"/>
            <a:ext cx="5060520" cy="765720"/>
            <a:chOff x="4297863" y="1633873"/>
            <a:chExt cx="5060520" cy="765720"/>
          </a:xfrm>
        </p:grpSpPr>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B70D1534-2284-E7EB-C4D5-964E8CA7D37C}"/>
                    </a:ext>
                  </a:extLst>
                </p14:cNvPr>
                <p14:cNvContentPartPr/>
                <p14:nvPr/>
              </p14:nvContentPartPr>
              <p14:xfrm>
                <a:off x="4297863" y="1633873"/>
                <a:ext cx="2404800" cy="765720"/>
              </p14:xfrm>
            </p:contentPart>
          </mc:Choice>
          <mc:Fallback xmlns="">
            <p:pic>
              <p:nvPicPr>
                <p:cNvPr id="11" name="Ink 10">
                  <a:extLst>
                    <a:ext uri="{FF2B5EF4-FFF2-40B4-BE49-F238E27FC236}">
                      <a16:creationId xmlns:a16="http://schemas.microsoft.com/office/drawing/2014/main" id="{B70D1534-2284-E7EB-C4D5-964E8CA7D37C}"/>
                    </a:ext>
                  </a:extLst>
                </p:cNvPr>
                <p:cNvPicPr/>
                <p:nvPr/>
              </p:nvPicPr>
              <p:blipFill>
                <a:blip r:embed="rId15"/>
                <a:stretch>
                  <a:fillRect/>
                </a:stretch>
              </p:blipFill>
              <p:spPr>
                <a:xfrm>
                  <a:off x="4280223" y="1616233"/>
                  <a:ext cx="2440440" cy="801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4A8D2E48-851C-949B-D0E1-8424AA14D48A}"/>
                    </a:ext>
                  </a:extLst>
                </p14:cNvPr>
                <p14:cNvContentPartPr/>
                <p14:nvPr/>
              </p14:nvContentPartPr>
              <p14:xfrm>
                <a:off x="6609423" y="1650073"/>
                <a:ext cx="446760" cy="703440"/>
              </p14:xfrm>
            </p:contentPart>
          </mc:Choice>
          <mc:Fallback xmlns="">
            <p:pic>
              <p:nvPicPr>
                <p:cNvPr id="12" name="Ink 11">
                  <a:extLst>
                    <a:ext uri="{FF2B5EF4-FFF2-40B4-BE49-F238E27FC236}">
                      <a16:creationId xmlns:a16="http://schemas.microsoft.com/office/drawing/2014/main" id="{4A8D2E48-851C-949B-D0E1-8424AA14D48A}"/>
                    </a:ext>
                  </a:extLst>
                </p:cNvPr>
                <p:cNvPicPr/>
                <p:nvPr/>
              </p:nvPicPr>
              <p:blipFill>
                <a:blip r:embed="rId17"/>
                <a:stretch>
                  <a:fillRect/>
                </a:stretch>
              </p:blipFill>
              <p:spPr>
                <a:xfrm>
                  <a:off x="6591423" y="1632433"/>
                  <a:ext cx="482400" cy="739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FD6D9C62-E0EC-395B-054D-FAE6297473E8}"/>
                    </a:ext>
                  </a:extLst>
                </p14:cNvPr>
                <p14:cNvContentPartPr/>
                <p14:nvPr/>
              </p14:nvContentPartPr>
              <p14:xfrm>
                <a:off x="6963663" y="1692913"/>
                <a:ext cx="537480" cy="680760"/>
              </p14:xfrm>
            </p:contentPart>
          </mc:Choice>
          <mc:Fallback xmlns="">
            <p:pic>
              <p:nvPicPr>
                <p:cNvPr id="14" name="Ink 13">
                  <a:extLst>
                    <a:ext uri="{FF2B5EF4-FFF2-40B4-BE49-F238E27FC236}">
                      <a16:creationId xmlns:a16="http://schemas.microsoft.com/office/drawing/2014/main" id="{FD6D9C62-E0EC-395B-054D-FAE6297473E8}"/>
                    </a:ext>
                  </a:extLst>
                </p:cNvPr>
                <p:cNvPicPr/>
                <p:nvPr/>
              </p:nvPicPr>
              <p:blipFill>
                <a:blip r:embed="rId19"/>
                <a:stretch>
                  <a:fillRect/>
                </a:stretch>
              </p:blipFill>
              <p:spPr>
                <a:xfrm>
                  <a:off x="6946023" y="1675273"/>
                  <a:ext cx="573120" cy="716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1195D6C9-2128-BC19-1C1A-245CF942DC23}"/>
                    </a:ext>
                  </a:extLst>
                </p14:cNvPr>
                <p14:cNvContentPartPr/>
                <p14:nvPr/>
              </p14:nvContentPartPr>
              <p14:xfrm>
                <a:off x="7451463" y="2275753"/>
                <a:ext cx="602280" cy="23400"/>
              </p14:xfrm>
            </p:contentPart>
          </mc:Choice>
          <mc:Fallback xmlns="">
            <p:pic>
              <p:nvPicPr>
                <p:cNvPr id="15" name="Ink 14">
                  <a:extLst>
                    <a:ext uri="{FF2B5EF4-FFF2-40B4-BE49-F238E27FC236}">
                      <a16:creationId xmlns:a16="http://schemas.microsoft.com/office/drawing/2014/main" id="{1195D6C9-2128-BC19-1C1A-245CF942DC23}"/>
                    </a:ext>
                  </a:extLst>
                </p:cNvPr>
                <p:cNvPicPr/>
                <p:nvPr/>
              </p:nvPicPr>
              <p:blipFill>
                <a:blip r:embed="rId21"/>
                <a:stretch>
                  <a:fillRect/>
                </a:stretch>
              </p:blipFill>
              <p:spPr>
                <a:xfrm>
                  <a:off x="7433463" y="2257753"/>
                  <a:ext cx="63792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015700B2-B84B-0A3E-29F7-69736CC21837}"/>
                    </a:ext>
                  </a:extLst>
                </p14:cNvPr>
                <p14:cNvContentPartPr/>
                <p14:nvPr/>
              </p14:nvContentPartPr>
              <p14:xfrm>
                <a:off x="8111703" y="2283673"/>
                <a:ext cx="717120" cy="40320"/>
              </p14:xfrm>
            </p:contentPart>
          </mc:Choice>
          <mc:Fallback xmlns="">
            <p:pic>
              <p:nvPicPr>
                <p:cNvPr id="16" name="Ink 15">
                  <a:extLst>
                    <a:ext uri="{FF2B5EF4-FFF2-40B4-BE49-F238E27FC236}">
                      <a16:creationId xmlns:a16="http://schemas.microsoft.com/office/drawing/2014/main" id="{015700B2-B84B-0A3E-29F7-69736CC21837}"/>
                    </a:ext>
                  </a:extLst>
                </p:cNvPr>
                <p:cNvPicPr/>
                <p:nvPr/>
              </p:nvPicPr>
              <p:blipFill>
                <a:blip r:embed="rId23"/>
                <a:stretch>
                  <a:fillRect/>
                </a:stretch>
              </p:blipFill>
              <p:spPr>
                <a:xfrm>
                  <a:off x="8093703" y="2265673"/>
                  <a:ext cx="75276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E31D1925-6F6C-B6EC-8225-1C166B8BC700}"/>
                    </a:ext>
                  </a:extLst>
                </p14:cNvPr>
                <p14:cNvContentPartPr/>
                <p14:nvPr/>
              </p14:nvContentPartPr>
              <p14:xfrm>
                <a:off x="8830623" y="2268193"/>
                <a:ext cx="527760" cy="9720"/>
              </p14:xfrm>
            </p:contentPart>
          </mc:Choice>
          <mc:Fallback xmlns="">
            <p:pic>
              <p:nvPicPr>
                <p:cNvPr id="17" name="Ink 16">
                  <a:extLst>
                    <a:ext uri="{FF2B5EF4-FFF2-40B4-BE49-F238E27FC236}">
                      <a16:creationId xmlns:a16="http://schemas.microsoft.com/office/drawing/2014/main" id="{E31D1925-6F6C-B6EC-8225-1C166B8BC700}"/>
                    </a:ext>
                  </a:extLst>
                </p:cNvPr>
                <p:cNvPicPr/>
                <p:nvPr/>
              </p:nvPicPr>
              <p:blipFill>
                <a:blip r:embed="rId25"/>
                <a:stretch>
                  <a:fillRect/>
                </a:stretch>
              </p:blipFill>
              <p:spPr>
                <a:xfrm>
                  <a:off x="8812983" y="2250553"/>
                  <a:ext cx="563400" cy="45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21480046-C992-D8D1-6A88-38D9F81B2027}"/>
                  </a:ext>
                </a:extLst>
              </p14:cNvPr>
              <p14:cNvContentPartPr/>
              <p14:nvPr/>
            </p14:nvContentPartPr>
            <p14:xfrm>
              <a:off x="4370943" y="1250473"/>
              <a:ext cx="386280" cy="1269720"/>
            </p14:xfrm>
          </p:contentPart>
        </mc:Choice>
        <mc:Fallback xmlns="">
          <p:pic>
            <p:nvPicPr>
              <p:cNvPr id="19" name="Ink 18">
                <a:extLst>
                  <a:ext uri="{FF2B5EF4-FFF2-40B4-BE49-F238E27FC236}">
                    <a16:creationId xmlns:a16="http://schemas.microsoft.com/office/drawing/2014/main" id="{21480046-C992-D8D1-6A88-38D9F81B2027}"/>
                  </a:ext>
                </a:extLst>
              </p:cNvPr>
              <p:cNvPicPr/>
              <p:nvPr/>
            </p:nvPicPr>
            <p:blipFill>
              <a:blip r:embed="rId27"/>
              <a:stretch>
                <a:fillRect/>
              </a:stretch>
            </p:blipFill>
            <p:spPr>
              <a:xfrm>
                <a:off x="4317303" y="1142473"/>
                <a:ext cx="493920" cy="1485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15D0D9D0-F19B-A7EF-210C-03F780F8BF2F}"/>
                  </a:ext>
                </a:extLst>
              </p14:cNvPr>
              <p14:cNvContentPartPr/>
              <p14:nvPr/>
            </p14:nvContentPartPr>
            <p14:xfrm>
              <a:off x="5304783" y="1285033"/>
              <a:ext cx="152280" cy="1231920"/>
            </p14:xfrm>
          </p:contentPart>
        </mc:Choice>
        <mc:Fallback xmlns="">
          <p:pic>
            <p:nvPicPr>
              <p:cNvPr id="20" name="Ink 19">
                <a:extLst>
                  <a:ext uri="{FF2B5EF4-FFF2-40B4-BE49-F238E27FC236}">
                    <a16:creationId xmlns:a16="http://schemas.microsoft.com/office/drawing/2014/main" id="{15D0D9D0-F19B-A7EF-210C-03F780F8BF2F}"/>
                  </a:ext>
                </a:extLst>
              </p:cNvPr>
              <p:cNvPicPr/>
              <p:nvPr/>
            </p:nvPicPr>
            <p:blipFill>
              <a:blip r:embed="rId29"/>
              <a:stretch>
                <a:fillRect/>
              </a:stretch>
            </p:blipFill>
            <p:spPr>
              <a:xfrm>
                <a:off x="5250783" y="1177393"/>
                <a:ext cx="259920" cy="1447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EE3F01F0-A44C-452B-954F-0EEDCB51C370}"/>
                  </a:ext>
                </a:extLst>
              </p14:cNvPr>
              <p14:cNvContentPartPr/>
              <p14:nvPr/>
            </p14:nvContentPartPr>
            <p14:xfrm>
              <a:off x="5406663" y="1421473"/>
              <a:ext cx="331560" cy="988920"/>
            </p14:xfrm>
          </p:contentPart>
        </mc:Choice>
        <mc:Fallback xmlns="">
          <p:pic>
            <p:nvPicPr>
              <p:cNvPr id="21" name="Ink 20">
                <a:extLst>
                  <a:ext uri="{FF2B5EF4-FFF2-40B4-BE49-F238E27FC236}">
                    <a16:creationId xmlns:a16="http://schemas.microsoft.com/office/drawing/2014/main" id="{EE3F01F0-A44C-452B-954F-0EEDCB51C370}"/>
                  </a:ext>
                </a:extLst>
              </p:cNvPr>
              <p:cNvPicPr/>
              <p:nvPr/>
            </p:nvPicPr>
            <p:blipFill>
              <a:blip r:embed="rId31"/>
              <a:stretch>
                <a:fillRect/>
              </a:stretch>
            </p:blipFill>
            <p:spPr>
              <a:xfrm>
                <a:off x="5352663" y="1313473"/>
                <a:ext cx="439200" cy="12045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5790B7CF-72FD-67AD-0CB4-9BAE77CE2350}"/>
                  </a:ext>
                </a:extLst>
              </p14:cNvPr>
              <p14:cNvContentPartPr/>
              <p14:nvPr/>
            </p14:nvContentPartPr>
            <p14:xfrm>
              <a:off x="6276783" y="1323193"/>
              <a:ext cx="63720" cy="1165680"/>
            </p14:xfrm>
          </p:contentPart>
        </mc:Choice>
        <mc:Fallback xmlns="">
          <p:pic>
            <p:nvPicPr>
              <p:cNvPr id="22" name="Ink 21">
                <a:extLst>
                  <a:ext uri="{FF2B5EF4-FFF2-40B4-BE49-F238E27FC236}">
                    <a16:creationId xmlns:a16="http://schemas.microsoft.com/office/drawing/2014/main" id="{5790B7CF-72FD-67AD-0CB4-9BAE77CE2350}"/>
                  </a:ext>
                </a:extLst>
              </p:cNvPr>
              <p:cNvPicPr/>
              <p:nvPr/>
            </p:nvPicPr>
            <p:blipFill>
              <a:blip r:embed="rId33"/>
              <a:stretch>
                <a:fillRect/>
              </a:stretch>
            </p:blipFill>
            <p:spPr>
              <a:xfrm>
                <a:off x="6222783" y="1215193"/>
                <a:ext cx="171360" cy="13813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35E032CD-D4F4-E184-6E8E-957830321169}"/>
                  </a:ext>
                </a:extLst>
              </p14:cNvPr>
              <p14:cNvContentPartPr/>
              <p14:nvPr/>
            </p14:nvContentPartPr>
            <p14:xfrm>
              <a:off x="6199383" y="1395193"/>
              <a:ext cx="400680" cy="1018440"/>
            </p14:xfrm>
          </p:contentPart>
        </mc:Choice>
        <mc:Fallback xmlns="">
          <p:pic>
            <p:nvPicPr>
              <p:cNvPr id="23" name="Ink 22">
                <a:extLst>
                  <a:ext uri="{FF2B5EF4-FFF2-40B4-BE49-F238E27FC236}">
                    <a16:creationId xmlns:a16="http://schemas.microsoft.com/office/drawing/2014/main" id="{35E032CD-D4F4-E184-6E8E-957830321169}"/>
                  </a:ext>
                </a:extLst>
              </p:cNvPr>
              <p:cNvPicPr/>
              <p:nvPr/>
            </p:nvPicPr>
            <p:blipFill>
              <a:blip r:embed="rId35"/>
              <a:stretch>
                <a:fillRect/>
              </a:stretch>
            </p:blipFill>
            <p:spPr>
              <a:xfrm>
                <a:off x="6145383" y="1287193"/>
                <a:ext cx="508320" cy="1234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59ABA3F2-1DED-3510-2F6A-2E5FCD408D98}"/>
                  </a:ext>
                </a:extLst>
              </p14:cNvPr>
              <p14:cNvContentPartPr/>
              <p14:nvPr/>
            </p14:nvContentPartPr>
            <p14:xfrm>
              <a:off x="7107663" y="1289353"/>
              <a:ext cx="72720" cy="1149120"/>
            </p14:xfrm>
          </p:contentPart>
        </mc:Choice>
        <mc:Fallback xmlns="">
          <p:pic>
            <p:nvPicPr>
              <p:cNvPr id="24" name="Ink 23">
                <a:extLst>
                  <a:ext uri="{FF2B5EF4-FFF2-40B4-BE49-F238E27FC236}">
                    <a16:creationId xmlns:a16="http://schemas.microsoft.com/office/drawing/2014/main" id="{59ABA3F2-1DED-3510-2F6A-2E5FCD408D98}"/>
                  </a:ext>
                </a:extLst>
              </p:cNvPr>
              <p:cNvPicPr/>
              <p:nvPr/>
            </p:nvPicPr>
            <p:blipFill>
              <a:blip r:embed="rId37"/>
              <a:stretch>
                <a:fillRect/>
              </a:stretch>
            </p:blipFill>
            <p:spPr>
              <a:xfrm>
                <a:off x="7054023" y="1181713"/>
                <a:ext cx="180360" cy="13647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F4A27523-6766-2C00-2A5D-B4803D5CA813}"/>
                  </a:ext>
                </a:extLst>
              </p14:cNvPr>
              <p14:cNvContentPartPr/>
              <p14:nvPr/>
            </p14:nvContentPartPr>
            <p14:xfrm>
              <a:off x="7003983" y="1404193"/>
              <a:ext cx="496080" cy="1068480"/>
            </p14:xfrm>
          </p:contentPart>
        </mc:Choice>
        <mc:Fallback xmlns="">
          <p:pic>
            <p:nvPicPr>
              <p:cNvPr id="25" name="Ink 24">
                <a:extLst>
                  <a:ext uri="{FF2B5EF4-FFF2-40B4-BE49-F238E27FC236}">
                    <a16:creationId xmlns:a16="http://schemas.microsoft.com/office/drawing/2014/main" id="{F4A27523-6766-2C00-2A5D-B4803D5CA813}"/>
                  </a:ext>
                </a:extLst>
              </p:cNvPr>
              <p:cNvPicPr/>
              <p:nvPr/>
            </p:nvPicPr>
            <p:blipFill>
              <a:blip r:embed="rId39"/>
              <a:stretch>
                <a:fillRect/>
              </a:stretch>
            </p:blipFill>
            <p:spPr>
              <a:xfrm>
                <a:off x="6950343" y="1296193"/>
                <a:ext cx="603720" cy="1284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Ink 26">
                <a:extLst>
                  <a:ext uri="{FF2B5EF4-FFF2-40B4-BE49-F238E27FC236}">
                    <a16:creationId xmlns:a16="http://schemas.microsoft.com/office/drawing/2014/main" id="{E3CF7D26-B9C2-3368-1BFF-42BF844A1010}"/>
                  </a:ext>
                </a:extLst>
              </p14:cNvPr>
              <p14:cNvContentPartPr/>
              <p14:nvPr/>
            </p14:nvContentPartPr>
            <p14:xfrm>
              <a:off x="8398263" y="1595713"/>
              <a:ext cx="307080" cy="924840"/>
            </p14:xfrm>
          </p:contentPart>
        </mc:Choice>
        <mc:Fallback xmlns="">
          <p:pic>
            <p:nvPicPr>
              <p:cNvPr id="27" name="Ink 26">
                <a:extLst>
                  <a:ext uri="{FF2B5EF4-FFF2-40B4-BE49-F238E27FC236}">
                    <a16:creationId xmlns:a16="http://schemas.microsoft.com/office/drawing/2014/main" id="{E3CF7D26-B9C2-3368-1BFF-42BF844A1010}"/>
                  </a:ext>
                </a:extLst>
              </p:cNvPr>
              <p:cNvPicPr/>
              <p:nvPr/>
            </p:nvPicPr>
            <p:blipFill>
              <a:blip r:embed="rId41"/>
              <a:stretch>
                <a:fillRect/>
              </a:stretch>
            </p:blipFill>
            <p:spPr>
              <a:xfrm>
                <a:off x="8344623" y="1487713"/>
                <a:ext cx="414720" cy="11404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9F2ECF48-8E45-5E0C-A2C0-4D1C9742E5DF}"/>
                  </a:ext>
                </a:extLst>
              </p14:cNvPr>
              <p14:cNvContentPartPr/>
              <p14:nvPr/>
            </p14:nvContentPartPr>
            <p14:xfrm>
              <a:off x="4808343" y="1419673"/>
              <a:ext cx="399960" cy="1185840"/>
            </p14:xfrm>
          </p:contentPart>
        </mc:Choice>
        <mc:Fallback xmlns="">
          <p:pic>
            <p:nvPicPr>
              <p:cNvPr id="28" name="Ink 27">
                <a:extLst>
                  <a:ext uri="{FF2B5EF4-FFF2-40B4-BE49-F238E27FC236}">
                    <a16:creationId xmlns:a16="http://schemas.microsoft.com/office/drawing/2014/main" id="{9F2ECF48-8E45-5E0C-A2C0-4D1C9742E5DF}"/>
                  </a:ext>
                </a:extLst>
              </p:cNvPr>
              <p:cNvPicPr/>
              <p:nvPr/>
            </p:nvPicPr>
            <p:blipFill>
              <a:blip r:embed="rId43"/>
              <a:stretch>
                <a:fillRect/>
              </a:stretch>
            </p:blipFill>
            <p:spPr>
              <a:xfrm>
                <a:off x="4754703" y="1312033"/>
                <a:ext cx="507600" cy="14014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10F8D9FE-D621-1E3E-538A-50F198467DE2}"/>
                  </a:ext>
                </a:extLst>
              </p14:cNvPr>
              <p14:cNvContentPartPr/>
              <p14:nvPr/>
            </p14:nvContentPartPr>
            <p14:xfrm>
              <a:off x="5839743" y="1473313"/>
              <a:ext cx="272880" cy="894240"/>
            </p14:xfrm>
          </p:contentPart>
        </mc:Choice>
        <mc:Fallback xmlns="">
          <p:pic>
            <p:nvPicPr>
              <p:cNvPr id="29" name="Ink 28">
                <a:extLst>
                  <a:ext uri="{FF2B5EF4-FFF2-40B4-BE49-F238E27FC236}">
                    <a16:creationId xmlns:a16="http://schemas.microsoft.com/office/drawing/2014/main" id="{10F8D9FE-D621-1E3E-538A-50F198467DE2}"/>
                  </a:ext>
                </a:extLst>
              </p:cNvPr>
              <p:cNvPicPr/>
              <p:nvPr/>
            </p:nvPicPr>
            <p:blipFill>
              <a:blip r:embed="rId45"/>
              <a:stretch>
                <a:fillRect/>
              </a:stretch>
            </p:blipFill>
            <p:spPr>
              <a:xfrm>
                <a:off x="5785743" y="1365673"/>
                <a:ext cx="380520" cy="11098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B025D7B2-6DE0-475D-9202-CC1CF2B63F96}"/>
                  </a:ext>
                </a:extLst>
              </p14:cNvPr>
              <p14:cNvContentPartPr/>
              <p14:nvPr/>
            </p14:nvContentPartPr>
            <p14:xfrm>
              <a:off x="6636423" y="1369273"/>
              <a:ext cx="40680" cy="1123560"/>
            </p14:xfrm>
          </p:contentPart>
        </mc:Choice>
        <mc:Fallback xmlns="">
          <p:pic>
            <p:nvPicPr>
              <p:cNvPr id="30" name="Ink 29">
                <a:extLst>
                  <a:ext uri="{FF2B5EF4-FFF2-40B4-BE49-F238E27FC236}">
                    <a16:creationId xmlns:a16="http://schemas.microsoft.com/office/drawing/2014/main" id="{B025D7B2-6DE0-475D-9202-CC1CF2B63F96}"/>
                  </a:ext>
                </a:extLst>
              </p:cNvPr>
              <p:cNvPicPr/>
              <p:nvPr/>
            </p:nvPicPr>
            <p:blipFill>
              <a:blip r:embed="rId47"/>
              <a:stretch>
                <a:fillRect/>
              </a:stretch>
            </p:blipFill>
            <p:spPr>
              <a:xfrm>
                <a:off x="6582783" y="1261273"/>
                <a:ext cx="148320" cy="13392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30359DC3-1EAF-BE44-5F23-493EA5917050}"/>
                  </a:ext>
                </a:extLst>
              </p14:cNvPr>
              <p14:cNvContentPartPr/>
              <p14:nvPr/>
            </p14:nvContentPartPr>
            <p14:xfrm>
              <a:off x="6727143" y="1516153"/>
              <a:ext cx="213480" cy="940320"/>
            </p14:xfrm>
          </p:contentPart>
        </mc:Choice>
        <mc:Fallback xmlns="">
          <p:pic>
            <p:nvPicPr>
              <p:cNvPr id="31" name="Ink 30">
                <a:extLst>
                  <a:ext uri="{FF2B5EF4-FFF2-40B4-BE49-F238E27FC236}">
                    <a16:creationId xmlns:a16="http://schemas.microsoft.com/office/drawing/2014/main" id="{30359DC3-1EAF-BE44-5F23-493EA5917050}"/>
                  </a:ext>
                </a:extLst>
              </p:cNvPr>
              <p:cNvPicPr/>
              <p:nvPr/>
            </p:nvPicPr>
            <p:blipFill>
              <a:blip r:embed="rId49"/>
              <a:stretch>
                <a:fillRect/>
              </a:stretch>
            </p:blipFill>
            <p:spPr>
              <a:xfrm>
                <a:off x="6673503" y="1408153"/>
                <a:ext cx="321120" cy="1155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2ED5342D-BE45-B6D3-B454-0D342EF72F4E}"/>
                  </a:ext>
                </a:extLst>
              </p14:cNvPr>
              <p14:cNvContentPartPr/>
              <p14:nvPr/>
            </p14:nvContentPartPr>
            <p14:xfrm>
              <a:off x="7492863" y="1514713"/>
              <a:ext cx="275040" cy="989280"/>
            </p14:xfrm>
          </p:contentPart>
        </mc:Choice>
        <mc:Fallback xmlns="">
          <p:pic>
            <p:nvPicPr>
              <p:cNvPr id="32" name="Ink 31">
                <a:extLst>
                  <a:ext uri="{FF2B5EF4-FFF2-40B4-BE49-F238E27FC236}">
                    <a16:creationId xmlns:a16="http://schemas.microsoft.com/office/drawing/2014/main" id="{2ED5342D-BE45-B6D3-B454-0D342EF72F4E}"/>
                  </a:ext>
                </a:extLst>
              </p:cNvPr>
              <p:cNvPicPr/>
              <p:nvPr/>
            </p:nvPicPr>
            <p:blipFill>
              <a:blip r:embed="rId51"/>
              <a:stretch>
                <a:fillRect/>
              </a:stretch>
            </p:blipFill>
            <p:spPr>
              <a:xfrm>
                <a:off x="7438863" y="1406713"/>
                <a:ext cx="382680" cy="12049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2CA941D6-C9D6-2F10-1E67-D1851319F3FB}"/>
                  </a:ext>
                </a:extLst>
              </p14:cNvPr>
              <p14:cNvContentPartPr/>
              <p14:nvPr/>
            </p14:nvContentPartPr>
            <p14:xfrm>
              <a:off x="7758543" y="1600753"/>
              <a:ext cx="316440" cy="986760"/>
            </p14:xfrm>
          </p:contentPart>
        </mc:Choice>
        <mc:Fallback xmlns="">
          <p:pic>
            <p:nvPicPr>
              <p:cNvPr id="33" name="Ink 32">
                <a:extLst>
                  <a:ext uri="{FF2B5EF4-FFF2-40B4-BE49-F238E27FC236}">
                    <a16:creationId xmlns:a16="http://schemas.microsoft.com/office/drawing/2014/main" id="{2CA941D6-C9D6-2F10-1E67-D1851319F3FB}"/>
                  </a:ext>
                </a:extLst>
              </p:cNvPr>
              <p:cNvPicPr/>
              <p:nvPr/>
            </p:nvPicPr>
            <p:blipFill>
              <a:blip r:embed="rId53"/>
              <a:stretch>
                <a:fillRect/>
              </a:stretch>
            </p:blipFill>
            <p:spPr>
              <a:xfrm>
                <a:off x="7704903" y="1492753"/>
                <a:ext cx="424080" cy="12024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11462765-12F6-7451-8FCC-D47A9E16CF61}"/>
                  </a:ext>
                </a:extLst>
              </p14:cNvPr>
              <p14:cNvContentPartPr/>
              <p14:nvPr/>
            </p14:nvContentPartPr>
            <p14:xfrm>
              <a:off x="8029623" y="1604353"/>
              <a:ext cx="339120" cy="921600"/>
            </p14:xfrm>
          </p:contentPart>
        </mc:Choice>
        <mc:Fallback xmlns="">
          <p:pic>
            <p:nvPicPr>
              <p:cNvPr id="36" name="Ink 35">
                <a:extLst>
                  <a:ext uri="{FF2B5EF4-FFF2-40B4-BE49-F238E27FC236}">
                    <a16:creationId xmlns:a16="http://schemas.microsoft.com/office/drawing/2014/main" id="{11462765-12F6-7451-8FCC-D47A9E16CF61}"/>
                  </a:ext>
                </a:extLst>
              </p:cNvPr>
              <p:cNvPicPr/>
              <p:nvPr/>
            </p:nvPicPr>
            <p:blipFill>
              <a:blip r:embed="rId55"/>
              <a:stretch>
                <a:fillRect/>
              </a:stretch>
            </p:blipFill>
            <p:spPr>
              <a:xfrm>
                <a:off x="7975623" y="1496713"/>
                <a:ext cx="446760" cy="1137240"/>
              </a:xfrm>
              <a:prstGeom prst="rect">
                <a:avLst/>
              </a:prstGeom>
            </p:spPr>
          </p:pic>
        </mc:Fallback>
      </mc:AlternateContent>
      <p:grpSp>
        <p:nvGrpSpPr>
          <p:cNvPr id="46" name="Group 45">
            <a:extLst>
              <a:ext uri="{FF2B5EF4-FFF2-40B4-BE49-F238E27FC236}">
                <a16:creationId xmlns:a16="http://schemas.microsoft.com/office/drawing/2014/main" id="{90343028-B7B2-ADFE-4D7F-CB01589FA9EC}"/>
              </a:ext>
            </a:extLst>
          </p:cNvPr>
          <p:cNvGrpSpPr/>
          <p:nvPr/>
        </p:nvGrpSpPr>
        <p:grpSpPr>
          <a:xfrm>
            <a:off x="4462383" y="712273"/>
            <a:ext cx="936000" cy="350640"/>
            <a:chOff x="4462383" y="712273"/>
            <a:chExt cx="936000" cy="350640"/>
          </a:xfrm>
        </p:grpSpPr>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D2D45523-D423-5A8B-E223-9CD4E11AAD86}"/>
                    </a:ext>
                  </a:extLst>
                </p14:cNvPr>
                <p14:cNvContentPartPr/>
                <p14:nvPr/>
              </p14:nvContentPartPr>
              <p14:xfrm>
                <a:off x="4462383" y="712273"/>
                <a:ext cx="27000" cy="350640"/>
              </p14:xfrm>
            </p:contentPart>
          </mc:Choice>
          <mc:Fallback xmlns="">
            <p:pic>
              <p:nvPicPr>
                <p:cNvPr id="37" name="Ink 36">
                  <a:extLst>
                    <a:ext uri="{FF2B5EF4-FFF2-40B4-BE49-F238E27FC236}">
                      <a16:creationId xmlns:a16="http://schemas.microsoft.com/office/drawing/2014/main" id="{D2D45523-D423-5A8B-E223-9CD4E11AAD86}"/>
                    </a:ext>
                  </a:extLst>
                </p:cNvPr>
                <p:cNvPicPr/>
                <p:nvPr/>
              </p:nvPicPr>
              <p:blipFill>
                <a:blip r:embed="rId57"/>
                <a:stretch>
                  <a:fillRect/>
                </a:stretch>
              </p:blipFill>
              <p:spPr>
                <a:xfrm>
                  <a:off x="4444743" y="694633"/>
                  <a:ext cx="6264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DCE169E5-C93A-D20B-FA7E-B33175D19BBC}"/>
                    </a:ext>
                  </a:extLst>
                </p14:cNvPr>
                <p14:cNvContentPartPr/>
                <p14:nvPr/>
              </p14:nvContentPartPr>
              <p14:xfrm>
                <a:off x="4825983" y="771673"/>
                <a:ext cx="207000" cy="259920"/>
              </p14:xfrm>
            </p:contentPart>
          </mc:Choice>
          <mc:Fallback xmlns="">
            <p:pic>
              <p:nvPicPr>
                <p:cNvPr id="38" name="Ink 37">
                  <a:extLst>
                    <a:ext uri="{FF2B5EF4-FFF2-40B4-BE49-F238E27FC236}">
                      <a16:creationId xmlns:a16="http://schemas.microsoft.com/office/drawing/2014/main" id="{DCE169E5-C93A-D20B-FA7E-B33175D19BBC}"/>
                    </a:ext>
                  </a:extLst>
                </p:cNvPr>
                <p:cNvPicPr/>
                <p:nvPr/>
              </p:nvPicPr>
              <p:blipFill>
                <a:blip r:embed="rId59"/>
                <a:stretch>
                  <a:fillRect/>
                </a:stretch>
              </p:blipFill>
              <p:spPr>
                <a:xfrm>
                  <a:off x="4807983" y="753673"/>
                  <a:ext cx="24264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9" name="Ink 38">
                  <a:extLst>
                    <a:ext uri="{FF2B5EF4-FFF2-40B4-BE49-F238E27FC236}">
                      <a16:creationId xmlns:a16="http://schemas.microsoft.com/office/drawing/2014/main" id="{4FA2010C-242B-37D9-9D0A-5240B7D60565}"/>
                    </a:ext>
                  </a:extLst>
                </p14:cNvPr>
                <p14:cNvContentPartPr/>
                <p14:nvPr/>
              </p14:nvContentPartPr>
              <p14:xfrm>
                <a:off x="5367063" y="758353"/>
                <a:ext cx="31320" cy="261000"/>
              </p14:xfrm>
            </p:contentPart>
          </mc:Choice>
          <mc:Fallback xmlns="">
            <p:pic>
              <p:nvPicPr>
                <p:cNvPr id="39" name="Ink 38">
                  <a:extLst>
                    <a:ext uri="{FF2B5EF4-FFF2-40B4-BE49-F238E27FC236}">
                      <a16:creationId xmlns:a16="http://schemas.microsoft.com/office/drawing/2014/main" id="{4FA2010C-242B-37D9-9D0A-5240B7D60565}"/>
                    </a:ext>
                  </a:extLst>
                </p:cNvPr>
                <p:cNvPicPr/>
                <p:nvPr/>
              </p:nvPicPr>
              <p:blipFill>
                <a:blip r:embed="rId61"/>
                <a:stretch>
                  <a:fillRect/>
                </a:stretch>
              </p:blipFill>
              <p:spPr>
                <a:xfrm>
                  <a:off x="5349063" y="740713"/>
                  <a:ext cx="66960" cy="296640"/>
                </a:xfrm>
                <a:prstGeom prst="rect">
                  <a:avLst/>
                </a:prstGeom>
              </p:spPr>
            </p:pic>
          </mc:Fallback>
        </mc:AlternateContent>
      </p:grpSp>
      <p:grpSp>
        <p:nvGrpSpPr>
          <p:cNvPr id="45" name="Group 44">
            <a:extLst>
              <a:ext uri="{FF2B5EF4-FFF2-40B4-BE49-F238E27FC236}">
                <a16:creationId xmlns:a16="http://schemas.microsoft.com/office/drawing/2014/main" id="{9DA0EDBF-1473-1194-97F3-B7EE5AAA31AB}"/>
              </a:ext>
            </a:extLst>
          </p:cNvPr>
          <p:cNvGrpSpPr/>
          <p:nvPr/>
        </p:nvGrpSpPr>
        <p:grpSpPr>
          <a:xfrm>
            <a:off x="5904903" y="815233"/>
            <a:ext cx="1181880" cy="313920"/>
            <a:chOff x="5904903" y="815233"/>
            <a:chExt cx="1181880" cy="313920"/>
          </a:xfrm>
        </p:grpSpPr>
        <mc:AlternateContent xmlns:mc="http://schemas.openxmlformats.org/markup-compatibility/2006" xmlns:p14="http://schemas.microsoft.com/office/powerpoint/2010/main">
          <mc:Choice Requires="p14">
            <p:contentPart p14:bwMode="auto" r:id="rId62">
              <p14:nvContentPartPr>
                <p14:cNvPr id="40" name="Ink 39">
                  <a:extLst>
                    <a:ext uri="{FF2B5EF4-FFF2-40B4-BE49-F238E27FC236}">
                      <a16:creationId xmlns:a16="http://schemas.microsoft.com/office/drawing/2014/main" id="{159D659A-2133-1B2B-7D85-A21CF096EF77}"/>
                    </a:ext>
                  </a:extLst>
                </p14:cNvPr>
                <p14:cNvContentPartPr/>
                <p14:nvPr/>
              </p14:nvContentPartPr>
              <p14:xfrm>
                <a:off x="5904903" y="854473"/>
                <a:ext cx="159120" cy="252720"/>
              </p14:xfrm>
            </p:contentPart>
          </mc:Choice>
          <mc:Fallback xmlns="">
            <p:pic>
              <p:nvPicPr>
                <p:cNvPr id="40" name="Ink 39">
                  <a:extLst>
                    <a:ext uri="{FF2B5EF4-FFF2-40B4-BE49-F238E27FC236}">
                      <a16:creationId xmlns:a16="http://schemas.microsoft.com/office/drawing/2014/main" id="{159D659A-2133-1B2B-7D85-A21CF096EF77}"/>
                    </a:ext>
                  </a:extLst>
                </p:cNvPr>
                <p:cNvPicPr/>
                <p:nvPr/>
              </p:nvPicPr>
              <p:blipFill>
                <a:blip r:embed="rId63"/>
                <a:stretch>
                  <a:fillRect/>
                </a:stretch>
              </p:blipFill>
              <p:spPr>
                <a:xfrm>
                  <a:off x="5887263" y="836833"/>
                  <a:ext cx="19476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1" name="Ink 40">
                  <a:extLst>
                    <a:ext uri="{FF2B5EF4-FFF2-40B4-BE49-F238E27FC236}">
                      <a16:creationId xmlns:a16="http://schemas.microsoft.com/office/drawing/2014/main" id="{251689AB-777A-0982-DC5A-0C820A28757C}"/>
                    </a:ext>
                  </a:extLst>
                </p14:cNvPr>
                <p14:cNvContentPartPr/>
                <p14:nvPr/>
              </p14:nvContentPartPr>
              <p14:xfrm>
                <a:off x="6321423" y="822073"/>
                <a:ext cx="11520" cy="207720"/>
              </p14:xfrm>
            </p:contentPart>
          </mc:Choice>
          <mc:Fallback xmlns="">
            <p:pic>
              <p:nvPicPr>
                <p:cNvPr id="41" name="Ink 40">
                  <a:extLst>
                    <a:ext uri="{FF2B5EF4-FFF2-40B4-BE49-F238E27FC236}">
                      <a16:creationId xmlns:a16="http://schemas.microsoft.com/office/drawing/2014/main" id="{251689AB-777A-0982-DC5A-0C820A28757C}"/>
                    </a:ext>
                  </a:extLst>
                </p:cNvPr>
                <p:cNvPicPr/>
                <p:nvPr/>
              </p:nvPicPr>
              <p:blipFill>
                <a:blip r:embed="rId65"/>
                <a:stretch>
                  <a:fillRect/>
                </a:stretch>
              </p:blipFill>
              <p:spPr>
                <a:xfrm>
                  <a:off x="6303423" y="804433"/>
                  <a:ext cx="4716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6E4DFB78-BF5C-0FEF-3B1F-A57F8565E464}"/>
                    </a:ext>
                  </a:extLst>
                </p14:cNvPr>
                <p14:cNvContentPartPr/>
                <p14:nvPr/>
              </p14:nvContentPartPr>
              <p14:xfrm>
                <a:off x="6673863" y="815233"/>
                <a:ext cx="25920" cy="245520"/>
              </p14:xfrm>
            </p:contentPart>
          </mc:Choice>
          <mc:Fallback xmlns="">
            <p:pic>
              <p:nvPicPr>
                <p:cNvPr id="42" name="Ink 41">
                  <a:extLst>
                    <a:ext uri="{FF2B5EF4-FFF2-40B4-BE49-F238E27FC236}">
                      <a16:creationId xmlns:a16="http://schemas.microsoft.com/office/drawing/2014/main" id="{6E4DFB78-BF5C-0FEF-3B1F-A57F8565E464}"/>
                    </a:ext>
                  </a:extLst>
                </p:cNvPr>
                <p:cNvPicPr/>
                <p:nvPr/>
              </p:nvPicPr>
              <p:blipFill>
                <a:blip r:embed="rId67"/>
                <a:stretch>
                  <a:fillRect/>
                </a:stretch>
              </p:blipFill>
              <p:spPr>
                <a:xfrm>
                  <a:off x="6655863" y="797593"/>
                  <a:ext cx="6156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 name="Ink 42">
                  <a:extLst>
                    <a:ext uri="{FF2B5EF4-FFF2-40B4-BE49-F238E27FC236}">
                      <a16:creationId xmlns:a16="http://schemas.microsoft.com/office/drawing/2014/main" id="{C312C0FE-75D7-737F-FD1D-0A83441B8C95}"/>
                    </a:ext>
                  </a:extLst>
                </p14:cNvPr>
                <p14:cNvContentPartPr/>
                <p14:nvPr/>
              </p14:nvContentPartPr>
              <p14:xfrm>
                <a:off x="7071663" y="855193"/>
                <a:ext cx="15120" cy="273960"/>
              </p14:xfrm>
            </p:contentPart>
          </mc:Choice>
          <mc:Fallback xmlns="">
            <p:pic>
              <p:nvPicPr>
                <p:cNvPr id="43" name="Ink 42">
                  <a:extLst>
                    <a:ext uri="{FF2B5EF4-FFF2-40B4-BE49-F238E27FC236}">
                      <a16:creationId xmlns:a16="http://schemas.microsoft.com/office/drawing/2014/main" id="{C312C0FE-75D7-737F-FD1D-0A83441B8C95}"/>
                    </a:ext>
                  </a:extLst>
                </p:cNvPr>
                <p:cNvPicPr/>
                <p:nvPr/>
              </p:nvPicPr>
              <p:blipFill>
                <a:blip r:embed="rId69"/>
                <a:stretch>
                  <a:fillRect/>
                </a:stretch>
              </p:blipFill>
              <p:spPr>
                <a:xfrm>
                  <a:off x="7053663" y="837193"/>
                  <a:ext cx="50760" cy="309600"/>
                </a:xfrm>
                <a:prstGeom prst="rect">
                  <a:avLst/>
                </a:prstGeom>
              </p:spPr>
            </p:pic>
          </mc:Fallback>
        </mc:AlternateContent>
      </p:grpSp>
      <p:grpSp>
        <p:nvGrpSpPr>
          <p:cNvPr id="50" name="Group 49">
            <a:extLst>
              <a:ext uri="{FF2B5EF4-FFF2-40B4-BE49-F238E27FC236}">
                <a16:creationId xmlns:a16="http://schemas.microsoft.com/office/drawing/2014/main" id="{BDFB54B9-6CC4-1117-A8D1-F0EF57AC73CF}"/>
              </a:ext>
            </a:extLst>
          </p:cNvPr>
          <p:cNvGrpSpPr/>
          <p:nvPr/>
        </p:nvGrpSpPr>
        <p:grpSpPr>
          <a:xfrm>
            <a:off x="7720383" y="919993"/>
            <a:ext cx="1036800" cy="358920"/>
            <a:chOff x="7720383" y="919993"/>
            <a:chExt cx="1036800" cy="358920"/>
          </a:xfrm>
        </p:grpSpPr>
        <mc:AlternateContent xmlns:mc="http://schemas.openxmlformats.org/markup-compatibility/2006" xmlns:p14="http://schemas.microsoft.com/office/powerpoint/2010/main">
          <mc:Choice Requires="p14">
            <p:contentPart p14:bwMode="auto" r:id="rId70">
              <p14:nvContentPartPr>
                <p14:cNvPr id="44" name="Ink 43">
                  <a:extLst>
                    <a:ext uri="{FF2B5EF4-FFF2-40B4-BE49-F238E27FC236}">
                      <a16:creationId xmlns:a16="http://schemas.microsoft.com/office/drawing/2014/main" id="{CECF0C38-8EC5-0F13-5E8E-E3994B1294A4}"/>
                    </a:ext>
                  </a:extLst>
                </p14:cNvPr>
                <p14:cNvContentPartPr/>
                <p14:nvPr/>
              </p14:nvContentPartPr>
              <p14:xfrm>
                <a:off x="7720383" y="931153"/>
                <a:ext cx="178560" cy="307800"/>
              </p14:xfrm>
            </p:contentPart>
          </mc:Choice>
          <mc:Fallback xmlns="">
            <p:pic>
              <p:nvPicPr>
                <p:cNvPr id="44" name="Ink 43">
                  <a:extLst>
                    <a:ext uri="{FF2B5EF4-FFF2-40B4-BE49-F238E27FC236}">
                      <a16:creationId xmlns:a16="http://schemas.microsoft.com/office/drawing/2014/main" id="{CECF0C38-8EC5-0F13-5E8E-E3994B1294A4}"/>
                    </a:ext>
                  </a:extLst>
                </p:cNvPr>
                <p:cNvPicPr/>
                <p:nvPr/>
              </p:nvPicPr>
              <p:blipFill>
                <a:blip r:embed="rId71"/>
                <a:stretch>
                  <a:fillRect/>
                </a:stretch>
              </p:blipFill>
              <p:spPr>
                <a:xfrm>
                  <a:off x="7702743" y="913153"/>
                  <a:ext cx="21420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4632EA68-AF43-AAFC-6D82-0207C0E34884}"/>
                    </a:ext>
                  </a:extLst>
                </p14:cNvPr>
                <p14:cNvContentPartPr/>
                <p14:nvPr/>
              </p14:nvContentPartPr>
              <p14:xfrm>
                <a:off x="8110623" y="1000633"/>
                <a:ext cx="219600" cy="253080"/>
              </p14:xfrm>
            </p:contentPart>
          </mc:Choice>
          <mc:Fallback xmlns="">
            <p:pic>
              <p:nvPicPr>
                <p:cNvPr id="47" name="Ink 46">
                  <a:extLst>
                    <a:ext uri="{FF2B5EF4-FFF2-40B4-BE49-F238E27FC236}">
                      <a16:creationId xmlns:a16="http://schemas.microsoft.com/office/drawing/2014/main" id="{4632EA68-AF43-AAFC-6D82-0207C0E34884}"/>
                    </a:ext>
                  </a:extLst>
                </p:cNvPr>
                <p:cNvPicPr/>
                <p:nvPr/>
              </p:nvPicPr>
              <p:blipFill>
                <a:blip r:embed="rId73"/>
                <a:stretch>
                  <a:fillRect/>
                </a:stretch>
              </p:blipFill>
              <p:spPr>
                <a:xfrm>
                  <a:off x="8092623" y="982993"/>
                  <a:ext cx="25524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668B92DA-6C97-6B41-4426-550AE8EBD5EF}"/>
                    </a:ext>
                  </a:extLst>
                </p14:cNvPr>
                <p14:cNvContentPartPr/>
                <p14:nvPr/>
              </p14:nvContentPartPr>
              <p14:xfrm>
                <a:off x="8568903" y="919993"/>
                <a:ext cx="64080" cy="356040"/>
              </p14:xfrm>
            </p:contentPart>
          </mc:Choice>
          <mc:Fallback xmlns="">
            <p:pic>
              <p:nvPicPr>
                <p:cNvPr id="48" name="Ink 47">
                  <a:extLst>
                    <a:ext uri="{FF2B5EF4-FFF2-40B4-BE49-F238E27FC236}">
                      <a16:creationId xmlns:a16="http://schemas.microsoft.com/office/drawing/2014/main" id="{668B92DA-6C97-6B41-4426-550AE8EBD5EF}"/>
                    </a:ext>
                  </a:extLst>
                </p:cNvPr>
                <p:cNvPicPr/>
                <p:nvPr/>
              </p:nvPicPr>
              <p:blipFill>
                <a:blip r:embed="rId75"/>
                <a:stretch>
                  <a:fillRect/>
                </a:stretch>
              </p:blipFill>
              <p:spPr>
                <a:xfrm>
                  <a:off x="8550903" y="902353"/>
                  <a:ext cx="99720" cy="391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2F2FA4A3-8DBE-171C-93C9-89D1B2ACAA2E}"/>
                    </a:ext>
                  </a:extLst>
                </p14:cNvPr>
                <p14:cNvContentPartPr/>
                <p14:nvPr/>
              </p14:nvContentPartPr>
              <p14:xfrm>
                <a:off x="8558103" y="985873"/>
                <a:ext cx="199080" cy="293040"/>
              </p14:xfrm>
            </p:contentPart>
          </mc:Choice>
          <mc:Fallback xmlns="">
            <p:pic>
              <p:nvPicPr>
                <p:cNvPr id="49" name="Ink 48">
                  <a:extLst>
                    <a:ext uri="{FF2B5EF4-FFF2-40B4-BE49-F238E27FC236}">
                      <a16:creationId xmlns:a16="http://schemas.microsoft.com/office/drawing/2014/main" id="{2F2FA4A3-8DBE-171C-93C9-89D1B2ACAA2E}"/>
                    </a:ext>
                  </a:extLst>
                </p:cNvPr>
                <p:cNvPicPr/>
                <p:nvPr/>
              </p:nvPicPr>
              <p:blipFill>
                <a:blip r:embed="rId77"/>
                <a:stretch>
                  <a:fillRect/>
                </a:stretch>
              </p:blipFill>
              <p:spPr>
                <a:xfrm>
                  <a:off x="8540103" y="967873"/>
                  <a:ext cx="234720" cy="328680"/>
                </a:xfrm>
                <a:prstGeom prst="rect">
                  <a:avLst/>
                </a:prstGeom>
              </p:spPr>
            </p:pic>
          </mc:Fallback>
        </mc:AlternateContent>
      </p:grpSp>
      <p:grpSp>
        <p:nvGrpSpPr>
          <p:cNvPr id="62" name="Group 61">
            <a:extLst>
              <a:ext uri="{FF2B5EF4-FFF2-40B4-BE49-F238E27FC236}">
                <a16:creationId xmlns:a16="http://schemas.microsoft.com/office/drawing/2014/main" id="{51FE47D1-AAE8-0D9B-61C6-305647C3627E}"/>
              </a:ext>
            </a:extLst>
          </p:cNvPr>
          <p:cNvGrpSpPr/>
          <p:nvPr/>
        </p:nvGrpSpPr>
        <p:grpSpPr>
          <a:xfrm>
            <a:off x="9844383" y="1672753"/>
            <a:ext cx="864000" cy="341280"/>
            <a:chOff x="9844383" y="1672753"/>
            <a:chExt cx="864000" cy="341280"/>
          </a:xfrm>
        </p:grpSpPr>
        <mc:AlternateContent xmlns:mc="http://schemas.openxmlformats.org/markup-compatibility/2006" xmlns:p14="http://schemas.microsoft.com/office/powerpoint/2010/main">
          <mc:Choice Requires="p14">
            <p:contentPart p14:bwMode="auto" r:id="rId78">
              <p14:nvContentPartPr>
                <p14:cNvPr id="51" name="Ink 50">
                  <a:extLst>
                    <a:ext uri="{FF2B5EF4-FFF2-40B4-BE49-F238E27FC236}">
                      <a16:creationId xmlns:a16="http://schemas.microsoft.com/office/drawing/2014/main" id="{FC1D3313-8B67-2543-55D7-54912BE88802}"/>
                    </a:ext>
                  </a:extLst>
                </p14:cNvPr>
                <p14:cNvContentPartPr/>
                <p14:nvPr/>
              </p14:nvContentPartPr>
              <p14:xfrm>
                <a:off x="9903783" y="1672753"/>
                <a:ext cx="52200" cy="288000"/>
              </p14:xfrm>
            </p:contentPart>
          </mc:Choice>
          <mc:Fallback xmlns="">
            <p:pic>
              <p:nvPicPr>
                <p:cNvPr id="51" name="Ink 50">
                  <a:extLst>
                    <a:ext uri="{FF2B5EF4-FFF2-40B4-BE49-F238E27FC236}">
                      <a16:creationId xmlns:a16="http://schemas.microsoft.com/office/drawing/2014/main" id="{FC1D3313-8B67-2543-55D7-54912BE88802}"/>
                    </a:ext>
                  </a:extLst>
                </p:cNvPr>
                <p:cNvPicPr/>
                <p:nvPr/>
              </p:nvPicPr>
              <p:blipFill>
                <a:blip r:embed="rId79"/>
                <a:stretch>
                  <a:fillRect/>
                </a:stretch>
              </p:blipFill>
              <p:spPr>
                <a:xfrm>
                  <a:off x="9885783" y="1654753"/>
                  <a:ext cx="8784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2" name="Ink 51">
                  <a:extLst>
                    <a:ext uri="{FF2B5EF4-FFF2-40B4-BE49-F238E27FC236}">
                      <a16:creationId xmlns:a16="http://schemas.microsoft.com/office/drawing/2014/main" id="{0A95D2E1-F229-4E83-727A-92F9E2E267B2}"/>
                    </a:ext>
                  </a:extLst>
                </p14:cNvPr>
                <p14:cNvContentPartPr/>
                <p14:nvPr/>
              </p14:nvContentPartPr>
              <p14:xfrm>
                <a:off x="9844383" y="1996753"/>
                <a:ext cx="82440" cy="17280"/>
              </p14:xfrm>
            </p:contentPart>
          </mc:Choice>
          <mc:Fallback xmlns="">
            <p:pic>
              <p:nvPicPr>
                <p:cNvPr id="52" name="Ink 51">
                  <a:extLst>
                    <a:ext uri="{FF2B5EF4-FFF2-40B4-BE49-F238E27FC236}">
                      <a16:creationId xmlns:a16="http://schemas.microsoft.com/office/drawing/2014/main" id="{0A95D2E1-F229-4E83-727A-92F9E2E267B2}"/>
                    </a:ext>
                  </a:extLst>
                </p:cNvPr>
                <p:cNvPicPr/>
                <p:nvPr/>
              </p:nvPicPr>
              <p:blipFill>
                <a:blip r:embed="rId81"/>
                <a:stretch>
                  <a:fillRect/>
                </a:stretch>
              </p:blipFill>
              <p:spPr>
                <a:xfrm>
                  <a:off x="9826383" y="1979113"/>
                  <a:ext cx="11808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3" name="Ink 52">
                  <a:extLst>
                    <a:ext uri="{FF2B5EF4-FFF2-40B4-BE49-F238E27FC236}">
                      <a16:creationId xmlns:a16="http://schemas.microsoft.com/office/drawing/2014/main" id="{797A2540-E4CD-EAAD-25EA-26B085361916}"/>
                    </a:ext>
                  </a:extLst>
                </p14:cNvPr>
                <p14:cNvContentPartPr/>
                <p14:nvPr/>
              </p14:nvContentPartPr>
              <p14:xfrm>
                <a:off x="10089543" y="1718473"/>
                <a:ext cx="133200" cy="244440"/>
              </p14:xfrm>
            </p:contentPart>
          </mc:Choice>
          <mc:Fallback xmlns="">
            <p:pic>
              <p:nvPicPr>
                <p:cNvPr id="53" name="Ink 52">
                  <a:extLst>
                    <a:ext uri="{FF2B5EF4-FFF2-40B4-BE49-F238E27FC236}">
                      <a16:creationId xmlns:a16="http://schemas.microsoft.com/office/drawing/2014/main" id="{797A2540-E4CD-EAAD-25EA-26B085361916}"/>
                    </a:ext>
                  </a:extLst>
                </p:cNvPr>
                <p:cNvPicPr/>
                <p:nvPr/>
              </p:nvPicPr>
              <p:blipFill>
                <a:blip r:embed="rId83"/>
                <a:stretch>
                  <a:fillRect/>
                </a:stretch>
              </p:blipFill>
              <p:spPr>
                <a:xfrm>
                  <a:off x="10071903" y="1700473"/>
                  <a:ext cx="16884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4" name="Ink 53">
                  <a:extLst>
                    <a:ext uri="{FF2B5EF4-FFF2-40B4-BE49-F238E27FC236}">
                      <a16:creationId xmlns:a16="http://schemas.microsoft.com/office/drawing/2014/main" id="{B906311E-8AE1-8F76-B665-0451F976D264}"/>
                    </a:ext>
                  </a:extLst>
                </p14:cNvPr>
                <p14:cNvContentPartPr/>
                <p14:nvPr/>
              </p14:nvContentPartPr>
              <p14:xfrm>
                <a:off x="10299783" y="1841953"/>
                <a:ext cx="280080" cy="135000"/>
              </p14:xfrm>
            </p:contentPart>
          </mc:Choice>
          <mc:Fallback xmlns="">
            <p:pic>
              <p:nvPicPr>
                <p:cNvPr id="54" name="Ink 53">
                  <a:extLst>
                    <a:ext uri="{FF2B5EF4-FFF2-40B4-BE49-F238E27FC236}">
                      <a16:creationId xmlns:a16="http://schemas.microsoft.com/office/drawing/2014/main" id="{B906311E-8AE1-8F76-B665-0451F976D264}"/>
                    </a:ext>
                  </a:extLst>
                </p:cNvPr>
                <p:cNvPicPr/>
                <p:nvPr/>
              </p:nvPicPr>
              <p:blipFill>
                <a:blip r:embed="rId85"/>
                <a:stretch>
                  <a:fillRect/>
                </a:stretch>
              </p:blipFill>
              <p:spPr>
                <a:xfrm>
                  <a:off x="10282143" y="1824313"/>
                  <a:ext cx="31572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5" name="Ink 54">
                  <a:extLst>
                    <a:ext uri="{FF2B5EF4-FFF2-40B4-BE49-F238E27FC236}">
                      <a16:creationId xmlns:a16="http://schemas.microsoft.com/office/drawing/2014/main" id="{3DE9D1B8-BD9E-E271-FE9E-1E94DB64B066}"/>
                    </a:ext>
                  </a:extLst>
                </p14:cNvPr>
                <p14:cNvContentPartPr/>
                <p14:nvPr/>
              </p14:nvContentPartPr>
              <p14:xfrm>
                <a:off x="10678863" y="1684273"/>
                <a:ext cx="29520" cy="311040"/>
              </p14:xfrm>
            </p:contentPart>
          </mc:Choice>
          <mc:Fallback xmlns="">
            <p:pic>
              <p:nvPicPr>
                <p:cNvPr id="55" name="Ink 54">
                  <a:extLst>
                    <a:ext uri="{FF2B5EF4-FFF2-40B4-BE49-F238E27FC236}">
                      <a16:creationId xmlns:a16="http://schemas.microsoft.com/office/drawing/2014/main" id="{3DE9D1B8-BD9E-E271-FE9E-1E94DB64B066}"/>
                    </a:ext>
                  </a:extLst>
                </p:cNvPr>
                <p:cNvPicPr/>
                <p:nvPr/>
              </p:nvPicPr>
              <p:blipFill>
                <a:blip r:embed="rId87"/>
                <a:stretch>
                  <a:fillRect/>
                </a:stretch>
              </p:blipFill>
              <p:spPr>
                <a:xfrm>
                  <a:off x="10661223" y="1666273"/>
                  <a:ext cx="65160" cy="346680"/>
                </a:xfrm>
                <a:prstGeom prst="rect">
                  <a:avLst/>
                </a:prstGeom>
              </p:spPr>
            </p:pic>
          </mc:Fallback>
        </mc:AlternateContent>
      </p:grpSp>
      <p:grpSp>
        <p:nvGrpSpPr>
          <p:cNvPr id="61" name="Group 60">
            <a:extLst>
              <a:ext uri="{FF2B5EF4-FFF2-40B4-BE49-F238E27FC236}">
                <a16:creationId xmlns:a16="http://schemas.microsoft.com/office/drawing/2014/main" id="{025806E2-2FCA-8BF4-86B6-9A3EB9817901}"/>
              </a:ext>
            </a:extLst>
          </p:cNvPr>
          <p:cNvGrpSpPr/>
          <p:nvPr/>
        </p:nvGrpSpPr>
        <p:grpSpPr>
          <a:xfrm>
            <a:off x="10194663" y="2171713"/>
            <a:ext cx="852840" cy="236520"/>
            <a:chOff x="10194663" y="2171713"/>
            <a:chExt cx="852840" cy="236520"/>
          </a:xfrm>
        </p:grpSpPr>
        <mc:AlternateContent xmlns:mc="http://schemas.openxmlformats.org/markup-compatibility/2006" xmlns:p14="http://schemas.microsoft.com/office/powerpoint/2010/main">
          <mc:Choice Requires="p14">
            <p:contentPart p14:bwMode="auto" r:id="rId88">
              <p14:nvContentPartPr>
                <p14:cNvPr id="56" name="Ink 55">
                  <a:extLst>
                    <a:ext uri="{FF2B5EF4-FFF2-40B4-BE49-F238E27FC236}">
                      <a16:creationId xmlns:a16="http://schemas.microsoft.com/office/drawing/2014/main" id="{2A6A5A9E-5F10-BBDF-9196-86DCAC3C35F4}"/>
                    </a:ext>
                  </a:extLst>
                </p14:cNvPr>
                <p14:cNvContentPartPr/>
                <p14:nvPr/>
              </p14:nvContentPartPr>
              <p14:xfrm>
                <a:off x="10194663" y="2242633"/>
                <a:ext cx="88200" cy="153720"/>
              </p14:xfrm>
            </p:contentPart>
          </mc:Choice>
          <mc:Fallback xmlns="">
            <p:pic>
              <p:nvPicPr>
                <p:cNvPr id="56" name="Ink 55">
                  <a:extLst>
                    <a:ext uri="{FF2B5EF4-FFF2-40B4-BE49-F238E27FC236}">
                      <a16:creationId xmlns:a16="http://schemas.microsoft.com/office/drawing/2014/main" id="{2A6A5A9E-5F10-BBDF-9196-86DCAC3C35F4}"/>
                    </a:ext>
                  </a:extLst>
                </p:cNvPr>
                <p:cNvPicPr/>
                <p:nvPr/>
              </p:nvPicPr>
              <p:blipFill>
                <a:blip r:embed="rId89"/>
                <a:stretch>
                  <a:fillRect/>
                </a:stretch>
              </p:blipFill>
              <p:spPr>
                <a:xfrm>
                  <a:off x="10177023" y="2224633"/>
                  <a:ext cx="12384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7" name="Ink 56">
                  <a:extLst>
                    <a:ext uri="{FF2B5EF4-FFF2-40B4-BE49-F238E27FC236}">
                      <a16:creationId xmlns:a16="http://schemas.microsoft.com/office/drawing/2014/main" id="{884CD320-6BFB-4A23-1C0B-B9D533E21130}"/>
                    </a:ext>
                  </a:extLst>
                </p14:cNvPr>
                <p14:cNvContentPartPr/>
                <p14:nvPr/>
              </p14:nvContentPartPr>
              <p14:xfrm>
                <a:off x="10375383" y="2282953"/>
                <a:ext cx="30600" cy="105480"/>
              </p14:xfrm>
            </p:contentPart>
          </mc:Choice>
          <mc:Fallback xmlns="">
            <p:pic>
              <p:nvPicPr>
                <p:cNvPr id="57" name="Ink 56">
                  <a:extLst>
                    <a:ext uri="{FF2B5EF4-FFF2-40B4-BE49-F238E27FC236}">
                      <a16:creationId xmlns:a16="http://schemas.microsoft.com/office/drawing/2014/main" id="{884CD320-6BFB-4A23-1C0B-B9D533E21130}"/>
                    </a:ext>
                  </a:extLst>
                </p:cNvPr>
                <p:cNvPicPr/>
                <p:nvPr/>
              </p:nvPicPr>
              <p:blipFill>
                <a:blip r:embed="rId91"/>
                <a:stretch>
                  <a:fillRect/>
                </a:stretch>
              </p:blipFill>
              <p:spPr>
                <a:xfrm>
                  <a:off x="10357743" y="2265313"/>
                  <a:ext cx="662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8" name="Ink 57">
                  <a:extLst>
                    <a:ext uri="{FF2B5EF4-FFF2-40B4-BE49-F238E27FC236}">
                      <a16:creationId xmlns:a16="http://schemas.microsoft.com/office/drawing/2014/main" id="{308C5769-3B6A-5694-3B2A-2B83E1DCA099}"/>
                    </a:ext>
                  </a:extLst>
                </p14:cNvPr>
                <p14:cNvContentPartPr/>
                <p14:nvPr/>
              </p14:nvContentPartPr>
              <p14:xfrm>
                <a:off x="10388343" y="2204473"/>
                <a:ext cx="10440" cy="29160"/>
              </p14:xfrm>
            </p:contentPart>
          </mc:Choice>
          <mc:Fallback xmlns="">
            <p:pic>
              <p:nvPicPr>
                <p:cNvPr id="58" name="Ink 57">
                  <a:extLst>
                    <a:ext uri="{FF2B5EF4-FFF2-40B4-BE49-F238E27FC236}">
                      <a16:creationId xmlns:a16="http://schemas.microsoft.com/office/drawing/2014/main" id="{308C5769-3B6A-5694-3B2A-2B83E1DCA099}"/>
                    </a:ext>
                  </a:extLst>
                </p:cNvPr>
                <p:cNvPicPr/>
                <p:nvPr/>
              </p:nvPicPr>
              <p:blipFill>
                <a:blip r:embed="rId93"/>
                <a:stretch>
                  <a:fillRect/>
                </a:stretch>
              </p:blipFill>
              <p:spPr>
                <a:xfrm>
                  <a:off x="10370703" y="2186473"/>
                  <a:ext cx="460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9" name="Ink 58">
                  <a:extLst>
                    <a:ext uri="{FF2B5EF4-FFF2-40B4-BE49-F238E27FC236}">
                      <a16:creationId xmlns:a16="http://schemas.microsoft.com/office/drawing/2014/main" id="{9A73491A-E5EA-FB0C-0CAB-689396B544E7}"/>
                    </a:ext>
                  </a:extLst>
                </p14:cNvPr>
                <p14:cNvContentPartPr/>
                <p14:nvPr/>
              </p14:nvContentPartPr>
              <p14:xfrm>
                <a:off x="10443783" y="2266033"/>
                <a:ext cx="322920" cy="142200"/>
              </p14:xfrm>
            </p:contentPart>
          </mc:Choice>
          <mc:Fallback xmlns="">
            <p:pic>
              <p:nvPicPr>
                <p:cNvPr id="59" name="Ink 58">
                  <a:extLst>
                    <a:ext uri="{FF2B5EF4-FFF2-40B4-BE49-F238E27FC236}">
                      <a16:creationId xmlns:a16="http://schemas.microsoft.com/office/drawing/2014/main" id="{9A73491A-E5EA-FB0C-0CAB-689396B544E7}"/>
                    </a:ext>
                  </a:extLst>
                </p:cNvPr>
                <p:cNvPicPr/>
                <p:nvPr/>
              </p:nvPicPr>
              <p:blipFill>
                <a:blip r:embed="rId95"/>
                <a:stretch>
                  <a:fillRect/>
                </a:stretch>
              </p:blipFill>
              <p:spPr>
                <a:xfrm>
                  <a:off x="10425783" y="2248033"/>
                  <a:ext cx="35856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ED9B47C0-3B8A-E3A3-9EBB-A2F140C40803}"/>
                    </a:ext>
                  </a:extLst>
                </p14:cNvPr>
                <p14:cNvContentPartPr/>
                <p14:nvPr/>
              </p14:nvContentPartPr>
              <p14:xfrm>
                <a:off x="10809903" y="2171713"/>
                <a:ext cx="237600" cy="217800"/>
              </p14:xfrm>
            </p:contentPart>
          </mc:Choice>
          <mc:Fallback xmlns="">
            <p:pic>
              <p:nvPicPr>
                <p:cNvPr id="60" name="Ink 59">
                  <a:extLst>
                    <a:ext uri="{FF2B5EF4-FFF2-40B4-BE49-F238E27FC236}">
                      <a16:creationId xmlns:a16="http://schemas.microsoft.com/office/drawing/2014/main" id="{ED9B47C0-3B8A-E3A3-9EBB-A2F140C40803}"/>
                    </a:ext>
                  </a:extLst>
                </p:cNvPr>
                <p:cNvPicPr/>
                <p:nvPr/>
              </p:nvPicPr>
              <p:blipFill>
                <a:blip r:embed="rId97"/>
                <a:stretch>
                  <a:fillRect/>
                </a:stretch>
              </p:blipFill>
              <p:spPr>
                <a:xfrm>
                  <a:off x="10792263" y="2153713"/>
                  <a:ext cx="273240" cy="253440"/>
                </a:xfrm>
                <a:prstGeom prst="rect">
                  <a:avLst/>
                </a:prstGeom>
              </p:spPr>
            </p:pic>
          </mc:Fallback>
        </mc:AlternateContent>
      </p:grpSp>
      <p:grpSp>
        <p:nvGrpSpPr>
          <p:cNvPr id="75" name="Group 74">
            <a:extLst>
              <a:ext uri="{FF2B5EF4-FFF2-40B4-BE49-F238E27FC236}">
                <a16:creationId xmlns:a16="http://schemas.microsoft.com/office/drawing/2014/main" id="{5669C211-BDCB-633D-F209-C384C23BC463}"/>
              </a:ext>
            </a:extLst>
          </p:cNvPr>
          <p:cNvGrpSpPr/>
          <p:nvPr/>
        </p:nvGrpSpPr>
        <p:grpSpPr>
          <a:xfrm>
            <a:off x="4251783" y="3326593"/>
            <a:ext cx="2284920" cy="946440"/>
            <a:chOff x="4251783" y="3326593"/>
            <a:chExt cx="2284920" cy="946440"/>
          </a:xfrm>
        </p:grpSpPr>
        <mc:AlternateContent xmlns:mc="http://schemas.openxmlformats.org/markup-compatibility/2006" xmlns:p14="http://schemas.microsoft.com/office/powerpoint/2010/main">
          <mc:Choice Requires="p14">
            <p:contentPart p14:bwMode="auto" r:id="rId98">
              <p14:nvContentPartPr>
                <p14:cNvPr id="63" name="Ink 62">
                  <a:extLst>
                    <a:ext uri="{FF2B5EF4-FFF2-40B4-BE49-F238E27FC236}">
                      <a16:creationId xmlns:a16="http://schemas.microsoft.com/office/drawing/2014/main" id="{99944686-840B-2216-BF37-371E83123EED}"/>
                    </a:ext>
                  </a:extLst>
                </p14:cNvPr>
                <p14:cNvContentPartPr/>
                <p14:nvPr/>
              </p14:nvContentPartPr>
              <p14:xfrm>
                <a:off x="4251783" y="3326593"/>
                <a:ext cx="610200" cy="800640"/>
              </p14:xfrm>
            </p:contentPart>
          </mc:Choice>
          <mc:Fallback xmlns="">
            <p:pic>
              <p:nvPicPr>
                <p:cNvPr id="63" name="Ink 62">
                  <a:extLst>
                    <a:ext uri="{FF2B5EF4-FFF2-40B4-BE49-F238E27FC236}">
                      <a16:creationId xmlns:a16="http://schemas.microsoft.com/office/drawing/2014/main" id="{99944686-840B-2216-BF37-371E83123EED}"/>
                    </a:ext>
                  </a:extLst>
                </p:cNvPr>
                <p:cNvPicPr/>
                <p:nvPr/>
              </p:nvPicPr>
              <p:blipFill>
                <a:blip r:embed="rId99"/>
                <a:stretch>
                  <a:fillRect/>
                </a:stretch>
              </p:blipFill>
              <p:spPr>
                <a:xfrm>
                  <a:off x="4234143" y="3308593"/>
                  <a:ext cx="645840" cy="8362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4" name="Ink 63">
                  <a:extLst>
                    <a:ext uri="{FF2B5EF4-FFF2-40B4-BE49-F238E27FC236}">
                      <a16:creationId xmlns:a16="http://schemas.microsoft.com/office/drawing/2014/main" id="{2341069D-CD97-82B6-6660-97E96371D512}"/>
                    </a:ext>
                  </a:extLst>
                </p14:cNvPr>
                <p14:cNvContentPartPr/>
                <p14:nvPr/>
              </p14:nvContentPartPr>
              <p14:xfrm>
                <a:off x="4878183" y="3600553"/>
                <a:ext cx="200520" cy="32400"/>
              </p14:xfrm>
            </p:contentPart>
          </mc:Choice>
          <mc:Fallback xmlns="">
            <p:pic>
              <p:nvPicPr>
                <p:cNvPr id="64" name="Ink 63">
                  <a:extLst>
                    <a:ext uri="{FF2B5EF4-FFF2-40B4-BE49-F238E27FC236}">
                      <a16:creationId xmlns:a16="http://schemas.microsoft.com/office/drawing/2014/main" id="{2341069D-CD97-82B6-6660-97E96371D512}"/>
                    </a:ext>
                  </a:extLst>
                </p:cNvPr>
                <p:cNvPicPr/>
                <p:nvPr/>
              </p:nvPicPr>
              <p:blipFill>
                <a:blip r:embed="rId101"/>
                <a:stretch>
                  <a:fillRect/>
                </a:stretch>
              </p:blipFill>
              <p:spPr>
                <a:xfrm>
                  <a:off x="4860183" y="3582913"/>
                  <a:ext cx="23616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5" name="Ink 64">
                  <a:extLst>
                    <a:ext uri="{FF2B5EF4-FFF2-40B4-BE49-F238E27FC236}">
                      <a16:creationId xmlns:a16="http://schemas.microsoft.com/office/drawing/2014/main" id="{73FDC5F3-F06E-C2ED-209E-3601D18326AE}"/>
                    </a:ext>
                  </a:extLst>
                </p14:cNvPr>
                <p14:cNvContentPartPr/>
                <p14:nvPr/>
              </p14:nvContentPartPr>
              <p14:xfrm>
                <a:off x="5059623" y="3579673"/>
                <a:ext cx="27000" cy="535320"/>
              </p14:xfrm>
            </p:contentPart>
          </mc:Choice>
          <mc:Fallback xmlns="">
            <p:pic>
              <p:nvPicPr>
                <p:cNvPr id="65" name="Ink 64">
                  <a:extLst>
                    <a:ext uri="{FF2B5EF4-FFF2-40B4-BE49-F238E27FC236}">
                      <a16:creationId xmlns:a16="http://schemas.microsoft.com/office/drawing/2014/main" id="{73FDC5F3-F06E-C2ED-209E-3601D18326AE}"/>
                    </a:ext>
                  </a:extLst>
                </p:cNvPr>
                <p:cNvPicPr/>
                <p:nvPr/>
              </p:nvPicPr>
              <p:blipFill>
                <a:blip r:embed="rId103"/>
                <a:stretch>
                  <a:fillRect/>
                </a:stretch>
              </p:blipFill>
              <p:spPr>
                <a:xfrm>
                  <a:off x="5041623" y="3561673"/>
                  <a:ext cx="62640" cy="5709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6" name="Ink 65">
                  <a:extLst>
                    <a:ext uri="{FF2B5EF4-FFF2-40B4-BE49-F238E27FC236}">
                      <a16:creationId xmlns:a16="http://schemas.microsoft.com/office/drawing/2014/main" id="{DEC97452-DE66-882A-5307-9BAF7DC02E70}"/>
                    </a:ext>
                  </a:extLst>
                </p14:cNvPr>
                <p14:cNvContentPartPr/>
                <p14:nvPr/>
              </p14:nvContentPartPr>
              <p14:xfrm>
                <a:off x="5037303" y="3926353"/>
                <a:ext cx="489240" cy="308520"/>
              </p14:xfrm>
            </p:contentPart>
          </mc:Choice>
          <mc:Fallback xmlns="">
            <p:pic>
              <p:nvPicPr>
                <p:cNvPr id="66" name="Ink 65">
                  <a:extLst>
                    <a:ext uri="{FF2B5EF4-FFF2-40B4-BE49-F238E27FC236}">
                      <a16:creationId xmlns:a16="http://schemas.microsoft.com/office/drawing/2014/main" id="{DEC97452-DE66-882A-5307-9BAF7DC02E70}"/>
                    </a:ext>
                  </a:extLst>
                </p:cNvPr>
                <p:cNvPicPr/>
                <p:nvPr/>
              </p:nvPicPr>
              <p:blipFill>
                <a:blip r:embed="rId105"/>
                <a:stretch>
                  <a:fillRect/>
                </a:stretch>
              </p:blipFill>
              <p:spPr>
                <a:xfrm>
                  <a:off x="5019303" y="3908353"/>
                  <a:ext cx="52488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7" name="Ink 66">
                  <a:extLst>
                    <a:ext uri="{FF2B5EF4-FFF2-40B4-BE49-F238E27FC236}">
                      <a16:creationId xmlns:a16="http://schemas.microsoft.com/office/drawing/2014/main" id="{0135B759-8B64-195C-7249-CB9A3CFDAE50}"/>
                    </a:ext>
                  </a:extLst>
                </p14:cNvPr>
                <p14:cNvContentPartPr/>
                <p14:nvPr/>
              </p14:nvContentPartPr>
              <p14:xfrm>
                <a:off x="5521503" y="3595873"/>
                <a:ext cx="156600" cy="514800"/>
              </p14:xfrm>
            </p:contentPart>
          </mc:Choice>
          <mc:Fallback xmlns="">
            <p:pic>
              <p:nvPicPr>
                <p:cNvPr id="67" name="Ink 66">
                  <a:extLst>
                    <a:ext uri="{FF2B5EF4-FFF2-40B4-BE49-F238E27FC236}">
                      <a16:creationId xmlns:a16="http://schemas.microsoft.com/office/drawing/2014/main" id="{0135B759-8B64-195C-7249-CB9A3CFDAE50}"/>
                    </a:ext>
                  </a:extLst>
                </p:cNvPr>
                <p:cNvPicPr/>
                <p:nvPr/>
              </p:nvPicPr>
              <p:blipFill>
                <a:blip r:embed="rId107"/>
                <a:stretch>
                  <a:fillRect/>
                </a:stretch>
              </p:blipFill>
              <p:spPr>
                <a:xfrm>
                  <a:off x="5503863" y="3577873"/>
                  <a:ext cx="192240" cy="5504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8" name="Ink 67">
                  <a:extLst>
                    <a:ext uri="{FF2B5EF4-FFF2-40B4-BE49-F238E27FC236}">
                      <a16:creationId xmlns:a16="http://schemas.microsoft.com/office/drawing/2014/main" id="{393D70E3-631A-56F0-30DA-D25B6CE70638}"/>
                    </a:ext>
                  </a:extLst>
                </p14:cNvPr>
                <p14:cNvContentPartPr/>
                <p14:nvPr/>
              </p14:nvContentPartPr>
              <p14:xfrm>
                <a:off x="5520423" y="3344593"/>
                <a:ext cx="528480" cy="328320"/>
              </p14:xfrm>
            </p:contentPart>
          </mc:Choice>
          <mc:Fallback xmlns="">
            <p:pic>
              <p:nvPicPr>
                <p:cNvPr id="68" name="Ink 67">
                  <a:extLst>
                    <a:ext uri="{FF2B5EF4-FFF2-40B4-BE49-F238E27FC236}">
                      <a16:creationId xmlns:a16="http://schemas.microsoft.com/office/drawing/2014/main" id="{393D70E3-631A-56F0-30DA-D25B6CE70638}"/>
                    </a:ext>
                  </a:extLst>
                </p:cNvPr>
                <p:cNvPicPr/>
                <p:nvPr/>
              </p:nvPicPr>
              <p:blipFill>
                <a:blip r:embed="rId109"/>
                <a:stretch>
                  <a:fillRect/>
                </a:stretch>
              </p:blipFill>
              <p:spPr>
                <a:xfrm>
                  <a:off x="5502423" y="3326593"/>
                  <a:ext cx="564120" cy="3639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9" name="Ink 68">
                  <a:extLst>
                    <a:ext uri="{FF2B5EF4-FFF2-40B4-BE49-F238E27FC236}">
                      <a16:creationId xmlns:a16="http://schemas.microsoft.com/office/drawing/2014/main" id="{9F656423-21C6-9FE5-F053-4E4F9CD8CA30}"/>
                    </a:ext>
                  </a:extLst>
                </p14:cNvPr>
                <p14:cNvContentPartPr/>
                <p14:nvPr/>
              </p14:nvContentPartPr>
              <p14:xfrm>
                <a:off x="6052143" y="3558073"/>
                <a:ext cx="236160" cy="601560"/>
              </p14:xfrm>
            </p:contentPart>
          </mc:Choice>
          <mc:Fallback xmlns="">
            <p:pic>
              <p:nvPicPr>
                <p:cNvPr id="69" name="Ink 68">
                  <a:extLst>
                    <a:ext uri="{FF2B5EF4-FFF2-40B4-BE49-F238E27FC236}">
                      <a16:creationId xmlns:a16="http://schemas.microsoft.com/office/drawing/2014/main" id="{9F656423-21C6-9FE5-F053-4E4F9CD8CA30}"/>
                    </a:ext>
                  </a:extLst>
                </p:cNvPr>
                <p:cNvPicPr/>
                <p:nvPr/>
              </p:nvPicPr>
              <p:blipFill>
                <a:blip r:embed="rId111"/>
                <a:stretch>
                  <a:fillRect/>
                </a:stretch>
              </p:blipFill>
              <p:spPr>
                <a:xfrm>
                  <a:off x="6034503" y="3540073"/>
                  <a:ext cx="271800" cy="6372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0" name="Ink 69">
                  <a:extLst>
                    <a:ext uri="{FF2B5EF4-FFF2-40B4-BE49-F238E27FC236}">
                      <a16:creationId xmlns:a16="http://schemas.microsoft.com/office/drawing/2014/main" id="{8C1BFA68-5282-C51F-9014-24F676AFEB40}"/>
                    </a:ext>
                  </a:extLst>
                </p14:cNvPr>
                <p14:cNvContentPartPr/>
                <p14:nvPr/>
              </p14:nvContentPartPr>
              <p14:xfrm>
                <a:off x="6254463" y="4121833"/>
                <a:ext cx="102600" cy="47160"/>
              </p14:xfrm>
            </p:contentPart>
          </mc:Choice>
          <mc:Fallback xmlns="">
            <p:pic>
              <p:nvPicPr>
                <p:cNvPr id="70" name="Ink 69">
                  <a:extLst>
                    <a:ext uri="{FF2B5EF4-FFF2-40B4-BE49-F238E27FC236}">
                      <a16:creationId xmlns:a16="http://schemas.microsoft.com/office/drawing/2014/main" id="{8C1BFA68-5282-C51F-9014-24F676AFEB40}"/>
                    </a:ext>
                  </a:extLst>
                </p:cNvPr>
                <p:cNvPicPr/>
                <p:nvPr/>
              </p:nvPicPr>
              <p:blipFill>
                <a:blip r:embed="rId113"/>
                <a:stretch>
                  <a:fillRect/>
                </a:stretch>
              </p:blipFill>
              <p:spPr>
                <a:xfrm>
                  <a:off x="6236823" y="4103833"/>
                  <a:ext cx="13824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1" name="Ink 70">
                  <a:extLst>
                    <a:ext uri="{FF2B5EF4-FFF2-40B4-BE49-F238E27FC236}">
                      <a16:creationId xmlns:a16="http://schemas.microsoft.com/office/drawing/2014/main" id="{EBBE849A-BC60-B77E-4FCC-13748DAD02F8}"/>
                    </a:ext>
                  </a:extLst>
                </p14:cNvPr>
                <p14:cNvContentPartPr/>
                <p14:nvPr/>
              </p14:nvContentPartPr>
              <p14:xfrm>
                <a:off x="6341583" y="3919153"/>
                <a:ext cx="195120" cy="345240"/>
              </p14:xfrm>
            </p:contentPart>
          </mc:Choice>
          <mc:Fallback xmlns="">
            <p:pic>
              <p:nvPicPr>
                <p:cNvPr id="71" name="Ink 70">
                  <a:extLst>
                    <a:ext uri="{FF2B5EF4-FFF2-40B4-BE49-F238E27FC236}">
                      <a16:creationId xmlns:a16="http://schemas.microsoft.com/office/drawing/2014/main" id="{EBBE849A-BC60-B77E-4FCC-13748DAD02F8}"/>
                    </a:ext>
                  </a:extLst>
                </p:cNvPr>
                <p:cNvPicPr/>
                <p:nvPr/>
              </p:nvPicPr>
              <p:blipFill>
                <a:blip r:embed="rId115"/>
                <a:stretch>
                  <a:fillRect/>
                </a:stretch>
              </p:blipFill>
              <p:spPr>
                <a:xfrm>
                  <a:off x="6323583" y="3901153"/>
                  <a:ext cx="23076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2" name="Ink 71">
                  <a:extLst>
                    <a:ext uri="{FF2B5EF4-FFF2-40B4-BE49-F238E27FC236}">
                      <a16:creationId xmlns:a16="http://schemas.microsoft.com/office/drawing/2014/main" id="{A58BD2DC-AEFC-17C2-4C75-92887D53E7D7}"/>
                    </a:ext>
                  </a:extLst>
                </p14:cNvPr>
                <p14:cNvContentPartPr/>
                <p14:nvPr/>
              </p14:nvContentPartPr>
              <p14:xfrm>
                <a:off x="6148263" y="3943273"/>
                <a:ext cx="175320" cy="329760"/>
              </p14:xfrm>
            </p:contentPart>
          </mc:Choice>
          <mc:Fallback xmlns="">
            <p:pic>
              <p:nvPicPr>
                <p:cNvPr id="72" name="Ink 71">
                  <a:extLst>
                    <a:ext uri="{FF2B5EF4-FFF2-40B4-BE49-F238E27FC236}">
                      <a16:creationId xmlns:a16="http://schemas.microsoft.com/office/drawing/2014/main" id="{A58BD2DC-AEFC-17C2-4C75-92887D53E7D7}"/>
                    </a:ext>
                  </a:extLst>
                </p:cNvPr>
                <p:cNvPicPr/>
                <p:nvPr/>
              </p:nvPicPr>
              <p:blipFill>
                <a:blip r:embed="rId117"/>
                <a:stretch>
                  <a:fillRect/>
                </a:stretch>
              </p:blipFill>
              <p:spPr>
                <a:xfrm>
                  <a:off x="6130623" y="3925633"/>
                  <a:ext cx="21096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3" name="Ink 72">
                  <a:extLst>
                    <a:ext uri="{FF2B5EF4-FFF2-40B4-BE49-F238E27FC236}">
                      <a16:creationId xmlns:a16="http://schemas.microsoft.com/office/drawing/2014/main" id="{ABC4842E-3F0C-C449-66D9-2C4B9E6A8FB9}"/>
                    </a:ext>
                  </a:extLst>
                </p14:cNvPr>
                <p14:cNvContentPartPr/>
                <p14:nvPr/>
              </p14:nvContentPartPr>
              <p14:xfrm>
                <a:off x="6168063" y="4091953"/>
                <a:ext cx="13320" cy="16560"/>
              </p14:xfrm>
            </p:contentPart>
          </mc:Choice>
          <mc:Fallback xmlns="">
            <p:pic>
              <p:nvPicPr>
                <p:cNvPr id="73" name="Ink 72">
                  <a:extLst>
                    <a:ext uri="{FF2B5EF4-FFF2-40B4-BE49-F238E27FC236}">
                      <a16:creationId xmlns:a16="http://schemas.microsoft.com/office/drawing/2014/main" id="{ABC4842E-3F0C-C449-66D9-2C4B9E6A8FB9}"/>
                    </a:ext>
                  </a:extLst>
                </p:cNvPr>
                <p:cNvPicPr/>
                <p:nvPr/>
              </p:nvPicPr>
              <p:blipFill>
                <a:blip r:embed="rId119"/>
                <a:stretch>
                  <a:fillRect/>
                </a:stretch>
              </p:blipFill>
              <p:spPr>
                <a:xfrm>
                  <a:off x="6150423" y="4073953"/>
                  <a:ext cx="4896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4" name="Ink 73">
                  <a:extLst>
                    <a:ext uri="{FF2B5EF4-FFF2-40B4-BE49-F238E27FC236}">
                      <a16:creationId xmlns:a16="http://schemas.microsoft.com/office/drawing/2014/main" id="{3BC52235-B79B-D530-2C7B-C7F763F992E3}"/>
                    </a:ext>
                  </a:extLst>
                </p14:cNvPr>
                <p14:cNvContentPartPr/>
                <p14:nvPr/>
              </p14:nvContentPartPr>
              <p14:xfrm>
                <a:off x="6185343" y="4052713"/>
                <a:ext cx="25560" cy="48960"/>
              </p14:xfrm>
            </p:contentPart>
          </mc:Choice>
          <mc:Fallback xmlns="">
            <p:pic>
              <p:nvPicPr>
                <p:cNvPr id="74" name="Ink 73">
                  <a:extLst>
                    <a:ext uri="{FF2B5EF4-FFF2-40B4-BE49-F238E27FC236}">
                      <a16:creationId xmlns:a16="http://schemas.microsoft.com/office/drawing/2014/main" id="{3BC52235-B79B-D530-2C7B-C7F763F992E3}"/>
                    </a:ext>
                  </a:extLst>
                </p:cNvPr>
                <p:cNvPicPr/>
                <p:nvPr/>
              </p:nvPicPr>
              <p:blipFill>
                <a:blip r:embed="rId121"/>
                <a:stretch>
                  <a:fillRect/>
                </a:stretch>
              </p:blipFill>
              <p:spPr>
                <a:xfrm>
                  <a:off x="6167703" y="4034713"/>
                  <a:ext cx="61200" cy="84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2">
            <p14:nvContentPartPr>
              <p14:cNvPr id="76" name="Ink 75">
                <a:extLst>
                  <a:ext uri="{FF2B5EF4-FFF2-40B4-BE49-F238E27FC236}">
                    <a16:creationId xmlns:a16="http://schemas.microsoft.com/office/drawing/2014/main" id="{C9A2EC53-1C5C-5D41-B2EA-D617204D82EA}"/>
                  </a:ext>
                </a:extLst>
              </p14:cNvPr>
              <p14:cNvContentPartPr/>
              <p14:nvPr/>
            </p14:nvContentPartPr>
            <p14:xfrm>
              <a:off x="1738263" y="3765433"/>
              <a:ext cx="160200" cy="276120"/>
            </p14:xfrm>
          </p:contentPart>
        </mc:Choice>
        <mc:Fallback xmlns="">
          <p:pic>
            <p:nvPicPr>
              <p:cNvPr id="76" name="Ink 75">
                <a:extLst>
                  <a:ext uri="{FF2B5EF4-FFF2-40B4-BE49-F238E27FC236}">
                    <a16:creationId xmlns:a16="http://schemas.microsoft.com/office/drawing/2014/main" id="{C9A2EC53-1C5C-5D41-B2EA-D617204D82EA}"/>
                  </a:ext>
                </a:extLst>
              </p:cNvPr>
              <p:cNvPicPr/>
              <p:nvPr/>
            </p:nvPicPr>
            <p:blipFill>
              <a:blip r:embed="rId123"/>
              <a:stretch>
                <a:fillRect/>
              </a:stretch>
            </p:blipFill>
            <p:spPr>
              <a:xfrm>
                <a:off x="1720263" y="3747433"/>
                <a:ext cx="195840" cy="311760"/>
              </a:xfrm>
              <a:prstGeom prst="rect">
                <a:avLst/>
              </a:prstGeom>
            </p:spPr>
          </p:pic>
        </mc:Fallback>
      </mc:AlternateContent>
      <p:grpSp>
        <p:nvGrpSpPr>
          <p:cNvPr id="101" name="Group 100">
            <a:extLst>
              <a:ext uri="{FF2B5EF4-FFF2-40B4-BE49-F238E27FC236}">
                <a16:creationId xmlns:a16="http://schemas.microsoft.com/office/drawing/2014/main" id="{775E48B3-625A-915E-811A-696A1975D84F}"/>
              </a:ext>
            </a:extLst>
          </p:cNvPr>
          <p:cNvGrpSpPr/>
          <p:nvPr/>
        </p:nvGrpSpPr>
        <p:grpSpPr>
          <a:xfrm>
            <a:off x="350103" y="3801793"/>
            <a:ext cx="890280" cy="375480"/>
            <a:chOff x="350103" y="3801793"/>
            <a:chExt cx="890280" cy="375480"/>
          </a:xfrm>
        </p:grpSpPr>
        <mc:AlternateContent xmlns:mc="http://schemas.openxmlformats.org/markup-compatibility/2006" xmlns:p14="http://schemas.microsoft.com/office/powerpoint/2010/main">
          <mc:Choice Requires="p14">
            <p:contentPart p14:bwMode="auto" r:id="rId124">
              <p14:nvContentPartPr>
                <p14:cNvPr id="77" name="Ink 76">
                  <a:extLst>
                    <a:ext uri="{FF2B5EF4-FFF2-40B4-BE49-F238E27FC236}">
                      <a16:creationId xmlns:a16="http://schemas.microsoft.com/office/drawing/2014/main" id="{88400514-1AD7-70A6-6FD9-3F851E25684F}"/>
                    </a:ext>
                  </a:extLst>
                </p14:cNvPr>
                <p14:cNvContentPartPr/>
                <p14:nvPr/>
              </p14:nvContentPartPr>
              <p14:xfrm>
                <a:off x="350103" y="3873433"/>
                <a:ext cx="181080" cy="241200"/>
              </p14:xfrm>
            </p:contentPart>
          </mc:Choice>
          <mc:Fallback xmlns="">
            <p:pic>
              <p:nvPicPr>
                <p:cNvPr id="77" name="Ink 76">
                  <a:extLst>
                    <a:ext uri="{FF2B5EF4-FFF2-40B4-BE49-F238E27FC236}">
                      <a16:creationId xmlns:a16="http://schemas.microsoft.com/office/drawing/2014/main" id="{88400514-1AD7-70A6-6FD9-3F851E25684F}"/>
                    </a:ext>
                  </a:extLst>
                </p:cNvPr>
                <p:cNvPicPr/>
                <p:nvPr/>
              </p:nvPicPr>
              <p:blipFill>
                <a:blip r:embed="rId125"/>
                <a:stretch>
                  <a:fillRect/>
                </a:stretch>
              </p:blipFill>
              <p:spPr>
                <a:xfrm>
                  <a:off x="332463" y="3855793"/>
                  <a:ext cx="21672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8" name="Ink 77">
                  <a:extLst>
                    <a:ext uri="{FF2B5EF4-FFF2-40B4-BE49-F238E27FC236}">
                      <a16:creationId xmlns:a16="http://schemas.microsoft.com/office/drawing/2014/main" id="{9D08A20F-C5F2-003E-AA1D-755F0CC38B48}"/>
                    </a:ext>
                  </a:extLst>
                </p14:cNvPr>
                <p14:cNvContentPartPr/>
                <p14:nvPr/>
              </p14:nvContentPartPr>
              <p14:xfrm>
                <a:off x="587703" y="3901513"/>
                <a:ext cx="109440" cy="163800"/>
              </p14:xfrm>
            </p:contentPart>
          </mc:Choice>
          <mc:Fallback xmlns="">
            <p:pic>
              <p:nvPicPr>
                <p:cNvPr id="78" name="Ink 77">
                  <a:extLst>
                    <a:ext uri="{FF2B5EF4-FFF2-40B4-BE49-F238E27FC236}">
                      <a16:creationId xmlns:a16="http://schemas.microsoft.com/office/drawing/2014/main" id="{9D08A20F-C5F2-003E-AA1D-755F0CC38B48}"/>
                    </a:ext>
                  </a:extLst>
                </p:cNvPr>
                <p:cNvPicPr/>
                <p:nvPr/>
              </p:nvPicPr>
              <p:blipFill>
                <a:blip r:embed="rId127"/>
                <a:stretch>
                  <a:fillRect/>
                </a:stretch>
              </p:blipFill>
              <p:spPr>
                <a:xfrm>
                  <a:off x="570063" y="3883513"/>
                  <a:ext cx="14508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9" name="Ink 78">
                  <a:extLst>
                    <a:ext uri="{FF2B5EF4-FFF2-40B4-BE49-F238E27FC236}">
                      <a16:creationId xmlns:a16="http://schemas.microsoft.com/office/drawing/2014/main" id="{0E355751-44FB-808F-66A4-CE948F013546}"/>
                    </a:ext>
                  </a:extLst>
                </p14:cNvPr>
                <p14:cNvContentPartPr/>
                <p14:nvPr/>
              </p14:nvContentPartPr>
              <p14:xfrm>
                <a:off x="782463" y="3917353"/>
                <a:ext cx="78840" cy="153720"/>
              </p14:xfrm>
            </p:contentPart>
          </mc:Choice>
          <mc:Fallback xmlns="">
            <p:pic>
              <p:nvPicPr>
                <p:cNvPr id="79" name="Ink 78">
                  <a:extLst>
                    <a:ext uri="{FF2B5EF4-FFF2-40B4-BE49-F238E27FC236}">
                      <a16:creationId xmlns:a16="http://schemas.microsoft.com/office/drawing/2014/main" id="{0E355751-44FB-808F-66A4-CE948F013546}"/>
                    </a:ext>
                  </a:extLst>
                </p:cNvPr>
                <p:cNvPicPr/>
                <p:nvPr/>
              </p:nvPicPr>
              <p:blipFill>
                <a:blip r:embed="rId129"/>
                <a:stretch>
                  <a:fillRect/>
                </a:stretch>
              </p:blipFill>
              <p:spPr>
                <a:xfrm>
                  <a:off x="764463" y="3899353"/>
                  <a:ext cx="11448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0" name="Ink 79">
                  <a:extLst>
                    <a:ext uri="{FF2B5EF4-FFF2-40B4-BE49-F238E27FC236}">
                      <a16:creationId xmlns:a16="http://schemas.microsoft.com/office/drawing/2014/main" id="{5DE1F3E0-BBA0-773B-FD34-734D5588B278}"/>
                    </a:ext>
                  </a:extLst>
                </p14:cNvPr>
                <p14:cNvContentPartPr/>
                <p14:nvPr/>
              </p14:nvContentPartPr>
              <p14:xfrm>
                <a:off x="777423" y="3801793"/>
                <a:ext cx="50040" cy="63720"/>
              </p14:xfrm>
            </p:contentPart>
          </mc:Choice>
          <mc:Fallback xmlns="">
            <p:pic>
              <p:nvPicPr>
                <p:cNvPr id="80" name="Ink 79">
                  <a:extLst>
                    <a:ext uri="{FF2B5EF4-FFF2-40B4-BE49-F238E27FC236}">
                      <a16:creationId xmlns:a16="http://schemas.microsoft.com/office/drawing/2014/main" id="{5DE1F3E0-BBA0-773B-FD34-734D5588B278}"/>
                    </a:ext>
                  </a:extLst>
                </p:cNvPr>
                <p:cNvPicPr/>
                <p:nvPr/>
              </p:nvPicPr>
              <p:blipFill>
                <a:blip r:embed="rId131"/>
                <a:stretch>
                  <a:fillRect/>
                </a:stretch>
              </p:blipFill>
              <p:spPr>
                <a:xfrm>
                  <a:off x="759783" y="3783793"/>
                  <a:ext cx="8568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1" name="Ink 80">
                  <a:extLst>
                    <a:ext uri="{FF2B5EF4-FFF2-40B4-BE49-F238E27FC236}">
                      <a16:creationId xmlns:a16="http://schemas.microsoft.com/office/drawing/2014/main" id="{8E390A70-36A8-8EFE-3148-07A7729B0078}"/>
                    </a:ext>
                  </a:extLst>
                </p14:cNvPr>
                <p14:cNvContentPartPr/>
                <p14:nvPr/>
              </p14:nvContentPartPr>
              <p14:xfrm>
                <a:off x="940143" y="3873073"/>
                <a:ext cx="84600" cy="193320"/>
              </p14:xfrm>
            </p:contentPart>
          </mc:Choice>
          <mc:Fallback xmlns="">
            <p:pic>
              <p:nvPicPr>
                <p:cNvPr id="81" name="Ink 80">
                  <a:extLst>
                    <a:ext uri="{FF2B5EF4-FFF2-40B4-BE49-F238E27FC236}">
                      <a16:creationId xmlns:a16="http://schemas.microsoft.com/office/drawing/2014/main" id="{8E390A70-36A8-8EFE-3148-07A7729B0078}"/>
                    </a:ext>
                  </a:extLst>
                </p:cNvPr>
                <p:cNvPicPr/>
                <p:nvPr/>
              </p:nvPicPr>
              <p:blipFill>
                <a:blip r:embed="rId133"/>
                <a:stretch>
                  <a:fillRect/>
                </a:stretch>
              </p:blipFill>
              <p:spPr>
                <a:xfrm>
                  <a:off x="922503" y="3855433"/>
                  <a:ext cx="12024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2" name="Ink 81">
                  <a:extLst>
                    <a:ext uri="{FF2B5EF4-FFF2-40B4-BE49-F238E27FC236}">
                      <a16:creationId xmlns:a16="http://schemas.microsoft.com/office/drawing/2014/main" id="{AA3DFCD5-A06B-0D69-78C5-8D9E96E25211}"/>
                    </a:ext>
                  </a:extLst>
                </p14:cNvPr>
                <p14:cNvContentPartPr/>
                <p14:nvPr/>
              </p14:nvContentPartPr>
              <p14:xfrm>
                <a:off x="1099983" y="3886033"/>
                <a:ext cx="140400" cy="291240"/>
              </p14:xfrm>
            </p:contentPart>
          </mc:Choice>
          <mc:Fallback xmlns="">
            <p:pic>
              <p:nvPicPr>
                <p:cNvPr id="82" name="Ink 81">
                  <a:extLst>
                    <a:ext uri="{FF2B5EF4-FFF2-40B4-BE49-F238E27FC236}">
                      <a16:creationId xmlns:a16="http://schemas.microsoft.com/office/drawing/2014/main" id="{AA3DFCD5-A06B-0D69-78C5-8D9E96E25211}"/>
                    </a:ext>
                  </a:extLst>
                </p:cNvPr>
                <p:cNvPicPr/>
                <p:nvPr/>
              </p:nvPicPr>
              <p:blipFill>
                <a:blip r:embed="rId135"/>
                <a:stretch>
                  <a:fillRect/>
                </a:stretch>
              </p:blipFill>
              <p:spPr>
                <a:xfrm>
                  <a:off x="1081983" y="3868393"/>
                  <a:ext cx="176040" cy="326880"/>
                </a:xfrm>
                <a:prstGeom prst="rect">
                  <a:avLst/>
                </a:prstGeom>
              </p:spPr>
            </p:pic>
          </mc:Fallback>
        </mc:AlternateContent>
      </p:grpSp>
      <p:grpSp>
        <p:nvGrpSpPr>
          <p:cNvPr id="100" name="Group 99">
            <a:extLst>
              <a:ext uri="{FF2B5EF4-FFF2-40B4-BE49-F238E27FC236}">
                <a16:creationId xmlns:a16="http://schemas.microsoft.com/office/drawing/2014/main" id="{85D1A077-4B90-D00A-5103-377E37F29308}"/>
              </a:ext>
            </a:extLst>
          </p:cNvPr>
          <p:cNvGrpSpPr/>
          <p:nvPr/>
        </p:nvGrpSpPr>
        <p:grpSpPr>
          <a:xfrm>
            <a:off x="2069103" y="3666433"/>
            <a:ext cx="873000" cy="382320"/>
            <a:chOff x="2069103" y="3666433"/>
            <a:chExt cx="873000" cy="382320"/>
          </a:xfrm>
        </p:grpSpPr>
        <mc:AlternateContent xmlns:mc="http://schemas.openxmlformats.org/markup-compatibility/2006" xmlns:p14="http://schemas.microsoft.com/office/powerpoint/2010/main">
          <mc:Choice Requires="p14">
            <p:contentPart p14:bwMode="auto" r:id="rId136">
              <p14:nvContentPartPr>
                <p14:cNvPr id="83" name="Ink 82">
                  <a:extLst>
                    <a:ext uri="{FF2B5EF4-FFF2-40B4-BE49-F238E27FC236}">
                      <a16:creationId xmlns:a16="http://schemas.microsoft.com/office/drawing/2014/main" id="{FFE28799-D6B7-D7AA-69A1-F1F1170B4531}"/>
                    </a:ext>
                  </a:extLst>
                </p14:cNvPr>
                <p14:cNvContentPartPr/>
                <p14:nvPr/>
              </p14:nvContentPartPr>
              <p14:xfrm>
                <a:off x="2085663" y="3850753"/>
                <a:ext cx="7560" cy="198000"/>
              </p14:xfrm>
            </p:contentPart>
          </mc:Choice>
          <mc:Fallback xmlns="">
            <p:pic>
              <p:nvPicPr>
                <p:cNvPr id="83" name="Ink 82">
                  <a:extLst>
                    <a:ext uri="{FF2B5EF4-FFF2-40B4-BE49-F238E27FC236}">
                      <a16:creationId xmlns:a16="http://schemas.microsoft.com/office/drawing/2014/main" id="{FFE28799-D6B7-D7AA-69A1-F1F1170B4531}"/>
                    </a:ext>
                  </a:extLst>
                </p:cNvPr>
                <p:cNvPicPr/>
                <p:nvPr/>
              </p:nvPicPr>
              <p:blipFill>
                <a:blip r:embed="rId137"/>
                <a:stretch>
                  <a:fillRect/>
                </a:stretch>
              </p:blipFill>
              <p:spPr>
                <a:xfrm>
                  <a:off x="2067663" y="3833113"/>
                  <a:ext cx="4320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4" name="Ink 83">
                  <a:extLst>
                    <a:ext uri="{FF2B5EF4-FFF2-40B4-BE49-F238E27FC236}">
                      <a16:creationId xmlns:a16="http://schemas.microsoft.com/office/drawing/2014/main" id="{0D6688A5-B3AC-BF45-E8A8-E08BBF8C4A6E}"/>
                    </a:ext>
                  </a:extLst>
                </p14:cNvPr>
                <p14:cNvContentPartPr/>
                <p14:nvPr/>
              </p14:nvContentPartPr>
              <p14:xfrm>
                <a:off x="2069103" y="3716473"/>
                <a:ext cx="11520" cy="103320"/>
              </p14:xfrm>
            </p:contentPart>
          </mc:Choice>
          <mc:Fallback xmlns="">
            <p:pic>
              <p:nvPicPr>
                <p:cNvPr id="84" name="Ink 83">
                  <a:extLst>
                    <a:ext uri="{FF2B5EF4-FFF2-40B4-BE49-F238E27FC236}">
                      <a16:creationId xmlns:a16="http://schemas.microsoft.com/office/drawing/2014/main" id="{0D6688A5-B3AC-BF45-E8A8-E08BBF8C4A6E}"/>
                    </a:ext>
                  </a:extLst>
                </p:cNvPr>
                <p:cNvPicPr/>
                <p:nvPr/>
              </p:nvPicPr>
              <p:blipFill>
                <a:blip r:embed="rId139"/>
                <a:stretch>
                  <a:fillRect/>
                </a:stretch>
              </p:blipFill>
              <p:spPr>
                <a:xfrm>
                  <a:off x="2051463" y="3698833"/>
                  <a:ext cx="4716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5" name="Ink 84">
                  <a:extLst>
                    <a:ext uri="{FF2B5EF4-FFF2-40B4-BE49-F238E27FC236}">
                      <a16:creationId xmlns:a16="http://schemas.microsoft.com/office/drawing/2014/main" id="{91F9F4F6-10A2-B8EF-2ED8-B951A1EAD6AC}"/>
                    </a:ext>
                  </a:extLst>
                </p14:cNvPr>
                <p14:cNvContentPartPr/>
                <p14:nvPr/>
              </p14:nvContentPartPr>
              <p14:xfrm>
                <a:off x="2165223" y="3843553"/>
                <a:ext cx="331560" cy="167760"/>
              </p14:xfrm>
            </p:contentPart>
          </mc:Choice>
          <mc:Fallback xmlns="">
            <p:pic>
              <p:nvPicPr>
                <p:cNvPr id="85" name="Ink 84">
                  <a:extLst>
                    <a:ext uri="{FF2B5EF4-FFF2-40B4-BE49-F238E27FC236}">
                      <a16:creationId xmlns:a16="http://schemas.microsoft.com/office/drawing/2014/main" id="{91F9F4F6-10A2-B8EF-2ED8-B951A1EAD6AC}"/>
                    </a:ext>
                  </a:extLst>
                </p:cNvPr>
                <p:cNvPicPr/>
                <p:nvPr/>
              </p:nvPicPr>
              <p:blipFill>
                <a:blip r:embed="rId141"/>
                <a:stretch>
                  <a:fillRect/>
                </a:stretch>
              </p:blipFill>
              <p:spPr>
                <a:xfrm>
                  <a:off x="2147583" y="3825553"/>
                  <a:ext cx="36720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6" name="Ink 85">
                  <a:extLst>
                    <a:ext uri="{FF2B5EF4-FFF2-40B4-BE49-F238E27FC236}">
                      <a16:creationId xmlns:a16="http://schemas.microsoft.com/office/drawing/2014/main" id="{E6B83366-7412-3E06-1D0F-417108C74E9A}"/>
                    </a:ext>
                  </a:extLst>
                </p14:cNvPr>
                <p14:cNvContentPartPr/>
                <p14:nvPr/>
              </p14:nvContentPartPr>
              <p14:xfrm>
                <a:off x="2591103" y="3666433"/>
                <a:ext cx="351000" cy="300240"/>
              </p14:xfrm>
            </p:contentPart>
          </mc:Choice>
          <mc:Fallback xmlns="">
            <p:pic>
              <p:nvPicPr>
                <p:cNvPr id="86" name="Ink 85">
                  <a:extLst>
                    <a:ext uri="{FF2B5EF4-FFF2-40B4-BE49-F238E27FC236}">
                      <a16:creationId xmlns:a16="http://schemas.microsoft.com/office/drawing/2014/main" id="{E6B83366-7412-3E06-1D0F-417108C74E9A}"/>
                    </a:ext>
                  </a:extLst>
                </p:cNvPr>
                <p:cNvPicPr/>
                <p:nvPr/>
              </p:nvPicPr>
              <p:blipFill>
                <a:blip r:embed="rId143"/>
                <a:stretch>
                  <a:fillRect/>
                </a:stretch>
              </p:blipFill>
              <p:spPr>
                <a:xfrm>
                  <a:off x="2573463" y="3648433"/>
                  <a:ext cx="386640" cy="335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4">
            <p14:nvContentPartPr>
              <p14:cNvPr id="87" name="Ink 86">
                <a:extLst>
                  <a:ext uri="{FF2B5EF4-FFF2-40B4-BE49-F238E27FC236}">
                    <a16:creationId xmlns:a16="http://schemas.microsoft.com/office/drawing/2014/main" id="{D07D26B8-E5A4-B45E-A5CA-B66F7815C456}"/>
                  </a:ext>
                </a:extLst>
              </p14:cNvPr>
              <p14:cNvContentPartPr/>
              <p14:nvPr/>
            </p14:nvContentPartPr>
            <p14:xfrm>
              <a:off x="3270423" y="3750313"/>
              <a:ext cx="30600" cy="242280"/>
            </p14:xfrm>
          </p:contentPart>
        </mc:Choice>
        <mc:Fallback xmlns="">
          <p:pic>
            <p:nvPicPr>
              <p:cNvPr id="87" name="Ink 86">
                <a:extLst>
                  <a:ext uri="{FF2B5EF4-FFF2-40B4-BE49-F238E27FC236}">
                    <a16:creationId xmlns:a16="http://schemas.microsoft.com/office/drawing/2014/main" id="{D07D26B8-E5A4-B45E-A5CA-B66F7815C456}"/>
                  </a:ext>
                </a:extLst>
              </p:cNvPr>
              <p:cNvPicPr/>
              <p:nvPr/>
            </p:nvPicPr>
            <p:blipFill>
              <a:blip r:embed="rId145"/>
              <a:stretch>
                <a:fillRect/>
              </a:stretch>
            </p:blipFill>
            <p:spPr>
              <a:xfrm>
                <a:off x="3252783" y="3732313"/>
                <a:ext cx="66240" cy="277920"/>
              </a:xfrm>
              <a:prstGeom prst="rect">
                <a:avLst/>
              </a:prstGeom>
            </p:spPr>
          </p:pic>
        </mc:Fallback>
      </mc:AlternateContent>
      <p:grpSp>
        <p:nvGrpSpPr>
          <p:cNvPr id="99" name="Group 98">
            <a:extLst>
              <a:ext uri="{FF2B5EF4-FFF2-40B4-BE49-F238E27FC236}">
                <a16:creationId xmlns:a16="http://schemas.microsoft.com/office/drawing/2014/main" id="{21CF300F-7E83-3BEC-2828-68942BB0B05F}"/>
              </a:ext>
            </a:extLst>
          </p:cNvPr>
          <p:cNvGrpSpPr/>
          <p:nvPr/>
        </p:nvGrpSpPr>
        <p:grpSpPr>
          <a:xfrm>
            <a:off x="473223" y="4809073"/>
            <a:ext cx="1028880" cy="429840"/>
            <a:chOff x="473223" y="4809073"/>
            <a:chExt cx="1028880" cy="429840"/>
          </a:xfrm>
        </p:grpSpPr>
        <mc:AlternateContent xmlns:mc="http://schemas.openxmlformats.org/markup-compatibility/2006" xmlns:p14="http://schemas.microsoft.com/office/powerpoint/2010/main">
          <mc:Choice Requires="p14">
            <p:contentPart p14:bwMode="auto" r:id="rId146">
              <p14:nvContentPartPr>
                <p14:cNvPr id="88" name="Ink 87">
                  <a:extLst>
                    <a:ext uri="{FF2B5EF4-FFF2-40B4-BE49-F238E27FC236}">
                      <a16:creationId xmlns:a16="http://schemas.microsoft.com/office/drawing/2014/main" id="{BBC389BA-534D-5FBD-0E36-7839506B86A8}"/>
                    </a:ext>
                  </a:extLst>
                </p14:cNvPr>
                <p14:cNvContentPartPr/>
                <p14:nvPr/>
              </p14:nvContentPartPr>
              <p14:xfrm>
                <a:off x="473223" y="4890073"/>
                <a:ext cx="257040" cy="191880"/>
              </p14:xfrm>
            </p:contentPart>
          </mc:Choice>
          <mc:Fallback xmlns="">
            <p:pic>
              <p:nvPicPr>
                <p:cNvPr id="88" name="Ink 87">
                  <a:extLst>
                    <a:ext uri="{FF2B5EF4-FFF2-40B4-BE49-F238E27FC236}">
                      <a16:creationId xmlns:a16="http://schemas.microsoft.com/office/drawing/2014/main" id="{BBC389BA-534D-5FBD-0E36-7839506B86A8}"/>
                    </a:ext>
                  </a:extLst>
                </p:cNvPr>
                <p:cNvPicPr/>
                <p:nvPr/>
              </p:nvPicPr>
              <p:blipFill>
                <a:blip r:embed="rId147"/>
                <a:stretch>
                  <a:fillRect/>
                </a:stretch>
              </p:blipFill>
              <p:spPr>
                <a:xfrm>
                  <a:off x="455223" y="4872073"/>
                  <a:ext cx="29268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9" name="Ink 88">
                  <a:extLst>
                    <a:ext uri="{FF2B5EF4-FFF2-40B4-BE49-F238E27FC236}">
                      <a16:creationId xmlns:a16="http://schemas.microsoft.com/office/drawing/2014/main" id="{F5D7785A-13F4-D632-541E-E7836543E6B3}"/>
                    </a:ext>
                  </a:extLst>
                </p14:cNvPr>
                <p14:cNvContentPartPr/>
                <p14:nvPr/>
              </p14:nvContentPartPr>
              <p14:xfrm>
                <a:off x="811623" y="4924993"/>
                <a:ext cx="116280" cy="179280"/>
              </p14:xfrm>
            </p:contentPart>
          </mc:Choice>
          <mc:Fallback xmlns="">
            <p:pic>
              <p:nvPicPr>
                <p:cNvPr id="89" name="Ink 88">
                  <a:extLst>
                    <a:ext uri="{FF2B5EF4-FFF2-40B4-BE49-F238E27FC236}">
                      <a16:creationId xmlns:a16="http://schemas.microsoft.com/office/drawing/2014/main" id="{F5D7785A-13F4-D632-541E-E7836543E6B3}"/>
                    </a:ext>
                  </a:extLst>
                </p:cNvPr>
                <p:cNvPicPr/>
                <p:nvPr/>
              </p:nvPicPr>
              <p:blipFill>
                <a:blip r:embed="rId149"/>
                <a:stretch>
                  <a:fillRect/>
                </a:stretch>
              </p:blipFill>
              <p:spPr>
                <a:xfrm>
                  <a:off x="793623" y="4907353"/>
                  <a:ext cx="15192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0" name="Ink 89">
                  <a:extLst>
                    <a:ext uri="{FF2B5EF4-FFF2-40B4-BE49-F238E27FC236}">
                      <a16:creationId xmlns:a16="http://schemas.microsoft.com/office/drawing/2014/main" id="{CE21909C-BA0C-D1D3-4533-00E4762891BA}"/>
                    </a:ext>
                  </a:extLst>
                </p14:cNvPr>
                <p14:cNvContentPartPr/>
                <p14:nvPr/>
              </p14:nvContentPartPr>
              <p14:xfrm>
                <a:off x="1045983" y="4922833"/>
                <a:ext cx="10440" cy="171720"/>
              </p14:xfrm>
            </p:contentPart>
          </mc:Choice>
          <mc:Fallback xmlns="">
            <p:pic>
              <p:nvPicPr>
                <p:cNvPr id="90" name="Ink 89">
                  <a:extLst>
                    <a:ext uri="{FF2B5EF4-FFF2-40B4-BE49-F238E27FC236}">
                      <a16:creationId xmlns:a16="http://schemas.microsoft.com/office/drawing/2014/main" id="{CE21909C-BA0C-D1D3-4533-00E4762891BA}"/>
                    </a:ext>
                  </a:extLst>
                </p:cNvPr>
                <p:cNvPicPr/>
                <p:nvPr/>
              </p:nvPicPr>
              <p:blipFill>
                <a:blip r:embed="rId151"/>
                <a:stretch>
                  <a:fillRect/>
                </a:stretch>
              </p:blipFill>
              <p:spPr>
                <a:xfrm>
                  <a:off x="1027983" y="4905193"/>
                  <a:ext cx="4608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1" name="Ink 90">
                  <a:extLst>
                    <a:ext uri="{FF2B5EF4-FFF2-40B4-BE49-F238E27FC236}">
                      <a16:creationId xmlns:a16="http://schemas.microsoft.com/office/drawing/2014/main" id="{23F747CF-1C20-3F29-1FAB-B7E1BB109FDF}"/>
                    </a:ext>
                  </a:extLst>
                </p14:cNvPr>
                <p14:cNvContentPartPr/>
                <p14:nvPr/>
              </p14:nvContentPartPr>
              <p14:xfrm>
                <a:off x="995583" y="4809073"/>
                <a:ext cx="38520" cy="60840"/>
              </p14:xfrm>
            </p:contentPart>
          </mc:Choice>
          <mc:Fallback xmlns="">
            <p:pic>
              <p:nvPicPr>
                <p:cNvPr id="91" name="Ink 90">
                  <a:extLst>
                    <a:ext uri="{FF2B5EF4-FFF2-40B4-BE49-F238E27FC236}">
                      <a16:creationId xmlns:a16="http://schemas.microsoft.com/office/drawing/2014/main" id="{23F747CF-1C20-3F29-1FAB-B7E1BB109FDF}"/>
                    </a:ext>
                  </a:extLst>
                </p:cNvPr>
                <p:cNvPicPr/>
                <p:nvPr/>
              </p:nvPicPr>
              <p:blipFill>
                <a:blip r:embed="rId153"/>
                <a:stretch>
                  <a:fillRect/>
                </a:stretch>
              </p:blipFill>
              <p:spPr>
                <a:xfrm>
                  <a:off x="977583" y="4791433"/>
                  <a:ext cx="7416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2" name="Ink 91">
                  <a:extLst>
                    <a:ext uri="{FF2B5EF4-FFF2-40B4-BE49-F238E27FC236}">
                      <a16:creationId xmlns:a16="http://schemas.microsoft.com/office/drawing/2014/main" id="{113A9B3C-E34F-11E0-FEE4-0F68DDDF557B}"/>
                    </a:ext>
                  </a:extLst>
                </p14:cNvPr>
                <p14:cNvContentPartPr/>
                <p14:nvPr/>
              </p14:nvContentPartPr>
              <p14:xfrm>
                <a:off x="1161183" y="4897273"/>
                <a:ext cx="340920" cy="341640"/>
              </p14:xfrm>
            </p:contentPart>
          </mc:Choice>
          <mc:Fallback xmlns="">
            <p:pic>
              <p:nvPicPr>
                <p:cNvPr id="92" name="Ink 91">
                  <a:extLst>
                    <a:ext uri="{FF2B5EF4-FFF2-40B4-BE49-F238E27FC236}">
                      <a16:creationId xmlns:a16="http://schemas.microsoft.com/office/drawing/2014/main" id="{113A9B3C-E34F-11E0-FEE4-0F68DDDF557B}"/>
                    </a:ext>
                  </a:extLst>
                </p:cNvPr>
                <p:cNvPicPr/>
                <p:nvPr/>
              </p:nvPicPr>
              <p:blipFill>
                <a:blip r:embed="rId155"/>
                <a:stretch>
                  <a:fillRect/>
                </a:stretch>
              </p:blipFill>
              <p:spPr>
                <a:xfrm>
                  <a:off x="1143543" y="4879273"/>
                  <a:ext cx="376560" cy="377280"/>
                </a:xfrm>
                <a:prstGeom prst="rect">
                  <a:avLst/>
                </a:prstGeom>
              </p:spPr>
            </p:pic>
          </mc:Fallback>
        </mc:AlternateContent>
      </p:grpSp>
      <p:grpSp>
        <p:nvGrpSpPr>
          <p:cNvPr id="104" name="Group 103">
            <a:extLst>
              <a:ext uri="{FF2B5EF4-FFF2-40B4-BE49-F238E27FC236}">
                <a16:creationId xmlns:a16="http://schemas.microsoft.com/office/drawing/2014/main" id="{A9D5624C-92BF-720D-21C9-94F9F5B47389}"/>
              </a:ext>
            </a:extLst>
          </p:cNvPr>
          <p:cNvGrpSpPr/>
          <p:nvPr/>
        </p:nvGrpSpPr>
        <p:grpSpPr>
          <a:xfrm>
            <a:off x="1916103" y="4745713"/>
            <a:ext cx="1471320" cy="337320"/>
            <a:chOff x="1916103" y="4745713"/>
            <a:chExt cx="1471320" cy="337320"/>
          </a:xfrm>
        </p:grpSpPr>
        <mc:AlternateContent xmlns:mc="http://schemas.openxmlformats.org/markup-compatibility/2006" xmlns:p14="http://schemas.microsoft.com/office/powerpoint/2010/main">
          <mc:Choice Requires="p14">
            <p:contentPart p14:bwMode="auto" r:id="rId156">
              <p14:nvContentPartPr>
                <p14:cNvPr id="93" name="Ink 92">
                  <a:extLst>
                    <a:ext uri="{FF2B5EF4-FFF2-40B4-BE49-F238E27FC236}">
                      <a16:creationId xmlns:a16="http://schemas.microsoft.com/office/drawing/2014/main" id="{F33D372B-34BC-3545-05AE-2054722B7307}"/>
                    </a:ext>
                  </a:extLst>
                </p14:cNvPr>
                <p14:cNvContentPartPr/>
                <p14:nvPr/>
              </p14:nvContentPartPr>
              <p14:xfrm>
                <a:off x="1916103" y="4882513"/>
                <a:ext cx="75600" cy="200520"/>
              </p14:xfrm>
            </p:contentPart>
          </mc:Choice>
          <mc:Fallback xmlns="">
            <p:pic>
              <p:nvPicPr>
                <p:cNvPr id="93" name="Ink 92">
                  <a:extLst>
                    <a:ext uri="{FF2B5EF4-FFF2-40B4-BE49-F238E27FC236}">
                      <a16:creationId xmlns:a16="http://schemas.microsoft.com/office/drawing/2014/main" id="{F33D372B-34BC-3545-05AE-2054722B7307}"/>
                    </a:ext>
                  </a:extLst>
                </p:cNvPr>
                <p:cNvPicPr/>
                <p:nvPr/>
              </p:nvPicPr>
              <p:blipFill>
                <a:blip r:embed="rId157"/>
                <a:stretch>
                  <a:fillRect/>
                </a:stretch>
              </p:blipFill>
              <p:spPr>
                <a:xfrm>
                  <a:off x="1898463" y="4864513"/>
                  <a:ext cx="11124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4" name="Ink 93">
                  <a:extLst>
                    <a:ext uri="{FF2B5EF4-FFF2-40B4-BE49-F238E27FC236}">
                      <a16:creationId xmlns:a16="http://schemas.microsoft.com/office/drawing/2014/main" id="{0FF0E0A1-CEE8-0D85-A0D8-16637184DAE4}"/>
                    </a:ext>
                  </a:extLst>
                </p14:cNvPr>
                <p14:cNvContentPartPr/>
                <p14:nvPr/>
              </p14:nvContentPartPr>
              <p14:xfrm>
                <a:off x="2084583" y="4897273"/>
                <a:ext cx="48960" cy="169920"/>
              </p14:xfrm>
            </p:contentPart>
          </mc:Choice>
          <mc:Fallback xmlns="">
            <p:pic>
              <p:nvPicPr>
                <p:cNvPr id="94" name="Ink 93">
                  <a:extLst>
                    <a:ext uri="{FF2B5EF4-FFF2-40B4-BE49-F238E27FC236}">
                      <a16:creationId xmlns:a16="http://schemas.microsoft.com/office/drawing/2014/main" id="{0FF0E0A1-CEE8-0D85-A0D8-16637184DAE4}"/>
                    </a:ext>
                  </a:extLst>
                </p:cNvPr>
                <p:cNvPicPr/>
                <p:nvPr/>
              </p:nvPicPr>
              <p:blipFill>
                <a:blip r:embed="rId159"/>
                <a:stretch>
                  <a:fillRect/>
                </a:stretch>
              </p:blipFill>
              <p:spPr>
                <a:xfrm>
                  <a:off x="2066583" y="4879633"/>
                  <a:ext cx="8460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5" name="Ink 94">
                  <a:extLst>
                    <a:ext uri="{FF2B5EF4-FFF2-40B4-BE49-F238E27FC236}">
                      <a16:creationId xmlns:a16="http://schemas.microsoft.com/office/drawing/2014/main" id="{57BAFED8-6273-163B-DB86-364D8BFB31D3}"/>
                    </a:ext>
                  </a:extLst>
                </p14:cNvPr>
                <p14:cNvContentPartPr/>
                <p14:nvPr/>
              </p14:nvContentPartPr>
              <p14:xfrm>
                <a:off x="2116623" y="4767313"/>
                <a:ext cx="16200" cy="32760"/>
              </p14:xfrm>
            </p:contentPart>
          </mc:Choice>
          <mc:Fallback xmlns="">
            <p:pic>
              <p:nvPicPr>
                <p:cNvPr id="95" name="Ink 94">
                  <a:extLst>
                    <a:ext uri="{FF2B5EF4-FFF2-40B4-BE49-F238E27FC236}">
                      <a16:creationId xmlns:a16="http://schemas.microsoft.com/office/drawing/2014/main" id="{57BAFED8-6273-163B-DB86-364D8BFB31D3}"/>
                    </a:ext>
                  </a:extLst>
                </p:cNvPr>
                <p:cNvPicPr/>
                <p:nvPr/>
              </p:nvPicPr>
              <p:blipFill>
                <a:blip r:embed="rId161"/>
                <a:stretch>
                  <a:fillRect/>
                </a:stretch>
              </p:blipFill>
              <p:spPr>
                <a:xfrm>
                  <a:off x="2098623" y="4749673"/>
                  <a:ext cx="5184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6" name="Ink 95">
                  <a:extLst>
                    <a:ext uri="{FF2B5EF4-FFF2-40B4-BE49-F238E27FC236}">
                      <a16:creationId xmlns:a16="http://schemas.microsoft.com/office/drawing/2014/main" id="{412DD3EE-2D7C-D3EF-E1E3-A10280D2474F}"/>
                    </a:ext>
                  </a:extLst>
                </p14:cNvPr>
                <p14:cNvContentPartPr/>
                <p14:nvPr/>
              </p14:nvContentPartPr>
              <p14:xfrm>
                <a:off x="2276463" y="4865233"/>
                <a:ext cx="123840" cy="217440"/>
              </p14:xfrm>
            </p:contentPart>
          </mc:Choice>
          <mc:Fallback xmlns="">
            <p:pic>
              <p:nvPicPr>
                <p:cNvPr id="96" name="Ink 95">
                  <a:extLst>
                    <a:ext uri="{FF2B5EF4-FFF2-40B4-BE49-F238E27FC236}">
                      <a16:creationId xmlns:a16="http://schemas.microsoft.com/office/drawing/2014/main" id="{412DD3EE-2D7C-D3EF-E1E3-A10280D2474F}"/>
                    </a:ext>
                  </a:extLst>
                </p:cNvPr>
                <p:cNvPicPr/>
                <p:nvPr/>
              </p:nvPicPr>
              <p:blipFill>
                <a:blip r:embed="rId163"/>
                <a:stretch>
                  <a:fillRect/>
                </a:stretch>
              </p:blipFill>
              <p:spPr>
                <a:xfrm>
                  <a:off x="2258823" y="4847233"/>
                  <a:ext cx="15948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7" name="Ink 96">
                  <a:extLst>
                    <a:ext uri="{FF2B5EF4-FFF2-40B4-BE49-F238E27FC236}">
                      <a16:creationId xmlns:a16="http://schemas.microsoft.com/office/drawing/2014/main" id="{32EED3B6-6D2E-9679-067B-2DE1D6EB7B88}"/>
                    </a:ext>
                  </a:extLst>
                </p14:cNvPr>
                <p14:cNvContentPartPr/>
                <p14:nvPr/>
              </p14:nvContentPartPr>
              <p14:xfrm>
                <a:off x="2380143" y="4899433"/>
                <a:ext cx="239400" cy="131040"/>
              </p14:xfrm>
            </p:contentPart>
          </mc:Choice>
          <mc:Fallback xmlns="">
            <p:pic>
              <p:nvPicPr>
                <p:cNvPr id="97" name="Ink 96">
                  <a:extLst>
                    <a:ext uri="{FF2B5EF4-FFF2-40B4-BE49-F238E27FC236}">
                      <a16:creationId xmlns:a16="http://schemas.microsoft.com/office/drawing/2014/main" id="{32EED3B6-6D2E-9679-067B-2DE1D6EB7B88}"/>
                    </a:ext>
                  </a:extLst>
                </p:cNvPr>
                <p:cNvPicPr/>
                <p:nvPr/>
              </p:nvPicPr>
              <p:blipFill>
                <a:blip r:embed="rId165"/>
                <a:stretch>
                  <a:fillRect/>
                </a:stretch>
              </p:blipFill>
              <p:spPr>
                <a:xfrm>
                  <a:off x="2362143" y="4881433"/>
                  <a:ext cx="27504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2" name="Ink 101">
                  <a:extLst>
                    <a:ext uri="{FF2B5EF4-FFF2-40B4-BE49-F238E27FC236}">
                      <a16:creationId xmlns:a16="http://schemas.microsoft.com/office/drawing/2014/main" id="{557CE78C-FBE1-9198-210C-3AC1F96F3CDA}"/>
                    </a:ext>
                  </a:extLst>
                </p14:cNvPr>
                <p14:cNvContentPartPr/>
                <p14:nvPr/>
              </p14:nvContentPartPr>
              <p14:xfrm>
                <a:off x="2729703" y="4745713"/>
                <a:ext cx="302400" cy="274680"/>
              </p14:xfrm>
            </p:contentPart>
          </mc:Choice>
          <mc:Fallback xmlns="">
            <p:pic>
              <p:nvPicPr>
                <p:cNvPr id="102" name="Ink 101">
                  <a:extLst>
                    <a:ext uri="{FF2B5EF4-FFF2-40B4-BE49-F238E27FC236}">
                      <a16:creationId xmlns:a16="http://schemas.microsoft.com/office/drawing/2014/main" id="{557CE78C-FBE1-9198-210C-3AC1F96F3CDA}"/>
                    </a:ext>
                  </a:extLst>
                </p:cNvPr>
                <p:cNvPicPr/>
                <p:nvPr/>
              </p:nvPicPr>
              <p:blipFill>
                <a:blip r:embed="rId167"/>
                <a:stretch>
                  <a:fillRect/>
                </a:stretch>
              </p:blipFill>
              <p:spPr>
                <a:xfrm>
                  <a:off x="2712063" y="4727713"/>
                  <a:ext cx="33804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3" name="Ink 102">
                  <a:extLst>
                    <a:ext uri="{FF2B5EF4-FFF2-40B4-BE49-F238E27FC236}">
                      <a16:creationId xmlns:a16="http://schemas.microsoft.com/office/drawing/2014/main" id="{E8AD12CB-5755-ECC9-3BB8-897AFC540D7D}"/>
                    </a:ext>
                  </a:extLst>
                </p14:cNvPr>
                <p14:cNvContentPartPr/>
                <p14:nvPr/>
              </p14:nvContentPartPr>
              <p14:xfrm>
                <a:off x="3256743" y="4813033"/>
                <a:ext cx="130680" cy="174600"/>
              </p14:xfrm>
            </p:contentPart>
          </mc:Choice>
          <mc:Fallback xmlns="">
            <p:pic>
              <p:nvPicPr>
                <p:cNvPr id="103" name="Ink 102">
                  <a:extLst>
                    <a:ext uri="{FF2B5EF4-FFF2-40B4-BE49-F238E27FC236}">
                      <a16:creationId xmlns:a16="http://schemas.microsoft.com/office/drawing/2014/main" id="{E8AD12CB-5755-ECC9-3BB8-897AFC540D7D}"/>
                    </a:ext>
                  </a:extLst>
                </p:cNvPr>
                <p:cNvPicPr/>
                <p:nvPr/>
              </p:nvPicPr>
              <p:blipFill>
                <a:blip r:embed="rId169"/>
                <a:stretch>
                  <a:fillRect/>
                </a:stretch>
              </p:blipFill>
              <p:spPr>
                <a:xfrm>
                  <a:off x="3239103" y="4795393"/>
                  <a:ext cx="166320" cy="210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0">
            <p14:nvContentPartPr>
              <p14:cNvPr id="105" name="Ink 104">
                <a:extLst>
                  <a:ext uri="{FF2B5EF4-FFF2-40B4-BE49-F238E27FC236}">
                    <a16:creationId xmlns:a16="http://schemas.microsoft.com/office/drawing/2014/main" id="{1295F9AA-CB4B-31D3-4370-209BAAA702E4}"/>
                  </a:ext>
                </a:extLst>
              </p14:cNvPr>
              <p14:cNvContentPartPr/>
              <p14:nvPr/>
            </p14:nvContentPartPr>
            <p14:xfrm>
              <a:off x="4405503" y="4517473"/>
              <a:ext cx="2297880" cy="828000"/>
            </p14:xfrm>
          </p:contentPart>
        </mc:Choice>
        <mc:Fallback xmlns="">
          <p:pic>
            <p:nvPicPr>
              <p:cNvPr id="105" name="Ink 104">
                <a:extLst>
                  <a:ext uri="{FF2B5EF4-FFF2-40B4-BE49-F238E27FC236}">
                    <a16:creationId xmlns:a16="http://schemas.microsoft.com/office/drawing/2014/main" id="{1295F9AA-CB4B-31D3-4370-209BAAA702E4}"/>
                  </a:ext>
                </a:extLst>
              </p:cNvPr>
              <p:cNvPicPr/>
              <p:nvPr/>
            </p:nvPicPr>
            <p:blipFill>
              <a:blip r:embed="rId171"/>
              <a:stretch>
                <a:fillRect/>
              </a:stretch>
            </p:blipFill>
            <p:spPr>
              <a:xfrm>
                <a:off x="4387503" y="4499473"/>
                <a:ext cx="2333520" cy="863640"/>
              </a:xfrm>
              <a:prstGeom prst="rect">
                <a:avLst/>
              </a:prstGeom>
            </p:spPr>
          </p:pic>
        </mc:Fallback>
      </mc:AlternateContent>
      <p:grpSp>
        <p:nvGrpSpPr>
          <p:cNvPr id="111" name="Group 110">
            <a:extLst>
              <a:ext uri="{FF2B5EF4-FFF2-40B4-BE49-F238E27FC236}">
                <a16:creationId xmlns:a16="http://schemas.microsoft.com/office/drawing/2014/main" id="{ADB2D10A-5D8E-D99F-17E0-14AB3DFA3241}"/>
              </a:ext>
            </a:extLst>
          </p:cNvPr>
          <p:cNvGrpSpPr/>
          <p:nvPr/>
        </p:nvGrpSpPr>
        <p:grpSpPr>
          <a:xfrm>
            <a:off x="4280223" y="28273"/>
            <a:ext cx="2487960" cy="6305400"/>
            <a:chOff x="4280223" y="28273"/>
            <a:chExt cx="2487960" cy="6305400"/>
          </a:xfrm>
        </p:grpSpPr>
        <mc:AlternateContent xmlns:mc="http://schemas.openxmlformats.org/markup-compatibility/2006" xmlns:p14="http://schemas.microsoft.com/office/powerpoint/2010/main">
          <mc:Choice Requires="p14">
            <p:contentPart p14:bwMode="auto" r:id="rId172">
              <p14:nvContentPartPr>
                <p14:cNvPr id="106" name="Ink 105">
                  <a:extLst>
                    <a:ext uri="{FF2B5EF4-FFF2-40B4-BE49-F238E27FC236}">
                      <a16:creationId xmlns:a16="http://schemas.microsoft.com/office/drawing/2014/main" id="{B81322DD-3F06-B25B-7072-71EBCAA5BD84}"/>
                    </a:ext>
                  </a:extLst>
                </p14:cNvPr>
                <p14:cNvContentPartPr/>
                <p14:nvPr/>
              </p14:nvContentPartPr>
              <p14:xfrm>
                <a:off x="4280223" y="75433"/>
                <a:ext cx="137160" cy="6258240"/>
              </p14:xfrm>
            </p:contentPart>
          </mc:Choice>
          <mc:Fallback xmlns="">
            <p:pic>
              <p:nvPicPr>
                <p:cNvPr id="106" name="Ink 105">
                  <a:extLst>
                    <a:ext uri="{FF2B5EF4-FFF2-40B4-BE49-F238E27FC236}">
                      <a16:creationId xmlns:a16="http://schemas.microsoft.com/office/drawing/2014/main" id="{B81322DD-3F06-B25B-7072-71EBCAA5BD84}"/>
                    </a:ext>
                  </a:extLst>
                </p:cNvPr>
                <p:cNvPicPr/>
                <p:nvPr/>
              </p:nvPicPr>
              <p:blipFill>
                <a:blip r:embed="rId173"/>
                <a:stretch>
                  <a:fillRect/>
                </a:stretch>
              </p:blipFill>
              <p:spPr>
                <a:xfrm>
                  <a:off x="4262223" y="57433"/>
                  <a:ext cx="172800" cy="62938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7" name="Ink 106">
                  <a:extLst>
                    <a:ext uri="{FF2B5EF4-FFF2-40B4-BE49-F238E27FC236}">
                      <a16:creationId xmlns:a16="http://schemas.microsoft.com/office/drawing/2014/main" id="{DC7B424F-E658-E463-3702-9D7E7959E30C}"/>
                    </a:ext>
                  </a:extLst>
                </p14:cNvPr>
                <p14:cNvContentPartPr/>
                <p14:nvPr/>
              </p14:nvContentPartPr>
              <p14:xfrm>
                <a:off x="4793223" y="28273"/>
                <a:ext cx="153000" cy="6130080"/>
              </p14:xfrm>
            </p:contentPart>
          </mc:Choice>
          <mc:Fallback xmlns="">
            <p:pic>
              <p:nvPicPr>
                <p:cNvPr id="107" name="Ink 106">
                  <a:extLst>
                    <a:ext uri="{FF2B5EF4-FFF2-40B4-BE49-F238E27FC236}">
                      <a16:creationId xmlns:a16="http://schemas.microsoft.com/office/drawing/2014/main" id="{DC7B424F-E658-E463-3702-9D7E7959E30C}"/>
                    </a:ext>
                  </a:extLst>
                </p:cNvPr>
                <p:cNvPicPr/>
                <p:nvPr/>
              </p:nvPicPr>
              <p:blipFill>
                <a:blip r:embed="rId175"/>
                <a:stretch>
                  <a:fillRect/>
                </a:stretch>
              </p:blipFill>
              <p:spPr>
                <a:xfrm>
                  <a:off x="4775223" y="10273"/>
                  <a:ext cx="188640" cy="61657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8" name="Ink 107">
                  <a:extLst>
                    <a:ext uri="{FF2B5EF4-FFF2-40B4-BE49-F238E27FC236}">
                      <a16:creationId xmlns:a16="http://schemas.microsoft.com/office/drawing/2014/main" id="{EEF611D2-66B8-7F26-45FC-42C781264200}"/>
                    </a:ext>
                  </a:extLst>
                </p14:cNvPr>
                <p14:cNvContentPartPr/>
                <p14:nvPr/>
              </p14:nvContentPartPr>
              <p14:xfrm>
                <a:off x="5200383" y="161473"/>
                <a:ext cx="500040" cy="6066360"/>
              </p14:xfrm>
            </p:contentPart>
          </mc:Choice>
          <mc:Fallback xmlns="">
            <p:pic>
              <p:nvPicPr>
                <p:cNvPr id="108" name="Ink 107">
                  <a:extLst>
                    <a:ext uri="{FF2B5EF4-FFF2-40B4-BE49-F238E27FC236}">
                      <a16:creationId xmlns:a16="http://schemas.microsoft.com/office/drawing/2014/main" id="{EEF611D2-66B8-7F26-45FC-42C781264200}"/>
                    </a:ext>
                  </a:extLst>
                </p:cNvPr>
                <p:cNvPicPr/>
                <p:nvPr/>
              </p:nvPicPr>
              <p:blipFill>
                <a:blip r:embed="rId177"/>
                <a:stretch>
                  <a:fillRect/>
                </a:stretch>
              </p:blipFill>
              <p:spPr>
                <a:xfrm>
                  <a:off x="5182743" y="143473"/>
                  <a:ext cx="535680" cy="61020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9" name="Ink 108">
                  <a:extLst>
                    <a:ext uri="{FF2B5EF4-FFF2-40B4-BE49-F238E27FC236}">
                      <a16:creationId xmlns:a16="http://schemas.microsoft.com/office/drawing/2014/main" id="{FA03C5E2-5371-FD53-D0FE-383B41673643}"/>
                    </a:ext>
                  </a:extLst>
                </p14:cNvPr>
                <p14:cNvContentPartPr/>
                <p14:nvPr/>
              </p14:nvContentPartPr>
              <p14:xfrm>
                <a:off x="5580543" y="94153"/>
                <a:ext cx="709560" cy="5881320"/>
              </p14:xfrm>
            </p:contentPart>
          </mc:Choice>
          <mc:Fallback xmlns="">
            <p:pic>
              <p:nvPicPr>
                <p:cNvPr id="109" name="Ink 108">
                  <a:extLst>
                    <a:ext uri="{FF2B5EF4-FFF2-40B4-BE49-F238E27FC236}">
                      <a16:creationId xmlns:a16="http://schemas.microsoft.com/office/drawing/2014/main" id="{FA03C5E2-5371-FD53-D0FE-383B41673643}"/>
                    </a:ext>
                  </a:extLst>
                </p:cNvPr>
                <p:cNvPicPr/>
                <p:nvPr/>
              </p:nvPicPr>
              <p:blipFill>
                <a:blip r:embed="rId179"/>
                <a:stretch>
                  <a:fillRect/>
                </a:stretch>
              </p:blipFill>
              <p:spPr>
                <a:xfrm>
                  <a:off x="5562543" y="76153"/>
                  <a:ext cx="745200" cy="59169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0" name="Ink 109">
                  <a:extLst>
                    <a:ext uri="{FF2B5EF4-FFF2-40B4-BE49-F238E27FC236}">
                      <a16:creationId xmlns:a16="http://schemas.microsoft.com/office/drawing/2014/main" id="{047495BB-B47B-336B-CD29-5CDE4FC2725E}"/>
                    </a:ext>
                  </a:extLst>
                </p14:cNvPr>
                <p14:cNvContentPartPr/>
                <p14:nvPr/>
              </p14:nvContentPartPr>
              <p14:xfrm>
                <a:off x="6153303" y="410593"/>
                <a:ext cx="614880" cy="5897880"/>
              </p14:xfrm>
            </p:contentPart>
          </mc:Choice>
          <mc:Fallback xmlns="">
            <p:pic>
              <p:nvPicPr>
                <p:cNvPr id="110" name="Ink 109">
                  <a:extLst>
                    <a:ext uri="{FF2B5EF4-FFF2-40B4-BE49-F238E27FC236}">
                      <a16:creationId xmlns:a16="http://schemas.microsoft.com/office/drawing/2014/main" id="{047495BB-B47B-336B-CD29-5CDE4FC2725E}"/>
                    </a:ext>
                  </a:extLst>
                </p:cNvPr>
                <p:cNvPicPr/>
                <p:nvPr/>
              </p:nvPicPr>
              <p:blipFill>
                <a:blip r:embed="rId181"/>
                <a:stretch>
                  <a:fillRect/>
                </a:stretch>
              </p:blipFill>
              <p:spPr>
                <a:xfrm>
                  <a:off x="6135303" y="392953"/>
                  <a:ext cx="650520" cy="5933520"/>
                </a:xfrm>
                <a:prstGeom prst="rect">
                  <a:avLst/>
                </a:prstGeom>
              </p:spPr>
            </p:pic>
          </mc:Fallback>
        </mc:AlternateContent>
      </p:grpSp>
      <p:grpSp>
        <p:nvGrpSpPr>
          <p:cNvPr id="119" name="Group 118">
            <a:extLst>
              <a:ext uri="{FF2B5EF4-FFF2-40B4-BE49-F238E27FC236}">
                <a16:creationId xmlns:a16="http://schemas.microsoft.com/office/drawing/2014/main" id="{695DA9F1-75D5-4D31-B148-6BD1535D53B1}"/>
              </a:ext>
            </a:extLst>
          </p:cNvPr>
          <p:cNvGrpSpPr/>
          <p:nvPr/>
        </p:nvGrpSpPr>
        <p:grpSpPr>
          <a:xfrm>
            <a:off x="7525623" y="4802593"/>
            <a:ext cx="1083600" cy="331920"/>
            <a:chOff x="7525623" y="4802593"/>
            <a:chExt cx="1083600" cy="331920"/>
          </a:xfrm>
        </p:grpSpPr>
        <mc:AlternateContent xmlns:mc="http://schemas.openxmlformats.org/markup-compatibility/2006" xmlns:p14="http://schemas.microsoft.com/office/powerpoint/2010/main">
          <mc:Choice Requires="p14">
            <p:contentPart p14:bwMode="auto" r:id="rId182">
              <p14:nvContentPartPr>
                <p14:cNvPr id="112" name="Ink 111">
                  <a:extLst>
                    <a:ext uri="{FF2B5EF4-FFF2-40B4-BE49-F238E27FC236}">
                      <a16:creationId xmlns:a16="http://schemas.microsoft.com/office/drawing/2014/main" id="{D6CA7760-2E98-B9F4-80D5-1A282371AB2E}"/>
                    </a:ext>
                  </a:extLst>
                </p14:cNvPr>
                <p14:cNvContentPartPr/>
                <p14:nvPr/>
              </p14:nvContentPartPr>
              <p14:xfrm>
                <a:off x="7525623" y="4802593"/>
                <a:ext cx="237960" cy="289800"/>
              </p14:xfrm>
            </p:contentPart>
          </mc:Choice>
          <mc:Fallback xmlns="">
            <p:pic>
              <p:nvPicPr>
                <p:cNvPr id="112" name="Ink 111">
                  <a:extLst>
                    <a:ext uri="{FF2B5EF4-FFF2-40B4-BE49-F238E27FC236}">
                      <a16:creationId xmlns:a16="http://schemas.microsoft.com/office/drawing/2014/main" id="{D6CA7760-2E98-B9F4-80D5-1A282371AB2E}"/>
                    </a:ext>
                  </a:extLst>
                </p:cNvPr>
                <p:cNvPicPr/>
                <p:nvPr/>
              </p:nvPicPr>
              <p:blipFill>
                <a:blip r:embed="rId183"/>
                <a:stretch>
                  <a:fillRect/>
                </a:stretch>
              </p:blipFill>
              <p:spPr>
                <a:xfrm>
                  <a:off x="7507623" y="4784953"/>
                  <a:ext cx="27360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3" name="Ink 112">
                  <a:extLst>
                    <a:ext uri="{FF2B5EF4-FFF2-40B4-BE49-F238E27FC236}">
                      <a16:creationId xmlns:a16="http://schemas.microsoft.com/office/drawing/2014/main" id="{6434AB4C-BEF0-6676-3102-C537C67D692D}"/>
                    </a:ext>
                  </a:extLst>
                </p14:cNvPr>
                <p14:cNvContentPartPr/>
                <p14:nvPr/>
              </p14:nvContentPartPr>
              <p14:xfrm>
                <a:off x="7887423" y="4908433"/>
                <a:ext cx="44280" cy="226080"/>
              </p14:xfrm>
            </p:contentPart>
          </mc:Choice>
          <mc:Fallback xmlns="">
            <p:pic>
              <p:nvPicPr>
                <p:cNvPr id="113" name="Ink 112">
                  <a:extLst>
                    <a:ext uri="{FF2B5EF4-FFF2-40B4-BE49-F238E27FC236}">
                      <a16:creationId xmlns:a16="http://schemas.microsoft.com/office/drawing/2014/main" id="{6434AB4C-BEF0-6676-3102-C537C67D692D}"/>
                    </a:ext>
                  </a:extLst>
                </p:cNvPr>
                <p:cNvPicPr/>
                <p:nvPr/>
              </p:nvPicPr>
              <p:blipFill>
                <a:blip r:embed="rId185"/>
                <a:stretch>
                  <a:fillRect/>
                </a:stretch>
              </p:blipFill>
              <p:spPr>
                <a:xfrm>
                  <a:off x="7869423" y="4890793"/>
                  <a:ext cx="7992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4" name="Ink 113">
                  <a:extLst>
                    <a:ext uri="{FF2B5EF4-FFF2-40B4-BE49-F238E27FC236}">
                      <a16:creationId xmlns:a16="http://schemas.microsoft.com/office/drawing/2014/main" id="{FA09D0F2-6FA1-09C9-66DE-A05FFEB89328}"/>
                    </a:ext>
                  </a:extLst>
                </p14:cNvPr>
                <p14:cNvContentPartPr/>
                <p14:nvPr/>
              </p14:nvContentPartPr>
              <p14:xfrm>
                <a:off x="7921983" y="4882513"/>
                <a:ext cx="124560" cy="205200"/>
              </p14:xfrm>
            </p:contentPart>
          </mc:Choice>
          <mc:Fallback xmlns="">
            <p:pic>
              <p:nvPicPr>
                <p:cNvPr id="114" name="Ink 113">
                  <a:extLst>
                    <a:ext uri="{FF2B5EF4-FFF2-40B4-BE49-F238E27FC236}">
                      <a16:creationId xmlns:a16="http://schemas.microsoft.com/office/drawing/2014/main" id="{FA09D0F2-6FA1-09C9-66DE-A05FFEB89328}"/>
                    </a:ext>
                  </a:extLst>
                </p:cNvPr>
                <p:cNvPicPr/>
                <p:nvPr/>
              </p:nvPicPr>
              <p:blipFill>
                <a:blip r:embed="rId187"/>
                <a:stretch>
                  <a:fillRect/>
                </a:stretch>
              </p:blipFill>
              <p:spPr>
                <a:xfrm>
                  <a:off x="7903983" y="4864873"/>
                  <a:ext cx="16020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5" name="Ink 114">
                  <a:extLst>
                    <a:ext uri="{FF2B5EF4-FFF2-40B4-BE49-F238E27FC236}">
                      <a16:creationId xmlns:a16="http://schemas.microsoft.com/office/drawing/2014/main" id="{C83890EA-196A-DC02-3AC6-6D9E26B7B28C}"/>
                    </a:ext>
                  </a:extLst>
                </p14:cNvPr>
                <p14:cNvContentPartPr/>
                <p14:nvPr/>
              </p14:nvContentPartPr>
              <p14:xfrm>
                <a:off x="8155623" y="4855873"/>
                <a:ext cx="43200" cy="251280"/>
              </p14:xfrm>
            </p:contentPart>
          </mc:Choice>
          <mc:Fallback xmlns="">
            <p:pic>
              <p:nvPicPr>
                <p:cNvPr id="115" name="Ink 114">
                  <a:extLst>
                    <a:ext uri="{FF2B5EF4-FFF2-40B4-BE49-F238E27FC236}">
                      <a16:creationId xmlns:a16="http://schemas.microsoft.com/office/drawing/2014/main" id="{C83890EA-196A-DC02-3AC6-6D9E26B7B28C}"/>
                    </a:ext>
                  </a:extLst>
                </p:cNvPr>
                <p:cNvPicPr/>
                <p:nvPr/>
              </p:nvPicPr>
              <p:blipFill>
                <a:blip r:embed="rId189"/>
                <a:stretch>
                  <a:fillRect/>
                </a:stretch>
              </p:blipFill>
              <p:spPr>
                <a:xfrm>
                  <a:off x="8137983" y="4838233"/>
                  <a:ext cx="7884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6" name="Ink 115">
                  <a:extLst>
                    <a:ext uri="{FF2B5EF4-FFF2-40B4-BE49-F238E27FC236}">
                      <a16:creationId xmlns:a16="http://schemas.microsoft.com/office/drawing/2014/main" id="{73F01A31-426B-4926-BA2D-2013FCF53893}"/>
                    </a:ext>
                  </a:extLst>
                </p14:cNvPr>
                <p14:cNvContentPartPr/>
                <p14:nvPr/>
              </p14:nvContentPartPr>
              <p14:xfrm>
                <a:off x="8150943" y="4845433"/>
                <a:ext cx="153000" cy="157320"/>
              </p14:xfrm>
            </p:contentPart>
          </mc:Choice>
          <mc:Fallback xmlns="">
            <p:pic>
              <p:nvPicPr>
                <p:cNvPr id="116" name="Ink 115">
                  <a:extLst>
                    <a:ext uri="{FF2B5EF4-FFF2-40B4-BE49-F238E27FC236}">
                      <a16:creationId xmlns:a16="http://schemas.microsoft.com/office/drawing/2014/main" id="{73F01A31-426B-4926-BA2D-2013FCF53893}"/>
                    </a:ext>
                  </a:extLst>
                </p:cNvPr>
                <p:cNvPicPr/>
                <p:nvPr/>
              </p:nvPicPr>
              <p:blipFill>
                <a:blip r:embed="rId191"/>
                <a:stretch>
                  <a:fillRect/>
                </a:stretch>
              </p:blipFill>
              <p:spPr>
                <a:xfrm>
                  <a:off x="8133303" y="4827793"/>
                  <a:ext cx="18864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7" name="Ink 116">
                  <a:extLst>
                    <a:ext uri="{FF2B5EF4-FFF2-40B4-BE49-F238E27FC236}">
                      <a16:creationId xmlns:a16="http://schemas.microsoft.com/office/drawing/2014/main" id="{F7916E5D-0089-D5A1-DAD5-C05AFE5AFAC3}"/>
                    </a:ext>
                  </a:extLst>
                </p14:cNvPr>
                <p14:cNvContentPartPr/>
                <p14:nvPr/>
              </p14:nvContentPartPr>
              <p14:xfrm>
                <a:off x="8500503" y="4922113"/>
                <a:ext cx="70200" cy="24120"/>
              </p14:xfrm>
            </p:contentPart>
          </mc:Choice>
          <mc:Fallback xmlns="">
            <p:pic>
              <p:nvPicPr>
                <p:cNvPr id="117" name="Ink 116">
                  <a:extLst>
                    <a:ext uri="{FF2B5EF4-FFF2-40B4-BE49-F238E27FC236}">
                      <a16:creationId xmlns:a16="http://schemas.microsoft.com/office/drawing/2014/main" id="{F7916E5D-0089-D5A1-DAD5-C05AFE5AFAC3}"/>
                    </a:ext>
                  </a:extLst>
                </p:cNvPr>
                <p:cNvPicPr/>
                <p:nvPr/>
              </p:nvPicPr>
              <p:blipFill>
                <a:blip r:embed="rId193"/>
                <a:stretch>
                  <a:fillRect/>
                </a:stretch>
              </p:blipFill>
              <p:spPr>
                <a:xfrm>
                  <a:off x="8482503" y="4904113"/>
                  <a:ext cx="10584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8" name="Ink 117">
                  <a:extLst>
                    <a:ext uri="{FF2B5EF4-FFF2-40B4-BE49-F238E27FC236}">
                      <a16:creationId xmlns:a16="http://schemas.microsoft.com/office/drawing/2014/main" id="{67BD746D-E2C9-5B85-E307-E4AADA6768ED}"/>
                    </a:ext>
                  </a:extLst>
                </p14:cNvPr>
                <p14:cNvContentPartPr/>
                <p14:nvPr/>
              </p14:nvContentPartPr>
              <p14:xfrm>
                <a:off x="8513823" y="4992673"/>
                <a:ext cx="95400" cy="38160"/>
              </p14:xfrm>
            </p:contentPart>
          </mc:Choice>
          <mc:Fallback xmlns="">
            <p:pic>
              <p:nvPicPr>
                <p:cNvPr id="118" name="Ink 117">
                  <a:extLst>
                    <a:ext uri="{FF2B5EF4-FFF2-40B4-BE49-F238E27FC236}">
                      <a16:creationId xmlns:a16="http://schemas.microsoft.com/office/drawing/2014/main" id="{67BD746D-E2C9-5B85-E307-E4AADA6768ED}"/>
                    </a:ext>
                  </a:extLst>
                </p:cNvPr>
                <p:cNvPicPr/>
                <p:nvPr/>
              </p:nvPicPr>
              <p:blipFill>
                <a:blip r:embed="rId195"/>
                <a:stretch>
                  <a:fillRect/>
                </a:stretch>
              </p:blipFill>
              <p:spPr>
                <a:xfrm>
                  <a:off x="8496183" y="4975033"/>
                  <a:ext cx="131040" cy="73800"/>
                </a:xfrm>
                <a:prstGeom prst="rect">
                  <a:avLst/>
                </a:prstGeom>
              </p:spPr>
            </p:pic>
          </mc:Fallback>
        </mc:AlternateContent>
      </p:grpSp>
      <p:grpSp>
        <p:nvGrpSpPr>
          <p:cNvPr id="137" name="Group 136">
            <a:extLst>
              <a:ext uri="{FF2B5EF4-FFF2-40B4-BE49-F238E27FC236}">
                <a16:creationId xmlns:a16="http://schemas.microsoft.com/office/drawing/2014/main" id="{701690BB-4CB1-18AF-0B23-3D65D6C475E1}"/>
              </a:ext>
            </a:extLst>
          </p:cNvPr>
          <p:cNvGrpSpPr/>
          <p:nvPr/>
        </p:nvGrpSpPr>
        <p:grpSpPr>
          <a:xfrm>
            <a:off x="8980743" y="4525393"/>
            <a:ext cx="2129760" cy="942840"/>
            <a:chOff x="8980743" y="4525393"/>
            <a:chExt cx="2129760" cy="942840"/>
          </a:xfrm>
        </p:grpSpPr>
        <mc:AlternateContent xmlns:mc="http://schemas.openxmlformats.org/markup-compatibility/2006" xmlns:p14="http://schemas.microsoft.com/office/powerpoint/2010/main">
          <mc:Choice Requires="p14">
            <p:contentPart p14:bwMode="auto" r:id="rId196">
              <p14:nvContentPartPr>
                <p14:cNvPr id="120" name="Ink 119">
                  <a:extLst>
                    <a:ext uri="{FF2B5EF4-FFF2-40B4-BE49-F238E27FC236}">
                      <a16:creationId xmlns:a16="http://schemas.microsoft.com/office/drawing/2014/main" id="{B35DAB66-A962-8B7B-FEB7-2F462B967D37}"/>
                    </a:ext>
                  </a:extLst>
                </p14:cNvPr>
                <p14:cNvContentPartPr/>
                <p14:nvPr/>
              </p14:nvContentPartPr>
              <p14:xfrm>
                <a:off x="8992263" y="4554553"/>
                <a:ext cx="173880" cy="276120"/>
              </p14:xfrm>
            </p:contentPart>
          </mc:Choice>
          <mc:Fallback xmlns="">
            <p:pic>
              <p:nvPicPr>
                <p:cNvPr id="120" name="Ink 119">
                  <a:extLst>
                    <a:ext uri="{FF2B5EF4-FFF2-40B4-BE49-F238E27FC236}">
                      <a16:creationId xmlns:a16="http://schemas.microsoft.com/office/drawing/2014/main" id="{B35DAB66-A962-8B7B-FEB7-2F462B967D37}"/>
                    </a:ext>
                  </a:extLst>
                </p:cNvPr>
                <p:cNvPicPr/>
                <p:nvPr/>
              </p:nvPicPr>
              <p:blipFill>
                <a:blip r:embed="rId197"/>
                <a:stretch>
                  <a:fillRect/>
                </a:stretch>
              </p:blipFill>
              <p:spPr>
                <a:xfrm>
                  <a:off x="8974623" y="4536553"/>
                  <a:ext cx="20952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1" name="Ink 120">
                  <a:extLst>
                    <a:ext uri="{FF2B5EF4-FFF2-40B4-BE49-F238E27FC236}">
                      <a16:creationId xmlns:a16="http://schemas.microsoft.com/office/drawing/2014/main" id="{DF9F32CD-DCC2-7C96-9E8B-D9A7A8E1EA89}"/>
                    </a:ext>
                  </a:extLst>
                </p14:cNvPr>
                <p14:cNvContentPartPr/>
                <p14:nvPr/>
              </p14:nvContentPartPr>
              <p14:xfrm>
                <a:off x="9232383" y="4671553"/>
                <a:ext cx="43200" cy="88560"/>
              </p14:xfrm>
            </p:contentPart>
          </mc:Choice>
          <mc:Fallback xmlns="">
            <p:pic>
              <p:nvPicPr>
                <p:cNvPr id="121" name="Ink 120">
                  <a:extLst>
                    <a:ext uri="{FF2B5EF4-FFF2-40B4-BE49-F238E27FC236}">
                      <a16:creationId xmlns:a16="http://schemas.microsoft.com/office/drawing/2014/main" id="{DF9F32CD-DCC2-7C96-9E8B-D9A7A8E1EA89}"/>
                    </a:ext>
                  </a:extLst>
                </p:cNvPr>
                <p:cNvPicPr/>
                <p:nvPr/>
              </p:nvPicPr>
              <p:blipFill>
                <a:blip r:embed="rId199"/>
                <a:stretch>
                  <a:fillRect/>
                </a:stretch>
              </p:blipFill>
              <p:spPr>
                <a:xfrm>
                  <a:off x="9214743" y="4653553"/>
                  <a:ext cx="7884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2" name="Ink 121">
                  <a:extLst>
                    <a:ext uri="{FF2B5EF4-FFF2-40B4-BE49-F238E27FC236}">
                      <a16:creationId xmlns:a16="http://schemas.microsoft.com/office/drawing/2014/main" id="{BFAE3851-B094-FF78-ED3E-4DAA8F8EE16F}"/>
                    </a:ext>
                  </a:extLst>
                </p14:cNvPr>
                <p14:cNvContentPartPr/>
                <p14:nvPr/>
              </p14:nvContentPartPr>
              <p14:xfrm>
                <a:off x="9258663" y="4550593"/>
                <a:ext cx="16200" cy="22320"/>
              </p14:xfrm>
            </p:contentPart>
          </mc:Choice>
          <mc:Fallback xmlns="">
            <p:pic>
              <p:nvPicPr>
                <p:cNvPr id="122" name="Ink 121">
                  <a:extLst>
                    <a:ext uri="{FF2B5EF4-FFF2-40B4-BE49-F238E27FC236}">
                      <a16:creationId xmlns:a16="http://schemas.microsoft.com/office/drawing/2014/main" id="{BFAE3851-B094-FF78-ED3E-4DAA8F8EE16F}"/>
                    </a:ext>
                  </a:extLst>
                </p:cNvPr>
                <p:cNvPicPr/>
                <p:nvPr/>
              </p:nvPicPr>
              <p:blipFill>
                <a:blip r:embed="rId201"/>
                <a:stretch>
                  <a:fillRect/>
                </a:stretch>
              </p:blipFill>
              <p:spPr>
                <a:xfrm>
                  <a:off x="9241023" y="4532593"/>
                  <a:ext cx="5184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3" name="Ink 122">
                  <a:extLst>
                    <a:ext uri="{FF2B5EF4-FFF2-40B4-BE49-F238E27FC236}">
                      <a16:creationId xmlns:a16="http://schemas.microsoft.com/office/drawing/2014/main" id="{3C587CF0-A5BF-B72A-4065-85EA15FEA8C0}"/>
                    </a:ext>
                  </a:extLst>
                </p14:cNvPr>
                <p14:cNvContentPartPr/>
                <p14:nvPr/>
              </p14:nvContentPartPr>
              <p14:xfrm>
                <a:off x="9319503" y="4653193"/>
                <a:ext cx="348840" cy="119160"/>
              </p14:xfrm>
            </p:contentPart>
          </mc:Choice>
          <mc:Fallback xmlns="">
            <p:pic>
              <p:nvPicPr>
                <p:cNvPr id="123" name="Ink 122">
                  <a:extLst>
                    <a:ext uri="{FF2B5EF4-FFF2-40B4-BE49-F238E27FC236}">
                      <a16:creationId xmlns:a16="http://schemas.microsoft.com/office/drawing/2014/main" id="{3C587CF0-A5BF-B72A-4065-85EA15FEA8C0}"/>
                    </a:ext>
                  </a:extLst>
                </p:cNvPr>
                <p:cNvPicPr/>
                <p:nvPr/>
              </p:nvPicPr>
              <p:blipFill>
                <a:blip r:embed="rId203"/>
                <a:stretch>
                  <a:fillRect/>
                </a:stretch>
              </p:blipFill>
              <p:spPr>
                <a:xfrm>
                  <a:off x="9301863" y="4635553"/>
                  <a:ext cx="38448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4" name="Ink 123">
                  <a:extLst>
                    <a:ext uri="{FF2B5EF4-FFF2-40B4-BE49-F238E27FC236}">
                      <a16:creationId xmlns:a16="http://schemas.microsoft.com/office/drawing/2014/main" id="{7DF49A94-B046-864F-5FA3-5CBDEE7A56B3}"/>
                    </a:ext>
                  </a:extLst>
                </p14:cNvPr>
                <p14:cNvContentPartPr/>
                <p14:nvPr/>
              </p14:nvContentPartPr>
              <p14:xfrm>
                <a:off x="9673743" y="4525393"/>
                <a:ext cx="214920" cy="222480"/>
              </p14:xfrm>
            </p:contentPart>
          </mc:Choice>
          <mc:Fallback xmlns="">
            <p:pic>
              <p:nvPicPr>
                <p:cNvPr id="124" name="Ink 123">
                  <a:extLst>
                    <a:ext uri="{FF2B5EF4-FFF2-40B4-BE49-F238E27FC236}">
                      <a16:creationId xmlns:a16="http://schemas.microsoft.com/office/drawing/2014/main" id="{7DF49A94-B046-864F-5FA3-5CBDEE7A56B3}"/>
                    </a:ext>
                  </a:extLst>
                </p:cNvPr>
                <p:cNvPicPr/>
                <p:nvPr/>
              </p:nvPicPr>
              <p:blipFill>
                <a:blip r:embed="rId205"/>
                <a:stretch>
                  <a:fillRect/>
                </a:stretch>
              </p:blipFill>
              <p:spPr>
                <a:xfrm>
                  <a:off x="9655743" y="4507393"/>
                  <a:ext cx="25056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5" name="Ink 124">
                  <a:extLst>
                    <a:ext uri="{FF2B5EF4-FFF2-40B4-BE49-F238E27FC236}">
                      <a16:creationId xmlns:a16="http://schemas.microsoft.com/office/drawing/2014/main" id="{6B9F0387-D5D5-44AB-2AC4-798E7F6E7934}"/>
                    </a:ext>
                  </a:extLst>
                </p14:cNvPr>
                <p14:cNvContentPartPr/>
                <p14:nvPr/>
              </p14:nvContentPartPr>
              <p14:xfrm>
                <a:off x="8980743" y="4971793"/>
                <a:ext cx="1045440" cy="90360"/>
              </p14:xfrm>
            </p:contentPart>
          </mc:Choice>
          <mc:Fallback xmlns="">
            <p:pic>
              <p:nvPicPr>
                <p:cNvPr id="125" name="Ink 124">
                  <a:extLst>
                    <a:ext uri="{FF2B5EF4-FFF2-40B4-BE49-F238E27FC236}">
                      <a16:creationId xmlns:a16="http://schemas.microsoft.com/office/drawing/2014/main" id="{6B9F0387-D5D5-44AB-2AC4-798E7F6E7934}"/>
                    </a:ext>
                  </a:extLst>
                </p:cNvPr>
                <p:cNvPicPr/>
                <p:nvPr/>
              </p:nvPicPr>
              <p:blipFill>
                <a:blip r:embed="rId207"/>
                <a:stretch>
                  <a:fillRect/>
                </a:stretch>
              </p:blipFill>
              <p:spPr>
                <a:xfrm>
                  <a:off x="8962743" y="4954153"/>
                  <a:ext cx="10810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6" name="Ink 125">
                  <a:extLst>
                    <a:ext uri="{FF2B5EF4-FFF2-40B4-BE49-F238E27FC236}">
                      <a16:creationId xmlns:a16="http://schemas.microsoft.com/office/drawing/2014/main" id="{4643E928-4F72-0B71-5BCD-6AFDC0E6A2A7}"/>
                    </a:ext>
                  </a:extLst>
                </p14:cNvPr>
                <p14:cNvContentPartPr/>
                <p14:nvPr/>
              </p14:nvContentPartPr>
              <p14:xfrm>
                <a:off x="9158583" y="5258713"/>
                <a:ext cx="106920" cy="180360"/>
              </p14:xfrm>
            </p:contentPart>
          </mc:Choice>
          <mc:Fallback xmlns="">
            <p:pic>
              <p:nvPicPr>
                <p:cNvPr id="126" name="Ink 125">
                  <a:extLst>
                    <a:ext uri="{FF2B5EF4-FFF2-40B4-BE49-F238E27FC236}">
                      <a16:creationId xmlns:a16="http://schemas.microsoft.com/office/drawing/2014/main" id="{4643E928-4F72-0B71-5BCD-6AFDC0E6A2A7}"/>
                    </a:ext>
                  </a:extLst>
                </p:cNvPr>
                <p:cNvPicPr/>
                <p:nvPr/>
              </p:nvPicPr>
              <p:blipFill>
                <a:blip r:embed="rId209"/>
                <a:stretch>
                  <a:fillRect/>
                </a:stretch>
              </p:blipFill>
              <p:spPr>
                <a:xfrm>
                  <a:off x="9140583" y="5241073"/>
                  <a:ext cx="1425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7" name="Ink 126">
                  <a:extLst>
                    <a:ext uri="{FF2B5EF4-FFF2-40B4-BE49-F238E27FC236}">
                      <a16:creationId xmlns:a16="http://schemas.microsoft.com/office/drawing/2014/main" id="{B5E621CD-FE12-2A36-C4B9-0B97A6DECFC0}"/>
                    </a:ext>
                  </a:extLst>
                </p14:cNvPr>
                <p14:cNvContentPartPr/>
                <p14:nvPr/>
              </p14:nvContentPartPr>
              <p14:xfrm>
                <a:off x="9333543" y="5288233"/>
                <a:ext cx="82440" cy="128880"/>
              </p14:xfrm>
            </p:contentPart>
          </mc:Choice>
          <mc:Fallback xmlns="">
            <p:pic>
              <p:nvPicPr>
                <p:cNvPr id="127" name="Ink 126">
                  <a:extLst>
                    <a:ext uri="{FF2B5EF4-FFF2-40B4-BE49-F238E27FC236}">
                      <a16:creationId xmlns:a16="http://schemas.microsoft.com/office/drawing/2014/main" id="{B5E621CD-FE12-2A36-C4B9-0B97A6DECFC0}"/>
                    </a:ext>
                  </a:extLst>
                </p:cNvPr>
                <p:cNvPicPr/>
                <p:nvPr/>
              </p:nvPicPr>
              <p:blipFill>
                <a:blip r:embed="rId211"/>
                <a:stretch>
                  <a:fillRect/>
                </a:stretch>
              </p:blipFill>
              <p:spPr>
                <a:xfrm>
                  <a:off x="9315903" y="5270593"/>
                  <a:ext cx="11808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28" name="Ink 127">
                  <a:extLst>
                    <a:ext uri="{FF2B5EF4-FFF2-40B4-BE49-F238E27FC236}">
                      <a16:creationId xmlns:a16="http://schemas.microsoft.com/office/drawing/2014/main" id="{0C7D09A4-C299-0174-C091-996AC25E8F1E}"/>
                    </a:ext>
                  </a:extLst>
                </p14:cNvPr>
                <p14:cNvContentPartPr/>
                <p14:nvPr/>
              </p14:nvContentPartPr>
              <p14:xfrm>
                <a:off x="9549183" y="5263033"/>
                <a:ext cx="19800" cy="112320"/>
              </p14:xfrm>
            </p:contentPart>
          </mc:Choice>
          <mc:Fallback xmlns="">
            <p:pic>
              <p:nvPicPr>
                <p:cNvPr id="128" name="Ink 127">
                  <a:extLst>
                    <a:ext uri="{FF2B5EF4-FFF2-40B4-BE49-F238E27FC236}">
                      <a16:creationId xmlns:a16="http://schemas.microsoft.com/office/drawing/2014/main" id="{0C7D09A4-C299-0174-C091-996AC25E8F1E}"/>
                    </a:ext>
                  </a:extLst>
                </p:cNvPr>
                <p:cNvPicPr/>
                <p:nvPr/>
              </p:nvPicPr>
              <p:blipFill>
                <a:blip r:embed="rId213"/>
                <a:stretch>
                  <a:fillRect/>
                </a:stretch>
              </p:blipFill>
              <p:spPr>
                <a:xfrm>
                  <a:off x="9531183" y="5245393"/>
                  <a:ext cx="5544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29" name="Ink 128">
                  <a:extLst>
                    <a:ext uri="{FF2B5EF4-FFF2-40B4-BE49-F238E27FC236}">
                      <a16:creationId xmlns:a16="http://schemas.microsoft.com/office/drawing/2014/main" id="{D4197778-F09F-BDA5-9E1A-2E5C2A603538}"/>
                    </a:ext>
                  </a:extLst>
                </p14:cNvPr>
                <p14:cNvContentPartPr/>
                <p14:nvPr/>
              </p14:nvContentPartPr>
              <p14:xfrm>
                <a:off x="9545223" y="5107873"/>
                <a:ext cx="7560" cy="27000"/>
              </p14:xfrm>
            </p:contentPart>
          </mc:Choice>
          <mc:Fallback xmlns="">
            <p:pic>
              <p:nvPicPr>
                <p:cNvPr id="129" name="Ink 128">
                  <a:extLst>
                    <a:ext uri="{FF2B5EF4-FFF2-40B4-BE49-F238E27FC236}">
                      <a16:creationId xmlns:a16="http://schemas.microsoft.com/office/drawing/2014/main" id="{D4197778-F09F-BDA5-9E1A-2E5C2A603538}"/>
                    </a:ext>
                  </a:extLst>
                </p:cNvPr>
                <p:cNvPicPr/>
                <p:nvPr/>
              </p:nvPicPr>
              <p:blipFill>
                <a:blip r:embed="rId215"/>
                <a:stretch>
                  <a:fillRect/>
                </a:stretch>
              </p:blipFill>
              <p:spPr>
                <a:xfrm>
                  <a:off x="9527583" y="5090233"/>
                  <a:ext cx="432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0" name="Ink 129">
                  <a:extLst>
                    <a:ext uri="{FF2B5EF4-FFF2-40B4-BE49-F238E27FC236}">
                      <a16:creationId xmlns:a16="http://schemas.microsoft.com/office/drawing/2014/main" id="{0E93A171-5CB9-B656-EEC9-5C38BE6E2A20}"/>
                    </a:ext>
                  </a:extLst>
                </p14:cNvPr>
                <p14:cNvContentPartPr/>
                <p14:nvPr/>
              </p14:nvContentPartPr>
              <p14:xfrm>
                <a:off x="9624063" y="5197153"/>
                <a:ext cx="78480" cy="222480"/>
              </p14:xfrm>
            </p:contentPart>
          </mc:Choice>
          <mc:Fallback xmlns="">
            <p:pic>
              <p:nvPicPr>
                <p:cNvPr id="130" name="Ink 129">
                  <a:extLst>
                    <a:ext uri="{FF2B5EF4-FFF2-40B4-BE49-F238E27FC236}">
                      <a16:creationId xmlns:a16="http://schemas.microsoft.com/office/drawing/2014/main" id="{0E93A171-5CB9-B656-EEC9-5C38BE6E2A20}"/>
                    </a:ext>
                  </a:extLst>
                </p:cNvPr>
                <p:cNvPicPr/>
                <p:nvPr/>
              </p:nvPicPr>
              <p:blipFill>
                <a:blip r:embed="rId217"/>
                <a:stretch>
                  <a:fillRect/>
                </a:stretch>
              </p:blipFill>
              <p:spPr>
                <a:xfrm>
                  <a:off x="9606063" y="5179153"/>
                  <a:ext cx="11412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1" name="Ink 130">
                  <a:extLst>
                    <a:ext uri="{FF2B5EF4-FFF2-40B4-BE49-F238E27FC236}">
                      <a16:creationId xmlns:a16="http://schemas.microsoft.com/office/drawing/2014/main" id="{6D37D0F4-504E-9B61-4955-D3CB6C1BEB95}"/>
                    </a:ext>
                  </a:extLst>
                </p14:cNvPr>
                <p14:cNvContentPartPr/>
                <p14:nvPr/>
              </p14:nvContentPartPr>
              <p14:xfrm>
                <a:off x="9755463" y="5254033"/>
                <a:ext cx="98280" cy="177480"/>
              </p14:xfrm>
            </p:contentPart>
          </mc:Choice>
          <mc:Fallback xmlns="">
            <p:pic>
              <p:nvPicPr>
                <p:cNvPr id="131" name="Ink 130">
                  <a:extLst>
                    <a:ext uri="{FF2B5EF4-FFF2-40B4-BE49-F238E27FC236}">
                      <a16:creationId xmlns:a16="http://schemas.microsoft.com/office/drawing/2014/main" id="{6D37D0F4-504E-9B61-4955-D3CB6C1BEB95}"/>
                    </a:ext>
                  </a:extLst>
                </p:cNvPr>
                <p:cNvPicPr/>
                <p:nvPr/>
              </p:nvPicPr>
              <p:blipFill>
                <a:blip r:embed="rId219"/>
                <a:stretch>
                  <a:fillRect/>
                </a:stretch>
              </p:blipFill>
              <p:spPr>
                <a:xfrm>
                  <a:off x="9737823" y="5236393"/>
                  <a:ext cx="13392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2" name="Ink 131">
                  <a:extLst>
                    <a:ext uri="{FF2B5EF4-FFF2-40B4-BE49-F238E27FC236}">
                      <a16:creationId xmlns:a16="http://schemas.microsoft.com/office/drawing/2014/main" id="{62157700-7985-E239-CED5-B3FDD6ABFF8F}"/>
                    </a:ext>
                  </a:extLst>
                </p14:cNvPr>
                <p14:cNvContentPartPr/>
                <p14:nvPr/>
              </p14:nvContentPartPr>
              <p14:xfrm>
                <a:off x="10252983" y="4960273"/>
                <a:ext cx="46440" cy="5400"/>
              </p14:xfrm>
            </p:contentPart>
          </mc:Choice>
          <mc:Fallback xmlns="">
            <p:pic>
              <p:nvPicPr>
                <p:cNvPr id="132" name="Ink 131">
                  <a:extLst>
                    <a:ext uri="{FF2B5EF4-FFF2-40B4-BE49-F238E27FC236}">
                      <a16:creationId xmlns:a16="http://schemas.microsoft.com/office/drawing/2014/main" id="{62157700-7985-E239-CED5-B3FDD6ABFF8F}"/>
                    </a:ext>
                  </a:extLst>
                </p:cNvPr>
                <p:cNvPicPr/>
                <p:nvPr/>
              </p:nvPicPr>
              <p:blipFill>
                <a:blip r:embed="rId221"/>
                <a:stretch>
                  <a:fillRect/>
                </a:stretch>
              </p:blipFill>
              <p:spPr>
                <a:xfrm>
                  <a:off x="10235343" y="4942633"/>
                  <a:ext cx="8208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3" name="Ink 132">
                  <a:extLst>
                    <a:ext uri="{FF2B5EF4-FFF2-40B4-BE49-F238E27FC236}">
                      <a16:creationId xmlns:a16="http://schemas.microsoft.com/office/drawing/2014/main" id="{72BB9751-083C-ACA2-8A42-754E76EC337C}"/>
                    </a:ext>
                  </a:extLst>
                </p14:cNvPr>
                <p14:cNvContentPartPr/>
                <p14:nvPr/>
              </p14:nvContentPartPr>
              <p14:xfrm>
                <a:off x="10265223" y="5007793"/>
                <a:ext cx="72720" cy="17640"/>
              </p14:xfrm>
            </p:contentPart>
          </mc:Choice>
          <mc:Fallback xmlns="">
            <p:pic>
              <p:nvPicPr>
                <p:cNvPr id="133" name="Ink 132">
                  <a:extLst>
                    <a:ext uri="{FF2B5EF4-FFF2-40B4-BE49-F238E27FC236}">
                      <a16:creationId xmlns:a16="http://schemas.microsoft.com/office/drawing/2014/main" id="{72BB9751-083C-ACA2-8A42-754E76EC337C}"/>
                    </a:ext>
                  </a:extLst>
                </p:cNvPr>
                <p:cNvPicPr/>
                <p:nvPr/>
              </p:nvPicPr>
              <p:blipFill>
                <a:blip r:embed="rId223"/>
                <a:stretch>
                  <a:fillRect/>
                </a:stretch>
              </p:blipFill>
              <p:spPr>
                <a:xfrm>
                  <a:off x="10247583" y="4990153"/>
                  <a:ext cx="10836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4" name="Ink 133">
                  <a:extLst>
                    <a:ext uri="{FF2B5EF4-FFF2-40B4-BE49-F238E27FC236}">
                      <a16:creationId xmlns:a16="http://schemas.microsoft.com/office/drawing/2014/main" id="{9D145815-A76F-8B6F-DDDA-DEC967480C21}"/>
                    </a:ext>
                  </a:extLst>
                </p14:cNvPr>
                <p14:cNvContentPartPr/>
                <p14:nvPr/>
              </p14:nvContentPartPr>
              <p14:xfrm>
                <a:off x="10754103" y="4541233"/>
                <a:ext cx="149040" cy="230040"/>
              </p14:xfrm>
            </p:contentPart>
          </mc:Choice>
          <mc:Fallback xmlns="">
            <p:pic>
              <p:nvPicPr>
                <p:cNvPr id="134" name="Ink 133">
                  <a:extLst>
                    <a:ext uri="{FF2B5EF4-FFF2-40B4-BE49-F238E27FC236}">
                      <a16:creationId xmlns:a16="http://schemas.microsoft.com/office/drawing/2014/main" id="{9D145815-A76F-8B6F-DDDA-DEC967480C21}"/>
                    </a:ext>
                  </a:extLst>
                </p:cNvPr>
                <p:cNvPicPr/>
                <p:nvPr/>
              </p:nvPicPr>
              <p:blipFill>
                <a:blip r:embed="rId225"/>
                <a:stretch>
                  <a:fillRect/>
                </a:stretch>
              </p:blipFill>
              <p:spPr>
                <a:xfrm>
                  <a:off x="10736103" y="4523233"/>
                  <a:ext cx="18468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5" name="Ink 134">
                  <a:extLst>
                    <a:ext uri="{FF2B5EF4-FFF2-40B4-BE49-F238E27FC236}">
                      <a16:creationId xmlns:a16="http://schemas.microsoft.com/office/drawing/2014/main" id="{632D6010-ECC7-159E-3934-C621A59627B1}"/>
                    </a:ext>
                  </a:extLst>
                </p14:cNvPr>
                <p14:cNvContentPartPr/>
                <p14:nvPr/>
              </p14:nvContentPartPr>
              <p14:xfrm>
                <a:off x="10572663" y="4897273"/>
                <a:ext cx="537840" cy="65160"/>
              </p14:xfrm>
            </p:contentPart>
          </mc:Choice>
          <mc:Fallback xmlns="">
            <p:pic>
              <p:nvPicPr>
                <p:cNvPr id="135" name="Ink 134">
                  <a:extLst>
                    <a:ext uri="{FF2B5EF4-FFF2-40B4-BE49-F238E27FC236}">
                      <a16:creationId xmlns:a16="http://schemas.microsoft.com/office/drawing/2014/main" id="{632D6010-ECC7-159E-3934-C621A59627B1}"/>
                    </a:ext>
                  </a:extLst>
                </p:cNvPr>
                <p:cNvPicPr/>
                <p:nvPr/>
              </p:nvPicPr>
              <p:blipFill>
                <a:blip r:embed="rId227"/>
                <a:stretch>
                  <a:fillRect/>
                </a:stretch>
              </p:blipFill>
              <p:spPr>
                <a:xfrm>
                  <a:off x="10555023" y="4879633"/>
                  <a:ext cx="57348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6" name="Ink 135">
                  <a:extLst>
                    <a:ext uri="{FF2B5EF4-FFF2-40B4-BE49-F238E27FC236}">
                      <a16:creationId xmlns:a16="http://schemas.microsoft.com/office/drawing/2014/main" id="{08ABAA18-3C65-2EC3-2D5A-929C75425803}"/>
                    </a:ext>
                  </a:extLst>
                </p14:cNvPr>
                <p14:cNvContentPartPr/>
                <p14:nvPr/>
              </p14:nvContentPartPr>
              <p14:xfrm>
                <a:off x="10790823" y="5249713"/>
                <a:ext cx="19800" cy="218520"/>
              </p14:xfrm>
            </p:contentPart>
          </mc:Choice>
          <mc:Fallback xmlns="">
            <p:pic>
              <p:nvPicPr>
                <p:cNvPr id="136" name="Ink 135">
                  <a:extLst>
                    <a:ext uri="{FF2B5EF4-FFF2-40B4-BE49-F238E27FC236}">
                      <a16:creationId xmlns:a16="http://schemas.microsoft.com/office/drawing/2014/main" id="{08ABAA18-3C65-2EC3-2D5A-929C75425803}"/>
                    </a:ext>
                  </a:extLst>
                </p:cNvPr>
                <p:cNvPicPr/>
                <p:nvPr/>
              </p:nvPicPr>
              <p:blipFill>
                <a:blip r:embed="rId229"/>
                <a:stretch>
                  <a:fillRect/>
                </a:stretch>
              </p:blipFill>
              <p:spPr>
                <a:xfrm>
                  <a:off x="10773183" y="5231713"/>
                  <a:ext cx="55440" cy="254160"/>
                </a:xfrm>
                <a:prstGeom prst="rect">
                  <a:avLst/>
                </a:prstGeom>
              </p:spPr>
            </p:pic>
          </mc:Fallback>
        </mc:AlternateContent>
      </p:grpSp>
      <p:grpSp>
        <p:nvGrpSpPr>
          <p:cNvPr id="143" name="Group 142">
            <a:extLst>
              <a:ext uri="{FF2B5EF4-FFF2-40B4-BE49-F238E27FC236}">
                <a16:creationId xmlns:a16="http://schemas.microsoft.com/office/drawing/2014/main" id="{17AF4F14-E1E7-50CC-DF6B-3E8EDA386A79}"/>
              </a:ext>
            </a:extLst>
          </p:cNvPr>
          <p:cNvGrpSpPr/>
          <p:nvPr/>
        </p:nvGrpSpPr>
        <p:grpSpPr>
          <a:xfrm>
            <a:off x="7523463" y="3655633"/>
            <a:ext cx="659520" cy="286920"/>
            <a:chOff x="7523463" y="3655633"/>
            <a:chExt cx="659520" cy="286920"/>
          </a:xfrm>
        </p:grpSpPr>
        <mc:AlternateContent xmlns:mc="http://schemas.openxmlformats.org/markup-compatibility/2006" xmlns:p14="http://schemas.microsoft.com/office/powerpoint/2010/main">
          <mc:Choice Requires="p14">
            <p:contentPart p14:bwMode="auto" r:id="rId230">
              <p14:nvContentPartPr>
                <p14:cNvPr id="138" name="Ink 137">
                  <a:extLst>
                    <a:ext uri="{FF2B5EF4-FFF2-40B4-BE49-F238E27FC236}">
                      <a16:creationId xmlns:a16="http://schemas.microsoft.com/office/drawing/2014/main" id="{758760F0-4E8F-A44C-2154-C19261D03C88}"/>
                    </a:ext>
                  </a:extLst>
                </p14:cNvPr>
                <p14:cNvContentPartPr/>
                <p14:nvPr/>
              </p14:nvContentPartPr>
              <p14:xfrm>
                <a:off x="7523463" y="3655633"/>
                <a:ext cx="166680" cy="286920"/>
              </p14:xfrm>
            </p:contentPart>
          </mc:Choice>
          <mc:Fallback xmlns="">
            <p:pic>
              <p:nvPicPr>
                <p:cNvPr id="138" name="Ink 137">
                  <a:extLst>
                    <a:ext uri="{FF2B5EF4-FFF2-40B4-BE49-F238E27FC236}">
                      <a16:creationId xmlns:a16="http://schemas.microsoft.com/office/drawing/2014/main" id="{758760F0-4E8F-A44C-2154-C19261D03C88}"/>
                    </a:ext>
                  </a:extLst>
                </p:cNvPr>
                <p:cNvPicPr/>
                <p:nvPr/>
              </p:nvPicPr>
              <p:blipFill>
                <a:blip r:embed="rId231"/>
                <a:stretch>
                  <a:fillRect/>
                </a:stretch>
              </p:blipFill>
              <p:spPr>
                <a:xfrm>
                  <a:off x="7505823" y="3637633"/>
                  <a:ext cx="20232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39" name="Ink 138">
                  <a:extLst>
                    <a:ext uri="{FF2B5EF4-FFF2-40B4-BE49-F238E27FC236}">
                      <a16:creationId xmlns:a16="http://schemas.microsoft.com/office/drawing/2014/main" id="{AF8185A2-5E79-1D2E-5A8C-CF802C367FC0}"/>
                    </a:ext>
                  </a:extLst>
                </p14:cNvPr>
                <p14:cNvContentPartPr/>
                <p14:nvPr/>
              </p14:nvContentPartPr>
              <p14:xfrm>
                <a:off x="7831623" y="3729433"/>
                <a:ext cx="3240" cy="158760"/>
              </p14:xfrm>
            </p:contentPart>
          </mc:Choice>
          <mc:Fallback xmlns="">
            <p:pic>
              <p:nvPicPr>
                <p:cNvPr id="139" name="Ink 138">
                  <a:extLst>
                    <a:ext uri="{FF2B5EF4-FFF2-40B4-BE49-F238E27FC236}">
                      <a16:creationId xmlns:a16="http://schemas.microsoft.com/office/drawing/2014/main" id="{AF8185A2-5E79-1D2E-5A8C-CF802C367FC0}"/>
                    </a:ext>
                  </a:extLst>
                </p:cNvPr>
                <p:cNvPicPr/>
                <p:nvPr/>
              </p:nvPicPr>
              <p:blipFill>
                <a:blip r:embed="rId233"/>
                <a:stretch>
                  <a:fillRect/>
                </a:stretch>
              </p:blipFill>
              <p:spPr>
                <a:xfrm>
                  <a:off x="7813983" y="3711433"/>
                  <a:ext cx="3888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0" name="Ink 139">
                  <a:extLst>
                    <a:ext uri="{FF2B5EF4-FFF2-40B4-BE49-F238E27FC236}">
                      <a16:creationId xmlns:a16="http://schemas.microsoft.com/office/drawing/2014/main" id="{BAB42F63-E5D9-5182-3164-F6770A104D39}"/>
                    </a:ext>
                  </a:extLst>
                </p14:cNvPr>
                <p14:cNvContentPartPr/>
                <p14:nvPr/>
              </p14:nvContentPartPr>
              <p14:xfrm>
                <a:off x="7818663" y="3677593"/>
                <a:ext cx="143280" cy="187200"/>
              </p14:xfrm>
            </p:contentPart>
          </mc:Choice>
          <mc:Fallback xmlns="">
            <p:pic>
              <p:nvPicPr>
                <p:cNvPr id="140" name="Ink 139">
                  <a:extLst>
                    <a:ext uri="{FF2B5EF4-FFF2-40B4-BE49-F238E27FC236}">
                      <a16:creationId xmlns:a16="http://schemas.microsoft.com/office/drawing/2014/main" id="{BAB42F63-E5D9-5182-3164-F6770A104D39}"/>
                    </a:ext>
                  </a:extLst>
                </p:cNvPr>
                <p:cNvPicPr/>
                <p:nvPr/>
              </p:nvPicPr>
              <p:blipFill>
                <a:blip r:embed="rId235"/>
                <a:stretch>
                  <a:fillRect/>
                </a:stretch>
              </p:blipFill>
              <p:spPr>
                <a:xfrm>
                  <a:off x="7801023" y="3659953"/>
                  <a:ext cx="17892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1" name="Ink 140">
                  <a:extLst>
                    <a:ext uri="{FF2B5EF4-FFF2-40B4-BE49-F238E27FC236}">
                      <a16:creationId xmlns:a16="http://schemas.microsoft.com/office/drawing/2014/main" id="{9BD4E9F4-6844-9414-C13D-3ECFCDFED1AA}"/>
                    </a:ext>
                  </a:extLst>
                </p14:cNvPr>
                <p14:cNvContentPartPr/>
                <p14:nvPr/>
              </p14:nvContentPartPr>
              <p14:xfrm>
                <a:off x="8022063" y="3730873"/>
                <a:ext cx="61920" cy="201960"/>
              </p14:xfrm>
            </p:contentPart>
          </mc:Choice>
          <mc:Fallback xmlns="">
            <p:pic>
              <p:nvPicPr>
                <p:cNvPr id="141" name="Ink 140">
                  <a:extLst>
                    <a:ext uri="{FF2B5EF4-FFF2-40B4-BE49-F238E27FC236}">
                      <a16:creationId xmlns:a16="http://schemas.microsoft.com/office/drawing/2014/main" id="{9BD4E9F4-6844-9414-C13D-3ECFCDFED1AA}"/>
                    </a:ext>
                  </a:extLst>
                </p:cNvPr>
                <p:cNvPicPr/>
                <p:nvPr/>
              </p:nvPicPr>
              <p:blipFill>
                <a:blip r:embed="rId237"/>
                <a:stretch>
                  <a:fillRect/>
                </a:stretch>
              </p:blipFill>
              <p:spPr>
                <a:xfrm>
                  <a:off x="8004063" y="3712873"/>
                  <a:ext cx="9756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2" name="Ink 141">
                  <a:extLst>
                    <a:ext uri="{FF2B5EF4-FFF2-40B4-BE49-F238E27FC236}">
                      <a16:creationId xmlns:a16="http://schemas.microsoft.com/office/drawing/2014/main" id="{D2E75EBF-C22B-9EEC-3520-E1A81D66D265}"/>
                    </a:ext>
                  </a:extLst>
                </p14:cNvPr>
                <p14:cNvContentPartPr/>
                <p14:nvPr/>
              </p14:nvContentPartPr>
              <p14:xfrm>
                <a:off x="8008743" y="3683353"/>
                <a:ext cx="174240" cy="165240"/>
              </p14:xfrm>
            </p:contentPart>
          </mc:Choice>
          <mc:Fallback xmlns="">
            <p:pic>
              <p:nvPicPr>
                <p:cNvPr id="142" name="Ink 141">
                  <a:extLst>
                    <a:ext uri="{FF2B5EF4-FFF2-40B4-BE49-F238E27FC236}">
                      <a16:creationId xmlns:a16="http://schemas.microsoft.com/office/drawing/2014/main" id="{D2E75EBF-C22B-9EEC-3520-E1A81D66D265}"/>
                    </a:ext>
                  </a:extLst>
                </p:cNvPr>
                <p:cNvPicPr/>
                <p:nvPr/>
              </p:nvPicPr>
              <p:blipFill>
                <a:blip r:embed="rId239"/>
                <a:stretch>
                  <a:fillRect/>
                </a:stretch>
              </p:blipFill>
              <p:spPr>
                <a:xfrm>
                  <a:off x="7990743" y="3665353"/>
                  <a:ext cx="209880" cy="200880"/>
                </a:xfrm>
                <a:prstGeom prst="rect">
                  <a:avLst/>
                </a:prstGeom>
              </p:spPr>
            </p:pic>
          </mc:Fallback>
        </mc:AlternateContent>
      </p:grpSp>
      <p:grpSp>
        <p:nvGrpSpPr>
          <p:cNvPr id="146" name="Group 145">
            <a:extLst>
              <a:ext uri="{FF2B5EF4-FFF2-40B4-BE49-F238E27FC236}">
                <a16:creationId xmlns:a16="http://schemas.microsoft.com/office/drawing/2014/main" id="{FBCC4806-1C34-0E21-DFB4-FC43F995856C}"/>
              </a:ext>
            </a:extLst>
          </p:cNvPr>
          <p:cNvGrpSpPr/>
          <p:nvPr/>
        </p:nvGrpSpPr>
        <p:grpSpPr>
          <a:xfrm>
            <a:off x="8485383" y="3812593"/>
            <a:ext cx="107640" cy="82080"/>
            <a:chOff x="8485383" y="3812593"/>
            <a:chExt cx="107640" cy="82080"/>
          </a:xfrm>
        </p:grpSpPr>
        <mc:AlternateContent xmlns:mc="http://schemas.openxmlformats.org/markup-compatibility/2006" xmlns:p14="http://schemas.microsoft.com/office/powerpoint/2010/main">
          <mc:Choice Requires="p14">
            <p:contentPart p14:bwMode="auto" r:id="rId240">
              <p14:nvContentPartPr>
                <p14:cNvPr id="144" name="Ink 143">
                  <a:extLst>
                    <a:ext uri="{FF2B5EF4-FFF2-40B4-BE49-F238E27FC236}">
                      <a16:creationId xmlns:a16="http://schemas.microsoft.com/office/drawing/2014/main" id="{5DBDDDE4-87E9-7615-B8B2-5E7B2CFA8E80}"/>
                    </a:ext>
                  </a:extLst>
                </p14:cNvPr>
                <p14:cNvContentPartPr/>
                <p14:nvPr/>
              </p14:nvContentPartPr>
              <p14:xfrm>
                <a:off x="8485383" y="3812593"/>
                <a:ext cx="39600" cy="13680"/>
              </p14:xfrm>
            </p:contentPart>
          </mc:Choice>
          <mc:Fallback xmlns="">
            <p:pic>
              <p:nvPicPr>
                <p:cNvPr id="144" name="Ink 143">
                  <a:extLst>
                    <a:ext uri="{FF2B5EF4-FFF2-40B4-BE49-F238E27FC236}">
                      <a16:creationId xmlns:a16="http://schemas.microsoft.com/office/drawing/2014/main" id="{5DBDDDE4-87E9-7615-B8B2-5E7B2CFA8E80}"/>
                    </a:ext>
                  </a:extLst>
                </p:cNvPr>
                <p:cNvPicPr/>
                <p:nvPr/>
              </p:nvPicPr>
              <p:blipFill>
                <a:blip r:embed="rId241"/>
                <a:stretch>
                  <a:fillRect/>
                </a:stretch>
              </p:blipFill>
              <p:spPr>
                <a:xfrm>
                  <a:off x="8467383" y="3794593"/>
                  <a:ext cx="7524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5" name="Ink 144">
                  <a:extLst>
                    <a:ext uri="{FF2B5EF4-FFF2-40B4-BE49-F238E27FC236}">
                      <a16:creationId xmlns:a16="http://schemas.microsoft.com/office/drawing/2014/main" id="{0B71E3E5-3571-9ED0-B606-5ECCB0BE8F88}"/>
                    </a:ext>
                  </a:extLst>
                </p14:cNvPr>
                <p14:cNvContentPartPr/>
                <p14:nvPr/>
              </p14:nvContentPartPr>
              <p14:xfrm>
                <a:off x="8512383" y="3873433"/>
                <a:ext cx="80640" cy="21240"/>
              </p14:xfrm>
            </p:contentPart>
          </mc:Choice>
          <mc:Fallback xmlns="">
            <p:pic>
              <p:nvPicPr>
                <p:cNvPr id="145" name="Ink 144">
                  <a:extLst>
                    <a:ext uri="{FF2B5EF4-FFF2-40B4-BE49-F238E27FC236}">
                      <a16:creationId xmlns:a16="http://schemas.microsoft.com/office/drawing/2014/main" id="{0B71E3E5-3571-9ED0-B606-5ECCB0BE8F88}"/>
                    </a:ext>
                  </a:extLst>
                </p:cNvPr>
                <p:cNvPicPr/>
                <p:nvPr/>
              </p:nvPicPr>
              <p:blipFill>
                <a:blip r:embed="rId243"/>
                <a:stretch>
                  <a:fillRect/>
                </a:stretch>
              </p:blipFill>
              <p:spPr>
                <a:xfrm>
                  <a:off x="8494743" y="3855433"/>
                  <a:ext cx="116280" cy="56880"/>
                </a:xfrm>
                <a:prstGeom prst="rect">
                  <a:avLst/>
                </a:prstGeom>
              </p:spPr>
            </p:pic>
          </mc:Fallback>
        </mc:AlternateContent>
      </p:grpSp>
      <p:grpSp>
        <p:nvGrpSpPr>
          <p:cNvPr id="167" name="Group 166">
            <a:extLst>
              <a:ext uri="{FF2B5EF4-FFF2-40B4-BE49-F238E27FC236}">
                <a16:creationId xmlns:a16="http://schemas.microsoft.com/office/drawing/2014/main" id="{72B3EE9B-0AF0-0161-C1CE-8866978C16C5}"/>
              </a:ext>
            </a:extLst>
          </p:cNvPr>
          <p:cNvGrpSpPr/>
          <p:nvPr/>
        </p:nvGrpSpPr>
        <p:grpSpPr>
          <a:xfrm>
            <a:off x="3508383" y="3139753"/>
            <a:ext cx="676080" cy="1380600"/>
            <a:chOff x="3508383" y="3139753"/>
            <a:chExt cx="676080" cy="1380600"/>
          </a:xfrm>
        </p:grpSpPr>
        <mc:AlternateContent xmlns:mc="http://schemas.openxmlformats.org/markup-compatibility/2006" xmlns:p14="http://schemas.microsoft.com/office/powerpoint/2010/main">
          <mc:Choice Requires="p14">
            <p:contentPart p14:bwMode="auto" r:id="rId244">
              <p14:nvContentPartPr>
                <p14:cNvPr id="147" name="Ink 146">
                  <a:extLst>
                    <a:ext uri="{FF2B5EF4-FFF2-40B4-BE49-F238E27FC236}">
                      <a16:creationId xmlns:a16="http://schemas.microsoft.com/office/drawing/2014/main" id="{ED7C8513-A784-C661-BF3E-96A1DFD4C1CC}"/>
                    </a:ext>
                  </a:extLst>
                </p14:cNvPr>
                <p14:cNvContentPartPr/>
                <p14:nvPr/>
              </p14:nvContentPartPr>
              <p14:xfrm>
                <a:off x="4083663" y="3428473"/>
                <a:ext cx="24840" cy="277920"/>
              </p14:xfrm>
            </p:contentPart>
          </mc:Choice>
          <mc:Fallback xmlns="">
            <p:pic>
              <p:nvPicPr>
                <p:cNvPr id="147" name="Ink 146">
                  <a:extLst>
                    <a:ext uri="{FF2B5EF4-FFF2-40B4-BE49-F238E27FC236}">
                      <a16:creationId xmlns:a16="http://schemas.microsoft.com/office/drawing/2014/main" id="{ED7C8513-A784-C661-BF3E-96A1DFD4C1CC}"/>
                    </a:ext>
                  </a:extLst>
                </p:cNvPr>
                <p:cNvPicPr/>
                <p:nvPr/>
              </p:nvPicPr>
              <p:blipFill>
                <a:blip r:embed="rId245"/>
                <a:stretch>
                  <a:fillRect/>
                </a:stretch>
              </p:blipFill>
              <p:spPr>
                <a:xfrm>
                  <a:off x="4065663" y="3410833"/>
                  <a:ext cx="6048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8" name="Ink 147">
                  <a:extLst>
                    <a:ext uri="{FF2B5EF4-FFF2-40B4-BE49-F238E27FC236}">
                      <a16:creationId xmlns:a16="http://schemas.microsoft.com/office/drawing/2014/main" id="{31433E84-859A-7990-E7BC-915478A33C0A}"/>
                    </a:ext>
                  </a:extLst>
                </p14:cNvPr>
                <p14:cNvContentPartPr/>
                <p14:nvPr/>
              </p14:nvContentPartPr>
              <p14:xfrm>
                <a:off x="4032183" y="3415873"/>
                <a:ext cx="129960" cy="126720"/>
              </p14:xfrm>
            </p:contentPart>
          </mc:Choice>
          <mc:Fallback xmlns="">
            <p:pic>
              <p:nvPicPr>
                <p:cNvPr id="148" name="Ink 147">
                  <a:extLst>
                    <a:ext uri="{FF2B5EF4-FFF2-40B4-BE49-F238E27FC236}">
                      <a16:creationId xmlns:a16="http://schemas.microsoft.com/office/drawing/2014/main" id="{31433E84-859A-7990-E7BC-915478A33C0A}"/>
                    </a:ext>
                  </a:extLst>
                </p:cNvPr>
                <p:cNvPicPr/>
                <p:nvPr/>
              </p:nvPicPr>
              <p:blipFill>
                <a:blip r:embed="rId247"/>
                <a:stretch>
                  <a:fillRect/>
                </a:stretch>
              </p:blipFill>
              <p:spPr>
                <a:xfrm>
                  <a:off x="4014183" y="3397873"/>
                  <a:ext cx="16560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49" name="Ink 148">
                  <a:extLst>
                    <a:ext uri="{FF2B5EF4-FFF2-40B4-BE49-F238E27FC236}">
                      <a16:creationId xmlns:a16="http://schemas.microsoft.com/office/drawing/2014/main" id="{901B07D2-2F25-634A-8F6C-629E1741715E}"/>
                    </a:ext>
                  </a:extLst>
                </p14:cNvPr>
                <p14:cNvContentPartPr/>
                <p14:nvPr/>
              </p14:nvContentPartPr>
              <p14:xfrm>
                <a:off x="4054863" y="3662113"/>
                <a:ext cx="117360" cy="53640"/>
              </p14:xfrm>
            </p:contentPart>
          </mc:Choice>
          <mc:Fallback xmlns="">
            <p:pic>
              <p:nvPicPr>
                <p:cNvPr id="149" name="Ink 148">
                  <a:extLst>
                    <a:ext uri="{FF2B5EF4-FFF2-40B4-BE49-F238E27FC236}">
                      <a16:creationId xmlns:a16="http://schemas.microsoft.com/office/drawing/2014/main" id="{901B07D2-2F25-634A-8F6C-629E1741715E}"/>
                    </a:ext>
                  </a:extLst>
                </p:cNvPr>
                <p:cNvPicPr/>
                <p:nvPr/>
              </p:nvPicPr>
              <p:blipFill>
                <a:blip r:embed="rId249"/>
                <a:stretch>
                  <a:fillRect/>
                </a:stretch>
              </p:blipFill>
              <p:spPr>
                <a:xfrm>
                  <a:off x="4036863" y="3644473"/>
                  <a:ext cx="15300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1" name="Ink 150">
                  <a:extLst>
                    <a:ext uri="{FF2B5EF4-FFF2-40B4-BE49-F238E27FC236}">
                      <a16:creationId xmlns:a16="http://schemas.microsoft.com/office/drawing/2014/main" id="{AC747A33-A486-ACA3-4596-A06B2BF07F31}"/>
                    </a:ext>
                  </a:extLst>
                </p14:cNvPr>
                <p14:cNvContentPartPr/>
                <p14:nvPr/>
              </p14:nvContentPartPr>
              <p14:xfrm>
                <a:off x="3616383" y="3504433"/>
                <a:ext cx="7560" cy="7200"/>
              </p14:xfrm>
            </p:contentPart>
          </mc:Choice>
          <mc:Fallback xmlns="">
            <p:pic>
              <p:nvPicPr>
                <p:cNvPr id="151" name="Ink 150">
                  <a:extLst>
                    <a:ext uri="{FF2B5EF4-FFF2-40B4-BE49-F238E27FC236}">
                      <a16:creationId xmlns:a16="http://schemas.microsoft.com/office/drawing/2014/main" id="{AC747A33-A486-ACA3-4596-A06B2BF07F31}"/>
                    </a:ext>
                  </a:extLst>
                </p:cNvPr>
                <p:cNvPicPr/>
                <p:nvPr/>
              </p:nvPicPr>
              <p:blipFill>
                <a:blip r:embed="rId251"/>
                <a:stretch>
                  <a:fillRect/>
                </a:stretch>
              </p:blipFill>
              <p:spPr>
                <a:xfrm>
                  <a:off x="3598743" y="3486793"/>
                  <a:ext cx="4320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2" name="Ink 151">
                  <a:extLst>
                    <a:ext uri="{FF2B5EF4-FFF2-40B4-BE49-F238E27FC236}">
                      <a16:creationId xmlns:a16="http://schemas.microsoft.com/office/drawing/2014/main" id="{652AD00A-2B69-D92F-5644-00D73A9EC109}"/>
                    </a:ext>
                  </a:extLst>
                </p14:cNvPr>
                <p14:cNvContentPartPr/>
                <p14:nvPr/>
              </p14:nvContentPartPr>
              <p14:xfrm>
                <a:off x="3782343" y="3417673"/>
                <a:ext cx="37440" cy="32760"/>
              </p14:xfrm>
            </p:contentPart>
          </mc:Choice>
          <mc:Fallback xmlns="">
            <p:pic>
              <p:nvPicPr>
                <p:cNvPr id="152" name="Ink 151">
                  <a:extLst>
                    <a:ext uri="{FF2B5EF4-FFF2-40B4-BE49-F238E27FC236}">
                      <a16:creationId xmlns:a16="http://schemas.microsoft.com/office/drawing/2014/main" id="{652AD00A-2B69-D92F-5644-00D73A9EC109}"/>
                    </a:ext>
                  </a:extLst>
                </p:cNvPr>
                <p:cNvPicPr/>
                <p:nvPr/>
              </p:nvPicPr>
              <p:blipFill>
                <a:blip r:embed="rId253"/>
                <a:stretch>
                  <a:fillRect/>
                </a:stretch>
              </p:blipFill>
              <p:spPr>
                <a:xfrm>
                  <a:off x="3764343" y="3399673"/>
                  <a:ext cx="7308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3" name="Ink 152">
                  <a:extLst>
                    <a:ext uri="{FF2B5EF4-FFF2-40B4-BE49-F238E27FC236}">
                      <a16:creationId xmlns:a16="http://schemas.microsoft.com/office/drawing/2014/main" id="{AD4FB1F0-FF26-9926-1C67-02F6E9D29ADE}"/>
                    </a:ext>
                  </a:extLst>
                </p14:cNvPr>
                <p14:cNvContentPartPr/>
                <p14:nvPr/>
              </p14:nvContentPartPr>
              <p14:xfrm>
                <a:off x="3770103" y="3447913"/>
                <a:ext cx="40680" cy="105120"/>
              </p14:xfrm>
            </p:contentPart>
          </mc:Choice>
          <mc:Fallback xmlns="">
            <p:pic>
              <p:nvPicPr>
                <p:cNvPr id="153" name="Ink 152">
                  <a:extLst>
                    <a:ext uri="{FF2B5EF4-FFF2-40B4-BE49-F238E27FC236}">
                      <a16:creationId xmlns:a16="http://schemas.microsoft.com/office/drawing/2014/main" id="{AD4FB1F0-FF26-9926-1C67-02F6E9D29ADE}"/>
                    </a:ext>
                  </a:extLst>
                </p:cNvPr>
                <p:cNvPicPr/>
                <p:nvPr/>
              </p:nvPicPr>
              <p:blipFill>
                <a:blip r:embed="rId255"/>
                <a:stretch>
                  <a:fillRect/>
                </a:stretch>
              </p:blipFill>
              <p:spPr>
                <a:xfrm>
                  <a:off x="3752103" y="3429913"/>
                  <a:ext cx="763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4" name="Ink 153">
                  <a:extLst>
                    <a:ext uri="{FF2B5EF4-FFF2-40B4-BE49-F238E27FC236}">
                      <a16:creationId xmlns:a16="http://schemas.microsoft.com/office/drawing/2014/main" id="{4DBBA6CC-F2BA-B979-A769-391A8FE75C98}"/>
                    </a:ext>
                  </a:extLst>
                </p14:cNvPr>
                <p14:cNvContentPartPr/>
                <p14:nvPr/>
              </p14:nvContentPartPr>
              <p14:xfrm>
                <a:off x="3898623" y="3357913"/>
                <a:ext cx="114120" cy="99360"/>
              </p14:xfrm>
            </p:contentPart>
          </mc:Choice>
          <mc:Fallback xmlns="">
            <p:pic>
              <p:nvPicPr>
                <p:cNvPr id="154" name="Ink 153">
                  <a:extLst>
                    <a:ext uri="{FF2B5EF4-FFF2-40B4-BE49-F238E27FC236}">
                      <a16:creationId xmlns:a16="http://schemas.microsoft.com/office/drawing/2014/main" id="{4DBBA6CC-F2BA-B979-A769-391A8FE75C98}"/>
                    </a:ext>
                  </a:extLst>
                </p:cNvPr>
                <p:cNvPicPr/>
                <p:nvPr/>
              </p:nvPicPr>
              <p:blipFill>
                <a:blip r:embed="rId257"/>
                <a:stretch>
                  <a:fillRect/>
                </a:stretch>
              </p:blipFill>
              <p:spPr>
                <a:xfrm>
                  <a:off x="3880983" y="3339913"/>
                  <a:ext cx="14976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5" name="Ink 154">
                  <a:extLst>
                    <a:ext uri="{FF2B5EF4-FFF2-40B4-BE49-F238E27FC236}">
                      <a16:creationId xmlns:a16="http://schemas.microsoft.com/office/drawing/2014/main" id="{216B7DBC-535F-29FE-8727-554C6EEE698B}"/>
                    </a:ext>
                  </a:extLst>
                </p14:cNvPr>
                <p14:cNvContentPartPr/>
                <p14:nvPr/>
              </p14:nvContentPartPr>
              <p14:xfrm>
                <a:off x="4050543" y="3139753"/>
                <a:ext cx="96120" cy="137880"/>
              </p14:xfrm>
            </p:contentPart>
          </mc:Choice>
          <mc:Fallback xmlns="">
            <p:pic>
              <p:nvPicPr>
                <p:cNvPr id="155" name="Ink 154">
                  <a:extLst>
                    <a:ext uri="{FF2B5EF4-FFF2-40B4-BE49-F238E27FC236}">
                      <a16:creationId xmlns:a16="http://schemas.microsoft.com/office/drawing/2014/main" id="{216B7DBC-535F-29FE-8727-554C6EEE698B}"/>
                    </a:ext>
                  </a:extLst>
                </p:cNvPr>
                <p:cNvPicPr/>
                <p:nvPr/>
              </p:nvPicPr>
              <p:blipFill>
                <a:blip r:embed="rId259"/>
                <a:stretch>
                  <a:fillRect/>
                </a:stretch>
              </p:blipFill>
              <p:spPr>
                <a:xfrm>
                  <a:off x="4032903" y="3122113"/>
                  <a:ext cx="1317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57" name="Ink 156">
                  <a:extLst>
                    <a:ext uri="{FF2B5EF4-FFF2-40B4-BE49-F238E27FC236}">
                      <a16:creationId xmlns:a16="http://schemas.microsoft.com/office/drawing/2014/main" id="{AF7D750A-7429-F7AC-04FE-EE08CD4E3718}"/>
                    </a:ext>
                  </a:extLst>
                </p14:cNvPr>
                <p14:cNvContentPartPr/>
                <p14:nvPr/>
              </p14:nvContentPartPr>
              <p14:xfrm>
                <a:off x="3552663" y="3553393"/>
                <a:ext cx="68400" cy="569160"/>
              </p14:xfrm>
            </p:contentPart>
          </mc:Choice>
          <mc:Fallback xmlns="">
            <p:pic>
              <p:nvPicPr>
                <p:cNvPr id="157" name="Ink 156">
                  <a:extLst>
                    <a:ext uri="{FF2B5EF4-FFF2-40B4-BE49-F238E27FC236}">
                      <a16:creationId xmlns:a16="http://schemas.microsoft.com/office/drawing/2014/main" id="{AF7D750A-7429-F7AC-04FE-EE08CD4E3718}"/>
                    </a:ext>
                  </a:extLst>
                </p:cNvPr>
                <p:cNvPicPr/>
                <p:nvPr/>
              </p:nvPicPr>
              <p:blipFill>
                <a:blip r:embed="rId261"/>
                <a:stretch>
                  <a:fillRect/>
                </a:stretch>
              </p:blipFill>
              <p:spPr>
                <a:xfrm>
                  <a:off x="3535023" y="3535753"/>
                  <a:ext cx="104040" cy="6048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58" name="Ink 157">
                  <a:extLst>
                    <a:ext uri="{FF2B5EF4-FFF2-40B4-BE49-F238E27FC236}">
                      <a16:creationId xmlns:a16="http://schemas.microsoft.com/office/drawing/2014/main" id="{E16A229E-8CF4-4FCF-D6A2-04DBDD03A1D6}"/>
                    </a:ext>
                  </a:extLst>
                </p14:cNvPr>
                <p14:cNvContentPartPr/>
                <p14:nvPr/>
              </p14:nvContentPartPr>
              <p14:xfrm>
                <a:off x="3508383" y="3546913"/>
                <a:ext cx="105120" cy="88920"/>
              </p14:xfrm>
            </p:contentPart>
          </mc:Choice>
          <mc:Fallback xmlns="">
            <p:pic>
              <p:nvPicPr>
                <p:cNvPr id="158" name="Ink 157">
                  <a:extLst>
                    <a:ext uri="{FF2B5EF4-FFF2-40B4-BE49-F238E27FC236}">
                      <a16:creationId xmlns:a16="http://schemas.microsoft.com/office/drawing/2014/main" id="{E16A229E-8CF4-4FCF-D6A2-04DBDD03A1D6}"/>
                    </a:ext>
                  </a:extLst>
                </p:cNvPr>
                <p:cNvPicPr/>
                <p:nvPr/>
              </p:nvPicPr>
              <p:blipFill>
                <a:blip r:embed="rId263"/>
                <a:stretch>
                  <a:fillRect/>
                </a:stretch>
              </p:blipFill>
              <p:spPr>
                <a:xfrm>
                  <a:off x="3490743" y="3528913"/>
                  <a:ext cx="14076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59" name="Ink 158">
                  <a:extLst>
                    <a:ext uri="{FF2B5EF4-FFF2-40B4-BE49-F238E27FC236}">
                      <a16:creationId xmlns:a16="http://schemas.microsoft.com/office/drawing/2014/main" id="{FF0EEECF-A9BA-8E7A-A9C0-D06EC24BA243}"/>
                    </a:ext>
                  </a:extLst>
                </p14:cNvPr>
                <p14:cNvContentPartPr/>
                <p14:nvPr/>
              </p14:nvContentPartPr>
              <p14:xfrm>
                <a:off x="3553383" y="4046233"/>
                <a:ext cx="102960" cy="73800"/>
              </p14:xfrm>
            </p:contentPart>
          </mc:Choice>
          <mc:Fallback xmlns="">
            <p:pic>
              <p:nvPicPr>
                <p:cNvPr id="159" name="Ink 158">
                  <a:extLst>
                    <a:ext uri="{FF2B5EF4-FFF2-40B4-BE49-F238E27FC236}">
                      <a16:creationId xmlns:a16="http://schemas.microsoft.com/office/drawing/2014/main" id="{FF0EEECF-A9BA-8E7A-A9C0-D06EC24BA243}"/>
                    </a:ext>
                  </a:extLst>
                </p:cNvPr>
                <p:cNvPicPr/>
                <p:nvPr/>
              </p:nvPicPr>
              <p:blipFill>
                <a:blip r:embed="rId265"/>
                <a:stretch>
                  <a:fillRect/>
                </a:stretch>
              </p:blipFill>
              <p:spPr>
                <a:xfrm>
                  <a:off x="3535383" y="4028593"/>
                  <a:ext cx="13860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61" name="Ink 160">
                  <a:extLst>
                    <a:ext uri="{FF2B5EF4-FFF2-40B4-BE49-F238E27FC236}">
                      <a16:creationId xmlns:a16="http://schemas.microsoft.com/office/drawing/2014/main" id="{5AD21C37-26D1-D978-BEA7-3A2E530F5CDD}"/>
                    </a:ext>
                  </a:extLst>
                </p14:cNvPr>
                <p14:cNvContentPartPr/>
                <p14:nvPr/>
              </p14:nvContentPartPr>
              <p14:xfrm>
                <a:off x="3599463" y="4397233"/>
                <a:ext cx="78480" cy="123120"/>
              </p14:xfrm>
            </p:contentPart>
          </mc:Choice>
          <mc:Fallback xmlns="">
            <p:pic>
              <p:nvPicPr>
                <p:cNvPr id="161" name="Ink 160">
                  <a:extLst>
                    <a:ext uri="{FF2B5EF4-FFF2-40B4-BE49-F238E27FC236}">
                      <a16:creationId xmlns:a16="http://schemas.microsoft.com/office/drawing/2014/main" id="{5AD21C37-26D1-D978-BEA7-3A2E530F5CDD}"/>
                    </a:ext>
                  </a:extLst>
                </p:cNvPr>
                <p:cNvPicPr/>
                <p:nvPr/>
              </p:nvPicPr>
              <p:blipFill>
                <a:blip r:embed="rId267"/>
                <a:stretch>
                  <a:fillRect/>
                </a:stretch>
              </p:blipFill>
              <p:spPr>
                <a:xfrm>
                  <a:off x="3581463" y="4379593"/>
                  <a:ext cx="1141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62" name="Ink 161">
                  <a:extLst>
                    <a:ext uri="{FF2B5EF4-FFF2-40B4-BE49-F238E27FC236}">
                      <a16:creationId xmlns:a16="http://schemas.microsoft.com/office/drawing/2014/main" id="{54E13E4D-17BB-40C0-4768-583F1D34F85D}"/>
                    </a:ext>
                  </a:extLst>
                </p14:cNvPr>
                <p14:cNvContentPartPr/>
                <p14:nvPr/>
              </p14:nvContentPartPr>
              <p14:xfrm>
                <a:off x="3741303" y="4400113"/>
                <a:ext cx="15120" cy="6120"/>
              </p14:xfrm>
            </p:contentPart>
          </mc:Choice>
          <mc:Fallback xmlns="">
            <p:pic>
              <p:nvPicPr>
                <p:cNvPr id="162" name="Ink 161">
                  <a:extLst>
                    <a:ext uri="{FF2B5EF4-FFF2-40B4-BE49-F238E27FC236}">
                      <a16:creationId xmlns:a16="http://schemas.microsoft.com/office/drawing/2014/main" id="{54E13E4D-17BB-40C0-4768-583F1D34F85D}"/>
                    </a:ext>
                  </a:extLst>
                </p:cNvPr>
                <p:cNvPicPr/>
                <p:nvPr/>
              </p:nvPicPr>
              <p:blipFill>
                <a:blip r:embed="rId269"/>
                <a:stretch>
                  <a:fillRect/>
                </a:stretch>
              </p:blipFill>
              <p:spPr>
                <a:xfrm>
                  <a:off x="3723663" y="4382113"/>
                  <a:ext cx="5076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63" name="Ink 162">
                  <a:extLst>
                    <a:ext uri="{FF2B5EF4-FFF2-40B4-BE49-F238E27FC236}">
                      <a16:creationId xmlns:a16="http://schemas.microsoft.com/office/drawing/2014/main" id="{7746B030-2E97-FD4C-051B-34D35C2E2694}"/>
                    </a:ext>
                  </a:extLst>
                </p14:cNvPr>
                <p14:cNvContentPartPr/>
                <p14:nvPr/>
              </p14:nvContentPartPr>
              <p14:xfrm>
                <a:off x="3834543" y="4249993"/>
                <a:ext cx="92520" cy="61200"/>
              </p14:xfrm>
            </p:contentPart>
          </mc:Choice>
          <mc:Fallback xmlns="">
            <p:pic>
              <p:nvPicPr>
                <p:cNvPr id="163" name="Ink 162">
                  <a:extLst>
                    <a:ext uri="{FF2B5EF4-FFF2-40B4-BE49-F238E27FC236}">
                      <a16:creationId xmlns:a16="http://schemas.microsoft.com/office/drawing/2014/main" id="{7746B030-2E97-FD4C-051B-34D35C2E2694}"/>
                    </a:ext>
                  </a:extLst>
                </p:cNvPr>
                <p:cNvPicPr/>
                <p:nvPr/>
              </p:nvPicPr>
              <p:blipFill>
                <a:blip r:embed="rId271"/>
                <a:stretch>
                  <a:fillRect/>
                </a:stretch>
              </p:blipFill>
              <p:spPr>
                <a:xfrm>
                  <a:off x="3816903" y="4232353"/>
                  <a:ext cx="12816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4" name="Ink 163">
                  <a:extLst>
                    <a:ext uri="{FF2B5EF4-FFF2-40B4-BE49-F238E27FC236}">
                      <a16:creationId xmlns:a16="http://schemas.microsoft.com/office/drawing/2014/main" id="{F810A5EF-6C22-4192-7C5E-DF3AC1DB55C0}"/>
                    </a:ext>
                  </a:extLst>
                </p14:cNvPr>
                <p14:cNvContentPartPr/>
                <p14:nvPr/>
              </p14:nvContentPartPr>
              <p14:xfrm>
                <a:off x="3858303" y="4301473"/>
                <a:ext cx="65520" cy="76320"/>
              </p14:xfrm>
            </p:contentPart>
          </mc:Choice>
          <mc:Fallback xmlns="">
            <p:pic>
              <p:nvPicPr>
                <p:cNvPr id="164" name="Ink 163">
                  <a:extLst>
                    <a:ext uri="{FF2B5EF4-FFF2-40B4-BE49-F238E27FC236}">
                      <a16:creationId xmlns:a16="http://schemas.microsoft.com/office/drawing/2014/main" id="{F810A5EF-6C22-4192-7C5E-DF3AC1DB55C0}"/>
                    </a:ext>
                  </a:extLst>
                </p:cNvPr>
                <p:cNvPicPr/>
                <p:nvPr/>
              </p:nvPicPr>
              <p:blipFill>
                <a:blip r:embed="rId273"/>
                <a:stretch>
                  <a:fillRect/>
                </a:stretch>
              </p:blipFill>
              <p:spPr>
                <a:xfrm>
                  <a:off x="3840303" y="4283833"/>
                  <a:ext cx="10116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5" name="Ink 164">
                  <a:extLst>
                    <a:ext uri="{FF2B5EF4-FFF2-40B4-BE49-F238E27FC236}">
                      <a16:creationId xmlns:a16="http://schemas.microsoft.com/office/drawing/2014/main" id="{A05F5772-C006-425F-806A-9AFF6FB67BAD}"/>
                    </a:ext>
                  </a:extLst>
                </p14:cNvPr>
                <p14:cNvContentPartPr/>
                <p14:nvPr/>
              </p14:nvContentPartPr>
              <p14:xfrm>
                <a:off x="3983943" y="4266193"/>
                <a:ext cx="147600" cy="94680"/>
              </p14:xfrm>
            </p:contentPart>
          </mc:Choice>
          <mc:Fallback xmlns="">
            <p:pic>
              <p:nvPicPr>
                <p:cNvPr id="165" name="Ink 164">
                  <a:extLst>
                    <a:ext uri="{FF2B5EF4-FFF2-40B4-BE49-F238E27FC236}">
                      <a16:creationId xmlns:a16="http://schemas.microsoft.com/office/drawing/2014/main" id="{A05F5772-C006-425F-806A-9AFF6FB67BAD}"/>
                    </a:ext>
                  </a:extLst>
                </p:cNvPr>
                <p:cNvPicPr/>
                <p:nvPr/>
              </p:nvPicPr>
              <p:blipFill>
                <a:blip r:embed="rId275"/>
                <a:stretch>
                  <a:fillRect/>
                </a:stretch>
              </p:blipFill>
              <p:spPr>
                <a:xfrm>
                  <a:off x="3966303" y="4248553"/>
                  <a:ext cx="1832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66" name="Ink 165">
                  <a:extLst>
                    <a:ext uri="{FF2B5EF4-FFF2-40B4-BE49-F238E27FC236}">
                      <a16:creationId xmlns:a16="http://schemas.microsoft.com/office/drawing/2014/main" id="{805161EC-214C-0926-D214-4E81F19A6009}"/>
                    </a:ext>
                  </a:extLst>
                </p14:cNvPr>
                <p14:cNvContentPartPr/>
                <p14:nvPr/>
              </p14:nvContentPartPr>
              <p14:xfrm>
                <a:off x="4138023" y="4145953"/>
                <a:ext cx="46440" cy="88920"/>
              </p14:xfrm>
            </p:contentPart>
          </mc:Choice>
          <mc:Fallback xmlns="">
            <p:pic>
              <p:nvPicPr>
                <p:cNvPr id="166" name="Ink 165">
                  <a:extLst>
                    <a:ext uri="{FF2B5EF4-FFF2-40B4-BE49-F238E27FC236}">
                      <a16:creationId xmlns:a16="http://schemas.microsoft.com/office/drawing/2014/main" id="{805161EC-214C-0926-D214-4E81F19A6009}"/>
                    </a:ext>
                  </a:extLst>
                </p:cNvPr>
                <p:cNvPicPr/>
                <p:nvPr/>
              </p:nvPicPr>
              <p:blipFill>
                <a:blip r:embed="rId277"/>
                <a:stretch>
                  <a:fillRect/>
                </a:stretch>
              </p:blipFill>
              <p:spPr>
                <a:xfrm>
                  <a:off x="4120383" y="4127953"/>
                  <a:ext cx="82080" cy="124560"/>
                </a:xfrm>
                <a:prstGeom prst="rect">
                  <a:avLst/>
                </a:prstGeom>
              </p:spPr>
            </p:pic>
          </mc:Fallback>
        </mc:AlternateContent>
      </p:grpSp>
      <p:grpSp>
        <p:nvGrpSpPr>
          <p:cNvPr id="182" name="Group 181">
            <a:extLst>
              <a:ext uri="{FF2B5EF4-FFF2-40B4-BE49-F238E27FC236}">
                <a16:creationId xmlns:a16="http://schemas.microsoft.com/office/drawing/2014/main" id="{645C08D0-C345-C3E9-F8FC-EA87FF312E29}"/>
              </a:ext>
            </a:extLst>
          </p:cNvPr>
          <p:cNvGrpSpPr/>
          <p:nvPr/>
        </p:nvGrpSpPr>
        <p:grpSpPr>
          <a:xfrm>
            <a:off x="8833143" y="3270073"/>
            <a:ext cx="1767240" cy="703800"/>
            <a:chOff x="8833143" y="3270073"/>
            <a:chExt cx="1767240" cy="703800"/>
          </a:xfrm>
        </p:grpSpPr>
        <mc:AlternateContent xmlns:mc="http://schemas.openxmlformats.org/markup-compatibility/2006" xmlns:p14="http://schemas.microsoft.com/office/powerpoint/2010/main">
          <mc:Choice Requires="p14">
            <p:contentPart p14:bwMode="auto" r:id="rId278">
              <p14:nvContentPartPr>
                <p14:cNvPr id="168" name="Ink 167">
                  <a:extLst>
                    <a:ext uri="{FF2B5EF4-FFF2-40B4-BE49-F238E27FC236}">
                      <a16:creationId xmlns:a16="http://schemas.microsoft.com/office/drawing/2014/main" id="{0BFC44CA-24A8-2727-CD0F-C920B2B8933A}"/>
                    </a:ext>
                  </a:extLst>
                </p14:cNvPr>
                <p14:cNvContentPartPr/>
                <p14:nvPr/>
              </p14:nvContentPartPr>
              <p14:xfrm>
                <a:off x="8972463" y="3277993"/>
                <a:ext cx="98280" cy="334800"/>
              </p14:xfrm>
            </p:contentPart>
          </mc:Choice>
          <mc:Fallback xmlns="">
            <p:pic>
              <p:nvPicPr>
                <p:cNvPr id="168" name="Ink 167">
                  <a:extLst>
                    <a:ext uri="{FF2B5EF4-FFF2-40B4-BE49-F238E27FC236}">
                      <a16:creationId xmlns:a16="http://schemas.microsoft.com/office/drawing/2014/main" id="{0BFC44CA-24A8-2727-CD0F-C920B2B8933A}"/>
                    </a:ext>
                  </a:extLst>
                </p:cNvPr>
                <p:cNvPicPr/>
                <p:nvPr/>
              </p:nvPicPr>
              <p:blipFill>
                <a:blip r:embed="rId279"/>
                <a:stretch>
                  <a:fillRect/>
                </a:stretch>
              </p:blipFill>
              <p:spPr>
                <a:xfrm>
                  <a:off x="8954823" y="3259993"/>
                  <a:ext cx="13392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69" name="Ink 168">
                  <a:extLst>
                    <a:ext uri="{FF2B5EF4-FFF2-40B4-BE49-F238E27FC236}">
                      <a16:creationId xmlns:a16="http://schemas.microsoft.com/office/drawing/2014/main" id="{F8D7D135-8957-6D5F-6C5D-94D6392DE655}"/>
                    </a:ext>
                  </a:extLst>
                </p14:cNvPr>
                <p14:cNvContentPartPr/>
                <p14:nvPr/>
              </p14:nvContentPartPr>
              <p14:xfrm>
                <a:off x="9176583" y="3407593"/>
                <a:ext cx="23400" cy="20160"/>
              </p14:xfrm>
            </p:contentPart>
          </mc:Choice>
          <mc:Fallback xmlns="">
            <p:pic>
              <p:nvPicPr>
                <p:cNvPr id="169" name="Ink 168">
                  <a:extLst>
                    <a:ext uri="{FF2B5EF4-FFF2-40B4-BE49-F238E27FC236}">
                      <a16:creationId xmlns:a16="http://schemas.microsoft.com/office/drawing/2014/main" id="{F8D7D135-8957-6D5F-6C5D-94D6392DE655}"/>
                    </a:ext>
                  </a:extLst>
                </p:cNvPr>
                <p:cNvPicPr/>
                <p:nvPr/>
              </p:nvPicPr>
              <p:blipFill>
                <a:blip r:embed="rId281"/>
                <a:stretch>
                  <a:fillRect/>
                </a:stretch>
              </p:blipFill>
              <p:spPr>
                <a:xfrm>
                  <a:off x="9158583" y="3389593"/>
                  <a:ext cx="590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70" name="Ink 169">
                  <a:extLst>
                    <a:ext uri="{FF2B5EF4-FFF2-40B4-BE49-F238E27FC236}">
                      <a16:creationId xmlns:a16="http://schemas.microsoft.com/office/drawing/2014/main" id="{6ED89824-0636-90C6-426E-869666BE93C4}"/>
                    </a:ext>
                  </a:extLst>
                </p14:cNvPr>
                <p14:cNvContentPartPr/>
                <p14:nvPr/>
              </p14:nvContentPartPr>
              <p14:xfrm>
                <a:off x="9398703" y="3283753"/>
                <a:ext cx="128520" cy="28080"/>
              </p14:xfrm>
            </p:contentPart>
          </mc:Choice>
          <mc:Fallback xmlns="">
            <p:pic>
              <p:nvPicPr>
                <p:cNvPr id="170" name="Ink 169">
                  <a:extLst>
                    <a:ext uri="{FF2B5EF4-FFF2-40B4-BE49-F238E27FC236}">
                      <a16:creationId xmlns:a16="http://schemas.microsoft.com/office/drawing/2014/main" id="{6ED89824-0636-90C6-426E-869666BE93C4}"/>
                    </a:ext>
                  </a:extLst>
                </p:cNvPr>
                <p:cNvPicPr/>
                <p:nvPr/>
              </p:nvPicPr>
              <p:blipFill>
                <a:blip r:embed="rId283"/>
                <a:stretch>
                  <a:fillRect/>
                </a:stretch>
              </p:blipFill>
              <p:spPr>
                <a:xfrm>
                  <a:off x="9381063" y="3266113"/>
                  <a:ext cx="16416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71" name="Ink 170">
                  <a:extLst>
                    <a:ext uri="{FF2B5EF4-FFF2-40B4-BE49-F238E27FC236}">
                      <a16:creationId xmlns:a16="http://schemas.microsoft.com/office/drawing/2014/main" id="{604F7813-E6C4-9AF7-92C2-164FB5767D0A}"/>
                    </a:ext>
                  </a:extLst>
                </p14:cNvPr>
                <p14:cNvContentPartPr/>
                <p14:nvPr/>
              </p14:nvContentPartPr>
              <p14:xfrm>
                <a:off x="9395103" y="3309673"/>
                <a:ext cx="68040" cy="188640"/>
              </p14:xfrm>
            </p:contentPart>
          </mc:Choice>
          <mc:Fallback xmlns="">
            <p:pic>
              <p:nvPicPr>
                <p:cNvPr id="171" name="Ink 170">
                  <a:extLst>
                    <a:ext uri="{FF2B5EF4-FFF2-40B4-BE49-F238E27FC236}">
                      <a16:creationId xmlns:a16="http://schemas.microsoft.com/office/drawing/2014/main" id="{604F7813-E6C4-9AF7-92C2-164FB5767D0A}"/>
                    </a:ext>
                  </a:extLst>
                </p:cNvPr>
                <p:cNvPicPr/>
                <p:nvPr/>
              </p:nvPicPr>
              <p:blipFill>
                <a:blip r:embed="rId285"/>
                <a:stretch>
                  <a:fillRect/>
                </a:stretch>
              </p:blipFill>
              <p:spPr>
                <a:xfrm>
                  <a:off x="9377463" y="3291673"/>
                  <a:ext cx="10368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72" name="Ink 171">
                  <a:extLst>
                    <a:ext uri="{FF2B5EF4-FFF2-40B4-BE49-F238E27FC236}">
                      <a16:creationId xmlns:a16="http://schemas.microsoft.com/office/drawing/2014/main" id="{33E77DD6-D560-582A-67E1-ABCB0AA94054}"/>
                    </a:ext>
                  </a:extLst>
                </p14:cNvPr>
                <p14:cNvContentPartPr/>
                <p14:nvPr/>
              </p14:nvContentPartPr>
              <p14:xfrm>
                <a:off x="8833143" y="3655273"/>
                <a:ext cx="904320" cy="132480"/>
              </p14:xfrm>
            </p:contentPart>
          </mc:Choice>
          <mc:Fallback xmlns="">
            <p:pic>
              <p:nvPicPr>
                <p:cNvPr id="172" name="Ink 171">
                  <a:extLst>
                    <a:ext uri="{FF2B5EF4-FFF2-40B4-BE49-F238E27FC236}">
                      <a16:creationId xmlns:a16="http://schemas.microsoft.com/office/drawing/2014/main" id="{33E77DD6-D560-582A-67E1-ABCB0AA94054}"/>
                    </a:ext>
                  </a:extLst>
                </p:cNvPr>
                <p:cNvPicPr/>
                <p:nvPr/>
              </p:nvPicPr>
              <p:blipFill>
                <a:blip r:embed="rId287"/>
                <a:stretch>
                  <a:fillRect/>
                </a:stretch>
              </p:blipFill>
              <p:spPr>
                <a:xfrm>
                  <a:off x="8815143" y="3637633"/>
                  <a:ext cx="93996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74" name="Ink 173">
                  <a:extLst>
                    <a:ext uri="{FF2B5EF4-FFF2-40B4-BE49-F238E27FC236}">
                      <a16:creationId xmlns:a16="http://schemas.microsoft.com/office/drawing/2014/main" id="{55EE4F43-7D28-6AF9-B33F-C039CFB9C3C1}"/>
                    </a:ext>
                  </a:extLst>
                </p14:cNvPr>
                <p14:cNvContentPartPr/>
                <p14:nvPr/>
              </p14:nvContentPartPr>
              <p14:xfrm>
                <a:off x="9180543" y="3867313"/>
                <a:ext cx="39960" cy="38160"/>
              </p14:xfrm>
            </p:contentPart>
          </mc:Choice>
          <mc:Fallback xmlns="">
            <p:pic>
              <p:nvPicPr>
                <p:cNvPr id="174" name="Ink 173">
                  <a:extLst>
                    <a:ext uri="{FF2B5EF4-FFF2-40B4-BE49-F238E27FC236}">
                      <a16:creationId xmlns:a16="http://schemas.microsoft.com/office/drawing/2014/main" id="{55EE4F43-7D28-6AF9-B33F-C039CFB9C3C1}"/>
                    </a:ext>
                  </a:extLst>
                </p:cNvPr>
                <p:cNvPicPr/>
                <p:nvPr/>
              </p:nvPicPr>
              <p:blipFill>
                <a:blip r:embed="rId289"/>
                <a:stretch>
                  <a:fillRect/>
                </a:stretch>
              </p:blipFill>
              <p:spPr>
                <a:xfrm>
                  <a:off x="9162903" y="3849673"/>
                  <a:ext cx="756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5" name="Ink 174">
                  <a:extLst>
                    <a:ext uri="{FF2B5EF4-FFF2-40B4-BE49-F238E27FC236}">
                      <a16:creationId xmlns:a16="http://schemas.microsoft.com/office/drawing/2014/main" id="{55CEF5B0-B501-1497-0E5D-7CABF96973D4}"/>
                    </a:ext>
                  </a:extLst>
                </p14:cNvPr>
                <p14:cNvContentPartPr/>
                <p14:nvPr/>
              </p14:nvContentPartPr>
              <p14:xfrm>
                <a:off x="9428943" y="3787033"/>
                <a:ext cx="108360" cy="29520"/>
              </p14:xfrm>
            </p:contentPart>
          </mc:Choice>
          <mc:Fallback xmlns="">
            <p:pic>
              <p:nvPicPr>
                <p:cNvPr id="175" name="Ink 174">
                  <a:extLst>
                    <a:ext uri="{FF2B5EF4-FFF2-40B4-BE49-F238E27FC236}">
                      <a16:creationId xmlns:a16="http://schemas.microsoft.com/office/drawing/2014/main" id="{55CEF5B0-B501-1497-0E5D-7CABF96973D4}"/>
                    </a:ext>
                  </a:extLst>
                </p:cNvPr>
                <p:cNvPicPr/>
                <p:nvPr/>
              </p:nvPicPr>
              <p:blipFill>
                <a:blip r:embed="rId291"/>
                <a:stretch>
                  <a:fillRect/>
                </a:stretch>
              </p:blipFill>
              <p:spPr>
                <a:xfrm>
                  <a:off x="9411303" y="3769033"/>
                  <a:ext cx="14400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76" name="Ink 175">
                  <a:extLst>
                    <a:ext uri="{FF2B5EF4-FFF2-40B4-BE49-F238E27FC236}">
                      <a16:creationId xmlns:a16="http://schemas.microsoft.com/office/drawing/2014/main" id="{FAD591BA-8333-F24F-9F38-7A87D2B46FAE}"/>
                    </a:ext>
                  </a:extLst>
                </p14:cNvPr>
                <p14:cNvContentPartPr/>
                <p14:nvPr/>
              </p14:nvContentPartPr>
              <p14:xfrm>
                <a:off x="9442263" y="3796753"/>
                <a:ext cx="112320" cy="177120"/>
              </p14:xfrm>
            </p:contentPart>
          </mc:Choice>
          <mc:Fallback xmlns="">
            <p:pic>
              <p:nvPicPr>
                <p:cNvPr id="176" name="Ink 175">
                  <a:extLst>
                    <a:ext uri="{FF2B5EF4-FFF2-40B4-BE49-F238E27FC236}">
                      <a16:creationId xmlns:a16="http://schemas.microsoft.com/office/drawing/2014/main" id="{FAD591BA-8333-F24F-9F38-7A87D2B46FAE}"/>
                    </a:ext>
                  </a:extLst>
                </p:cNvPr>
                <p:cNvPicPr/>
                <p:nvPr/>
              </p:nvPicPr>
              <p:blipFill>
                <a:blip r:embed="rId293"/>
                <a:stretch>
                  <a:fillRect/>
                </a:stretch>
              </p:blipFill>
              <p:spPr>
                <a:xfrm>
                  <a:off x="9424623" y="3779113"/>
                  <a:ext cx="14796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77" name="Ink 176">
                  <a:extLst>
                    <a:ext uri="{FF2B5EF4-FFF2-40B4-BE49-F238E27FC236}">
                      <a16:creationId xmlns:a16="http://schemas.microsoft.com/office/drawing/2014/main" id="{FDC12D4E-29D9-BCC1-CF82-A02DA9423236}"/>
                    </a:ext>
                  </a:extLst>
                </p14:cNvPr>
                <p14:cNvContentPartPr/>
                <p14:nvPr/>
              </p14:nvContentPartPr>
              <p14:xfrm>
                <a:off x="9856623" y="3402193"/>
                <a:ext cx="267480" cy="107280"/>
              </p14:xfrm>
            </p:contentPart>
          </mc:Choice>
          <mc:Fallback xmlns="">
            <p:pic>
              <p:nvPicPr>
                <p:cNvPr id="177" name="Ink 176">
                  <a:extLst>
                    <a:ext uri="{FF2B5EF4-FFF2-40B4-BE49-F238E27FC236}">
                      <a16:creationId xmlns:a16="http://schemas.microsoft.com/office/drawing/2014/main" id="{FDC12D4E-29D9-BCC1-CF82-A02DA9423236}"/>
                    </a:ext>
                  </a:extLst>
                </p:cNvPr>
                <p:cNvPicPr/>
                <p:nvPr/>
              </p:nvPicPr>
              <p:blipFill>
                <a:blip r:embed="rId295"/>
                <a:stretch>
                  <a:fillRect/>
                </a:stretch>
              </p:blipFill>
              <p:spPr>
                <a:xfrm>
                  <a:off x="9838983" y="3384553"/>
                  <a:ext cx="30312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78" name="Ink 177">
                  <a:extLst>
                    <a:ext uri="{FF2B5EF4-FFF2-40B4-BE49-F238E27FC236}">
                      <a16:creationId xmlns:a16="http://schemas.microsoft.com/office/drawing/2014/main" id="{C885E0CD-9F20-152A-1594-88DB4F481649}"/>
                    </a:ext>
                  </a:extLst>
                </p14:cNvPr>
                <p14:cNvContentPartPr/>
                <p14:nvPr/>
              </p14:nvContentPartPr>
              <p14:xfrm>
                <a:off x="10174143" y="3270073"/>
                <a:ext cx="174600" cy="170280"/>
              </p14:xfrm>
            </p:contentPart>
          </mc:Choice>
          <mc:Fallback xmlns="">
            <p:pic>
              <p:nvPicPr>
                <p:cNvPr id="178" name="Ink 177">
                  <a:extLst>
                    <a:ext uri="{FF2B5EF4-FFF2-40B4-BE49-F238E27FC236}">
                      <a16:creationId xmlns:a16="http://schemas.microsoft.com/office/drawing/2014/main" id="{C885E0CD-9F20-152A-1594-88DB4F481649}"/>
                    </a:ext>
                  </a:extLst>
                </p:cNvPr>
                <p:cNvPicPr/>
                <p:nvPr/>
              </p:nvPicPr>
              <p:blipFill>
                <a:blip r:embed="rId297"/>
                <a:stretch>
                  <a:fillRect/>
                </a:stretch>
              </p:blipFill>
              <p:spPr>
                <a:xfrm>
                  <a:off x="10156143" y="3252433"/>
                  <a:ext cx="21024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79" name="Ink 178">
                  <a:extLst>
                    <a:ext uri="{FF2B5EF4-FFF2-40B4-BE49-F238E27FC236}">
                      <a16:creationId xmlns:a16="http://schemas.microsoft.com/office/drawing/2014/main" id="{17FF6864-54BA-FE3B-F23F-C903FB697484}"/>
                    </a:ext>
                  </a:extLst>
                </p14:cNvPr>
                <p14:cNvContentPartPr/>
                <p14:nvPr/>
              </p14:nvContentPartPr>
              <p14:xfrm>
                <a:off x="9788583" y="3564553"/>
                <a:ext cx="811800" cy="65160"/>
              </p14:xfrm>
            </p:contentPart>
          </mc:Choice>
          <mc:Fallback xmlns="">
            <p:pic>
              <p:nvPicPr>
                <p:cNvPr id="179" name="Ink 178">
                  <a:extLst>
                    <a:ext uri="{FF2B5EF4-FFF2-40B4-BE49-F238E27FC236}">
                      <a16:creationId xmlns:a16="http://schemas.microsoft.com/office/drawing/2014/main" id="{17FF6864-54BA-FE3B-F23F-C903FB697484}"/>
                    </a:ext>
                  </a:extLst>
                </p:cNvPr>
                <p:cNvPicPr/>
                <p:nvPr/>
              </p:nvPicPr>
              <p:blipFill>
                <a:blip r:embed="rId299"/>
                <a:stretch>
                  <a:fillRect/>
                </a:stretch>
              </p:blipFill>
              <p:spPr>
                <a:xfrm>
                  <a:off x="9770943" y="3546553"/>
                  <a:ext cx="84744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80" name="Ink 179">
                  <a:extLst>
                    <a:ext uri="{FF2B5EF4-FFF2-40B4-BE49-F238E27FC236}">
                      <a16:creationId xmlns:a16="http://schemas.microsoft.com/office/drawing/2014/main" id="{9A0B3A12-AF41-E8FF-CFB4-DB80B2C0B89E}"/>
                    </a:ext>
                  </a:extLst>
                </p14:cNvPr>
                <p14:cNvContentPartPr/>
                <p14:nvPr/>
              </p14:nvContentPartPr>
              <p14:xfrm>
                <a:off x="9996303" y="3825553"/>
                <a:ext cx="221760" cy="72720"/>
              </p14:xfrm>
            </p:contentPart>
          </mc:Choice>
          <mc:Fallback xmlns="">
            <p:pic>
              <p:nvPicPr>
                <p:cNvPr id="180" name="Ink 179">
                  <a:extLst>
                    <a:ext uri="{FF2B5EF4-FFF2-40B4-BE49-F238E27FC236}">
                      <a16:creationId xmlns:a16="http://schemas.microsoft.com/office/drawing/2014/main" id="{9A0B3A12-AF41-E8FF-CFB4-DB80B2C0B89E}"/>
                    </a:ext>
                  </a:extLst>
                </p:cNvPr>
                <p:cNvPicPr/>
                <p:nvPr/>
              </p:nvPicPr>
              <p:blipFill>
                <a:blip r:embed="rId301"/>
                <a:stretch>
                  <a:fillRect/>
                </a:stretch>
              </p:blipFill>
              <p:spPr>
                <a:xfrm>
                  <a:off x="9978663" y="3807913"/>
                  <a:ext cx="25740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81" name="Ink 180">
                  <a:extLst>
                    <a:ext uri="{FF2B5EF4-FFF2-40B4-BE49-F238E27FC236}">
                      <a16:creationId xmlns:a16="http://schemas.microsoft.com/office/drawing/2014/main" id="{3C80EBF2-A6AA-AD14-D26E-EEDD90D76C6E}"/>
                    </a:ext>
                  </a:extLst>
                </p14:cNvPr>
                <p14:cNvContentPartPr/>
                <p14:nvPr/>
              </p14:nvContentPartPr>
              <p14:xfrm>
                <a:off x="10269543" y="3635113"/>
                <a:ext cx="171360" cy="204840"/>
              </p14:xfrm>
            </p:contentPart>
          </mc:Choice>
          <mc:Fallback xmlns="">
            <p:pic>
              <p:nvPicPr>
                <p:cNvPr id="181" name="Ink 180">
                  <a:extLst>
                    <a:ext uri="{FF2B5EF4-FFF2-40B4-BE49-F238E27FC236}">
                      <a16:creationId xmlns:a16="http://schemas.microsoft.com/office/drawing/2014/main" id="{3C80EBF2-A6AA-AD14-D26E-EEDD90D76C6E}"/>
                    </a:ext>
                  </a:extLst>
                </p:cNvPr>
                <p:cNvPicPr/>
                <p:nvPr/>
              </p:nvPicPr>
              <p:blipFill>
                <a:blip r:embed="rId303"/>
                <a:stretch>
                  <a:fillRect/>
                </a:stretch>
              </p:blipFill>
              <p:spPr>
                <a:xfrm>
                  <a:off x="10251543" y="3617113"/>
                  <a:ext cx="207000" cy="240480"/>
                </a:xfrm>
                <a:prstGeom prst="rect">
                  <a:avLst/>
                </a:prstGeom>
              </p:spPr>
            </p:pic>
          </mc:Fallback>
        </mc:AlternateContent>
      </p:grpSp>
    </p:spTree>
    <p:extLst>
      <p:ext uri="{BB962C8B-B14F-4D97-AF65-F5344CB8AC3E}">
        <p14:creationId xmlns:p14="http://schemas.microsoft.com/office/powerpoint/2010/main" val="1668367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27569-0636-2241-2CF1-77D52518F9F1}"/>
              </a:ext>
            </a:extLst>
          </p:cNvPr>
          <p:cNvSpPr>
            <a:spLocks noGrp="1"/>
          </p:cNvSpPr>
          <p:nvPr>
            <p:ph type="title"/>
          </p:nvPr>
        </p:nvSpPr>
        <p:spPr>
          <a:xfrm>
            <a:off x="78739" y="14986"/>
            <a:ext cx="10328275" cy="492443"/>
          </a:xfrm>
        </p:spPr>
        <p:txBody>
          <a:bodyPr/>
          <a:lstStyle/>
          <a:p>
            <a:r>
              <a:rPr lang="en-US" dirty="0"/>
              <a:t>Optical Fiber Transmission Speeds</a:t>
            </a:r>
          </a:p>
        </p:txBody>
      </p:sp>
      <p:pic>
        <p:nvPicPr>
          <p:cNvPr id="5" name="Picture 4">
            <a:extLst>
              <a:ext uri="{FF2B5EF4-FFF2-40B4-BE49-F238E27FC236}">
                <a16:creationId xmlns:a16="http://schemas.microsoft.com/office/drawing/2014/main" id="{DC7F60C8-DD89-B81D-703F-EFCC1FA84902}"/>
              </a:ext>
            </a:extLst>
          </p:cNvPr>
          <p:cNvPicPr>
            <a:picLocks noChangeAspect="1"/>
          </p:cNvPicPr>
          <p:nvPr/>
        </p:nvPicPr>
        <p:blipFill>
          <a:blip r:embed="rId2"/>
          <a:stretch>
            <a:fillRect/>
          </a:stretch>
        </p:blipFill>
        <p:spPr>
          <a:xfrm>
            <a:off x="1447800" y="609600"/>
            <a:ext cx="9231013" cy="6192114"/>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DE96164A-6BC9-7F00-7E58-8F0941339065}"/>
                  </a:ext>
                </a:extLst>
              </p14:cNvPr>
              <p14:cNvContentPartPr/>
              <p14:nvPr/>
            </p14:nvContentPartPr>
            <p14:xfrm>
              <a:off x="8766470" y="6554917"/>
              <a:ext cx="31680" cy="20520"/>
            </p14:xfrm>
          </p:contentPart>
        </mc:Choice>
        <mc:Fallback xmlns="">
          <p:pic>
            <p:nvPicPr>
              <p:cNvPr id="4" name="Ink 3">
                <a:extLst>
                  <a:ext uri="{FF2B5EF4-FFF2-40B4-BE49-F238E27FC236}">
                    <a16:creationId xmlns:a16="http://schemas.microsoft.com/office/drawing/2014/main" id="{DE96164A-6BC9-7F00-7E58-8F0941339065}"/>
                  </a:ext>
                </a:extLst>
              </p:cNvPr>
              <p:cNvPicPr/>
              <p:nvPr/>
            </p:nvPicPr>
            <p:blipFill>
              <a:blip r:embed="rId6"/>
              <a:stretch>
                <a:fillRect/>
              </a:stretch>
            </p:blipFill>
            <p:spPr>
              <a:xfrm>
                <a:off x="8712830" y="6446917"/>
                <a:ext cx="13932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5FE63276-8589-F451-F046-BBD173E30657}"/>
                  </a:ext>
                </a:extLst>
              </p14:cNvPr>
              <p14:cNvContentPartPr/>
              <p14:nvPr/>
            </p14:nvContentPartPr>
            <p14:xfrm>
              <a:off x="8694830" y="1468837"/>
              <a:ext cx="842760" cy="234360"/>
            </p14:xfrm>
          </p:contentPart>
        </mc:Choice>
        <mc:Fallback xmlns="">
          <p:pic>
            <p:nvPicPr>
              <p:cNvPr id="10" name="Ink 9">
                <a:extLst>
                  <a:ext uri="{FF2B5EF4-FFF2-40B4-BE49-F238E27FC236}">
                    <a16:creationId xmlns:a16="http://schemas.microsoft.com/office/drawing/2014/main" id="{5FE63276-8589-F451-F046-BBD173E30657}"/>
                  </a:ext>
                </a:extLst>
              </p:cNvPr>
              <p:cNvPicPr/>
              <p:nvPr/>
            </p:nvPicPr>
            <p:blipFill>
              <a:blip r:embed="rId16"/>
              <a:stretch>
                <a:fillRect/>
              </a:stretch>
            </p:blipFill>
            <p:spPr>
              <a:xfrm>
                <a:off x="8641190" y="1360837"/>
                <a:ext cx="950400" cy="450000"/>
              </a:xfrm>
              <a:prstGeom prst="rect">
                <a:avLst/>
              </a:prstGeom>
            </p:spPr>
          </p:pic>
        </mc:Fallback>
      </mc:AlternateContent>
      <p:grpSp>
        <p:nvGrpSpPr>
          <p:cNvPr id="16" name="Group 15">
            <a:extLst>
              <a:ext uri="{FF2B5EF4-FFF2-40B4-BE49-F238E27FC236}">
                <a16:creationId xmlns:a16="http://schemas.microsoft.com/office/drawing/2014/main" id="{ABB97439-B8E4-8491-0214-3F46A0FB2D73}"/>
              </a:ext>
            </a:extLst>
          </p:cNvPr>
          <p:cNvGrpSpPr/>
          <p:nvPr/>
        </p:nvGrpSpPr>
        <p:grpSpPr>
          <a:xfrm>
            <a:off x="10687790" y="2626237"/>
            <a:ext cx="868320" cy="356760"/>
            <a:chOff x="10687790" y="2626237"/>
            <a:chExt cx="868320" cy="356760"/>
          </a:xfrm>
        </p:grpSpPr>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F7525626-33D4-365F-81D4-BD5AD13BFC28}"/>
                    </a:ext>
                  </a:extLst>
                </p14:cNvPr>
                <p14:cNvContentPartPr/>
                <p14:nvPr/>
              </p14:nvContentPartPr>
              <p14:xfrm>
                <a:off x="10687790" y="2635597"/>
                <a:ext cx="196200" cy="308880"/>
              </p14:xfrm>
            </p:contentPart>
          </mc:Choice>
          <mc:Fallback xmlns="">
            <p:pic>
              <p:nvPicPr>
                <p:cNvPr id="11" name="Ink 10">
                  <a:extLst>
                    <a:ext uri="{FF2B5EF4-FFF2-40B4-BE49-F238E27FC236}">
                      <a16:creationId xmlns:a16="http://schemas.microsoft.com/office/drawing/2014/main" id="{F7525626-33D4-365F-81D4-BD5AD13BFC28}"/>
                    </a:ext>
                  </a:extLst>
                </p:cNvPr>
                <p:cNvPicPr/>
                <p:nvPr/>
              </p:nvPicPr>
              <p:blipFill>
                <a:blip r:embed="rId18"/>
                <a:stretch>
                  <a:fillRect/>
                </a:stretch>
              </p:blipFill>
              <p:spPr>
                <a:xfrm>
                  <a:off x="10670150" y="2617957"/>
                  <a:ext cx="23184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77039B84-871F-B3ED-D528-C62032A7478C}"/>
                    </a:ext>
                  </a:extLst>
                </p14:cNvPr>
                <p14:cNvContentPartPr/>
                <p14:nvPr/>
              </p14:nvContentPartPr>
              <p14:xfrm>
                <a:off x="10955270" y="2682037"/>
                <a:ext cx="30600" cy="300960"/>
              </p14:xfrm>
            </p:contentPart>
          </mc:Choice>
          <mc:Fallback xmlns="">
            <p:pic>
              <p:nvPicPr>
                <p:cNvPr id="12" name="Ink 11">
                  <a:extLst>
                    <a:ext uri="{FF2B5EF4-FFF2-40B4-BE49-F238E27FC236}">
                      <a16:creationId xmlns:a16="http://schemas.microsoft.com/office/drawing/2014/main" id="{77039B84-871F-B3ED-D528-C62032A7478C}"/>
                    </a:ext>
                  </a:extLst>
                </p:cNvPr>
                <p:cNvPicPr/>
                <p:nvPr/>
              </p:nvPicPr>
              <p:blipFill>
                <a:blip r:embed="rId20"/>
                <a:stretch>
                  <a:fillRect/>
                </a:stretch>
              </p:blipFill>
              <p:spPr>
                <a:xfrm>
                  <a:off x="10937630" y="2664037"/>
                  <a:ext cx="6624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7C636A3A-3154-7DEE-CFB6-A9FF431F93E7}"/>
                    </a:ext>
                  </a:extLst>
                </p14:cNvPr>
                <p14:cNvContentPartPr/>
                <p14:nvPr/>
              </p14:nvContentPartPr>
              <p14:xfrm>
                <a:off x="10954910" y="2649997"/>
                <a:ext cx="213480" cy="220680"/>
              </p14:xfrm>
            </p:contentPart>
          </mc:Choice>
          <mc:Fallback xmlns="">
            <p:pic>
              <p:nvPicPr>
                <p:cNvPr id="13" name="Ink 12">
                  <a:extLst>
                    <a:ext uri="{FF2B5EF4-FFF2-40B4-BE49-F238E27FC236}">
                      <a16:creationId xmlns:a16="http://schemas.microsoft.com/office/drawing/2014/main" id="{7C636A3A-3154-7DEE-CFB6-A9FF431F93E7}"/>
                    </a:ext>
                  </a:extLst>
                </p:cNvPr>
                <p:cNvPicPr/>
                <p:nvPr/>
              </p:nvPicPr>
              <p:blipFill>
                <a:blip r:embed="rId22"/>
                <a:stretch>
                  <a:fillRect/>
                </a:stretch>
              </p:blipFill>
              <p:spPr>
                <a:xfrm>
                  <a:off x="10936910" y="2632357"/>
                  <a:ext cx="2491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38B13416-7AED-5A79-CAE9-3310D07B3D12}"/>
                    </a:ext>
                  </a:extLst>
                </p14:cNvPr>
                <p14:cNvContentPartPr/>
                <p14:nvPr/>
              </p14:nvContentPartPr>
              <p14:xfrm>
                <a:off x="11299430" y="2663677"/>
                <a:ext cx="28800" cy="303840"/>
              </p14:xfrm>
            </p:contentPart>
          </mc:Choice>
          <mc:Fallback xmlns="">
            <p:pic>
              <p:nvPicPr>
                <p:cNvPr id="14" name="Ink 13">
                  <a:extLst>
                    <a:ext uri="{FF2B5EF4-FFF2-40B4-BE49-F238E27FC236}">
                      <a16:creationId xmlns:a16="http://schemas.microsoft.com/office/drawing/2014/main" id="{38B13416-7AED-5A79-CAE9-3310D07B3D12}"/>
                    </a:ext>
                  </a:extLst>
                </p:cNvPr>
                <p:cNvPicPr/>
                <p:nvPr/>
              </p:nvPicPr>
              <p:blipFill>
                <a:blip r:embed="rId24"/>
                <a:stretch>
                  <a:fillRect/>
                </a:stretch>
              </p:blipFill>
              <p:spPr>
                <a:xfrm>
                  <a:off x="11281430" y="2645677"/>
                  <a:ext cx="6444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4EBAE5C8-1F5C-499A-6D86-4C07378DADB3}"/>
                    </a:ext>
                  </a:extLst>
                </p14:cNvPr>
                <p14:cNvContentPartPr/>
                <p14:nvPr/>
              </p14:nvContentPartPr>
              <p14:xfrm>
                <a:off x="11243990" y="2626237"/>
                <a:ext cx="312120" cy="186840"/>
              </p14:xfrm>
            </p:contentPart>
          </mc:Choice>
          <mc:Fallback xmlns="">
            <p:pic>
              <p:nvPicPr>
                <p:cNvPr id="15" name="Ink 14">
                  <a:extLst>
                    <a:ext uri="{FF2B5EF4-FFF2-40B4-BE49-F238E27FC236}">
                      <a16:creationId xmlns:a16="http://schemas.microsoft.com/office/drawing/2014/main" id="{4EBAE5C8-1F5C-499A-6D86-4C07378DADB3}"/>
                    </a:ext>
                  </a:extLst>
                </p:cNvPr>
                <p:cNvPicPr/>
                <p:nvPr/>
              </p:nvPicPr>
              <p:blipFill>
                <a:blip r:embed="rId26"/>
                <a:stretch>
                  <a:fillRect/>
                </a:stretch>
              </p:blipFill>
              <p:spPr>
                <a:xfrm>
                  <a:off x="11226350" y="2608237"/>
                  <a:ext cx="347760" cy="222480"/>
                </a:xfrm>
                <a:prstGeom prst="rect">
                  <a:avLst/>
                </a:prstGeom>
              </p:spPr>
            </p:pic>
          </mc:Fallback>
        </mc:AlternateContent>
      </p:grpSp>
      <p:grpSp>
        <p:nvGrpSpPr>
          <p:cNvPr id="41" name="Group 40">
            <a:extLst>
              <a:ext uri="{FF2B5EF4-FFF2-40B4-BE49-F238E27FC236}">
                <a16:creationId xmlns:a16="http://schemas.microsoft.com/office/drawing/2014/main" id="{5EA16083-707B-69C2-0D0C-3E9867929AC4}"/>
              </a:ext>
            </a:extLst>
          </p:cNvPr>
          <p:cNvGrpSpPr/>
          <p:nvPr/>
        </p:nvGrpSpPr>
        <p:grpSpPr>
          <a:xfrm>
            <a:off x="10847990" y="3456037"/>
            <a:ext cx="862560" cy="342720"/>
            <a:chOff x="10847990" y="3456037"/>
            <a:chExt cx="862560" cy="342720"/>
          </a:xfrm>
        </p:grpSpPr>
        <mc:AlternateContent xmlns:mc="http://schemas.openxmlformats.org/markup-compatibility/2006" xmlns:p14="http://schemas.microsoft.com/office/powerpoint/2010/main">
          <mc:Choice Requires="p14">
            <p:contentPart p14:bwMode="auto" r:id="rId27">
              <p14:nvContentPartPr>
                <p14:cNvPr id="17" name="Ink 16">
                  <a:extLst>
                    <a:ext uri="{FF2B5EF4-FFF2-40B4-BE49-F238E27FC236}">
                      <a16:creationId xmlns:a16="http://schemas.microsoft.com/office/drawing/2014/main" id="{0784ECE1-8E02-9857-C34A-6EEAA6420894}"/>
                    </a:ext>
                  </a:extLst>
                </p14:cNvPr>
                <p14:cNvContentPartPr/>
                <p14:nvPr/>
              </p14:nvContentPartPr>
              <p14:xfrm>
                <a:off x="10847990" y="3456037"/>
                <a:ext cx="100080" cy="289440"/>
              </p14:xfrm>
            </p:contentPart>
          </mc:Choice>
          <mc:Fallback xmlns="">
            <p:pic>
              <p:nvPicPr>
                <p:cNvPr id="17" name="Ink 16">
                  <a:extLst>
                    <a:ext uri="{FF2B5EF4-FFF2-40B4-BE49-F238E27FC236}">
                      <a16:creationId xmlns:a16="http://schemas.microsoft.com/office/drawing/2014/main" id="{0784ECE1-8E02-9857-C34A-6EEAA6420894}"/>
                    </a:ext>
                  </a:extLst>
                </p:cNvPr>
                <p:cNvPicPr/>
                <p:nvPr/>
              </p:nvPicPr>
              <p:blipFill>
                <a:blip r:embed="rId28"/>
                <a:stretch>
                  <a:fillRect/>
                </a:stretch>
              </p:blipFill>
              <p:spPr>
                <a:xfrm>
                  <a:off x="10830350" y="3438397"/>
                  <a:ext cx="13572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 name="Ink 17">
                  <a:extLst>
                    <a:ext uri="{FF2B5EF4-FFF2-40B4-BE49-F238E27FC236}">
                      <a16:creationId xmlns:a16="http://schemas.microsoft.com/office/drawing/2014/main" id="{615F6888-A1FD-5B9B-B771-172619F04975}"/>
                    </a:ext>
                  </a:extLst>
                </p14:cNvPr>
                <p14:cNvContentPartPr/>
                <p14:nvPr/>
              </p14:nvContentPartPr>
              <p14:xfrm>
                <a:off x="11012510" y="3625237"/>
                <a:ext cx="61560" cy="57600"/>
              </p14:xfrm>
            </p:contentPart>
          </mc:Choice>
          <mc:Fallback xmlns="">
            <p:pic>
              <p:nvPicPr>
                <p:cNvPr id="18" name="Ink 17">
                  <a:extLst>
                    <a:ext uri="{FF2B5EF4-FFF2-40B4-BE49-F238E27FC236}">
                      <a16:creationId xmlns:a16="http://schemas.microsoft.com/office/drawing/2014/main" id="{615F6888-A1FD-5B9B-B771-172619F04975}"/>
                    </a:ext>
                  </a:extLst>
                </p:cNvPr>
                <p:cNvPicPr/>
                <p:nvPr/>
              </p:nvPicPr>
              <p:blipFill>
                <a:blip r:embed="rId30"/>
                <a:stretch>
                  <a:fillRect/>
                </a:stretch>
              </p:blipFill>
              <p:spPr>
                <a:xfrm>
                  <a:off x="10994510" y="3607597"/>
                  <a:ext cx="972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9" name="Ink 18">
                  <a:extLst>
                    <a:ext uri="{FF2B5EF4-FFF2-40B4-BE49-F238E27FC236}">
                      <a16:creationId xmlns:a16="http://schemas.microsoft.com/office/drawing/2014/main" id="{32CE32F9-8954-FC11-F4F3-0D7AAA6ADAD8}"/>
                    </a:ext>
                  </a:extLst>
                </p14:cNvPr>
                <p14:cNvContentPartPr/>
                <p14:nvPr/>
              </p14:nvContentPartPr>
              <p14:xfrm>
                <a:off x="11032670" y="3456397"/>
                <a:ext cx="50040" cy="66960"/>
              </p14:xfrm>
            </p:contentPart>
          </mc:Choice>
          <mc:Fallback xmlns="">
            <p:pic>
              <p:nvPicPr>
                <p:cNvPr id="19" name="Ink 18">
                  <a:extLst>
                    <a:ext uri="{FF2B5EF4-FFF2-40B4-BE49-F238E27FC236}">
                      <a16:creationId xmlns:a16="http://schemas.microsoft.com/office/drawing/2014/main" id="{32CE32F9-8954-FC11-F4F3-0D7AAA6ADAD8}"/>
                    </a:ext>
                  </a:extLst>
                </p:cNvPr>
                <p:cNvPicPr/>
                <p:nvPr/>
              </p:nvPicPr>
              <p:blipFill>
                <a:blip r:embed="rId32"/>
                <a:stretch>
                  <a:fillRect/>
                </a:stretch>
              </p:blipFill>
              <p:spPr>
                <a:xfrm>
                  <a:off x="11014670" y="3438757"/>
                  <a:ext cx="8568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0" name="Ink 19">
                  <a:extLst>
                    <a:ext uri="{FF2B5EF4-FFF2-40B4-BE49-F238E27FC236}">
                      <a16:creationId xmlns:a16="http://schemas.microsoft.com/office/drawing/2014/main" id="{34C2CD06-8056-9F5F-F680-3533928C9625}"/>
                    </a:ext>
                  </a:extLst>
                </p14:cNvPr>
                <p14:cNvContentPartPr/>
                <p14:nvPr/>
              </p14:nvContentPartPr>
              <p14:xfrm>
                <a:off x="11123750" y="3589597"/>
                <a:ext cx="309600" cy="207000"/>
              </p14:xfrm>
            </p:contentPart>
          </mc:Choice>
          <mc:Fallback xmlns="">
            <p:pic>
              <p:nvPicPr>
                <p:cNvPr id="20" name="Ink 19">
                  <a:extLst>
                    <a:ext uri="{FF2B5EF4-FFF2-40B4-BE49-F238E27FC236}">
                      <a16:creationId xmlns:a16="http://schemas.microsoft.com/office/drawing/2014/main" id="{34C2CD06-8056-9F5F-F680-3533928C9625}"/>
                    </a:ext>
                  </a:extLst>
                </p:cNvPr>
                <p:cNvPicPr/>
                <p:nvPr/>
              </p:nvPicPr>
              <p:blipFill>
                <a:blip r:embed="rId34"/>
                <a:stretch>
                  <a:fillRect/>
                </a:stretch>
              </p:blipFill>
              <p:spPr>
                <a:xfrm>
                  <a:off x="11106110" y="3571957"/>
                  <a:ext cx="34524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1" name="Ink 20">
                  <a:extLst>
                    <a:ext uri="{FF2B5EF4-FFF2-40B4-BE49-F238E27FC236}">
                      <a16:creationId xmlns:a16="http://schemas.microsoft.com/office/drawing/2014/main" id="{E80AB0CF-D72E-2E1B-33B8-75BE373D2CBA}"/>
                    </a:ext>
                  </a:extLst>
                </p14:cNvPr>
                <p14:cNvContentPartPr/>
                <p14:nvPr/>
              </p14:nvContentPartPr>
              <p14:xfrm>
                <a:off x="11461790" y="3458917"/>
                <a:ext cx="248760" cy="339840"/>
              </p14:xfrm>
            </p:contentPart>
          </mc:Choice>
          <mc:Fallback xmlns="">
            <p:pic>
              <p:nvPicPr>
                <p:cNvPr id="21" name="Ink 20">
                  <a:extLst>
                    <a:ext uri="{FF2B5EF4-FFF2-40B4-BE49-F238E27FC236}">
                      <a16:creationId xmlns:a16="http://schemas.microsoft.com/office/drawing/2014/main" id="{E80AB0CF-D72E-2E1B-33B8-75BE373D2CBA}"/>
                    </a:ext>
                  </a:extLst>
                </p:cNvPr>
                <p:cNvPicPr/>
                <p:nvPr/>
              </p:nvPicPr>
              <p:blipFill>
                <a:blip r:embed="rId36"/>
                <a:stretch>
                  <a:fillRect/>
                </a:stretch>
              </p:blipFill>
              <p:spPr>
                <a:xfrm>
                  <a:off x="11443790" y="3441277"/>
                  <a:ext cx="284400" cy="375480"/>
                </a:xfrm>
                <a:prstGeom prst="rect">
                  <a:avLst/>
                </a:prstGeom>
              </p:spPr>
            </p:pic>
          </mc:Fallback>
        </mc:AlternateContent>
      </p:grpSp>
      <p:grpSp>
        <p:nvGrpSpPr>
          <p:cNvPr id="40" name="Group 39">
            <a:extLst>
              <a:ext uri="{FF2B5EF4-FFF2-40B4-BE49-F238E27FC236}">
                <a16:creationId xmlns:a16="http://schemas.microsoft.com/office/drawing/2014/main" id="{DE00B7D9-3536-C08C-C5FF-0C04206BDC52}"/>
              </a:ext>
            </a:extLst>
          </p:cNvPr>
          <p:cNvGrpSpPr/>
          <p:nvPr/>
        </p:nvGrpSpPr>
        <p:grpSpPr>
          <a:xfrm>
            <a:off x="11125910" y="3935917"/>
            <a:ext cx="244800" cy="226440"/>
            <a:chOff x="11125910" y="3935917"/>
            <a:chExt cx="244800" cy="226440"/>
          </a:xfrm>
        </p:grpSpPr>
        <mc:AlternateContent xmlns:mc="http://schemas.openxmlformats.org/markup-compatibility/2006" xmlns:p14="http://schemas.microsoft.com/office/powerpoint/2010/main">
          <mc:Choice Requires="p14">
            <p:contentPart p14:bwMode="auto" r:id="rId37">
              <p14:nvContentPartPr>
                <p14:cNvPr id="22" name="Ink 21">
                  <a:extLst>
                    <a:ext uri="{FF2B5EF4-FFF2-40B4-BE49-F238E27FC236}">
                      <a16:creationId xmlns:a16="http://schemas.microsoft.com/office/drawing/2014/main" id="{AB6D55A4-DB31-D732-EBB3-FD0D17FF99DB}"/>
                    </a:ext>
                  </a:extLst>
                </p14:cNvPr>
                <p14:cNvContentPartPr/>
                <p14:nvPr/>
              </p14:nvContentPartPr>
              <p14:xfrm>
                <a:off x="11177030" y="3935917"/>
                <a:ext cx="41400" cy="226440"/>
              </p14:xfrm>
            </p:contentPart>
          </mc:Choice>
          <mc:Fallback xmlns="">
            <p:pic>
              <p:nvPicPr>
                <p:cNvPr id="22" name="Ink 21">
                  <a:extLst>
                    <a:ext uri="{FF2B5EF4-FFF2-40B4-BE49-F238E27FC236}">
                      <a16:creationId xmlns:a16="http://schemas.microsoft.com/office/drawing/2014/main" id="{AB6D55A4-DB31-D732-EBB3-FD0D17FF99DB}"/>
                    </a:ext>
                  </a:extLst>
                </p:cNvPr>
                <p:cNvPicPr/>
                <p:nvPr/>
              </p:nvPicPr>
              <p:blipFill>
                <a:blip r:embed="rId38"/>
                <a:stretch>
                  <a:fillRect/>
                </a:stretch>
              </p:blipFill>
              <p:spPr>
                <a:xfrm>
                  <a:off x="11159390" y="3917917"/>
                  <a:ext cx="7704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3" name="Ink 22">
                  <a:extLst>
                    <a:ext uri="{FF2B5EF4-FFF2-40B4-BE49-F238E27FC236}">
                      <a16:creationId xmlns:a16="http://schemas.microsoft.com/office/drawing/2014/main" id="{A2D981E1-F62D-EEC4-B197-2FD00315D630}"/>
                    </a:ext>
                  </a:extLst>
                </p14:cNvPr>
                <p14:cNvContentPartPr/>
                <p14:nvPr/>
              </p14:nvContentPartPr>
              <p14:xfrm>
                <a:off x="11125910" y="4027717"/>
                <a:ext cx="244800" cy="121680"/>
              </p14:xfrm>
            </p:contentPart>
          </mc:Choice>
          <mc:Fallback xmlns="">
            <p:pic>
              <p:nvPicPr>
                <p:cNvPr id="23" name="Ink 22">
                  <a:extLst>
                    <a:ext uri="{FF2B5EF4-FFF2-40B4-BE49-F238E27FC236}">
                      <a16:creationId xmlns:a16="http://schemas.microsoft.com/office/drawing/2014/main" id="{A2D981E1-F62D-EEC4-B197-2FD00315D630}"/>
                    </a:ext>
                  </a:extLst>
                </p:cNvPr>
                <p:cNvPicPr/>
                <p:nvPr/>
              </p:nvPicPr>
              <p:blipFill>
                <a:blip r:embed="rId40"/>
                <a:stretch>
                  <a:fillRect/>
                </a:stretch>
              </p:blipFill>
              <p:spPr>
                <a:xfrm>
                  <a:off x="11107910" y="4009717"/>
                  <a:ext cx="280440" cy="157320"/>
                </a:xfrm>
                <a:prstGeom prst="rect">
                  <a:avLst/>
                </a:prstGeom>
              </p:spPr>
            </p:pic>
          </mc:Fallback>
        </mc:AlternateContent>
      </p:grpSp>
      <p:grpSp>
        <p:nvGrpSpPr>
          <p:cNvPr id="39" name="Group 38">
            <a:extLst>
              <a:ext uri="{FF2B5EF4-FFF2-40B4-BE49-F238E27FC236}">
                <a16:creationId xmlns:a16="http://schemas.microsoft.com/office/drawing/2014/main" id="{59BF02B0-999F-BD6D-0E43-98D539AD75A2}"/>
              </a:ext>
            </a:extLst>
          </p:cNvPr>
          <p:cNvGrpSpPr/>
          <p:nvPr/>
        </p:nvGrpSpPr>
        <p:grpSpPr>
          <a:xfrm>
            <a:off x="10854110" y="4371157"/>
            <a:ext cx="816840" cy="263520"/>
            <a:chOff x="10854110" y="4371157"/>
            <a:chExt cx="816840" cy="263520"/>
          </a:xfrm>
        </p:grpSpPr>
        <mc:AlternateContent xmlns:mc="http://schemas.openxmlformats.org/markup-compatibility/2006" xmlns:p14="http://schemas.microsoft.com/office/powerpoint/2010/main">
          <mc:Choice Requires="p14">
            <p:contentPart p14:bwMode="auto" r:id="rId41">
              <p14:nvContentPartPr>
                <p14:cNvPr id="24" name="Ink 23">
                  <a:extLst>
                    <a:ext uri="{FF2B5EF4-FFF2-40B4-BE49-F238E27FC236}">
                      <a16:creationId xmlns:a16="http://schemas.microsoft.com/office/drawing/2014/main" id="{05F9DDF3-9465-40FE-5BB8-F8F6E6039CCD}"/>
                    </a:ext>
                  </a:extLst>
                </p14:cNvPr>
                <p14:cNvContentPartPr/>
                <p14:nvPr/>
              </p14:nvContentPartPr>
              <p14:xfrm>
                <a:off x="10854110" y="4451437"/>
                <a:ext cx="194760" cy="183240"/>
              </p14:xfrm>
            </p:contentPart>
          </mc:Choice>
          <mc:Fallback xmlns="">
            <p:pic>
              <p:nvPicPr>
                <p:cNvPr id="24" name="Ink 23">
                  <a:extLst>
                    <a:ext uri="{FF2B5EF4-FFF2-40B4-BE49-F238E27FC236}">
                      <a16:creationId xmlns:a16="http://schemas.microsoft.com/office/drawing/2014/main" id="{05F9DDF3-9465-40FE-5BB8-F8F6E6039CCD}"/>
                    </a:ext>
                  </a:extLst>
                </p:cNvPr>
                <p:cNvPicPr/>
                <p:nvPr/>
              </p:nvPicPr>
              <p:blipFill>
                <a:blip r:embed="rId42"/>
                <a:stretch>
                  <a:fillRect/>
                </a:stretch>
              </p:blipFill>
              <p:spPr>
                <a:xfrm>
                  <a:off x="10836110" y="4433797"/>
                  <a:ext cx="23040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5" name="Ink 24">
                  <a:extLst>
                    <a:ext uri="{FF2B5EF4-FFF2-40B4-BE49-F238E27FC236}">
                      <a16:creationId xmlns:a16="http://schemas.microsoft.com/office/drawing/2014/main" id="{C2E4EB5E-0631-7562-CB29-2A628C31F95C}"/>
                    </a:ext>
                  </a:extLst>
                </p14:cNvPr>
                <p14:cNvContentPartPr/>
                <p14:nvPr/>
              </p14:nvContentPartPr>
              <p14:xfrm>
                <a:off x="11125190" y="4497877"/>
                <a:ext cx="82080" cy="126360"/>
              </p14:xfrm>
            </p:contentPart>
          </mc:Choice>
          <mc:Fallback xmlns="">
            <p:pic>
              <p:nvPicPr>
                <p:cNvPr id="25" name="Ink 24">
                  <a:extLst>
                    <a:ext uri="{FF2B5EF4-FFF2-40B4-BE49-F238E27FC236}">
                      <a16:creationId xmlns:a16="http://schemas.microsoft.com/office/drawing/2014/main" id="{C2E4EB5E-0631-7562-CB29-2A628C31F95C}"/>
                    </a:ext>
                  </a:extLst>
                </p:cNvPr>
                <p:cNvPicPr/>
                <p:nvPr/>
              </p:nvPicPr>
              <p:blipFill>
                <a:blip r:embed="rId44"/>
                <a:stretch>
                  <a:fillRect/>
                </a:stretch>
              </p:blipFill>
              <p:spPr>
                <a:xfrm>
                  <a:off x="11107190" y="4479877"/>
                  <a:ext cx="1177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6" name="Ink 25">
                  <a:extLst>
                    <a:ext uri="{FF2B5EF4-FFF2-40B4-BE49-F238E27FC236}">
                      <a16:creationId xmlns:a16="http://schemas.microsoft.com/office/drawing/2014/main" id="{3FEB37DF-0CAF-5B8C-7CE2-2EBADA45F616}"/>
                    </a:ext>
                  </a:extLst>
                </p14:cNvPr>
                <p14:cNvContentPartPr/>
                <p14:nvPr/>
              </p14:nvContentPartPr>
              <p14:xfrm>
                <a:off x="11318870" y="4508317"/>
                <a:ext cx="36360" cy="96120"/>
              </p14:xfrm>
            </p:contentPart>
          </mc:Choice>
          <mc:Fallback xmlns="">
            <p:pic>
              <p:nvPicPr>
                <p:cNvPr id="26" name="Ink 25">
                  <a:extLst>
                    <a:ext uri="{FF2B5EF4-FFF2-40B4-BE49-F238E27FC236}">
                      <a16:creationId xmlns:a16="http://schemas.microsoft.com/office/drawing/2014/main" id="{3FEB37DF-0CAF-5B8C-7CE2-2EBADA45F616}"/>
                    </a:ext>
                  </a:extLst>
                </p:cNvPr>
                <p:cNvPicPr/>
                <p:nvPr/>
              </p:nvPicPr>
              <p:blipFill>
                <a:blip r:embed="rId46"/>
                <a:stretch>
                  <a:fillRect/>
                </a:stretch>
              </p:blipFill>
              <p:spPr>
                <a:xfrm>
                  <a:off x="11300870" y="4490677"/>
                  <a:ext cx="7200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7" name="Ink 26">
                  <a:extLst>
                    <a:ext uri="{FF2B5EF4-FFF2-40B4-BE49-F238E27FC236}">
                      <a16:creationId xmlns:a16="http://schemas.microsoft.com/office/drawing/2014/main" id="{FFBB41FF-3FB5-A2BF-F147-F14E80A891C0}"/>
                    </a:ext>
                  </a:extLst>
                </p14:cNvPr>
                <p14:cNvContentPartPr/>
                <p14:nvPr/>
              </p14:nvContentPartPr>
              <p14:xfrm>
                <a:off x="11319590" y="4371157"/>
                <a:ext cx="23040" cy="39600"/>
              </p14:xfrm>
            </p:contentPart>
          </mc:Choice>
          <mc:Fallback xmlns="">
            <p:pic>
              <p:nvPicPr>
                <p:cNvPr id="27" name="Ink 26">
                  <a:extLst>
                    <a:ext uri="{FF2B5EF4-FFF2-40B4-BE49-F238E27FC236}">
                      <a16:creationId xmlns:a16="http://schemas.microsoft.com/office/drawing/2014/main" id="{FFBB41FF-3FB5-A2BF-F147-F14E80A891C0}"/>
                    </a:ext>
                  </a:extLst>
                </p:cNvPr>
                <p:cNvPicPr/>
                <p:nvPr/>
              </p:nvPicPr>
              <p:blipFill>
                <a:blip r:embed="rId48"/>
                <a:stretch>
                  <a:fillRect/>
                </a:stretch>
              </p:blipFill>
              <p:spPr>
                <a:xfrm>
                  <a:off x="11301590" y="4353517"/>
                  <a:ext cx="5868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8" name="Ink 27">
                  <a:extLst>
                    <a:ext uri="{FF2B5EF4-FFF2-40B4-BE49-F238E27FC236}">
                      <a16:creationId xmlns:a16="http://schemas.microsoft.com/office/drawing/2014/main" id="{0EE8BFB7-E7C9-B63C-F08E-B6827CF9C24E}"/>
                    </a:ext>
                  </a:extLst>
                </p14:cNvPr>
                <p14:cNvContentPartPr/>
                <p14:nvPr/>
              </p14:nvContentPartPr>
              <p14:xfrm>
                <a:off x="11442350" y="4406437"/>
                <a:ext cx="63360" cy="151560"/>
              </p14:xfrm>
            </p:contentPart>
          </mc:Choice>
          <mc:Fallback xmlns="">
            <p:pic>
              <p:nvPicPr>
                <p:cNvPr id="28" name="Ink 27">
                  <a:extLst>
                    <a:ext uri="{FF2B5EF4-FFF2-40B4-BE49-F238E27FC236}">
                      <a16:creationId xmlns:a16="http://schemas.microsoft.com/office/drawing/2014/main" id="{0EE8BFB7-E7C9-B63C-F08E-B6827CF9C24E}"/>
                    </a:ext>
                  </a:extLst>
                </p:cNvPr>
                <p:cNvPicPr/>
                <p:nvPr/>
              </p:nvPicPr>
              <p:blipFill>
                <a:blip r:embed="rId50"/>
                <a:stretch>
                  <a:fillRect/>
                </a:stretch>
              </p:blipFill>
              <p:spPr>
                <a:xfrm>
                  <a:off x="11424710" y="4388437"/>
                  <a:ext cx="9900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9" name="Ink 28">
                  <a:extLst>
                    <a:ext uri="{FF2B5EF4-FFF2-40B4-BE49-F238E27FC236}">
                      <a16:creationId xmlns:a16="http://schemas.microsoft.com/office/drawing/2014/main" id="{2BBF4FCE-1E19-51F7-4F06-9E91B5C76B60}"/>
                    </a:ext>
                  </a:extLst>
                </p14:cNvPr>
                <p14:cNvContentPartPr/>
                <p14:nvPr/>
              </p14:nvContentPartPr>
              <p14:xfrm>
                <a:off x="11526950" y="4409677"/>
                <a:ext cx="144000" cy="131760"/>
              </p14:xfrm>
            </p:contentPart>
          </mc:Choice>
          <mc:Fallback xmlns="">
            <p:pic>
              <p:nvPicPr>
                <p:cNvPr id="29" name="Ink 28">
                  <a:extLst>
                    <a:ext uri="{FF2B5EF4-FFF2-40B4-BE49-F238E27FC236}">
                      <a16:creationId xmlns:a16="http://schemas.microsoft.com/office/drawing/2014/main" id="{2BBF4FCE-1E19-51F7-4F06-9E91B5C76B60}"/>
                    </a:ext>
                  </a:extLst>
                </p:cNvPr>
                <p:cNvPicPr/>
                <p:nvPr/>
              </p:nvPicPr>
              <p:blipFill>
                <a:blip r:embed="rId52"/>
                <a:stretch>
                  <a:fillRect/>
                </a:stretch>
              </p:blipFill>
              <p:spPr>
                <a:xfrm>
                  <a:off x="11509310" y="4391677"/>
                  <a:ext cx="179640" cy="167400"/>
                </a:xfrm>
                <a:prstGeom prst="rect">
                  <a:avLst/>
                </a:prstGeom>
              </p:spPr>
            </p:pic>
          </mc:Fallback>
        </mc:AlternateContent>
      </p:grpSp>
      <p:grpSp>
        <p:nvGrpSpPr>
          <p:cNvPr id="38" name="Group 37">
            <a:extLst>
              <a:ext uri="{FF2B5EF4-FFF2-40B4-BE49-F238E27FC236}">
                <a16:creationId xmlns:a16="http://schemas.microsoft.com/office/drawing/2014/main" id="{03468E6C-B22B-1CAB-7C61-DCAD428FE86B}"/>
              </a:ext>
            </a:extLst>
          </p:cNvPr>
          <p:cNvGrpSpPr/>
          <p:nvPr/>
        </p:nvGrpSpPr>
        <p:grpSpPr>
          <a:xfrm>
            <a:off x="10960310" y="4968757"/>
            <a:ext cx="909000" cy="314280"/>
            <a:chOff x="10960310" y="4968757"/>
            <a:chExt cx="909000" cy="314280"/>
          </a:xfrm>
        </p:grpSpPr>
        <mc:AlternateContent xmlns:mc="http://schemas.openxmlformats.org/markup-compatibility/2006" xmlns:p14="http://schemas.microsoft.com/office/powerpoint/2010/main">
          <mc:Choice Requires="p14">
            <p:contentPart p14:bwMode="auto" r:id="rId53">
              <p14:nvContentPartPr>
                <p14:cNvPr id="30" name="Ink 29">
                  <a:extLst>
                    <a:ext uri="{FF2B5EF4-FFF2-40B4-BE49-F238E27FC236}">
                      <a16:creationId xmlns:a16="http://schemas.microsoft.com/office/drawing/2014/main" id="{0F351634-A920-D84D-8351-102EBD97ED87}"/>
                    </a:ext>
                  </a:extLst>
                </p14:cNvPr>
                <p14:cNvContentPartPr/>
                <p14:nvPr/>
              </p14:nvContentPartPr>
              <p14:xfrm>
                <a:off x="10960310" y="5051917"/>
                <a:ext cx="130680" cy="184320"/>
              </p14:xfrm>
            </p:contentPart>
          </mc:Choice>
          <mc:Fallback xmlns="">
            <p:pic>
              <p:nvPicPr>
                <p:cNvPr id="30" name="Ink 29">
                  <a:extLst>
                    <a:ext uri="{FF2B5EF4-FFF2-40B4-BE49-F238E27FC236}">
                      <a16:creationId xmlns:a16="http://schemas.microsoft.com/office/drawing/2014/main" id="{0F351634-A920-D84D-8351-102EBD97ED87}"/>
                    </a:ext>
                  </a:extLst>
                </p:cNvPr>
                <p:cNvPicPr/>
                <p:nvPr/>
              </p:nvPicPr>
              <p:blipFill>
                <a:blip r:embed="rId54"/>
                <a:stretch>
                  <a:fillRect/>
                </a:stretch>
              </p:blipFill>
              <p:spPr>
                <a:xfrm>
                  <a:off x="10942670" y="5034277"/>
                  <a:ext cx="16632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1" name="Ink 30">
                  <a:extLst>
                    <a:ext uri="{FF2B5EF4-FFF2-40B4-BE49-F238E27FC236}">
                      <a16:creationId xmlns:a16="http://schemas.microsoft.com/office/drawing/2014/main" id="{410D4BA5-FF08-DA58-3B2C-92316FAD37C2}"/>
                    </a:ext>
                  </a:extLst>
                </p14:cNvPr>
                <p14:cNvContentPartPr/>
                <p14:nvPr/>
              </p14:nvContentPartPr>
              <p14:xfrm>
                <a:off x="11166230" y="5086117"/>
                <a:ext cx="116640" cy="129240"/>
              </p14:xfrm>
            </p:contentPart>
          </mc:Choice>
          <mc:Fallback xmlns="">
            <p:pic>
              <p:nvPicPr>
                <p:cNvPr id="31" name="Ink 30">
                  <a:extLst>
                    <a:ext uri="{FF2B5EF4-FFF2-40B4-BE49-F238E27FC236}">
                      <a16:creationId xmlns:a16="http://schemas.microsoft.com/office/drawing/2014/main" id="{410D4BA5-FF08-DA58-3B2C-92316FAD37C2}"/>
                    </a:ext>
                  </a:extLst>
                </p:cNvPr>
                <p:cNvPicPr/>
                <p:nvPr/>
              </p:nvPicPr>
              <p:blipFill>
                <a:blip r:embed="rId56"/>
                <a:stretch>
                  <a:fillRect/>
                </a:stretch>
              </p:blipFill>
              <p:spPr>
                <a:xfrm>
                  <a:off x="11148590" y="5068117"/>
                  <a:ext cx="15228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2" name="Ink 31">
                  <a:extLst>
                    <a:ext uri="{FF2B5EF4-FFF2-40B4-BE49-F238E27FC236}">
                      <a16:creationId xmlns:a16="http://schemas.microsoft.com/office/drawing/2014/main" id="{D8DB5753-6A88-B083-E71C-F8E411F5A46E}"/>
                    </a:ext>
                  </a:extLst>
                </p14:cNvPr>
                <p14:cNvContentPartPr/>
                <p14:nvPr/>
              </p14:nvContentPartPr>
              <p14:xfrm>
                <a:off x="11339750" y="5015557"/>
                <a:ext cx="44640" cy="267480"/>
              </p14:xfrm>
            </p:contentPart>
          </mc:Choice>
          <mc:Fallback xmlns="">
            <p:pic>
              <p:nvPicPr>
                <p:cNvPr id="32" name="Ink 31">
                  <a:extLst>
                    <a:ext uri="{FF2B5EF4-FFF2-40B4-BE49-F238E27FC236}">
                      <a16:creationId xmlns:a16="http://schemas.microsoft.com/office/drawing/2014/main" id="{D8DB5753-6A88-B083-E71C-F8E411F5A46E}"/>
                    </a:ext>
                  </a:extLst>
                </p:cNvPr>
                <p:cNvPicPr/>
                <p:nvPr/>
              </p:nvPicPr>
              <p:blipFill>
                <a:blip r:embed="rId58"/>
                <a:stretch>
                  <a:fillRect/>
                </a:stretch>
              </p:blipFill>
              <p:spPr>
                <a:xfrm>
                  <a:off x="11321750" y="4997917"/>
                  <a:ext cx="8028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3" name="Ink 32">
                  <a:extLst>
                    <a:ext uri="{FF2B5EF4-FFF2-40B4-BE49-F238E27FC236}">
                      <a16:creationId xmlns:a16="http://schemas.microsoft.com/office/drawing/2014/main" id="{659EDCD7-34AE-87D7-520E-06A1DD8BD753}"/>
                    </a:ext>
                  </a:extLst>
                </p14:cNvPr>
                <p14:cNvContentPartPr/>
                <p14:nvPr/>
              </p14:nvContentPartPr>
              <p14:xfrm>
                <a:off x="11325710" y="5131477"/>
                <a:ext cx="108000" cy="14760"/>
              </p14:xfrm>
            </p:contentPart>
          </mc:Choice>
          <mc:Fallback xmlns="">
            <p:pic>
              <p:nvPicPr>
                <p:cNvPr id="33" name="Ink 32">
                  <a:extLst>
                    <a:ext uri="{FF2B5EF4-FFF2-40B4-BE49-F238E27FC236}">
                      <a16:creationId xmlns:a16="http://schemas.microsoft.com/office/drawing/2014/main" id="{659EDCD7-34AE-87D7-520E-06A1DD8BD753}"/>
                    </a:ext>
                  </a:extLst>
                </p:cNvPr>
                <p:cNvPicPr/>
                <p:nvPr/>
              </p:nvPicPr>
              <p:blipFill>
                <a:blip r:embed="rId60"/>
                <a:stretch>
                  <a:fillRect/>
                </a:stretch>
              </p:blipFill>
              <p:spPr>
                <a:xfrm>
                  <a:off x="11308070" y="5113837"/>
                  <a:ext cx="14364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4" name="Ink 33">
                  <a:extLst>
                    <a:ext uri="{FF2B5EF4-FFF2-40B4-BE49-F238E27FC236}">
                      <a16:creationId xmlns:a16="http://schemas.microsoft.com/office/drawing/2014/main" id="{A1CFF3D8-D321-9D24-26EE-4BBC7F55097D}"/>
                    </a:ext>
                  </a:extLst>
                </p14:cNvPr>
                <p14:cNvContentPartPr/>
                <p14:nvPr/>
              </p14:nvContentPartPr>
              <p14:xfrm>
                <a:off x="11497070" y="5102677"/>
                <a:ext cx="32040" cy="129600"/>
              </p14:xfrm>
            </p:contentPart>
          </mc:Choice>
          <mc:Fallback xmlns="">
            <p:pic>
              <p:nvPicPr>
                <p:cNvPr id="34" name="Ink 33">
                  <a:extLst>
                    <a:ext uri="{FF2B5EF4-FFF2-40B4-BE49-F238E27FC236}">
                      <a16:creationId xmlns:a16="http://schemas.microsoft.com/office/drawing/2014/main" id="{A1CFF3D8-D321-9D24-26EE-4BBC7F55097D}"/>
                    </a:ext>
                  </a:extLst>
                </p:cNvPr>
                <p:cNvPicPr/>
                <p:nvPr/>
              </p:nvPicPr>
              <p:blipFill>
                <a:blip r:embed="rId62"/>
                <a:stretch>
                  <a:fillRect/>
                </a:stretch>
              </p:blipFill>
              <p:spPr>
                <a:xfrm>
                  <a:off x="11479070" y="5084677"/>
                  <a:ext cx="6768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5" name="Ink 34">
                  <a:extLst>
                    <a:ext uri="{FF2B5EF4-FFF2-40B4-BE49-F238E27FC236}">
                      <a16:creationId xmlns:a16="http://schemas.microsoft.com/office/drawing/2014/main" id="{6765EE32-9058-9991-3977-F13BF2904211}"/>
                    </a:ext>
                  </a:extLst>
                </p14:cNvPr>
                <p14:cNvContentPartPr/>
                <p14:nvPr/>
              </p14:nvContentPartPr>
              <p14:xfrm>
                <a:off x="11531990" y="4968757"/>
                <a:ext cx="11520" cy="38880"/>
              </p14:xfrm>
            </p:contentPart>
          </mc:Choice>
          <mc:Fallback xmlns="">
            <p:pic>
              <p:nvPicPr>
                <p:cNvPr id="35" name="Ink 34">
                  <a:extLst>
                    <a:ext uri="{FF2B5EF4-FFF2-40B4-BE49-F238E27FC236}">
                      <a16:creationId xmlns:a16="http://schemas.microsoft.com/office/drawing/2014/main" id="{6765EE32-9058-9991-3977-F13BF2904211}"/>
                    </a:ext>
                  </a:extLst>
                </p:cNvPr>
                <p:cNvPicPr/>
                <p:nvPr/>
              </p:nvPicPr>
              <p:blipFill>
                <a:blip r:embed="rId64"/>
                <a:stretch>
                  <a:fillRect/>
                </a:stretch>
              </p:blipFill>
              <p:spPr>
                <a:xfrm>
                  <a:off x="11513990" y="4951117"/>
                  <a:ext cx="4716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6" name="Ink 35">
                  <a:extLst>
                    <a:ext uri="{FF2B5EF4-FFF2-40B4-BE49-F238E27FC236}">
                      <a16:creationId xmlns:a16="http://schemas.microsoft.com/office/drawing/2014/main" id="{5023E242-BC8C-AFEF-6FD8-6F74515BE16B}"/>
                    </a:ext>
                  </a:extLst>
                </p14:cNvPr>
                <p14:cNvContentPartPr/>
                <p14:nvPr/>
              </p14:nvContentPartPr>
              <p14:xfrm>
                <a:off x="11661230" y="5085757"/>
                <a:ext cx="75600" cy="122760"/>
              </p14:xfrm>
            </p:contentPart>
          </mc:Choice>
          <mc:Fallback xmlns="">
            <p:pic>
              <p:nvPicPr>
                <p:cNvPr id="36" name="Ink 35">
                  <a:extLst>
                    <a:ext uri="{FF2B5EF4-FFF2-40B4-BE49-F238E27FC236}">
                      <a16:creationId xmlns:a16="http://schemas.microsoft.com/office/drawing/2014/main" id="{5023E242-BC8C-AFEF-6FD8-6F74515BE16B}"/>
                    </a:ext>
                  </a:extLst>
                </p:cNvPr>
                <p:cNvPicPr/>
                <p:nvPr/>
              </p:nvPicPr>
              <p:blipFill>
                <a:blip r:embed="rId66"/>
                <a:stretch>
                  <a:fillRect/>
                </a:stretch>
              </p:blipFill>
              <p:spPr>
                <a:xfrm>
                  <a:off x="11643590" y="5068117"/>
                  <a:ext cx="11124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7" name="Ink 36">
                  <a:extLst>
                    <a:ext uri="{FF2B5EF4-FFF2-40B4-BE49-F238E27FC236}">
                      <a16:creationId xmlns:a16="http://schemas.microsoft.com/office/drawing/2014/main" id="{FFBD9A9F-0344-C0A3-9973-DDE783ED8E57}"/>
                    </a:ext>
                  </a:extLst>
                </p14:cNvPr>
                <p14:cNvContentPartPr/>
                <p14:nvPr/>
              </p14:nvContentPartPr>
              <p14:xfrm>
                <a:off x="11856710" y="5156317"/>
                <a:ext cx="12600" cy="5760"/>
              </p14:xfrm>
            </p:contentPart>
          </mc:Choice>
          <mc:Fallback xmlns="">
            <p:pic>
              <p:nvPicPr>
                <p:cNvPr id="37" name="Ink 36">
                  <a:extLst>
                    <a:ext uri="{FF2B5EF4-FFF2-40B4-BE49-F238E27FC236}">
                      <a16:creationId xmlns:a16="http://schemas.microsoft.com/office/drawing/2014/main" id="{FFBD9A9F-0344-C0A3-9973-DDE783ED8E57}"/>
                    </a:ext>
                  </a:extLst>
                </p:cNvPr>
                <p:cNvPicPr/>
                <p:nvPr/>
              </p:nvPicPr>
              <p:blipFill>
                <a:blip r:embed="rId68"/>
                <a:stretch>
                  <a:fillRect/>
                </a:stretch>
              </p:blipFill>
              <p:spPr>
                <a:xfrm>
                  <a:off x="11838710" y="5138317"/>
                  <a:ext cx="48240" cy="41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9">
            <p14:nvContentPartPr>
              <p14:cNvPr id="42" name="Ink 41">
                <a:extLst>
                  <a:ext uri="{FF2B5EF4-FFF2-40B4-BE49-F238E27FC236}">
                    <a16:creationId xmlns:a16="http://schemas.microsoft.com/office/drawing/2014/main" id="{A81FAA77-9E11-0D8F-69D0-13194D25B86C}"/>
                  </a:ext>
                </a:extLst>
              </p14:cNvPr>
              <p14:cNvContentPartPr/>
              <p14:nvPr/>
            </p14:nvContentPartPr>
            <p14:xfrm>
              <a:off x="162110" y="1559197"/>
              <a:ext cx="1027440" cy="527400"/>
            </p14:xfrm>
          </p:contentPart>
        </mc:Choice>
        <mc:Fallback xmlns="">
          <p:pic>
            <p:nvPicPr>
              <p:cNvPr id="42" name="Ink 41">
                <a:extLst>
                  <a:ext uri="{FF2B5EF4-FFF2-40B4-BE49-F238E27FC236}">
                    <a16:creationId xmlns:a16="http://schemas.microsoft.com/office/drawing/2014/main" id="{A81FAA77-9E11-0D8F-69D0-13194D25B86C}"/>
                  </a:ext>
                </a:extLst>
              </p:cNvPr>
              <p:cNvPicPr/>
              <p:nvPr/>
            </p:nvPicPr>
            <p:blipFill>
              <a:blip r:embed="rId70"/>
              <a:stretch>
                <a:fillRect/>
              </a:stretch>
            </p:blipFill>
            <p:spPr>
              <a:xfrm>
                <a:off x="144110" y="1541197"/>
                <a:ext cx="1063080" cy="5630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3" name="Ink 42">
                <a:extLst>
                  <a:ext uri="{FF2B5EF4-FFF2-40B4-BE49-F238E27FC236}">
                    <a16:creationId xmlns:a16="http://schemas.microsoft.com/office/drawing/2014/main" id="{C44C876F-26A0-0F25-022B-491398D60C42}"/>
                  </a:ext>
                </a:extLst>
              </p14:cNvPr>
              <p14:cNvContentPartPr/>
              <p14:nvPr/>
            </p14:nvContentPartPr>
            <p14:xfrm>
              <a:off x="167870" y="2301517"/>
              <a:ext cx="981000" cy="579240"/>
            </p14:xfrm>
          </p:contentPart>
        </mc:Choice>
        <mc:Fallback xmlns="">
          <p:pic>
            <p:nvPicPr>
              <p:cNvPr id="43" name="Ink 42">
                <a:extLst>
                  <a:ext uri="{FF2B5EF4-FFF2-40B4-BE49-F238E27FC236}">
                    <a16:creationId xmlns:a16="http://schemas.microsoft.com/office/drawing/2014/main" id="{C44C876F-26A0-0F25-022B-491398D60C42}"/>
                  </a:ext>
                </a:extLst>
              </p:cNvPr>
              <p:cNvPicPr/>
              <p:nvPr/>
            </p:nvPicPr>
            <p:blipFill>
              <a:blip r:embed="rId72"/>
              <a:stretch>
                <a:fillRect/>
              </a:stretch>
            </p:blipFill>
            <p:spPr>
              <a:xfrm>
                <a:off x="150230" y="2283877"/>
                <a:ext cx="1016640" cy="614880"/>
              </a:xfrm>
              <a:prstGeom prst="rect">
                <a:avLst/>
              </a:prstGeom>
            </p:spPr>
          </p:pic>
        </mc:Fallback>
      </mc:AlternateContent>
      <p:grpSp>
        <p:nvGrpSpPr>
          <p:cNvPr id="51" name="Group 50">
            <a:extLst>
              <a:ext uri="{FF2B5EF4-FFF2-40B4-BE49-F238E27FC236}">
                <a16:creationId xmlns:a16="http://schemas.microsoft.com/office/drawing/2014/main" id="{7A1F12D2-94F5-B6A5-1633-156F0FBD6349}"/>
              </a:ext>
            </a:extLst>
          </p:cNvPr>
          <p:cNvGrpSpPr/>
          <p:nvPr/>
        </p:nvGrpSpPr>
        <p:grpSpPr>
          <a:xfrm>
            <a:off x="580070" y="1084357"/>
            <a:ext cx="101880" cy="303840"/>
            <a:chOff x="580070" y="1084357"/>
            <a:chExt cx="101880" cy="303840"/>
          </a:xfrm>
        </p:grpSpPr>
        <mc:AlternateContent xmlns:mc="http://schemas.openxmlformats.org/markup-compatibility/2006" xmlns:p14="http://schemas.microsoft.com/office/powerpoint/2010/main">
          <mc:Choice Requires="p14">
            <p:contentPart p14:bwMode="auto" r:id="rId73">
              <p14:nvContentPartPr>
                <p14:cNvPr id="44" name="Ink 43">
                  <a:extLst>
                    <a:ext uri="{FF2B5EF4-FFF2-40B4-BE49-F238E27FC236}">
                      <a16:creationId xmlns:a16="http://schemas.microsoft.com/office/drawing/2014/main" id="{71EF7C64-5BA7-F8E5-5658-44391B0F55E8}"/>
                    </a:ext>
                  </a:extLst>
                </p14:cNvPr>
                <p14:cNvContentPartPr/>
                <p14:nvPr/>
              </p14:nvContentPartPr>
              <p14:xfrm>
                <a:off x="595550" y="1084357"/>
                <a:ext cx="85680" cy="295560"/>
              </p14:xfrm>
            </p:contentPart>
          </mc:Choice>
          <mc:Fallback xmlns="">
            <p:pic>
              <p:nvPicPr>
                <p:cNvPr id="44" name="Ink 43">
                  <a:extLst>
                    <a:ext uri="{FF2B5EF4-FFF2-40B4-BE49-F238E27FC236}">
                      <a16:creationId xmlns:a16="http://schemas.microsoft.com/office/drawing/2014/main" id="{71EF7C64-5BA7-F8E5-5658-44391B0F55E8}"/>
                    </a:ext>
                  </a:extLst>
                </p:cNvPr>
                <p:cNvPicPr/>
                <p:nvPr/>
              </p:nvPicPr>
              <p:blipFill>
                <a:blip r:embed="rId74"/>
                <a:stretch>
                  <a:fillRect/>
                </a:stretch>
              </p:blipFill>
              <p:spPr>
                <a:xfrm>
                  <a:off x="577550" y="1066357"/>
                  <a:ext cx="12132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5" name="Ink 44">
                  <a:extLst>
                    <a:ext uri="{FF2B5EF4-FFF2-40B4-BE49-F238E27FC236}">
                      <a16:creationId xmlns:a16="http://schemas.microsoft.com/office/drawing/2014/main" id="{C7DA5E35-AFDE-2F89-EB96-01AEAF04BB4E}"/>
                    </a:ext>
                  </a:extLst>
                </p14:cNvPr>
                <p14:cNvContentPartPr/>
                <p14:nvPr/>
              </p14:nvContentPartPr>
              <p14:xfrm>
                <a:off x="580070" y="1251757"/>
                <a:ext cx="101880" cy="136440"/>
              </p14:xfrm>
            </p:contentPart>
          </mc:Choice>
          <mc:Fallback xmlns="">
            <p:pic>
              <p:nvPicPr>
                <p:cNvPr id="45" name="Ink 44">
                  <a:extLst>
                    <a:ext uri="{FF2B5EF4-FFF2-40B4-BE49-F238E27FC236}">
                      <a16:creationId xmlns:a16="http://schemas.microsoft.com/office/drawing/2014/main" id="{C7DA5E35-AFDE-2F89-EB96-01AEAF04BB4E}"/>
                    </a:ext>
                  </a:extLst>
                </p:cNvPr>
                <p:cNvPicPr/>
                <p:nvPr/>
              </p:nvPicPr>
              <p:blipFill>
                <a:blip r:embed="rId76"/>
                <a:stretch>
                  <a:fillRect/>
                </a:stretch>
              </p:blipFill>
              <p:spPr>
                <a:xfrm>
                  <a:off x="562070" y="1233757"/>
                  <a:ext cx="137520" cy="172080"/>
                </a:xfrm>
                <a:prstGeom prst="rect">
                  <a:avLst/>
                </a:prstGeom>
              </p:spPr>
            </p:pic>
          </mc:Fallback>
        </mc:AlternateContent>
      </p:grpSp>
      <p:grpSp>
        <p:nvGrpSpPr>
          <p:cNvPr id="50" name="Group 49">
            <a:extLst>
              <a:ext uri="{FF2B5EF4-FFF2-40B4-BE49-F238E27FC236}">
                <a16:creationId xmlns:a16="http://schemas.microsoft.com/office/drawing/2014/main" id="{37A3AB05-18E6-4277-0801-F9671C4DFF1A}"/>
              </a:ext>
            </a:extLst>
          </p:cNvPr>
          <p:cNvGrpSpPr/>
          <p:nvPr/>
        </p:nvGrpSpPr>
        <p:grpSpPr>
          <a:xfrm>
            <a:off x="647030" y="512677"/>
            <a:ext cx="610200" cy="407160"/>
            <a:chOff x="647030" y="512677"/>
            <a:chExt cx="610200" cy="407160"/>
          </a:xfrm>
        </p:grpSpPr>
        <mc:AlternateContent xmlns:mc="http://schemas.openxmlformats.org/markup-compatibility/2006" xmlns:p14="http://schemas.microsoft.com/office/powerpoint/2010/main">
          <mc:Choice Requires="p14">
            <p:contentPart p14:bwMode="auto" r:id="rId77">
              <p14:nvContentPartPr>
                <p14:cNvPr id="46" name="Ink 45">
                  <a:extLst>
                    <a:ext uri="{FF2B5EF4-FFF2-40B4-BE49-F238E27FC236}">
                      <a16:creationId xmlns:a16="http://schemas.microsoft.com/office/drawing/2014/main" id="{FD54118D-D6EB-A188-575D-D840F5BA343F}"/>
                    </a:ext>
                  </a:extLst>
                </p14:cNvPr>
                <p14:cNvContentPartPr/>
                <p14:nvPr/>
              </p14:nvContentPartPr>
              <p14:xfrm>
                <a:off x="647030" y="740557"/>
                <a:ext cx="157680" cy="179280"/>
              </p14:xfrm>
            </p:contentPart>
          </mc:Choice>
          <mc:Fallback xmlns="">
            <p:pic>
              <p:nvPicPr>
                <p:cNvPr id="46" name="Ink 45">
                  <a:extLst>
                    <a:ext uri="{FF2B5EF4-FFF2-40B4-BE49-F238E27FC236}">
                      <a16:creationId xmlns:a16="http://schemas.microsoft.com/office/drawing/2014/main" id="{FD54118D-D6EB-A188-575D-D840F5BA343F}"/>
                    </a:ext>
                  </a:extLst>
                </p:cNvPr>
                <p:cNvPicPr/>
                <p:nvPr/>
              </p:nvPicPr>
              <p:blipFill>
                <a:blip r:embed="rId78"/>
                <a:stretch>
                  <a:fillRect/>
                </a:stretch>
              </p:blipFill>
              <p:spPr>
                <a:xfrm>
                  <a:off x="629390" y="722917"/>
                  <a:ext cx="19332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7" name="Ink 46">
                  <a:extLst>
                    <a:ext uri="{FF2B5EF4-FFF2-40B4-BE49-F238E27FC236}">
                      <a16:creationId xmlns:a16="http://schemas.microsoft.com/office/drawing/2014/main" id="{DB9FF2AD-A106-C5CD-276A-DB619B931163}"/>
                    </a:ext>
                  </a:extLst>
                </p14:cNvPr>
                <p14:cNvContentPartPr/>
                <p14:nvPr/>
              </p14:nvContentPartPr>
              <p14:xfrm>
                <a:off x="859070" y="716077"/>
                <a:ext cx="60120" cy="73440"/>
              </p14:xfrm>
            </p:contentPart>
          </mc:Choice>
          <mc:Fallback xmlns="">
            <p:pic>
              <p:nvPicPr>
                <p:cNvPr id="47" name="Ink 46">
                  <a:extLst>
                    <a:ext uri="{FF2B5EF4-FFF2-40B4-BE49-F238E27FC236}">
                      <a16:creationId xmlns:a16="http://schemas.microsoft.com/office/drawing/2014/main" id="{DB9FF2AD-A106-C5CD-276A-DB619B931163}"/>
                    </a:ext>
                  </a:extLst>
                </p:cNvPr>
                <p:cNvPicPr/>
                <p:nvPr/>
              </p:nvPicPr>
              <p:blipFill>
                <a:blip r:embed="rId80"/>
                <a:stretch>
                  <a:fillRect/>
                </a:stretch>
              </p:blipFill>
              <p:spPr>
                <a:xfrm>
                  <a:off x="841070" y="698437"/>
                  <a:ext cx="9576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8" name="Ink 47">
                  <a:extLst>
                    <a:ext uri="{FF2B5EF4-FFF2-40B4-BE49-F238E27FC236}">
                      <a16:creationId xmlns:a16="http://schemas.microsoft.com/office/drawing/2014/main" id="{1912D77B-1A19-819C-D660-81A2EE82C42C}"/>
                    </a:ext>
                  </a:extLst>
                </p14:cNvPr>
                <p14:cNvContentPartPr/>
                <p14:nvPr/>
              </p14:nvContentPartPr>
              <p14:xfrm>
                <a:off x="992630" y="689437"/>
                <a:ext cx="55080" cy="96480"/>
              </p14:xfrm>
            </p:contentPart>
          </mc:Choice>
          <mc:Fallback xmlns="">
            <p:pic>
              <p:nvPicPr>
                <p:cNvPr id="48" name="Ink 47">
                  <a:extLst>
                    <a:ext uri="{FF2B5EF4-FFF2-40B4-BE49-F238E27FC236}">
                      <a16:creationId xmlns:a16="http://schemas.microsoft.com/office/drawing/2014/main" id="{1912D77B-1A19-819C-D660-81A2EE82C42C}"/>
                    </a:ext>
                  </a:extLst>
                </p:cNvPr>
                <p:cNvPicPr/>
                <p:nvPr/>
              </p:nvPicPr>
              <p:blipFill>
                <a:blip r:embed="rId82"/>
                <a:stretch>
                  <a:fillRect/>
                </a:stretch>
              </p:blipFill>
              <p:spPr>
                <a:xfrm>
                  <a:off x="974630" y="671797"/>
                  <a:ext cx="9072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9" name="Ink 48">
                  <a:extLst>
                    <a:ext uri="{FF2B5EF4-FFF2-40B4-BE49-F238E27FC236}">
                      <a16:creationId xmlns:a16="http://schemas.microsoft.com/office/drawing/2014/main" id="{A461BE9E-671E-62BB-99BD-58D62EA93FF1}"/>
                    </a:ext>
                  </a:extLst>
                </p14:cNvPr>
                <p14:cNvContentPartPr/>
                <p14:nvPr/>
              </p14:nvContentPartPr>
              <p14:xfrm>
                <a:off x="1151030" y="512677"/>
                <a:ext cx="106200" cy="202320"/>
              </p14:xfrm>
            </p:contentPart>
          </mc:Choice>
          <mc:Fallback xmlns="">
            <p:pic>
              <p:nvPicPr>
                <p:cNvPr id="49" name="Ink 48">
                  <a:extLst>
                    <a:ext uri="{FF2B5EF4-FFF2-40B4-BE49-F238E27FC236}">
                      <a16:creationId xmlns:a16="http://schemas.microsoft.com/office/drawing/2014/main" id="{A461BE9E-671E-62BB-99BD-58D62EA93FF1}"/>
                    </a:ext>
                  </a:extLst>
                </p:cNvPr>
                <p:cNvPicPr/>
                <p:nvPr/>
              </p:nvPicPr>
              <p:blipFill>
                <a:blip r:embed="rId84"/>
                <a:stretch>
                  <a:fillRect/>
                </a:stretch>
              </p:blipFill>
              <p:spPr>
                <a:xfrm>
                  <a:off x="1133390" y="494677"/>
                  <a:ext cx="141840" cy="237960"/>
                </a:xfrm>
                <a:prstGeom prst="rect">
                  <a:avLst/>
                </a:prstGeom>
              </p:spPr>
            </p:pic>
          </mc:Fallback>
        </mc:AlternateContent>
      </p:grpSp>
      <p:grpSp>
        <p:nvGrpSpPr>
          <p:cNvPr id="60" name="Group 59">
            <a:extLst>
              <a:ext uri="{FF2B5EF4-FFF2-40B4-BE49-F238E27FC236}">
                <a16:creationId xmlns:a16="http://schemas.microsoft.com/office/drawing/2014/main" id="{FE81FDC0-5021-1039-1574-BD8BDBACA7DD}"/>
              </a:ext>
            </a:extLst>
          </p:cNvPr>
          <p:cNvGrpSpPr/>
          <p:nvPr/>
        </p:nvGrpSpPr>
        <p:grpSpPr>
          <a:xfrm>
            <a:off x="1037630" y="1802557"/>
            <a:ext cx="950400" cy="650160"/>
            <a:chOff x="1037630" y="1802557"/>
            <a:chExt cx="950400" cy="650160"/>
          </a:xfrm>
        </p:grpSpPr>
        <mc:AlternateContent xmlns:mc="http://schemas.openxmlformats.org/markup-compatibility/2006" xmlns:p14="http://schemas.microsoft.com/office/powerpoint/2010/main">
          <mc:Choice Requires="p14">
            <p:contentPart p14:bwMode="auto" r:id="rId85">
              <p14:nvContentPartPr>
                <p14:cNvPr id="52" name="Ink 51">
                  <a:extLst>
                    <a:ext uri="{FF2B5EF4-FFF2-40B4-BE49-F238E27FC236}">
                      <a16:creationId xmlns:a16="http://schemas.microsoft.com/office/drawing/2014/main" id="{D57B41F8-565B-ECE4-C8F6-C48F20659996}"/>
                    </a:ext>
                  </a:extLst>
                </p14:cNvPr>
                <p14:cNvContentPartPr/>
                <p14:nvPr/>
              </p14:nvContentPartPr>
              <p14:xfrm>
                <a:off x="1095230" y="2206117"/>
                <a:ext cx="28080" cy="246600"/>
              </p14:xfrm>
            </p:contentPart>
          </mc:Choice>
          <mc:Fallback xmlns="">
            <p:pic>
              <p:nvPicPr>
                <p:cNvPr id="52" name="Ink 51">
                  <a:extLst>
                    <a:ext uri="{FF2B5EF4-FFF2-40B4-BE49-F238E27FC236}">
                      <a16:creationId xmlns:a16="http://schemas.microsoft.com/office/drawing/2014/main" id="{D57B41F8-565B-ECE4-C8F6-C48F20659996}"/>
                    </a:ext>
                  </a:extLst>
                </p:cNvPr>
                <p:cNvPicPr/>
                <p:nvPr/>
              </p:nvPicPr>
              <p:blipFill>
                <a:blip r:embed="rId86"/>
                <a:stretch>
                  <a:fillRect/>
                </a:stretch>
              </p:blipFill>
              <p:spPr>
                <a:xfrm>
                  <a:off x="1077230" y="2188477"/>
                  <a:ext cx="6372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3" name="Ink 52">
                  <a:extLst>
                    <a:ext uri="{FF2B5EF4-FFF2-40B4-BE49-F238E27FC236}">
                      <a16:creationId xmlns:a16="http://schemas.microsoft.com/office/drawing/2014/main" id="{98418DDD-D194-C681-F5EB-E77BDA66623D}"/>
                    </a:ext>
                  </a:extLst>
                </p14:cNvPr>
                <p14:cNvContentPartPr/>
                <p14:nvPr/>
              </p14:nvContentPartPr>
              <p14:xfrm>
                <a:off x="1037630" y="2357677"/>
                <a:ext cx="121680" cy="69840"/>
              </p14:xfrm>
            </p:contentPart>
          </mc:Choice>
          <mc:Fallback xmlns="">
            <p:pic>
              <p:nvPicPr>
                <p:cNvPr id="53" name="Ink 52">
                  <a:extLst>
                    <a:ext uri="{FF2B5EF4-FFF2-40B4-BE49-F238E27FC236}">
                      <a16:creationId xmlns:a16="http://schemas.microsoft.com/office/drawing/2014/main" id="{98418DDD-D194-C681-F5EB-E77BDA66623D}"/>
                    </a:ext>
                  </a:extLst>
                </p:cNvPr>
                <p:cNvPicPr/>
                <p:nvPr/>
              </p:nvPicPr>
              <p:blipFill>
                <a:blip r:embed="rId88"/>
                <a:stretch>
                  <a:fillRect/>
                </a:stretch>
              </p:blipFill>
              <p:spPr>
                <a:xfrm>
                  <a:off x="1019990" y="2339677"/>
                  <a:ext cx="1573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4" name="Ink 53">
                  <a:extLst>
                    <a:ext uri="{FF2B5EF4-FFF2-40B4-BE49-F238E27FC236}">
                      <a16:creationId xmlns:a16="http://schemas.microsoft.com/office/drawing/2014/main" id="{B2F99529-ADC7-9D4E-A5DD-E75713D6184E}"/>
                    </a:ext>
                  </a:extLst>
                </p14:cNvPr>
                <p14:cNvContentPartPr/>
                <p14:nvPr/>
              </p14:nvContentPartPr>
              <p14:xfrm>
                <a:off x="1204310" y="2090557"/>
                <a:ext cx="161280" cy="114480"/>
              </p14:xfrm>
            </p:contentPart>
          </mc:Choice>
          <mc:Fallback xmlns="">
            <p:pic>
              <p:nvPicPr>
                <p:cNvPr id="54" name="Ink 53">
                  <a:extLst>
                    <a:ext uri="{FF2B5EF4-FFF2-40B4-BE49-F238E27FC236}">
                      <a16:creationId xmlns:a16="http://schemas.microsoft.com/office/drawing/2014/main" id="{B2F99529-ADC7-9D4E-A5DD-E75713D6184E}"/>
                    </a:ext>
                  </a:extLst>
                </p:cNvPr>
                <p:cNvPicPr/>
                <p:nvPr/>
              </p:nvPicPr>
              <p:blipFill>
                <a:blip r:embed="rId90"/>
                <a:stretch>
                  <a:fillRect/>
                </a:stretch>
              </p:blipFill>
              <p:spPr>
                <a:xfrm>
                  <a:off x="1186670" y="2072917"/>
                  <a:ext cx="19692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5" name="Ink 54">
                  <a:extLst>
                    <a:ext uri="{FF2B5EF4-FFF2-40B4-BE49-F238E27FC236}">
                      <a16:creationId xmlns:a16="http://schemas.microsoft.com/office/drawing/2014/main" id="{FD36E53F-B6F9-B9AA-70F7-58453592EAC7}"/>
                    </a:ext>
                  </a:extLst>
                </p14:cNvPr>
                <p14:cNvContentPartPr/>
                <p14:nvPr/>
              </p14:nvContentPartPr>
              <p14:xfrm>
                <a:off x="1404110" y="2021077"/>
                <a:ext cx="73800" cy="82800"/>
              </p14:xfrm>
            </p:contentPart>
          </mc:Choice>
          <mc:Fallback xmlns="">
            <p:pic>
              <p:nvPicPr>
                <p:cNvPr id="55" name="Ink 54">
                  <a:extLst>
                    <a:ext uri="{FF2B5EF4-FFF2-40B4-BE49-F238E27FC236}">
                      <a16:creationId xmlns:a16="http://schemas.microsoft.com/office/drawing/2014/main" id="{FD36E53F-B6F9-B9AA-70F7-58453592EAC7}"/>
                    </a:ext>
                  </a:extLst>
                </p:cNvPr>
                <p:cNvPicPr/>
                <p:nvPr/>
              </p:nvPicPr>
              <p:blipFill>
                <a:blip r:embed="rId92"/>
                <a:stretch>
                  <a:fillRect/>
                </a:stretch>
              </p:blipFill>
              <p:spPr>
                <a:xfrm>
                  <a:off x="1386110" y="2003437"/>
                  <a:ext cx="10944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6" name="Ink 55">
                  <a:extLst>
                    <a:ext uri="{FF2B5EF4-FFF2-40B4-BE49-F238E27FC236}">
                      <a16:creationId xmlns:a16="http://schemas.microsoft.com/office/drawing/2014/main" id="{2FA6D5FF-FA42-0535-91BE-8ED269C3294D}"/>
                    </a:ext>
                  </a:extLst>
                </p14:cNvPr>
                <p14:cNvContentPartPr/>
                <p14:nvPr/>
              </p14:nvContentPartPr>
              <p14:xfrm>
                <a:off x="1518230" y="1985437"/>
                <a:ext cx="51120" cy="101520"/>
              </p14:xfrm>
            </p:contentPart>
          </mc:Choice>
          <mc:Fallback xmlns="">
            <p:pic>
              <p:nvPicPr>
                <p:cNvPr id="56" name="Ink 55">
                  <a:extLst>
                    <a:ext uri="{FF2B5EF4-FFF2-40B4-BE49-F238E27FC236}">
                      <a16:creationId xmlns:a16="http://schemas.microsoft.com/office/drawing/2014/main" id="{2FA6D5FF-FA42-0535-91BE-8ED269C3294D}"/>
                    </a:ext>
                  </a:extLst>
                </p:cNvPr>
                <p:cNvPicPr/>
                <p:nvPr/>
              </p:nvPicPr>
              <p:blipFill>
                <a:blip r:embed="rId94"/>
                <a:stretch>
                  <a:fillRect/>
                </a:stretch>
              </p:blipFill>
              <p:spPr>
                <a:xfrm>
                  <a:off x="1500590" y="1967437"/>
                  <a:ext cx="8676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7" name="Ink 56">
                  <a:extLst>
                    <a:ext uri="{FF2B5EF4-FFF2-40B4-BE49-F238E27FC236}">
                      <a16:creationId xmlns:a16="http://schemas.microsoft.com/office/drawing/2014/main" id="{86BEA99B-42F9-0620-F33E-85CD58A36706}"/>
                    </a:ext>
                  </a:extLst>
                </p14:cNvPr>
                <p14:cNvContentPartPr/>
                <p14:nvPr/>
              </p14:nvContentPartPr>
              <p14:xfrm>
                <a:off x="1493030" y="1843957"/>
                <a:ext cx="10080" cy="75240"/>
              </p14:xfrm>
            </p:contentPart>
          </mc:Choice>
          <mc:Fallback xmlns="">
            <p:pic>
              <p:nvPicPr>
                <p:cNvPr id="57" name="Ink 56">
                  <a:extLst>
                    <a:ext uri="{FF2B5EF4-FFF2-40B4-BE49-F238E27FC236}">
                      <a16:creationId xmlns:a16="http://schemas.microsoft.com/office/drawing/2014/main" id="{86BEA99B-42F9-0620-F33E-85CD58A36706}"/>
                    </a:ext>
                  </a:extLst>
                </p:cNvPr>
                <p:cNvPicPr/>
                <p:nvPr/>
              </p:nvPicPr>
              <p:blipFill>
                <a:blip r:embed="rId96"/>
                <a:stretch>
                  <a:fillRect/>
                </a:stretch>
              </p:blipFill>
              <p:spPr>
                <a:xfrm>
                  <a:off x="1475390" y="1826317"/>
                  <a:ext cx="4572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8" name="Ink 57">
                  <a:extLst>
                    <a:ext uri="{FF2B5EF4-FFF2-40B4-BE49-F238E27FC236}">
                      <a16:creationId xmlns:a16="http://schemas.microsoft.com/office/drawing/2014/main" id="{43BCB915-545D-A20A-CADF-FAC0DB95A99B}"/>
                    </a:ext>
                  </a:extLst>
                </p14:cNvPr>
                <p14:cNvContentPartPr/>
                <p14:nvPr/>
              </p14:nvContentPartPr>
              <p14:xfrm>
                <a:off x="1658990" y="1856197"/>
                <a:ext cx="144360" cy="173160"/>
              </p14:xfrm>
            </p:contentPart>
          </mc:Choice>
          <mc:Fallback xmlns="">
            <p:pic>
              <p:nvPicPr>
                <p:cNvPr id="58" name="Ink 57">
                  <a:extLst>
                    <a:ext uri="{FF2B5EF4-FFF2-40B4-BE49-F238E27FC236}">
                      <a16:creationId xmlns:a16="http://schemas.microsoft.com/office/drawing/2014/main" id="{43BCB915-545D-A20A-CADF-FAC0DB95A99B}"/>
                    </a:ext>
                  </a:extLst>
                </p:cNvPr>
                <p:cNvPicPr/>
                <p:nvPr/>
              </p:nvPicPr>
              <p:blipFill>
                <a:blip r:embed="rId98"/>
                <a:stretch>
                  <a:fillRect/>
                </a:stretch>
              </p:blipFill>
              <p:spPr>
                <a:xfrm>
                  <a:off x="1640990" y="1838197"/>
                  <a:ext cx="18000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9" name="Ink 58">
                  <a:extLst>
                    <a:ext uri="{FF2B5EF4-FFF2-40B4-BE49-F238E27FC236}">
                      <a16:creationId xmlns:a16="http://schemas.microsoft.com/office/drawing/2014/main" id="{F70F68EB-AB3F-0608-6E95-A63248F27076}"/>
                    </a:ext>
                  </a:extLst>
                </p14:cNvPr>
                <p14:cNvContentPartPr/>
                <p14:nvPr/>
              </p14:nvContentPartPr>
              <p14:xfrm>
                <a:off x="1801190" y="1802557"/>
                <a:ext cx="186840" cy="478080"/>
              </p14:xfrm>
            </p:contentPart>
          </mc:Choice>
          <mc:Fallback xmlns="">
            <p:pic>
              <p:nvPicPr>
                <p:cNvPr id="59" name="Ink 58">
                  <a:extLst>
                    <a:ext uri="{FF2B5EF4-FFF2-40B4-BE49-F238E27FC236}">
                      <a16:creationId xmlns:a16="http://schemas.microsoft.com/office/drawing/2014/main" id="{F70F68EB-AB3F-0608-6E95-A63248F27076}"/>
                    </a:ext>
                  </a:extLst>
                </p:cNvPr>
                <p:cNvPicPr/>
                <p:nvPr/>
              </p:nvPicPr>
              <p:blipFill>
                <a:blip r:embed="rId100"/>
                <a:stretch>
                  <a:fillRect/>
                </a:stretch>
              </p:blipFill>
              <p:spPr>
                <a:xfrm>
                  <a:off x="1783550" y="1784917"/>
                  <a:ext cx="222480" cy="513720"/>
                </a:xfrm>
                <a:prstGeom prst="rect">
                  <a:avLst/>
                </a:prstGeom>
              </p:spPr>
            </p:pic>
          </mc:Fallback>
        </mc:AlternateContent>
      </p:grpSp>
      <p:grpSp>
        <p:nvGrpSpPr>
          <p:cNvPr id="85" name="Group 84">
            <a:extLst>
              <a:ext uri="{FF2B5EF4-FFF2-40B4-BE49-F238E27FC236}">
                <a16:creationId xmlns:a16="http://schemas.microsoft.com/office/drawing/2014/main" id="{97C516BD-5CC3-435E-B693-7CD11ECEC4B1}"/>
              </a:ext>
            </a:extLst>
          </p:cNvPr>
          <p:cNvGrpSpPr/>
          <p:nvPr/>
        </p:nvGrpSpPr>
        <p:grpSpPr>
          <a:xfrm>
            <a:off x="200990" y="2799397"/>
            <a:ext cx="1609920" cy="1932480"/>
            <a:chOff x="200990" y="2799397"/>
            <a:chExt cx="1609920" cy="1932480"/>
          </a:xfrm>
        </p:grpSpPr>
        <mc:AlternateContent xmlns:mc="http://schemas.openxmlformats.org/markup-compatibility/2006" xmlns:p14="http://schemas.microsoft.com/office/powerpoint/2010/main">
          <mc:Choice Requires="p14">
            <p:contentPart p14:bwMode="auto" r:id="rId101">
              <p14:nvContentPartPr>
                <p14:cNvPr id="65" name="Ink 64">
                  <a:extLst>
                    <a:ext uri="{FF2B5EF4-FFF2-40B4-BE49-F238E27FC236}">
                      <a16:creationId xmlns:a16="http://schemas.microsoft.com/office/drawing/2014/main" id="{FD4D7FC9-6733-681D-D677-4F9953A9F196}"/>
                    </a:ext>
                  </a:extLst>
                </p14:cNvPr>
                <p14:cNvContentPartPr/>
                <p14:nvPr/>
              </p14:nvContentPartPr>
              <p14:xfrm>
                <a:off x="721550" y="3094597"/>
                <a:ext cx="50760" cy="279360"/>
              </p14:xfrm>
            </p:contentPart>
          </mc:Choice>
          <mc:Fallback xmlns="">
            <p:pic>
              <p:nvPicPr>
                <p:cNvPr id="65" name="Ink 64">
                  <a:extLst>
                    <a:ext uri="{FF2B5EF4-FFF2-40B4-BE49-F238E27FC236}">
                      <a16:creationId xmlns:a16="http://schemas.microsoft.com/office/drawing/2014/main" id="{FD4D7FC9-6733-681D-D677-4F9953A9F196}"/>
                    </a:ext>
                  </a:extLst>
                </p:cNvPr>
                <p:cNvPicPr/>
                <p:nvPr/>
              </p:nvPicPr>
              <p:blipFill>
                <a:blip r:embed="rId102"/>
                <a:stretch>
                  <a:fillRect/>
                </a:stretch>
              </p:blipFill>
              <p:spPr>
                <a:xfrm>
                  <a:off x="703550" y="3076957"/>
                  <a:ext cx="8640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6" name="Ink 65">
                  <a:extLst>
                    <a:ext uri="{FF2B5EF4-FFF2-40B4-BE49-F238E27FC236}">
                      <a16:creationId xmlns:a16="http://schemas.microsoft.com/office/drawing/2014/main" id="{9587BFC1-82D9-8558-6BA5-FDA4DC74D5BD}"/>
                    </a:ext>
                  </a:extLst>
                </p14:cNvPr>
                <p14:cNvContentPartPr/>
                <p14:nvPr/>
              </p14:nvContentPartPr>
              <p14:xfrm>
                <a:off x="721910" y="3076237"/>
                <a:ext cx="108720" cy="174960"/>
              </p14:xfrm>
            </p:contentPart>
          </mc:Choice>
          <mc:Fallback xmlns="">
            <p:pic>
              <p:nvPicPr>
                <p:cNvPr id="66" name="Ink 65">
                  <a:extLst>
                    <a:ext uri="{FF2B5EF4-FFF2-40B4-BE49-F238E27FC236}">
                      <a16:creationId xmlns:a16="http://schemas.microsoft.com/office/drawing/2014/main" id="{9587BFC1-82D9-8558-6BA5-FDA4DC74D5BD}"/>
                    </a:ext>
                  </a:extLst>
                </p:cNvPr>
                <p:cNvPicPr/>
                <p:nvPr/>
              </p:nvPicPr>
              <p:blipFill>
                <a:blip r:embed="rId104"/>
                <a:stretch>
                  <a:fillRect/>
                </a:stretch>
              </p:blipFill>
              <p:spPr>
                <a:xfrm>
                  <a:off x="704270" y="3058597"/>
                  <a:ext cx="14436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7" name="Ink 66">
                  <a:extLst>
                    <a:ext uri="{FF2B5EF4-FFF2-40B4-BE49-F238E27FC236}">
                      <a16:creationId xmlns:a16="http://schemas.microsoft.com/office/drawing/2014/main" id="{0607225F-BCFE-3FD6-3178-78521D2C054C}"/>
                    </a:ext>
                  </a:extLst>
                </p14:cNvPr>
                <p14:cNvContentPartPr/>
                <p14:nvPr/>
              </p14:nvContentPartPr>
              <p14:xfrm>
                <a:off x="786350" y="3133477"/>
                <a:ext cx="117720" cy="95400"/>
              </p14:xfrm>
            </p:contentPart>
          </mc:Choice>
          <mc:Fallback xmlns="">
            <p:pic>
              <p:nvPicPr>
                <p:cNvPr id="67" name="Ink 66">
                  <a:extLst>
                    <a:ext uri="{FF2B5EF4-FFF2-40B4-BE49-F238E27FC236}">
                      <a16:creationId xmlns:a16="http://schemas.microsoft.com/office/drawing/2014/main" id="{0607225F-BCFE-3FD6-3178-78521D2C054C}"/>
                    </a:ext>
                  </a:extLst>
                </p:cNvPr>
                <p:cNvPicPr/>
                <p:nvPr/>
              </p:nvPicPr>
              <p:blipFill>
                <a:blip r:embed="rId106"/>
                <a:stretch>
                  <a:fillRect/>
                </a:stretch>
              </p:blipFill>
              <p:spPr>
                <a:xfrm>
                  <a:off x="768710" y="3115477"/>
                  <a:ext cx="15336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8" name="Ink 67">
                  <a:extLst>
                    <a:ext uri="{FF2B5EF4-FFF2-40B4-BE49-F238E27FC236}">
                      <a16:creationId xmlns:a16="http://schemas.microsoft.com/office/drawing/2014/main" id="{59EB11CF-1806-AE04-4BA3-8A1FD0C56193}"/>
                    </a:ext>
                  </a:extLst>
                </p14:cNvPr>
                <p14:cNvContentPartPr/>
                <p14:nvPr/>
              </p14:nvContentPartPr>
              <p14:xfrm>
                <a:off x="918110" y="3102877"/>
                <a:ext cx="32400" cy="210600"/>
              </p14:xfrm>
            </p:contentPart>
          </mc:Choice>
          <mc:Fallback xmlns="">
            <p:pic>
              <p:nvPicPr>
                <p:cNvPr id="68" name="Ink 67">
                  <a:extLst>
                    <a:ext uri="{FF2B5EF4-FFF2-40B4-BE49-F238E27FC236}">
                      <a16:creationId xmlns:a16="http://schemas.microsoft.com/office/drawing/2014/main" id="{59EB11CF-1806-AE04-4BA3-8A1FD0C56193}"/>
                    </a:ext>
                  </a:extLst>
                </p:cNvPr>
                <p:cNvPicPr/>
                <p:nvPr/>
              </p:nvPicPr>
              <p:blipFill>
                <a:blip r:embed="rId108"/>
                <a:stretch>
                  <a:fillRect/>
                </a:stretch>
              </p:blipFill>
              <p:spPr>
                <a:xfrm>
                  <a:off x="900110" y="3085237"/>
                  <a:ext cx="6804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9" name="Ink 68">
                  <a:extLst>
                    <a:ext uri="{FF2B5EF4-FFF2-40B4-BE49-F238E27FC236}">
                      <a16:creationId xmlns:a16="http://schemas.microsoft.com/office/drawing/2014/main" id="{887D2D34-5AFF-9491-D84B-B875B55F035F}"/>
                    </a:ext>
                  </a:extLst>
                </p14:cNvPr>
                <p14:cNvContentPartPr/>
                <p14:nvPr/>
              </p14:nvContentPartPr>
              <p14:xfrm>
                <a:off x="905510" y="3085957"/>
                <a:ext cx="71280" cy="107280"/>
              </p14:xfrm>
            </p:contentPart>
          </mc:Choice>
          <mc:Fallback xmlns="">
            <p:pic>
              <p:nvPicPr>
                <p:cNvPr id="69" name="Ink 68">
                  <a:extLst>
                    <a:ext uri="{FF2B5EF4-FFF2-40B4-BE49-F238E27FC236}">
                      <a16:creationId xmlns:a16="http://schemas.microsoft.com/office/drawing/2014/main" id="{887D2D34-5AFF-9491-D84B-B875B55F035F}"/>
                    </a:ext>
                  </a:extLst>
                </p:cNvPr>
                <p:cNvPicPr/>
                <p:nvPr/>
              </p:nvPicPr>
              <p:blipFill>
                <a:blip r:embed="rId110"/>
                <a:stretch>
                  <a:fillRect/>
                </a:stretch>
              </p:blipFill>
              <p:spPr>
                <a:xfrm>
                  <a:off x="887510" y="3068317"/>
                  <a:ext cx="10692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0" name="Ink 69">
                  <a:extLst>
                    <a:ext uri="{FF2B5EF4-FFF2-40B4-BE49-F238E27FC236}">
                      <a16:creationId xmlns:a16="http://schemas.microsoft.com/office/drawing/2014/main" id="{89169287-5715-20FE-A1DF-A76DEC0AE61F}"/>
                    </a:ext>
                  </a:extLst>
                </p14:cNvPr>
                <p14:cNvContentPartPr/>
                <p14:nvPr/>
              </p14:nvContentPartPr>
              <p14:xfrm>
                <a:off x="929990" y="3177037"/>
                <a:ext cx="97200" cy="68040"/>
              </p14:xfrm>
            </p:contentPart>
          </mc:Choice>
          <mc:Fallback xmlns="">
            <p:pic>
              <p:nvPicPr>
                <p:cNvPr id="70" name="Ink 69">
                  <a:extLst>
                    <a:ext uri="{FF2B5EF4-FFF2-40B4-BE49-F238E27FC236}">
                      <a16:creationId xmlns:a16="http://schemas.microsoft.com/office/drawing/2014/main" id="{89169287-5715-20FE-A1DF-A76DEC0AE61F}"/>
                    </a:ext>
                  </a:extLst>
                </p:cNvPr>
                <p:cNvPicPr/>
                <p:nvPr/>
              </p:nvPicPr>
              <p:blipFill>
                <a:blip r:embed="rId112"/>
                <a:stretch>
                  <a:fillRect/>
                </a:stretch>
              </p:blipFill>
              <p:spPr>
                <a:xfrm>
                  <a:off x="912350" y="3159397"/>
                  <a:ext cx="1328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1" name="Ink 70">
                  <a:extLst>
                    <a:ext uri="{FF2B5EF4-FFF2-40B4-BE49-F238E27FC236}">
                      <a16:creationId xmlns:a16="http://schemas.microsoft.com/office/drawing/2014/main" id="{158A01FB-7549-FA26-C643-3E09EDF89494}"/>
                    </a:ext>
                  </a:extLst>
                </p14:cNvPr>
                <p14:cNvContentPartPr/>
                <p14:nvPr/>
              </p14:nvContentPartPr>
              <p14:xfrm>
                <a:off x="1075430" y="3070117"/>
                <a:ext cx="109440" cy="66600"/>
              </p14:xfrm>
            </p:contentPart>
          </mc:Choice>
          <mc:Fallback xmlns="">
            <p:pic>
              <p:nvPicPr>
                <p:cNvPr id="71" name="Ink 70">
                  <a:extLst>
                    <a:ext uri="{FF2B5EF4-FFF2-40B4-BE49-F238E27FC236}">
                      <a16:creationId xmlns:a16="http://schemas.microsoft.com/office/drawing/2014/main" id="{158A01FB-7549-FA26-C643-3E09EDF89494}"/>
                    </a:ext>
                  </a:extLst>
                </p:cNvPr>
                <p:cNvPicPr/>
                <p:nvPr/>
              </p:nvPicPr>
              <p:blipFill>
                <a:blip r:embed="rId114"/>
                <a:stretch>
                  <a:fillRect/>
                </a:stretch>
              </p:blipFill>
              <p:spPr>
                <a:xfrm>
                  <a:off x="1057790" y="3052117"/>
                  <a:ext cx="1450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2" name="Ink 71">
                  <a:extLst>
                    <a:ext uri="{FF2B5EF4-FFF2-40B4-BE49-F238E27FC236}">
                      <a16:creationId xmlns:a16="http://schemas.microsoft.com/office/drawing/2014/main" id="{DA2C37F4-FF5B-A5DE-DEBA-5D461248732B}"/>
                    </a:ext>
                  </a:extLst>
                </p14:cNvPr>
                <p14:cNvContentPartPr/>
                <p14:nvPr/>
              </p14:nvContentPartPr>
              <p14:xfrm>
                <a:off x="1174430" y="3094957"/>
                <a:ext cx="38880" cy="183240"/>
              </p14:xfrm>
            </p:contentPart>
          </mc:Choice>
          <mc:Fallback xmlns="">
            <p:pic>
              <p:nvPicPr>
                <p:cNvPr id="72" name="Ink 71">
                  <a:extLst>
                    <a:ext uri="{FF2B5EF4-FFF2-40B4-BE49-F238E27FC236}">
                      <a16:creationId xmlns:a16="http://schemas.microsoft.com/office/drawing/2014/main" id="{DA2C37F4-FF5B-A5DE-DEBA-5D461248732B}"/>
                    </a:ext>
                  </a:extLst>
                </p:cNvPr>
                <p:cNvPicPr/>
                <p:nvPr/>
              </p:nvPicPr>
              <p:blipFill>
                <a:blip r:embed="rId116"/>
                <a:stretch>
                  <a:fillRect/>
                </a:stretch>
              </p:blipFill>
              <p:spPr>
                <a:xfrm>
                  <a:off x="1156430" y="3077317"/>
                  <a:ext cx="7452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73" name="Ink 72">
                  <a:extLst>
                    <a:ext uri="{FF2B5EF4-FFF2-40B4-BE49-F238E27FC236}">
                      <a16:creationId xmlns:a16="http://schemas.microsoft.com/office/drawing/2014/main" id="{24C0DB68-F36C-F289-98B6-6CA2AE9A2E10}"/>
                    </a:ext>
                  </a:extLst>
                </p14:cNvPr>
                <p14:cNvContentPartPr/>
                <p14:nvPr/>
              </p14:nvContentPartPr>
              <p14:xfrm>
                <a:off x="200990" y="3497437"/>
                <a:ext cx="173520" cy="154080"/>
              </p14:xfrm>
            </p:contentPart>
          </mc:Choice>
          <mc:Fallback xmlns="">
            <p:pic>
              <p:nvPicPr>
                <p:cNvPr id="73" name="Ink 72">
                  <a:extLst>
                    <a:ext uri="{FF2B5EF4-FFF2-40B4-BE49-F238E27FC236}">
                      <a16:creationId xmlns:a16="http://schemas.microsoft.com/office/drawing/2014/main" id="{24C0DB68-F36C-F289-98B6-6CA2AE9A2E10}"/>
                    </a:ext>
                  </a:extLst>
                </p:cNvPr>
                <p:cNvPicPr/>
                <p:nvPr/>
              </p:nvPicPr>
              <p:blipFill>
                <a:blip r:embed="rId118"/>
                <a:stretch>
                  <a:fillRect/>
                </a:stretch>
              </p:blipFill>
              <p:spPr>
                <a:xfrm>
                  <a:off x="183350" y="3479437"/>
                  <a:ext cx="20916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1" name="Ink 60">
                  <a:extLst>
                    <a:ext uri="{FF2B5EF4-FFF2-40B4-BE49-F238E27FC236}">
                      <a16:creationId xmlns:a16="http://schemas.microsoft.com/office/drawing/2014/main" id="{0E4F9E37-8EE5-EE06-CDF1-C2823A7131DA}"/>
                    </a:ext>
                  </a:extLst>
                </p14:cNvPr>
                <p14:cNvContentPartPr/>
                <p14:nvPr/>
              </p14:nvContentPartPr>
              <p14:xfrm>
                <a:off x="241670" y="3505717"/>
                <a:ext cx="65160" cy="895680"/>
              </p14:xfrm>
            </p:contentPart>
          </mc:Choice>
          <mc:Fallback xmlns="">
            <p:pic>
              <p:nvPicPr>
                <p:cNvPr id="61" name="Ink 60">
                  <a:extLst>
                    <a:ext uri="{FF2B5EF4-FFF2-40B4-BE49-F238E27FC236}">
                      <a16:creationId xmlns:a16="http://schemas.microsoft.com/office/drawing/2014/main" id="{0E4F9E37-8EE5-EE06-CDF1-C2823A7131DA}"/>
                    </a:ext>
                  </a:extLst>
                </p:cNvPr>
                <p:cNvPicPr/>
                <p:nvPr/>
              </p:nvPicPr>
              <p:blipFill>
                <a:blip r:embed="rId120"/>
                <a:stretch>
                  <a:fillRect/>
                </a:stretch>
              </p:blipFill>
              <p:spPr>
                <a:xfrm>
                  <a:off x="224030" y="3487717"/>
                  <a:ext cx="100800" cy="9313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2" name="Ink 61">
                  <a:extLst>
                    <a:ext uri="{FF2B5EF4-FFF2-40B4-BE49-F238E27FC236}">
                      <a16:creationId xmlns:a16="http://schemas.microsoft.com/office/drawing/2014/main" id="{A5B96B97-8BD6-488E-3A2F-B2606ED31A82}"/>
                    </a:ext>
                  </a:extLst>
                </p14:cNvPr>
                <p14:cNvContentPartPr/>
                <p14:nvPr/>
              </p14:nvContentPartPr>
              <p14:xfrm>
                <a:off x="254990" y="4369717"/>
                <a:ext cx="1305000" cy="36000"/>
              </p14:xfrm>
            </p:contentPart>
          </mc:Choice>
          <mc:Fallback xmlns="">
            <p:pic>
              <p:nvPicPr>
                <p:cNvPr id="62" name="Ink 61">
                  <a:extLst>
                    <a:ext uri="{FF2B5EF4-FFF2-40B4-BE49-F238E27FC236}">
                      <a16:creationId xmlns:a16="http://schemas.microsoft.com/office/drawing/2014/main" id="{A5B96B97-8BD6-488E-3A2F-B2606ED31A82}"/>
                    </a:ext>
                  </a:extLst>
                </p:cNvPr>
                <p:cNvPicPr/>
                <p:nvPr/>
              </p:nvPicPr>
              <p:blipFill>
                <a:blip r:embed="rId122"/>
                <a:stretch>
                  <a:fillRect/>
                </a:stretch>
              </p:blipFill>
              <p:spPr>
                <a:xfrm>
                  <a:off x="237350" y="4351717"/>
                  <a:ext cx="134064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63" name="Ink 62">
                  <a:extLst>
                    <a:ext uri="{FF2B5EF4-FFF2-40B4-BE49-F238E27FC236}">
                      <a16:creationId xmlns:a16="http://schemas.microsoft.com/office/drawing/2014/main" id="{A1307F98-ECC5-B4B9-7476-5089ED9CDBCF}"/>
                    </a:ext>
                  </a:extLst>
                </p14:cNvPr>
                <p14:cNvContentPartPr/>
                <p14:nvPr/>
              </p14:nvContentPartPr>
              <p14:xfrm>
                <a:off x="1421390" y="4254157"/>
                <a:ext cx="158400" cy="257040"/>
              </p14:xfrm>
            </p:contentPart>
          </mc:Choice>
          <mc:Fallback xmlns="">
            <p:pic>
              <p:nvPicPr>
                <p:cNvPr id="63" name="Ink 62">
                  <a:extLst>
                    <a:ext uri="{FF2B5EF4-FFF2-40B4-BE49-F238E27FC236}">
                      <a16:creationId xmlns:a16="http://schemas.microsoft.com/office/drawing/2014/main" id="{A1307F98-ECC5-B4B9-7476-5089ED9CDBCF}"/>
                    </a:ext>
                  </a:extLst>
                </p:cNvPr>
                <p:cNvPicPr/>
                <p:nvPr/>
              </p:nvPicPr>
              <p:blipFill>
                <a:blip r:embed="rId124"/>
                <a:stretch>
                  <a:fillRect/>
                </a:stretch>
              </p:blipFill>
              <p:spPr>
                <a:xfrm>
                  <a:off x="1403390" y="4236157"/>
                  <a:ext cx="19404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5" name="Ink 74">
                  <a:extLst>
                    <a:ext uri="{FF2B5EF4-FFF2-40B4-BE49-F238E27FC236}">
                      <a16:creationId xmlns:a16="http://schemas.microsoft.com/office/drawing/2014/main" id="{60764E18-C87F-36A9-119B-DF8DAF849925}"/>
                    </a:ext>
                  </a:extLst>
                </p14:cNvPr>
                <p14:cNvContentPartPr/>
                <p14:nvPr/>
              </p14:nvContentPartPr>
              <p14:xfrm>
                <a:off x="368750" y="4585357"/>
                <a:ext cx="30960" cy="114840"/>
              </p14:xfrm>
            </p:contentPart>
          </mc:Choice>
          <mc:Fallback xmlns="">
            <p:pic>
              <p:nvPicPr>
                <p:cNvPr id="75" name="Ink 74">
                  <a:extLst>
                    <a:ext uri="{FF2B5EF4-FFF2-40B4-BE49-F238E27FC236}">
                      <a16:creationId xmlns:a16="http://schemas.microsoft.com/office/drawing/2014/main" id="{60764E18-C87F-36A9-119B-DF8DAF849925}"/>
                    </a:ext>
                  </a:extLst>
                </p:cNvPr>
                <p:cNvPicPr/>
                <p:nvPr/>
              </p:nvPicPr>
              <p:blipFill>
                <a:blip r:embed="rId126"/>
                <a:stretch>
                  <a:fillRect/>
                </a:stretch>
              </p:blipFill>
              <p:spPr>
                <a:xfrm>
                  <a:off x="350750" y="4567717"/>
                  <a:ext cx="666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6" name="Ink 75">
                  <a:extLst>
                    <a:ext uri="{FF2B5EF4-FFF2-40B4-BE49-F238E27FC236}">
                      <a16:creationId xmlns:a16="http://schemas.microsoft.com/office/drawing/2014/main" id="{1F6BC291-F7C0-BAA8-A54B-2C95EA3B6701}"/>
                    </a:ext>
                  </a:extLst>
                </p14:cNvPr>
                <p14:cNvContentPartPr/>
                <p14:nvPr/>
              </p14:nvContentPartPr>
              <p14:xfrm>
                <a:off x="1248230" y="4592557"/>
                <a:ext cx="13680" cy="130680"/>
              </p14:xfrm>
            </p:contentPart>
          </mc:Choice>
          <mc:Fallback xmlns="">
            <p:pic>
              <p:nvPicPr>
                <p:cNvPr id="76" name="Ink 75">
                  <a:extLst>
                    <a:ext uri="{FF2B5EF4-FFF2-40B4-BE49-F238E27FC236}">
                      <a16:creationId xmlns:a16="http://schemas.microsoft.com/office/drawing/2014/main" id="{1F6BC291-F7C0-BAA8-A54B-2C95EA3B6701}"/>
                    </a:ext>
                  </a:extLst>
                </p:cNvPr>
                <p:cNvPicPr/>
                <p:nvPr/>
              </p:nvPicPr>
              <p:blipFill>
                <a:blip r:embed="rId128"/>
                <a:stretch>
                  <a:fillRect/>
                </a:stretch>
              </p:blipFill>
              <p:spPr>
                <a:xfrm>
                  <a:off x="1230590" y="4574557"/>
                  <a:ext cx="4932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7" name="Ink 76">
                  <a:extLst>
                    <a:ext uri="{FF2B5EF4-FFF2-40B4-BE49-F238E27FC236}">
                      <a16:creationId xmlns:a16="http://schemas.microsoft.com/office/drawing/2014/main" id="{8E2E130D-0718-7168-FDFE-295AFB3A9E7A}"/>
                    </a:ext>
                  </a:extLst>
                </p14:cNvPr>
                <p14:cNvContentPartPr/>
                <p14:nvPr/>
              </p14:nvContentPartPr>
              <p14:xfrm>
                <a:off x="1320950" y="4583917"/>
                <a:ext cx="155880" cy="136440"/>
              </p14:xfrm>
            </p:contentPart>
          </mc:Choice>
          <mc:Fallback xmlns="">
            <p:pic>
              <p:nvPicPr>
                <p:cNvPr id="77" name="Ink 76">
                  <a:extLst>
                    <a:ext uri="{FF2B5EF4-FFF2-40B4-BE49-F238E27FC236}">
                      <a16:creationId xmlns:a16="http://schemas.microsoft.com/office/drawing/2014/main" id="{8E2E130D-0718-7168-FDFE-295AFB3A9E7A}"/>
                    </a:ext>
                  </a:extLst>
                </p:cNvPr>
                <p:cNvPicPr/>
                <p:nvPr/>
              </p:nvPicPr>
              <p:blipFill>
                <a:blip r:embed="rId130"/>
                <a:stretch>
                  <a:fillRect/>
                </a:stretch>
              </p:blipFill>
              <p:spPr>
                <a:xfrm>
                  <a:off x="1302950" y="4566277"/>
                  <a:ext cx="19152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8" name="Ink 77">
                  <a:extLst>
                    <a:ext uri="{FF2B5EF4-FFF2-40B4-BE49-F238E27FC236}">
                      <a16:creationId xmlns:a16="http://schemas.microsoft.com/office/drawing/2014/main" id="{8CDF3311-1273-7B9E-1489-FAFFC54783F4}"/>
                    </a:ext>
                  </a:extLst>
                </p14:cNvPr>
                <p14:cNvContentPartPr/>
                <p14:nvPr/>
              </p14:nvContentPartPr>
              <p14:xfrm>
                <a:off x="1539470" y="4538197"/>
                <a:ext cx="35280" cy="193680"/>
              </p14:xfrm>
            </p:contentPart>
          </mc:Choice>
          <mc:Fallback xmlns="">
            <p:pic>
              <p:nvPicPr>
                <p:cNvPr id="78" name="Ink 77">
                  <a:extLst>
                    <a:ext uri="{FF2B5EF4-FFF2-40B4-BE49-F238E27FC236}">
                      <a16:creationId xmlns:a16="http://schemas.microsoft.com/office/drawing/2014/main" id="{8CDF3311-1273-7B9E-1489-FAFFC54783F4}"/>
                    </a:ext>
                  </a:extLst>
                </p:cNvPr>
                <p:cNvPicPr/>
                <p:nvPr/>
              </p:nvPicPr>
              <p:blipFill>
                <a:blip r:embed="rId132"/>
                <a:stretch>
                  <a:fillRect/>
                </a:stretch>
              </p:blipFill>
              <p:spPr>
                <a:xfrm>
                  <a:off x="1521830" y="4520557"/>
                  <a:ext cx="7092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79" name="Ink 78">
                  <a:extLst>
                    <a:ext uri="{FF2B5EF4-FFF2-40B4-BE49-F238E27FC236}">
                      <a16:creationId xmlns:a16="http://schemas.microsoft.com/office/drawing/2014/main" id="{35E2A026-93BB-D980-7A6D-4EEBE3820F19}"/>
                    </a:ext>
                  </a:extLst>
                </p14:cNvPr>
                <p14:cNvContentPartPr/>
                <p14:nvPr/>
              </p14:nvContentPartPr>
              <p14:xfrm>
                <a:off x="1607870" y="4521997"/>
                <a:ext cx="39600" cy="105120"/>
              </p14:xfrm>
            </p:contentPart>
          </mc:Choice>
          <mc:Fallback xmlns="">
            <p:pic>
              <p:nvPicPr>
                <p:cNvPr id="79" name="Ink 78">
                  <a:extLst>
                    <a:ext uri="{FF2B5EF4-FFF2-40B4-BE49-F238E27FC236}">
                      <a16:creationId xmlns:a16="http://schemas.microsoft.com/office/drawing/2014/main" id="{35E2A026-93BB-D980-7A6D-4EEBE3820F19}"/>
                    </a:ext>
                  </a:extLst>
                </p:cNvPr>
                <p:cNvPicPr/>
                <p:nvPr/>
              </p:nvPicPr>
              <p:blipFill>
                <a:blip r:embed="rId134"/>
                <a:stretch>
                  <a:fillRect/>
                </a:stretch>
              </p:blipFill>
              <p:spPr>
                <a:xfrm>
                  <a:off x="1589870" y="4504357"/>
                  <a:ext cx="752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0" name="Ink 79">
                  <a:extLst>
                    <a:ext uri="{FF2B5EF4-FFF2-40B4-BE49-F238E27FC236}">
                      <a16:creationId xmlns:a16="http://schemas.microsoft.com/office/drawing/2014/main" id="{E7E1F9E8-B4D0-2526-1FAA-3F051F93BAFB}"/>
                    </a:ext>
                  </a:extLst>
                </p14:cNvPr>
                <p14:cNvContentPartPr/>
                <p14:nvPr/>
              </p14:nvContentPartPr>
              <p14:xfrm>
                <a:off x="1595630" y="4610197"/>
                <a:ext cx="21960" cy="33120"/>
              </p14:xfrm>
            </p:contentPart>
          </mc:Choice>
          <mc:Fallback xmlns="">
            <p:pic>
              <p:nvPicPr>
                <p:cNvPr id="80" name="Ink 79">
                  <a:extLst>
                    <a:ext uri="{FF2B5EF4-FFF2-40B4-BE49-F238E27FC236}">
                      <a16:creationId xmlns:a16="http://schemas.microsoft.com/office/drawing/2014/main" id="{E7E1F9E8-B4D0-2526-1FAA-3F051F93BAFB}"/>
                    </a:ext>
                  </a:extLst>
                </p:cNvPr>
                <p:cNvPicPr/>
                <p:nvPr/>
              </p:nvPicPr>
              <p:blipFill>
                <a:blip r:embed="rId136"/>
                <a:stretch>
                  <a:fillRect/>
                </a:stretch>
              </p:blipFill>
              <p:spPr>
                <a:xfrm>
                  <a:off x="1577630" y="4592557"/>
                  <a:ext cx="5760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81" name="Ink 80">
                  <a:extLst>
                    <a:ext uri="{FF2B5EF4-FFF2-40B4-BE49-F238E27FC236}">
                      <a16:creationId xmlns:a16="http://schemas.microsoft.com/office/drawing/2014/main" id="{FC1462D8-F786-58A4-C7BB-11AB464EB3C3}"/>
                    </a:ext>
                  </a:extLst>
                </p14:cNvPr>
                <p14:cNvContentPartPr/>
                <p14:nvPr/>
              </p14:nvContentPartPr>
              <p14:xfrm>
                <a:off x="1700390" y="4534237"/>
                <a:ext cx="106200" cy="117000"/>
              </p14:xfrm>
            </p:contentPart>
          </mc:Choice>
          <mc:Fallback xmlns="">
            <p:pic>
              <p:nvPicPr>
                <p:cNvPr id="81" name="Ink 80">
                  <a:extLst>
                    <a:ext uri="{FF2B5EF4-FFF2-40B4-BE49-F238E27FC236}">
                      <a16:creationId xmlns:a16="http://schemas.microsoft.com/office/drawing/2014/main" id="{FC1462D8-F786-58A4-C7BB-11AB464EB3C3}"/>
                    </a:ext>
                  </a:extLst>
                </p:cNvPr>
                <p:cNvPicPr/>
                <p:nvPr/>
              </p:nvPicPr>
              <p:blipFill>
                <a:blip r:embed="rId138"/>
                <a:stretch>
                  <a:fillRect/>
                </a:stretch>
              </p:blipFill>
              <p:spPr>
                <a:xfrm>
                  <a:off x="1682390" y="4516237"/>
                  <a:ext cx="1418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2" name="Ink 81">
                  <a:extLst>
                    <a:ext uri="{FF2B5EF4-FFF2-40B4-BE49-F238E27FC236}">
                      <a16:creationId xmlns:a16="http://schemas.microsoft.com/office/drawing/2014/main" id="{91E55833-DC63-F5DA-9A49-66D8DCE83CC0}"/>
                    </a:ext>
                  </a:extLst>
                </p14:cNvPr>
                <p14:cNvContentPartPr/>
                <p14:nvPr/>
              </p14:nvContentPartPr>
              <p14:xfrm>
                <a:off x="1755470" y="4557637"/>
                <a:ext cx="55440" cy="77760"/>
              </p14:xfrm>
            </p:contentPart>
          </mc:Choice>
          <mc:Fallback xmlns="">
            <p:pic>
              <p:nvPicPr>
                <p:cNvPr id="82" name="Ink 81">
                  <a:extLst>
                    <a:ext uri="{FF2B5EF4-FFF2-40B4-BE49-F238E27FC236}">
                      <a16:creationId xmlns:a16="http://schemas.microsoft.com/office/drawing/2014/main" id="{91E55833-DC63-F5DA-9A49-66D8DCE83CC0}"/>
                    </a:ext>
                  </a:extLst>
                </p:cNvPr>
                <p:cNvPicPr/>
                <p:nvPr/>
              </p:nvPicPr>
              <p:blipFill>
                <a:blip r:embed="rId140"/>
                <a:stretch>
                  <a:fillRect/>
                </a:stretch>
              </p:blipFill>
              <p:spPr>
                <a:xfrm>
                  <a:off x="1737830" y="4539637"/>
                  <a:ext cx="9108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4" name="Ink 83">
                  <a:extLst>
                    <a:ext uri="{FF2B5EF4-FFF2-40B4-BE49-F238E27FC236}">
                      <a16:creationId xmlns:a16="http://schemas.microsoft.com/office/drawing/2014/main" id="{751B8887-975D-8615-8E87-E6666535FE96}"/>
                    </a:ext>
                  </a:extLst>
                </p14:cNvPr>
                <p14:cNvContentPartPr/>
                <p14:nvPr/>
              </p14:nvContentPartPr>
              <p14:xfrm>
                <a:off x="356870" y="2799397"/>
                <a:ext cx="1275840" cy="1460880"/>
              </p14:xfrm>
            </p:contentPart>
          </mc:Choice>
          <mc:Fallback xmlns="">
            <p:pic>
              <p:nvPicPr>
                <p:cNvPr id="84" name="Ink 83">
                  <a:extLst>
                    <a:ext uri="{FF2B5EF4-FFF2-40B4-BE49-F238E27FC236}">
                      <a16:creationId xmlns:a16="http://schemas.microsoft.com/office/drawing/2014/main" id="{751B8887-975D-8615-8E87-E6666535FE96}"/>
                    </a:ext>
                  </a:extLst>
                </p:cNvPr>
                <p:cNvPicPr/>
                <p:nvPr/>
              </p:nvPicPr>
              <p:blipFill>
                <a:blip r:embed="rId142"/>
                <a:stretch>
                  <a:fillRect/>
                </a:stretch>
              </p:blipFill>
              <p:spPr>
                <a:xfrm>
                  <a:off x="339230" y="2781757"/>
                  <a:ext cx="1311480" cy="1496520"/>
                </a:xfrm>
                <a:prstGeom prst="rect">
                  <a:avLst/>
                </a:prstGeom>
              </p:spPr>
            </p:pic>
          </mc:Fallback>
        </mc:AlternateContent>
      </p:grpSp>
    </p:spTree>
    <p:extLst>
      <p:ext uri="{BB962C8B-B14F-4D97-AF65-F5344CB8AC3E}">
        <p14:creationId xmlns:p14="http://schemas.microsoft.com/office/powerpoint/2010/main" val="221219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896C6-2245-AC01-6DD1-EDBA70B81D04}"/>
              </a:ext>
            </a:extLst>
          </p:cNvPr>
          <p:cNvSpPr>
            <a:spLocks noGrp="1"/>
          </p:cNvSpPr>
          <p:nvPr>
            <p:ph type="title"/>
          </p:nvPr>
        </p:nvSpPr>
        <p:spPr>
          <a:xfrm>
            <a:off x="78739" y="14986"/>
            <a:ext cx="10328275" cy="492443"/>
          </a:xfrm>
        </p:spPr>
        <p:txBody>
          <a:bodyPr/>
          <a:lstStyle/>
          <a:p>
            <a:r>
              <a:rPr lang="en-US" dirty="0"/>
              <a:t>Optical Modulation Techniques</a:t>
            </a:r>
          </a:p>
        </p:txBody>
      </p:sp>
      <p:sp>
        <p:nvSpPr>
          <p:cNvPr id="3" name="Text Placeholder 2">
            <a:extLst>
              <a:ext uri="{FF2B5EF4-FFF2-40B4-BE49-F238E27FC236}">
                <a16:creationId xmlns:a16="http://schemas.microsoft.com/office/drawing/2014/main" id="{6AC6C300-8920-5023-1210-C635CBA7A540}"/>
              </a:ext>
            </a:extLst>
          </p:cNvPr>
          <p:cNvSpPr>
            <a:spLocks noGrp="1"/>
          </p:cNvSpPr>
          <p:nvPr>
            <p:ph type="body" idx="1"/>
          </p:nvPr>
        </p:nvSpPr>
        <p:spPr>
          <a:xfrm>
            <a:off x="1204366" y="1368933"/>
            <a:ext cx="9378315" cy="2154436"/>
          </a:xfrm>
        </p:spPr>
        <p:txBody>
          <a:bodyPr/>
          <a:lstStyle/>
          <a:p>
            <a:r>
              <a:rPr lang="en-US" dirty="0"/>
              <a:t>Intensity Modulation: Where you modulate the intensity of the light, and have predetermined values for each intensity of light.</a:t>
            </a:r>
          </a:p>
          <a:p>
            <a:endParaRPr lang="en-US" dirty="0"/>
          </a:p>
          <a:p>
            <a:r>
              <a:rPr lang="en-US" dirty="0"/>
              <a:t>On-off keying is where you have two values that represent 1 and 0, allowing you to transmit binary information</a:t>
            </a:r>
          </a:p>
        </p:txBody>
      </p:sp>
      <p:pic>
        <p:nvPicPr>
          <p:cNvPr id="5" name="Picture 4">
            <a:extLst>
              <a:ext uri="{FF2B5EF4-FFF2-40B4-BE49-F238E27FC236}">
                <a16:creationId xmlns:a16="http://schemas.microsoft.com/office/drawing/2014/main" id="{00916C88-9259-F5E4-58DF-2CE2BED63B63}"/>
              </a:ext>
            </a:extLst>
          </p:cNvPr>
          <p:cNvPicPr>
            <a:picLocks noChangeAspect="1"/>
          </p:cNvPicPr>
          <p:nvPr/>
        </p:nvPicPr>
        <p:blipFill>
          <a:blip r:embed="rId2"/>
          <a:stretch>
            <a:fillRect/>
          </a:stretch>
        </p:blipFill>
        <p:spPr>
          <a:xfrm>
            <a:off x="838200" y="3733800"/>
            <a:ext cx="9412013" cy="2591162"/>
          </a:xfrm>
          <a:prstGeom prst="rect">
            <a:avLst/>
          </a:prstGeom>
        </p:spPr>
      </p:pic>
    </p:spTree>
    <p:extLst>
      <p:ext uri="{BB962C8B-B14F-4D97-AF65-F5344CB8AC3E}">
        <p14:creationId xmlns:p14="http://schemas.microsoft.com/office/powerpoint/2010/main" val="2726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4286F-D645-227A-A712-5CCCB5609F8E}"/>
              </a:ext>
            </a:extLst>
          </p:cNvPr>
          <p:cNvSpPr>
            <a:spLocks noGrp="1"/>
          </p:cNvSpPr>
          <p:nvPr>
            <p:ph type="title"/>
          </p:nvPr>
        </p:nvSpPr>
        <p:spPr>
          <a:xfrm>
            <a:off x="78739" y="14986"/>
            <a:ext cx="10328275" cy="492443"/>
          </a:xfrm>
        </p:spPr>
        <p:txBody>
          <a:bodyPr/>
          <a:lstStyle/>
          <a:p>
            <a:r>
              <a:rPr lang="en-US" dirty="0"/>
              <a:t>Let’s design optical comm system</a:t>
            </a:r>
          </a:p>
        </p:txBody>
      </p:sp>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3A62C107-6D3B-3F36-2AE4-DA96ED6A9E43}"/>
                  </a:ext>
                </a:extLst>
              </p14:cNvPr>
              <p14:cNvContentPartPr/>
              <p14:nvPr/>
            </p14:nvContentPartPr>
            <p14:xfrm>
              <a:off x="3294903" y="1836553"/>
              <a:ext cx="43200" cy="534240"/>
            </p14:xfrm>
          </p:contentPart>
        </mc:Choice>
        <mc:Fallback xmlns="">
          <p:pic>
            <p:nvPicPr>
              <p:cNvPr id="14" name="Ink 13">
                <a:extLst>
                  <a:ext uri="{FF2B5EF4-FFF2-40B4-BE49-F238E27FC236}">
                    <a16:creationId xmlns:a16="http://schemas.microsoft.com/office/drawing/2014/main" id="{3A62C107-6D3B-3F36-2AE4-DA96ED6A9E43}"/>
                  </a:ext>
                </a:extLst>
              </p:cNvPr>
              <p:cNvPicPr/>
              <p:nvPr/>
            </p:nvPicPr>
            <p:blipFill>
              <a:blip r:embed="rId3"/>
              <a:stretch>
                <a:fillRect/>
              </a:stretch>
            </p:blipFill>
            <p:spPr>
              <a:xfrm>
                <a:off x="3276903" y="1818913"/>
                <a:ext cx="78840" cy="569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4AA2738A-6B39-125F-DF09-7F9BE6FE770C}"/>
                  </a:ext>
                </a:extLst>
              </p14:cNvPr>
              <p14:cNvContentPartPr/>
              <p14:nvPr/>
            </p14:nvContentPartPr>
            <p14:xfrm>
              <a:off x="2253423" y="1818553"/>
              <a:ext cx="1065240" cy="44640"/>
            </p14:xfrm>
          </p:contentPart>
        </mc:Choice>
        <mc:Fallback xmlns="">
          <p:pic>
            <p:nvPicPr>
              <p:cNvPr id="15" name="Ink 14">
                <a:extLst>
                  <a:ext uri="{FF2B5EF4-FFF2-40B4-BE49-F238E27FC236}">
                    <a16:creationId xmlns:a16="http://schemas.microsoft.com/office/drawing/2014/main" id="{4AA2738A-6B39-125F-DF09-7F9BE6FE770C}"/>
                  </a:ext>
                </a:extLst>
              </p:cNvPr>
              <p:cNvPicPr/>
              <p:nvPr/>
            </p:nvPicPr>
            <p:blipFill>
              <a:blip r:embed="rId5"/>
              <a:stretch>
                <a:fillRect/>
              </a:stretch>
            </p:blipFill>
            <p:spPr>
              <a:xfrm>
                <a:off x="2235783" y="1800553"/>
                <a:ext cx="110088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D13A298E-C4BA-1C8E-E6C2-49CEAA7DBA5A}"/>
                  </a:ext>
                </a:extLst>
              </p14:cNvPr>
              <p14:cNvContentPartPr/>
              <p14:nvPr/>
            </p14:nvContentPartPr>
            <p14:xfrm>
              <a:off x="1047783" y="1325353"/>
              <a:ext cx="1268640" cy="82080"/>
            </p14:xfrm>
          </p:contentPart>
        </mc:Choice>
        <mc:Fallback xmlns="">
          <p:pic>
            <p:nvPicPr>
              <p:cNvPr id="17" name="Ink 16">
                <a:extLst>
                  <a:ext uri="{FF2B5EF4-FFF2-40B4-BE49-F238E27FC236}">
                    <a16:creationId xmlns:a16="http://schemas.microsoft.com/office/drawing/2014/main" id="{D13A298E-C4BA-1C8E-E6C2-49CEAA7DBA5A}"/>
                  </a:ext>
                </a:extLst>
              </p:cNvPr>
              <p:cNvPicPr/>
              <p:nvPr/>
            </p:nvPicPr>
            <p:blipFill>
              <a:blip r:embed="rId7"/>
              <a:stretch>
                <a:fillRect/>
              </a:stretch>
            </p:blipFill>
            <p:spPr>
              <a:xfrm>
                <a:off x="1029783" y="1307713"/>
                <a:ext cx="130428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28703E6E-E8C7-8B78-71B7-D981ADBF273B}"/>
                  </a:ext>
                </a:extLst>
              </p14:cNvPr>
              <p14:cNvContentPartPr/>
              <p14:nvPr/>
            </p14:nvContentPartPr>
            <p14:xfrm>
              <a:off x="1091703" y="1337233"/>
              <a:ext cx="1320840" cy="2643120"/>
            </p14:xfrm>
          </p:contentPart>
        </mc:Choice>
        <mc:Fallback xmlns="">
          <p:pic>
            <p:nvPicPr>
              <p:cNvPr id="18" name="Ink 17">
                <a:extLst>
                  <a:ext uri="{FF2B5EF4-FFF2-40B4-BE49-F238E27FC236}">
                    <a16:creationId xmlns:a16="http://schemas.microsoft.com/office/drawing/2014/main" id="{28703E6E-E8C7-8B78-71B7-D981ADBF273B}"/>
                  </a:ext>
                </a:extLst>
              </p:cNvPr>
              <p:cNvPicPr/>
              <p:nvPr/>
            </p:nvPicPr>
            <p:blipFill>
              <a:blip r:embed="rId9"/>
              <a:stretch>
                <a:fillRect/>
              </a:stretch>
            </p:blipFill>
            <p:spPr>
              <a:xfrm>
                <a:off x="1073703" y="1319233"/>
                <a:ext cx="1356480" cy="2678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9FB1DCCD-103C-7234-BDF2-0B0D0CB0DCFF}"/>
                  </a:ext>
                </a:extLst>
              </p14:cNvPr>
              <p14:cNvContentPartPr/>
              <p14:nvPr/>
            </p14:nvContentPartPr>
            <p14:xfrm>
              <a:off x="935823" y="1324993"/>
              <a:ext cx="58320" cy="2725200"/>
            </p14:xfrm>
          </p:contentPart>
        </mc:Choice>
        <mc:Fallback xmlns="">
          <p:pic>
            <p:nvPicPr>
              <p:cNvPr id="19" name="Ink 18">
                <a:extLst>
                  <a:ext uri="{FF2B5EF4-FFF2-40B4-BE49-F238E27FC236}">
                    <a16:creationId xmlns:a16="http://schemas.microsoft.com/office/drawing/2014/main" id="{9FB1DCCD-103C-7234-BDF2-0B0D0CB0DCFF}"/>
                  </a:ext>
                </a:extLst>
              </p:cNvPr>
              <p:cNvPicPr/>
              <p:nvPr/>
            </p:nvPicPr>
            <p:blipFill>
              <a:blip r:embed="rId11"/>
              <a:stretch>
                <a:fillRect/>
              </a:stretch>
            </p:blipFill>
            <p:spPr>
              <a:xfrm>
                <a:off x="918183" y="1307353"/>
                <a:ext cx="93960" cy="2760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0" name="Ink 19">
                <a:extLst>
                  <a:ext uri="{FF2B5EF4-FFF2-40B4-BE49-F238E27FC236}">
                    <a16:creationId xmlns:a16="http://schemas.microsoft.com/office/drawing/2014/main" id="{5A9C6C59-F599-4B0D-AAE0-D59CF0354463}"/>
                  </a:ext>
                </a:extLst>
              </p14:cNvPr>
              <p14:cNvContentPartPr/>
              <p14:nvPr/>
            </p14:nvContentPartPr>
            <p14:xfrm>
              <a:off x="1139943" y="2200153"/>
              <a:ext cx="86760" cy="294120"/>
            </p14:xfrm>
          </p:contentPart>
        </mc:Choice>
        <mc:Fallback xmlns="">
          <p:pic>
            <p:nvPicPr>
              <p:cNvPr id="20" name="Ink 19">
                <a:extLst>
                  <a:ext uri="{FF2B5EF4-FFF2-40B4-BE49-F238E27FC236}">
                    <a16:creationId xmlns:a16="http://schemas.microsoft.com/office/drawing/2014/main" id="{5A9C6C59-F599-4B0D-AAE0-D59CF0354463}"/>
                  </a:ext>
                </a:extLst>
              </p:cNvPr>
              <p:cNvPicPr/>
              <p:nvPr/>
            </p:nvPicPr>
            <p:blipFill>
              <a:blip r:embed="rId13"/>
              <a:stretch>
                <a:fillRect/>
              </a:stretch>
            </p:blipFill>
            <p:spPr>
              <a:xfrm>
                <a:off x="1122303" y="2182513"/>
                <a:ext cx="12240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1" name="Ink 20">
                <a:extLst>
                  <a:ext uri="{FF2B5EF4-FFF2-40B4-BE49-F238E27FC236}">
                    <a16:creationId xmlns:a16="http://schemas.microsoft.com/office/drawing/2014/main" id="{BCED7BC9-C156-722C-8A6F-4DAB962B6F76}"/>
                  </a:ext>
                </a:extLst>
              </p14:cNvPr>
              <p14:cNvContentPartPr/>
              <p14:nvPr/>
            </p14:nvContentPartPr>
            <p14:xfrm>
              <a:off x="1170183" y="2194753"/>
              <a:ext cx="161640" cy="270720"/>
            </p14:xfrm>
          </p:contentPart>
        </mc:Choice>
        <mc:Fallback xmlns="">
          <p:pic>
            <p:nvPicPr>
              <p:cNvPr id="21" name="Ink 20">
                <a:extLst>
                  <a:ext uri="{FF2B5EF4-FFF2-40B4-BE49-F238E27FC236}">
                    <a16:creationId xmlns:a16="http://schemas.microsoft.com/office/drawing/2014/main" id="{BCED7BC9-C156-722C-8A6F-4DAB962B6F76}"/>
                  </a:ext>
                </a:extLst>
              </p:cNvPr>
              <p:cNvPicPr/>
              <p:nvPr/>
            </p:nvPicPr>
            <p:blipFill>
              <a:blip r:embed="rId15"/>
              <a:stretch>
                <a:fillRect/>
              </a:stretch>
            </p:blipFill>
            <p:spPr>
              <a:xfrm>
                <a:off x="1152183" y="2176753"/>
                <a:ext cx="19728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2" name="Ink 21">
                <a:extLst>
                  <a:ext uri="{FF2B5EF4-FFF2-40B4-BE49-F238E27FC236}">
                    <a16:creationId xmlns:a16="http://schemas.microsoft.com/office/drawing/2014/main" id="{2659C3F8-26FC-8FD4-4C63-304E45E1D136}"/>
                  </a:ext>
                </a:extLst>
              </p14:cNvPr>
              <p14:cNvContentPartPr/>
              <p14:nvPr/>
            </p14:nvContentPartPr>
            <p14:xfrm>
              <a:off x="1209063" y="2349193"/>
              <a:ext cx="94680" cy="39240"/>
            </p14:xfrm>
          </p:contentPart>
        </mc:Choice>
        <mc:Fallback xmlns="">
          <p:pic>
            <p:nvPicPr>
              <p:cNvPr id="22" name="Ink 21">
                <a:extLst>
                  <a:ext uri="{FF2B5EF4-FFF2-40B4-BE49-F238E27FC236}">
                    <a16:creationId xmlns:a16="http://schemas.microsoft.com/office/drawing/2014/main" id="{2659C3F8-26FC-8FD4-4C63-304E45E1D136}"/>
                  </a:ext>
                </a:extLst>
              </p:cNvPr>
              <p:cNvPicPr/>
              <p:nvPr/>
            </p:nvPicPr>
            <p:blipFill>
              <a:blip r:embed="rId17"/>
              <a:stretch>
                <a:fillRect/>
              </a:stretch>
            </p:blipFill>
            <p:spPr>
              <a:xfrm>
                <a:off x="1191063" y="2331193"/>
                <a:ext cx="13032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3" name="Ink 22">
                <a:extLst>
                  <a:ext uri="{FF2B5EF4-FFF2-40B4-BE49-F238E27FC236}">
                    <a16:creationId xmlns:a16="http://schemas.microsoft.com/office/drawing/2014/main" id="{86493AF2-63A1-8688-F31C-AF2B90CEBC47}"/>
                  </a:ext>
                </a:extLst>
              </p14:cNvPr>
              <p14:cNvContentPartPr/>
              <p14:nvPr/>
            </p14:nvContentPartPr>
            <p14:xfrm>
              <a:off x="1342263" y="2303113"/>
              <a:ext cx="103680" cy="127440"/>
            </p14:xfrm>
          </p:contentPart>
        </mc:Choice>
        <mc:Fallback xmlns="">
          <p:pic>
            <p:nvPicPr>
              <p:cNvPr id="23" name="Ink 22">
                <a:extLst>
                  <a:ext uri="{FF2B5EF4-FFF2-40B4-BE49-F238E27FC236}">
                    <a16:creationId xmlns:a16="http://schemas.microsoft.com/office/drawing/2014/main" id="{86493AF2-63A1-8688-F31C-AF2B90CEBC47}"/>
                  </a:ext>
                </a:extLst>
              </p:cNvPr>
              <p:cNvPicPr/>
              <p:nvPr/>
            </p:nvPicPr>
            <p:blipFill>
              <a:blip r:embed="rId19"/>
              <a:stretch>
                <a:fillRect/>
              </a:stretch>
            </p:blipFill>
            <p:spPr>
              <a:xfrm>
                <a:off x="1324263" y="2285113"/>
                <a:ext cx="1393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4" name="Ink 23">
                <a:extLst>
                  <a:ext uri="{FF2B5EF4-FFF2-40B4-BE49-F238E27FC236}">
                    <a16:creationId xmlns:a16="http://schemas.microsoft.com/office/drawing/2014/main" id="{0250E142-2888-359A-2AC9-40D24F2A83E7}"/>
                  </a:ext>
                </a:extLst>
              </p14:cNvPr>
              <p14:cNvContentPartPr/>
              <p14:nvPr/>
            </p14:nvContentPartPr>
            <p14:xfrm>
              <a:off x="1532703" y="2185753"/>
              <a:ext cx="141480" cy="263160"/>
            </p14:xfrm>
          </p:contentPart>
        </mc:Choice>
        <mc:Fallback xmlns="">
          <p:pic>
            <p:nvPicPr>
              <p:cNvPr id="24" name="Ink 23">
                <a:extLst>
                  <a:ext uri="{FF2B5EF4-FFF2-40B4-BE49-F238E27FC236}">
                    <a16:creationId xmlns:a16="http://schemas.microsoft.com/office/drawing/2014/main" id="{0250E142-2888-359A-2AC9-40D24F2A83E7}"/>
                  </a:ext>
                </a:extLst>
              </p:cNvPr>
              <p:cNvPicPr/>
              <p:nvPr/>
            </p:nvPicPr>
            <p:blipFill>
              <a:blip r:embed="rId21"/>
              <a:stretch>
                <a:fillRect/>
              </a:stretch>
            </p:blipFill>
            <p:spPr>
              <a:xfrm>
                <a:off x="1514703" y="2167753"/>
                <a:ext cx="17712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7" name="Ink 56">
                <a:extLst>
                  <a:ext uri="{FF2B5EF4-FFF2-40B4-BE49-F238E27FC236}">
                    <a16:creationId xmlns:a16="http://schemas.microsoft.com/office/drawing/2014/main" id="{D0F13548-F433-C571-F7AE-2673C8DC7D51}"/>
                  </a:ext>
                </a:extLst>
              </p14:cNvPr>
              <p14:cNvContentPartPr/>
              <p14:nvPr/>
            </p14:nvContentPartPr>
            <p14:xfrm>
              <a:off x="2493183" y="1136353"/>
              <a:ext cx="41400" cy="260280"/>
            </p14:xfrm>
          </p:contentPart>
        </mc:Choice>
        <mc:Fallback xmlns="">
          <p:pic>
            <p:nvPicPr>
              <p:cNvPr id="57" name="Ink 56">
                <a:extLst>
                  <a:ext uri="{FF2B5EF4-FFF2-40B4-BE49-F238E27FC236}">
                    <a16:creationId xmlns:a16="http://schemas.microsoft.com/office/drawing/2014/main" id="{D0F13548-F433-C571-F7AE-2673C8DC7D51}"/>
                  </a:ext>
                </a:extLst>
              </p:cNvPr>
              <p:cNvPicPr/>
              <p:nvPr/>
            </p:nvPicPr>
            <p:blipFill>
              <a:blip r:embed="rId23"/>
              <a:stretch>
                <a:fillRect/>
              </a:stretch>
            </p:blipFill>
            <p:spPr>
              <a:xfrm>
                <a:off x="2475543" y="1118713"/>
                <a:ext cx="7704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8" name="Ink 57">
                <a:extLst>
                  <a:ext uri="{FF2B5EF4-FFF2-40B4-BE49-F238E27FC236}">
                    <a16:creationId xmlns:a16="http://schemas.microsoft.com/office/drawing/2014/main" id="{8C9F114A-2552-639B-126C-500014C57AD0}"/>
                  </a:ext>
                </a:extLst>
              </p14:cNvPr>
              <p14:cNvContentPartPr/>
              <p14:nvPr/>
            </p14:nvContentPartPr>
            <p14:xfrm>
              <a:off x="2507223" y="1120873"/>
              <a:ext cx="159120" cy="279720"/>
            </p14:xfrm>
          </p:contentPart>
        </mc:Choice>
        <mc:Fallback xmlns="">
          <p:pic>
            <p:nvPicPr>
              <p:cNvPr id="58" name="Ink 57">
                <a:extLst>
                  <a:ext uri="{FF2B5EF4-FFF2-40B4-BE49-F238E27FC236}">
                    <a16:creationId xmlns:a16="http://schemas.microsoft.com/office/drawing/2014/main" id="{8C9F114A-2552-639B-126C-500014C57AD0}"/>
                  </a:ext>
                </a:extLst>
              </p:cNvPr>
              <p:cNvPicPr/>
              <p:nvPr/>
            </p:nvPicPr>
            <p:blipFill>
              <a:blip r:embed="rId25"/>
              <a:stretch>
                <a:fillRect/>
              </a:stretch>
            </p:blipFill>
            <p:spPr>
              <a:xfrm>
                <a:off x="2489223" y="1102873"/>
                <a:ext cx="194760" cy="315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9" name="Ink 58">
                <a:extLst>
                  <a:ext uri="{FF2B5EF4-FFF2-40B4-BE49-F238E27FC236}">
                    <a16:creationId xmlns:a16="http://schemas.microsoft.com/office/drawing/2014/main" id="{7AC9EB3C-35B7-1479-B7D0-EBEFF0FD87BF}"/>
                  </a:ext>
                </a:extLst>
              </p14:cNvPr>
              <p14:cNvContentPartPr/>
              <p14:nvPr/>
            </p14:nvContentPartPr>
            <p14:xfrm>
              <a:off x="2728983" y="1264513"/>
              <a:ext cx="24120" cy="131760"/>
            </p14:xfrm>
          </p:contentPart>
        </mc:Choice>
        <mc:Fallback xmlns="">
          <p:pic>
            <p:nvPicPr>
              <p:cNvPr id="59" name="Ink 58">
                <a:extLst>
                  <a:ext uri="{FF2B5EF4-FFF2-40B4-BE49-F238E27FC236}">
                    <a16:creationId xmlns:a16="http://schemas.microsoft.com/office/drawing/2014/main" id="{7AC9EB3C-35B7-1479-B7D0-EBEFF0FD87BF}"/>
                  </a:ext>
                </a:extLst>
              </p:cNvPr>
              <p:cNvPicPr/>
              <p:nvPr/>
            </p:nvPicPr>
            <p:blipFill>
              <a:blip r:embed="rId27"/>
              <a:stretch>
                <a:fillRect/>
              </a:stretch>
            </p:blipFill>
            <p:spPr>
              <a:xfrm>
                <a:off x="2711343" y="1246513"/>
                <a:ext cx="597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0" name="Ink 59">
                <a:extLst>
                  <a:ext uri="{FF2B5EF4-FFF2-40B4-BE49-F238E27FC236}">
                    <a16:creationId xmlns:a16="http://schemas.microsoft.com/office/drawing/2014/main" id="{ACC8B35F-DBC9-44CB-C729-7330DD648876}"/>
                  </a:ext>
                </a:extLst>
              </p14:cNvPr>
              <p14:cNvContentPartPr/>
              <p14:nvPr/>
            </p14:nvContentPartPr>
            <p14:xfrm>
              <a:off x="2743743" y="1168393"/>
              <a:ext cx="11880" cy="27000"/>
            </p14:xfrm>
          </p:contentPart>
        </mc:Choice>
        <mc:Fallback xmlns="">
          <p:pic>
            <p:nvPicPr>
              <p:cNvPr id="60" name="Ink 59">
                <a:extLst>
                  <a:ext uri="{FF2B5EF4-FFF2-40B4-BE49-F238E27FC236}">
                    <a16:creationId xmlns:a16="http://schemas.microsoft.com/office/drawing/2014/main" id="{ACC8B35F-DBC9-44CB-C729-7330DD648876}"/>
                  </a:ext>
                </a:extLst>
              </p:cNvPr>
              <p:cNvPicPr/>
              <p:nvPr/>
            </p:nvPicPr>
            <p:blipFill>
              <a:blip r:embed="rId29"/>
              <a:stretch>
                <a:fillRect/>
              </a:stretch>
            </p:blipFill>
            <p:spPr>
              <a:xfrm>
                <a:off x="2725743" y="1150753"/>
                <a:ext cx="4752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1" name="Ink 60">
                <a:extLst>
                  <a:ext uri="{FF2B5EF4-FFF2-40B4-BE49-F238E27FC236}">
                    <a16:creationId xmlns:a16="http://schemas.microsoft.com/office/drawing/2014/main" id="{119A5F49-60F0-7206-8840-02A8D40B0667}"/>
                  </a:ext>
                </a:extLst>
              </p14:cNvPr>
              <p14:cNvContentPartPr/>
              <p14:nvPr/>
            </p14:nvContentPartPr>
            <p14:xfrm>
              <a:off x="2782623" y="1248673"/>
              <a:ext cx="99360" cy="149040"/>
            </p14:xfrm>
          </p:contentPart>
        </mc:Choice>
        <mc:Fallback xmlns="">
          <p:pic>
            <p:nvPicPr>
              <p:cNvPr id="61" name="Ink 60">
                <a:extLst>
                  <a:ext uri="{FF2B5EF4-FFF2-40B4-BE49-F238E27FC236}">
                    <a16:creationId xmlns:a16="http://schemas.microsoft.com/office/drawing/2014/main" id="{119A5F49-60F0-7206-8840-02A8D40B0667}"/>
                  </a:ext>
                </a:extLst>
              </p:cNvPr>
              <p:cNvPicPr/>
              <p:nvPr/>
            </p:nvPicPr>
            <p:blipFill>
              <a:blip r:embed="rId31"/>
              <a:stretch>
                <a:fillRect/>
              </a:stretch>
            </p:blipFill>
            <p:spPr>
              <a:xfrm>
                <a:off x="2764623" y="1230673"/>
                <a:ext cx="13500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2" name="Ink 61">
                <a:extLst>
                  <a:ext uri="{FF2B5EF4-FFF2-40B4-BE49-F238E27FC236}">
                    <a16:creationId xmlns:a16="http://schemas.microsoft.com/office/drawing/2014/main" id="{654F2B97-8CA2-3E35-1399-9918A8BB909B}"/>
                  </a:ext>
                </a:extLst>
              </p14:cNvPr>
              <p14:cNvContentPartPr/>
              <p14:nvPr/>
            </p14:nvContentPartPr>
            <p14:xfrm>
              <a:off x="2985663" y="1252273"/>
              <a:ext cx="9720" cy="110880"/>
            </p14:xfrm>
          </p:contentPart>
        </mc:Choice>
        <mc:Fallback xmlns="">
          <p:pic>
            <p:nvPicPr>
              <p:cNvPr id="62" name="Ink 61">
                <a:extLst>
                  <a:ext uri="{FF2B5EF4-FFF2-40B4-BE49-F238E27FC236}">
                    <a16:creationId xmlns:a16="http://schemas.microsoft.com/office/drawing/2014/main" id="{654F2B97-8CA2-3E35-1399-9918A8BB909B}"/>
                  </a:ext>
                </a:extLst>
              </p:cNvPr>
              <p:cNvPicPr/>
              <p:nvPr/>
            </p:nvPicPr>
            <p:blipFill>
              <a:blip r:embed="rId33"/>
              <a:stretch>
                <a:fillRect/>
              </a:stretch>
            </p:blipFill>
            <p:spPr>
              <a:xfrm>
                <a:off x="2968023" y="1234633"/>
                <a:ext cx="4536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3" name="Ink 62">
                <a:extLst>
                  <a:ext uri="{FF2B5EF4-FFF2-40B4-BE49-F238E27FC236}">
                    <a16:creationId xmlns:a16="http://schemas.microsoft.com/office/drawing/2014/main" id="{3FBEA69C-BC79-397B-7D6E-8F5631702EB3}"/>
                  </a:ext>
                </a:extLst>
              </p14:cNvPr>
              <p14:cNvContentPartPr/>
              <p14:nvPr/>
            </p14:nvContentPartPr>
            <p14:xfrm>
              <a:off x="3008343" y="1109353"/>
              <a:ext cx="1800" cy="48960"/>
            </p14:xfrm>
          </p:contentPart>
        </mc:Choice>
        <mc:Fallback xmlns="">
          <p:pic>
            <p:nvPicPr>
              <p:cNvPr id="63" name="Ink 62">
                <a:extLst>
                  <a:ext uri="{FF2B5EF4-FFF2-40B4-BE49-F238E27FC236}">
                    <a16:creationId xmlns:a16="http://schemas.microsoft.com/office/drawing/2014/main" id="{3FBEA69C-BC79-397B-7D6E-8F5631702EB3}"/>
                  </a:ext>
                </a:extLst>
              </p:cNvPr>
              <p:cNvPicPr/>
              <p:nvPr/>
            </p:nvPicPr>
            <p:blipFill>
              <a:blip r:embed="rId35"/>
              <a:stretch>
                <a:fillRect/>
              </a:stretch>
            </p:blipFill>
            <p:spPr>
              <a:xfrm>
                <a:off x="2990703" y="1091353"/>
                <a:ext cx="3744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4" name="Ink 63">
                <a:extLst>
                  <a:ext uri="{FF2B5EF4-FFF2-40B4-BE49-F238E27FC236}">
                    <a16:creationId xmlns:a16="http://schemas.microsoft.com/office/drawing/2014/main" id="{0D9B5A47-2511-18A5-E96B-113FE0B0B6B0}"/>
                  </a:ext>
                </a:extLst>
              </p14:cNvPr>
              <p14:cNvContentPartPr/>
              <p14:nvPr/>
            </p14:nvContentPartPr>
            <p14:xfrm>
              <a:off x="3097623" y="1158673"/>
              <a:ext cx="34200" cy="160920"/>
            </p14:xfrm>
          </p:contentPart>
        </mc:Choice>
        <mc:Fallback xmlns="">
          <p:pic>
            <p:nvPicPr>
              <p:cNvPr id="64" name="Ink 63">
                <a:extLst>
                  <a:ext uri="{FF2B5EF4-FFF2-40B4-BE49-F238E27FC236}">
                    <a16:creationId xmlns:a16="http://schemas.microsoft.com/office/drawing/2014/main" id="{0D9B5A47-2511-18A5-E96B-113FE0B0B6B0}"/>
                  </a:ext>
                </a:extLst>
              </p:cNvPr>
              <p:cNvPicPr/>
              <p:nvPr/>
            </p:nvPicPr>
            <p:blipFill>
              <a:blip r:embed="rId37"/>
              <a:stretch>
                <a:fillRect/>
              </a:stretch>
            </p:blipFill>
            <p:spPr>
              <a:xfrm>
                <a:off x="3079623" y="1141033"/>
                <a:ext cx="6984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5" name="Ink 64">
                <a:extLst>
                  <a:ext uri="{FF2B5EF4-FFF2-40B4-BE49-F238E27FC236}">
                    <a16:creationId xmlns:a16="http://schemas.microsoft.com/office/drawing/2014/main" id="{82426495-8206-D08A-8A9A-F6C4882ED3CE}"/>
                  </a:ext>
                </a:extLst>
              </p14:cNvPr>
              <p14:cNvContentPartPr/>
              <p14:nvPr/>
            </p14:nvContentPartPr>
            <p14:xfrm>
              <a:off x="3046863" y="1214473"/>
              <a:ext cx="207360" cy="88920"/>
            </p14:xfrm>
          </p:contentPart>
        </mc:Choice>
        <mc:Fallback xmlns="">
          <p:pic>
            <p:nvPicPr>
              <p:cNvPr id="65" name="Ink 64">
                <a:extLst>
                  <a:ext uri="{FF2B5EF4-FFF2-40B4-BE49-F238E27FC236}">
                    <a16:creationId xmlns:a16="http://schemas.microsoft.com/office/drawing/2014/main" id="{82426495-8206-D08A-8A9A-F6C4882ED3CE}"/>
                  </a:ext>
                </a:extLst>
              </p:cNvPr>
              <p:cNvPicPr/>
              <p:nvPr/>
            </p:nvPicPr>
            <p:blipFill>
              <a:blip r:embed="rId39"/>
              <a:stretch>
                <a:fillRect/>
              </a:stretch>
            </p:blipFill>
            <p:spPr>
              <a:xfrm>
                <a:off x="3028863" y="1196473"/>
                <a:ext cx="24300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6" name="Ink 65">
                <a:extLst>
                  <a:ext uri="{FF2B5EF4-FFF2-40B4-BE49-F238E27FC236}">
                    <a16:creationId xmlns:a16="http://schemas.microsoft.com/office/drawing/2014/main" id="{D2963DE0-129B-AE87-813F-C9326866F26C}"/>
                  </a:ext>
                </a:extLst>
              </p14:cNvPr>
              <p14:cNvContentPartPr/>
              <p14:nvPr/>
            </p14:nvContentPartPr>
            <p14:xfrm>
              <a:off x="3313263" y="1151113"/>
              <a:ext cx="59040" cy="217080"/>
            </p14:xfrm>
          </p:contentPart>
        </mc:Choice>
        <mc:Fallback xmlns="">
          <p:pic>
            <p:nvPicPr>
              <p:cNvPr id="66" name="Ink 65">
                <a:extLst>
                  <a:ext uri="{FF2B5EF4-FFF2-40B4-BE49-F238E27FC236}">
                    <a16:creationId xmlns:a16="http://schemas.microsoft.com/office/drawing/2014/main" id="{D2963DE0-129B-AE87-813F-C9326866F26C}"/>
                  </a:ext>
                </a:extLst>
              </p:cNvPr>
              <p:cNvPicPr/>
              <p:nvPr/>
            </p:nvPicPr>
            <p:blipFill>
              <a:blip r:embed="rId41"/>
              <a:stretch>
                <a:fillRect/>
              </a:stretch>
            </p:blipFill>
            <p:spPr>
              <a:xfrm>
                <a:off x="3295623" y="1133473"/>
                <a:ext cx="9468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7" name="Ink 66">
                <a:extLst>
                  <a:ext uri="{FF2B5EF4-FFF2-40B4-BE49-F238E27FC236}">
                    <a16:creationId xmlns:a16="http://schemas.microsoft.com/office/drawing/2014/main" id="{B0134E1E-99FE-6F0E-BC68-F4F1925C68F6}"/>
                  </a:ext>
                </a:extLst>
              </p14:cNvPr>
              <p14:cNvContentPartPr/>
              <p14:nvPr/>
            </p14:nvContentPartPr>
            <p14:xfrm>
              <a:off x="3703503" y="1174873"/>
              <a:ext cx="142560" cy="206640"/>
            </p14:xfrm>
          </p:contentPart>
        </mc:Choice>
        <mc:Fallback xmlns="">
          <p:pic>
            <p:nvPicPr>
              <p:cNvPr id="67" name="Ink 66">
                <a:extLst>
                  <a:ext uri="{FF2B5EF4-FFF2-40B4-BE49-F238E27FC236}">
                    <a16:creationId xmlns:a16="http://schemas.microsoft.com/office/drawing/2014/main" id="{B0134E1E-99FE-6F0E-BC68-F4F1925C68F6}"/>
                  </a:ext>
                </a:extLst>
              </p:cNvPr>
              <p:cNvPicPr/>
              <p:nvPr/>
            </p:nvPicPr>
            <p:blipFill>
              <a:blip r:embed="rId43"/>
              <a:stretch>
                <a:fillRect/>
              </a:stretch>
            </p:blipFill>
            <p:spPr>
              <a:xfrm>
                <a:off x="3685503" y="1156873"/>
                <a:ext cx="17820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8" name="Ink 67">
                <a:extLst>
                  <a:ext uri="{FF2B5EF4-FFF2-40B4-BE49-F238E27FC236}">
                    <a16:creationId xmlns:a16="http://schemas.microsoft.com/office/drawing/2014/main" id="{73406A41-5F61-A962-9DFD-ED55E06B4FB3}"/>
                  </a:ext>
                </a:extLst>
              </p14:cNvPr>
              <p14:cNvContentPartPr/>
              <p14:nvPr/>
            </p14:nvContentPartPr>
            <p14:xfrm>
              <a:off x="3930663" y="1177753"/>
              <a:ext cx="177120" cy="151920"/>
            </p14:xfrm>
          </p:contentPart>
        </mc:Choice>
        <mc:Fallback xmlns="">
          <p:pic>
            <p:nvPicPr>
              <p:cNvPr id="68" name="Ink 67">
                <a:extLst>
                  <a:ext uri="{FF2B5EF4-FFF2-40B4-BE49-F238E27FC236}">
                    <a16:creationId xmlns:a16="http://schemas.microsoft.com/office/drawing/2014/main" id="{73406A41-5F61-A962-9DFD-ED55E06B4FB3}"/>
                  </a:ext>
                </a:extLst>
              </p:cNvPr>
              <p:cNvPicPr/>
              <p:nvPr/>
            </p:nvPicPr>
            <p:blipFill>
              <a:blip r:embed="rId45"/>
              <a:stretch>
                <a:fillRect/>
              </a:stretch>
            </p:blipFill>
            <p:spPr>
              <a:xfrm>
                <a:off x="3912663" y="1160113"/>
                <a:ext cx="21276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9" name="Ink 68">
                <a:extLst>
                  <a:ext uri="{FF2B5EF4-FFF2-40B4-BE49-F238E27FC236}">
                    <a16:creationId xmlns:a16="http://schemas.microsoft.com/office/drawing/2014/main" id="{331CF55F-F306-EE0C-AC0B-E92282BFDC2E}"/>
                  </a:ext>
                </a:extLst>
              </p14:cNvPr>
              <p14:cNvContentPartPr/>
              <p14:nvPr/>
            </p14:nvContentPartPr>
            <p14:xfrm>
              <a:off x="4169703" y="1170193"/>
              <a:ext cx="136440" cy="39960"/>
            </p14:xfrm>
          </p:contentPart>
        </mc:Choice>
        <mc:Fallback xmlns="">
          <p:pic>
            <p:nvPicPr>
              <p:cNvPr id="69" name="Ink 68">
                <a:extLst>
                  <a:ext uri="{FF2B5EF4-FFF2-40B4-BE49-F238E27FC236}">
                    <a16:creationId xmlns:a16="http://schemas.microsoft.com/office/drawing/2014/main" id="{331CF55F-F306-EE0C-AC0B-E92282BFDC2E}"/>
                  </a:ext>
                </a:extLst>
              </p:cNvPr>
              <p:cNvPicPr/>
              <p:nvPr/>
            </p:nvPicPr>
            <p:blipFill>
              <a:blip r:embed="rId47"/>
              <a:stretch>
                <a:fillRect/>
              </a:stretch>
            </p:blipFill>
            <p:spPr>
              <a:xfrm>
                <a:off x="4151703" y="1152193"/>
                <a:ext cx="17208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70" name="Ink 69">
                <a:extLst>
                  <a:ext uri="{FF2B5EF4-FFF2-40B4-BE49-F238E27FC236}">
                    <a16:creationId xmlns:a16="http://schemas.microsoft.com/office/drawing/2014/main" id="{21836AD7-C7ED-402A-D3FB-215119BEFB0C}"/>
                  </a:ext>
                </a:extLst>
              </p14:cNvPr>
              <p14:cNvContentPartPr/>
              <p14:nvPr/>
            </p14:nvContentPartPr>
            <p14:xfrm>
              <a:off x="4245303" y="1189273"/>
              <a:ext cx="42120" cy="182880"/>
            </p14:xfrm>
          </p:contentPart>
        </mc:Choice>
        <mc:Fallback xmlns="">
          <p:pic>
            <p:nvPicPr>
              <p:cNvPr id="70" name="Ink 69">
                <a:extLst>
                  <a:ext uri="{FF2B5EF4-FFF2-40B4-BE49-F238E27FC236}">
                    <a16:creationId xmlns:a16="http://schemas.microsoft.com/office/drawing/2014/main" id="{21836AD7-C7ED-402A-D3FB-215119BEFB0C}"/>
                  </a:ext>
                </a:extLst>
              </p:cNvPr>
              <p:cNvPicPr/>
              <p:nvPr/>
            </p:nvPicPr>
            <p:blipFill>
              <a:blip r:embed="rId49"/>
              <a:stretch>
                <a:fillRect/>
              </a:stretch>
            </p:blipFill>
            <p:spPr>
              <a:xfrm>
                <a:off x="4227303" y="1171633"/>
                <a:ext cx="7776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71" name="Ink 70">
                <a:extLst>
                  <a:ext uri="{FF2B5EF4-FFF2-40B4-BE49-F238E27FC236}">
                    <a16:creationId xmlns:a16="http://schemas.microsoft.com/office/drawing/2014/main" id="{93BC7ECC-5245-0B23-433E-B43450947716}"/>
                  </a:ext>
                </a:extLst>
              </p14:cNvPr>
              <p14:cNvContentPartPr/>
              <p14:nvPr/>
            </p14:nvContentPartPr>
            <p14:xfrm>
              <a:off x="4503783" y="1346593"/>
              <a:ext cx="19800" cy="5760"/>
            </p14:xfrm>
          </p:contentPart>
        </mc:Choice>
        <mc:Fallback xmlns="">
          <p:pic>
            <p:nvPicPr>
              <p:cNvPr id="71" name="Ink 70">
                <a:extLst>
                  <a:ext uri="{FF2B5EF4-FFF2-40B4-BE49-F238E27FC236}">
                    <a16:creationId xmlns:a16="http://schemas.microsoft.com/office/drawing/2014/main" id="{93BC7ECC-5245-0B23-433E-B43450947716}"/>
                  </a:ext>
                </a:extLst>
              </p:cNvPr>
              <p:cNvPicPr/>
              <p:nvPr/>
            </p:nvPicPr>
            <p:blipFill>
              <a:blip r:embed="rId51"/>
              <a:stretch>
                <a:fillRect/>
              </a:stretch>
            </p:blipFill>
            <p:spPr>
              <a:xfrm>
                <a:off x="4486143" y="1328953"/>
                <a:ext cx="55440" cy="41400"/>
              </a:xfrm>
              <a:prstGeom prst="rect">
                <a:avLst/>
              </a:prstGeom>
            </p:spPr>
          </p:pic>
        </mc:Fallback>
      </mc:AlternateContent>
      <p:grpSp>
        <p:nvGrpSpPr>
          <p:cNvPr id="94" name="Group 93">
            <a:extLst>
              <a:ext uri="{FF2B5EF4-FFF2-40B4-BE49-F238E27FC236}">
                <a16:creationId xmlns:a16="http://schemas.microsoft.com/office/drawing/2014/main" id="{C2641994-05D5-57D9-2E71-99515BB0C74B}"/>
              </a:ext>
            </a:extLst>
          </p:cNvPr>
          <p:cNvGrpSpPr/>
          <p:nvPr/>
        </p:nvGrpSpPr>
        <p:grpSpPr>
          <a:xfrm>
            <a:off x="4838583" y="457753"/>
            <a:ext cx="1630440" cy="479520"/>
            <a:chOff x="4838583" y="457753"/>
            <a:chExt cx="1630440" cy="479520"/>
          </a:xfrm>
        </p:grpSpPr>
        <mc:AlternateContent xmlns:mc="http://schemas.openxmlformats.org/markup-compatibility/2006" xmlns:p14="http://schemas.microsoft.com/office/powerpoint/2010/main">
          <mc:Choice Requires="p14">
            <p:contentPart p14:bwMode="auto" r:id="rId52">
              <p14:nvContentPartPr>
                <p14:cNvPr id="74" name="Ink 73">
                  <a:extLst>
                    <a:ext uri="{FF2B5EF4-FFF2-40B4-BE49-F238E27FC236}">
                      <a16:creationId xmlns:a16="http://schemas.microsoft.com/office/drawing/2014/main" id="{8D331388-7F1E-FAF5-9642-0D8D3DCE650D}"/>
                    </a:ext>
                  </a:extLst>
                </p14:cNvPr>
                <p14:cNvContentPartPr/>
                <p14:nvPr/>
              </p14:nvContentPartPr>
              <p14:xfrm>
                <a:off x="4942983" y="734233"/>
                <a:ext cx="55080" cy="194760"/>
              </p14:xfrm>
            </p:contentPart>
          </mc:Choice>
          <mc:Fallback xmlns="">
            <p:pic>
              <p:nvPicPr>
                <p:cNvPr id="74" name="Ink 73">
                  <a:extLst>
                    <a:ext uri="{FF2B5EF4-FFF2-40B4-BE49-F238E27FC236}">
                      <a16:creationId xmlns:a16="http://schemas.microsoft.com/office/drawing/2014/main" id="{8D331388-7F1E-FAF5-9642-0D8D3DCE650D}"/>
                    </a:ext>
                  </a:extLst>
                </p:cNvPr>
                <p:cNvPicPr/>
                <p:nvPr/>
              </p:nvPicPr>
              <p:blipFill>
                <a:blip r:embed="rId53"/>
                <a:stretch>
                  <a:fillRect/>
                </a:stretch>
              </p:blipFill>
              <p:spPr>
                <a:xfrm>
                  <a:off x="4925343" y="716233"/>
                  <a:ext cx="9072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5" name="Ink 74">
                  <a:extLst>
                    <a:ext uri="{FF2B5EF4-FFF2-40B4-BE49-F238E27FC236}">
                      <a16:creationId xmlns:a16="http://schemas.microsoft.com/office/drawing/2014/main" id="{992AAB41-7EE5-0853-87E1-771270F9B25B}"/>
                    </a:ext>
                  </a:extLst>
                </p14:cNvPr>
                <p14:cNvContentPartPr/>
                <p14:nvPr/>
              </p14:nvContentPartPr>
              <p14:xfrm>
                <a:off x="4954143" y="685273"/>
                <a:ext cx="195480" cy="192600"/>
              </p14:xfrm>
            </p:contentPart>
          </mc:Choice>
          <mc:Fallback xmlns="">
            <p:pic>
              <p:nvPicPr>
                <p:cNvPr id="75" name="Ink 74">
                  <a:extLst>
                    <a:ext uri="{FF2B5EF4-FFF2-40B4-BE49-F238E27FC236}">
                      <a16:creationId xmlns:a16="http://schemas.microsoft.com/office/drawing/2014/main" id="{992AAB41-7EE5-0853-87E1-771270F9B25B}"/>
                    </a:ext>
                  </a:extLst>
                </p:cNvPr>
                <p:cNvPicPr/>
                <p:nvPr/>
              </p:nvPicPr>
              <p:blipFill>
                <a:blip r:embed="rId55"/>
                <a:stretch>
                  <a:fillRect/>
                </a:stretch>
              </p:blipFill>
              <p:spPr>
                <a:xfrm>
                  <a:off x="4936503" y="667633"/>
                  <a:ext cx="23112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6" name="Ink 75">
                  <a:extLst>
                    <a:ext uri="{FF2B5EF4-FFF2-40B4-BE49-F238E27FC236}">
                      <a16:creationId xmlns:a16="http://schemas.microsoft.com/office/drawing/2014/main" id="{7B517E82-4406-96EF-93BC-1198506E0861}"/>
                    </a:ext>
                  </a:extLst>
                </p14:cNvPr>
                <p14:cNvContentPartPr/>
                <p14:nvPr/>
              </p14:nvContentPartPr>
              <p14:xfrm>
                <a:off x="5166903" y="887593"/>
                <a:ext cx="131400" cy="26640"/>
              </p14:xfrm>
            </p:contentPart>
          </mc:Choice>
          <mc:Fallback xmlns="">
            <p:pic>
              <p:nvPicPr>
                <p:cNvPr id="76" name="Ink 75">
                  <a:extLst>
                    <a:ext uri="{FF2B5EF4-FFF2-40B4-BE49-F238E27FC236}">
                      <a16:creationId xmlns:a16="http://schemas.microsoft.com/office/drawing/2014/main" id="{7B517E82-4406-96EF-93BC-1198506E0861}"/>
                    </a:ext>
                  </a:extLst>
                </p:cNvPr>
                <p:cNvPicPr/>
                <p:nvPr/>
              </p:nvPicPr>
              <p:blipFill>
                <a:blip r:embed="rId57"/>
                <a:stretch>
                  <a:fillRect/>
                </a:stretch>
              </p:blipFill>
              <p:spPr>
                <a:xfrm>
                  <a:off x="5148903" y="869953"/>
                  <a:ext cx="16704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7" name="Ink 76">
                  <a:extLst>
                    <a:ext uri="{FF2B5EF4-FFF2-40B4-BE49-F238E27FC236}">
                      <a16:creationId xmlns:a16="http://schemas.microsoft.com/office/drawing/2014/main" id="{79CABFAE-AD24-2486-CEE4-E424F2EC1B03}"/>
                    </a:ext>
                  </a:extLst>
                </p14:cNvPr>
                <p14:cNvContentPartPr/>
                <p14:nvPr/>
              </p14:nvContentPartPr>
              <p14:xfrm>
                <a:off x="5299383" y="718393"/>
                <a:ext cx="9360" cy="15480"/>
              </p14:xfrm>
            </p:contentPart>
          </mc:Choice>
          <mc:Fallback xmlns="">
            <p:pic>
              <p:nvPicPr>
                <p:cNvPr id="77" name="Ink 76">
                  <a:extLst>
                    <a:ext uri="{FF2B5EF4-FFF2-40B4-BE49-F238E27FC236}">
                      <a16:creationId xmlns:a16="http://schemas.microsoft.com/office/drawing/2014/main" id="{79CABFAE-AD24-2486-CEE4-E424F2EC1B03}"/>
                    </a:ext>
                  </a:extLst>
                </p:cNvPr>
                <p:cNvPicPr/>
                <p:nvPr/>
              </p:nvPicPr>
              <p:blipFill>
                <a:blip r:embed="rId59"/>
                <a:stretch>
                  <a:fillRect/>
                </a:stretch>
              </p:blipFill>
              <p:spPr>
                <a:xfrm>
                  <a:off x="5281383" y="700393"/>
                  <a:ext cx="4500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8" name="Ink 77">
                  <a:extLst>
                    <a:ext uri="{FF2B5EF4-FFF2-40B4-BE49-F238E27FC236}">
                      <a16:creationId xmlns:a16="http://schemas.microsoft.com/office/drawing/2014/main" id="{C26B29F8-4511-F979-E8FD-7596483399B9}"/>
                    </a:ext>
                  </a:extLst>
                </p14:cNvPr>
                <p14:cNvContentPartPr/>
                <p14:nvPr/>
              </p14:nvContentPartPr>
              <p14:xfrm>
                <a:off x="5295423" y="700393"/>
                <a:ext cx="34920" cy="169200"/>
              </p14:xfrm>
            </p:contentPart>
          </mc:Choice>
          <mc:Fallback xmlns="">
            <p:pic>
              <p:nvPicPr>
                <p:cNvPr id="78" name="Ink 77">
                  <a:extLst>
                    <a:ext uri="{FF2B5EF4-FFF2-40B4-BE49-F238E27FC236}">
                      <a16:creationId xmlns:a16="http://schemas.microsoft.com/office/drawing/2014/main" id="{C26B29F8-4511-F979-E8FD-7596483399B9}"/>
                    </a:ext>
                  </a:extLst>
                </p:cNvPr>
                <p:cNvPicPr/>
                <p:nvPr/>
              </p:nvPicPr>
              <p:blipFill>
                <a:blip r:embed="rId61"/>
                <a:stretch>
                  <a:fillRect/>
                </a:stretch>
              </p:blipFill>
              <p:spPr>
                <a:xfrm>
                  <a:off x="5277423" y="682393"/>
                  <a:ext cx="7056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283C3B7C-F852-89CB-BC57-4C90186AAD67}"/>
                    </a:ext>
                  </a:extLst>
                </p14:cNvPr>
                <p14:cNvContentPartPr/>
                <p14:nvPr/>
              </p14:nvContentPartPr>
              <p14:xfrm>
                <a:off x="5296863" y="696433"/>
                <a:ext cx="194040" cy="171360"/>
              </p14:xfrm>
            </p:contentPart>
          </mc:Choice>
          <mc:Fallback xmlns="">
            <p:pic>
              <p:nvPicPr>
                <p:cNvPr id="79" name="Ink 78">
                  <a:extLst>
                    <a:ext uri="{FF2B5EF4-FFF2-40B4-BE49-F238E27FC236}">
                      <a16:creationId xmlns:a16="http://schemas.microsoft.com/office/drawing/2014/main" id="{283C3B7C-F852-89CB-BC57-4C90186AAD67}"/>
                    </a:ext>
                  </a:extLst>
                </p:cNvPr>
                <p:cNvPicPr/>
                <p:nvPr/>
              </p:nvPicPr>
              <p:blipFill>
                <a:blip r:embed="rId63"/>
                <a:stretch>
                  <a:fillRect/>
                </a:stretch>
              </p:blipFill>
              <p:spPr>
                <a:xfrm>
                  <a:off x="5279223" y="678793"/>
                  <a:ext cx="22968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0" name="Ink 79">
                  <a:extLst>
                    <a:ext uri="{FF2B5EF4-FFF2-40B4-BE49-F238E27FC236}">
                      <a16:creationId xmlns:a16="http://schemas.microsoft.com/office/drawing/2014/main" id="{DA3779AC-74BA-0900-CCF3-525D840C7FFE}"/>
                    </a:ext>
                  </a:extLst>
                </p14:cNvPr>
                <p14:cNvContentPartPr/>
                <p14:nvPr/>
              </p14:nvContentPartPr>
              <p14:xfrm>
                <a:off x="5499903" y="863113"/>
                <a:ext cx="127080" cy="46080"/>
              </p14:xfrm>
            </p:contentPart>
          </mc:Choice>
          <mc:Fallback xmlns="">
            <p:pic>
              <p:nvPicPr>
                <p:cNvPr id="80" name="Ink 79">
                  <a:extLst>
                    <a:ext uri="{FF2B5EF4-FFF2-40B4-BE49-F238E27FC236}">
                      <a16:creationId xmlns:a16="http://schemas.microsoft.com/office/drawing/2014/main" id="{DA3779AC-74BA-0900-CCF3-525D840C7FFE}"/>
                    </a:ext>
                  </a:extLst>
                </p:cNvPr>
                <p:cNvPicPr/>
                <p:nvPr/>
              </p:nvPicPr>
              <p:blipFill>
                <a:blip r:embed="rId65"/>
                <a:stretch>
                  <a:fillRect/>
                </a:stretch>
              </p:blipFill>
              <p:spPr>
                <a:xfrm>
                  <a:off x="5482263" y="845113"/>
                  <a:ext cx="1627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1" name="Ink 80">
                  <a:extLst>
                    <a:ext uri="{FF2B5EF4-FFF2-40B4-BE49-F238E27FC236}">
                      <a16:creationId xmlns:a16="http://schemas.microsoft.com/office/drawing/2014/main" id="{9CAF0027-F011-0AF0-8111-1D76EC5D00CC}"/>
                    </a:ext>
                  </a:extLst>
                </p14:cNvPr>
                <p14:cNvContentPartPr/>
                <p14:nvPr/>
              </p14:nvContentPartPr>
              <p14:xfrm>
                <a:off x="5628063" y="729193"/>
                <a:ext cx="28440" cy="163080"/>
              </p14:xfrm>
            </p:contentPart>
          </mc:Choice>
          <mc:Fallback xmlns="">
            <p:pic>
              <p:nvPicPr>
                <p:cNvPr id="81" name="Ink 80">
                  <a:extLst>
                    <a:ext uri="{FF2B5EF4-FFF2-40B4-BE49-F238E27FC236}">
                      <a16:creationId xmlns:a16="http://schemas.microsoft.com/office/drawing/2014/main" id="{9CAF0027-F011-0AF0-8111-1D76EC5D00CC}"/>
                    </a:ext>
                  </a:extLst>
                </p:cNvPr>
                <p:cNvPicPr/>
                <p:nvPr/>
              </p:nvPicPr>
              <p:blipFill>
                <a:blip r:embed="rId67"/>
                <a:stretch>
                  <a:fillRect/>
                </a:stretch>
              </p:blipFill>
              <p:spPr>
                <a:xfrm>
                  <a:off x="5610423" y="711193"/>
                  <a:ext cx="6408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2" name="Ink 81">
                  <a:extLst>
                    <a:ext uri="{FF2B5EF4-FFF2-40B4-BE49-F238E27FC236}">
                      <a16:creationId xmlns:a16="http://schemas.microsoft.com/office/drawing/2014/main" id="{C0CAF8C3-81ED-2BAA-22C0-98B0D7F7FE8D}"/>
                    </a:ext>
                  </a:extLst>
                </p14:cNvPr>
                <p14:cNvContentPartPr/>
                <p14:nvPr/>
              </p14:nvContentPartPr>
              <p14:xfrm>
                <a:off x="5659743" y="684553"/>
                <a:ext cx="202680" cy="122760"/>
              </p14:xfrm>
            </p:contentPart>
          </mc:Choice>
          <mc:Fallback xmlns="">
            <p:pic>
              <p:nvPicPr>
                <p:cNvPr id="82" name="Ink 81">
                  <a:extLst>
                    <a:ext uri="{FF2B5EF4-FFF2-40B4-BE49-F238E27FC236}">
                      <a16:creationId xmlns:a16="http://schemas.microsoft.com/office/drawing/2014/main" id="{C0CAF8C3-81ED-2BAA-22C0-98B0D7F7FE8D}"/>
                    </a:ext>
                  </a:extLst>
                </p:cNvPr>
                <p:cNvPicPr/>
                <p:nvPr/>
              </p:nvPicPr>
              <p:blipFill>
                <a:blip r:embed="rId69"/>
                <a:stretch>
                  <a:fillRect/>
                </a:stretch>
              </p:blipFill>
              <p:spPr>
                <a:xfrm>
                  <a:off x="5642103" y="666553"/>
                  <a:ext cx="23832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3" name="Ink 82">
                  <a:extLst>
                    <a:ext uri="{FF2B5EF4-FFF2-40B4-BE49-F238E27FC236}">
                      <a16:creationId xmlns:a16="http://schemas.microsoft.com/office/drawing/2014/main" id="{2740EF8E-42DE-0F72-092F-027C187095BE}"/>
                    </a:ext>
                  </a:extLst>
                </p14:cNvPr>
                <p14:cNvContentPartPr/>
                <p14:nvPr/>
              </p14:nvContentPartPr>
              <p14:xfrm>
                <a:off x="5831463" y="719833"/>
                <a:ext cx="38160" cy="141480"/>
              </p14:xfrm>
            </p:contentPart>
          </mc:Choice>
          <mc:Fallback xmlns="">
            <p:pic>
              <p:nvPicPr>
                <p:cNvPr id="83" name="Ink 82">
                  <a:extLst>
                    <a:ext uri="{FF2B5EF4-FFF2-40B4-BE49-F238E27FC236}">
                      <a16:creationId xmlns:a16="http://schemas.microsoft.com/office/drawing/2014/main" id="{2740EF8E-42DE-0F72-092F-027C187095BE}"/>
                    </a:ext>
                  </a:extLst>
                </p:cNvPr>
                <p:cNvPicPr/>
                <p:nvPr/>
              </p:nvPicPr>
              <p:blipFill>
                <a:blip r:embed="rId71"/>
                <a:stretch>
                  <a:fillRect/>
                </a:stretch>
              </p:blipFill>
              <p:spPr>
                <a:xfrm>
                  <a:off x="5813823" y="702193"/>
                  <a:ext cx="738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4" name="Ink 83">
                  <a:extLst>
                    <a:ext uri="{FF2B5EF4-FFF2-40B4-BE49-F238E27FC236}">
                      <a16:creationId xmlns:a16="http://schemas.microsoft.com/office/drawing/2014/main" id="{33D3514B-112C-C776-249A-63FEE39C3A4F}"/>
                    </a:ext>
                  </a:extLst>
                </p14:cNvPr>
                <p14:cNvContentPartPr/>
                <p14:nvPr/>
              </p14:nvContentPartPr>
              <p14:xfrm>
                <a:off x="5853063" y="846553"/>
                <a:ext cx="168120" cy="49680"/>
              </p14:xfrm>
            </p:contentPart>
          </mc:Choice>
          <mc:Fallback xmlns="">
            <p:pic>
              <p:nvPicPr>
                <p:cNvPr id="84" name="Ink 83">
                  <a:extLst>
                    <a:ext uri="{FF2B5EF4-FFF2-40B4-BE49-F238E27FC236}">
                      <a16:creationId xmlns:a16="http://schemas.microsoft.com/office/drawing/2014/main" id="{33D3514B-112C-C776-249A-63FEE39C3A4F}"/>
                    </a:ext>
                  </a:extLst>
                </p:cNvPr>
                <p:cNvPicPr/>
                <p:nvPr/>
              </p:nvPicPr>
              <p:blipFill>
                <a:blip r:embed="rId73"/>
                <a:stretch>
                  <a:fillRect/>
                </a:stretch>
              </p:blipFill>
              <p:spPr>
                <a:xfrm>
                  <a:off x="5835423" y="828913"/>
                  <a:ext cx="20376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85" name="Ink 84">
                  <a:extLst>
                    <a:ext uri="{FF2B5EF4-FFF2-40B4-BE49-F238E27FC236}">
                      <a16:creationId xmlns:a16="http://schemas.microsoft.com/office/drawing/2014/main" id="{E98CE110-7B64-9785-D79A-F8108DB993E9}"/>
                    </a:ext>
                  </a:extLst>
                </p14:cNvPr>
                <p14:cNvContentPartPr/>
                <p14:nvPr/>
              </p14:nvContentPartPr>
              <p14:xfrm>
                <a:off x="6021543" y="709393"/>
                <a:ext cx="30600" cy="195480"/>
              </p14:xfrm>
            </p:contentPart>
          </mc:Choice>
          <mc:Fallback xmlns="">
            <p:pic>
              <p:nvPicPr>
                <p:cNvPr id="85" name="Ink 84">
                  <a:extLst>
                    <a:ext uri="{FF2B5EF4-FFF2-40B4-BE49-F238E27FC236}">
                      <a16:creationId xmlns:a16="http://schemas.microsoft.com/office/drawing/2014/main" id="{E98CE110-7B64-9785-D79A-F8108DB993E9}"/>
                    </a:ext>
                  </a:extLst>
                </p:cNvPr>
                <p:cNvPicPr/>
                <p:nvPr/>
              </p:nvPicPr>
              <p:blipFill>
                <a:blip r:embed="rId75"/>
                <a:stretch>
                  <a:fillRect/>
                </a:stretch>
              </p:blipFill>
              <p:spPr>
                <a:xfrm>
                  <a:off x="6003543" y="691753"/>
                  <a:ext cx="6624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86" name="Ink 85">
                  <a:extLst>
                    <a:ext uri="{FF2B5EF4-FFF2-40B4-BE49-F238E27FC236}">
                      <a16:creationId xmlns:a16="http://schemas.microsoft.com/office/drawing/2014/main" id="{C17947F7-E4C8-9340-BC91-B9B6368C52F4}"/>
                    </a:ext>
                  </a:extLst>
                </p14:cNvPr>
                <p14:cNvContentPartPr/>
                <p14:nvPr/>
              </p14:nvContentPartPr>
              <p14:xfrm>
                <a:off x="5989503" y="711913"/>
                <a:ext cx="156960" cy="27720"/>
              </p14:xfrm>
            </p:contentPart>
          </mc:Choice>
          <mc:Fallback xmlns="">
            <p:pic>
              <p:nvPicPr>
                <p:cNvPr id="86" name="Ink 85">
                  <a:extLst>
                    <a:ext uri="{FF2B5EF4-FFF2-40B4-BE49-F238E27FC236}">
                      <a16:creationId xmlns:a16="http://schemas.microsoft.com/office/drawing/2014/main" id="{C17947F7-E4C8-9340-BC91-B9B6368C52F4}"/>
                    </a:ext>
                  </a:extLst>
                </p:cNvPr>
                <p:cNvPicPr/>
                <p:nvPr/>
              </p:nvPicPr>
              <p:blipFill>
                <a:blip r:embed="rId77"/>
                <a:stretch>
                  <a:fillRect/>
                </a:stretch>
              </p:blipFill>
              <p:spPr>
                <a:xfrm>
                  <a:off x="5971503" y="694273"/>
                  <a:ext cx="19260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87" name="Ink 86">
                  <a:extLst>
                    <a:ext uri="{FF2B5EF4-FFF2-40B4-BE49-F238E27FC236}">
                      <a16:creationId xmlns:a16="http://schemas.microsoft.com/office/drawing/2014/main" id="{4CB16ED8-DE63-F409-6869-0656A12092CF}"/>
                    </a:ext>
                  </a:extLst>
                </p14:cNvPr>
                <p14:cNvContentPartPr/>
                <p14:nvPr/>
              </p14:nvContentPartPr>
              <p14:xfrm>
                <a:off x="6167343" y="712993"/>
                <a:ext cx="10080" cy="168480"/>
              </p14:xfrm>
            </p:contentPart>
          </mc:Choice>
          <mc:Fallback xmlns="">
            <p:pic>
              <p:nvPicPr>
                <p:cNvPr id="87" name="Ink 86">
                  <a:extLst>
                    <a:ext uri="{FF2B5EF4-FFF2-40B4-BE49-F238E27FC236}">
                      <a16:creationId xmlns:a16="http://schemas.microsoft.com/office/drawing/2014/main" id="{4CB16ED8-DE63-F409-6869-0656A12092CF}"/>
                    </a:ext>
                  </a:extLst>
                </p:cNvPr>
                <p:cNvPicPr/>
                <p:nvPr/>
              </p:nvPicPr>
              <p:blipFill>
                <a:blip r:embed="rId79"/>
                <a:stretch>
                  <a:fillRect/>
                </a:stretch>
              </p:blipFill>
              <p:spPr>
                <a:xfrm>
                  <a:off x="6149343" y="695353"/>
                  <a:ext cx="4572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88" name="Ink 87">
                  <a:extLst>
                    <a:ext uri="{FF2B5EF4-FFF2-40B4-BE49-F238E27FC236}">
                      <a16:creationId xmlns:a16="http://schemas.microsoft.com/office/drawing/2014/main" id="{4B0B8EED-3FAC-F90C-4D45-277CC242BD60}"/>
                    </a:ext>
                  </a:extLst>
                </p14:cNvPr>
                <p14:cNvContentPartPr/>
                <p14:nvPr/>
              </p14:nvContentPartPr>
              <p14:xfrm>
                <a:off x="6192903" y="812713"/>
                <a:ext cx="276120" cy="37440"/>
              </p14:xfrm>
            </p:contentPart>
          </mc:Choice>
          <mc:Fallback xmlns="">
            <p:pic>
              <p:nvPicPr>
                <p:cNvPr id="88" name="Ink 87">
                  <a:extLst>
                    <a:ext uri="{FF2B5EF4-FFF2-40B4-BE49-F238E27FC236}">
                      <a16:creationId xmlns:a16="http://schemas.microsoft.com/office/drawing/2014/main" id="{4B0B8EED-3FAC-F90C-4D45-277CC242BD60}"/>
                    </a:ext>
                  </a:extLst>
                </p:cNvPr>
                <p:cNvPicPr/>
                <p:nvPr/>
              </p:nvPicPr>
              <p:blipFill>
                <a:blip r:embed="rId81"/>
                <a:stretch>
                  <a:fillRect/>
                </a:stretch>
              </p:blipFill>
              <p:spPr>
                <a:xfrm>
                  <a:off x="6174903" y="794713"/>
                  <a:ext cx="31176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9" name="Ink 88">
                  <a:extLst>
                    <a:ext uri="{FF2B5EF4-FFF2-40B4-BE49-F238E27FC236}">
                      <a16:creationId xmlns:a16="http://schemas.microsoft.com/office/drawing/2014/main" id="{0E87FA3E-4F97-39BC-3BAA-EAE0E271515A}"/>
                    </a:ext>
                  </a:extLst>
                </p14:cNvPr>
                <p14:cNvContentPartPr/>
                <p14:nvPr/>
              </p14:nvContentPartPr>
              <p14:xfrm>
                <a:off x="4879623" y="931873"/>
                <a:ext cx="90360" cy="5400"/>
              </p14:xfrm>
            </p:contentPart>
          </mc:Choice>
          <mc:Fallback xmlns="">
            <p:pic>
              <p:nvPicPr>
                <p:cNvPr id="89" name="Ink 88">
                  <a:extLst>
                    <a:ext uri="{FF2B5EF4-FFF2-40B4-BE49-F238E27FC236}">
                      <a16:creationId xmlns:a16="http://schemas.microsoft.com/office/drawing/2014/main" id="{0E87FA3E-4F97-39BC-3BAA-EAE0E271515A}"/>
                    </a:ext>
                  </a:extLst>
                </p:cNvPr>
                <p:cNvPicPr/>
                <p:nvPr/>
              </p:nvPicPr>
              <p:blipFill>
                <a:blip r:embed="rId83"/>
                <a:stretch>
                  <a:fillRect/>
                </a:stretch>
              </p:blipFill>
              <p:spPr>
                <a:xfrm>
                  <a:off x="4861623" y="913873"/>
                  <a:ext cx="1260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91" name="Ink 90">
                  <a:extLst>
                    <a:ext uri="{FF2B5EF4-FFF2-40B4-BE49-F238E27FC236}">
                      <a16:creationId xmlns:a16="http://schemas.microsoft.com/office/drawing/2014/main" id="{8D8EACA3-20E2-164E-AF0E-712A99850527}"/>
                    </a:ext>
                  </a:extLst>
                </p14:cNvPr>
                <p14:cNvContentPartPr/>
                <p14:nvPr/>
              </p14:nvContentPartPr>
              <p14:xfrm>
                <a:off x="4838583" y="464233"/>
                <a:ext cx="96840" cy="163800"/>
              </p14:xfrm>
            </p:contentPart>
          </mc:Choice>
          <mc:Fallback xmlns="">
            <p:pic>
              <p:nvPicPr>
                <p:cNvPr id="91" name="Ink 90">
                  <a:extLst>
                    <a:ext uri="{FF2B5EF4-FFF2-40B4-BE49-F238E27FC236}">
                      <a16:creationId xmlns:a16="http://schemas.microsoft.com/office/drawing/2014/main" id="{8D8EACA3-20E2-164E-AF0E-712A99850527}"/>
                    </a:ext>
                  </a:extLst>
                </p:cNvPr>
                <p:cNvPicPr/>
                <p:nvPr/>
              </p:nvPicPr>
              <p:blipFill>
                <a:blip r:embed="rId85"/>
                <a:stretch>
                  <a:fillRect/>
                </a:stretch>
              </p:blipFill>
              <p:spPr>
                <a:xfrm>
                  <a:off x="4820943" y="446593"/>
                  <a:ext cx="13248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92" name="Ink 91">
                  <a:extLst>
                    <a:ext uri="{FF2B5EF4-FFF2-40B4-BE49-F238E27FC236}">
                      <a16:creationId xmlns:a16="http://schemas.microsoft.com/office/drawing/2014/main" id="{81B9FB45-8414-B20F-77E9-5A88812B43B8}"/>
                    </a:ext>
                  </a:extLst>
                </p14:cNvPr>
                <p14:cNvContentPartPr/>
                <p14:nvPr/>
              </p14:nvContentPartPr>
              <p14:xfrm>
                <a:off x="4964583" y="509953"/>
                <a:ext cx="30240" cy="40320"/>
              </p14:xfrm>
            </p:contentPart>
          </mc:Choice>
          <mc:Fallback xmlns="">
            <p:pic>
              <p:nvPicPr>
                <p:cNvPr id="92" name="Ink 91">
                  <a:extLst>
                    <a:ext uri="{FF2B5EF4-FFF2-40B4-BE49-F238E27FC236}">
                      <a16:creationId xmlns:a16="http://schemas.microsoft.com/office/drawing/2014/main" id="{81B9FB45-8414-B20F-77E9-5A88812B43B8}"/>
                    </a:ext>
                  </a:extLst>
                </p:cNvPr>
                <p:cNvPicPr/>
                <p:nvPr/>
              </p:nvPicPr>
              <p:blipFill>
                <a:blip r:embed="rId87"/>
                <a:stretch>
                  <a:fillRect/>
                </a:stretch>
              </p:blipFill>
              <p:spPr>
                <a:xfrm>
                  <a:off x="4946583" y="491953"/>
                  <a:ext cx="6588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93" name="Ink 92">
                  <a:extLst>
                    <a:ext uri="{FF2B5EF4-FFF2-40B4-BE49-F238E27FC236}">
                      <a16:creationId xmlns:a16="http://schemas.microsoft.com/office/drawing/2014/main" id="{3532EA88-D17E-9537-3F80-93C35B8849CA}"/>
                    </a:ext>
                  </a:extLst>
                </p14:cNvPr>
                <p14:cNvContentPartPr/>
                <p14:nvPr/>
              </p14:nvContentPartPr>
              <p14:xfrm>
                <a:off x="5032983" y="457753"/>
                <a:ext cx="76320" cy="105480"/>
              </p14:xfrm>
            </p:contentPart>
          </mc:Choice>
          <mc:Fallback xmlns="">
            <p:pic>
              <p:nvPicPr>
                <p:cNvPr id="93" name="Ink 92">
                  <a:extLst>
                    <a:ext uri="{FF2B5EF4-FFF2-40B4-BE49-F238E27FC236}">
                      <a16:creationId xmlns:a16="http://schemas.microsoft.com/office/drawing/2014/main" id="{3532EA88-D17E-9537-3F80-93C35B8849CA}"/>
                    </a:ext>
                  </a:extLst>
                </p:cNvPr>
                <p:cNvPicPr/>
                <p:nvPr/>
              </p:nvPicPr>
              <p:blipFill>
                <a:blip r:embed="rId89"/>
                <a:stretch>
                  <a:fillRect/>
                </a:stretch>
              </p:blipFill>
              <p:spPr>
                <a:xfrm>
                  <a:off x="5015343" y="439753"/>
                  <a:ext cx="111960" cy="14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0">
            <p14:nvContentPartPr>
              <p14:cNvPr id="95" name="Ink 94">
                <a:extLst>
                  <a:ext uri="{FF2B5EF4-FFF2-40B4-BE49-F238E27FC236}">
                    <a16:creationId xmlns:a16="http://schemas.microsoft.com/office/drawing/2014/main" id="{F6086012-12E6-B37D-86DF-F959BCF4F866}"/>
                  </a:ext>
                </a:extLst>
              </p14:cNvPr>
              <p14:cNvContentPartPr/>
              <p14:nvPr/>
            </p14:nvContentPartPr>
            <p14:xfrm>
              <a:off x="2106903" y="1907473"/>
              <a:ext cx="1222560" cy="48960"/>
            </p14:xfrm>
          </p:contentPart>
        </mc:Choice>
        <mc:Fallback xmlns="">
          <p:pic>
            <p:nvPicPr>
              <p:cNvPr id="95" name="Ink 94">
                <a:extLst>
                  <a:ext uri="{FF2B5EF4-FFF2-40B4-BE49-F238E27FC236}">
                    <a16:creationId xmlns:a16="http://schemas.microsoft.com/office/drawing/2014/main" id="{F6086012-12E6-B37D-86DF-F959BCF4F866}"/>
                  </a:ext>
                </a:extLst>
              </p:cNvPr>
              <p:cNvPicPr/>
              <p:nvPr/>
            </p:nvPicPr>
            <p:blipFill>
              <a:blip r:embed="rId91"/>
              <a:stretch>
                <a:fillRect/>
              </a:stretch>
            </p:blipFill>
            <p:spPr>
              <a:xfrm>
                <a:off x="2053263" y="1799833"/>
                <a:ext cx="133020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96" name="Ink 95">
                <a:extLst>
                  <a:ext uri="{FF2B5EF4-FFF2-40B4-BE49-F238E27FC236}">
                    <a16:creationId xmlns:a16="http://schemas.microsoft.com/office/drawing/2014/main" id="{8F2BFF25-7D28-65F8-AAF0-4DCC588DB484}"/>
                  </a:ext>
                </a:extLst>
              </p14:cNvPr>
              <p14:cNvContentPartPr/>
              <p14:nvPr/>
            </p14:nvContentPartPr>
            <p14:xfrm>
              <a:off x="3454383" y="1754473"/>
              <a:ext cx="81000" cy="27720"/>
            </p14:xfrm>
          </p:contentPart>
        </mc:Choice>
        <mc:Fallback xmlns="">
          <p:pic>
            <p:nvPicPr>
              <p:cNvPr id="96" name="Ink 95">
                <a:extLst>
                  <a:ext uri="{FF2B5EF4-FFF2-40B4-BE49-F238E27FC236}">
                    <a16:creationId xmlns:a16="http://schemas.microsoft.com/office/drawing/2014/main" id="{8F2BFF25-7D28-65F8-AAF0-4DCC588DB484}"/>
                  </a:ext>
                </a:extLst>
              </p:cNvPr>
              <p:cNvPicPr/>
              <p:nvPr/>
            </p:nvPicPr>
            <p:blipFill>
              <a:blip r:embed="rId93"/>
              <a:stretch>
                <a:fillRect/>
              </a:stretch>
            </p:blipFill>
            <p:spPr>
              <a:xfrm>
                <a:off x="3400383" y="1646473"/>
                <a:ext cx="18864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97" name="Ink 96">
                <a:extLst>
                  <a:ext uri="{FF2B5EF4-FFF2-40B4-BE49-F238E27FC236}">
                    <a16:creationId xmlns:a16="http://schemas.microsoft.com/office/drawing/2014/main" id="{40B9EB5E-E337-C137-1F70-D282E31AFB7D}"/>
                  </a:ext>
                </a:extLst>
              </p14:cNvPr>
              <p14:cNvContentPartPr/>
              <p14:nvPr/>
            </p14:nvContentPartPr>
            <p14:xfrm>
              <a:off x="3360423" y="1787233"/>
              <a:ext cx="73440" cy="1011240"/>
            </p14:xfrm>
          </p:contentPart>
        </mc:Choice>
        <mc:Fallback xmlns="">
          <p:pic>
            <p:nvPicPr>
              <p:cNvPr id="97" name="Ink 96">
                <a:extLst>
                  <a:ext uri="{FF2B5EF4-FFF2-40B4-BE49-F238E27FC236}">
                    <a16:creationId xmlns:a16="http://schemas.microsoft.com/office/drawing/2014/main" id="{40B9EB5E-E337-C137-1F70-D282E31AFB7D}"/>
                  </a:ext>
                </a:extLst>
              </p:cNvPr>
              <p:cNvPicPr/>
              <p:nvPr/>
            </p:nvPicPr>
            <p:blipFill>
              <a:blip r:embed="rId95"/>
              <a:stretch>
                <a:fillRect/>
              </a:stretch>
            </p:blipFill>
            <p:spPr>
              <a:xfrm>
                <a:off x="3306783" y="1679593"/>
                <a:ext cx="181080" cy="12268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98" name="Ink 97">
                <a:extLst>
                  <a:ext uri="{FF2B5EF4-FFF2-40B4-BE49-F238E27FC236}">
                    <a16:creationId xmlns:a16="http://schemas.microsoft.com/office/drawing/2014/main" id="{CA3EACD8-B428-4A5D-C4C9-83361503EC51}"/>
                  </a:ext>
                </a:extLst>
              </p14:cNvPr>
              <p14:cNvContentPartPr/>
              <p14:nvPr/>
            </p14:nvContentPartPr>
            <p14:xfrm>
              <a:off x="3359703" y="3550513"/>
              <a:ext cx="279000" cy="399960"/>
            </p14:xfrm>
          </p:contentPart>
        </mc:Choice>
        <mc:Fallback xmlns="">
          <p:pic>
            <p:nvPicPr>
              <p:cNvPr id="98" name="Ink 97">
                <a:extLst>
                  <a:ext uri="{FF2B5EF4-FFF2-40B4-BE49-F238E27FC236}">
                    <a16:creationId xmlns:a16="http://schemas.microsoft.com/office/drawing/2014/main" id="{CA3EACD8-B428-4A5D-C4C9-83361503EC51}"/>
                  </a:ext>
                </a:extLst>
              </p:cNvPr>
              <p:cNvPicPr/>
              <p:nvPr/>
            </p:nvPicPr>
            <p:blipFill>
              <a:blip r:embed="rId97"/>
              <a:stretch>
                <a:fillRect/>
              </a:stretch>
            </p:blipFill>
            <p:spPr>
              <a:xfrm>
                <a:off x="3306063" y="3442513"/>
                <a:ext cx="386640" cy="6156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99" name="Ink 98">
                <a:extLst>
                  <a:ext uri="{FF2B5EF4-FFF2-40B4-BE49-F238E27FC236}">
                    <a16:creationId xmlns:a16="http://schemas.microsoft.com/office/drawing/2014/main" id="{149BE6B2-AFFE-FFC3-3E44-03CDECCA2967}"/>
                  </a:ext>
                </a:extLst>
              </p14:cNvPr>
              <p14:cNvContentPartPr/>
              <p14:nvPr/>
            </p14:nvContentPartPr>
            <p14:xfrm>
              <a:off x="3970983" y="979033"/>
              <a:ext cx="795960" cy="1270440"/>
            </p14:xfrm>
          </p:contentPart>
        </mc:Choice>
        <mc:Fallback xmlns="">
          <p:pic>
            <p:nvPicPr>
              <p:cNvPr id="99" name="Ink 98">
                <a:extLst>
                  <a:ext uri="{FF2B5EF4-FFF2-40B4-BE49-F238E27FC236}">
                    <a16:creationId xmlns:a16="http://schemas.microsoft.com/office/drawing/2014/main" id="{149BE6B2-AFFE-FFC3-3E44-03CDECCA2967}"/>
                  </a:ext>
                </a:extLst>
              </p:cNvPr>
              <p:cNvPicPr/>
              <p:nvPr/>
            </p:nvPicPr>
            <p:blipFill>
              <a:blip r:embed="rId99"/>
              <a:stretch>
                <a:fillRect/>
              </a:stretch>
            </p:blipFill>
            <p:spPr>
              <a:xfrm>
                <a:off x="3907983" y="916033"/>
                <a:ext cx="921600" cy="13960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16" name="Ink 115">
                <a:extLst>
                  <a:ext uri="{FF2B5EF4-FFF2-40B4-BE49-F238E27FC236}">
                    <a16:creationId xmlns:a16="http://schemas.microsoft.com/office/drawing/2014/main" id="{F87F139E-6954-901E-FC22-300DAFAA162F}"/>
                  </a:ext>
                </a:extLst>
              </p14:cNvPr>
              <p14:cNvContentPartPr/>
              <p14:nvPr/>
            </p14:nvContentPartPr>
            <p14:xfrm>
              <a:off x="5584863" y="76513"/>
              <a:ext cx="467640" cy="6714720"/>
            </p14:xfrm>
          </p:contentPart>
        </mc:Choice>
        <mc:Fallback xmlns="">
          <p:pic>
            <p:nvPicPr>
              <p:cNvPr id="116" name="Ink 115">
                <a:extLst>
                  <a:ext uri="{FF2B5EF4-FFF2-40B4-BE49-F238E27FC236}">
                    <a16:creationId xmlns:a16="http://schemas.microsoft.com/office/drawing/2014/main" id="{F87F139E-6954-901E-FC22-300DAFAA162F}"/>
                  </a:ext>
                </a:extLst>
              </p:cNvPr>
              <p:cNvPicPr/>
              <p:nvPr/>
            </p:nvPicPr>
            <p:blipFill>
              <a:blip r:embed="rId101"/>
              <a:stretch>
                <a:fillRect/>
              </a:stretch>
            </p:blipFill>
            <p:spPr>
              <a:xfrm>
                <a:off x="5567223" y="58873"/>
                <a:ext cx="503280" cy="6750360"/>
              </a:xfrm>
              <a:prstGeom prst="rect">
                <a:avLst/>
              </a:prstGeom>
            </p:spPr>
          </p:pic>
        </mc:Fallback>
      </mc:AlternateContent>
      <p:grpSp>
        <p:nvGrpSpPr>
          <p:cNvPr id="126" name="Group 125">
            <a:extLst>
              <a:ext uri="{FF2B5EF4-FFF2-40B4-BE49-F238E27FC236}">
                <a16:creationId xmlns:a16="http://schemas.microsoft.com/office/drawing/2014/main" id="{69B76C82-A600-2CE8-A7E3-2744B5E51695}"/>
              </a:ext>
            </a:extLst>
          </p:cNvPr>
          <p:cNvGrpSpPr/>
          <p:nvPr/>
        </p:nvGrpSpPr>
        <p:grpSpPr>
          <a:xfrm>
            <a:off x="3129663" y="5213353"/>
            <a:ext cx="2574720" cy="255960"/>
            <a:chOff x="3129663" y="5213353"/>
            <a:chExt cx="2574720" cy="255960"/>
          </a:xfrm>
        </p:grpSpPr>
        <mc:AlternateContent xmlns:mc="http://schemas.openxmlformats.org/markup-compatibility/2006" xmlns:p14="http://schemas.microsoft.com/office/powerpoint/2010/main">
          <mc:Choice Requires="p14">
            <p:contentPart p14:bwMode="auto" r:id="rId102">
              <p14:nvContentPartPr>
                <p14:cNvPr id="121" name="Ink 120">
                  <a:extLst>
                    <a:ext uri="{FF2B5EF4-FFF2-40B4-BE49-F238E27FC236}">
                      <a16:creationId xmlns:a16="http://schemas.microsoft.com/office/drawing/2014/main" id="{5DB3B536-4306-D63D-2FB0-022E92AB555E}"/>
                    </a:ext>
                  </a:extLst>
                </p14:cNvPr>
                <p14:cNvContentPartPr/>
                <p14:nvPr/>
              </p14:nvContentPartPr>
              <p14:xfrm>
                <a:off x="3129663" y="5316313"/>
                <a:ext cx="2374560" cy="28800"/>
              </p14:xfrm>
            </p:contentPart>
          </mc:Choice>
          <mc:Fallback xmlns="">
            <p:pic>
              <p:nvPicPr>
                <p:cNvPr id="121" name="Ink 120">
                  <a:extLst>
                    <a:ext uri="{FF2B5EF4-FFF2-40B4-BE49-F238E27FC236}">
                      <a16:creationId xmlns:a16="http://schemas.microsoft.com/office/drawing/2014/main" id="{5DB3B536-4306-D63D-2FB0-022E92AB555E}"/>
                    </a:ext>
                  </a:extLst>
                </p:cNvPr>
                <p:cNvPicPr/>
                <p:nvPr/>
              </p:nvPicPr>
              <p:blipFill>
                <a:blip r:embed="rId103"/>
                <a:stretch>
                  <a:fillRect/>
                </a:stretch>
              </p:blipFill>
              <p:spPr>
                <a:xfrm>
                  <a:off x="3111663" y="5298673"/>
                  <a:ext cx="241020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22" name="Ink 121">
                  <a:extLst>
                    <a:ext uri="{FF2B5EF4-FFF2-40B4-BE49-F238E27FC236}">
                      <a16:creationId xmlns:a16="http://schemas.microsoft.com/office/drawing/2014/main" id="{040130ED-9047-E8BC-1114-7F9FE0FADD1B}"/>
                    </a:ext>
                  </a:extLst>
                </p14:cNvPr>
                <p14:cNvContentPartPr/>
                <p14:nvPr/>
              </p14:nvContentPartPr>
              <p14:xfrm>
                <a:off x="5449503" y="5213353"/>
                <a:ext cx="254880" cy="255960"/>
              </p14:xfrm>
            </p:contentPart>
          </mc:Choice>
          <mc:Fallback xmlns="">
            <p:pic>
              <p:nvPicPr>
                <p:cNvPr id="122" name="Ink 121">
                  <a:extLst>
                    <a:ext uri="{FF2B5EF4-FFF2-40B4-BE49-F238E27FC236}">
                      <a16:creationId xmlns:a16="http://schemas.microsoft.com/office/drawing/2014/main" id="{040130ED-9047-E8BC-1114-7F9FE0FADD1B}"/>
                    </a:ext>
                  </a:extLst>
                </p:cNvPr>
                <p:cNvPicPr/>
                <p:nvPr/>
              </p:nvPicPr>
              <p:blipFill>
                <a:blip r:embed="rId105"/>
                <a:stretch>
                  <a:fillRect/>
                </a:stretch>
              </p:blipFill>
              <p:spPr>
                <a:xfrm>
                  <a:off x="5431863" y="5195353"/>
                  <a:ext cx="290520" cy="291600"/>
                </a:xfrm>
                <a:prstGeom prst="rect">
                  <a:avLst/>
                </a:prstGeom>
              </p:spPr>
            </p:pic>
          </mc:Fallback>
        </mc:AlternateContent>
      </p:grpSp>
      <p:grpSp>
        <p:nvGrpSpPr>
          <p:cNvPr id="125" name="Group 124">
            <a:extLst>
              <a:ext uri="{FF2B5EF4-FFF2-40B4-BE49-F238E27FC236}">
                <a16:creationId xmlns:a16="http://schemas.microsoft.com/office/drawing/2014/main" id="{8BC21296-9F06-FBAC-FF4B-A9BC9BFAEE92}"/>
              </a:ext>
            </a:extLst>
          </p:cNvPr>
          <p:cNvGrpSpPr/>
          <p:nvPr/>
        </p:nvGrpSpPr>
        <p:grpSpPr>
          <a:xfrm>
            <a:off x="219063" y="5095633"/>
            <a:ext cx="2523960" cy="482760"/>
            <a:chOff x="219063" y="5095633"/>
            <a:chExt cx="2523960" cy="482760"/>
          </a:xfrm>
        </p:grpSpPr>
        <mc:AlternateContent xmlns:mc="http://schemas.openxmlformats.org/markup-compatibility/2006" xmlns:p14="http://schemas.microsoft.com/office/powerpoint/2010/main">
          <mc:Choice Requires="p14">
            <p:contentPart p14:bwMode="auto" r:id="rId106">
              <p14:nvContentPartPr>
                <p14:cNvPr id="117" name="Ink 116">
                  <a:extLst>
                    <a:ext uri="{FF2B5EF4-FFF2-40B4-BE49-F238E27FC236}">
                      <a16:creationId xmlns:a16="http://schemas.microsoft.com/office/drawing/2014/main" id="{9F675F17-8B45-0091-73D5-AA81E1B8A025}"/>
                    </a:ext>
                  </a:extLst>
                </p14:cNvPr>
                <p14:cNvContentPartPr/>
                <p14:nvPr/>
              </p14:nvContentPartPr>
              <p14:xfrm>
                <a:off x="2066943" y="5095633"/>
                <a:ext cx="435240" cy="92880"/>
              </p14:xfrm>
            </p:contentPart>
          </mc:Choice>
          <mc:Fallback xmlns="">
            <p:pic>
              <p:nvPicPr>
                <p:cNvPr id="117" name="Ink 116">
                  <a:extLst>
                    <a:ext uri="{FF2B5EF4-FFF2-40B4-BE49-F238E27FC236}">
                      <a16:creationId xmlns:a16="http://schemas.microsoft.com/office/drawing/2014/main" id="{9F675F17-8B45-0091-73D5-AA81E1B8A025}"/>
                    </a:ext>
                  </a:extLst>
                </p:cNvPr>
                <p:cNvPicPr/>
                <p:nvPr/>
              </p:nvPicPr>
              <p:blipFill>
                <a:blip r:embed="rId107"/>
                <a:stretch>
                  <a:fillRect/>
                </a:stretch>
              </p:blipFill>
              <p:spPr>
                <a:xfrm>
                  <a:off x="2048943" y="5077633"/>
                  <a:ext cx="47088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18" name="Ink 117">
                  <a:extLst>
                    <a:ext uri="{FF2B5EF4-FFF2-40B4-BE49-F238E27FC236}">
                      <a16:creationId xmlns:a16="http://schemas.microsoft.com/office/drawing/2014/main" id="{E4C7CB4C-FF02-B967-BBFA-5468F0D11979}"/>
                    </a:ext>
                  </a:extLst>
                </p14:cNvPr>
                <p14:cNvContentPartPr/>
                <p14:nvPr/>
              </p14:nvContentPartPr>
              <p14:xfrm>
                <a:off x="2300583" y="5125153"/>
                <a:ext cx="129960" cy="441360"/>
              </p14:xfrm>
            </p:contentPart>
          </mc:Choice>
          <mc:Fallback xmlns="">
            <p:pic>
              <p:nvPicPr>
                <p:cNvPr id="118" name="Ink 117">
                  <a:extLst>
                    <a:ext uri="{FF2B5EF4-FFF2-40B4-BE49-F238E27FC236}">
                      <a16:creationId xmlns:a16="http://schemas.microsoft.com/office/drawing/2014/main" id="{E4C7CB4C-FF02-B967-BBFA-5468F0D11979}"/>
                    </a:ext>
                  </a:extLst>
                </p:cNvPr>
                <p:cNvPicPr/>
                <p:nvPr/>
              </p:nvPicPr>
              <p:blipFill>
                <a:blip r:embed="rId109"/>
                <a:stretch>
                  <a:fillRect/>
                </a:stretch>
              </p:blipFill>
              <p:spPr>
                <a:xfrm>
                  <a:off x="2282583" y="5107513"/>
                  <a:ext cx="165600" cy="4770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19" name="Ink 118">
                  <a:extLst>
                    <a:ext uri="{FF2B5EF4-FFF2-40B4-BE49-F238E27FC236}">
                      <a16:creationId xmlns:a16="http://schemas.microsoft.com/office/drawing/2014/main" id="{2257C18D-ABCF-CED3-0D58-F4CC6B5CDA42}"/>
                    </a:ext>
                  </a:extLst>
                </p14:cNvPr>
                <p14:cNvContentPartPr/>
                <p14:nvPr/>
              </p14:nvContentPartPr>
              <p14:xfrm>
                <a:off x="2545743" y="5322433"/>
                <a:ext cx="162720" cy="159840"/>
              </p14:xfrm>
            </p:contentPart>
          </mc:Choice>
          <mc:Fallback xmlns="">
            <p:pic>
              <p:nvPicPr>
                <p:cNvPr id="119" name="Ink 118">
                  <a:extLst>
                    <a:ext uri="{FF2B5EF4-FFF2-40B4-BE49-F238E27FC236}">
                      <a16:creationId xmlns:a16="http://schemas.microsoft.com/office/drawing/2014/main" id="{2257C18D-ABCF-CED3-0D58-F4CC6B5CDA42}"/>
                    </a:ext>
                  </a:extLst>
                </p:cNvPr>
                <p:cNvPicPr/>
                <p:nvPr/>
              </p:nvPicPr>
              <p:blipFill>
                <a:blip r:embed="rId111"/>
                <a:stretch>
                  <a:fillRect/>
                </a:stretch>
              </p:blipFill>
              <p:spPr>
                <a:xfrm>
                  <a:off x="2527743" y="5304793"/>
                  <a:ext cx="19836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20" name="Ink 119">
                  <a:extLst>
                    <a:ext uri="{FF2B5EF4-FFF2-40B4-BE49-F238E27FC236}">
                      <a16:creationId xmlns:a16="http://schemas.microsoft.com/office/drawing/2014/main" id="{B614C0AB-922A-C5D1-07F3-1BCAEC23A0E6}"/>
                    </a:ext>
                  </a:extLst>
                </p14:cNvPr>
                <p14:cNvContentPartPr/>
                <p14:nvPr/>
              </p14:nvContentPartPr>
              <p14:xfrm>
                <a:off x="2545023" y="5247553"/>
                <a:ext cx="198000" cy="330840"/>
              </p14:xfrm>
            </p:contentPart>
          </mc:Choice>
          <mc:Fallback xmlns="">
            <p:pic>
              <p:nvPicPr>
                <p:cNvPr id="120" name="Ink 119">
                  <a:extLst>
                    <a:ext uri="{FF2B5EF4-FFF2-40B4-BE49-F238E27FC236}">
                      <a16:creationId xmlns:a16="http://schemas.microsoft.com/office/drawing/2014/main" id="{B614C0AB-922A-C5D1-07F3-1BCAEC23A0E6}"/>
                    </a:ext>
                  </a:extLst>
                </p:cNvPr>
                <p:cNvPicPr/>
                <p:nvPr/>
              </p:nvPicPr>
              <p:blipFill>
                <a:blip r:embed="rId113"/>
                <a:stretch>
                  <a:fillRect/>
                </a:stretch>
              </p:blipFill>
              <p:spPr>
                <a:xfrm>
                  <a:off x="2527383" y="5229553"/>
                  <a:ext cx="23364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23" name="Ink 122">
                  <a:extLst>
                    <a:ext uri="{FF2B5EF4-FFF2-40B4-BE49-F238E27FC236}">
                      <a16:creationId xmlns:a16="http://schemas.microsoft.com/office/drawing/2014/main" id="{A169E5C6-D2F7-FCAC-2497-B308E1F65409}"/>
                    </a:ext>
                  </a:extLst>
                </p14:cNvPr>
                <p14:cNvContentPartPr/>
                <p14:nvPr/>
              </p14:nvContentPartPr>
              <p14:xfrm>
                <a:off x="267663" y="5422153"/>
                <a:ext cx="1621440" cy="82080"/>
              </p14:xfrm>
            </p:contentPart>
          </mc:Choice>
          <mc:Fallback xmlns="">
            <p:pic>
              <p:nvPicPr>
                <p:cNvPr id="123" name="Ink 122">
                  <a:extLst>
                    <a:ext uri="{FF2B5EF4-FFF2-40B4-BE49-F238E27FC236}">
                      <a16:creationId xmlns:a16="http://schemas.microsoft.com/office/drawing/2014/main" id="{A169E5C6-D2F7-FCAC-2497-B308E1F65409}"/>
                    </a:ext>
                  </a:extLst>
                </p:cNvPr>
                <p:cNvPicPr/>
                <p:nvPr/>
              </p:nvPicPr>
              <p:blipFill>
                <a:blip r:embed="rId115"/>
                <a:stretch>
                  <a:fillRect/>
                </a:stretch>
              </p:blipFill>
              <p:spPr>
                <a:xfrm>
                  <a:off x="250023" y="5404153"/>
                  <a:ext cx="165708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24" name="Ink 123">
                  <a:extLst>
                    <a:ext uri="{FF2B5EF4-FFF2-40B4-BE49-F238E27FC236}">
                      <a16:creationId xmlns:a16="http://schemas.microsoft.com/office/drawing/2014/main" id="{14CF5D37-0480-AFB1-CA1E-B581623299A4}"/>
                    </a:ext>
                  </a:extLst>
                </p14:cNvPr>
                <p14:cNvContentPartPr/>
                <p14:nvPr/>
              </p14:nvContentPartPr>
              <p14:xfrm>
                <a:off x="219063" y="5254753"/>
                <a:ext cx="203760" cy="318960"/>
              </p14:xfrm>
            </p:contentPart>
          </mc:Choice>
          <mc:Fallback xmlns="">
            <p:pic>
              <p:nvPicPr>
                <p:cNvPr id="124" name="Ink 123">
                  <a:extLst>
                    <a:ext uri="{FF2B5EF4-FFF2-40B4-BE49-F238E27FC236}">
                      <a16:creationId xmlns:a16="http://schemas.microsoft.com/office/drawing/2014/main" id="{14CF5D37-0480-AFB1-CA1E-B581623299A4}"/>
                    </a:ext>
                  </a:extLst>
                </p:cNvPr>
                <p:cNvPicPr/>
                <p:nvPr/>
              </p:nvPicPr>
              <p:blipFill>
                <a:blip r:embed="rId117"/>
                <a:stretch>
                  <a:fillRect/>
                </a:stretch>
              </p:blipFill>
              <p:spPr>
                <a:xfrm>
                  <a:off x="201423" y="5236753"/>
                  <a:ext cx="239400" cy="354600"/>
                </a:xfrm>
                <a:prstGeom prst="rect">
                  <a:avLst/>
                </a:prstGeom>
              </p:spPr>
            </p:pic>
          </mc:Fallback>
        </mc:AlternateContent>
      </p:grpSp>
      <p:grpSp>
        <p:nvGrpSpPr>
          <p:cNvPr id="137" name="Group 136">
            <a:extLst>
              <a:ext uri="{FF2B5EF4-FFF2-40B4-BE49-F238E27FC236}">
                <a16:creationId xmlns:a16="http://schemas.microsoft.com/office/drawing/2014/main" id="{59DC3F3D-9740-5B9E-2813-23CDAB65D4BE}"/>
              </a:ext>
            </a:extLst>
          </p:cNvPr>
          <p:cNvGrpSpPr/>
          <p:nvPr/>
        </p:nvGrpSpPr>
        <p:grpSpPr>
          <a:xfrm>
            <a:off x="1655823" y="6043153"/>
            <a:ext cx="1797840" cy="371880"/>
            <a:chOff x="1655823" y="6043153"/>
            <a:chExt cx="1797840" cy="371880"/>
          </a:xfrm>
        </p:grpSpPr>
        <mc:AlternateContent xmlns:mc="http://schemas.openxmlformats.org/markup-compatibility/2006" xmlns:p14="http://schemas.microsoft.com/office/powerpoint/2010/main">
          <mc:Choice Requires="p14">
            <p:contentPart p14:bwMode="auto" r:id="rId118">
              <p14:nvContentPartPr>
                <p14:cNvPr id="127" name="Ink 126">
                  <a:extLst>
                    <a:ext uri="{FF2B5EF4-FFF2-40B4-BE49-F238E27FC236}">
                      <a16:creationId xmlns:a16="http://schemas.microsoft.com/office/drawing/2014/main" id="{41489553-2472-87FA-6A23-A4968248729C}"/>
                    </a:ext>
                  </a:extLst>
                </p14:cNvPr>
                <p14:cNvContentPartPr/>
                <p14:nvPr/>
              </p14:nvContentPartPr>
              <p14:xfrm>
                <a:off x="1655823" y="6043153"/>
                <a:ext cx="273960" cy="43200"/>
              </p14:xfrm>
            </p:contentPart>
          </mc:Choice>
          <mc:Fallback xmlns="">
            <p:pic>
              <p:nvPicPr>
                <p:cNvPr id="127" name="Ink 126">
                  <a:extLst>
                    <a:ext uri="{FF2B5EF4-FFF2-40B4-BE49-F238E27FC236}">
                      <a16:creationId xmlns:a16="http://schemas.microsoft.com/office/drawing/2014/main" id="{41489553-2472-87FA-6A23-A4968248729C}"/>
                    </a:ext>
                  </a:extLst>
                </p:cNvPr>
                <p:cNvPicPr/>
                <p:nvPr/>
              </p:nvPicPr>
              <p:blipFill>
                <a:blip r:embed="rId119"/>
                <a:stretch>
                  <a:fillRect/>
                </a:stretch>
              </p:blipFill>
              <p:spPr>
                <a:xfrm>
                  <a:off x="1638183" y="6025513"/>
                  <a:ext cx="30960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28" name="Ink 127">
                  <a:extLst>
                    <a:ext uri="{FF2B5EF4-FFF2-40B4-BE49-F238E27FC236}">
                      <a16:creationId xmlns:a16="http://schemas.microsoft.com/office/drawing/2014/main" id="{6488AE58-B3D6-9ECE-BE64-0C03CFC2D580}"/>
                    </a:ext>
                  </a:extLst>
                </p14:cNvPr>
                <p14:cNvContentPartPr/>
                <p14:nvPr/>
              </p14:nvContentPartPr>
              <p14:xfrm>
                <a:off x="1764543" y="6060073"/>
                <a:ext cx="44640" cy="289440"/>
              </p14:xfrm>
            </p:contentPart>
          </mc:Choice>
          <mc:Fallback xmlns="">
            <p:pic>
              <p:nvPicPr>
                <p:cNvPr id="128" name="Ink 127">
                  <a:extLst>
                    <a:ext uri="{FF2B5EF4-FFF2-40B4-BE49-F238E27FC236}">
                      <a16:creationId xmlns:a16="http://schemas.microsoft.com/office/drawing/2014/main" id="{6488AE58-B3D6-9ECE-BE64-0C03CFC2D580}"/>
                    </a:ext>
                  </a:extLst>
                </p:cNvPr>
                <p:cNvPicPr/>
                <p:nvPr/>
              </p:nvPicPr>
              <p:blipFill>
                <a:blip r:embed="rId121"/>
                <a:stretch>
                  <a:fillRect/>
                </a:stretch>
              </p:blipFill>
              <p:spPr>
                <a:xfrm>
                  <a:off x="1746903" y="6042433"/>
                  <a:ext cx="8028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29" name="Ink 128">
                  <a:extLst>
                    <a:ext uri="{FF2B5EF4-FFF2-40B4-BE49-F238E27FC236}">
                      <a16:creationId xmlns:a16="http://schemas.microsoft.com/office/drawing/2014/main" id="{F167B120-1A8B-1B70-87DC-6121B9291635}"/>
                    </a:ext>
                  </a:extLst>
                </p14:cNvPr>
                <p14:cNvContentPartPr/>
                <p14:nvPr/>
              </p14:nvContentPartPr>
              <p14:xfrm>
                <a:off x="1935183" y="6225673"/>
                <a:ext cx="111960" cy="128880"/>
              </p14:xfrm>
            </p:contentPart>
          </mc:Choice>
          <mc:Fallback xmlns="">
            <p:pic>
              <p:nvPicPr>
                <p:cNvPr id="129" name="Ink 128">
                  <a:extLst>
                    <a:ext uri="{FF2B5EF4-FFF2-40B4-BE49-F238E27FC236}">
                      <a16:creationId xmlns:a16="http://schemas.microsoft.com/office/drawing/2014/main" id="{F167B120-1A8B-1B70-87DC-6121B9291635}"/>
                    </a:ext>
                  </a:extLst>
                </p:cNvPr>
                <p:cNvPicPr/>
                <p:nvPr/>
              </p:nvPicPr>
              <p:blipFill>
                <a:blip r:embed="rId123"/>
                <a:stretch>
                  <a:fillRect/>
                </a:stretch>
              </p:blipFill>
              <p:spPr>
                <a:xfrm>
                  <a:off x="1917183" y="6208033"/>
                  <a:ext cx="1476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30" name="Ink 129">
                  <a:extLst>
                    <a:ext uri="{FF2B5EF4-FFF2-40B4-BE49-F238E27FC236}">
                      <a16:creationId xmlns:a16="http://schemas.microsoft.com/office/drawing/2014/main" id="{240E9544-50FE-4CAC-B37C-1339F5DE2812}"/>
                    </a:ext>
                  </a:extLst>
                </p14:cNvPr>
                <p14:cNvContentPartPr/>
                <p14:nvPr/>
              </p14:nvContentPartPr>
              <p14:xfrm>
                <a:off x="2107263" y="6237553"/>
                <a:ext cx="393840" cy="137160"/>
              </p14:xfrm>
            </p:contentPart>
          </mc:Choice>
          <mc:Fallback xmlns="">
            <p:pic>
              <p:nvPicPr>
                <p:cNvPr id="130" name="Ink 129">
                  <a:extLst>
                    <a:ext uri="{FF2B5EF4-FFF2-40B4-BE49-F238E27FC236}">
                      <a16:creationId xmlns:a16="http://schemas.microsoft.com/office/drawing/2014/main" id="{240E9544-50FE-4CAC-B37C-1339F5DE2812}"/>
                    </a:ext>
                  </a:extLst>
                </p:cNvPr>
                <p:cNvPicPr/>
                <p:nvPr/>
              </p:nvPicPr>
              <p:blipFill>
                <a:blip r:embed="rId125"/>
                <a:stretch>
                  <a:fillRect/>
                </a:stretch>
              </p:blipFill>
              <p:spPr>
                <a:xfrm>
                  <a:off x="2089263" y="6219553"/>
                  <a:ext cx="42948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31" name="Ink 130">
                  <a:extLst>
                    <a:ext uri="{FF2B5EF4-FFF2-40B4-BE49-F238E27FC236}">
                      <a16:creationId xmlns:a16="http://schemas.microsoft.com/office/drawing/2014/main" id="{19065B65-5289-274B-76CF-7D57C7666D24}"/>
                    </a:ext>
                  </a:extLst>
                </p14:cNvPr>
                <p14:cNvContentPartPr/>
                <p14:nvPr/>
              </p14:nvContentPartPr>
              <p14:xfrm>
                <a:off x="2603703" y="6228553"/>
                <a:ext cx="122040" cy="186480"/>
              </p14:xfrm>
            </p:contentPart>
          </mc:Choice>
          <mc:Fallback xmlns="">
            <p:pic>
              <p:nvPicPr>
                <p:cNvPr id="131" name="Ink 130">
                  <a:extLst>
                    <a:ext uri="{FF2B5EF4-FFF2-40B4-BE49-F238E27FC236}">
                      <a16:creationId xmlns:a16="http://schemas.microsoft.com/office/drawing/2014/main" id="{19065B65-5289-274B-76CF-7D57C7666D24}"/>
                    </a:ext>
                  </a:extLst>
                </p:cNvPr>
                <p:cNvPicPr/>
                <p:nvPr/>
              </p:nvPicPr>
              <p:blipFill>
                <a:blip r:embed="rId127"/>
                <a:stretch>
                  <a:fillRect/>
                </a:stretch>
              </p:blipFill>
              <p:spPr>
                <a:xfrm>
                  <a:off x="2585703" y="6210913"/>
                  <a:ext cx="15768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32" name="Ink 131">
                  <a:extLst>
                    <a:ext uri="{FF2B5EF4-FFF2-40B4-BE49-F238E27FC236}">
                      <a16:creationId xmlns:a16="http://schemas.microsoft.com/office/drawing/2014/main" id="{BC25A7F6-E507-91AB-4B9B-93C7D19D3152}"/>
                    </a:ext>
                  </a:extLst>
                </p14:cNvPr>
                <p14:cNvContentPartPr/>
                <p14:nvPr/>
              </p14:nvContentPartPr>
              <p14:xfrm>
                <a:off x="2765343" y="6281113"/>
                <a:ext cx="284400" cy="110160"/>
              </p14:xfrm>
            </p:contentPart>
          </mc:Choice>
          <mc:Fallback xmlns="">
            <p:pic>
              <p:nvPicPr>
                <p:cNvPr id="132" name="Ink 131">
                  <a:extLst>
                    <a:ext uri="{FF2B5EF4-FFF2-40B4-BE49-F238E27FC236}">
                      <a16:creationId xmlns:a16="http://schemas.microsoft.com/office/drawing/2014/main" id="{BC25A7F6-E507-91AB-4B9B-93C7D19D3152}"/>
                    </a:ext>
                  </a:extLst>
                </p:cNvPr>
                <p:cNvPicPr/>
                <p:nvPr/>
              </p:nvPicPr>
              <p:blipFill>
                <a:blip r:embed="rId129"/>
                <a:stretch>
                  <a:fillRect/>
                </a:stretch>
              </p:blipFill>
              <p:spPr>
                <a:xfrm>
                  <a:off x="2747343" y="6263113"/>
                  <a:ext cx="32004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33" name="Ink 132">
                  <a:extLst>
                    <a:ext uri="{FF2B5EF4-FFF2-40B4-BE49-F238E27FC236}">
                      <a16:creationId xmlns:a16="http://schemas.microsoft.com/office/drawing/2014/main" id="{F998D554-5AA6-9E77-D8DB-5FDC9FC2594B}"/>
                    </a:ext>
                  </a:extLst>
                </p14:cNvPr>
                <p14:cNvContentPartPr/>
                <p14:nvPr/>
              </p14:nvContentPartPr>
              <p14:xfrm>
                <a:off x="3181863" y="6325393"/>
                <a:ext cx="28800" cy="82800"/>
              </p14:xfrm>
            </p:contentPart>
          </mc:Choice>
          <mc:Fallback xmlns="">
            <p:pic>
              <p:nvPicPr>
                <p:cNvPr id="133" name="Ink 132">
                  <a:extLst>
                    <a:ext uri="{FF2B5EF4-FFF2-40B4-BE49-F238E27FC236}">
                      <a16:creationId xmlns:a16="http://schemas.microsoft.com/office/drawing/2014/main" id="{F998D554-5AA6-9E77-D8DB-5FDC9FC2594B}"/>
                    </a:ext>
                  </a:extLst>
                </p:cNvPr>
                <p:cNvPicPr/>
                <p:nvPr/>
              </p:nvPicPr>
              <p:blipFill>
                <a:blip r:embed="rId131"/>
                <a:stretch>
                  <a:fillRect/>
                </a:stretch>
              </p:blipFill>
              <p:spPr>
                <a:xfrm>
                  <a:off x="3163863" y="6307393"/>
                  <a:ext cx="6444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34" name="Ink 133">
                  <a:extLst>
                    <a:ext uri="{FF2B5EF4-FFF2-40B4-BE49-F238E27FC236}">
                      <a16:creationId xmlns:a16="http://schemas.microsoft.com/office/drawing/2014/main" id="{BE2213E5-F04A-484A-CD25-2ACC5030F147}"/>
                    </a:ext>
                  </a:extLst>
                </p14:cNvPr>
                <p14:cNvContentPartPr/>
                <p14:nvPr/>
              </p14:nvContentPartPr>
              <p14:xfrm>
                <a:off x="3211023" y="6141433"/>
                <a:ext cx="15480" cy="34920"/>
              </p14:xfrm>
            </p:contentPart>
          </mc:Choice>
          <mc:Fallback xmlns="">
            <p:pic>
              <p:nvPicPr>
                <p:cNvPr id="134" name="Ink 133">
                  <a:extLst>
                    <a:ext uri="{FF2B5EF4-FFF2-40B4-BE49-F238E27FC236}">
                      <a16:creationId xmlns:a16="http://schemas.microsoft.com/office/drawing/2014/main" id="{BE2213E5-F04A-484A-CD25-2ACC5030F147}"/>
                    </a:ext>
                  </a:extLst>
                </p:cNvPr>
                <p:cNvPicPr/>
                <p:nvPr/>
              </p:nvPicPr>
              <p:blipFill>
                <a:blip r:embed="rId133"/>
                <a:stretch>
                  <a:fillRect/>
                </a:stretch>
              </p:blipFill>
              <p:spPr>
                <a:xfrm>
                  <a:off x="3193383" y="6123433"/>
                  <a:ext cx="5112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35" name="Ink 134">
                  <a:extLst>
                    <a:ext uri="{FF2B5EF4-FFF2-40B4-BE49-F238E27FC236}">
                      <a16:creationId xmlns:a16="http://schemas.microsoft.com/office/drawing/2014/main" id="{76C39F4F-1979-B5E1-8BAD-D21E9F07CDE8}"/>
                    </a:ext>
                  </a:extLst>
                </p14:cNvPr>
                <p14:cNvContentPartPr/>
                <p14:nvPr/>
              </p14:nvContentPartPr>
              <p14:xfrm>
                <a:off x="3331983" y="6113713"/>
                <a:ext cx="52200" cy="280800"/>
              </p14:xfrm>
            </p:contentPart>
          </mc:Choice>
          <mc:Fallback xmlns="">
            <p:pic>
              <p:nvPicPr>
                <p:cNvPr id="135" name="Ink 134">
                  <a:extLst>
                    <a:ext uri="{FF2B5EF4-FFF2-40B4-BE49-F238E27FC236}">
                      <a16:creationId xmlns:a16="http://schemas.microsoft.com/office/drawing/2014/main" id="{76C39F4F-1979-B5E1-8BAD-D21E9F07CDE8}"/>
                    </a:ext>
                  </a:extLst>
                </p:cNvPr>
                <p:cNvPicPr/>
                <p:nvPr/>
              </p:nvPicPr>
              <p:blipFill>
                <a:blip r:embed="rId135"/>
                <a:stretch>
                  <a:fillRect/>
                </a:stretch>
              </p:blipFill>
              <p:spPr>
                <a:xfrm>
                  <a:off x="3314343" y="6095713"/>
                  <a:ext cx="8784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36" name="Ink 135">
                  <a:extLst>
                    <a:ext uri="{FF2B5EF4-FFF2-40B4-BE49-F238E27FC236}">
                      <a16:creationId xmlns:a16="http://schemas.microsoft.com/office/drawing/2014/main" id="{32E0BB61-AEC7-E4A9-B25B-EC8EF299636A}"/>
                    </a:ext>
                  </a:extLst>
                </p14:cNvPr>
                <p14:cNvContentPartPr/>
                <p14:nvPr/>
              </p14:nvContentPartPr>
              <p14:xfrm>
                <a:off x="3294543" y="6302713"/>
                <a:ext cx="159120" cy="39240"/>
              </p14:xfrm>
            </p:contentPart>
          </mc:Choice>
          <mc:Fallback xmlns="">
            <p:pic>
              <p:nvPicPr>
                <p:cNvPr id="136" name="Ink 135">
                  <a:extLst>
                    <a:ext uri="{FF2B5EF4-FFF2-40B4-BE49-F238E27FC236}">
                      <a16:creationId xmlns:a16="http://schemas.microsoft.com/office/drawing/2014/main" id="{32E0BB61-AEC7-E4A9-B25B-EC8EF299636A}"/>
                    </a:ext>
                  </a:extLst>
                </p:cNvPr>
                <p:cNvPicPr/>
                <p:nvPr/>
              </p:nvPicPr>
              <p:blipFill>
                <a:blip r:embed="rId137"/>
                <a:stretch>
                  <a:fillRect/>
                </a:stretch>
              </p:blipFill>
              <p:spPr>
                <a:xfrm>
                  <a:off x="3276543" y="6284713"/>
                  <a:ext cx="194760" cy="74880"/>
                </a:xfrm>
                <a:prstGeom prst="rect">
                  <a:avLst/>
                </a:prstGeom>
              </p:spPr>
            </p:pic>
          </mc:Fallback>
        </mc:AlternateContent>
      </p:grpSp>
      <p:grpSp>
        <p:nvGrpSpPr>
          <p:cNvPr id="159" name="Group 158">
            <a:extLst>
              <a:ext uri="{FF2B5EF4-FFF2-40B4-BE49-F238E27FC236}">
                <a16:creationId xmlns:a16="http://schemas.microsoft.com/office/drawing/2014/main" id="{6C3D89D9-FF84-4A47-C837-4449E13C4D79}"/>
              </a:ext>
            </a:extLst>
          </p:cNvPr>
          <p:cNvGrpSpPr/>
          <p:nvPr/>
        </p:nvGrpSpPr>
        <p:grpSpPr>
          <a:xfrm>
            <a:off x="2597223" y="2303113"/>
            <a:ext cx="2465640" cy="2270880"/>
            <a:chOff x="2597223" y="2303113"/>
            <a:chExt cx="2465640" cy="2270880"/>
          </a:xfrm>
        </p:grpSpPr>
        <mc:AlternateContent xmlns:mc="http://schemas.openxmlformats.org/markup-compatibility/2006" xmlns:p14="http://schemas.microsoft.com/office/powerpoint/2010/main">
          <mc:Choice Requires="p14">
            <p:contentPart p14:bwMode="auto" r:id="rId138">
              <p14:nvContentPartPr>
                <p14:cNvPr id="3" name="Ink 2">
                  <a:extLst>
                    <a:ext uri="{FF2B5EF4-FFF2-40B4-BE49-F238E27FC236}">
                      <a16:creationId xmlns:a16="http://schemas.microsoft.com/office/drawing/2014/main" id="{86358ACA-6307-6075-BECD-A6846FDA5294}"/>
                    </a:ext>
                  </a:extLst>
                </p14:cNvPr>
                <p14:cNvContentPartPr/>
                <p14:nvPr/>
              </p14:nvContentPartPr>
              <p14:xfrm>
                <a:off x="3069903" y="2746273"/>
                <a:ext cx="501480" cy="48240"/>
              </p14:xfrm>
            </p:contentPart>
          </mc:Choice>
          <mc:Fallback xmlns="">
            <p:pic>
              <p:nvPicPr>
                <p:cNvPr id="3" name="Ink 2">
                  <a:extLst>
                    <a:ext uri="{FF2B5EF4-FFF2-40B4-BE49-F238E27FC236}">
                      <a16:creationId xmlns:a16="http://schemas.microsoft.com/office/drawing/2014/main" id="{86358ACA-6307-6075-BECD-A6846FDA5294}"/>
                    </a:ext>
                  </a:extLst>
                </p:cNvPr>
                <p:cNvPicPr/>
                <p:nvPr/>
              </p:nvPicPr>
              <p:blipFill>
                <a:blip r:embed="rId139"/>
                <a:stretch>
                  <a:fillRect/>
                </a:stretch>
              </p:blipFill>
              <p:spPr>
                <a:xfrm>
                  <a:off x="3052263" y="2728273"/>
                  <a:ext cx="53712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4" name="Ink 3">
                  <a:extLst>
                    <a:ext uri="{FF2B5EF4-FFF2-40B4-BE49-F238E27FC236}">
                      <a16:creationId xmlns:a16="http://schemas.microsoft.com/office/drawing/2014/main" id="{B123F1C9-C4F9-7A68-1808-FDD394D6CE82}"/>
                    </a:ext>
                  </a:extLst>
                </p14:cNvPr>
                <p14:cNvContentPartPr/>
                <p14:nvPr/>
              </p14:nvContentPartPr>
              <p14:xfrm>
                <a:off x="3014103" y="2808553"/>
                <a:ext cx="397080" cy="309960"/>
              </p14:xfrm>
            </p:contentPart>
          </mc:Choice>
          <mc:Fallback xmlns="">
            <p:pic>
              <p:nvPicPr>
                <p:cNvPr id="4" name="Ink 3">
                  <a:extLst>
                    <a:ext uri="{FF2B5EF4-FFF2-40B4-BE49-F238E27FC236}">
                      <a16:creationId xmlns:a16="http://schemas.microsoft.com/office/drawing/2014/main" id="{B123F1C9-C4F9-7A68-1808-FDD394D6CE82}"/>
                    </a:ext>
                  </a:extLst>
                </p:cNvPr>
                <p:cNvPicPr/>
                <p:nvPr/>
              </p:nvPicPr>
              <p:blipFill>
                <a:blip r:embed="rId141"/>
                <a:stretch>
                  <a:fillRect/>
                </a:stretch>
              </p:blipFill>
              <p:spPr>
                <a:xfrm>
                  <a:off x="2996463" y="2790913"/>
                  <a:ext cx="43272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5" name="Ink 4">
                  <a:extLst>
                    <a:ext uri="{FF2B5EF4-FFF2-40B4-BE49-F238E27FC236}">
                      <a16:creationId xmlns:a16="http://schemas.microsoft.com/office/drawing/2014/main" id="{E4E01400-1935-7571-6B80-DD6D0AEE934B}"/>
                    </a:ext>
                  </a:extLst>
                </p14:cNvPr>
                <p14:cNvContentPartPr/>
                <p14:nvPr/>
              </p14:nvContentPartPr>
              <p14:xfrm>
                <a:off x="3396783" y="2768233"/>
                <a:ext cx="169200" cy="338760"/>
              </p14:xfrm>
            </p:contentPart>
          </mc:Choice>
          <mc:Fallback xmlns="">
            <p:pic>
              <p:nvPicPr>
                <p:cNvPr id="5" name="Ink 4">
                  <a:extLst>
                    <a:ext uri="{FF2B5EF4-FFF2-40B4-BE49-F238E27FC236}">
                      <a16:creationId xmlns:a16="http://schemas.microsoft.com/office/drawing/2014/main" id="{E4E01400-1935-7571-6B80-DD6D0AEE934B}"/>
                    </a:ext>
                  </a:extLst>
                </p:cNvPr>
                <p:cNvPicPr/>
                <p:nvPr/>
              </p:nvPicPr>
              <p:blipFill>
                <a:blip r:embed="rId143"/>
                <a:stretch>
                  <a:fillRect/>
                </a:stretch>
              </p:blipFill>
              <p:spPr>
                <a:xfrm>
                  <a:off x="3378783" y="2750233"/>
                  <a:ext cx="204840" cy="3744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6" name="Ink 5">
                  <a:extLst>
                    <a:ext uri="{FF2B5EF4-FFF2-40B4-BE49-F238E27FC236}">
                      <a16:creationId xmlns:a16="http://schemas.microsoft.com/office/drawing/2014/main" id="{D0D7A1A5-0BDA-687A-0D4A-1B745D0DB7EB}"/>
                    </a:ext>
                  </a:extLst>
                </p14:cNvPr>
                <p14:cNvContentPartPr/>
                <p14:nvPr/>
              </p14:nvContentPartPr>
              <p14:xfrm>
                <a:off x="3438183" y="3095833"/>
                <a:ext cx="15120" cy="434880"/>
              </p14:xfrm>
            </p:contentPart>
          </mc:Choice>
          <mc:Fallback xmlns="">
            <p:pic>
              <p:nvPicPr>
                <p:cNvPr id="6" name="Ink 5">
                  <a:extLst>
                    <a:ext uri="{FF2B5EF4-FFF2-40B4-BE49-F238E27FC236}">
                      <a16:creationId xmlns:a16="http://schemas.microsoft.com/office/drawing/2014/main" id="{D0D7A1A5-0BDA-687A-0D4A-1B745D0DB7EB}"/>
                    </a:ext>
                  </a:extLst>
                </p:cNvPr>
                <p:cNvPicPr/>
                <p:nvPr/>
              </p:nvPicPr>
              <p:blipFill>
                <a:blip r:embed="rId145"/>
                <a:stretch>
                  <a:fillRect/>
                </a:stretch>
              </p:blipFill>
              <p:spPr>
                <a:xfrm>
                  <a:off x="3420183" y="3077833"/>
                  <a:ext cx="50760" cy="4705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 name="Ink 6">
                  <a:extLst>
                    <a:ext uri="{FF2B5EF4-FFF2-40B4-BE49-F238E27FC236}">
                      <a16:creationId xmlns:a16="http://schemas.microsoft.com/office/drawing/2014/main" id="{D4A76CFD-828A-26F9-7C00-721AE100994F}"/>
                    </a:ext>
                  </a:extLst>
                </p14:cNvPr>
                <p14:cNvContentPartPr/>
                <p14:nvPr/>
              </p14:nvContentPartPr>
              <p14:xfrm>
                <a:off x="3309663" y="2303113"/>
                <a:ext cx="71280" cy="485640"/>
              </p14:xfrm>
            </p:contentPart>
          </mc:Choice>
          <mc:Fallback xmlns="">
            <p:pic>
              <p:nvPicPr>
                <p:cNvPr id="7" name="Ink 6">
                  <a:extLst>
                    <a:ext uri="{FF2B5EF4-FFF2-40B4-BE49-F238E27FC236}">
                      <a16:creationId xmlns:a16="http://schemas.microsoft.com/office/drawing/2014/main" id="{D4A76CFD-828A-26F9-7C00-721AE100994F}"/>
                    </a:ext>
                  </a:extLst>
                </p:cNvPr>
                <p:cNvPicPr/>
                <p:nvPr/>
              </p:nvPicPr>
              <p:blipFill>
                <a:blip r:embed="rId147"/>
                <a:stretch>
                  <a:fillRect/>
                </a:stretch>
              </p:blipFill>
              <p:spPr>
                <a:xfrm>
                  <a:off x="3291663" y="2285473"/>
                  <a:ext cx="106920" cy="5212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 name="Ink 7">
                  <a:extLst>
                    <a:ext uri="{FF2B5EF4-FFF2-40B4-BE49-F238E27FC236}">
                      <a16:creationId xmlns:a16="http://schemas.microsoft.com/office/drawing/2014/main" id="{A28005E3-80FB-DCC9-58BA-9D6C97AA92BD}"/>
                    </a:ext>
                  </a:extLst>
                </p14:cNvPr>
                <p14:cNvContentPartPr/>
                <p14:nvPr/>
              </p14:nvContentPartPr>
              <p14:xfrm>
                <a:off x="3140463" y="3074953"/>
                <a:ext cx="802800" cy="114480"/>
              </p14:xfrm>
            </p:contentPart>
          </mc:Choice>
          <mc:Fallback xmlns="">
            <p:pic>
              <p:nvPicPr>
                <p:cNvPr id="8" name="Ink 7">
                  <a:extLst>
                    <a:ext uri="{FF2B5EF4-FFF2-40B4-BE49-F238E27FC236}">
                      <a16:creationId xmlns:a16="http://schemas.microsoft.com/office/drawing/2014/main" id="{A28005E3-80FB-DCC9-58BA-9D6C97AA92BD}"/>
                    </a:ext>
                  </a:extLst>
                </p:cNvPr>
                <p:cNvPicPr/>
                <p:nvPr/>
              </p:nvPicPr>
              <p:blipFill>
                <a:blip r:embed="rId149"/>
                <a:stretch>
                  <a:fillRect/>
                </a:stretch>
              </p:blipFill>
              <p:spPr>
                <a:xfrm>
                  <a:off x="3122463" y="3056953"/>
                  <a:ext cx="83844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 name="Ink 8">
                  <a:extLst>
                    <a:ext uri="{FF2B5EF4-FFF2-40B4-BE49-F238E27FC236}">
                      <a16:creationId xmlns:a16="http://schemas.microsoft.com/office/drawing/2014/main" id="{C08B4260-1701-4CFA-0B87-39DD2CAC2DEF}"/>
                    </a:ext>
                  </a:extLst>
                </p14:cNvPr>
                <p14:cNvContentPartPr/>
                <p14:nvPr/>
              </p14:nvContentPartPr>
              <p14:xfrm>
                <a:off x="3851103" y="2695873"/>
                <a:ext cx="239760" cy="222480"/>
              </p14:xfrm>
            </p:contentPart>
          </mc:Choice>
          <mc:Fallback xmlns="">
            <p:pic>
              <p:nvPicPr>
                <p:cNvPr id="9" name="Ink 8">
                  <a:extLst>
                    <a:ext uri="{FF2B5EF4-FFF2-40B4-BE49-F238E27FC236}">
                      <a16:creationId xmlns:a16="http://schemas.microsoft.com/office/drawing/2014/main" id="{C08B4260-1701-4CFA-0B87-39DD2CAC2DEF}"/>
                    </a:ext>
                  </a:extLst>
                </p:cNvPr>
                <p:cNvPicPr/>
                <p:nvPr/>
              </p:nvPicPr>
              <p:blipFill>
                <a:blip r:embed="rId151"/>
                <a:stretch>
                  <a:fillRect/>
                </a:stretch>
              </p:blipFill>
              <p:spPr>
                <a:xfrm>
                  <a:off x="3833103" y="2678233"/>
                  <a:ext cx="27540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 name="Ink 9">
                  <a:extLst>
                    <a:ext uri="{FF2B5EF4-FFF2-40B4-BE49-F238E27FC236}">
                      <a16:creationId xmlns:a16="http://schemas.microsoft.com/office/drawing/2014/main" id="{B4382895-3E95-720E-84D0-5D483C1F111F}"/>
                    </a:ext>
                  </a:extLst>
                </p14:cNvPr>
                <p14:cNvContentPartPr/>
                <p14:nvPr/>
              </p14:nvContentPartPr>
              <p14:xfrm>
                <a:off x="3869823" y="2659873"/>
                <a:ext cx="201960" cy="146520"/>
              </p14:xfrm>
            </p:contentPart>
          </mc:Choice>
          <mc:Fallback xmlns="">
            <p:pic>
              <p:nvPicPr>
                <p:cNvPr id="10" name="Ink 9">
                  <a:extLst>
                    <a:ext uri="{FF2B5EF4-FFF2-40B4-BE49-F238E27FC236}">
                      <a16:creationId xmlns:a16="http://schemas.microsoft.com/office/drawing/2014/main" id="{B4382895-3E95-720E-84D0-5D483C1F111F}"/>
                    </a:ext>
                  </a:extLst>
                </p:cNvPr>
                <p:cNvPicPr/>
                <p:nvPr/>
              </p:nvPicPr>
              <p:blipFill>
                <a:blip r:embed="rId153"/>
                <a:stretch>
                  <a:fillRect/>
                </a:stretch>
              </p:blipFill>
              <p:spPr>
                <a:xfrm>
                  <a:off x="3852183" y="2642233"/>
                  <a:ext cx="23760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1" name="Ink 10">
                  <a:extLst>
                    <a:ext uri="{FF2B5EF4-FFF2-40B4-BE49-F238E27FC236}">
                      <a16:creationId xmlns:a16="http://schemas.microsoft.com/office/drawing/2014/main" id="{4E4FDCF6-1165-CF53-05EF-34197A27342F}"/>
                    </a:ext>
                  </a:extLst>
                </p14:cNvPr>
                <p14:cNvContentPartPr/>
                <p14:nvPr/>
              </p14:nvContentPartPr>
              <p14:xfrm>
                <a:off x="4009503" y="2878753"/>
                <a:ext cx="249840" cy="343800"/>
              </p14:xfrm>
            </p:contentPart>
          </mc:Choice>
          <mc:Fallback xmlns="">
            <p:pic>
              <p:nvPicPr>
                <p:cNvPr id="11" name="Ink 10">
                  <a:extLst>
                    <a:ext uri="{FF2B5EF4-FFF2-40B4-BE49-F238E27FC236}">
                      <a16:creationId xmlns:a16="http://schemas.microsoft.com/office/drawing/2014/main" id="{4E4FDCF6-1165-CF53-05EF-34197A27342F}"/>
                    </a:ext>
                  </a:extLst>
                </p:cNvPr>
                <p:cNvPicPr/>
                <p:nvPr/>
              </p:nvPicPr>
              <p:blipFill>
                <a:blip r:embed="rId155"/>
                <a:stretch>
                  <a:fillRect/>
                </a:stretch>
              </p:blipFill>
              <p:spPr>
                <a:xfrm>
                  <a:off x="3991503" y="2861113"/>
                  <a:ext cx="285480" cy="3794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2" name="Ink 11">
                  <a:extLst>
                    <a:ext uri="{FF2B5EF4-FFF2-40B4-BE49-F238E27FC236}">
                      <a16:creationId xmlns:a16="http://schemas.microsoft.com/office/drawing/2014/main" id="{897CE682-F8A2-DA75-724E-CB338377EA3E}"/>
                    </a:ext>
                  </a:extLst>
                </p14:cNvPr>
                <p14:cNvContentPartPr/>
                <p14:nvPr/>
              </p14:nvContentPartPr>
              <p14:xfrm>
                <a:off x="4090143" y="2874073"/>
                <a:ext cx="231120" cy="145080"/>
              </p14:xfrm>
            </p:contentPart>
          </mc:Choice>
          <mc:Fallback xmlns="">
            <p:pic>
              <p:nvPicPr>
                <p:cNvPr id="12" name="Ink 11">
                  <a:extLst>
                    <a:ext uri="{FF2B5EF4-FFF2-40B4-BE49-F238E27FC236}">
                      <a16:creationId xmlns:a16="http://schemas.microsoft.com/office/drawing/2014/main" id="{897CE682-F8A2-DA75-724E-CB338377EA3E}"/>
                    </a:ext>
                  </a:extLst>
                </p:cNvPr>
                <p:cNvPicPr/>
                <p:nvPr/>
              </p:nvPicPr>
              <p:blipFill>
                <a:blip r:embed="rId157"/>
                <a:stretch>
                  <a:fillRect/>
                </a:stretch>
              </p:blipFill>
              <p:spPr>
                <a:xfrm>
                  <a:off x="4072503" y="2856073"/>
                  <a:ext cx="26676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26" name="Ink 25">
                  <a:extLst>
                    <a:ext uri="{FF2B5EF4-FFF2-40B4-BE49-F238E27FC236}">
                      <a16:creationId xmlns:a16="http://schemas.microsoft.com/office/drawing/2014/main" id="{216E6218-9299-9D42-DB58-A4AA67484504}"/>
                    </a:ext>
                  </a:extLst>
                </p14:cNvPr>
                <p14:cNvContentPartPr/>
                <p14:nvPr/>
              </p14:nvContentPartPr>
              <p14:xfrm>
                <a:off x="3448263" y="3543673"/>
                <a:ext cx="17640" cy="15840"/>
              </p14:xfrm>
            </p:contentPart>
          </mc:Choice>
          <mc:Fallback xmlns="">
            <p:pic>
              <p:nvPicPr>
                <p:cNvPr id="26" name="Ink 25">
                  <a:extLst>
                    <a:ext uri="{FF2B5EF4-FFF2-40B4-BE49-F238E27FC236}">
                      <a16:creationId xmlns:a16="http://schemas.microsoft.com/office/drawing/2014/main" id="{216E6218-9299-9D42-DB58-A4AA67484504}"/>
                    </a:ext>
                  </a:extLst>
                </p:cNvPr>
                <p:cNvPicPr/>
                <p:nvPr/>
              </p:nvPicPr>
              <p:blipFill>
                <a:blip r:embed="rId159"/>
                <a:stretch>
                  <a:fillRect/>
                </a:stretch>
              </p:blipFill>
              <p:spPr>
                <a:xfrm>
                  <a:off x="3430623" y="3526033"/>
                  <a:ext cx="532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27" name="Ink 26">
                  <a:extLst>
                    <a:ext uri="{FF2B5EF4-FFF2-40B4-BE49-F238E27FC236}">
                      <a16:creationId xmlns:a16="http://schemas.microsoft.com/office/drawing/2014/main" id="{B8467683-B46C-C161-776E-6215B4D6162D}"/>
                    </a:ext>
                  </a:extLst>
                </p14:cNvPr>
                <p14:cNvContentPartPr/>
                <p14:nvPr/>
              </p14:nvContentPartPr>
              <p14:xfrm>
                <a:off x="3431343" y="3567433"/>
                <a:ext cx="186120" cy="346680"/>
              </p14:xfrm>
            </p:contentPart>
          </mc:Choice>
          <mc:Fallback xmlns="">
            <p:pic>
              <p:nvPicPr>
                <p:cNvPr id="27" name="Ink 26">
                  <a:extLst>
                    <a:ext uri="{FF2B5EF4-FFF2-40B4-BE49-F238E27FC236}">
                      <a16:creationId xmlns:a16="http://schemas.microsoft.com/office/drawing/2014/main" id="{B8467683-B46C-C161-776E-6215B4D6162D}"/>
                    </a:ext>
                  </a:extLst>
                </p:cNvPr>
                <p:cNvPicPr/>
                <p:nvPr/>
              </p:nvPicPr>
              <p:blipFill>
                <a:blip r:embed="rId161"/>
                <a:stretch>
                  <a:fillRect/>
                </a:stretch>
              </p:blipFill>
              <p:spPr>
                <a:xfrm>
                  <a:off x="3413343" y="3549433"/>
                  <a:ext cx="22176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28" name="Ink 27">
                  <a:extLst>
                    <a:ext uri="{FF2B5EF4-FFF2-40B4-BE49-F238E27FC236}">
                      <a16:creationId xmlns:a16="http://schemas.microsoft.com/office/drawing/2014/main" id="{F0776924-9ED5-01D4-AB90-16F1EF2D4167}"/>
                    </a:ext>
                  </a:extLst>
                </p14:cNvPr>
                <p14:cNvContentPartPr/>
                <p14:nvPr/>
              </p14:nvContentPartPr>
              <p14:xfrm>
                <a:off x="3563823" y="3919873"/>
                <a:ext cx="50400" cy="435240"/>
              </p14:xfrm>
            </p:contentPart>
          </mc:Choice>
          <mc:Fallback xmlns="">
            <p:pic>
              <p:nvPicPr>
                <p:cNvPr id="28" name="Ink 27">
                  <a:extLst>
                    <a:ext uri="{FF2B5EF4-FFF2-40B4-BE49-F238E27FC236}">
                      <a16:creationId xmlns:a16="http://schemas.microsoft.com/office/drawing/2014/main" id="{F0776924-9ED5-01D4-AB90-16F1EF2D4167}"/>
                    </a:ext>
                  </a:extLst>
                </p:cNvPr>
                <p:cNvPicPr/>
                <p:nvPr/>
              </p:nvPicPr>
              <p:blipFill>
                <a:blip r:embed="rId163"/>
                <a:stretch>
                  <a:fillRect/>
                </a:stretch>
              </p:blipFill>
              <p:spPr>
                <a:xfrm>
                  <a:off x="3545823" y="3902233"/>
                  <a:ext cx="86040" cy="4708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29" name="Ink 28">
                  <a:extLst>
                    <a:ext uri="{FF2B5EF4-FFF2-40B4-BE49-F238E27FC236}">
                      <a16:creationId xmlns:a16="http://schemas.microsoft.com/office/drawing/2014/main" id="{B658DF0D-4D41-69A5-A86A-B0EFA1DAFB23}"/>
                    </a:ext>
                  </a:extLst>
                </p14:cNvPr>
                <p14:cNvContentPartPr/>
                <p14:nvPr/>
              </p14:nvContentPartPr>
              <p14:xfrm>
                <a:off x="3519903" y="4358713"/>
                <a:ext cx="205200" cy="24480"/>
              </p14:xfrm>
            </p:contentPart>
          </mc:Choice>
          <mc:Fallback xmlns="">
            <p:pic>
              <p:nvPicPr>
                <p:cNvPr id="29" name="Ink 28">
                  <a:extLst>
                    <a:ext uri="{FF2B5EF4-FFF2-40B4-BE49-F238E27FC236}">
                      <a16:creationId xmlns:a16="http://schemas.microsoft.com/office/drawing/2014/main" id="{B658DF0D-4D41-69A5-A86A-B0EFA1DAFB23}"/>
                    </a:ext>
                  </a:extLst>
                </p:cNvPr>
                <p:cNvPicPr/>
                <p:nvPr/>
              </p:nvPicPr>
              <p:blipFill>
                <a:blip r:embed="rId165"/>
                <a:stretch>
                  <a:fillRect/>
                </a:stretch>
              </p:blipFill>
              <p:spPr>
                <a:xfrm>
                  <a:off x="3501903" y="4340713"/>
                  <a:ext cx="2408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30" name="Ink 29">
                  <a:extLst>
                    <a:ext uri="{FF2B5EF4-FFF2-40B4-BE49-F238E27FC236}">
                      <a16:creationId xmlns:a16="http://schemas.microsoft.com/office/drawing/2014/main" id="{B9B5A808-835E-D969-1693-8447DD844579}"/>
                    </a:ext>
                  </a:extLst>
                </p14:cNvPr>
                <p14:cNvContentPartPr/>
                <p14:nvPr/>
              </p14:nvContentPartPr>
              <p14:xfrm>
                <a:off x="3518103" y="4395433"/>
                <a:ext cx="136440" cy="132480"/>
              </p14:xfrm>
            </p:contentPart>
          </mc:Choice>
          <mc:Fallback xmlns="">
            <p:pic>
              <p:nvPicPr>
                <p:cNvPr id="30" name="Ink 29">
                  <a:extLst>
                    <a:ext uri="{FF2B5EF4-FFF2-40B4-BE49-F238E27FC236}">
                      <a16:creationId xmlns:a16="http://schemas.microsoft.com/office/drawing/2014/main" id="{B9B5A808-835E-D969-1693-8447DD844579}"/>
                    </a:ext>
                  </a:extLst>
                </p:cNvPr>
                <p:cNvPicPr/>
                <p:nvPr/>
              </p:nvPicPr>
              <p:blipFill>
                <a:blip r:embed="rId167"/>
                <a:stretch>
                  <a:fillRect/>
                </a:stretch>
              </p:blipFill>
              <p:spPr>
                <a:xfrm>
                  <a:off x="3500463" y="4377433"/>
                  <a:ext cx="17208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31" name="Ink 30">
                  <a:extLst>
                    <a:ext uri="{FF2B5EF4-FFF2-40B4-BE49-F238E27FC236}">
                      <a16:creationId xmlns:a16="http://schemas.microsoft.com/office/drawing/2014/main" id="{9A50B1D0-A022-25EF-9DDA-311F8F5AFCA0}"/>
                    </a:ext>
                  </a:extLst>
                </p14:cNvPr>
                <p14:cNvContentPartPr/>
                <p14:nvPr/>
              </p14:nvContentPartPr>
              <p14:xfrm>
                <a:off x="3647703" y="4359793"/>
                <a:ext cx="128880" cy="170280"/>
              </p14:xfrm>
            </p:contentPart>
          </mc:Choice>
          <mc:Fallback xmlns="">
            <p:pic>
              <p:nvPicPr>
                <p:cNvPr id="31" name="Ink 30">
                  <a:extLst>
                    <a:ext uri="{FF2B5EF4-FFF2-40B4-BE49-F238E27FC236}">
                      <a16:creationId xmlns:a16="http://schemas.microsoft.com/office/drawing/2014/main" id="{9A50B1D0-A022-25EF-9DDA-311F8F5AFCA0}"/>
                    </a:ext>
                  </a:extLst>
                </p:cNvPr>
                <p:cNvPicPr/>
                <p:nvPr/>
              </p:nvPicPr>
              <p:blipFill>
                <a:blip r:embed="rId169"/>
                <a:stretch>
                  <a:fillRect/>
                </a:stretch>
              </p:blipFill>
              <p:spPr>
                <a:xfrm>
                  <a:off x="3629703" y="4341793"/>
                  <a:ext cx="16452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33" name="Ink 32">
                  <a:extLst>
                    <a:ext uri="{FF2B5EF4-FFF2-40B4-BE49-F238E27FC236}">
                      <a16:creationId xmlns:a16="http://schemas.microsoft.com/office/drawing/2014/main" id="{BF90BC22-7897-84EA-FA3E-C9D160BE9804}"/>
                    </a:ext>
                  </a:extLst>
                </p14:cNvPr>
                <p14:cNvContentPartPr/>
                <p14:nvPr/>
              </p14:nvContentPartPr>
              <p14:xfrm>
                <a:off x="3827343" y="3686233"/>
                <a:ext cx="133560" cy="158040"/>
              </p14:xfrm>
            </p:contentPart>
          </mc:Choice>
          <mc:Fallback xmlns="">
            <p:pic>
              <p:nvPicPr>
                <p:cNvPr id="33" name="Ink 32">
                  <a:extLst>
                    <a:ext uri="{FF2B5EF4-FFF2-40B4-BE49-F238E27FC236}">
                      <a16:creationId xmlns:a16="http://schemas.microsoft.com/office/drawing/2014/main" id="{BF90BC22-7897-84EA-FA3E-C9D160BE9804}"/>
                    </a:ext>
                  </a:extLst>
                </p:cNvPr>
                <p:cNvPicPr/>
                <p:nvPr/>
              </p:nvPicPr>
              <p:blipFill>
                <a:blip r:embed="rId171"/>
                <a:stretch>
                  <a:fillRect/>
                </a:stretch>
              </p:blipFill>
              <p:spPr>
                <a:xfrm>
                  <a:off x="3809343" y="3668593"/>
                  <a:ext cx="16920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34" name="Ink 33">
                  <a:extLst>
                    <a:ext uri="{FF2B5EF4-FFF2-40B4-BE49-F238E27FC236}">
                      <a16:creationId xmlns:a16="http://schemas.microsoft.com/office/drawing/2014/main" id="{73A32D7C-9AE3-1B79-009F-93E34899FD3E}"/>
                    </a:ext>
                  </a:extLst>
                </p14:cNvPr>
                <p14:cNvContentPartPr/>
                <p14:nvPr/>
              </p14:nvContentPartPr>
              <p14:xfrm>
                <a:off x="3992943" y="3794233"/>
                <a:ext cx="142920" cy="75240"/>
              </p14:xfrm>
            </p:contentPart>
          </mc:Choice>
          <mc:Fallback xmlns="">
            <p:pic>
              <p:nvPicPr>
                <p:cNvPr id="34" name="Ink 33">
                  <a:extLst>
                    <a:ext uri="{FF2B5EF4-FFF2-40B4-BE49-F238E27FC236}">
                      <a16:creationId xmlns:a16="http://schemas.microsoft.com/office/drawing/2014/main" id="{73A32D7C-9AE3-1B79-009F-93E34899FD3E}"/>
                    </a:ext>
                  </a:extLst>
                </p:cNvPr>
                <p:cNvPicPr/>
                <p:nvPr/>
              </p:nvPicPr>
              <p:blipFill>
                <a:blip r:embed="rId173"/>
                <a:stretch>
                  <a:fillRect/>
                </a:stretch>
              </p:blipFill>
              <p:spPr>
                <a:xfrm>
                  <a:off x="3975303" y="3776233"/>
                  <a:ext cx="17856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35" name="Ink 34">
                  <a:extLst>
                    <a:ext uri="{FF2B5EF4-FFF2-40B4-BE49-F238E27FC236}">
                      <a16:creationId xmlns:a16="http://schemas.microsoft.com/office/drawing/2014/main" id="{8EFCA7F7-398A-56B0-C6DB-8D9E524C0411}"/>
                    </a:ext>
                  </a:extLst>
                </p14:cNvPr>
                <p14:cNvContentPartPr/>
                <p14:nvPr/>
              </p14:nvContentPartPr>
              <p14:xfrm>
                <a:off x="4193103" y="3726913"/>
                <a:ext cx="45000" cy="105480"/>
              </p14:xfrm>
            </p:contentPart>
          </mc:Choice>
          <mc:Fallback xmlns="">
            <p:pic>
              <p:nvPicPr>
                <p:cNvPr id="35" name="Ink 34">
                  <a:extLst>
                    <a:ext uri="{FF2B5EF4-FFF2-40B4-BE49-F238E27FC236}">
                      <a16:creationId xmlns:a16="http://schemas.microsoft.com/office/drawing/2014/main" id="{8EFCA7F7-398A-56B0-C6DB-8D9E524C0411}"/>
                    </a:ext>
                  </a:extLst>
                </p:cNvPr>
                <p:cNvPicPr/>
                <p:nvPr/>
              </p:nvPicPr>
              <p:blipFill>
                <a:blip r:embed="rId175"/>
                <a:stretch>
                  <a:fillRect/>
                </a:stretch>
              </p:blipFill>
              <p:spPr>
                <a:xfrm>
                  <a:off x="4175463" y="3708913"/>
                  <a:ext cx="806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36" name="Ink 35">
                  <a:extLst>
                    <a:ext uri="{FF2B5EF4-FFF2-40B4-BE49-F238E27FC236}">
                      <a16:creationId xmlns:a16="http://schemas.microsoft.com/office/drawing/2014/main" id="{5E541D5E-356D-0160-CDB6-F80AE77120C9}"/>
                    </a:ext>
                  </a:extLst>
                </p14:cNvPr>
                <p14:cNvContentPartPr/>
                <p14:nvPr/>
              </p14:nvContentPartPr>
              <p14:xfrm>
                <a:off x="4277343" y="3738073"/>
                <a:ext cx="127080" cy="101520"/>
              </p14:xfrm>
            </p:contentPart>
          </mc:Choice>
          <mc:Fallback xmlns="">
            <p:pic>
              <p:nvPicPr>
                <p:cNvPr id="36" name="Ink 35">
                  <a:extLst>
                    <a:ext uri="{FF2B5EF4-FFF2-40B4-BE49-F238E27FC236}">
                      <a16:creationId xmlns:a16="http://schemas.microsoft.com/office/drawing/2014/main" id="{5E541D5E-356D-0160-CDB6-F80AE77120C9}"/>
                    </a:ext>
                  </a:extLst>
                </p:cNvPr>
                <p:cNvPicPr/>
                <p:nvPr/>
              </p:nvPicPr>
              <p:blipFill>
                <a:blip r:embed="rId177"/>
                <a:stretch>
                  <a:fillRect/>
                </a:stretch>
              </p:blipFill>
              <p:spPr>
                <a:xfrm>
                  <a:off x="4259703" y="3720433"/>
                  <a:ext cx="16272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37" name="Ink 36">
                  <a:extLst>
                    <a:ext uri="{FF2B5EF4-FFF2-40B4-BE49-F238E27FC236}">
                      <a16:creationId xmlns:a16="http://schemas.microsoft.com/office/drawing/2014/main" id="{2239CF9F-09F1-8505-517F-ABCAC0496706}"/>
                    </a:ext>
                  </a:extLst>
                </p14:cNvPr>
                <p14:cNvContentPartPr/>
                <p14:nvPr/>
              </p14:nvContentPartPr>
              <p14:xfrm>
                <a:off x="4442943" y="3726193"/>
                <a:ext cx="228960" cy="106560"/>
              </p14:xfrm>
            </p:contentPart>
          </mc:Choice>
          <mc:Fallback xmlns="">
            <p:pic>
              <p:nvPicPr>
                <p:cNvPr id="37" name="Ink 36">
                  <a:extLst>
                    <a:ext uri="{FF2B5EF4-FFF2-40B4-BE49-F238E27FC236}">
                      <a16:creationId xmlns:a16="http://schemas.microsoft.com/office/drawing/2014/main" id="{2239CF9F-09F1-8505-517F-ABCAC0496706}"/>
                    </a:ext>
                  </a:extLst>
                </p:cNvPr>
                <p:cNvPicPr/>
                <p:nvPr/>
              </p:nvPicPr>
              <p:blipFill>
                <a:blip r:embed="rId179"/>
                <a:stretch>
                  <a:fillRect/>
                </a:stretch>
              </p:blipFill>
              <p:spPr>
                <a:xfrm>
                  <a:off x="4425303" y="3708553"/>
                  <a:ext cx="26460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38" name="Ink 37">
                  <a:extLst>
                    <a:ext uri="{FF2B5EF4-FFF2-40B4-BE49-F238E27FC236}">
                      <a16:creationId xmlns:a16="http://schemas.microsoft.com/office/drawing/2014/main" id="{E4EC52EE-BDA1-FF74-6C24-98C6709B0556}"/>
                    </a:ext>
                  </a:extLst>
                </p14:cNvPr>
                <p14:cNvContentPartPr/>
                <p14:nvPr/>
              </p14:nvContentPartPr>
              <p14:xfrm>
                <a:off x="4740303" y="3536473"/>
                <a:ext cx="88920" cy="273600"/>
              </p14:xfrm>
            </p:contentPart>
          </mc:Choice>
          <mc:Fallback xmlns="">
            <p:pic>
              <p:nvPicPr>
                <p:cNvPr id="38" name="Ink 37">
                  <a:extLst>
                    <a:ext uri="{FF2B5EF4-FFF2-40B4-BE49-F238E27FC236}">
                      <a16:creationId xmlns:a16="http://schemas.microsoft.com/office/drawing/2014/main" id="{E4EC52EE-BDA1-FF74-6C24-98C6709B0556}"/>
                    </a:ext>
                  </a:extLst>
                </p:cNvPr>
                <p:cNvPicPr/>
                <p:nvPr/>
              </p:nvPicPr>
              <p:blipFill>
                <a:blip r:embed="rId181"/>
                <a:stretch>
                  <a:fillRect/>
                </a:stretch>
              </p:blipFill>
              <p:spPr>
                <a:xfrm>
                  <a:off x="4722303" y="3518473"/>
                  <a:ext cx="12456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39" name="Ink 38">
                  <a:extLst>
                    <a:ext uri="{FF2B5EF4-FFF2-40B4-BE49-F238E27FC236}">
                      <a16:creationId xmlns:a16="http://schemas.microsoft.com/office/drawing/2014/main" id="{9F991CEF-FDC0-5C0D-E7D4-B78CE582BC5E}"/>
                    </a:ext>
                  </a:extLst>
                </p14:cNvPr>
                <p14:cNvContentPartPr/>
                <p14:nvPr/>
              </p14:nvContentPartPr>
              <p14:xfrm>
                <a:off x="4751823" y="3643393"/>
                <a:ext cx="80640" cy="90360"/>
              </p14:xfrm>
            </p:contentPart>
          </mc:Choice>
          <mc:Fallback xmlns="">
            <p:pic>
              <p:nvPicPr>
                <p:cNvPr id="39" name="Ink 38">
                  <a:extLst>
                    <a:ext uri="{FF2B5EF4-FFF2-40B4-BE49-F238E27FC236}">
                      <a16:creationId xmlns:a16="http://schemas.microsoft.com/office/drawing/2014/main" id="{9F991CEF-FDC0-5C0D-E7D4-B78CE582BC5E}"/>
                    </a:ext>
                  </a:extLst>
                </p:cNvPr>
                <p:cNvPicPr/>
                <p:nvPr/>
              </p:nvPicPr>
              <p:blipFill>
                <a:blip r:embed="rId183"/>
                <a:stretch>
                  <a:fillRect/>
                </a:stretch>
              </p:blipFill>
              <p:spPr>
                <a:xfrm>
                  <a:off x="4733823" y="3625393"/>
                  <a:ext cx="1162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40" name="Ink 39">
                  <a:extLst>
                    <a:ext uri="{FF2B5EF4-FFF2-40B4-BE49-F238E27FC236}">
                      <a16:creationId xmlns:a16="http://schemas.microsoft.com/office/drawing/2014/main" id="{47FE84EA-293E-B176-E2C7-B70F92F4A90C}"/>
                    </a:ext>
                  </a:extLst>
                </p14:cNvPr>
                <p14:cNvContentPartPr/>
                <p14:nvPr/>
              </p14:nvContentPartPr>
              <p14:xfrm>
                <a:off x="4126143" y="4114273"/>
                <a:ext cx="7560" cy="116640"/>
              </p14:xfrm>
            </p:contentPart>
          </mc:Choice>
          <mc:Fallback xmlns="">
            <p:pic>
              <p:nvPicPr>
                <p:cNvPr id="40" name="Ink 39">
                  <a:extLst>
                    <a:ext uri="{FF2B5EF4-FFF2-40B4-BE49-F238E27FC236}">
                      <a16:creationId xmlns:a16="http://schemas.microsoft.com/office/drawing/2014/main" id="{47FE84EA-293E-B176-E2C7-B70F92F4A90C}"/>
                    </a:ext>
                  </a:extLst>
                </p:cNvPr>
                <p:cNvPicPr/>
                <p:nvPr/>
              </p:nvPicPr>
              <p:blipFill>
                <a:blip r:embed="rId185"/>
                <a:stretch>
                  <a:fillRect/>
                </a:stretch>
              </p:blipFill>
              <p:spPr>
                <a:xfrm>
                  <a:off x="4108503" y="4096633"/>
                  <a:ext cx="4320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41" name="Ink 40">
                  <a:extLst>
                    <a:ext uri="{FF2B5EF4-FFF2-40B4-BE49-F238E27FC236}">
                      <a16:creationId xmlns:a16="http://schemas.microsoft.com/office/drawing/2014/main" id="{438B8F5F-5554-065C-5BF4-61EC417A45EF}"/>
                    </a:ext>
                  </a:extLst>
                </p14:cNvPr>
                <p14:cNvContentPartPr/>
                <p14:nvPr/>
              </p14:nvContentPartPr>
              <p14:xfrm>
                <a:off x="4105263" y="3977113"/>
                <a:ext cx="15120" cy="76320"/>
              </p14:xfrm>
            </p:contentPart>
          </mc:Choice>
          <mc:Fallback xmlns="">
            <p:pic>
              <p:nvPicPr>
                <p:cNvPr id="41" name="Ink 40">
                  <a:extLst>
                    <a:ext uri="{FF2B5EF4-FFF2-40B4-BE49-F238E27FC236}">
                      <a16:creationId xmlns:a16="http://schemas.microsoft.com/office/drawing/2014/main" id="{438B8F5F-5554-065C-5BF4-61EC417A45EF}"/>
                    </a:ext>
                  </a:extLst>
                </p:cNvPr>
                <p:cNvPicPr/>
                <p:nvPr/>
              </p:nvPicPr>
              <p:blipFill>
                <a:blip r:embed="rId187"/>
                <a:stretch>
                  <a:fillRect/>
                </a:stretch>
              </p:blipFill>
              <p:spPr>
                <a:xfrm>
                  <a:off x="4087263" y="3959473"/>
                  <a:ext cx="5076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42" name="Ink 41">
                  <a:extLst>
                    <a:ext uri="{FF2B5EF4-FFF2-40B4-BE49-F238E27FC236}">
                      <a16:creationId xmlns:a16="http://schemas.microsoft.com/office/drawing/2014/main" id="{69312E6E-C63B-D86D-DE95-C3CD9F97FBF7}"/>
                    </a:ext>
                  </a:extLst>
                </p14:cNvPr>
                <p14:cNvContentPartPr/>
                <p14:nvPr/>
              </p14:nvContentPartPr>
              <p14:xfrm>
                <a:off x="4213983" y="4130113"/>
                <a:ext cx="1800" cy="360"/>
              </p14:xfrm>
            </p:contentPart>
          </mc:Choice>
          <mc:Fallback xmlns="">
            <p:pic>
              <p:nvPicPr>
                <p:cNvPr id="42" name="Ink 41">
                  <a:extLst>
                    <a:ext uri="{FF2B5EF4-FFF2-40B4-BE49-F238E27FC236}">
                      <a16:creationId xmlns:a16="http://schemas.microsoft.com/office/drawing/2014/main" id="{69312E6E-C63B-D86D-DE95-C3CD9F97FBF7}"/>
                    </a:ext>
                  </a:extLst>
                </p:cNvPr>
                <p:cNvPicPr/>
                <p:nvPr/>
              </p:nvPicPr>
              <p:blipFill>
                <a:blip r:embed="rId189"/>
                <a:stretch>
                  <a:fillRect/>
                </a:stretch>
              </p:blipFill>
              <p:spPr>
                <a:xfrm>
                  <a:off x="4196343" y="4112473"/>
                  <a:ext cx="374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43" name="Ink 42">
                  <a:extLst>
                    <a:ext uri="{FF2B5EF4-FFF2-40B4-BE49-F238E27FC236}">
                      <a16:creationId xmlns:a16="http://schemas.microsoft.com/office/drawing/2014/main" id="{98A92874-A628-AEA4-C071-A56BDE287DCA}"/>
                    </a:ext>
                  </a:extLst>
                </p14:cNvPr>
                <p14:cNvContentPartPr/>
                <p14:nvPr/>
              </p14:nvContentPartPr>
              <p14:xfrm>
                <a:off x="3987543" y="4051633"/>
                <a:ext cx="11520" cy="177840"/>
              </p14:xfrm>
            </p:contentPart>
          </mc:Choice>
          <mc:Fallback xmlns="">
            <p:pic>
              <p:nvPicPr>
                <p:cNvPr id="43" name="Ink 42">
                  <a:extLst>
                    <a:ext uri="{FF2B5EF4-FFF2-40B4-BE49-F238E27FC236}">
                      <a16:creationId xmlns:a16="http://schemas.microsoft.com/office/drawing/2014/main" id="{98A92874-A628-AEA4-C071-A56BDE287DCA}"/>
                    </a:ext>
                  </a:extLst>
                </p:cNvPr>
                <p:cNvPicPr/>
                <p:nvPr/>
              </p:nvPicPr>
              <p:blipFill>
                <a:blip r:embed="rId191"/>
                <a:stretch>
                  <a:fillRect/>
                </a:stretch>
              </p:blipFill>
              <p:spPr>
                <a:xfrm>
                  <a:off x="3969543" y="4033633"/>
                  <a:ext cx="4716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44" name="Ink 43">
                  <a:extLst>
                    <a:ext uri="{FF2B5EF4-FFF2-40B4-BE49-F238E27FC236}">
                      <a16:creationId xmlns:a16="http://schemas.microsoft.com/office/drawing/2014/main" id="{1047C99A-9C91-CA69-7112-F1466BF3C1F4}"/>
                    </a:ext>
                  </a:extLst>
                </p14:cNvPr>
                <p14:cNvContentPartPr/>
                <p14:nvPr/>
              </p14:nvContentPartPr>
              <p14:xfrm>
                <a:off x="4242783" y="4099513"/>
                <a:ext cx="271800" cy="78840"/>
              </p14:xfrm>
            </p:contentPart>
          </mc:Choice>
          <mc:Fallback xmlns="">
            <p:pic>
              <p:nvPicPr>
                <p:cNvPr id="44" name="Ink 43">
                  <a:extLst>
                    <a:ext uri="{FF2B5EF4-FFF2-40B4-BE49-F238E27FC236}">
                      <a16:creationId xmlns:a16="http://schemas.microsoft.com/office/drawing/2014/main" id="{1047C99A-9C91-CA69-7112-F1466BF3C1F4}"/>
                    </a:ext>
                  </a:extLst>
                </p:cNvPr>
                <p:cNvPicPr/>
                <p:nvPr/>
              </p:nvPicPr>
              <p:blipFill>
                <a:blip r:embed="rId193"/>
                <a:stretch>
                  <a:fillRect/>
                </a:stretch>
              </p:blipFill>
              <p:spPr>
                <a:xfrm>
                  <a:off x="4225143" y="4081513"/>
                  <a:ext cx="30744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45" name="Ink 44">
                  <a:extLst>
                    <a:ext uri="{FF2B5EF4-FFF2-40B4-BE49-F238E27FC236}">
                      <a16:creationId xmlns:a16="http://schemas.microsoft.com/office/drawing/2014/main" id="{1D083E69-275B-C253-142D-7289C6D24F2C}"/>
                    </a:ext>
                  </a:extLst>
                </p14:cNvPr>
                <p14:cNvContentPartPr/>
                <p14:nvPr/>
              </p14:nvContentPartPr>
              <p14:xfrm>
                <a:off x="4488663" y="3960913"/>
                <a:ext cx="7560" cy="20880"/>
              </p14:xfrm>
            </p:contentPart>
          </mc:Choice>
          <mc:Fallback xmlns="">
            <p:pic>
              <p:nvPicPr>
                <p:cNvPr id="45" name="Ink 44">
                  <a:extLst>
                    <a:ext uri="{FF2B5EF4-FFF2-40B4-BE49-F238E27FC236}">
                      <a16:creationId xmlns:a16="http://schemas.microsoft.com/office/drawing/2014/main" id="{1D083E69-275B-C253-142D-7289C6D24F2C}"/>
                    </a:ext>
                  </a:extLst>
                </p:cNvPr>
                <p:cNvPicPr/>
                <p:nvPr/>
              </p:nvPicPr>
              <p:blipFill>
                <a:blip r:embed="rId195"/>
                <a:stretch>
                  <a:fillRect/>
                </a:stretch>
              </p:blipFill>
              <p:spPr>
                <a:xfrm>
                  <a:off x="4471023" y="3943273"/>
                  <a:ext cx="4320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46" name="Ink 45">
                  <a:extLst>
                    <a:ext uri="{FF2B5EF4-FFF2-40B4-BE49-F238E27FC236}">
                      <a16:creationId xmlns:a16="http://schemas.microsoft.com/office/drawing/2014/main" id="{B88C89E6-4591-D846-E3A5-9F3004FFDEF1}"/>
                    </a:ext>
                  </a:extLst>
                </p14:cNvPr>
                <p14:cNvContentPartPr/>
                <p14:nvPr/>
              </p14:nvContentPartPr>
              <p14:xfrm>
                <a:off x="4635903" y="3974593"/>
                <a:ext cx="28080" cy="194040"/>
              </p14:xfrm>
            </p:contentPart>
          </mc:Choice>
          <mc:Fallback xmlns="">
            <p:pic>
              <p:nvPicPr>
                <p:cNvPr id="46" name="Ink 45">
                  <a:extLst>
                    <a:ext uri="{FF2B5EF4-FFF2-40B4-BE49-F238E27FC236}">
                      <a16:creationId xmlns:a16="http://schemas.microsoft.com/office/drawing/2014/main" id="{B88C89E6-4591-D846-E3A5-9F3004FFDEF1}"/>
                    </a:ext>
                  </a:extLst>
                </p:cNvPr>
                <p:cNvPicPr/>
                <p:nvPr/>
              </p:nvPicPr>
              <p:blipFill>
                <a:blip r:embed="rId197"/>
                <a:stretch>
                  <a:fillRect/>
                </a:stretch>
              </p:blipFill>
              <p:spPr>
                <a:xfrm>
                  <a:off x="4618263" y="3956593"/>
                  <a:ext cx="6372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47" name="Ink 46">
                  <a:extLst>
                    <a:ext uri="{FF2B5EF4-FFF2-40B4-BE49-F238E27FC236}">
                      <a16:creationId xmlns:a16="http://schemas.microsoft.com/office/drawing/2014/main" id="{60392C4F-6F95-3CBA-2897-91DD5940FD7D}"/>
                    </a:ext>
                  </a:extLst>
                </p14:cNvPr>
                <p14:cNvContentPartPr/>
                <p14:nvPr/>
              </p14:nvContentPartPr>
              <p14:xfrm>
                <a:off x="4613943" y="4039753"/>
                <a:ext cx="164880" cy="116640"/>
              </p14:xfrm>
            </p:contentPart>
          </mc:Choice>
          <mc:Fallback xmlns="">
            <p:pic>
              <p:nvPicPr>
                <p:cNvPr id="47" name="Ink 46">
                  <a:extLst>
                    <a:ext uri="{FF2B5EF4-FFF2-40B4-BE49-F238E27FC236}">
                      <a16:creationId xmlns:a16="http://schemas.microsoft.com/office/drawing/2014/main" id="{60392C4F-6F95-3CBA-2897-91DD5940FD7D}"/>
                    </a:ext>
                  </a:extLst>
                </p:cNvPr>
                <p:cNvPicPr/>
                <p:nvPr/>
              </p:nvPicPr>
              <p:blipFill>
                <a:blip r:embed="rId199"/>
                <a:stretch>
                  <a:fillRect/>
                </a:stretch>
              </p:blipFill>
              <p:spPr>
                <a:xfrm>
                  <a:off x="4595943" y="4021753"/>
                  <a:ext cx="20052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48" name="Ink 47">
                  <a:extLst>
                    <a:ext uri="{FF2B5EF4-FFF2-40B4-BE49-F238E27FC236}">
                      <a16:creationId xmlns:a16="http://schemas.microsoft.com/office/drawing/2014/main" id="{FEEA9C40-334F-F88B-19CB-285B32082D72}"/>
                    </a:ext>
                  </a:extLst>
                </p14:cNvPr>
                <p14:cNvContentPartPr/>
                <p14:nvPr/>
              </p14:nvContentPartPr>
              <p14:xfrm>
                <a:off x="4750743" y="3942553"/>
                <a:ext cx="11520" cy="18000"/>
              </p14:xfrm>
            </p:contentPart>
          </mc:Choice>
          <mc:Fallback xmlns="">
            <p:pic>
              <p:nvPicPr>
                <p:cNvPr id="48" name="Ink 47">
                  <a:extLst>
                    <a:ext uri="{FF2B5EF4-FFF2-40B4-BE49-F238E27FC236}">
                      <a16:creationId xmlns:a16="http://schemas.microsoft.com/office/drawing/2014/main" id="{FEEA9C40-334F-F88B-19CB-285B32082D72}"/>
                    </a:ext>
                  </a:extLst>
                </p:cNvPr>
                <p:cNvPicPr/>
                <p:nvPr/>
              </p:nvPicPr>
              <p:blipFill>
                <a:blip r:embed="rId201"/>
                <a:stretch>
                  <a:fillRect/>
                </a:stretch>
              </p:blipFill>
              <p:spPr>
                <a:xfrm>
                  <a:off x="4732743" y="3924913"/>
                  <a:ext cx="4716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49" name="Ink 48">
                  <a:extLst>
                    <a:ext uri="{FF2B5EF4-FFF2-40B4-BE49-F238E27FC236}">
                      <a16:creationId xmlns:a16="http://schemas.microsoft.com/office/drawing/2014/main" id="{48669CA2-E902-08E1-4B46-C919AE163F98}"/>
                    </a:ext>
                  </a:extLst>
                </p14:cNvPr>
                <p14:cNvContentPartPr/>
                <p14:nvPr/>
              </p14:nvContentPartPr>
              <p14:xfrm>
                <a:off x="4832823" y="4027873"/>
                <a:ext cx="92520" cy="90360"/>
              </p14:xfrm>
            </p:contentPart>
          </mc:Choice>
          <mc:Fallback xmlns="">
            <p:pic>
              <p:nvPicPr>
                <p:cNvPr id="49" name="Ink 48">
                  <a:extLst>
                    <a:ext uri="{FF2B5EF4-FFF2-40B4-BE49-F238E27FC236}">
                      <a16:creationId xmlns:a16="http://schemas.microsoft.com/office/drawing/2014/main" id="{48669CA2-E902-08E1-4B46-C919AE163F98}"/>
                    </a:ext>
                  </a:extLst>
                </p:cNvPr>
                <p:cNvPicPr/>
                <p:nvPr/>
              </p:nvPicPr>
              <p:blipFill>
                <a:blip r:embed="rId203"/>
                <a:stretch>
                  <a:fillRect/>
                </a:stretch>
              </p:blipFill>
              <p:spPr>
                <a:xfrm>
                  <a:off x="4815183" y="4009873"/>
                  <a:ext cx="1281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50" name="Ink 49">
                  <a:extLst>
                    <a:ext uri="{FF2B5EF4-FFF2-40B4-BE49-F238E27FC236}">
                      <a16:creationId xmlns:a16="http://schemas.microsoft.com/office/drawing/2014/main" id="{0144D3D7-F6AA-43D7-7277-661EB5795A79}"/>
                    </a:ext>
                  </a:extLst>
                </p14:cNvPr>
                <p14:cNvContentPartPr/>
                <p14:nvPr/>
              </p14:nvContentPartPr>
              <p14:xfrm>
                <a:off x="4986903" y="4019593"/>
                <a:ext cx="75960" cy="152640"/>
              </p14:xfrm>
            </p:contentPart>
          </mc:Choice>
          <mc:Fallback xmlns="">
            <p:pic>
              <p:nvPicPr>
                <p:cNvPr id="50" name="Ink 49">
                  <a:extLst>
                    <a:ext uri="{FF2B5EF4-FFF2-40B4-BE49-F238E27FC236}">
                      <a16:creationId xmlns:a16="http://schemas.microsoft.com/office/drawing/2014/main" id="{0144D3D7-F6AA-43D7-7277-661EB5795A79}"/>
                    </a:ext>
                  </a:extLst>
                </p:cNvPr>
                <p:cNvPicPr/>
                <p:nvPr/>
              </p:nvPicPr>
              <p:blipFill>
                <a:blip r:embed="rId205"/>
                <a:stretch>
                  <a:fillRect/>
                </a:stretch>
              </p:blipFill>
              <p:spPr>
                <a:xfrm>
                  <a:off x="4969263" y="4001953"/>
                  <a:ext cx="11160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51" name="Ink 50">
                  <a:extLst>
                    <a:ext uri="{FF2B5EF4-FFF2-40B4-BE49-F238E27FC236}">
                      <a16:creationId xmlns:a16="http://schemas.microsoft.com/office/drawing/2014/main" id="{4970968E-83E8-B65B-6DBC-12EF8A24067E}"/>
                    </a:ext>
                  </a:extLst>
                </p14:cNvPr>
                <p14:cNvContentPartPr/>
                <p14:nvPr/>
              </p14:nvContentPartPr>
              <p14:xfrm>
                <a:off x="4227663" y="4402273"/>
                <a:ext cx="105120" cy="171720"/>
              </p14:xfrm>
            </p:contentPart>
          </mc:Choice>
          <mc:Fallback xmlns="">
            <p:pic>
              <p:nvPicPr>
                <p:cNvPr id="51" name="Ink 50">
                  <a:extLst>
                    <a:ext uri="{FF2B5EF4-FFF2-40B4-BE49-F238E27FC236}">
                      <a16:creationId xmlns:a16="http://schemas.microsoft.com/office/drawing/2014/main" id="{4970968E-83E8-B65B-6DBC-12EF8A24067E}"/>
                    </a:ext>
                  </a:extLst>
                </p:cNvPr>
                <p:cNvPicPr/>
                <p:nvPr/>
              </p:nvPicPr>
              <p:blipFill>
                <a:blip r:embed="rId207"/>
                <a:stretch>
                  <a:fillRect/>
                </a:stretch>
              </p:blipFill>
              <p:spPr>
                <a:xfrm>
                  <a:off x="4210023" y="4384273"/>
                  <a:ext cx="14076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52" name="Ink 51">
                  <a:extLst>
                    <a:ext uri="{FF2B5EF4-FFF2-40B4-BE49-F238E27FC236}">
                      <a16:creationId xmlns:a16="http://schemas.microsoft.com/office/drawing/2014/main" id="{2F7BF1DE-BCC3-0416-988E-BF157212F1DB}"/>
                    </a:ext>
                  </a:extLst>
                </p14:cNvPr>
                <p14:cNvContentPartPr/>
                <p14:nvPr/>
              </p14:nvContentPartPr>
              <p14:xfrm>
                <a:off x="4422783" y="4404073"/>
                <a:ext cx="97920" cy="117360"/>
              </p14:xfrm>
            </p:contentPart>
          </mc:Choice>
          <mc:Fallback xmlns="">
            <p:pic>
              <p:nvPicPr>
                <p:cNvPr id="52" name="Ink 51">
                  <a:extLst>
                    <a:ext uri="{FF2B5EF4-FFF2-40B4-BE49-F238E27FC236}">
                      <a16:creationId xmlns:a16="http://schemas.microsoft.com/office/drawing/2014/main" id="{2F7BF1DE-BCC3-0416-988E-BF157212F1DB}"/>
                    </a:ext>
                  </a:extLst>
                </p:cNvPr>
                <p:cNvPicPr/>
                <p:nvPr/>
              </p:nvPicPr>
              <p:blipFill>
                <a:blip r:embed="rId209"/>
                <a:stretch>
                  <a:fillRect/>
                </a:stretch>
              </p:blipFill>
              <p:spPr>
                <a:xfrm>
                  <a:off x="4404783" y="4386433"/>
                  <a:ext cx="13356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53" name="Ink 52">
                  <a:extLst>
                    <a:ext uri="{FF2B5EF4-FFF2-40B4-BE49-F238E27FC236}">
                      <a16:creationId xmlns:a16="http://schemas.microsoft.com/office/drawing/2014/main" id="{B7810504-D1D9-3379-B7C8-ED213AD1EA0E}"/>
                    </a:ext>
                  </a:extLst>
                </p14:cNvPr>
                <p14:cNvContentPartPr/>
                <p14:nvPr/>
              </p14:nvContentPartPr>
              <p14:xfrm>
                <a:off x="4604583" y="4356913"/>
                <a:ext cx="59760" cy="170280"/>
              </p14:xfrm>
            </p:contentPart>
          </mc:Choice>
          <mc:Fallback xmlns="">
            <p:pic>
              <p:nvPicPr>
                <p:cNvPr id="53" name="Ink 52">
                  <a:extLst>
                    <a:ext uri="{FF2B5EF4-FFF2-40B4-BE49-F238E27FC236}">
                      <a16:creationId xmlns:a16="http://schemas.microsoft.com/office/drawing/2014/main" id="{B7810504-D1D9-3379-B7C8-ED213AD1EA0E}"/>
                    </a:ext>
                  </a:extLst>
                </p:cNvPr>
                <p:cNvPicPr/>
                <p:nvPr/>
              </p:nvPicPr>
              <p:blipFill>
                <a:blip r:embed="rId211"/>
                <a:stretch>
                  <a:fillRect/>
                </a:stretch>
              </p:blipFill>
              <p:spPr>
                <a:xfrm>
                  <a:off x="4586583" y="4339273"/>
                  <a:ext cx="9540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54" name="Ink 53">
                  <a:extLst>
                    <a:ext uri="{FF2B5EF4-FFF2-40B4-BE49-F238E27FC236}">
                      <a16:creationId xmlns:a16="http://schemas.microsoft.com/office/drawing/2014/main" id="{F297DBB0-E821-8DC7-D493-487C91AE54D2}"/>
                    </a:ext>
                  </a:extLst>
                </p14:cNvPr>
                <p14:cNvContentPartPr/>
                <p14:nvPr/>
              </p14:nvContentPartPr>
              <p14:xfrm>
                <a:off x="4747143" y="4453393"/>
                <a:ext cx="11880" cy="16560"/>
              </p14:xfrm>
            </p:contentPart>
          </mc:Choice>
          <mc:Fallback xmlns="">
            <p:pic>
              <p:nvPicPr>
                <p:cNvPr id="54" name="Ink 53">
                  <a:extLst>
                    <a:ext uri="{FF2B5EF4-FFF2-40B4-BE49-F238E27FC236}">
                      <a16:creationId xmlns:a16="http://schemas.microsoft.com/office/drawing/2014/main" id="{F297DBB0-E821-8DC7-D493-487C91AE54D2}"/>
                    </a:ext>
                  </a:extLst>
                </p:cNvPr>
                <p:cNvPicPr/>
                <p:nvPr/>
              </p:nvPicPr>
              <p:blipFill>
                <a:blip r:embed="rId213"/>
                <a:stretch>
                  <a:fillRect/>
                </a:stretch>
              </p:blipFill>
              <p:spPr>
                <a:xfrm>
                  <a:off x="4729143" y="4435753"/>
                  <a:ext cx="4752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53" name="Ink 152">
                  <a:extLst>
                    <a:ext uri="{FF2B5EF4-FFF2-40B4-BE49-F238E27FC236}">
                      <a16:creationId xmlns:a16="http://schemas.microsoft.com/office/drawing/2014/main" id="{416646B6-DF9D-0DDC-4221-E41423AC866D}"/>
                    </a:ext>
                  </a:extLst>
                </p14:cNvPr>
                <p14:cNvContentPartPr/>
                <p14:nvPr/>
              </p14:nvContentPartPr>
              <p14:xfrm>
                <a:off x="2597223" y="3218953"/>
                <a:ext cx="157320" cy="211680"/>
              </p14:xfrm>
            </p:contentPart>
          </mc:Choice>
          <mc:Fallback xmlns="">
            <p:pic>
              <p:nvPicPr>
                <p:cNvPr id="153" name="Ink 152">
                  <a:extLst>
                    <a:ext uri="{FF2B5EF4-FFF2-40B4-BE49-F238E27FC236}">
                      <a16:creationId xmlns:a16="http://schemas.microsoft.com/office/drawing/2014/main" id="{416646B6-DF9D-0DDC-4221-E41423AC866D}"/>
                    </a:ext>
                  </a:extLst>
                </p:cNvPr>
                <p:cNvPicPr/>
                <p:nvPr/>
              </p:nvPicPr>
              <p:blipFill>
                <a:blip r:embed="rId215"/>
                <a:stretch>
                  <a:fillRect/>
                </a:stretch>
              </p:blipFill>
              <p:spPr>
                <a:xfrm>
                  <a:off x="2579223" y="3200953"/>
                  <a:ext cx="19296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54" name="Ink 153">
                  <a:extLst>
                    <a:ext uri="{FF2B5EF4-FFF2-40B4-BE49-F238E27FC236}">
                      <a16:creationId xmlns:a16="http://schemas.microsoft.com/office/drawing/2014/main" id="{96D8D99E-3099-E804-5070-B768D1B25D69}"/>
                    </a:ext>
                  </a:extLst>
                </p14:cNvPr>
                <p14:cNvContentPartPr/>
                <p14:nvPr/>
              </p14:nvContentPartPr>
              <p14:xfrm>
                <a:off x="2807823" y="3239473"/>
                <a:ext cx="60120" cy="112320"/>
              </p14:xfrm>
            </p:contentPart>
          </mc:Choice>
          <mc:Fallback xmlns="">
            <p:pic>
              <p:nvPicPr>
                <p:cNvPr id="154" name="Ink 153">
                  <a:extLst>
                    <a:ext uri="{FF2B5EF4-FFF2-40B4-BE49-F238E27FC236}">
                      <a16:creationId xmlns:a16="http://schemas.microsoft.com/office/drawing/2014/main" id="{96D8D99E-3099-E804-5070-B768D1B25D69}"/>
                    </a:ext>
                  </a:extLst>
                </p:cNvPr>
                <p:cNvPicPr/>
                <p:nvPr/>
              </p:nvPicPr>
              <p:blipFill>
                <a:blip r:embed="rId217"/>
                <a:stretch>
                  <a:fillRect/>
                </a:stretch>
              </p:blipFill>
              <p:spPr>
                <a:xfrm>
                  <a:off x="2789823" y="3221473"/>
                  <a:ext cx="9576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55" name="Ink 154">
                  <a:extLst>
                    <a:ext uri="{FF2B5EF4-FFF2-40B4-BE49-F238E27FC236}">
                      <a16:creationId xmlns:a16="http://schemas.microsoft.com/office/drawing/2014/main" id="{86567721-3B10-C66E-BA14-FF5CE8694302}"/>
                    </a:ext>
                  </a:extLst>
                </p14:cNvPr>
                <p14:cNvContentPartPr/>
                <p14:nvPr/>
              </p14:nvContentPartPr>
              <p14:xfrm>
                <a:off x="2816823" y="3190513"/>
                <a:ext cx="93240" cy="101880"/>
              </p14:xfrm>
            </p:contentPart>
          </mc:Choice>
          <mc:Fallback xmlns="">
            <p:pic>
              <p:nvPicPr>
                <p:cNvPr id="155" name="Ink 154">
                  <a:extLst>
                    <a:ext uri="{FF2B5EF4-FFF2-40B4-BE49-F238E27FC236}">
                      <a16:creationId xmlns:a16="http://schemas.microsoft.com/office/drawing/2014/main" id="{86567721-3B10-C66E-BA14-FF5CE8694302}"/>
                    </a:ext>
                  </a:extLst>
                </p:cNvPr>
                <p:cNvPicPr/>
                <p:nvPr/>
              </p:nvPicPr>
              <p:blipFill>
                <a:blip r:embed="rId219"/>
                <a:stretch>
                  <a:fillRect/>
                </a:stretch>
              </p:blipFill>
              <p:spPr>
                <a:xfrm>
                  <a:off x="2799183" y="3172513"/>
                  <a:ext cx="12888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56" name="Ink 155">
                  <a:extLst>
                    <a:ext uri="{FF2B5EF4-FFF2-40B4-BE49-F238E27FC236}">
                      <a16:creationId xmlns:a16="http://schemas.microsoft.com/office/drawing/2014/main" id="{52AC0B6F-C0A2-855C-023C-6012473A5E3A}"/>
                    </a:ext>
                  </a:extLst>
                </p14:cNvPr>
                <p14:cNvContentPartPr/>
                <p14:nvPr/>
              </p14:nvContentPartPr>
              <p14:xfrm>
                <a:off x="2869383" y="3265393"/>
                <a:ext cx="136080" cy="129240"/>
              </p14:xfrm>
            </p:contentPart>
          </mc:Choice>
          <mc:Fallback xmlns="">
            <p:pic>
              <p:nvPicPr>
                <p:cNvPr id="156" name="Ink 155">
                  <a:extLst>
                    <a:ext uri="{FF2B5EF4-FFF2-40B4-BE49-F238E27FC236}">
                      <a16:creationId xmlns:a16="http://schemas.microsoft.com/office/drawing/2014/main" id="{52AC0B6F-C0A2-855C-023C-6012473A5E3A}"/>
                    </a:ext>
                  </a:extLst>
                </p:cNvPr>
                <p:cNvPicPr/>
                <p:nvPr/>
              </p:nvPicPr>
              <p:blipFill>
                <a:blip r:embed="rId221"/>
                <a:stretch>
                  <a:fillRect/>
                </a:stretch>
              </p:blipFill>
              <p:spPr>
                <a:xfrm>
                  <a:off x="2851743" y="3247753"/>
                  <a:ext cx="17172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57" name="Ink 156">
                  <a:extLst>
                    <a:ext uri="{FF2B5EF4-FFF2-40B4-BE49-F238E27FC236}">
                      <a16:creationId xmlns:a16="http://schemas.microsoft.com/office/drawing/2014/main" id="{1430F25E-2132-BE75-2F2F-753191EF69E6}"/>
                    </a:ext>
                  </a:extLst>
                </p14:cNvPr>
                <p14:cNvContentPartPr/>
                <p14:nvPr/>
              </p14:nvContentPartPr>
              <p14:xfrm>
                <a:off x="3002223" y="3232993"/>
                <a:ext cx="57600" cy="138600"/>
              </p14:xfrm>
            </p:contentPart>
          </mc:Choice>
          <mc:Fallback xmlns="">
            <p:pic>
              <p:nvPicPr>
                <p:cNvPr id="157" name="Ink 156">
                  <a:extLst>
                    <a:ext uri="{FF2B5EF4-FFF2-40B4-BE49-F238E27FC236}">
                      <a16:creationId xmlns:a16="http://schemas.microsoft.com/office/drawing/2014/main" id="{1430F25E-2132-BE75-2F2F-753191EF69E6}"/>
                    </a:ext>
                  </a:extLst>
                </p:cNvPr>
                <p:cNvPicPr/>
                <p:nvPr/>
              </p:nvPicPr>
              <p:blipFill>
                <a:blip r:embed="rId223"/>
                <a:stretch>
                  <a:fillRect/>
                </a:stretch>
              </p:blipFill>
              <p:spPr>
                <a:xfrm>
                  <a:off x="2984223" y="3215353"/>
                  <a:ext cx="9324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58" name="Ink 157">
                  <a:extLst>
                    <a:ext uri="{FF2B5EF4-FFF2-40B4-BE49-F238E27FC236}">
                      <a16:creationId xmlns:a16="http://schemas.microsoft.com/office/drawing/2014/main" id="{54072D1C-E02B-3AB3-6653-1522FF484065}"/>
                    </a:ext>
                  </a:extLst>
                </p14:cNvPr>
                <p14:cNvContentPartPr/>
                <p14:nvPr/>
              </p14:nvContentPartPr>
              <p14:xfrm>
                <a:off x="3009063" y="3245593"/>
                <a:ext cx="105840" cy="190800"/>
              </p14:xfrm>
            </p:contentPart>
          </mc:Choice>
          <mc:Fallback xmlns="">
            <p:pic>
              <p:nvPicPr>
                <p:cNvPr id="158" name="Ink 157">
                  <a:extLst>
                    <a:ext uri="{FF2B5EF4-FFF2-40B4-BE49-F238E27FC236}">
                      <a16:creationId xmlns:a16="http://schemas.microsoft.com/office/drawing/2014/main" id="{54072D1C-E02B-3AB3-6653-1522FF484065}"/>
                    </a:ext>
                  </a:extLst>
                </p:cNvPr>
                <p:cNvPicPr/>
                <p:nvPr/>
              </p:nvPicPr>
              <p:blipFill>
                <a:blip r:embed="rId225"/>
                <a:stretch>
                  <a:fillRect/>
                </a:stretch>
              </p:blipFill>
              <p:spPr>
                <a:xfrm>
                  <a:off x="2991063" y="3227593"/>
                  <a:ext cx="141480" cy="226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6">
            <p14:nvContentPartPr>
              <p14:cNvPr id="160" name="Ink 159">
                <a:extLst>
                  <a:ext uri="{FF2B5EF4-FFF2-40B4-BE49-F238E27FC236}">
                    <a16:creationId xmlns:a16="http://schemas.microsoft.com/office/drawing/2014/main" id="{88FB8A56-E2BF-DB1C-92C3-FA6A673F195A}"/>
                  </a:ext>
                </a:extLst>
              </p14:cNvPr>
              <p14:cNvContentPartPr/>
              <p14:nvPr/>
            </p14:nvContentPartPr>
            <p14:xfrm>
              <a:off x="7354263" y="3431353"/>
              <a:ext cx="67680" cy="586080"/>
            </p14:xfrm>
          </p:contentPart>
        </mc:Choice>
        <mc:Fallback xmlns="">
          <p:pic>
            <p:nvPicPr>
              <p:cNvPr id="160" name="Ink 159">
                <a:extLst>
                  <a:ext uri="{FF2B5EF4-FFF2-40B4-BE49-F238E27FC236}">
                    <a16:creationId xmlns:a16="http://schemas.microsoft.com/office/drawing/2014/main" id="{88FB8A56-E2BF-DB1C-92C3-FA6A673F195A}"/>
                  </a:ext>
                </a:extLst>
              </p:cNvPr>
              <p:cNvPicPr/>
              <p:nvPr/>
            </p:nvPicPr>
            <p:blipFill>
              <a:blip r:embed="rId227"/>
              <a:stretch>
                <a:fillRect/>
              </a:stretch>
            </p:blipFill>
            <p:spPr>
              <a:xfrm>
                <a:off x="7336623" y="3413353"/>
                <a:ext cx="103320" cy="621720"/>
              </a:xfrm>
              <a:prstGeom prst="rect">
                <a:avLst/>
              </a:prstGeom>
            </p:spPr>
          </p:pic>
        </mc:Fallback>
      </mc:AlternateContent>
      <p:grpSp>
        <p:nvGrpSpPr>
          <p:cNvPr id="233" name="Group 232">
            <a:extLst>
              <a:ext uri="{FF2B5EF4-FFF2-40B4-BE49-F238E27FC236}">
                <a16:creationId xmlns:a16="http://schemas.microsoft.com/office/drawing/2014/main" id="{7205CACE-BDDA-8DDC-DE2B-137DADB53BDC}"/>
              </a:ext>
            </a:extLst>
          </p:cNvPr>
          <p:cNvGrpSpPr/>
          <p:nvPr/>
        </p:nvGrpSpPr>
        <p:grpSpPr>
          <a:xfrm>
            <a:off x="6344656" y="4703593"/>
            <a:ext cx="359280" cy="275760"/>
            <a:chOff x="6344656" y="4703593"/>
            <a:chExt cx="359280" cy="275760"/>
          </a:xfrm>
        </p:grpSpPr>
        <mc:AlternateContent xmlns:mc="http://schemas.openxmlformats.org/markup-compatibility/2006" xmlns:p14="http://schemas.microsoft.com/office/powerpoint/2010/main">
          <mc:Choice Requires="p14">
            <p:contentPart p14:bwMode="auto" r:id="rId228">
              <p14:nvContentPartPr>
                <p14:cNvPr id="176" name="Ink 175">
                  <a:extLst>
                    <a:ext uri="{FF2B5EF4-FFF2-40B4-BE49-F238E27FC236}">
                      <a16:creationId xmlns:a16="http://schemas.microsoft.com/office/drawing/2014/main" id="{E5A9BA73-A9C8-D217-C050-35444308D82C}"/>
                    </a:ext>
                  </a:extLst>
                </p14:cNvPr>
                <p14:cNvContentPartPr/>
                <p14:nvPr/>
              </p14:nvContentPartPr>
              <p14:xfrm>
                <a:off x="6365176" y="4708273"/>
                <a:ext cx="14760" cy="236520"/>
              </p14:xfrm>
            </p:contentPart>
          </mc:Choice>
          <mc:Fallback xmlns="">
            <p:pic>
              <p:nvPicPr>
                <p:cNvPr id="176" name="Ink 175">
                  <a:extLst>
                    <a:ext uri="{FF2B5EF4-FFF2-40B4-BE49-F238E27FC236}">
                      <a16:creationId xmlns:a16="http://schemas.microsoft.com/office/drawing/2014/main" id="{E5A9BA73-A9C8-D217-C050-35444308D82C}"/>
                    </a:ext>
                  </a:extLst>
                </p:cNvPr>
                <p:cNvPicPr/>
                <p:nvPr/>
              </p:nvPicPr>
              <p:blipFill>
                <a:blip r:embed="rId229"/>
                <a:stretch>
                  <a:fillRect/>
                </a:stretch>
              </p:blipFill>
              <p:spPr>
                <a:xfrm>
                  <a:off x="6347176" y="4690633"/>
                  <a:ext cx="5040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77" name="Ink 176">
                  <a:extLst>
                    <a:ext uri="{FF2B5EF4-FFF2-40B4-BE49-F238E27FC236}">
                      <a16:creationId xmlns:a16="http://schemas.microsoft.com/office/drawing/2014/main" id="{44FA11DC-BEA7-905E-5389-ECC78A686926}"/>
                    </a:ext>
                  </a:extLst>
                </p14:cNvPr>
                <p14:cNvContentPartPr/>
                <p14:nvPr/>
              </p14:nvContentPartPr>
              <p14:xfrm>
                <a:off x="6344656" y="4703593"/>
                <a:ext cx="145440" cy="146520"/>
              </p14:xfrm>
            </p:contentPart>
          </mc:Choice>
          <mc:Fallback xmlns="">
            <p:pic>
              <p:nvPicPr>
                <p:cNvPr id="177" name="Ink 176">
                  <a:extLst>
                    <a:ext uri="{FF2B5EF4-FFF2-40B4-BE49-F238E27FC236}">
                      <a16:creationId xmlns:a16="http://schemas.microsoft.com/office/drawing/2014/main" id="{44FA11DC-BEA7-905E-5389-ECC78A686926}"/>
                    </a:ext>
                  </a:extLst>
                </p:cNvPr>
                <p:cNvPicPr/>
                <p:nvPr/>
              </p:nvPicPr>
              <p:blipFill>
                <a:blip r:embed="rId231"/>
                <a:stretch>
                  <a:fillRect/>
                </a:stretch>
              </p:blipFill>
              <p:spPr>
                <a:xfrm>
                  <a:off x="6327016" y="4685593"/>
                  <a:ext cx="18108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78" name="Ink 177">
                  <a:extLst>
                    <a:ext uri="{FF2B5EF4-FFF2-40B4-BE49-F238E27FC236}">
                      <a16:creationId xmlns:a16="http://schemas.microsoft.com/office/drawing/2014/main" id="{157FCBE5-5F1B-F967-0AD7-F2EF4DFCE5F1}"/>
                    </a:ext>
                  </a:extLst>
                </p14:cNvPr>
                <p14:cNvContentPartPr/>
                <p14:nvPr/>
              </p14:nvContentPartPr>
              <p14:xfrm>
                <a:off x="6578296" y="4758673"/>
                <a:ext cx="24480" cy="205920"/>
              </p14:xfrm>
            </p:contentPart>
          </mc:Choice>
          <mc:Fallback xmlns="">
            <p:pic>
              <p:nvPicPr>
                <p:cNvPr id="178" name="Ink 177">
                  <a:extLst>
                    <a:ext uri="{FF2B5EF4-FFF2-40B4-BE49-F238E27FC236}">
                      <a16:creationId xmlns:a16="http://schemas.microsoft.com/office/drawing/2014/main" id="{157FCBE5-5F1B-F967-0AD7-F2EF4DFCE5F1}"/>
                    </a:ext>
                  </a:extLst>
                </p:cNvPr>
                <p:cNvPicPr/>
                <p:nvPr/>
              </p:nvPicPr>
              <p:blipFill>
                <a:blip r:embed="rId233"/>
                <a:stretch>
                  <a:fillRect/>
                </a:stretch>
              </p:blipFill>
              <p:spPr>
                <a:xfrm>
                  <a:off x="6560656" y="4740673"/>
                  <a:ext cx="6012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79" name="Ink 178">
                  <a:extLst>
                    <a:ext uri="{FF2B5EF4-FFF2-40B4-BE49-F238E27FC236}">
                      <a16:creationId xmlns:a16="http://schemas.microsoft.com/office/drawing/2014/main" id="{01172EDC-79E5-5840-665A-104F5CAC0400}"/>
                    </a:ext>
                  </a:extLst>
                </p14:cNvPr>
                <p14:cNvContentPartPr/>
                <p14:nvPr/>
              </p14:nvContentPartPr>
              <p14:xfrm>
                <a:off x="6590896" y="4758313"/>
                <a:ext cx="113040" cy="221040"/>
              </p14:xfrm>
            </p:contentPart>
          </mc:Choice>
          <mc:Fallback xmlns="">
            <p:pic>
              <p:nvPicPr>
                <p:cNvPr id="179" name="Ink 178">
                  <a:extLst>
                    <a:ext uri="{FF2B5EF4-FFF2-40B4-BE49-F238E27FC236}">
                      <a16:creationId xmlns:a16="http://schemas.microsoft.com/office/drawing/2014/main" id="{01172EDC-79E5-5840-665A-104F5CAC0400}"/>
                    </a:ext>
                  </a:extLst>
                </p:cNvPr>
                <p:cNvPicPr/>
                <p:nvPr/>
              </p:nvPicPr>
              <p:blipFill>
                <a:blip r:embed="rId235"/>
                <a:stretch>
                  <a:fillRect/>
                </a:stretch>
              </p:blipFill>
              <p:spPr>
                <a:xfrm>
                  <a:off x="6573256" y="4740673"/>
                  <a:ext cx="148680" cy="256680"/>
                </a:xfrm>
                <a:prstGeom prst="rect">
                  <a:avLst/>
                </a:prstGeom>
              </p:spPr>
            </p:pic>
          </mc:Fallback>
        </mc:AlternateContent>
      </p:grpSp>
      <p:grpSp>
        <p:nvGrpSpPr>
          <p:cNvPr id="232" name="Group 231">
            <a:extLst>
              <a:ext uri="{FF2B5EF4-FFF2-40B4-BE49-F238E27FC236}">
                <a16:creationId xmlns:a16="http://schemas.microsoft.com/office/drawing/2014/main" id="{8B9BEB84-1BC9-C34A-50D7-B0DEE0951CE0}"/>
              </a:ext>
            </a:extLst>
          </p:cNvPr>
          <p:cNvGrpSpPr/>
          <p:nvPr/>
        </p:nvGrpSpPr>
        <p:grpSpPr>
          <a:xfrm>
            <a:off x="7085896" y="4743913"/>
            <a:ext cx="712440" cy="321840"/>
            <a:chOff x="7085896" y="4743913"/>
            <a:chExt cx="712440" cy="321840"/>
          </a:xfrm>
        </p:grpSpPr>
        <mc:AlternateContent xmlns:mc="http://schemas.openxmlformats.org/markup-compatibility/2006" xmlns:p14="http://schemas.microsoft.com/office/powerpoint/2010/main">
          <mc:Choice Requires="p14">
            <p:contentPart p14:bwMode="auto" r:id="rId236">
              <p14:nvContentPartPr>
                <p14:cNvPr id="180" name="Ink 179">
                  <a:extLst>
                    <a:ext uri="{FF2B5EF4-FFF2-40B4-BE49-F238E27FC236}">
                      <a16:creationId xmlns:a16="http://schemas.microsoft.com/office/drawing/2014/main" id="{A6506428-7F30-45A4-A249-D00DAA7A48C8}"/>
                    </a:ext>
                  </a:extLst>
                </p14:cNvPr>
                <p14:cNvContentPartPr/>
                <p14:nvPr/>
              </p14:nvContentPartPr>
              <p14:xfrm>
                <a:off x="7085896" y="4860553"/>
                <a:ext cx="176760" cy="205200"/>
              </p14:xfrm>
            </p:contentPart>
          </mc:Choice>
          <mc:Fallback xmlns="">
            <p:pic>
              <p:nvPicPr>
                <p:cNvPr id="180" name="Ink 179">
                  <a:extLst>
                    <a:ext uri="{FF2B5EF4-FFF2-40B4-BE49-F238E27FC236}">
                      <a16:creationId xmlns:a16="http://schemas.microsoft.com/office/drawing/2014/main" id="{A6506428-7F30-45A4-A249-D00DAA7A48C8}"/>
                    </a:ext>
                  </a:extLst>
                </p:cNvPr>
                <p:cNvPicPr/>
                <p:nvPr/>
              </p:nvPicPr>
              <p:blipFill>
                <a:blip r:embed="rId237"/>
                <a:stretch>
                  <a:fillRect/>
                </a:stretch>
              </p:blipFill>
              <p:spPr>
                <a:xfrm>
                  <a:off x="7067896" y="4842553"/>
                  <a:ext cx="21240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81" name="Ink 180">
                  <a:extLst>
                    <a:ext uri="{FF2B5EF4-FFF2-40B4-BE49-F238E27FC236}">
                      <a16:creationId xmlns:a16="http://schemas.microsoft.com/office/drawing/2014/main" id="{9AD2F898-D0AA-D0AD-E941-C6C7A289888D}"/>
                    </a:ext>
                  </a:extLst>
                </p14:cNvPr>
                <p14:cNvContentPartPr/>
                <p14:nvPr/>
              </p14:nvContentPartPr>
              <p14:xfrm>
                <a:off x="7344016" y="4859113"/>
                <a:ext cx="31320" cy="123480"/>
              </p14:xfrm>
            </p:contentPart>
          </mc:Choice>
          <mc:Fallback xmlns="">
            <p:pic>
              <p:nvPicPr>
                <p:cNvPr id="181" name="Ink 180">
                  <a:extLst>
                    <a:ext uri="{FF2B5EF4-FFF2-40B4-BE49-F238E27FC236}">
                      <a16:creationId xmlns:a16="http://schemas.microsoft.com/office/drawing/2014/main" id="{9AD2F898-D0AA-D0AD-E941-C6C7A289888D}"/>
                    </a:ext>
                  </a:extLst>
                </p:cNvPr>
                <p:cNvPicPr/>
                <p:nvPr/>
              </p:nvPicPr>
              <p:blipFill>
                <a:blip r:embed="rId239"/>
                <a:stretch>
                  <a:fillRect/>
                </a:stretch>
              </p:blipFill>
              <p:spPr>
                <a:xfrm>
                  <a:off x="7326016" y="4841113"/>
                  <a:ext cx="669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82" name="Ink 181">
                  <a:extLst>
                    <a:ext uri="{FF2B5EF4-FFF2-40B4-BE49-F238E27FC236}">
                      <a16:creationId xmlns:a16="http://schemas.microsoft.com/office/drawing/2014/main" id="{FDA608AA-1348-9140-3760-2CBCE9C2BAFB}"/>
                    </a:ext>
                  </a:extLst>
                </p14:cNvPr>
                <p14:cNvContentPartPr/>
                <p14:nvPr/>
              </p14:nvContentPartPr>
              <p14:xfrm>
                <a:off x="7326016" y="4743913"/>
                <a:ext cx="37800" cy="86760"/>
              </p14:xfrm>
            </p:contentPart>
          </mc:Choice>
          <mc:Fallback xmlns="">
            <p:pic>
              <p:nvPicPr>
                <p:cNvPr id="182" name="Ink 181">
                  <a:extLst>
                    <a:ext uri="{FF2B5EF4-FFF2-40B4-BE49-F238E27FC236}">
                      <a16:creationId xmlns:a16="http://schemas.microsoft.com/office/drawing/2014/main" id="{FDA608AA-1348-9140-3760-2CBCE9C2BAFB}"/>
                    </a:ext>
                  </a:extLst>
                </p:cNvPr>
                <p:cNvPicPr/>
                <p:nvPr/>
              </p:nvPicPr>
              <p:blipFill>
                <a:blip r:embed="rId241"/>
                <a:stretch>
                  <a:fillRect/>
                </a:stretch>
              </p:blipFill>
              <p:spPr>
                <a:xfrm>
                  <a:off x="7308016" y="4725913"/>
                  <a:ext cx="7344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83" name="Ink 182">
                  <a:extLst>
                    <a:ext uri="{FF2B5EF4-FFF2-40B4-BE49-F238E27FC236}">
                      <a16:creationId xmlns:a16="http://schemas.microsoft.com/office/drawing/2014/main" id="{8C3BDA9F-9D6E-400B-6F5A-7DCA0D89E6D9}"/>
                    </a:ext>
                  </a:extLst>
                </p14:cNvPr>
                <p14:cNvContentPartPr/>
                <p14:nvPr/>
              </p14:nvContentPartPr>
              <p14:xfrm>
                <a:off x="7404856" y="4878553"/>
                <a:ext cx="90000" cy="98280"/>
              </p14:xfrm>
            </p:contentPart>
          </mc:Choice>
          <mc:Fallback xmlns="">
            <p:pic>
              <p:nvPicPr>
                <p:cNvPr id="183" name="Ink 182">
                  <a:extLst>
                    <a:ext uri="{FF2B5EF4-FFF2-40B4-BE49-F238E27FC236}">
                      <a16:creationId xmlns:a16="http://schemas.microsoft.com/office/drawing/2014/main" id="{8C3BDA9F-9D6E-400B-6F5A-7DCA0D89E6D9}"/>
                    </a:ext>
                  </a:extLst>
                </p:cNvPr>
                <p:cNvPicPr/>
                <p:nvPr/>
              </p:nvPicPr>
              <p:blipFill>
                <a:blip r:embed="rId243"/>
                <a:stretch>
                  <a:fillRect/>
                </a:stretch>
              </p:blipFill>
              <p:spPr>
                <a:xfrm>
                  <a:off x="7386856" y="4860913"/>
                  <a:ext cx="1256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84" name="Ink 183">
                  <a:extLst>
                    <a:ext uri="{FF2B5EF4-FFF2-40B4-BE49-F238E27FC236}">
                      <a16:creationId xmlns:a16="http://schemas.microsoft.com/office/drawing/2014/main" id="{C601F4CF-AA6D-9535-928F-22D135AAFD40}"/>
                    </a:ext>
                  </a:extLst>
                </p14:cNvPr>
                <p14:cNvContentPartPr/>
                <p14:nvPr/>
              </p14:nvContentPartPr>
              <p14:xfrm>
                <a:off x="7552816" y="4856593"/>
                <a:ext cx="60840" cy="94320"/>
              </p14:xfrm>
            </p:contentPart>
          </mc:Choice>
          <mc:Fallback xmlns="">
            <p:pic>
              <p:nvPicPr>
                <p:cNvPr id="184" name="Ink 183">
                  <a:extLst>
                    <a:ext uri="{FF2B5EF4-FFF2-40B4-BE49-F238E27FC236}">
                      <a16:creationId xmlns:a16="http://schemas.microsoft.com/office/drawing/2014/main" id="{C601F4CF-AA6D-9535-928F-22D135AAFD40}"/>
                    </a:ext>
                  </a:extLst>
                </p:cNvPr>
                <p:cNvPicPr/>
                <p:nvPr/>
              </p:nvPicPr>
              <p:blipFill>
                <a:blip r:embed="rId245"/>
                <a:stretch>
                  <a:fillRect/>
                </a:stretch>
              </p:blipFill>
              <p:spPr>
                <a:xfrm>
                  <a:off x="7535176" y="4838593"/>
                  <a:ext cx="964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85" name="Ink 184">
                  <a:extLst>
                    <a:ext uri="{FF2B5EF4-FFF2-40B4-BE49-F238E27FC236}">
                      <a16:creationId xmlns:a16="http://schemas.microsoft.com/office/drawing/2014/main" id="{8E501833-661C-0B6E-0ADC-1D8E837BC069}"/>
                    </a:ext>
                  </a:extLst>
                </p14:cNvPr>
                <p14:cNvContentPartPr/>
                <p14:nvPr/>
              </p14:nvContentPartPr>
              <p14:xfrm>
                <a:off x="7715536" y="4803673"/>
                <a:ext cx="82800" cy="121320"/>
              </p14:xfrm>
            </p:contentPart>
          </mc:Choice>
          <mc:Fallback xmlns="">
            <p:pic>
              <p:nvPicPr>
                <p:cNvPr id="185" name="Ink 184">
                  <a:extLst>
                    <a:ext uri="{FF2B5EF4-FFF2-40B4-BE49-F238E27FC236}">
                      <a16:creationId xmlns:a16="http://schemas.microsoft.com/office/drawing/2014/main" id="{8E501833-661C-0B6E-0ADC-1D8E837BC069}"/>
                    </a:ext>
                  </a:extLst>
                </p:cNvPr>
                <p:cNvPicPr/>
                <p:nvPr/>
              </p:nvPicPr>
              <p:blipFill>
                <a:blip r:embed="rId247"/>
                <a:stretch>
                  <a:fillRect/>
                </a:stretch>
              </p:blipFill>
              <p:spPr>
                <a:xfrm>
                  <a:off x="7697896" y="4785673"/>
                  <a:ext cx="118440" cy="156960"/>
                </a:xfrm>
                <a:prstGeom prst="rect">
                  <a:avLst/>
                </a:prstGeom>
              </p:spPr>
            </p:pic>
          </mc:Fallback>
        </mc:AlternateContent>
      </p:grpSp>
      <p:grpSp>
        <p:nvGrpSpPr>
          <p:cNvPr id="231" name="Group 230">
            <a:extLst>
              <a:ext uri="{FF2B5EF4-FFF2-40B4-BE49-F238E27FC236}">
                <a16:creationId xmlns:a16="http://schemas.microsoft.com/office/drawing/2014/main" id="{189A860D-CE64-32D8-A02E-DFA3E6642705}"/>
              </a:ext>
            </a:extLst>
          </p:cNvPr>
          <p:cNvGrpSpPr/>
          <p:nvPr/>
        </p:nvGrpSpPr>
        <p:grpSpPr>
          <a:xfrm>
            <a:off x="8272456" y="4804033"/>
            <a:ext cx="469440" cy="239400"/>
            <a:chOff x="8272456" y="4804033"/>
            <a:chExt cx="469440" cy="239400"/>
          </a:xfrm>
        </p:grpSpPr>
        <mc:AlternateContent xmlns:mc="http://schemas.openxmlformats.org/markup-compatibility/2006" xmlns:p14="http://schemas.microsoft.com/office/powerpoint/2010/main">
          <mc:Choice Requires="p14">
            <p:contentPart p14:bwMode="auto" r:id="rId248">
              <p14:nvContentPartPr>
                <p14:cNvPr id="186" name="Ink 185">
                  <a:extLst>
                    <a:ext uri="{FF2B5EF4-FFF2-40B4-BE49-F238E27FC236}">
                      <a16:creationId xmlns:a16="http://schemas.microsoft.com/office/drawing/2014/main" id="{E243AAF6-4D52-B798-C915-81BF6F7D7D48}"/>
                    </a:ext>
                  </a:extLst>
                </p14:cNvPr>
                <p14:cNvContentPartPr/>
                <p14:nvPr/>
              </p14:nvContentPartPr>
              <p14:xfrm>
                <a:off x="8272456" y="4829953"/>
                <a:ext cx="148680" cy="213480"/>
              </p14:xfrm>
            </p:contentPart>
          </mc:Choice>
          <mc:Fallback xmlns="">
            <p:pic>
              <p:nvPicPr>
                <p:cNvPr id="186" name="Ink 185">
                  <a:extLst>
                    <a:ext uri="{FF2B5EF4-FFF2-40B4-BE49-F238E27FC236}">
                      <a16:creationId xmlns:a16="http://schemas.microsoft.com/office/drawing/2014/main" id="{E243AAF6-4D52-B798-C915-81BF6F7D7D48}"/>
                    </a:ext>
                  </a:extLst>
                </p:cNvPr>
                <p:cNvPicPr/>
                <p:nvPr/>
              </p:nvPicPr>
              <p:blipFill>
                <a:blip r:embed="rId249"/>
                <a:stretch>
                  <a:fillRect/>
                </a:stretch>
              </p:blipFill>
              <p:spPr>
                <a:xfrm>
                  <a:off x="8254816" y="4811953"/>
                  <a:ext cx="18432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87" name="Ink 186">
                  <a:extLst>
                    <a:ext uri="{FF2B5EF4-FFF2-40B4-BE49-F238E27FC236}">
                      <a16:creationId xmlns:a16="http://schemas.microsoft.com/office/drawing/2014/main" id="{2149E5F4-63A5-DB0F-D03A-88AF24DC78B7}"/>
                    </a:ext>
                  </a:extLst>
                </p14:cNvPr>
                <p14:cNvContentPartPr/>
                <p14:nvPr/>
              </p14:nvContentPartPr>
              <p14:xfrm>
                <a:off x="8497456" y="4804033"/>
                <a:ext cx="63720" cy="134280"/>
              </p14:xfrm>
            </p:contentPart>
          </mc:Choice>
          <mc:Fallback xmlns="">
            <p:pic>
              <p:nvPicPr>
                <p:cNvPr id="187" name="Ink 186">
                  <a:extLst>
                    <a:ext uri="{FF2B5EF4-FFF2-40B4-BE49-F238E27FC236}">
                      <a16:creationId xmlns:a16="http://schemas.microsoft.com/office/drawing/2014/main" id="{2149E5F4-63A5-DB0F-D03A-88AF24DC78B7}"/>
                    </a:ext>
                  </a:extLst>
                </p:cNvPr>
                <p:cNvPicPr/>
                <p:nvPr/>
              </p:nvPicPr>
              <p:blipFill>
                <a:blip r:embed="rId251"/>
                <a:stretch>
                  <a:fillRect/>
                </a:stretch>
              </p:blipFill>
              <p:spPr>
                <a:xfrm>
                  <a:off x="8479816" y="4786393"/>
                  <a:ext cx="9936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88" name="Ink 187">
                  <a:extLst>
                    <a:ext uri="{FF2B5EF4-FFF2-40B4-BE49-F238E27FC236}">
                      <a16:creationId xmlns:a16="http://schemas.microsoft.com/office/drawing/2014/main" id="{52BC9319-12BB-5569-97AC-6FA5CEFFEC59}"/>
                    </a:ext>
                  </a:extLst>
                </p14:cNvPr>
                <p14:cNvContentPartPr/>
                <p14:nvPr/>
              </p14:nvContentPartPr>
              <p14:xfrm>
                <a:off x="8612656" y="4816993"/>
                <a:ext cx="129240" cy="75240"/>
              </p14:xfrm>
            </p:contentPart>
          </mc:Choice>
          <mc:Fallback xmlns="">
            <p:pic>
              <p:nvPicPr>
                <p:cNvPr id="188" name="Ink 187">
                  <a:extLst>
                    <a:ext uri="{FF2B5EF4-FFF2-40B4-BE49-F238E27FC236}">
                      <a16:creationId xmlns:a16="http://schemas.microsoft.com/office/drawing/2014/main" id="{52BC9319-12BB-5569-97AC-6FA5CEFFEC59}"/>
                    </a:ext>
                  </a:extLst>
                </p:cNvPr>
                <p:cNvPicPr/>
                <p:nvPr/>
              </p:nvPicPr>
              <p:blipFill>
                <a:blip r:embed="rId253"/>
                <a:stretch>
                  <a:fillRect/>
                </a:stretch>
              </p:blipFill>
              <p:spPr>
                <a:xfrm>
                  <a:off x="8594656" y="4799353"/>
                  <a:ext cx="164880" cy="110880"/>
                </a:xfrm>
                <a:prstGeom prst="rect">
                  <a:avLst/>
                </a:prstGeom>
              </p:spPr>
            </p:pic>
          </mc:Fallback>
        </mc:AlternateContent>
      </p:grpSp>
      <p:grpSp>
        <p:nvGrpSpPr>
          <p:cNvPr id="230" name="Group 229">
            <a:extLst>
              <a:ext uri="{FF2B5EF4-FFF2-40B4-BE49-F238E27FC236}">
                <a16:creationId xmlns:a16="http://schemas.microsoft.com/office/drawing/2014/main" id="{A9BC72DA-0907-2DCE-E5F4-20BBA00C6224}"/>
              </a:ext>
            </a:extLst>
          </p:cNvPr>
          <p:cNvGrpSpPr/>
          <p:nvPr/>
        </p:nvGrpSpPr>
        <p:grpSpPr>
          <a:xfrm>
            <a:off x="9147616" y="4628713"/>
            <a:ext cx="1087920" cy="305280"/>
            <a:chOff x="9147616" y="4628713"/>
            <a:chExt cx="1087920" cy="305280"/>
          </a:xfrm>
        </p:grpSpPr>
        <mc:AlternateContent xmlns:mc="http://schemas.openxmlformats.org/markup-compatibility/2006" xmlns:p14="http://schemas.microsoft.com/office/powerpoint/2010/main">
          <mc:Choice Requires="p14">
            <p:contentPart p14:bwMode="auto" r:id="rId254">
              <p14:nvContentPartPr>
                <p14:cNvPr id="189" name="Ink 188">
                  <a:extLst>
                    <a:ext uri="{FF2B5EF4-FFF2-40B4-BE49-F238E27FC236}">
                      <a16:creationId xmlns:a16="http://schemas.microsoft.com/office/drawing/2014/main" id="{23910BA6-3131-F1CF-60AD-98F95F4A2FA5}"/>
                    </a:ext>
                  </a:extLst>
                </p14:cNvPr>
                <p14:cNvContentPartPr/>
                <p14:nvPr/>
              </p14:nvContentPartPr>
              <p14:xfrm>
                <a:off x="9147616" y="4781713"/>
                <a:ext cx="260280" cy="152280"/>
              </p14:xfrm>
            </p:contentPart>
          </mc:Choice>
          <mc:Fallback xmlns="">
            <p:pic>
              <p:nvPicPr>
                <p:cNvPr id="189" name="Ink 188">
                  <a:extLst>
                    <a:ext uri="{FF2B5EF4-FFF2-40B4-BE49-F238E27FC236}">
                      <a16:creationId xmlns:a16="http://schemas.microsoft.com/office/drawing/2014/main" id="{23910BA6-3131-F1CF-60AD-98F95F4A2FA5}"/>
                    </a:ext>
                  </a:extLst>
                </p:cNvPr>
                <p:cNvPicPr/>
                <p:nvPr/>
              </p:nvPicPr>
              <p:blipFill>
                <a:blip r:embed="rId255"/>
                <a:stretch>
                  <a:fillRect/>
                </a:stretch>
              </p:blipFill>
              <p:spPr>
                <a:xfrm>
                  <a:off x="9129616" y="4764073"/>
                  <a:ext cx="29592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90" name="Ink 189">
                  <a:extLst>
                    <a:ext uri="{FF2B5EF4-FFF2-40B4-BE49-F238E27FC236}">
                      <a16:creationId xmlns:a16="http://schemas.microsoft.com/office/drawing/2014/main" id="{9149BF8C-86D2-4B22-61A1-ECCC9DEE1296}"/>
                    </a:ext>
                  </a:extLst>
                </p14:cNvPr>
                <p14:cNvContentPartPr/>
                <p14:nvPr/>
              </p14:nvContentPartPr>
              <p14:xfrm>
                <a:off x="9408616" y="4802593"/>
                <a:ext cx="37080" cy="123840"/>
              </p14:xfrm>
            </p:contentPart>
          </mc:Choice>
          <mc:Fallback xmlns="">
            <p:pic>
              <p:nvPicPr>
                <p:cNvPr id="190" name="Ink 189">
                  <a:extLst>
                    <a:ext uri="{FF2B5EF4-FFF2-40B4-BE49-F238E27FC236}">
                      <a16:creationId xmlns:a16="http://schemas.microsoft.com/office/drawing/2014/main" id="{9149BF8C-86D2-4B22-61A1-ECCC9DEE1296}"/>
                    </a:ext>
                  </a:extLst>
                </p:cNvPr>
                <p:cNvPicPr/>
                <p:nvPr/>
              </p:nvPicPr>
              <p:blipFill>
                <a:blip r:embed="rId257"/>
                <a:stretch>
                  <a:fillRect/>
                </a:stretch>
              </p:blipFill>
              <p:spPr>
                <a:xfrm>
                  <a:off x="9390976" y="4784953"/>
                  <a:ext cx="7272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91" name="Ink 190">
                  <a:extLst>
                    <a:ext uri="{FF2B5EF4-FFF2-40B4-BE49-F238E27FC236}">
                      <a16:creationId xmlns:a16="http://schemas.microsoft.com/office/drawing/2014/main" id="{D15D409A-B625-46C9-2552-3B30BCB74B78}"/>
                    </a:ext>
                  </a:extLst>
                </p14:cNvPr>
                <p14:cNvContentPartPr/>
                <p14:nvPr/>
              </p14:nvContentPartPr>
              <p14:xfrm>
                <a:off x="9494656" y="4821313"/>
                <a:ext cx="79920" cy="86760"/>
              </p14:xfrm>
            </p:contentPart>
          </mc:Choice>
          <mc:Fallback xmlns="">
            <p:pic>
              <p:nvPicPr>
                <p:cNvPr id="191" name="Ink 190">
                  <a:extLst>
                    <a:ext uri="{FF2B5EF4-FFF2-40B4-BE49-F238E27FC236}">
                      <a16:creationId xmlns:a16="http://schemas.microsoft.com/office/drawing/2014/main" id="{D15D409A-B625-46C9-2552-3B30BCB74B78}"/>
                    </a:ext>
                  </a:extLst>
                </p:cNvPr>
                <p:cNvPicPr/>
                <p:nvPr/>
              </p:nvPicPr>
              <p:blipFill>
                <a:blip r:embed="rId259"/>
                <a:stretch>
                  <a:fillRect/>
                </a:stretch>
              </p:blipFill>
              <p:spPr>
                <a:xfrm>
                  <a:off x="9476656" y="4803313"/>
                  <a:ext cx="1155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92" name="Ink 191">
                  <a:extLst>
                    <a:ext uri="{FF2B5EF4-FFF2-40B4-BE49-F238E27FC236}">
                      <a16:creationId xmlns:a16="http://schemas.microsoft.com/office/drawing/2014/main" id="{386AA5A9-DEE7-962D-5484-32364BDC4199}"/>
                    </a:ext>
                  </a:extLst>
                </p14:cNvPr>
                <p14:cNvContentPartPr/>
                <p14:nvPr/>
              </p14:nvContentPartPr>
              <p14:xfrm>
                <a:off x="9619216" y="4807633"/>
                <a:ext cx="77400" cy="99360"/>
              </p14:xfrm>
            </p:contentPart>
          </mc:Choice>
          <mc:Fallback xmlns="">
            <p:pic>
              <p:nvPicPr>
                <p:cNvPr id="192" name="Ink 191">
                  <a:extLst>
                    <a:ext uri="{FF2B5EF4-FFF2-40B4-BE49-F238E27FC236}">
                      <a16:creationId xmlns:a16="http://schemas.microsoft.com/office/drawing/2014/main" id="{386AA5A9-DEE7-962D-5484-32364BDC4199}"/>
                    </a:ext>
                  </a:extLst>
                </p:cNvPr>
                <p:cNvPicPr/>
                <p:nvPr/>
              </p:nvPicPr>
              <p:blipFill>
                <a:blip r:embed="rId261"/>
                <a:stretch>
                  <a:fillRect/>
                </a:stretch>
              </p:blipFill>
              <p:spPr>
                <a:xfrm>
                  <a:off x="9601216" y="4789993"/>
                  <a:ext cx="1130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93" name="Ink 192">
                  <a:extLst>
                    <a:ext uri="{FF2B5EF4-FFF2-40B4-BE49-F238E27FC236}">
                      <a16:creationId xmlns:a16="http://schemas.microsoft.com/office/drawing/2014/main" id="{0641B0C9-3FED-B0FE-0D18-4CD215546265}"/>
                    </a:ext>
                  </a:extLst>
                </p14:cNvPr>
                <p14:cNvContentPartPr/>
                <p14:nvPr/>
              </p14:nvContentPartPr>
              <p14:xfrm>
                <a:off x="9789496" y="4774873"/>
                <a:ext cx="240480" cy="84960"/>
              </p14:xfrm>
            </p:contentPart>
          </mc:Choice>
          <mc:Fallback xmlns="">
            <p:pic>
              <p:nvPicPr>
                <p:cNvPr id="193" name="Ink 192">
                  <a:extLst>
                    <a:ext uri="{FF2B5EF4-FFF2-40B4-BE49-F238E27FC236}">
                      <a16:creationId xmlns:a16="http://schemas.microsoft.com/office/drawing/2014/main" id="{0641B0C9-3FED-B0FE-0D18-4CD215546265}"/>
                    </a:ext>
                  </a:extLst>
                </p:cNvPr>
                <p:cNvPicPr/>
                <p:nvPr/>
              </p:nvPicPr>
              <p:blipFill>
                <a:blip r:embed="rId263"/>
                <a:stretch>
                  <a:fillRect/>
                </a:stretch>
              </p:blipFill>
              <p:spPr>
                <a:xfrm>
                  <a:off x="9771496" y="4756873"/>
                  <a:ext cx="2761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94" name="Ink 193">
                  <a:extLst>
                    <a:ext uri="{FF2B5EF4-FFF2-40B4-BE49-F238E27FC236}">
                      <a16:creationId xmlns:a16="http://schemas.microsoft.com/office/drawing/2014/main" id="{46E3F8A0-A6FD-04F6-C0F3-0A5C50E3A764}"/>
                    </a:ext>
                  </a:extLst>
                </p14:cNvPr>
                <p14:cNvContentPartPr/>
                <p14:nvPr/>
              </p14:nvContentPartPr>
              <p14:xfrm>
                <a:off x="10105576" y="4628713"/>
                <a:ext cx="84600" cy="245880"/>
              </p14:xfrm>
            </p:contentPart>
          </mc:Choice>
          <mc:Fallback xmlns="">
            <p:pic>
              <p:nvPicPr>
                <p:cNvPr id="194" name="Ink 193">
                  <a:extLst>
                    <a:ext uri="{FF2B5EF4-FFF2-40B4-BE49-F238E27FC236}">
                      <a16:creationId xmlns:a16="http://schemas.microsoft.com/office/drawing/2014/main" id="{46E3F8A0-A6FD-04F6-C0F3-0A5C50E3A764}"/>
                    </a:ext>
                  </a:extLst>
                </p:cNvPr>
                <p:cNvPicPr/>
                <p:nvPr/>
              </p:nvPicPr>
              <p:blipFill>
                <a:blip r:embed="rId265"/>
                <a:stretch>
                  <a:fillRect/>
                </a:stretch>
              </p:blipFill>
              <p:spPr>
                <a:xfrm>
                  <a:off x="10087576" y="4610713"/>
                  <a:ext cx="12024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95" name="Ink 194">
                  <a:extLst>
                    <a:ext uri="{FF2B5EF4-FFF2-40B4-BE49-F238E27FC236}">
                      <a16:creationId xmlns:a16="http://schemas.microsoft.com/office/drawing/2014/main" id="{B55B23BD-AD04-30DF-A759-679261AD265A}"/>
                    </a:ext>
                  </a:extLst>
                </p14:cNvPr>
                <p14:cNvContentPartPr/>
                <p14:nvPr/>
              </p14:nvContentPartPr>
              <p14:xfrm>
                <a:off x="10126096" y="4756873"/>
                <a:ext cx="109440" cy="72000"/>
              </p14:xfrm>
            </p:contentPart>
          </mc:Choice>
          <mc:Fallback xmlns="">
            <p:pic>
              <p:nvPicPr>
                <p:cNvPr id="195" name="Ink 194">
                  <a:extLst>
                    <a:ext uri="{FF2B5EF4-FFF2-40B4-BE49-F238E27FC236}">
                      <a16:creationId xmlns:a16="http://schemas.microsoft.com/office/drawing/2014/main" id="{B55B23BD-AD04-30DF-A759-679261AD265A}"/>
                    </a:ext>
                  </a:extLst>
                </p:cNvPr>
                <p:cNvPicPr/>
                <p:nvPr/>
              </p:nvPicPr>
              <p:blipFill>
                <a:blip r:embed="rId267"/>
                <a:stretch>
                  <a:fillRect/>
                </a:stretch>
              </p:blipFill>
              <p:spPr>
                <a:xfrm>
                  <a:off x="10108096" y="4739233"/>
                  <a:ext cx="145080" cy="107640"/>
                </a:xfrm>
                <a:prstGeom prst="rect">
                  <a:avLst/>
                </a:prstGeom>
              </p:spPr>
            </p:pic>
          </mc:Fallback>
        </mc:AlternateContent>
      </p:grpSp>
      <p:grpSp>
        <p:nvGrpSpPr>
          <p:cNvPr id="229" name="Group 228">
            <a:extLst>
              <a:ext uri="{FF2B5EF4-FFF2-40B4-BE49-F238E27FC236}">
                <a16:creationId xmlns:a16="http://schemas.microsoft.com/office/drawing/2014/main" id="{6E82EB00-E78A-128A-991B-D162F41DB030}"/>
              </a:ext>
            </a:extLst>
          </p:cNvPr>
          <p:cNvGrpSpPr/>
          <p:nvPr/>
        </p:nvGrpSpPr>
        <p:grpSpPr>
          <a:xfrm>
            <a:off x="6338896" y="5405953"/>
            <a:ext cx="578880" cy="329040"/>
            <a:chOff x="6338896" y="5405953"/>
            <a:chExt cx="578880" cy="329040"/>
          </a:xfrm>
        </p:grpSpPr>
        <mc:AlternateContent xmlns:mc="http://schemas.openxmlformats.org/markup-compatibility/2006" xmlns:p14="http://schemas.microsoft.com/office/powerpoint/2010/main">
          <mc:Choice Requires="p14">
            <p:contentPart p14:bwMode="auto" r:id="rId268">
              <p14:nvContentPartPr>
                <p14:cNvPr id="196" name="Ink 195">
                  <a:extLst>
                    <a:ext uri="{FF2B5EF4-FFF2-40B4-BE49-F238E27FC236}">
                      <a16:creationId xmlns:a16="http://schemas.microsoft.com/office/drawing/2014/main" id="{23948711-4A91-CFF5-DEFC-7EED67A74238}"/>
                    </a:ext>
                  </a:extLst>
                </p14:cNvPr>
                <p14:cNvContentPartPr/>
                <p14:nvPr/>
              </p14:nvContentPartPr>
              <p14:xfrm>
                <a:off x="6338896" y="5405953"/>
                <a:ext cx="32400" cy="329040"/>
              </p14:xfrm>
            </p:contentPart>
          </mc:Choice>
          <mc:Fallback xmlns="">
            <p:pic>
              <p:nvPicPr>
                <p:cNvPr id="196" name="Ink 195">
                  <a:extLst>
                    <a:ext uri="{FF2B5EF4-FFF2-40B4-BE49-F238E27FC236}">
                      <a16:creationId xmlns:a16="http://schemas.microsoft.com/office/drawing/2014/main" id="{23948711-4A91-CFF5-DEFC-7EED67A74238}"/>
                    </a:ext>
                  </a:extLst>
                </p:cNvPr>
                <p:cNvPicPr/>
                <p:nvPr/>
              </p:nvPicPr>
              <p:blipFill>
                <a:blip r:embed="rId269"/>
                <a:stretch>
                  <a:fillRect/>
                </a:stretch>
              </p:blipFill>
              <p:spPr>
                <a:xfrm>
                  <a:off x="6320896" y="5388313"/>
                  <a:ext cx="6804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97" name="Ink 196">
                  <a:extLst>
                    <a:ext uri="{FF2B5EF4-FFF2-40B4-BE49-F238E27FC236}">
                      <a16:creationId xmlns:a16="http://schemas.microsoft.com/office/drawing/2014/main" id="{1EAC56F0-4C25-033E-181D-190A212FF6A7}"/>
                    </a:ext>
                  </a:extLst>
                </p14:cNvPr>
                <p14:cNvContentPartPr/>
                <p14:nvPr/>
              </p14:nvContentPartPr>
              <p14:xfrm>
                <a:off x="6356176" y="5452033"/>
                <a:ext cx="127080" cy="178560"/>
              </p14:xfrm>
            </p:contentPart>
          </mc:Choice>
          <mc:Fallback xmlns="">
            <p:pic>
              <p:nvPicPr>
                <p:cNvPr id="197" name="Ink 196">
                  <a:extLst>
                    <a:ext uri="{FF2B5EF4-FFF2-40B4-BE49-F238E27FC236}">
                      <a16:creationId xmlns:a16="http://schemas.microsoft.com/office/drawing/2014/main" id="{1EAC56F0-4C25-033E-181D-190A212FF6A7}"/>
                    </a:ext>
                  </a:extLst>
                </p:cNvPr>
                <p:cNvPicPr/>
                <p:nvPr/>
              </p:nvPicPr>
              <p:blipFill>
                <a:blip r:embed="rId271"/>
                <a:stretch>
                  <a:fillRect/>
                </a:stretch>
              </p:blipFill>
              <p:spPr>
                <a:xfrm>
                  <a:off x="6338536" y="5434393"/>
                  <a:ext cx="16272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98" name="Ink 197">
                  <a:extLst>
                    <a:ext uri="{FF2B5EF4-FFF2-40B4-BE49-F238E27FC236}">
                      <a16:creationId xmlns:a16="http://schemas.microsoft.com/office/drawing/2014/main" id="{A0F2807F-CC80-327C-A668-A600B72E624A}"/>
                    </a:ext>
                  </a:extLst>
                </p14:cNvPr>
                <p14:cNvContentPartPr/>
                <p14:nvPr/>
              </p14:nvContentPartPr>
              <p14:xfrm>
                <a:off x="6366256" y="5606473"/>
                <a:ext cx="47520" cy="8640"/>
              </p14:xfrm>
            </p:contentPart>
          </mc:Choice>
          <mc:Fallback xmlns="">
            <p:pic>
              <p:nvPicPr>
                <p:cNvPr id="198" name="Ink 197">
                  <a:extLst>
                    <a:ext uri="{FF2B5EF4-FFF2-40B4-BE49-F238E27FC236}">
                      <a16:creationId xmlns:a16="http://schemas.microsoft.com/office/drawing/2014/main" id="{A0F2807F-CC80-327C-A668-A600B72E624A}"/>
                    </a:ext>
                  </a:extLst>
                </p:cNvPr>
                <p:cNvPicPr/>
                <p:nvPr/>
              </p:nvPicPr>
              <p:blipFill>
                <a:blip r:embed="rId273"/>
                <a:stretch>
                  <a:fillRect/>
                </a:stretch>
              </p:blipFill>
              <p:spPr>
                <a:xfrm>
                  <a:off x="6348256" y="5588473"/>
                  <a:ext cx="8316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99" name="Ink 198">
                  <a:extLst>
                    <a:ext uri="{FF2B5EF4-FFF2-40B4-BE49-F238E27FC236}">
                      <a16:creationId xmlns:a16="http://schemas.microsoft.com/office/drawing/2014/main" id="{BF1EE680-A6DA-AE6E-F5A6-CADD5AA10977}"/>
                    </a:ext>
                  </a:extLst>
                </p14:cNvPr>
                <p14:cNvContentPartPr/>
                <p14:nvPr/>
              </p14:nvContentPartPr>
              <p14:xfrm>
                <a:off x="6565336" y="5509273"/>
                <a:ext cx="21600" cy="142560"/>
              </p14:xfrm>
            </p:contentPart>
          </mc:Choice>
          <mc:Fallback xmlns="">
            <p:pic>
              <p:nvPicPr>
                <p:cNvPr id="199" name="Ink 198">
                  <a:extLst>
                    <a:ext uri="{FF2B5EF4-FFF2-40B4-BE49-F238E27FC236}">
                      <a16:creationId xmlns:a16="http://schemas.microsoft.com/office/drawing/2014/main" id="{BF1EE680-A6DA-AE6E-F5A6-CADD5AA10977}"/>
                    </a:ext>
                  </a:extLst>
                </p:cNvPr>
                <p:cNvPicPr/>
                <p:nvPr/>
              </p:nvPicPr>
              <p:blipFill>
                <a:blip r:embed="rId275"/>
                <a:stretch>
                  <a:fillRect/>
                </a:stretch>
              </p:blipFill>
              <p:spPr>
                <a:xfrm>
                  <a:off x="6547696" y="5491633"/>
                  <a:ext cx="5724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200" name="Ink 199">
                  <a:extLst>
                    <a:ext uri="{FF2B5EF4-FFF2-40B4-BE49-F238E27FC236}">
                      <a16:creationId xmlns:a16="http://schemas.microsoft.com/office/drawing/2014/main" id="{1C304611-67D4-4CB0-60BF-85053C492AE6}"/>
                    </a:ext>
                  </a:extLst>
                </p14:cNvPr>
                <p14:cNvContentPartPr/>
                <p14:nvPr/>
              </p14:nvContentPartPr>
              <p14:xfrm>
                <a:off x="6558856" y="5497033"/>
                <a:ext cx="115920" cy="182880"/>
              </p14:xfrm>
            </p:contentPart>
          </mc:Choice>
          <mc:Fallback xmlns="">
            <p:pic>
              <p:nvPicPr>
                <p:cNvPr id="200" name="Ink 199">
                  <a:extLst>
                    <a:ext uri="{FF2B5EF4-FFF2-40B4-BE49-F238E27FC236}">
                      <a16:creationId xmlns:a16="http://schemas.microsoft.com/office/drawing/2014/main" id="{1C304611-67D4-4CB0-60BF-85053C492AE6}"/>
                    </a:ext>
                  </a:extLst>
                </p:cNvPr>
                <p:cNvPicPr/>
                <p:nvPr/>
              </p:nvPicPr>
              <p:blipFill>
                <a:blip r:embed="rId277"/>
                <a:stretch>
                  <a:fillRect/>
                </a:stretch>
              </p:blipFill>
              <p:spPr>
                <a:xfrm>
                  <a:off x="6541216" y="5479033"/>
                  <a:ext cx="15156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201" name="Ink 200">
                  <a:extLst>
                    <a:ext uri="{FF2B5EF4-FFF2-40B4-BE49-F238E27FC236}">
                      <a16:creationId xmlns:a16="http://schemas.microsoft.com/office/drawing/2014/main" id="{9DF3F2F1-3F3E-C497-DACF-8F233BE5B3A2}"/>
                    </a:ext>
                  </a:extLst>
                </p14:cNvPr>
                <p14:cNvContentPartPr/>
                <p14:nvPr/>
              </p14:nvContentPartPr>
              <p14:xfrm>
                <a:off x="6794656" y="5501713"/>
                <a:ext cx="123120" cy="178560"/>
              </p14:xfrm>
            </p:contentPart>
          </mc:Choice>
          <mc:Fallback xmlns="">
            <p:pic>
              <p:nvPicPr>
                <p:cNvPr id="201" name="Ink 200">
                  <a:extLst>
                    <a:ext uri="{FF2B5EF4-FFF2-40B4-BE49-F238E27FC236}">
                      <a16:creationId xmlns:a16="http://schemas.microsoft.com/office/drawing/2014/main" id="{9DF3F2F1-3F3E-C497-DACF-8F233BE5B3A2}"/>
                    </a:ext>
                  </a:extLst>
                </p:cNvPr>
                <p:cNvPicPr/>
                <p:nvPr/>
              </p:nvPicPr>
              <p:blipFill>
                <a:blip r:embed="rId279"/>
                <a:stretch>
                  <a:fillRect/>
                </a:stretch>
              </p:blipFill>
              <p:spPr>
                <a:xfrm>
                  <a:off x="6776656" y="5483713"/>
                  <a:ext cx="158760" cy="214200"/>
                </a:xfrm>
                <a:prstGeom prst="rect">
                  <a:avLst/>
                </a:prstGeom>
              </p:spPr>
            </p:pic>
          </mc:Fallback>
        </mc:AlternateContent>
      </p:grpSp>
      <p:grpSp>
        <p:nvGrpSpPr>
          <p:cNvPr id="228" name="Group 227">
            <a:extLst>
              <a:ext uri="{FF2B5EF4-FFF2-40B4-BE49-F238E27FC236}">
                <a16:creationId xmlns:a16="http://schemas.microsoft.com/office/drawing/2014/main" id="{7BAD77D0-8B56-BDB2-3F18-80C62C52A0F1}"/>
              </a:ext>
            </a:extLst>
          </p:cNvPr>
          <p:cNvGrpSpPr/>
          <p:nvPr/>
        </p:nvGrpSpPr>
        <p:grpSpPr>
          <a:xfrm>
            <a:off x="7248256" y="5455633"/>
            <a:ext cx="284400" cy="252360"/>
            <a:chOff x="7248256" y="5455633"/>
            <a:chExt cx="284400" cy="252360"/>
          </a:xfrm>
        </p:grpSpPr>
        <mc:AlternateContent xmlns:mc="http://schemas.openxmlformats.org/markup-compatibility/2006" xmlns:p14="http://schemas.microsoft.com/office/powerpoint/2010/main">
          <mc:Choice Requires="p14">
            <p:contentPart p14:bwMode="auto" r:id="rId280">
              <p14:nvContentPartPr>
                <p14:cNvPr id="202" name="Ink 201">
                  <a:extLst>
                    <a:ext uri="{FF2B5EF4-FFF2-40B4-BE49-F238E27FC236}">
                      <a16:creationId xmlns:a16="http://schemas.microsoft.com/office/drawing/2014/main" id="{0618AE42-4BC8-BB11-2036-87E74208907B}"/>
                    </a:ext>
                  </a:extLst>
                </p14:cNvPr>
                <p14:cNvContentPartPr/>
                <p14:nvPr/>
              </p14:nvContentPartPr>
              <p14:xfrm>
                <a:off x="7248256" y="5562913"/>
                <a:ext cx="113400" cy="145080"/>
              </p14:xfrm>
            </p:contentPart>
          </mc:Choice>
          <mc:Fallback xmlns="">
            <p:pic>
              <p:nvPicPr>
                <p:cNvPr id="202" name="Ink 201">
                  <a:extLst>
                    <a:ext uri="{FF2B5EF4-FFF2-40B4-BE49-F238E27FC236}">
                      <a16:creationId xmlns:a16="http://schemas.microsoft.com/office/drawing/2014/main" id="{0618AE42-4BC8-BB11-2036-87E74208907B}"/>
                    </a:ext>
                  </a:extLst>
                </p:cNvPr>
                <p:cNvPicPr/>
                <p:nvPr/>
              </p:nvPicPr>
              <p:blipFill>
                <a:blip r:embed="rId281"/>
                <a:stretch>
                  <a:fillRect/>
                </a:stretch>
              </p:blipFill>
              <p:spPr>
                <a:xfrm>
                  <a:off x="7230616" y="5545273"/>
                  <a:ext cx="1490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203" name="Ink 202">
                  <a:extLst>
                    <a:ext uri="{FF2B5EF4-FFF2-40B4-BE49-F238E27FC236}">
                      <a16:creationId xmlns:a16="http://schemas.microsoft.com/office/drawing/2014/main" id="{FE7BBC90-F15F-2BBF-1E5A-4B654A3E79BA}"/>
                    </a:ext>
                  </a:extLst>
                </p14:cNvPr>
                <p14:cNvContentPartPr/>
                <p14:nvPr/>
              </p14:nvContentPartPr>
              <p14:xfrm>
                <a:off x="7428616" y="5455633"/>
                <a:ext cx="104040" cy="221400"/>
              </p14:xfrm>
            </p:contentPart>
          </mc:Choice>
          <mc:Fallback xmlns="">
            <p:pic>
              <p:nvPicPr>
                <p:cNvPr id="203" name="Ink 202">
                  <a:extLst>
                    <a:ext uri="{FF2B5EF4-FFF2-40B4-BE49-F238E27FC236}">
                      <a16:creationId xmlns:a16="http://schemas.microsoft.com/office/drawing/2014/main" id="{FE7BBC90-F15F-2BBF-1E5A-4B654A3E79BA}"/>
                    </a:ext>
                  </a:extLst>
                </p:cNvPr>
                <p:cNvPicPr/>
                <p:nvPr/>
              </p:nvPicPr>
              <p:blipFill>
                <a:blip r:embed="rId283"/>
                <a:stretch>
                  <a:fillRect/>
                </a:stretch>
              </p:blipFill>
              <p:spPr>
                <a:xfrm>
                  <a:off x="7410976" y="5437993"/>
                  <a:ext cx="13968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204" name="Ink 203">
                  <a:extLst>
                    <a:ext uri="{FF2B5EF4-FFF2-40B4-BE49-F238E27FC236}">
                      <a16:creationId xmlns:a16="http://schemas.microsoft.com/office/drawing/2014/main" id="{667D7A32-0422-FEC7-7419-18350E5FE885}"/>
                    </a:ext>
                  </a:extLst>
                </p14:cNvPr>
                <p14:cNvContentPartPr/>
                <p14:nvPr/>
              </p14:nvContentPartPr>
              <p14:xfrm>
                <a:off x="7425376" y="5570113"/>
                <a:ext cx="93960" cy="56520"/>
              </p14:xfrm>
            </p:contentPart>
          </mc:Choice>
          <mc:Fallback xmlns="">
            <p:pic>
              <p:nvPicPr>
                <p:cNvPr id="204" name="Ink 203">
                  <a:extLst>
                    <a:ext uri="{FF2B5EF4-FFF2-40B4-BE49-F238E27FC236}">
                      <a16:creationId xmlns:a16="http://schemas.microsoft.com/office/drawing/2014/main" id="{667D7A32-0422-FEC7-7419-18350E5FE885}"/>
                    </a:ext>
                  </a:extLst>
                </p:cNvPr>
                <p:cNvPicPr/>
                <p:nvPr/>
              </p:nvPicPr>
              <p:blipFill>
                <a:blip r:embed="rId285"/>
                <a:stretch>
                  <a:fillRect/>
                </a:stretch>
              </p:blipFill>
              <p:spPr>
                <a:xfrm>
                  <a:off x="7407376" y="5552473"/>
                  <a:ext cx="129600" cy="92160"/>
                </a:xfrm>
                <a:prstGeom prst="rect">
                  <a:avLst/>
                </a:prstGeom>
              </p:spPr>
            </p:pic>
          </mc:Fallback>
        </mc:AlternateContent>
      </p:grpSp>
      <p:grpSp>
        <p:nvGrpSpPr>
          <p:cNvPr id="227" name="Group 226">
            <a:extLst>
              <a:ext uri="{FF2B5EF4-FFF2-40B4-BE49-F238E27FC236}">
                <a16:creationId xmlns:a16="http://schemas.microsoft.com/office/drawing/2014/main" id="{818BBEBA-99B5-DC3F-DA20-8694D8414B36}"/>
              </a:ext>
            </a:extLst>
          </p:cNvPr>
          <p:cNvGrpSpPr/>
          <p:nvPr/>
        </p:nvGrpSpPr>
        <p:grpSpPr>
          <a:xfrm>
            <a:off x="7959616" y="5413513"/>
            <a:ext cx="452880" cy="271800"/>
            <a:chOff x="7959616" y="5413513"/>
            <a:chExt cx="452880" cy="271800"/>
          </a:xfrm>
        </p:grpSpPr>
        <mc:AlternateContent xmlns:mc="http://schemas.openxmlformats.org/markup-compatibility/2006" xmlns:p14="http://schemas.microsoft.com/office/powerpoint/2010/main">
          <mc:Choice Requires="p14">
            <p:contentPart p14:bwMode="auto" r:id="rId286">
              <p14:nvContentPartPr>
                <p14:cNvPr id="205" name="Ink 204">
                  <a:extLst>
                    <a:ext uri="{FF2B5EF4-FFF2-40B4-BE49-F238E27FC236}">
                      <a16:creationId xmlns:a16="http://schemas.microsoft.com/office/drawing/2014/main" id="{F41CF601-A5C5-E2DF-6EF6-5E99A18A9031}"/>
                    </a:ext>
                  </a:extLst>
                </p14:cNvPr>
                <p14:cNvContentPartPr/>
                <p14:nvPr/>
              </p14:nvContentPartPr>
              <p14:xfrm>
                <a:off x="7964296" y="5467153"/>
                <a:ext cx="35640" cy="204480"/>
              </p14:xfrm>
            </p:contentPart>
          </mc:Choice>
          <mc:Fallback xmlns="">
            <p:pic>
              <p:nvPicPr>
                <p:cNvPr id="205" name="Ink 204">
                  <a:extLst>
                    <a:ext uri="{FF2B5EF4-FFF2-40B4-BE49-F238E27FC236}">
                      <a16:creationId xmlns:a16="http://schemas.microsoft.com/office/drawing/2014/main" id="{F41CF601-A5C5-E2DF-6EF6-5E99A18A9031}"/>
                    </a:ext>
                  </a:extLst>
                </p:cNvPr>
                <p:cNvPicPr/>
                <p:nvPr/>
              </p:nvPicPr>
              <p:blipFill>
                <a:blip r:embed="rId287"/>
                <a:stretch>
                  <a:fillRect/>
                </a:stretch>
              </p:blipFill>
              <p:spPr>
                <a:xfrm>
                  <a:off x="7946656" y="5449153"/>
                  <a:ext cx="7128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06" name="Ink 205">
                  <a:extLst>
                    <a:ext uri="{FF2B5EF4-FFF2-40B4-BE49-F238E27FC236}">
                      <a16:creationId xmlns:a16="http://schemas.microsoft.com/office/drawing/2014/main" id="{1E2A20C8-C2FB-731C-2FD4-7A5287441839}"/>
                    </a:ext>
                  </a:extLst>
                </p14:cNvPr>
                <p14:cNvContentPartPr/>
                <p14:nvPr/>
              </p14:nvContentPartPr>
              <p14:xfrm>
                <a:off x="7959616" y="5503513"/>
                <a:ext cx="122400" cy="181800"/>
              </p14:xfrm>
            </p:contentPart>
          </mc:Choice>
          <mc:Fallback xmlns="">
            <p:pic>
              <p:nvPicPr>
                <p:cNvPr id="206" name="Ink 205">
                  <a:extLst>
                    <a:ext uri="{FF2B5EF4-FFF2-40B4-BE49-F238E27FC236}">
                      <a16:creationId xmlns:a16="http://schemas.microsoft.com/office/drawing/2014/main" id="{1E2A20C8-C2FB-731C-2FD4-7A5287441839}"/>
                    </a:ext>
                  </a:extLst>
                </p:cNvPr>
                <p:cNvPicPr/>
                <p:nvPr/>
              </p:nvPicPr>
              <p:blipFill>
                <a:blip r:embed="rId289"/>
                <a:stretch>
                  <a:fillRect/>
                </a:stretch>
              </p:blipFill>
              <p:spPr>
                <a:xfrm>
                  <a:off x="7941976" y="5485873"/>
                  <a:ext cx="15804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07" name="Ink 206">
                  <a:extLst>
                    <a:ext uri="{FF2B5EF4-FFF2-40B4-BE49-F238E27FC236}">
                      <a16:creationId xmlns:a16="http://schemas.microsoft.com/office/drawing/2014/main" id="{FA0B9706-8497-E344-B633-3D104678912B}"/>
                    </a:ext>
                  </a:extLst>
                </p14:cNvPr>
                <p14:cNvContentPartPr/>
                <p14:nvPr/>
              </p14:nvContentPartPr>
              <p14:xfrm>
                <a:off x="7995976" y="5581633"/>
                <a:ext cx="97920" cy="22320"/>
              </p14:xfrm>
            </p:contentPart>
          </mc:Choice>
          <mc:Fallback xmlns="">
            <p:pic>
              <p:nvPicPr>
                <p:cNvPr id="207" name="Ink 206">
                  <a:extLst>
                    <a:ext uri="{FF2B5EF4-FFF2-40B4-BE49-F238E27FC236}">
                      <a16:creationId xmlns:a16="http://schemas.microsoft.com/office/drawing/2014/main" id="{FA0B9706-8497-E344-B633-3D104678912B}"/>
                    </a:ext>
                  </a:extLst>
                </p:cNvPr>
                <p:cNvPicPr/>
                <p:nvPr/>
              </p:nvPicPr>
              <p:blipFill>
                <a:blip r:embed="rId291"/>
                <a:stretch>
                  <a:fillRect/>
                </a:stretch>
              </p:blipFill>
              <p:spPr>
                <a:xfrm>
                  <a:off x="7977976" y="5563633"/>
                  <a:ext cx="1335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208" name="Ink 207">
                  <a:extLst>
                    <a:ext uri="{FF2B5EF4-FFF2-40B4-BE49-F238E27FC236}">
                      <a16:creationId xmlns:a16="http://schemas.microsoft.com/office/drawing/2014/main" id="{14B82FA2-0522-96C3-0B4C-14EB64BF1221}"/>
                    </a:ext>
                  </a:extLst>
                </p14:cNvPr>
                <p14:cNvContentPartPr/>
                <p14:nvPr/>
              </p14:nvContentPartPr>
              <p14:xfrm>
                <a:off x="8137456" y="5570833"/>
                <a:ext cx="83520" cy="95040"/>
              </p14:xfrm>
            </p:contentPart>
          </mc:Choice>
          <mc:Fallback xmlns="">
            <p:pic>
              <p:nvPicPr>
                <p:cNvPr id="208" name="Ink 207">
                  <a:extLst>
                    <a:ext uri="{FF2B5EF4-FFF2-40B4-BE49-F238E27FC236}">
                      <a16:creationId xmlns:a16="http://schemas.microsoft.com/office/drawing/2014/main" id="{14B82FA2-0522-96C3-0B4C-14EB64BF1221}"/>
                    </a:ext>
                  </a:extLst>
                </p:cNvPr>
                <p:cNvPicPr/>
                <p:nvPr/>
              </p:nvPicPr>
              <p:blipFill>
                <a:blip r:embed="rId293"/>
                <a:stretch>
                  <a:fillRect/>
                </a:stretch>
              </p:blipFill>
              <p:spPr>
                <a:xfrm>
                  <a:off x="8119456" y="5552833"/>
                  <a:ext cx="11916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09" name="Ink 208">
                  <a:extLst>
                    <a:ext uri="{FF2B5EF4-FFF2-40B4-BE49-F238E27FC236}">
                      <a16:creationId xmlns:a16="http://schemas.microsoft.com/office/drawing/2014/main" id="{B69BE911-A86F-0F72-F389-4CDD8E8228AF}"/>
                    </a:ext>
                  </a:extLst>
                </p14:cNvPr>
                <p14:cNvContentPartPr/>
                <p14:nvPr/>
              </p14:nvContentPartPr>
              <p14:xfrm>
                <a:off x="8292616" y="5413513"/>
                <a:ext cx="119880" cy="254160"/>
              </p14:xfrm>
            </p:contentPart>
          </mc:Choice>
          <mc:Fallback xmlns="">
            <p:pic>
              <p:nvPicPr>
                <p:cNvPr id="209" name="Ink 208">
                  <a:extLst>
                    <a:ext uri="{FF2B5EF4-FFF2-40B4-BE49-F238E27FC236}">
                      <a16:creationId xmlns:a16="http://schemas.microsoft.com/office/drawing/2014/main" id="{B69BE911-A86F-0F72-F389-4CDD8E8228AF}"/>
                    </a:ext>
                  </a:extLst>
                </p:cNvPr>
                <p:cNvPicPr/>
                <p:nvPr/>
              </p:nvPicPr>
              <p:blipFill>
                <a:blip r:embed="rId295"/>
                <a:stretch>
                  <a:fillRect/>
                </a:stretch>
              </p:blipFill>
              <p:spPr>
                <a:xfrm>
                  <a:off x="8274616" y="5395873"/>
                  <a:ext cx="155520" cy="289800"/>
                </a:xfrm>
                <a:prstGeom prst="rect">
                  <a:avLst/>
                </a:prstGeom>
              </p:spPr>
            </p:pic>
          </mc:Fallback>
        </mc:AlternateContent>
      </p:grpSp>
      <p:grpSp>
        <p:nvGrpSpPr>
          <p:cNvPr id="226" name="Group 225">
            <a:extLst>
              <a:ext uri="{FF2B5EF4-FFF2-40B4-BE49-F238E27FC236}">
                <a16:creationId xmlns:a16="http://schemas.microsoft.com/office/drawing/2014/main" id="{3C402DA2-AE18-66D3-0C26-3BF8A6DCD998}"/>
              </a:ext>
            </a:extLst>
          </p:cNvPr>
          <p:cNvGrpSpPr/>
          <p:nvPr/>
        </p:nvGrpSpPr>
        <p:grpSpPr>
          <a:xfrm>
            <a:off x="8642536" y="5396593"/>
            <a:ext cx="1258200" cy="340200"/>
            <a:chOff x="8642536" y="5396593"/>
            <a:chExt cx="1258200" cy="340200"/>
          </a:xfrm>
        </p:grpSpPr>
        <mc:AlternateContent xmlns:mc="http://schemas.openxmlformats.org/markup-compatibility/2006" xmlns:p14="http://schemas.microsoft.com/office/powerpoint/2010/main">
          <mc:Choice Requires="p14">
            <p:contentPart p14:bwMode="auto" r:id="rId296">
              <p14:nvContentPartPr>
                <p14:cNvPr id="210" name="Ink 209">
                  <a:extLst>
                    <a:ext uri="{FF2B5EF4-FFF2-40B4-BE49-F238E27FC236}">
                      <a16:creationId xmlns:a16="http://schemas.microsoft.com/office/drawing/2014/main" id="{706F7A9B-5195-037A-6CA2-D83C8C189208}"/>
                    </a:ext>
                  </a:extLst>
                </p14:cNvPr>
                <p14:cNvContentPartPr/>
                <p14:nvPr/>
              </p14:nvContentPartPr>
              <p14:xfrm>
                <a:off x="8642536" y="5569033"/>
                <a:ext cx="116640" cy="112680"/>
              </p14:xfrm>
            </p:contentPart>
          </mc:Choice>
          <mc:Fallback xmlns="">
            <p:pic>
              <p:nvPicPr>
                <p:cNvPr id="210" name="Ink 209">
                  <a:extLst>
                    <a:ext uri="{FF2B5EF4-FFF2-40B4-BE49-F238E27FC236}">
                      <a16:creationId xmlns:a16="http://schemas.microsoft.com/office/drawing/2014/main" id="{706F7A9B-5195-037A-6CA2-D83C8C189208}"/>
                    </a:ext>
                  </a:extLst>
                </p:cNvPr>
                <p:cNvPicPr/>
                <p:nvPr/>
              </p:nvPicPr>
              <p:blipFill>
                <a:blip r:embed="rId297"/>
                <a:stretch>
                  <a:fillRect/>
                </a:stretch>
              </p:blipFill>
              <p:spPr>
                <a:xfrm>
                  <a:off x="8624536" y="5551393"/>
                  <a:ext cx="15228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11" name="Ink 210">
                  <a:extLst>
                    <a:ext uri="{FF2B5EF4-FFF2-40B4-BE49-F238E27FC236}">
                      <a16:creationId xmlns:a16="http://schemas.microsoft.com/office/drawing/2014/main" id="{F7DE9161-726F-9576-1CAA-8A20F75819FB}"/>
                    </a:ext>
                  </a:extLst>
                </p14:cNvPr>
                <p14:cNvContentPartPr/>
                <p14:nvPr/>
              </p14:nvContentPartPr>
              <p14:xfrm>
                <a:off x="8845576" y="5578393"/>
                <a:ext cx="90360" cy="77760"/>
              </p14:xfrm>
            </p:contentPart>
          </mc:Choice>
          <mc:Fallback xmlns="">
            <p:pic>
              <p:nvPicPr>
                <p:cNvPr id="211" name="Ink 210">
                  <a:extLst>
                    <a:ext uri="{FF2B5EF4-FFF2-40B4-BE49-F238E27FC236}">
                      <a16:creationId xmlns:a16="http://schemas.microsoft.com/office/drawing/2014/main" id="{F7DE9161-726F-9576-1CAA-8A20F75819FB}"/>
                    </a:ext>
                  </a:extLst>
                </p:cNvPr>
                <p:cNvPicPr/>
                <p:nvPr/>
              </p:nvPicPr>
              <p:blipFill>
                <a:blip r:embed="rId299"/>
                <a:stretch>
                  <a:fillRect/>
                </a:stretch>
              </p:blipFill>
              <p:spPr>
                <a:xfrm>
                  <a:off x="8827936" y="5560753"/>
                  <a:ext cx="12600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12" name="Ink 211">
                  <a:extLst>
                    <a:ext uri="{FF2B5EF4-FFF2-40B4-BE49-F238E27FC236}">
                      <a16:creationId xmlns:a16="http://schemas.microsoft.com/office/drawing/2014/main" id="{A1E662E8-5BB7-139E-0E30-72F4E58D94FB}"/>
                    </a:ext>
                  </a:extLst>
                </p14:cNvPr>
                <p14:cNvContentPartPr/>
                <p14:nvPr/>
              </p14:nvContentPartPr>
              <p14:xfrm>
                <a:off x="9023416" y="5585593"/>
                <a:ext cx="315720" cy="151200"/>
              </p14:xfrm>
            </p:contentPart>
          </mc:Choice>
          <mc:Fallback xmlns="">
            <p:pic>
              <p:nvPicPr>
                <p:cNvPr id="212" name="Ink 211">
                  <a:extLst>
                    <a:ext uri="{FF2B5EF4-FFF2-40B4-BE49-F238E27FC236}">
                      <a16:creationId xmlns:a16="http://schemas.microsoft.com/office/drawing/2014/main" id="{A1E662E8-5BB7-139E-0E30-72F4E58D94FB}"/>
                    </a:ext>
                  </a:extLst>
                </p:cNvPr>
                <p:cNvPicPr/>
                <p:nvPr/>
              </p:nvPicPr>
              <p:blipFill>
                <a:blip r:embed="rId301"/>
                <a:stretch>
                  <a:fillRect/>
                </a:stretch>
              </p:blipFill>
              <p:spPr>
                <a:xfrm>
                  <a:off x="9005776" y="5567953"/>
                  <a:ext cx="35136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13" name="Ink 212">
                  <a:extLst>
                    <a:ext uri="{FF2B5EF4-FFF2-40B4-BE49-F238E27FC236}">
                      <a16:creationId xmlns:a16="http://schemas.microsoft.com/office/drawing/2014/main" id="{AA2DD084-3317-5C08-CD2D-CF4B803B4F62}"/>
                    </a:ext>
                  </a:extLst>
                </p14:cNvPr>
                <p14:cNvContentPartPr/>
                <p14:nvPr/>
              </p14:nvContentPartPr>
              <p14:xfrm>
                <a:off x="9425896" y="5538073"/>
                <a:ext cx="40680" cy="97200"/>
              </p14:xfrm>
            </p:contentPart>
          </mc:Choice>
          <mc:Fallback xmlns="">
            <p:pic>
              <p:nvPicPr>
                <p:cNvPr id="213" name="Ink 212">
                  <a:extLst>
                    <a:ext uri="{FF2B5EF4-FFF2-40B4-BE49-F238E27FC236}">
                      <a16:creationId xmlns:a16="http://schemas.microsoft.com/office/drawing/2014/main" id="{AA2DD084-3317-5C08-CD2D-CF4B803B4F62}"/>
                    </a:ext>
                  </a:extLst>
                </p:cNvPr>
                <p:cNvPicPr/>
                <p:nvPr/>
              </p:nvPicPr>
              <p:blipFill>
                <a:blip r:embed="rId303"/>
                <a:stretch>
                  <a:fillRect/>
                </a:stretch>
              </p:blipFill>
              <p:spPr>
                <a:xfrm>
                  <a:off x="9408256" y="5520433"/>
                  <a:ext cx="7632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14" name="Ink 213">
                  <a:extLst>
                    <a:ext uri="{FF2B5EF4-FFF2-40B4-BE49-F238E27FC236}">
                      <a16:creationId xmlns:a16="http://schemas.microsoft.com/office/drawing/2014/main" id="{0CB48EBA-7F5D-CC5E-1923-CB1C378DD6BE}"/>
                    </a:ext>
                  </a:extLst>
                </p14:cNvPr>
                <p14:cNvContentPartPr/>
                <p14:nvPr/>
              </p14:nvContentPartPr>
              <p14:xfrm>
                <a:off x="9432016" y="5396593"/>
                <a:ext cx="18000" cy="30600"/>
              </p14:xfrm>
            </p:contentPart>
          </mc:Choice>
          <mc:Fallback xmlns="">
            <p:pic>
              <p:nvPicPr>
                <p:cNvPr id="214" name="Ink 213">
                  <a:extLst>
                    <a:ext uri="{FF2B5EF4-FFF2-40B4-BE49-F238E27FC236}">
                      <a16:creationId xmlns:a16="http://schemas.microsoft.com/office/drawing/2014/main" id="{0CB48EBA-7F5D-CC5E-1923-CB1C378DD6BE}"/>
                    </a:ext>
                  </a:extLst>
                </p:cNvPr>
                <p:cNvPicPr/>
                <p:nvPr/>
              </p:nvPicPr>
              <p:blipFill>
                <a:blip r:embed="rId305"/>
                <a:stretch>
                  <a:fillRect/>
                </a:stretch>
              </p:blipFill>
              <p:spPr>
                <a:xfrm>
                  <a:off x="9414376" y="5378953"/>
                  <a:ext cx="536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15" name="Ink 214">
                  <a:extLst>
                    <a:ext uri="{FF2B5EF4-FFF2-40B4-BE49-F238E27FC236}">
                      <a16:creationId xmlns:a16="http://schemas.microsoft.com/office/drawing/2014/main" id="{FF1D7FA2-0392-61A9-6974-9882DF9FFFC9}"/>
                    </a:ext>
                  </a:extLst>
                </p14:cNvPr>
                <p14:cNvContentPartPr/>
                <p14:nvPr/>
              </p14:nvContentPartPr>
              <p14:xfrm>
                <a:off x="9540016" y="5493073"/>
                <a:ext cx="71640" cy="126000"/>
              </p14:xfrm>
            </p:contentPart>
          </mc:Choice>
          <mc:Fallback xmlns="">
            <p:pic>
              <p:nvPicPr>
                <p:cNvPr id="215" name="Ink 214">
                  <a:extLst>
                    <a:ext uri="{FF2B5EF4-FFF2-40B4-BE49-F238E27FC236}">
                      <a16:creationId xmlns:a16="http://schemas.microsoft.com/office/drawing/2014/main" id="{FF1D7FA2-0392-61A9-6974-9882DF9FFFC9}"/>
                    </a:ext>
                  </a:extLst>
                </p:cNvPr>
                <p:cNvPicPr/>
                <p:nvPr/>
              </p:nvPicPr>
              <p:blipFill>
                <a:blip r:embed="rId307"/>
                <a:stretch>
                  <a:fillRect/>
                </a:stretch>
              </p:blipFill>
              <p:spPr>
                <a:xfrm>
                  <a:off x="9522376" y="5475433"/>
                  <a:ext cx="10728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16" name="Ink 215">
                  <a:extLst>
                    <a:ext uri="{FF2B5EF4-FFF2-40B4-BE49-F238E27FC236}">
                      <a16:creationId xmlns:a16="http://schemas.microsoft.com/office/drawing/2014/main" id="{EB44B754-5988-B831-038D-42B0A0BDB0DC}"/>
                    </a:ext>
                  </a:extLst>
                </p14:cNvPr>
                <p14:cNvContentPartPr/>
                <p14:nvPr/>
              </p14:nvContentPartPr>
              <p14:xfrm>
                <a:off x="9662056" y="5505673"/>
                <a:ext cx="59040" cy="68760"/>
              </p14:xfrm>
            </p:contentPart>
          </mc:Choice>
          <mc:Fallback xmlns="">
            <p:pic>
              <p:nvPicPr>
                <p:cNvPr id="216" name="Ink 215">
                  <a:extLst>
                    <a:ext uri="{FF2B5EF4-FFF2-40B4-BE49-F238E27FC236}">
                      <a16:creationId xmlns:a16="http://schemas.microsoft.com/office/drawing/2014/main" id="{EB44B754-5988-B831-038D-42B0A0BDB0DC}"/>
                    </a:ext>
                  </a:extLst>
                </p:cNvPr>
                <p:cNvPicPr/>
                <p:nvPr/>
              </p:nvPicPr>
              <p:blipFill>
                <a:blip r:embed="rId309"/>
                <a:stretch>
                  <a:fillRect/>
                </a:stretch>
              </p:blipFill>
              <p:spPr>
                <a:xfrm>
                  <a:off x="9644416" y="5488033"/>
                  <a:ext cx="9468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17" name="Ink 216">
                  <a:extLst>
                    <a:ext uri="{FF2B5EF4-FFF2-40B4-BE49-F238E27FC236}">
                      <a16:creationId xmlns:a16="http://schemas.microsoft.com/office/drawing/2014/main" id="{A3F0D281-0FB2-AABF-5964-CBA462118897}"/>
                    </a:ext>
                  </a:extLst>
                </p14:cNvPr>
                <p14:cNvContentPartPr/>
                <p14:nvPr/>
              </p14:nvContentPartPr>
              <p14:xfrm>
                <a:off x="9787336" y="5475073"/>
                <a:ext cx="113400" cy="153720"/>
              </p14:xfrm>
            </p:contentPart>
          </mc:Choice>
          <mc:Fallback xmlns="">
            <p:pic>
              <p:nvPicPr>
                <p:cNvPr id="217" name="Ink 216">
                  <a:extLst>
                    <a:ext uri="{FF2B5EF4-FFF2-40B4-BE49-F238E27FC236}">
                      <a16:creationId xmlns:a16="http://schemas.microsoft.com/office/drawing/2014/main" id="{A3F0D281-0FB2-AABF-5964-CBA462118897}"/>
                    </a:ext>
                  </a:extLst>
                </p:cNvPr>
                <p:cNvPicPr/>
                <p:nvPr/>
              </p:nvPicPr>
              <p:blipFill>
                <a:blip r:embed="rId311"/>
                <a:stretch>
                  <a:fillRect/>
                </a:stretch>
              </p:blipFill>
              <p:spPr>
                <a:xfrm>
                  <a:off x="9769696" y="5457433"/>
                  <a:ext cx="149040" cy="189360"/>
                </a:xfrm>
                <a:prstGeom prst="rect">
                  <a:avLst/>
                </a:prstGeom>
              </p:spPr>
            </p:pic>
          </mc:Fallback>
        </mc:AlternateContent>
      </p:grpSp>
      <p:grpSp>
        <p:nvGrpSpPr>
          <p:cNvPr id="225" name="Group 224">
            <a:extLst>
              <a:ext uri="{FF2B5EF4-FFF2-40B4-BE49-F238E27FC236}">
                <a16:creationId xmlns:a16="http://schemas.microsoft.com/office/drawing/2014/main" id="{B7317C7D-431D-2F8B-878B-55640F6FAB1E}"/>
              </a:ext>
            </a:extLst>
          </p:cNvPr>
          <p:cNvGrpSpPr/>
          <p:nvPr/>
        </p:nvGrpSpPr>
        <p:grpSpPr>
          <a:xfrm>
            <a:off x="10224376" y="5385073"/>
            <a:ext cx="1510920" cy="296280"/>
            <a:chOff x="10224376" y="5385073"/>
            <a:chExt cx="1510920" cy="296280"/>
          </a:xfrm>
        </p:grpSpPr>
        <mc:AlternateContent xmlns:mc="http://schemas.openxmlformats.org/markup-compatibility/2006" xmlns:p14="http://schemas.microsoft.com/office/powerpoint/2010/main">
          <mc:Choice Requires="p14">
            <p:contentPart p14:bwMode="auto" r:id="rId312">
              <p14:nvContentPartPr>
                <p14:cNvPr id="218" name="Ink 217">
                  <a:extLst>
                    <a:ext uri="{FF2B5EF4-FFF2-40B4-BE49-F238E27FC236}">
                      <a16:creationId xmlns:a16="http://schemas.microsoft.com/office/drawing/2014/main" id="{57990C35-B76F-C25C-D829-20BDED7C1B1A}"/>
                    </a:ext>
                  </a:extLst>
                </p14:cNvPr>
                <p14:cNvContentPartPr/>
                <p14:nvPr/>
              </p14:nvContentPartPr>
              <p14:xfrm>
                <a:off x="10224376" y="5505313"/>
                <a:ext cx="189000" cy="176040"/>
              </p14:xfrm>
            </p:contentPart>
          </mc:Choice>
          <mc:Fallback xmlns="">
            <p:pic>
              <p:nvPicPr>
                <p:cNvPr id="218" name="Ink 217">
                  <a:extLst>
                    <a:ext uri="{FF2B5EF4-FFF2-40B4-BE49-F238E27FC236}">
                      <a16:creationId xmlns:a16="http://schemas.microsoft.com/office/drawing/2014/main" id="{57990C35-B76F-C25C-D829-20BDED7C1B1A}"/>
                    </a:ext>
                  </a:extLst>
                </p:cNvPr>
                <p:cNvPicPr/>
                <p:nvPr/>
              </p:nvPicPr>
              <p:blipFill>
                <a:blip r:embed="rId313"/>
                <a:stretch>
                  <a:fillRect/>
                </a:stretch>
              </p:blipFill>
              <p:spPr>
                <a:xfrm>
                  <a:off x="10206736" y="5487313"/>
                  <a:ext cx="22464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19" name="Ink 218">
                  <a:extLst>
                    <a:ext uri="{FF2B5EF4-FFF2-40B4-BE49-F238E27FC236}">
                      <a16:creationId xmlns:a16="http://schemas.microsoft.com/office/drawing/2014/main" id="{289E7D2C-26A5-32F6-6FBE-0E6AA2869F4C}"/>
                    </a:ext>
                  </a:extLst>
                </p14:cNvPr>
                <p14:cNvContentPartPr/>
                <p14:nvPr/>
              </p14:nvContentPartPr>
              <p14:xfrm>
                <a:off x="10521736" y="5491993"/>
                <a:ext cx="123480" cy="142200"/>
              </p14:xfrm>
            </p:contentPart>
          </mc:Choice>
          <mc:Fallback xmlns="">
            <p:pic>
              <p:nvPicPr>
                <p:cNvPr id="219" name="Ink 218">
                  <a:extLst>
                    <a:ext uri="{FF2B5EF4-FFF2-40B4-BE49-F238E27FC236}">
                      <a16:creationId xmlns:a16="http://schemas.microsoft.com/office/drawing/2014/main" id="{289E7D2C-26A5-32F6-6FBE-0E6AA2869F4C}"/>
                    </a:ext>
                  </a:extLst>
                </p:cNvPr>
                <p:cNvPicPr/>
                <p:nvPr/>
              </p:nvPicPr>
              <p:blipFill>
                <a:blip r:embed="rId315"/>
                <a:stretch>
                  <a:fillRect/>
                </a:stretch>
              </p:blipFill>
              <p:spPr>
                <a:xfrm>
                  <a:off x="10504096" y="5474353"/>
                  <a:ext cx="15912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20" name="Ink 219">
                  <a:extLst>
                    <a:ext uri="{FF2B5EF4-FFF2-40B4-BE49-F238E27FC236}">
                      <a16:creationId xmlns:a16="http://schemas.microsoft.com/office/drawing/2014/main" id="{3E9BA768-1031-B21C-DB01-ACB5F1BF2361}"/>
                    </a:ext>
                  </a:extLst>
                </p14:cNvPr>
                <p14:cNvContentPartPr/>
                <p14:nvPr/>
              </p14:nvContentPartPr>
              <p14:xfrm>
                <a:off x="10763296" y="5405233"/>
                <a:ext cx="27000" cy="256320"/>
              </p14:xfrm>
            </p:contentPart>
          </mc:Choice>
          <mc:Fallback xmlns="">
            <p:pic>
              <p:nvPicPr>
                <p:cNvPr id="220" name="Ink 219">
                  <a:extLst>
                    <a:ext uri="{FF2B5EF4-FFF2-40B4-BE49-F238E27FC236}">
                      <a16:creationId xmlns:a16="http://schemas.microsoft.com/office/drawing/2014/main" id="{3E9BA768-1031-B21C-DB01-ACB5F1BF2361}"/>
                    </a:ext>
                  </a:extLst>
                </p:cNvPr>
                <p:cNvPicPr/>
                <p:nvPr/>
              </p:nvPicPr>
              <p:blipFill>
                <a:blip r:embed="rId317"/>
                <a:stretch>
                  <a:fillRect/>
                </a:stretch>
              </p:blipFill>
              <p:spPr>
                <a:xfrm>
                  <a:off x="10745656" y="5387233"/>
                  <a:ext cx="6264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21" name="Ink 220">
                  <a:extLst>
                    <a:ext uri="{FF2B5EF4-FFF2-40B4-BE49-F238E27FC236}">
                      <a16:creationId xmlns:a16="http://schemas.microsoft.com/office/drawing/2014/main" id="{23E84173-6211-8419-0F7C-99FCE96B0366}"/>
                    </a:ext>
                  </a:extLst>
                </p14:cNvPr>
                <p14:cNvContentPartPr/>
                <p14:nvPr/>
              </p14:nvContentPartPr>
              <p14:xfrm>
                <a:off x="10983616" y="5385073"/>
                <a:ext cx="26280" cy="254880"/>
              </p14:xfrm>
            </p:contentPart>
          </mc:Choice>
          <mc:Fallback xmlns="">
            <p:pic>
              <p:nvPicPr>
                <p:cNvPr id="221" name="Ink 220">
                  <a:extLst>
                    <a:ext uri="{FF2B5EF4-FFF2-40B4-BE49-F238E27FC236}">
                      <a16:creationId xmlns:a16="http://schemas.microsoft.com/office/drawing/2014/main" id="{23E84173-6211-8419-0F7C-99FCE96B0366}"/>
                    </a:ext>
                  </a:extLst>
                </p:cNvPr>
                <p:cNvPicPr/>
                <p:nvPr/>
              </p:nvPicPr>
              <p:blipFill>
                <a:blip r:embed="rId319"/>
                <a:stretch>
                  <a:fillRect/>
                </a:stretch>
              </p:blipFill>
              <p:spPr>
                <a:xfrm>
                  <a:off x="10965616" y="5367433"/>
                  <a:ext cx="6192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22" name="Ink 221">
                  <a:extLst>
                    <a:ext uri="{FF2B5EF4-FFF2-40B4-BE49-F238E27FC236}">
                      <a16:creationId xmlns:a16="http://schemas.microsoft.com/office/drawing/2014/main" id="{7622A040-C2AE-FFA8-A380-D5FDE2171879}"/>
                    </a:ext>
                  </a:extLst>
                </p14:cNvPr>
                <p14:cNvContentPartPr/>
                <p14:nvPr/>
              </p14:nvContentPartPr>
              <p14:xfrm>
                <a:off x="10924576" y="5481913"/>
                <a:ext cx="235800" cy="90360"/>
              </p14:xfrm>
            </p:contentPart>
          </mc:Choice>
          <mc:Fallback xmlns="">
            <p:pic>
              <p:nvPicPr>
                <p:cNvPr id="222" name="Ink 221">
                  <a:extLst>
                    <a:ext uri="{FF2B5EF4-FFF2-40B4-BE49-F238E27FC236}">
                      <a16:creationId xmlns:a16="http://schemas.microsoft.com/office/drawing/2014/main" id="{7622A040-C2AE-FFA8-A380-D5FDE2171879}"/>
                    </a:ext>
                  </a:extLst>
                </p:cNvPr>
                <p:cNvPicPr/>
                <p:nvPr/>
              </p:nvPicPr>
              <p:blipFill>
                <a:blip r:embed="rId321"/>
                <a:stretch>
                  <a:fillRect/>
                </a:stretch>
              </p:blipFill>
              <p:spPr>
                <a:xfrm>
                  <a:off x="10906576" y="5463913"/>
                  <a:ext cx="2714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23" name="Ink 222">
                  <a:extLst>
                    <a:ext uri="{FF2B5EF4-FFF2-40B4-BE49-F238E27FC236}">
                      <a16:creationId xmlns:a16="http://schemas.microsoft.com/office/drawing/2014/main" id="{20D8445F-7E90-3438-A214-E84CFFDFBA6E}"/>
                    </a:ext>
                  </a:extLst>
                </p14:cNvPr>
                <p14:cNvContentPartPr/>
                <p14:nvPr/>
              </p14:nvContentPartPr>
              <p14:xfrm>
                <a:off x="11221936" y="5473993"/>
                <a:ext cx="141480" cy="166320"/>
              </p14:xfrm>
            </p:contentPart>
          </mc:Choice>
          <mc:Fallback xmlns="">
            <p:pic>
              <p:nvPicPr>
                <p:cNvPr id="223" name="Ink 222">
                  <a:extLst>
                    <a:ext uri="{FF2B5EF4-FFF2-40B4-BE49-F238E27FC236}">
                      <a16:creationId xmlns:a16="http://schemas.microsoft.com/office/drawing/2014/main" id="{20D8445F-7E90-3438-A214-E84CFFDFBA6E}"/>
                    </a:ext>
                  </a:extLst>
                </p:cNvPr>
                <p:cNvPicPr/>
                <p:nvPr/>
              </p:nvPicPr>
              <p:blipFill>
                <a:blip r:embed="rId323"/>
                <a:stretch>
                  <a:fillRect/>
                </a:stretch>
              </p:blipFill>
              <p:spPr>
                <a:xfrm>
                  <a:off x="11203936" y="5456353"/>
                  <a:ext cx="17712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24" name="Ink 223">
                  <a:extLst>
                    <a:ext uri="{FF2B5EF4-FFF2-40B4-BE49-F238E27FC236}">
                      <a16:creationId xmlns:a16="http://schemas.microsoft.com/office/drawing/2014/main" id="{351B6CF9-E065-431C-108E-A013219931DA}"/>
                    </a:ext>
                  </a:extLst>
                </p14:cNvPr>
                <p14:cNvContentPartPr/>
                <p14:nvPr/>
              </p14:nvContentPartPr>
              <p14:xfrm>
                <a:off x="11402296" y="5445553"/>
                <a:ext cx="333000" cy="111240"/>
              </p14:xfrm>
            </p:contentPart>
          </mc:Choice>
          <mc:Fallback xmlns="">
            <p:pic>
              <p:nvPicPr>
                <p:cNvPr id="224" name="Ink 223">
                  <a:extLst>
                    <a:ext uri="{FF2B5EF4-FFF2-40B4-BE49-F238E27FC236}">
                      <a16:creationId xmlns:a16="http://schemas.microsoft.com/office/drawing/2014/main" id="{351B6CF9-E065-431C-108E-A013219931DA}"/>
                    </a:ext>
                  </a:extLst>
                </p:cNvPr>
                <p:cNvPicPr/>
                <p:nvPr/>
              </p:nvPicPr>
              <p:blipFill>
                <a:blip r:embed="rId325"/>
                <a:stretch>
                  <a:fillRect/>
                </a:stretch>
              </p:blipFill>
              <p:spPr>
                <a:xfrm>
                  <a:off x="11384656" y="5427913"/>
                  <a:ext cx="368640" cy="146880"/>
                </a:xfrm>
                <a:prstGeom prst="rect">
                  <a:avLst/>
                </a:prstGeom>
              </p:spPr>
            </p:pic>
          </mc:Fallback>
        </mc:AlternateContent>
      </p:grpSp>
      <p:grpSp>
        <p:nvGrpSpPr>
          <p:cNvPr id="257" name="Group 256">
            <a:extLst>
              <a:ext uri="{FF2B5EF4-FFF2-40B4-BE49-F238E27FC236}">
                <a16:creationId xmlns:a16="http://schemas.microsoft.com/office/drawing/2014/main" id="{767A91B9-5F2E-01D4-6227-DC40C49834DB}"/>
              </a:ext>
            </a:extLst>
          </p:cNvPr>
          <p:cNvGrpSpPr/>
          <p:nvPr/>
        </p:nvGrpSpPr>
        <p:grpSpPr>
          <a:xfrm>
            <a:off x="6447976" y="6155833"/>
            <a:ext cx="459360" cy="210600"/>
            <a:chOff x="6447976" y="6155833"/>
            <a:chExt cx="459360" cy="210600"/>
          </a:xfrm>
        </p:grpSpPr>
        <mc:AlternateContent xmlns:mc="http://schemas.openxmlformats.org/markup-compatibility/2006" xmlns:p14="http://schemas.microsoft.com/office/powerpoint/2010/main">
          <mc:Choice Requires="p14">
            <p:contentPart p14:bwMode="auto" r:id="rId326">
              <p14:nvContentPartPr>
                <p14:cNvPr id="234" name="Ink 233">
                  <a:extLst>
                    <a:ext uri="{FF2B5EF4-FFF2-40B4-BE49-F238E27FC236}">
                      <a16:creationId xmlns:a16="http://schemas.microsoft.com/office/drawing/2014/main" id="{91F500C8-95CC-536A-5B40-528C7DB936B9}"/>
                    </a:ext>
                  </a:extLst>
                </p14:cNvPr>
                <p14:cNvContentPartPr/>
                <p14:nvPr/>
              </p14:nvContentPartPr>
              <p14:xfrm>
                <a:off x="6447976" y="6155833"/>
                <a:ext cx="266400" cy="210600"/>
              </p14:xfrm>
            </p:contentPart>
          </mc:Choice>
          <mc:Fallback xmlns="">
            <p:pic>
              <p:nvPicPr>
                <p:cNvPr id="234" name="Ink 233">
                  <a:extLst>
                    <a:ext uri="{FF2B5EF4-FFF2-40B4-BE49-F238E27FC236}">
                      <a16:creationId xmlns:a16="http://schemas.microsoft.com/office/drawing/2014/main" id="{91F500C8-95CC-536A-5B40-528C7DB936B9}"/>
                    </a:ext>
                  </a:extLst>
                </p:cNvPr>
                <p:cNvPicPr/>
                <p:nvPr/>
              </p:nvPicPr>
              <p:blipFill>
                <a:blip r:embed="rId327"/>
                <a:stretch>
                  <a:fillRect/>
                </a:stretch>
              </p:blipFill>
              <p:spPr>
                <a:xfrm>
                  <a:off x="6429976" y="6137833"/>
                  <a:ext cx="30204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35" name="Ink 234">
                  <a:extLst>
                    <a:ext uri="{FF2B5EF4-FFF2-40B4-BE49-F238E27FC236}">
                      <a16:creationId xmlns:a16="http://schemas.microsoft.com/office/drawing/2014/main" id="{27F600CC-7AF0-B751-15D6-194E2BF09346}"/>
                    </a:ext>
                  </a:extLst>
                </p14:cNvPr>
                <p14:cNvContentPartPr/>
                <p14:nvPr/>
              </p14:nvContentPartPr>
              <p14:xfrm>
                <a:off x="6818776" y="6188593"/>
                <a:ext cx="88560" cy="128520"/>
              </p14:xfrm>
            </p:contentPart>
          </mc:Choice>
          <mc:Fallback xmlns="">
            <p:pic>
              <p:nvPicPr>
                <p:cNvPr id="235" name="Ink 234">
                  <a:extLst>
                    <a:ext uri="{FF2B5EF4-FFF2-40B4-BE49-F238E27FC236}">
                      <a16:creationId xmlns:a16="http://schemas.microsoft.com/office/drawing/2014/main" id="{27F600CC-7AF0-B751-15D6-194E2BF09346}"/>
                    </a:ext>
                  </a:extLst>
                </p:cNvPr>
                <p:cNvPicPr/>
                <p:nvPr/>
              </p:nvPicPr>
              <p:blipFill>
                <a:blip r:embed="rId329"/>
                <a:stretch>
                  <a:fillRect/>
                </a:stretch>
              </p:blipFill>
              <p:spPr>
                <a:xfrm>
                  <a:off x="6801136" y="6170953"/>
                  <a:ext cx="124200" cy="164160"/>
                </a:xfrm>
                <a:prstGeom prst="rect">
                  <a:avLst/>
                </a:prstGeom>
              </p:spPr>
            </p:pic>
          </mc:Fallback>
        </mc:AlternateContent>
      </p:grpSp>
      <p:grpSp>
        <p:nvGrpSpPr>
          <p:cNvPr id="256" name="Group 255">
            <a:extLst>
              <a:ext uri="{FF2B5EF4-FFF2-40B4-BE49-F238E27FC236}">
                <a16:creationId xmlns:a16="http://schemas.microsoft.com/office/drawing/2014/main" id="{2F97F765-8E93-605E-2224-6ADDC8DD7A40}"/>
              </a:ext>
            </a:extLst>
          </p:cNvPr>
          <p:cNvGrpSpPr/>
          <p:nvPr/>
        </p:nvGrpSpPr>
        <p:grpSpPr>
          <a:xfrm>
            <a:off x="7355896" y="6130633"/>
            <a:ext cx="538920" cy="171360"/>
            <a:chOff x="7355896" y="6130633"/>
            <a:chExt cx="538920" cy="171360"/>
          </a:xfrm>
        </p:grpSpPr>
        <mc:AlternateContent xmlns:mc="http://schemas.openxmlformats.org/markup-compatibility/2006" xmlns:p14="http://schemas.microsoft.com/office/powerpoint/2010/main">
          <mc:Choice Requires="p14">
            <p:contentPart p14:bwMode="auto" r:id="rId330">
              <p14:nvContentPartPr>
                <p14:cNvPr id="236" name="Ink 235">
                  <a:extLst>
                    <a:ext uri="{FF2B5EF4-FFF2-40B4-BE49-F238E27FC236}">
                      <a16:creationId xmlns:a16="http://schemas.microsoft.com/office/drawing/2014/main" id="{C9CF6AF7-4959-B904-2364-BA4A1DE1509A}"/>
                    </a:ext>
                  </a:extLst>
                </p14:cNvPr>
                <p14:cNvContentPartPr/>
                <p14:nvPr/>
              </p14:nvContentPartPr>
              <p14:xfrm>
                <a:off x="7355896" y="6178153"/>
                <a:ext cx="217800" cy="123120"/>
              </p14:xfrm>
            </p:contentPart>
          </mc:Choice>
          <mc:Fallback xmlns="">
            <p:pic>
              <p:nvPicPr>
                <p:cNvPr id="236" name="Ink 235">
                  <a:extLst>
                    <a:ext uri="{FF2B5EF4-FFF2-40B4-BE49-F238E27FC236}">
                      <a16:creationId xmlns:a16="http://schemas.microsoft.com/office/drawing/2014/main" id="{C9CF6AF7-4959-B904-2364-BA4A1DE1509A}"/>
                    </a:ext>
                  </a:extLst>
                </p:cNvPr>
                <p:cNvPicPr/>
                <p:nvPr/>
              </p:nvPicPr>
              <p:blipFill>
                <a:blip r:embed="rId331"/>
                <a:stretch>
                  <a:fillRect/>
                </a:stretch>
              </p:blipFill>
              <p:spPr>
                <a:xfrm>
                  <a:off x="7338256" y="6160153"/>
                  <a:ext cx="25344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37" name="Ink 236">
                  <a:extLst>
                    <a:ext uri="{FF2B5EF4-FFF2-40B4-BE49-F238E27FC236}">
                      <a16:creationId xmlns:a16="http://schemas.microsoft.com/office/drawing/2014/main" id="{89421ECB-B34D-9526-B3EA-871180ACA34E}"/>
                    </a:ext>
                  </a:extLst>
                </p14:cNvPr>
                <p14:cNvContentPartPr/>
                <p14:nvPr/>
              </p14:nvContentPartPr>
              <p14:xfrm>
                <a:off x="7658296" y="6135313"/>
                <a:ext cx="84600" cy="166680"/>
              </p14:xfrm>
            </p:contentPart>
          </mc:Choice>
          <mc:Fallback xmlns="">
            <p:pic>
              <p:nvPicPr>
                <p:cNvPr id="237" name="Ink 236">
                  <a:extLst>
                    <a:ext uri="{FF2B5EF4-FFF2-40B4-BE49-F238E27FC236}">
                      <a16:creationId xmlns:a16="http://schemas.microsoft.com/office/drawing/2014/main" id="{89421ECB-B34D-9526-B3EA-871180ACA34E}"/>
                    </a:ext>
                  </a:extLst>
                </p:cNvPr>
                <p:cNvPicPr/>
                <p:nvPr/>
              </p:nvPicPr>
              <p:blipFill>
                <a:blip r:embed="rId333"/>
                <a:stretch>
                  <a:fillRect/>
                </a:stretch>
              </p:blipFill>
              <p:spPr>
                <a:xfrm>
                  <a:off x="7640656" y="6117313"/>
                  <a:ext cx="12024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38" name="Ink 237">
                  <a:extLst>
                    <a:ext uri="{FF2B5EF4-FFF2-40B4-BE49-F238E27FC236}">
                      <a16:creationId xmlns:a16="http://schemas.microsoft.com/office/drawing/2014/main" id="{628ED85C-B15A-91EA-84CD-4BB2EE14FB31}"/>
                    </a:ext>
                  </a:extLst>
                </p14:cNvPr>
                <p14:cNvContentPartPr/>
                <p14:nvPr/>
              </p14:nvContentPartPr>
              <p14:xfrm>
                <a:off x="7815616" y="6130633"/>
                <a:ext cx="79200" cy="141480"/>
              </p14:xfrm>
            </p:contentPart>
          </mc:Choice>
          <mc:Fallback xmlns="">
            <p:pic>
              <p:nvPicPr>
                <p:cNvPr id="238" name="Ink 237">
                  <a:extLst>
                    <a:ext uri="{FF2B5EF4-FFF2-40B4-BE49-F238E27FC236}">
                      <a16:creationId xmlns:a16="http://schemas.microsoft.com/office/drawing/2014/main" id="{628ED85C-B15A-91EA-84CD-4BB2EE14FB31}"/>
                    </a:ext>
                  </a:extLst>
                </p:cNvPr>
                <p:cNvPicPr/>
                <p:nvPr/>
              </p:nvPicPr>
              <p:blipFill>
                <a:blip r:embed="rId335"/>
                <a:stretch>
                  <a:fillRect/>
                </a:stretch>
              </p:blipFill>
              <p:spPr>
                <a:xfrm>
                  <a:off x="7797616" y="6112633"/>
                  <a:ext cx="114840" cy="177120"/>
                </a:xfrm>
                <a:prstGeom prst="rect">
                  <a:avLst/>
                </a:prstGeom>
              </p:spPr>
            </p:pic>
          </mc:Fallback>
        </mc:AlternateContent>
      </p:grpSp>
      <p:grpSp>
        <p:nvGrpSpPr>
          <p:cNvPr id="255" name="Group 254">
            <a:extLst>
              <a:ext uri="{FF2B5EF4-FFF2-40B4-BE49-F238E27FC236}">
                <a16:creationId xmlns:a16="http://schemas.microsoft.com/office/drawing/2014/main" id="{7A16D893-8AD7-EAC6-F8BD-B8A36D4797EA}"/>
              </a:ext>
            </a:extLst>
          </p:cNvPr>
          <p:cNvGrpSpPr/>
          <p:nvPr/>
        </p:nvGrpSpPr>
        <p:grpSpPr>
          <a:xfrm>
            <a:off x="8312776" y="5997073"/>
            <a:ext cx="2311560" cy="383400"/>
            <a:chOff x="8312776" y="5997073"/>
            <a:chExt cx="2311560" cy="383400"/>
          </a:xfrm>
        </p:grpSpPr>
        <mc:AlternateContent xmlns:mc="http://schemas.openxmlformats.org/markup-compatibility/2006" xmlns:p14="http://schemas.microsoft.com/office/powerpoint/2010/main">
          <mc:Choice Requires="p14">
            <p:contentPart p14:bwMode="auto" r:id="rId336">
              <p14:nvContentPartPr>
                <p14:cNvPr id="239" name="Ink 238">
                  <a:extLst>
                    <a:ext uri="{FF2B5EF4-FFF2-40B4-BE49-F238E27FC236}">
                      <a16:creationId xmlns:a16="http://schemas.microsoft.com/office/drawing/2014/main" id="{B83003AC-8A28-3D99-77BC-7ADFE226844B}"/>
                    </a:ext>
                  </a:extLst>
                </p14:cNvPr>
                <p14:cNvContentPartPr/>
                <p14:nvPr/>
              </p14:nvContentPartPr>
              <p14:xfrm>
                <a:off x="8406736" y="6026953"/>
                <a:ext cx="68400" cy="293400"/>
              </p14:xfrm>
            </p:contentPart>
          </mc:Choice>
          <mc:Fallback xmlns="">
            <p:pic>
              <p:nvPicPr>
                <p:cNvPr id="239" name="Ink 238">
                  <a:extLst>
                    <a:ext uri="{FF2B5EF4-FFF2-40B4-BE49-F238E27FC236}">
                      <a16:creationId xmlns:a16="http://schemas.microsoft.com/office/drawing/2014/main" id="{B83003AC-8A28-3D99-77BC-7ADFE226844B}"/>
                    </a:ext>
                  </a:extLst>
                </p:cNvPr>
                <p:cNvPicPr/>
                <p:nvPr/>
              </p:nvPicPr>
              <p:blipFill>
                <a:blip r:embed="rId337"/>
                <a:stretch>
                  <a:fillRect/>
                </a:stretch>
              </p:blipFill>
              <p:spPr>
                <a:xfrm>
                  <a:off x="8388736" y="6008953"/>
                  <a:ext cx="10404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40" name="Ink 239">
                  <a:extLst>
                    <a:ext uri="{FF2B5EF4-FFF2-40B4-BE49-F238E27FC236}">
                      <a16:creationId xmlns:a16="http://schemas.microsoft.com/office/drawing/2014/main" id="{61BA012B-E0EC-EEE9-EA1F-BDB8B0F794F9}"/>
                    </a:ext>
                  </a:extLst>
                </p14:cNvPr>
                <p14:cNvContentPartPr/>
                <p14:nvPr/>
              </p14:nvContentPartPr>
              <p14:xfrm>
                <a:off x="8312776" y="6145393"/>
                <a:ext cx="247680" cy="73440"/>
              </p14:xfrm>
            </p:contentPart>
          </mc:Choice>
          <mc:Fallback xmlns="">
            <p:pic>
              <p:nvPicPr>
                <p:cNvPr id="240" name="Ink 239">
                  <a:extLst>
                    <a:ext uri="{FF2B5EF4-FFF2-40B4-BE49-F238E27FC236}">
                      <a16:creationId xmlns:a16="http://schemas.microsoft.com/office/drawing/2014/main" id="{61BA012B-E0EC-EEE9-EA1F-BDB8B0F794F9}"/>
                    </a:ext>
                  </a:extLst>
                </p:cNvPr>
                <p:cNvPicPr/>
                <p:nvPr/>
              </p:nvPicPr>
              <p:blipFill>
                <a:blip r:embed="rId339"/>
                <a:stretch>
                  <a:fillRect/>
                </a:stretch>
              </p:blipFill>
              <p:spPr>
                <a:xfrm>
                  <a:off x="8295136" y="6127753"/>
                  <a:ext cx="28332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41" name="Ink 240">
                  <a:extLst>
                    <a:ext uri="{FF2B5EF4-FFF2-40B4-BE49-F238E27FC236}">
                      <a16:creationId xmlns:a16="http://schemas.microsoft.com/office/drawing/2014/main" id="{C623635A-F3A1-3714-D66C-CE2DB8C16F9C}"/>
                    </a:ext>
                  </a:extLst>
                </p14:cNvPr>
                <p14:cNvContentPartPr/>
                <p14:nvPr/>
              </p14:nvContentPartPr>
              <p14:xfrm>
                <a:off x="8546416" y="6164473"/>
                <a:ext cx="87480" cy="127440"/>
              </p14:xfrm>
            </p:contentPart>
          </mc:Choice>
          <mc:Fallback xmlns="">
            <p:pic>
              <p:nvPicPr>
                <p:cNvPr id="241" name="Ink 240">
                  <a:extLst>
                    <a:ext uri="{FF2B5EF4-FFF2-40B4-BE49-F238E27FC236}">
                      <a16:creationId xmlns:a16="http://schemas.microsoft.com/office/drawing/2014/main" id="{C623635A-F3A1-3714-D66C-CE2DB8C16F9C}"/>
                    </a:ext>
                  </a:extLst>
                </p:cNvPr>
                <p:cNvPicPr/>
                <p:nvPr/>
              </p:nvPicPr>
              <p:blipFill>
                <a:blip r:embed="rId341"/>
                <a:stretch>
                  <a:fillRect/>
                </a:stretch>
              </p:blipFill>
              <p:spPr>
                <a:xfrm>
                  <a:off x="8528776" y="6146473"/>
                  <a:ext cx="1231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42" name="Ink 241">
                  <a:extLst>
                    <a:ext uri="{FF2B5EF4-FFF2-40B4-BE49-F238E27FC236}">
                      <a16:creationId xmlns:a16="http://schemas.microsoft.com/office/drawing/2014/main" id="{6B3DDAEA-ED63-4350-A86D-92910BF8D8FD}"/>
                    </a:ext>
                  </a:extLst>
                </p14:cNvPr>
                <p14:cNvContentPartPr/>
                <p14:nvPr/>
              </p14:nvContentPartPr>
              <p14:xfrm>
                <a:off x="8747296" y="6178153"/>
                <a:ext cx="297360" cy="123480"/>
              </p14:xfrm>
            </p:contentPart>
          </mc:Choice>
          <mc:Fallback xmlns="">
            <p:pic>
              <p:nvPicPr>
                <p:cNvPr id="242" name="Ink 241">
                  <a:extLst>
                    <a:ext uri="{FF2B5EF4-FFF2-40B4-BE49-F238E27FC236}">
                      <a16:creationId xmlns:a16="http://schemas.microsoft.com/office/drawing/2014/main" id="{6B3DDAEA-ED63-4350-A86D-92910BF8D8FD}"/>
                    </a:ext>
                  </a:extLst>
                </p:cNvPr>
                <p:cNvPicPr/>
                <p:nvPr/>
              </p:nvPicPr>
              <p:blipFill>
                <a:blip r:embed="rId343"/>
                <a:stretch>
                  <a:fillRect/>
                </a:stretch>
              </p:blipFill>
              <p:spPr>
                <a:xfrm>
                  <a:off x="8729656" y="6160153"/>
                  <a:ext cx="33300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43" name="Ink 242">
                  <a:extLst>
                    <a:ext uri="{FF2B5EF4-FFF2-40B4-BE49-F238E27FC236}">
                      <a16:creationId xmlns:a16="http://schemas.microsoft.com/office/drawing/2014/main" id="{37C94635-1A46-0968-4F51-CE873A689C12}"/>
                    </a:ext>
                  </a:extLst>
                </p14:cNvPr>
                <p14:cNvContentPartPr/>
                <p14:nvPr/>
              </p14:nvContentPartPr>
              <p14:xfrm>
                <a:off x="9108016" y="6156193"/>
                <a:ext cx="69840" cy="181440"/>
              </p14:xfrm>
            </p:contentPart>
          </mc:Choice>
          <mc:Fallback xmlns="">
            <p:pic>
              <p:nvPicPr>
                <p:cNvPr id="243" name="Ink 242">
                  <a:extLst>
                    <a:ext uri="{FF2B5EF4-FFF2-40B4-BE49-F238E27FC236}">
                      <a16:creationId xmlns:a16="http://schemas.microsoft.com/office/drawing/2014/main" id="{37C94635-1A46-0968-4F51-CE873A689C12}"/>
                    </a:ext>
                  </a:extLst>
                </p:cNvPr>
                <p:cNvPicPr/>
                <p:nvPr/>
              </p:nvPicPr>
              <p:blipFill>
                <a:blip r:embed="rId345"/>
                <a:stretch>
                  <a:fillRect/>
                </a:stretch>
              </p:blipFill>
              <p:spPr>
                <a:xfrm>
                  <a:off x="9090016" y="6138553"/>
                  <a:ext cx="10548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44" name="Ink 243">
                  <a:extLst>
                    <a:ext uri="{FF2B5EF4-FFF2-40B4-BE49-F238E27FC236}">
                      <a16:creationId xmlns:a16="http://schemas.microsoft.com/office/drawing/2014/main" id="{D6C1B018-4446-A11A-7E67-84B412B8FB73}"/>
                    </a:ext>
                  </a:extLst>
                </p14:cNvPr>
                <p14:cNvContentPartPr/>
                <p14:nvPr/>
              </p14:nvContentPartPr>
              <p14:xfrm>
                <a:off x="9357136" y="6187873"/>
                <a:ext cx="36720" cy="136440"/>
              </p14:xfrm>
            </p:contentPart>
          </mc:Choice>
          <mc:Fallback xmlns="">
            <p:pic>
              <p:nvPicPr>
                <p:cNvPr id="244" name="Ink 243">
                  <a:extLst>
                    <a:ext uri="{FF2B5EF4-FFF2-40B4-BE49-F238E27FC236}">
                      <a16:creationId xmlns:a16="http://schemas.microsoft.com/office/drawing/2014/main" id="{D6C1B018-4446-A11A-7E67-84B412B8FB73}"/>
                    </a:ext>
                  </a:extLst>
                </p:cNvPr>
                <p:cNvPicPr/>
                <p:nvPr/>
              </p:nvPicPr>
              <p:blipFill>
                <a:blip r:embed="rId347"/>
                <a:stretch>
                  <a:fillRect/>
                </a:stretch>
              </p:blipFill>
              <p:spPr>
                <a:xfrm>
                  <a:off x="9339496" y="6170233"/>
                  <a:ext cx="7236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45" name="Ink 244">
                  <a:extLst>
                    <a:ext uri="{FF2B5EF4-FFF2-40B4-BE49-F238E27FC236}">
                      <a16:creationId xmlns:a16="http://schemas.microsoft.com/office/drawing/2014/main" id="{635EFA50-A156-50BA-A5CC-7F8C0E86754B}"/>
                    </a:ext>
                  </a:extLst>
                </p14:cNvPr>
                <p14:cNvContentPartPr/>
                <p14:nvPr/>
              </p14:nvContentPartPr>
              <p14:xfrm>
                <a:off x="9343816" y="6092833"/>
                <a:ext cx="25920" cy="32760"/>
              </p14:xfrm>
            </p:contentPart>
          </mc:Choice>
          <mc:Fallback xmlns="">
            <p:pic>
              <p:nvPicPr>
                <p:cNvPr id="245" name="Ink 244">
                  <a:extLst>
                    <a:ext uri="{FF2B5EF4-FFF2-40B4-BE49-F238E27FC236}">
                      <a16:creationId xmlns:a16="http://schemas.microsoft.com/office/drawing/2014/main" id="{635EFA50-A156-50BA-A5CC-7F8C0E86754B}"/>
                    </a:ext>
                  </a:extLst>
                </p:cNvPr>
                <p:cNvPicPr/>
                <p:nvPr/>
              </p:nvPicPr>
              <p:blipFill>
                <a:blip r:embed="rId349"/>
                <a:stretch>
                  <a:fillRect/>
                </a:stretch>
              </p:blipFill>
              <p:spPr>
                <a:xfrm>
                  <a:off x="9325816" y="6074833"/>
                  <a:ext cx="6156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46" name="Ink 245">
                  <a:extLst>
                    <a:ext uri="{FF2B5EF4-FFF2-40B4-BE49-F238E27FC236}">
                      <a16:creationId xmlns:a16="http://schemas.microsoft.com/office/drawing/2014/main" id="{B5082BB0-C69F-4B2D-23B2-5713FECEA27B}"/>
                    </a:ext>
                  </a:extLst>
                </p14:cNvPr>
                <p14:cNvContentPartPr/>
                <p14:nvPr/>
              </p14:nvContentPartPr>
              <p14:xfrm>
                <a:off x="9453976" y="6187873"/>
                <a:ext cx="244440" cy="105120"/>
              </p14:xfrm>
            </p:contentPart>
          </mc:Choice>
          <mc:Fallback xmlns="">
            <p:pic>
              <p:nvPicPr>
                <p:cNvPr id="246" name="Ink 245">
                  <a:extLst>
                    <a:ext uri="{FF2B5EF4-FFF2-40B4-BE49-F238E27FC236}">
                      <a16:creationId xmlns:a16="http://schemas.microsoft.com/office/drawing/2014/main" id="{B5082BB0-C69F-4B2D-23B2-5713FECEA27B}"/>
                    </a:ext>
                  </a:extLst>
                </p:cNvPr>
                <p:cNvPicPr/>
                <p:nvPr/>
              </p:nvPicPr>
              <p:blipFill>
                <a:blip r:embed="rId351"/>
                <a:stretch>
                  <a:fillRect/>
                </a:stretch>
              </p:blipFill>
              <p:spPr>
                <a:xfrm>
                  <a:off x="9436336" y="6170233"/>
                  <a:ext cx="28008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47" name="Ink 246">
                  <a:extLst>
                    <a:ext uri="{FF2B5EF4-FFF2-40B4-BE49-F238E27FC236}">
                      <a16:creationId xmlns:a16="http://schemas.microsoft.com/office/drawing/2014/main" id="{667B0888-8780-6519-CFBF-F44003FEC501}"/>
                    </a:ext>
                  </a:extLst>
                </p14:cNvPr>
                <p14:cNvContentPartPr/>
                <p14:nvPr/>
              </p14:nvContentPartPr>
              <p14:xfrm>
                <a:off x="9761056" y="6208033"/>
                <a:ext cx="31320" cy="172440"/>
              </p14:xfrm>
            </p:contentPart>
          </mc:Choice>
          <mc:Fallback xmlns="">
            <p:pic>
              <p:nvPicPr>
                <p:cNvPr id="247" name="Ink 246">
                  <a:extLst>
                    <a:ext uri="{FF2B5EF4-FFF2-40B4-BE49-F238E27FC236}">
                      <a16:creationId xmlns:a16="http://schemas.microsoft.com/office/drawing/2014/main" id="{667B0888-8780-6519-CFBF-F44003FEC501}"/>
                    </a:ext>
                  </a:extLst>
                </p:cNvPr>
                <p:cNvPicPr/>
                <p:nvPr/>
              </p:nvPicPr>
              <p:blipFill>
                <a:blip r:embed="rId353"/>
                <a:stretch>
                  <a:fillRect/>
                </a:stretch>
              </p:blipFill>
              <p:spPr>
                <a:xfrm>
                  <a:off x="9743416" y="6190033"/>
                  <a:ext cx="669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48" name="Ink 247">
                  <a:extLst>
                    <a:ext uri="{FF2B5EF4-FFF2-40B4-BE49-F238E27FC236}">
                      <a16:creationId xmlns:a16="http://schemas.microsoft.com/office/drawing/2014/main" id="{EFEDA4C6-1ACC-C381-3BD3-0666C882F99F}"/>
                    </a:ext>
                  </a:extLst>
                </p14:cNvPr>
                <p14:cNvContentPartPr/>
                <p14:nvPr/>
              </p14:nvContentPartPr>
              <p14:xfrm>
                <a:off x="9779056" y="6147193"/>
                <a:ext cx="77760" cy="123480"/>
              </p14:xfrm>
            </p:contentPart>
          </mc:Choice>
          <mc:Fallback xmlns="">
            <p:pic>
              <p:nvPicPr>
                <p:cNvPr id="248" name="Ink 247">
                  <a:extLst>
                    <a:ext uri="{FF2B5EF4-FFF2-40B4-BE49-F238E27FC236}">
                      <a16:creationId xmlns:a16="http://schemas.microsoft.com/office/drawing/2014/main" id="{EFEDA4C6-1ACC-C381-3BD3-0666C882F99F}"/>
                    </a:ext>
                  </a:extLst>
                </p:cNvPr>
                <p:cNvPicPr/>
                <p:nvPr/>
              </p:nvPicPr>
              <p:blipFill>
                <a:blip r:embed="rId355"/>
                <a:stretch>
                  <a:fillRect/>
                </a:stretch>
              </p:blipFill>
              <p:spPr>
                <a:xfrm>
                  <a:off x="9761056" y="6129193"/>
                  <a:ext cx="11340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49" name="Ink 248">
                  <a:extLst>
                    <a:ext uri="{FF2B5EF4-FFF2-40B4-BE49-F238E27FC236}">
                      <a16:creationId xmlns:a16="http://schemas.microsoft.com/office/drawing/2014/main" id="{14E55D0E-978B-3F53-B2B9-358BC9B4E804}"/>
                    </a:ext>
                  </a:extLst>
                </p14:cNvPr>
                <p14:cNvContentPartPr/>
                <p14:nvPr/>
              </p14:nvContentPartPr>
              <p14:xfrm>
                <a:off x="9849256" y="6160873"/>
                <a:ext cx="93600" cy="86760"/>
              </p14:xfrm>
            </p:contentPart>
          </mc:Choice>
          <mc:Fallback xmlns="">
            <p:pic>
              <p:nvPicPr>
                <p:cNvPr id="249" name="Ink 248">
                  <a:extLst>
                    <a:ext uri="{FF2B5EF4-FFF2-40B4-BE49-F238E27FC236}">
                      <a16:creationId xmlns:a16="http://schemas.microsoft.com/office/drawing/2014/main" id="{14E55D0E-978B-3F53-B2B9-358BC9B4E804}"/>
                    </a:ext>
                  </a:extLst>
                </p:cNvPr>
                <p:cNvPicPr/>
                <p:nvPr/>
              </p:nvPicPr>
              <p:blipFill>
                <a:blip r:embed="rId357"/>
                <a:stretch>
                  <a:fillRect/>
                </a:stretch>
              </p:blipFill>
              <p:spPr>
                <a:xfrm>
                  <a:off x="9831256" y="6142873"/>
                  <a:ext cx="12924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50" name="Ink 249">
                  <a:extLst>
                    <a:ext uri="{FF2B5EF4-FFF2-40B4-BE49-F238E27FC236}">
                      <a16:creationId xmlns:a16="http://schemas.microsoft.com/office/drawing/2014/main" id="{DFFBE082-98DB-73DB-0E20-E74473E68796}"/>
                    </a:ext>
                  </a:extLst>
                </p14:cNvPr>
                <p14:cNvContentPartPr/>
                <p14:nvPr/>
              </p14:nvContentPartPr>
              <p14:xfrm>
                <a:off x="9924856" y="6138193"/>
                <a:ext cx="129240" cy="118440"/>
              </p14:xfrm>
            </p:contentPart>
          </mc:Choice>
          <mc:Fallback xmlns="">
            <p:pic>
              <p:nvPicPr>
                <p:cNvPr id="250" name="Ink 249">
                  <a:extLst>
                    <a:ext uri="{FF2B5EF4-FFF2-40B4-BE49-F238E27FC236}">
                      <a16:creationId xmlns:a16="http://schemas.microsoft.com/office/drawing/2014/main" id="{DFFBE082-98DB-73DB-0E20-E74473E68796}"/>
                    </a:ext>
                  </a:extLst>
                </p:cNvPr>
                <p:cNvPicPr/>
                <p:nvPr/>
              </p:nvPicPr>
              <p:blipFill>
                <a:blip r:embed="rId359"/>
                <a:stretch>
                  <a:fillRect/>
                </a:stretch>
              </p:blipFill>
              <p:spPr>
                <a:xfrm>
                  <a:off x="9906856" y="6120193"/>
                  <a:ext cx="16488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51" name="Ink 250">
                  <a:extLst>
                    <a:ext uri="{FF2B5EF4-FFF2-40B4-BE49-F238E27FC236}">
                      <a16:creationId xmlns:a16="http://schemas.microsoft.com/office/drawing/2014/main" id="{58A3726F-CCF2-7B69-957E-F35EEBC03224}"/>
                    </a:ext>
                  </a:extLst>
                </p14:cNvPr>
                <p14:cNvContentPartPr/>
                <p14:nvPr/>
              </p14:nvContentPartPr>
              <p14:xfrm>
                <a:off x="10080016" y="5997073"/>
                <a:ext cx="154800" cy="214200"/>
              </p14:xfrm>
            </p:contentPart>
          </mc:Choice>
          <mc:Fallback xmlns="">
            <p:pic>
              <p:nvPicPr>
                <p:cNvPr id="251" name="Ink 250">
                  <a:extLst>
                    <a:ext uri="{FF2B5EF4-FFF2-40B4-BE49-F238E27FC236}">
                      <a16:creationId xmlns:a16="http://schemas.microsoft.com/office/drawing/2014/main" id="{58A3726F-CCF2-7B69-957E-F35EEBC03224}"/>
                    </a:ext>
                  </a:extLst>
                </p:cNvPr>
                <p:cNvPicPr/>
                <p:nvPr/>
              </p:nvPicPr>
              <p:blipFill>
                <a:blip r:embed="rId361"/>
                <a:stretch>
                  <a:fillRect/>
                </a:stretch>
              </p:blipFill>
              <p:spPr>
                <a:xfrm>
                  <a:off x="10062016" y="5979073"/>
                  <a:ext cx="19044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52" name="Ink 251">
                  <a:extLst>
                    <a:ext uri="{FF2B5EF4-FFF2-40B4-BE49-F238E27FC236}">
                      <a16:creationId xmlns:a16="http://schemas.microsoft.com/office/drawing/2014/main" id="{33B6D1E1-191F-6A18-EB5B-BC6A01FAB9FC}"/>
                    </a:ext>
                  </a:extLst>
                </p14:cNvPr>
                <p14:cNvContentPartPr/>
                <p14:nvPr/>
              </p14:nvContentPartPr>
              <p14:xfrm>
                <a:off x="10334176" y="6074473"/>
                <a:ext cx="290160" cy="140760"/>
              </p14:xfrm>
            </p:contentPart>
          </mc:Choice>
          <mc:Fallback xmlns="">
            <p:pic>
              <p:nvPicPr>
                <p:cNvPr id="252" name="Ink 251">
                  <a:extLst>
                    <a:ext uri="{FF2B5EF4-FFF2-40B4-BE49-F238E27FC236}">
                      <a16:creationId xmlns:a16="http://schemas.microsoft.com/office/drawing/2014/main" id="{33B6D1E1-191F-6A18-EB5B-BC6A01FAB9FC}"/>
                    </a:ext>
                  </a:extLst>
                </p:cNvPr>
                <p:cNvPicPr/>
                <p:nvPr/>
              </p:nvPicPr>
              <p:blipFill>
                <a:blip r:embed="rId363"/>
                <a:stretch>
                  <a:fillRect/>
                </a:stretch>
              </p:blipFill>
              <p:spPr>
                <a:xfrm>
                  <a:off x="10316536" y="6056833"/>
                  <a:ext cx="325800" cy="176400"/>
                </a:xfrm>
                <a:prstGeom prst="rect">
                  <a:avLst/>
                </a:prstGeom>
              </p:spPr>
            </p:pic>
          </mc:Fallback>
        </mc:AlternateContent>
      </p:grpSp>
      <p:grpSp>
        <p:nvGrpSpPr>
          <p:cNvPr id="260" name="Group 259">
            <a:extLst>
              <a:ext uri="{FF2B5EF4-FFF2-40B4-BE49-F238E27FC236}">
                <a16:creationId xmlns:a16="http://schemas.microsoft.com/office/drawing/2014/main" id="{DFEC5637-FCCA-9FEF-4FAB-B84D10A39CA6}"/>
              </a:ext>
            </a:extLst>
          </p:cNvPr>
          <p:cNvGrpSpPr/>
          <p:nvPr/>
        </p:nvGrpSpPr>
        <p:grpSpPr>
          <a:xfrm>
            <a:off x="10710376" y="6067633"/>
            <a:ext cx="312120" cy="173880"/>
            <a:chOff x="10710376" y="6067633"/>
            <a:chExt cx="312120" cy="173880"/>
          </a:xfrm>
        </p:grpSpPr>
        <mc:AlternateContent xmlns:mc="http://schemas.openxmlformats.org/markup-compatibility/2006" xmlns:p14="http://schemas.microsoft.com/office/powerpoint/2010/main">
          <mc:Choice Requires="p14">
            <p:contentPart p14:bwMode="auto" r:id="rId364">
              <p14:nvContentPartPr>
                <p14:cNvPr id="258" name="Ink 257">
                  <a:extLst>
                    <a:ext uri="{FF2B5EF4-FFF2-40B4-BE49-F238E27FC236}">
                      <a16:creationId xmlns:a16="http://schemas.microsoft.com/office/drawing/2014/main" id="{E01142D1-26AD-F438-A550-E0D06045240C}"/>
                    </a:ext>
                  </a:extLst>
                </p14:cNvPr>
                <p14:cNvContentPartPr/>
                <p14:nvPr/>
              </p14:nvContentPartPr>
              <p14:xfrm>
                <a:off x="10710376" y="6067633"/>
                <a:ext cx="85680" cy="173520"/>
              </p14:xfrm>
            </p:contentPart>
          </mc:Choice>
          <mc:Fallback xmlns="">
            <p:pic>
              <p:nvPicPr>
                <p:cNvPr id="258" name="Ink 257">
                  <a:extLst>
                    <a:ext uri="{FF2B5EF4-FFF2-40B4-BE49-F238E27FC236}">
                      <a16:creationId xmlns:a16="http://schemas.microsoft.com/office/drawing/2014/main" id="{E01142D1-26AD-F438-A550-E0D06045240C}"/>
                    </a:ext>
                  </a:extLst>
                </p:cNvPr>
                <p:cNvPicPr/>
                <p:nvPr/>
              </p:nvPicPr>
              <p:blipFill>
                <a:blip r:embed="rId365"/>
                <a:stretch>
                  <a:fillRect/>
                </a:stretch>
              </p:blipFill>
              <p:spPr>
                <a:xfrm>
                  <a:off x="10692376" y="6049633"/>
                  <a:ext cx="12132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59" name="Ink 258">
                  <a:extLst>
                    <a:ext uri="{FF2B5EF4-FFF2-40B4-BE49-F238E27FC236}">
                      <a16:creationId xmlns:a16="http://schemas.microsoft.com/office/drawing/2014/main" id="{0C078D7D-A5BC-4DC1-AA6F-05924B1439C9}"/>
                    </a:ext>
                  </a:extLst>
                </p14:cNvPr>
                <p14:cNvContentPartPr/>
                <p14:nvPr/>
              </p14:nvContentPartPr>
              <p14:xfrm>
                <a:off x="10885696" y="6085273"/>
                <a:ext cx="136800" cy="156240"/>
              </p14:xfrm>
            </p:contentPart>
          </mc:Choice>
          <mc:Fallback xmlns="">
            <p:pic>
              <p:nvPicPr>
                <p:cNvPr id="259" name="Ink 258">
                  <a:extLst>
                    <a:ext uri="{FF2B5EF4-FFF2-40B4-BE49-F238E27FC236}">
                      <a16:creationId xmlns:a16="http://schemas.microsoft.com/office/drawing/2014/main" id="{0C078D7D-A5BC-4DC1-AA6F-05924B1439C9}"/>
                    </a:ext>
                  </a:extLst>
                </p:cNvPr>
                <p:cNvPicPr/>
                <p:nvPr/>
              </p:nvPicPr>
              <p:blipFill>
                <a:blip r:embed="rId367"/>
                <a:stretch>
                  <a:fillRect/>
                </a:stretch>
              </p:blipFill>
              <p:spPr>
                <a:xfrm>
                  <a:off x="10867696" y="6067273"/>
                  <a:ext cx="172440" cy="191880"/>
                </a:xfrm>
                <a:prstGeom prst="rect">
                  <a:avLst/>
                </a:prstGeom>
              </p:spPr>
            </p:pic>
          </mc:Fallback>
        </mc:AlternateContent>
      </p:grpSp>
      <p:grpSp>
        <p:nvGrpSpPr>
          <p:cNvPr id="266" name="Group 265">
            <a:extLst>
              <a:ext uri="{FF2B5EF4-FFF2-40B4-BE49-F238E27FC236}">
                <a16:creationId xmlns:a16="http://schemas.microsoft.com/office/drawing/2014/main" id="{3B646AA0-119F-783A-7DB4-9DA4C9D157A5}"/>
              </a:ext>
            </a:extLst>
          </p:cNvPr>
          <p:cNvGrpSpPr/>
          <p:nvPr/>
        </p:nvGrpSpPr>
        <p:grpSpPr>
          <a:xfrm>
            <a:off x="8565856" y="6577393"/>
            <a:ext cx="718560" cy="209160"/>
            <a:chOff x="8565856" y="6577393"/>
            <a:chExt cx="718560" cy="209160"/>
          </a:xfrm>
        </p:grpSpPr>
        <mc:AlternateContent xmlns:mc="http://schemas.openxmlformats.org/markup-compatibility/2006" xmlns:p14="http://schemas.microsoft.com/office/powerpoint/2010/main">
          <mc:Choice Requires="p14">
            <p:contentPart p14:bwMode="auto" r:id="rId368">
              <p14:nvContentPartPr>
                <p14:cNvPr id="261" name="Ink 260">
                  <a:extLst>
                    <a:ext uri="{FF2B5EF4-FFF2-40B4-BE49-F238E27FC236}">
                      <a16:creationId xmlns:a16="http://schemas.microsoft.com/office/drawing/2014/main" id="{68C6956F-6B88-BEDC-F5F0-DC5D4CA99F1A}"/>
                    </a:ext>
                  </a:extLst>
                </p14:cNvPr>
                <p14:cNvContentPartPr/>
                <p14:nvPr/>
              </p14:nvContentPartPr>
              <p14:xfrm>
                <a:off x="8565856" y="6602233"/>
                <a:ext cx="410400" cy="177840"/>
              </p14:xfrm>
            </p:contentPart>
          </mc:Choice>
          <mc:Fallback xmlns="">
            <p:pic>
              <p:nvPicPr>
                <p:cNvPr id="261" name="Ink 260">
                  <a:extLst>
                    <a:ext uri="{FF2B5EF4-FFF2-40B4-BE49-F238E27FC236}">
                      <a16:creationId xmlns:a16="http://schemas.microsoft.com/office/drawing/2014/main" id="{68C6956F-6B88-BEDC-F5F0-DC5D4CA99F1A}"/>
                    </a:ext>
                  </a:extLst>
                </p:cNvPr>
                <p:cNvPicPr/>
                <p:nvPr/>
              </p:nvPicPr>
              <p:blipFill>
                <a:blip r:embed="rId369"/>
                <a:stretch>
                  <a:fillRect/>
                </a:stretch>
              </p:blipFill>
              <p:spPr>
                <a:xfrm>
                  <a:off x="8547856" y="6584593"/>
                  <a:ext cx="44604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62" name="Ink 261">
                  <a:extLst>
                    <a:ext uri="{FF2B5EF4-FFF2-40B4-BE49-F238E27FC236}">
                      <a16:creationId xmlns:a16="http://schemas.microsoft.com/office/drawing/2014/main" id="{A85EA733-5BF1-4EB6-4CD1-6F198254C3F8}"/>
                    </a:ext>
                  </a:extLst>
                </p14:cNvPr>
                <p14:cNvContentPartPr/>
                <p14:nvPr/>
              </p14:nvContentPartPr>
              <p14:xfrm>
                <a:off x="9109456" y="6627073"/>
                <a:ext cx="18000" cy="8280"/>
              </p14:xfrm>
            </p:contentPart>
          </mc:Choice>
          <mc:Fallback xmlns="">
            <p:pic>
              <p:nvPicPr>
                <p:cNvPr id="262" name="Ink 261">
                  <a:extLst>
                    <a:ext uri="{FF2B5EF4-FFF2-40B4-BE49-F238E27FC236}">
                      <a16:creationId xmlns:a16="http://schemas.microsoft.com/office/drawing/2014/main" id="{A85EA733-5BF1-4EB6-4CD1-6F198254C3F8}"/>
                    </a:ext>
                  </a:extLst>
                </p:cNvPr>
                <p:cNvPicPr/>
                <p:nvPr/>
              </p:nvPicPr>
              <p:blipFill>
                <a:blip r:embed="rId371"/>
                <a:stretch>
                  <a:fillRect/>
                </a:stretch>
              </p:blipFill>
              <p:spPr>
                <a:xfrm>
                  <a:off x="9091816" y="6609433"/>
                  <a:ext cx="5364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63" name="Ink 262">
                  <a:extLst>
                    <a:ext uri="{FF2B5EF4-FFF2-40B4-BE49-F238E27FC236}">
                      <a16:creationId xmlns:a16="http://schemas.microsoft.com/office/drawing/2014/main" id="{95C5DDB9-AC9A-4F03-BA1F-8D203D86FA74}"/>
                    </a:ext>
                  </a:extLst>
                </p14:cNvPr>
                <p14:cNvContentPartPr/>
                <p14:nvPr/>
              </p14:nvContentPartPr>
              <p14:xfrm>
                <a:off x="8957536" y="6629233"/>
                <a:ext cx="156960" cy="104400"/>
              </p14:xfrm>
            </p:contentPart>
          </mc:Choice>
          <mc:Fallback xmlns="">
            <p:pic>
              <p:nvPicPr>
                <p:cNvPr id="263" name="Ink 262">
                  <a:extLst>
                    <a:ext uri="{FF2B5EF4-FFF2-40B4-BE49-F238E27FC236}">
                      <a16:creationId xmlns:a16="http://schemas.microsoft.com/office/drawing/2014/main" id="{95C5DDB9-AC9A-4F03-BA1F-8D203D86FA74}"/>
                    </a:ext>
                  </a:extLst>
                </p:cNvPr>
                <p:cNvPicPr/>
                <p:nvPr/>
              </p:nvPicPr>
              <p:blipFill>
                <a:blip r:embed="rId373"/>
                <a:stretch>
                  <a:fillRect/>
                </a:stretch>
              </p:blipFill>
              <p:spPr>
                <a:xfrm>
                  <a:off x="8939536" y="6611593"/>
                  <a:ext cx="19260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64" name="Ink 263">
                  <a:extLst>
                    <a:ext uri="{FF2B5EF4-FFF2-40B4-BE49-F238E27FC236}">
                      <a16:creationId xmlns:a16="http://schemas.microsoft.com/office/drawing/2014/main" id="{9638BCE7-CDC3-6962-6587-5303F41D5656}"/>
                    </a:ext>
                  </a:extLst>
                </p14:cNvPr>
                <p14:cNvContentPartPr/>
                <p14:nvPr/>
              </p14:nvContentPartPr>
              <p14:xfrm>
                <a:off x="9177856" y="6607633"/>
                <a:ext cx="74880" cy="178920"/>
              </p14:xfrm>
            </p:contentPart>
          </mc:Choice>
          <mc:Fallback xmlns="">
            <p:pic>
              <p:nvPicPr>
                <p:cNvPr id="264" name="Ink 263">
                  <a:extLst>
                    <a:ext uri="{FF2B5EF4-FFF2-40B4-BE49-F238E27FC236}">
                      <a16:creationId xmlns:a16="http://schemas.microsoft.com/office/drawing/2014/main" id="{9638BCE7-CDC3-6962-6587-5303F41D5656}"/>
                    </a:ext>
                  </a:extLst>
                </p:cNvPr>
                <p:cNvPicPr/>
                <p:nvPr/>
              </p:nvPicPr>
              <p:blipFill>
                <a:blip r:embed="rId375"/>
                <a:stretch>
                  <a:fillRect/>
                </a:stretch>
              </p:blipFill>
              <p:spPr>
                <a:xfrm>
                  <a:off x="9160216" y="6589993"/>
                  <a:ext cx="11052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65" name="Ink 264">
                  <a:extLst>
                    <a:ext uri="{FF2B5EF4-FFF2-40B4-BE49-F238E27FC236}">
                      <a16:creationId xmlns:a16="http://schemas.microsoft.com/office/drawing/2014/main" id="{455FF939-EB64-4651-F32F-5A8612941A80}"/>
                    </a:ext>
                  </a:extLst>
                </p14:cNvPr>
                <p14:cNvContentPartPr/>
                <p14:nvPr/>
              </p14:nvContentPartPr>
              <p14:xfrm>
                <a:off x="9199456" y="6577393"/>
                <a:ext cx="84960" cy="89280"/>
              </p14:xfrm>
            </p:contentPart>
          </mc:Choice>
          <mc:Fallback xmlns="">
            <p:pic>
              <p:nvPicPr>
                <p:cNvPr id="265" name="Ink 264">
                  <a:extLst>
                    <a:ext uri="{FF2B5EF4-FFF2-40B4-BE49-F238E27FC236}">
                      <a16:creationId xmlns:a16="http://schemas.microsoft.com/office/drawing/2014/main" id="{455FF939-EB64-4651-F32F-5A8612941A80}"/>
                    </a:ext>
                  </a:extLst>
                </p:cNvPr>
                <p:cNvPicPr/>
                <p:nvPr/>
              </p:nvPicPr>
              <p:blipFill>
                <a:blip r:embed="rId377"/>
                <a:stretch>
                  <a:fillRect/>
                </a:stretch>
              </p:blipFill>
              <p:spPr>
                <a:xfrm>
                  <a:off x="9181816" y="6559753"/>
                  <a:ext cx="120600" cy="124920"/>
                </a:xfrm>
                <a:prstGeom prst="rect">
                  <a:avLst/>
                </a:prstGeom>
              </p:spPr>
            </p:pic>
          </mc:Fallback>
        </mc:AlternateContent>
      </p:grpSp>
      <p:grpSp>
        <p:nvGrpSpPr>
          <p:cNvPr id="280" name="Group 279">
            <a:extLst>
              <a:ext uri="{FF2B5EF4-FFF2-40B4-BE49-F238E27FC236}">
                <a16:creationId xmlns:a16="http://schemas.microsoft.com/office/drawing/2014/main" id="{74EB7F15-B3B9-3221-0631-4EF79BAE8AAF}"/>
              </a:ext>
            </a:extLst>
          </p:cNvPr>
          <p:cNvGrpSpPr/>
          <p:nvPr/>
        </p:nvGrpSpPr>
        <p:grpSpPr>
          <a:xfrm>
            <a:off x="9749536" y="6385513"/>
            <a:ext cx="2038320" cy="380520"/>
            <a:chOff x="9749536" y="6385513"/>
            <a:chExt cx="2038320" cy="380520"/>
          </a:xfrm>
        </p:grpSpPr>
        <mc:AlternateContent xmlns:mc="http://schemas.openxmlformats.org/markup-compatibility/2006" xmlns:p14="http://schemas.microsoft.com/office/powerpoint/2010/main">
          <mc:Choice Requires="p14">
            <p:contentPart p14:bwMode="auto" r:id="rId378">
              <p14:nvContentPartPr>
                <p14:cNvPr id="267" name="Ink 266">
                  <a:extLst>
                    <a:ext uri="{FF2B5EF4-FFF2-40B4-BE49-F238E27FC236}">
                      <a16:creationId xmlns:a16="http://schemas.microsoft.com/office/drawing/2014/main" id="{CC3820D5-A8D0-E9B2-73B0-AC96E14F4F84}"/>
                    </a:ext>
                  </a:extLst>
                </p14:cNvPr>
                <p14:cNvContentPartPr/>
                <p14:nvPr/>
              </p14:nvContentPartPr>
              <p14:xfrm>
                <a:off x="9749536" y="6597913"/>
                <a:ext cx="103320" cy="168120"/>
              </p14:xfrm>
            </p:contentPart>
          </mc:Choice>
          <mc:Fallback xmlns="">
            <p:pic>
              <p:nvPicPr>
                <p:cNvPr id="267" name="Ink 266">
                  <a:extLst>
                    <a:ext uri="{FF2B5EF4-FFF2-40B4-BE49-F238E27FC236}">
                      <a16:creationId xmlns:a16="http://schemas.microsoft.com/office/drawing/2014/main" id="{CC3820D5-A8D0-E9B2-73B0-AC96E14F4F84}"/>
                    </a:ext>
                  </a:extLst>
                </p:cNvPr>
                <p:cNvPicPr/>
                <p:nvPr/>
              </p:nvPicPr>
              <p:blipFill>
                <a:blip r:embed="rId379"/>
                <a:stretch>
                  <a:fillRect/>
                </a:stretch>
              </p:blipFill>
              <p:spPr>
                <a:xfrm>
                  <a:off x="9731536" y="6579913"/>
                  <a:ext cx="1389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68" name="Ink 267">
                  <a:extLst>
                    <a:ext uri="{FF2B5EF4-FFF2-40B4-BE49-F238E27FC236}">
                      <a16:creationId xmlns:a16="http://schemas.microsoft.com/office/drawing/2014/main" id="{0EEFF005-43EF-28C0-45D7-A461D8362305}"/>
                    </a:ext>
                  </a:extLst>
                </p14:cNvPr>
                <p14:cNvContentPartPr/>
                <p14:nvPr/>
              </p14:nvContentPartPr>
              <p14:xfrm>
                <a:off x="9904336" y="6610153"/>
                <a:ext cx="177480" cy="151560"/>
              </p14:xfrm>
            </p:contentPart>
          </mc:Choice>
          <mc:Fallback xmlns="">
            <p:pic>
              <p:nvPicPr>
                <p:cNvPr id="268" name="Ink 267">
                  <a:extLst>
                    <a:ext uri="{FF2B5EF4-FFF2-40B4-BE49-F238E27FC236}">
                      <a16:creationId xmlns:a16="http://schemas.microsoft.com/office/drawing/2014/main" id="{0EEFF005-43EF-28C0-45D7-A461D8362305}"/>
                    </a:ext>
                  </a:extLst>
                </p:cNvPr>
                <p:cNvPicPr/>
                <p:nvPr/>
              </p:nvPicPr>
              <p:blipFill>
                <a:blip r:embed="rId381"/>
                <a:stretch>
                  <a:fillRect/>
                </a:stretch>
              </p:blipFill>
              <p:spPr>
                <a:xfrm>
                  <a:off x="9886336" y="6592153"/>
                  <a:ext cx="21312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69" name="Ink 268">
                  <a:extLst>
                    <a:ext uri="{FF2B5EF4-FFF2-40B4-BE49-F238E27FC236}">
                      <a16:creationId xmlns:a16="http://schemas.microsoft.com/office/drawing/2014/main" id="{4C31F7D7-ED6A-033E-262C-58F1B5021120}"/>
                    </a:ext>
                  </a:extLst>
                </p14:cNvPr>
                <p14:cNvContentPartPr/>
                <p14:nvPr/>
              </p14:nvContentPartPr>
              <p14:xfrm>
                <a:off x="10115296" y="6608713"/>
                <a:ext cx="84240" cy="117000"/>
              </p14:xfrm>
            </p:contentPart>
          </mc:Choice>
          <mc:Fallback xmlns="">
            <p:pic>
              <p:nvPicPr>
                <p:cNvPr id="269" name="Ink 268">
                  <a:extLst>
                    <a:ext uri="{FF2B5EF4-FFF2-40B4-BE49-F238E27FC236}">
                      <a16:creationId xmlns:a16="http://schemas.microsoft.com/office/drawing/2014/main" id="{4C31F7D7-ED6A-033E-262C-58F1B5021120}"/>
                    </a:ext>
                  </a:extLst>
                </p:cNvPr>
                <p:cNvPicPr/>
                <p:nvPr/>
              </p:nvPicPr>
              <p:blipFill>
                <a:blip r:embed="rId383"/>
                <a:stretch>
                  <a:fillRect/>
                </a:stretch>
              </p:blipFill>
              <p:spPr>
                <a:xfrm>
                  <a:off x="10097656" y="6591073"/>
                  <a:ext cx="1198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70" name="Ink 269">
                  <a:extLst>
                    <a:ext uri="{FF2B5EF4-FFF2-40B4-BE49-F238E27FC236}">
                      <a16:creationId xmlns:a16="http://schemas.microsoft.com/office/drawing/2014/main" id="{637094C0-D312-7B51-DF00-5B55E2A720EB}"/>
                    </a:ext>
                  </a:extLst>
                </p14:cNvPr>
                <p14:cNvContentPartPr/>
                <p14:nvPr/>
              </p14:nvContentPartPr>
              <p14:xfrm>
                <a:off x="10290976" y="6594673"/>
                <a:ext cx="80640" cy="123840"/>
              </p14:xfrm>
            </p:contentPart>
          </mc:Choice>
          <mc:Fallback xmlns="">
            <p:pic>
              <p:nvPicPr>
                <p:cNvPr id="270" name="Ink 269">
                  <a:extLst>
                    <a:ext uri="{FF2B5EF4-FFF2-40B4-BE49-F238E27FC236}">
                      <a16:creationId xmlns:a16="http://schemas.microsoft.com/office/drawing/2014/main" id="{637094C0-D312-7B51-DF00-5B55E2A720EB}"/>
                    </a:ext>
                  </a:extLst>
                </p:cNvPr>
                <p:cNvPicPr/>
                <p:nvPr/>
              </p:nvPicPr>
              <p:blipFill>
                <a:blip r:embed="rId385"/>
                <a:stretch>
                  <a:fillRect/>
                </a:stretch>
              </p:blipFill>
              <p:spPr>
                <a:xfrm>
                  <a:off x="10272976" y="6576673"/>
                  <a:ext cx="11628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71" name="Ink 270">
                  <a:extLst>
                    <a:ext uri="{FF2B5EF4-FFF2-40B4-BE49-F238E27FC236}">
                      <a16:creationId xmlns:a16="http://schemas.microsoft.com/office/drawing/2014/main" id="{56C703F1-5372-1B40-A1B7-FE9679FA3CA8}"/>
                    </a:ext>
                  </a:extLst>
                </p14:cNvPr>
                <p14:cNvContentPartPr/>
                <p14:nvPr/>
              </p14:nvContentPartPr>
              <p14:xfrm>
                <a:off x="10456576" y="6551833"/>
                <a:ext cx="136440" cy="121680"/>
              </p14:xfrm>
            </p:contentPart>
          </mc:Choice>
          <mc:Fallback xmlns="">
            <p:pic>
              <p:nvPicPr>
                <p:cNvPr id="271" name="Ink 270">
                  <a:extLst>
                    <a:ext uri="{FF2B5EF4-FFF2-40B4-BE49-F238E27FC236}">
                      <a16:creationId xmlns:a16="http://schemas.microsoft.com/office/drawing/2014/main" id="{56C703F1-5372-1B40-A1B7-FE9679FA3CA8}"/>
                    </a:ext>
                  </a:extLst>
                </p:cNvPr>
                <p:cNvPicPr/>
                <p:nvPr/>
              </p:nvPicPr>
              <p:blipFill>
                <a:blip r:embed="rId387"/>
                <a:stretch>
                  <a:fillRect/>
                </a:stretch>
              </p:blipFill>
              <p:spPr>
                <a:xfrm>
                  <a:off x="10438576" y="6534193"/>
                  <a:ext cx="17208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72" name="Ink 271">
                  <a:extLst>
                    <a:ext uri="{FF2B5EF4-FFF2-40B4-BE49-F238E27FC236}">
                      <a16:creationId xmlns:a16="http://schemas.microsoft.com/office/drawing/2014/main" id="{466A9A6D-619E-5132-FF1A-A40FCAB9C37A}"/>
                    </a:ext>
                  </a:extLst>
                </p14:cNvPr>
                <p14:cNvContentPartPr/>
                <p14:nvPr/>
              </p14:nvContentPartPr>
              <p14:xfrm>
                <a:off x="10673656" y="6535273"/>
                <a:ext cx="104760" cy="140040"/>
              </p14:xfrm>
            </p:contentPart>
          </mc:Choice>
          <mc:Fallback xmlns="">
            <p:pic>
              <p:nvPicPr>
                <p:cNvPr id="272" name="Ink 271">
                  <a:extLst>
                    <a:ext uri="{FF2B5EF4-FFF2-40B4-BE49-F238E27FC236}">
                      <a16:creationId xmlns:a16="http://schemas.microsoft.com/office/drawing/2014/main" id="{466A9A6D-619E-5132-FF1A-A40FCAB9C37A}"/>
                    </a:ext>
                  </a:extLst>
                </p:cNvPr>
                <p:cNvPicPr/>
                <p:nvPr/>
              </p:nvPicPr>
              <p:blipFill>
                <a:blip r:embed="rId389"/>
                <a:stretch>
                  <a:fillRect/>
                </a:stretch>
              </p:blipFill>
              <p:spPr>
                <a:xfrm>
                  <a:off x="10656016" y="6517633"/>
                  <a:ext cx="14040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273" name="Ink 272">
                  <a:extLst>
                    <a:ext uri="{FF2B5EF4-FFF2-40B4-BE49-F238E27FC236}">
                      <a16:creationId xmlns:a16="http://schemas.microsoft.com/office/drawing/2014/main" id="{89C63C14-2211-92DE-EDEB-DA3AC1DF5E94}"/>
                    </a:ext>
                  </a:extLst>
                </p14:cNvPr>
                <p14:cNvContentPartPr/>
                <p14:nvPr/>
              </p14:nvContentPartPr>
              <p14:xfrm>
                <a:off x="10846816" y="6468673"/>
                <a:ext cx="75600" cy="236520"/>
              </p14:xfrm>
            </p:contentPart>
          </mc:Choice>
          <mc:Fallback xmlns="">
            <p:pic>
              <p:nvPicPr>
                <p:cNvPr id="273" name="Ink 272">
                  <a:extLst>
                    <a:ext uri="{FF2B5EF4-FFF2-40B4-BE49-F238E27FC236}">
                      <a16:creationId xmlns:a16="http://schemas.microsoft.com/office/drawing/2014/main" id="{89C63C14-2211-92DE-EDEB-DA3AC1DF5E94}"/>
                    </a:ext>
                  </a:extLst>
                </p:cNvPr>
                <p:cNvPicPr/>
                <p:nvPr/>
              </p:nvPicPr>
              <p:blipFill>
                <a:blip r:embed="rId391"/>
                <a:stretch>
                  <a:fillRect/>
                </a:stretch>
              </p:blipFill>
              <p:spPr>
                <a:xfrm>
                  <a:off x="10829176" y="6450673"/>
                  <a:ext cx="11124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74" name="Ink 273">
                  <a:extLst>
                    <a:ext uri="{FF2B5EF4-FFF2-40B4-BE49-F238E27FC236}">
                      <a16:creationId xmlns:a16="http://schemas.microsoft.com/office/drawing/2014/main" id="{58FCC26B-0A8D-A564-8AFC-1713BFFA6CB8}"/>
                    </a:ext>
                  </a:extLst>
                </p14:cNvPr>
                <p14:cNvContentPartPr/>
                <p14:nvPr/>
              </p14:nvContentPartPr>
              <p14:xfrm>
                <a:off x="10840696" y="6560113"/>
                <a:ext cx="82800" cy="18720"/>
              </p14:xfrm>
            </p:contentPart>
          </mc:Choice>
          <mc:Fallback xmlns="">
            <p:pic>
              <p:nvPicPr>
                <p:cNvPr id="274" name="Ink 273">
                  <a:extLst>
                    <a:ext uri="{FF2B5EF4-FFF2-40B4-BE49-F238E27FC236}">
                      <a16:creationId xmlns:a16="http://schemas.microsoft.com/office/drawing/2014/main" id="{58FCC26B-0A8D-A564-8AFC-1713BFFA6CB8}"/>
                    </a:ext>
                  </a:extLst>
                </p:cNvPr>
                <p:cNvPicPr/>
                <p:nvPr/>
              </p:nvPicPr>
              <p:blipFill>
                <a:blip r:embed="rId393"/>
                <a:stretch>
                  <a:fillRect/>
                </a:stretch>
              </p:blipFill>
              <p:spPr>
                <a:xfrm>
                  <a:off x="10822696" y="6542113"/>
                  <a:ext cx="11844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75" name="Ink 274">
                  <a:extLst>
                    <a:ext uri="{FF2B5EF4-FFF2-40B4-BE49-F238E27FC236}">
                      <a16:creationId xmlns:a16="http://schemas.microsoft.com/office/drawing/2014/main" id="{60EECC48-4F2A-5361-72B8-33AFB52A4744}"/>
                    </a:ext>
                  </a:extLst>
                </p14:cNvPr>
                <p14:cNvContentPartPr/>
                <p14:nvPr/>
              </p14:nvContentPartPr>
              <p14:xfrm>
                <a:off x="11017816" y="6585313"/>
                <a:ext cx="147600" cy="6480"/>
              </p14:xfrm>
            </p:contentPart>
          </mc:Choice>
          <mc:Fallback xmlns="">
            <p:pic>
              <p:nvPicPr>
                <p:cNvPr id="275" name="Ink 274">
                  <a:extLst>
                    <a:ext uri="{FF2B5EF4-FFF2-40B4-BE49-F238E27FC236}">
                      <a16:creationId xmlns:a16="http://schemas.microsoft.com/office/drawing/2014/main" id="{60EECC48-4F2A-5361-72B8-33AFB52A4744}"/>
                    </a:ext>
                  </a:extLst>
                </p:cNvPr>
                <p:cNvPicPr/>
                <p:nvPr/>
              </p:nvPicPr>
              <p:blipFill>
                <a:blip r:embed="rId395"/>
                <a:stretch>
                  <a:fillRect/>
                </a:stretch>
              </p:blipFill>
              <p:spPr>
                <a:xfrm>
                  <a:off x="10999816" y="6567313"/>
                  <a:ext cx="18324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276" name="Ink 275">
                  <a:extLst>
                    <a:ext uri="{FF2B5EF4-FFF2-40B4-BE49-F238E27FC236}">
                      <a16:creationId xmlns:a16="http://schemas.microsoft.com/office/drawing/2014/main" id="{E0762DB4-1FCD-99AD-153D-EA5BAA74599D}"/>
                    </a:ext>
                  </a:extLst>
                </p14:cNvPr>
                <p14:cNvContentPartPr/>
                <p14:nvPr/>
              </p14:nvContentPartPr>
              <p14:xfrm>
                <a:off x="11111056" y="6500713"/>
                <a:ext cx="104400" cy="134280"/>
              </p14:xfrm>
            </p:contentPart>
          </mc:Choice>
          <mc:Fallback xmlns="">
            <p:pic>
              <p:nvPicPr>
                <p:cNvPr id="276" name="Ink 275">
                  <a:extLst>
                    <a:ext uri="{FF2B5EF4-FFF2-40B4-BE49-F238E27FC236}">
                      <a16:creationId xmlns:a16="http://schemas.microsoft.com/office/drawing/2014/main" id="{E0762DB4-1FCD-99AD-153D-EA5BAA74599D}"/>
                    </a:ext>
                  </a:extLst>
                </p:cNvPr>
                <p:cNvPicPr/>
                <p:nvPr/>
              </p:nvPicPr>
              <p:blipFill>
                <a:blip r:embed="rId397"/>
                <a:stretch>
                  <a:fillRect/>
                </a:stretch>
              </p:blipFill>
              <p:spPr>
                <a:xfrm>
                  <a:off x="11093056" y="6482713"/>
                  <a:ext cx="14004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277" name="Ink 276">
                  <a:extLst>
                    <a:ext uri="{FF2B5EF4-FFF2-40B4-BE49-F238E27FC236}">
                      <a16:creationId xmlns:a16="http://schemas.microsoft.com/office/drawing/2014/main" id="{EEAFE124-4850-3DC7-1EDB-0DEDEC98335C}"/>
                    </a:ext>
                  </a:extLst>
                </p14:cNvPr>
                <p14:cNvContentPartPr/>
                <p14:nvPr/>
              </p14:nvContentPartPr>
              <p14:xfrm>
                <a:off x="11302216" y="6496753"/>
                <a:ext cx="137160" cy="144720"/>
              </p14:xfrm>
            </p:contentPart>
          </mc:Choice>
          <mc:Fallback xmlns="">
            <p:pic>
              <p:nvPicPr>
                <p:cNvPr id="277" name="Ink 276">
                  <a:extLst>
                    <a:ext uri="{FF2B5EF4-FFF2-40B4-BE49-F238E27FC236}">
                      <a16:creationId xmlns:a16="http://schemas.microsoft.com/office/drawing/2014/main" id="{EEAFE124-4850-3DC7-1EDB-0DEDEC98335C}"/>
                    </a:ext>
                  </a:extLst>
                </p:cNvPr>
                <p:cNvPicPr/>
                <p:nvPr/>
              </p:nvPicPr>
              <p:blipFill>
                <a:blip r:embed="rId399"/>
                <a:stretch>
                  <a:fillRect/>
                </a:stretch>
              </p:blipFill>
              <p:spPr>
                <a:xfrm>
                  <a:off x="11284576" y="6478753"/>
                  <a:ext cx="17280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278" name="Ink 277">
                  <a:extLst>
                    <a:ext uri="{FF2B5EF4-FFF2-40B4-BE49-F238E27FC236}">
                      <a16:creationId xmlns:a16="http://schemas.microsoft.com/office/drawing/2014/main" id="{304D556E-75C1-38FA-4EB2-0D7C788686B2}"/>
                    </a:ext>
                  </a:extLst>
                </p14:cNvPr>
                <p14:cNvContentPartPr/>
                <p14:nvPr/>
              </p14:nvContentPartPr>
              <p14:xfrm>
                <a:off x="11505256" y="6519073"/>
                <a:ext cx="127800" cy="145440"/>
              </p14:xfrm>
            </p:contentPart>
          </mc:Choice>
          <mc:Fallback xmlns="">
            <p:pic>
              <p:nvPicPr>
                <p:cNvPr id="278" name="Ink 277">
                  <a:extLst>
                    <a:ext uri="{FF2B5EF4-FFF2-40B4-BE49-F238E27FC236}">
                      <a16:creationId xmlns:a16="http://schemas.microsoft.com/office/drawing/2014/main" id="{304D556E-75C1-38FA-4EB2-0D7C788686B2}"/>
                    </a:ext>
                  </a:extLst>
                </p:cNvPr>
                <p:cNvPicPr/>
                <p:nvPr/>
              </p:nvPicPr>
              <p:blipFill>
                <a:blip r:embed="rId401"/>
                <a:stretch>
                  <a:fillRect/>
                </a:stretch>
              </p:blipFill>
              <p:spPr>
                <a:xfrm>
                  <a:off x="11487616" y="6501433"/>
                  <a:ext cx="16344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279" name="Ink 278">
                  <a:extLst>
                    <a:ext uri="{FF2B5EF4-FFF2-40B4-BE49-F238E27FC236}">
                      <a16:creationId xmlns:a16="http://schemas.microsoft.com/office/drawing/2014/main" id="{27780D43-520F-ED42-53B7-28AE95B94124}"/>
                    </a:ext>
                  </a:extLst>
                </p14:cNvPr>
                <p14:cNvContentPartPr/>
                <p14:nvPr/>
              </p14:nvContentPartPr>
              <p14:xfrm>
                <a:off x="11737096" y="6385513"/>
                <a:ext cx="50760" cy="246240"/>
              </p14:xfrm>
            </p:contentPart>
          </mc:Choice>
          <mc:Fallback xmlns="">
            <p:pic>
              <p:nvPicPr>
                <p:cNvPr id="279" name="Ink 278">
                  <a:extLst>
                    <a:ext uri="{FF2B5EF4-FFF2-40B4-BE49-F238E27FC236}">
                      <a16:creationId xmlns:a16="http://schemas.microsoft.com/office/drawing/2014/main" id="{27780D43-520F-ED42-53B7-28AE95B94124}"/>
                    </a:ext>
                  </a:extLst>
                </p:cNvPr>
                <p:cNvPicPr/>
                <p:nvPr/>
              </p:nvPicPr>
              <p:blipFill>
                <a:blip r:embed="rId403"/>
                <a:stretch>
                  <a:fillRect/>
                </a:stretch>
              </p:blipFill>
              <p:spPr>
                <a:xfrm>
                  <a:off x="11719456" y="6367513"/>
                  <a:ext cx="86400" cy="281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4">
            <p14:nvContentPartPr>
              <p14:cNvPr id="281" name="Ink 280">
                <a:extLst>
                  <a:ext uri="{FF2B5EF4-FFF2-40B4-BE49-F238E27FC236}">
                    <a16:creationId xmlns:a16="http://schemas.microsoft.com/office/drawing/2014/main" id="{B4CF5226-DB3C-7A70-A474-65E8628F8309}"/>
                  </a:ext>
                </a:extLst>
              </p14:cNvPr>
              <p14:cNvContentPartPr/>
              <p14:nvPr/>
            </p14:nvContentPartPr>
            <p14:xfrm>
              <a:off x="8122696" y="6065473"/>
              <a:ext cx="3717720" cy="644760"/>
            </p14:xfrm>
          </p:contentPart>
        </mc:Choice>
        <mc:Fallback xmlns="">
          <p:pic>
            <p:nvPicPr>
              <p:cNvPr id="281" name="Ink 280">
                <a:extLst>
                  <a:ext uri="{FF2B5EF4-FFF2-40B4-BE49-F238E27FC236}">
                    <a16:creationId xmlns:a16="http://schemas.microsoft.com/office/drawing/2014/main" id="{B4CF5226-DB3C-7A70-A474-65E8628F8309}"/>
                  </a:ext>
                </a:extLst>
              </p:cNvPr>
              <p:cNvPicPr/>
              <p:nvPr/>
            </p:nvPicPr>
            <p:blipFill>
              <a:blip r:embed="rId405"/>
              <a:stretch>
                <a:fillRect/>
              </a:stretch>
            </p:blipFill>
            <p:spPr>
              <a:xfrm>
                <a:off x="8068696" y="5957473"/>
                <a:ext cx="3825360" cy="86040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282" name="Ink 281">
                <a:extLst>
                  <a:ext uri="{FF2B5EF4-FFF2-40B4-BE49-F238E27FC236}">
                    <a16:creationId xmlns:a16="http://schemas.microsoft.com/office/drawing/2014/main" id="{9DD363EC-F7CE-3FB2-515D-0DC6D8BB5FEB}"/>
                  </a:ext>
                </a:extLst>
              </p14:cNvPr>
              <p14:cNvContentPartPr/>
              <p14:nvPr/>
            </p14:nvContentPartPr>
            <p14:xfrm>
              <a:off x="7843336" y="1597873"/>
              <a:ext cx="1369800" cy="1389960"/>
            </p14:xfrm>
          </p:contentPart>
        </mc:Choice>
        <mc:Fallback xmlns="">
          <p:pic>
            <p:nvPicPr>
              <p:cNvPr id="282" name="Ink 281">
                <a:extLst>
                  <a:ext uri="{FF2B5EF4-FFF2-40B4-BE49-F238E27FC236}">
                    <a16:creationId xmlns:a16="http://schemas.microsoft.com/office/drawing/2014/main" id="{9DD363EC-F7CE-3FB2-515D-0DC6D8BB5FEB}"/>
                  </a:ext>
                </a:extLst>
              </p:cNvPr>
              <p:cNvPicPr/>
              <p:nvPr/>
            </p:nvPicPr>
            <p:blipFill>
              <a:blip r:embed="rId407"/>
              <a:stretch>
                <a:fillRect/>
              </a:stretch>
            </p:blipFill>
            <p:spPr>
              <a:xfrm>
                <a:off x="7789696" y="1489873"/>
                <a:ext cx="1477440" cy="160560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283" name="Ink 282">
                <a:extLst>
                  <a:ext uri="{FF2B5EF4-FFF2-40B4-BE49-F238E27FC236}">
                    <a16:creationId xmlns:a16="http://schemas.microsoft.com/office/drawing/2014/main" id="{C76CD1D9-AEE6-69F3-9976-4BEDC94EE2F4}"/>
                  </a:ext>
                </a:extLst>
              </p14:cNvPr>
              <p14:cNvContentPartPr/>
              <p14:nvPr/>
            </p14:nvContentPartPr>
            <p14:xfrm>
              <a:off x="6786376" y="2951113"/>
              <a:ext cx="964080" cy="526680"/>
            </p14:xfrm>
          </p:contentPart>
        </mc:Choice>
        <mc:Fallback xmlns="">
          <p:pic>
            <p:nvPicPr>
              <p:cNvPr id="283" name="Ink 282">
                <a:extLst>
                  <a:ext uri="{FF2B5EF4-FFF2-40B4-BE49-F238E27FC236}">
                    <a16:creationId xmlns:a16="http://schemas.microsoft.com/office/drawing/2014/main" id="{C76CD1D9-AEE6-69F3-9976-4BEDC94EE2F4}"/>
                  </a:ext>
                </a:extLst>
              </p:cNvPr>
              <p:cNvPicPr/>
              <p:nvPr/>
            </p:nvPicPr>
            <p:blipFill>
              <a:blip r:embed="rId409"/>
              <a:stretch>
                <a:fillRect/>
              </a:stretch>
            </p:blipFill>
            <p:spPr>
              <a:xfrm>
                <a:off x="6732376" y="2843473"/>
                <a:ext cx="1071720" cy="74232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284" name="Ink 283">
                <a:extLst>
                  <a:ext uri="{FF2B5EF4-FFF2-40B4-BE49-F238E27FC236}">
                    <a16:creationId xmlns:a16="http://schemas.microsoft.com/office/drawing/2014/main" id="{45159B6A-1AA5-19A5-B86A-02B03D3C606B}"/>
                  </a:ext>
                </a:extLst>
              </p14:cNvPr>
              <p14:cNvContentPartPr/>
              <p14:nvPr/>
            </p14:nvContentPartPr>
            <p14:xfrm>
              <a:off x="6289576" y="4658233"/>
              <a:ext cx="477360" cy="394560"/>
            </p14:xfrm>
          </p:contentPart>
        </mc:Choice>
        <mc:Fallback xmlns="">
          <p:pic>
            <p:nvPicPr>
              <p:cNvPr id="284" name="Ink 283">
                <a:extLst>
                  <a:ext uri="{FF2B5EF4-FFF2-40B4-BE49-F238E27FC236}">
                    <a16:creationId xmlns:a16="http://schemas.microsoft.com/office/drawing/2014/main" id="{45159B6A-1AA5-19A5-B86A-02B03D3C606B}"/>
                  </a:ext>
                </a:extLst>
              </p:cNvPr>
              <p:cNvPicPr/>
              <p:nvPr/>
            </p:nvPicPr>
            <p:blipFill>
              <a:blip r:embed="rId411"/>
              <a:stretch>
                <a:fillRect/>
              </a:stretch>
            </p:blipFill>
            <p:spPr>
              <a:xfrm>
                <a:off x="6235576" y="4550233"/>
                <a:ext cx="585000" cy="61020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285" name="Ink 284">
                <a:extLst>
                  <a:ext uri="{FF2B5EF4-FFF2-40B4-BE49-F238E27FC236}">
                    <a16:creationId xmlns:a16="http://schemas.microsoft.com/office/drawing/2014/main" id="{19AACD89-A518-B02C-BB59-C017AB1212AB}"/>
                  </a:ext>
                </a:extLst>
              </p14:cNvPr>
              <p14:cNvContentPartPr/>
              <p14:nvPr/>
            </p14:nvContentPartPr>
            <p14:xfrm>
              <a:off x="9037456" y="4657513"/>
              <a:ext cx="1182960" cy="311040"/>
            </p14:xfrm>
          </p:contentPart>
        </mc:Choice>
        <mc:Fallback xmlns="">
          <p:pic>
            <p:nvPicPr>
              <p:cNvPr id="285" name="Ink 284">
                <a:extLst>
                  <a:ext uri="{FF2B5EF4-FFF2-40B4-BE49-F238E27FC236}">
                    <a16:creationId xmlns:a16="http://schemas.microsoft.com/office/drawing/2014/main" id="{19AACD89-A518-B02C-BB59-C017AB1212AB}"/>
                  </a:ext>
                </a:extLst>
              </p:cNvPr>
              <p:cNvPicPr/>
              <p:nvPr/>
            </p:nvPicPr>
            <p:blipFill>
              <a:blip r:embed="rId413"/>
              <a:stretch>
                <a:fillRect/>
              </a:stretch>
            </p:blipFill>
            <p:spPr>
              <a:xfrm>
                <a:off x="8983816" y="4549513"/>
                <a:ext cx="1290600" cy="52668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286" name="Ink 285">
                <a:extLst>
                  <a:ext uri="{FF2B5EF4-FFF2-40B4-BE49-F238E27FC236}">
                    <a16:creationId xmlns:a16="http://schemas.microsoft.com/office/drawing/2014/main" id="{6B2A8760-054B-7724-B43F-3FEC48124E7A}"/>
                  </a:ext>
                </a:extLst>
              </p14:cNvPr>
              <p14:cNvContentPartPr/>
              <p14:nvPr/>
            </p14:nvContentPartPr>
            <p14:xfrm>
              <a:off x="10119616" y="4876753"/>
              <a:ext cx="5760" cy="5760"/>
            </p14:xfrm>
          </p:contentPart>
        </mc:Choice>
        <mc:Fallback xmlns="">
          <p:pic>
            <p:nvPicPr>
              <p:cNvPr id="286" name="Ink 285">
                <a:extLst>
                  <a:ext uri="{FF2B5EF4-FFF2-40B4-BE49-F238E27FC236}">
                    <a16:creationId xmlns:a16="http://schemas.microsoft.com/office/drawing/2014/main" id="{6B2A8760-054B-7724-B43F-3FEC48124E7A}"/>
                  </a:ext>
                </a:extLst>
              </p:cNvPr>
              <p:cNvPicPr/>
              <p:nvPr/>
            </p:nvPicPr>
            <p:blipFill>
              <a:blip r:embed="rId415"/>
              <a:stretch>
                <a:fillRect/>
              </a:stretch>
            </p:blipFill>
            <p:spPr>
              <a:xfrm>
                <a:off x="10065976" y="4769113"/>
                <a:ext cx="113400" cy="221400"/>
              </a:xfrm>
              <a:prstGeom prst="rect">
                <a:avLst/>
              </a:prstGeom>
            </p:spPr>
          </p:pic>
        </mc:Fallback>
      </mc:AlternateContent>
      <p:grpSp>
        <p:nvGrpSpPr>
          <p:cNvPr id="308" name="Group 307">
            <a:extLst>
              <a:ext uri="{FF2B5EF4-FFF2-40B4-BE49-F238E27FC236}">
                <a16:creationId xmlns:a16="http://schemas.microsoft.com/office/drawing/2014/main" id="{724D93ED-82A0-922A-3FA6-92147E60E8F2}"/>
              </a:ext>
            </a:extLst>
          </p:cNvPr>
          <p:cNvGrpSpPr/>
          <p:nvPr/>
        </p:nvGrpSpPr>
        <p:grpSpPr>
          <a:xfrm>
            <a:off x="9763936" y="824953"/>
            <a:ext cx="2390760" cy="3039120"/>
            <a:chOff x="9763936" y="824953"/>
            <a:chExt cx="2390760" cy="3039120"/>
          </a:xfrm>
        </p:grpSpPr>
        <mc:AlternateContent xmlns:mc="http://schemas.openxmlformats.org/markup-compatibility/2006" xmlns:p14="http://schemas.microsoft.com/office/powerpoint/2010/main">
          <mc:Choice Requires="p14">
            <p:contentPart p14:bwMode="auto" r:id="rId416">
              <p14:nvContentPartPr>
                <p14:cNvPr id="287" name="Ink 286">
                  <a:extLst>
                    <a:ext uri="{FF2B5EF4-FFF2-40B4-BE49-F238E27FC236}">
                      <a16:creationId xmlns:a16="http://schemas.microsoft.com/office/drawing/2014/main" id="{F4127E40-0A07-E2BF-5C08-7ABFDB31F483}"/>
                    </a:ext>
                  </a:extLst>
                </p14:cNvPr>
                <p14:cNvContentPartPr/>
                <p14:nvPr/>
              </p14:nvContentPartPr>
              <p14:xfrm>
                <a:off x="9910096" y="2076673"/>
                <a:ext cx="82080" cy="165960"/>
              </p14:xfrm>
            </p:contentPart>
          </mc:Choice>
          <mc:Fallback xmlns="">
            <p:pic>
              <p:nvPicPr>
                <p:cNvPr id="287" name="Ink 286">
                  <a:extLst>
                    <a:ext uri="{FF2B5EF4-FFF2-40B4-BE49-F238E27FC236}">
                      <a16:creationId xmlns:a16="http://schemas.microsoft.com/office/drawing/2014/main" id="{F4127E40-0A07-E2BF-5C08-7ABFDB31F483}"/>
                    </a:ext>
                  </a:extLst>
                </p:cNvPr>
                <p:cNvPicPr/>
                <p:nvPr/>
              </p:nvPicPr>
              <p:blipFill>
                <a:blip r:embed="rId417"/>
                <a:stretch>
                  <a:fillRect/>
                </a:stretch>
              </p:blipFill>
              <p:spPr>
                <a:xfrm>
                  <a:off x="9892456" y="2058673"/>
                  <a:ext cx="11772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288" name="Ink 287">
                  <a:extLst>
                    <a:ext uri="{FF2B5EF4-FFF2-40B4-BE49-F238E27FC236}">
                      <a16:creationId xmlns:a16="http://schemas.microsoft.com/office/drawing/2014/main" id="{66EE0661-8A21-2145-12A6-84D1BAAF43DE}"/>
                    </a:ext>
                  </a:extLst>
                </p14:cNvPr>
                <p14:cNvContentPartPr/>
                <p14:nvPr/>
              </p14:nvContentPartPr>
              <p14:xfrm>
                <a:off x="9803536" y="2023033"/>
                <a:ext cx="284760" cy="266040"/>
              </p14:xfrm>
            </p:contentPart>
          </mc:Choice>
          <mc:Fallback xmlns="">
            <p:pic>
              <p:nvPicPr>
                <p:cNvPr id="288" name="Ink 287">
                  <a:extLst>
                    <a:ext uri="{FF2B5EF4-FFF2-40B4-BE49-F238E27FC236}">
                      <a16:creationId xmlns:a16="http://schemas.microsoft.com/office/drawing/2014/main" id="{66EE0661-8A21-2145-12A6-84D1BAAF43DE}"/>
                    </a:ext>
                  </a:extLst>
                </p:cNvPr>
                <p:cNvPicPr/>
                <p:nvPr/>
              </p:nvPicPr>
              <p:blipFill>
                <a:blip r:embed="rId419"/>
                <a:stretch>
                  <a:fillRect/>
                </a:stretch>
              </p:blipFill>
              <p:spPr>
                <a:xfrm>
                  <a:off x="9785536" y="2005393"/>
                  <a:ext cx="32040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289" name="Ink 288">
                  <a:extLst>
                    <a:ext uri="{FF2B5EF4-FFF2-40B4-BE49-F238E27FC236}">
                      <a16:creationId xmlns:a16="http://schemas.microsoft.com/office/drawing/2014/main" id="{6AF39153-922C-9C3E-5800-9BE85817F674}"/>
                    </a:ext>
                  </a:extLst>
                </p14:cNvPr>
                <p14:cNvContentPartPr/>
                <p14:nvPr/>
              </p14:nvContentPartPr>
              <p14:xfrm>
                <a:off x="9763936" y="2287993"/>
                <a:ext cx="374400" cy="153000"/>
              </p14:xfrm>
            </p:contentPart>
          </mc:Choice>
          <mc:Fallback xmlns="">
            <p:pic>
              <p:nvPicPr>
                <p:cNvPr id="289" name="Ink 288">
                  <a:extLst>
                    <a:ext uri="{FF2B5EF4-FFF2-40B4-BE49-F238E27FC236}">
                      <a16:creationId xmlns:a16="http://schemas.microsoft.com/office/drawing/2014/main" id="{6AF39153-922C-9C3E-5800-9BE85817F674}"/>
                    </a:ext>
                  </a:extLst>
                </p:cNvPr>
                <p:cNvPicPr/>
                <p:nvPr/>
              </p:nvPicPr>
              <p:blipFill>
                <a:blip r:embed="rId421"/>
                <a:stretch>
                  <a:fillRect/>
                </a:stretch>
              </p:blipFill>
              <p:spPr>
                <a:xfrm>
                  <a:off x="9745936" y="2270353"/>
                  <a:ext cx="41004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290" name="Ink 289">
                  <a:extLst>
                    <a:ext uri="{FF2B5EF4-FFF2-40B4-BE49-F238E27FC236}">
                      <a16:creationId xmlns:a16="http://schemas.microsoft.com/office/drawing/2014/main" id="{8293C69E-CD60-2786-C1A6-7927482CA220}"/>
                    </a:ext>
                  </a:extLst>
                </p14:cNvPr>
                <p14:cNvContentPartPr/>
                <p14:nvPr/>
              </p14:nvContentPartPr>
              <p14:xfrm>
                <a:off x="10340296" y="2128873"/>
                <a:ext cx="55440" cy="278640"/>
              </p14:xfrm>
            </p:contentPart>
          </mc:Choice>
          <mc:Fallback xmlns="">
            <p:pic>
              <p:nvPicPr>
                <p:cNvPr id="290" name="Ink 289">
                  <a:extLst>
                    <a:ext uri="{FF2B5EF4-FFF2-40B4-BE49-F238E27FC236}">
                      <a16:creationId xmlns:a16="http://schemas.microsoft.com/office/drawing/2014/main" id="{8293C69E-CD60-2786-C1A6-7927482CA220}"/>
                    </a:ext>
                  </a:extLst>
                </p:cNvPr>
                <p:cNvPicPr/>
                <p:nvPr/>
              </p:nvPicPr>
              <p:blipFill>
                <a:blip r:embed="rId423"/>
                <a:stretch>
                  <a:fillRect/>
                </a:stretch>
              </p:blipFill>
              <p:spPr>
                <a:xfrm>
                  <a:off x="10322296" y="2111233"/>
                  <a:ext cx="9108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291" name="Ink 290">
                  <a:extLst>
                    <a:ext uri="{FF2B5EF4-FFF2-40B4-BE49-F238E27FC236}">
                      <a16:creationId xmlns:a16="http://schemas.microsoft.com/office/drawing/2014/main" id="{CC1D3D11-2AF3-99E4-ADDD-B8BC2F8F91A3}"/>
                    </a:ext>
                  </a:extLst>
                </p14:cNvPr>
                <p14:cNvContentPartPr/>
                <p14:nvPr/>
              </p14:nvContentPartPr>
              <p14:xfrm>
                <a:off x="10355776" y="2129953"/>
                <a:ext cx="218880" cy="199800"/>
              </p14:xfrm>
            </p:contentPart>
          </mc:Choice>
          <mc:Fallback xmlns="">
            <p:pic>
              <p:nvPicPr>
                <p:cNvPr id="291" name="Ink 290">
                  <a:extLst>
                    <a:ext uri="{FF2B5EF4-FFF2-40B4-BE49-F238E27FC236}">
                      <a16:creationId xmlns:a16="http://schemas.microsoft.com/office/drawing/2014/main" id="{CC1D3D11-2AF3-99E4-ADDD-B8BC2F8F91A3}"/>
                    </a:ext>
                  </a:extLst>
                </p:cNvPr>
                <p:cNvPicPr/>
                <p:nvPr/>
              </p:nvPicPr>
              <p:blipFill>
                <a:blip r:embed="rId425"/>
                <a:stretch>
                  <a:fillRect/>
                </a:stretch>
              </p:blipFill>
              <p:spPr>
                <a:xfrm>
                  <a:off x="10338136" y="2111953"/>
                  <a:ext cx="25452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292" name="Ink 291">
                  <a:extLst>
                    <a:ext uri="{FF2B5EF4-FFF2-40B4-BE49-F238E27FC236}">
                      <a16:creationId xmlns:a16="http://schemas.microsoft.com/office/drawing/2014/main" id="{9E871DCE-2234-4CB2-127A-BE5C4A92302D}"/>
                    </a:ext>
                  </a:extLst>
                </p14:cNvPr>
                <p14:cNvContentPartPr/>
                <p14:nvPr/>
              </p14:nvContentPartPr>
              <p14:xfrm>
                <a:off x="10333456" y="2255233"/>
                <a:ext cx="149040" cy="29160"/>
              </p14:xfrm>
            </p:contentPart>
          </mc:Choice>
          <mc:Fallback xmlns="">
            <p:pic>
              <p:nvPicPr>
                <p:cNvPr id="292" name="Ink 291">
                  <a:extLst>
                    <a:ext uri="{FF2B5EF4-FFF2-40B4-BE49-F238E27FC236}">
                      <a16:creationId xmlns:a16="http://schemas.microsoft.com/office/drawing/2014/main" id="{9E871DCE-2234-4CB2-127A-BE5C4A92302D}"/>
                    </a:ext>
                  </a:extLst>
                </p:cNvPr>
                <p:cNvPicPr/>
                <p:nvPr/>
              </p:nvPicPr>
              <p:blipFill>
                <a:blip r:embed="rId427"/>
                <a:stretch>
                  <a:fillRect/>
                </a:stretch>
              </p:blipFill>
              <p:spPr>
                <a:xfrm>
                  <a:off x="10315456" y="2237593"/>
                  <a:ext cx="1846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293" name="Ink 292">
                  <a:extLst>
                    <a:ext uri="{FF2B5EF4-FFF2-40B4-BE49-F238E27FC236}">
                      <a16:creationId xmlns:a16="http://schemas.microsoft.com/office/drawing/2014/main" id="{4AFDA609-B0C8-4D87-EFA1-3C6D68FEA70F}"/>
                    </a:ext>
                  </a:extLst>
                </p14:cNvPr>
                <p14:cNvContentPartPr/>
                <p14:nvPr/>
              </p14:nvContentPartPr>
              <p14:xfrm>
                <a:off x="10676176" y="2125993"/>
                <a:ext cx="76320" cy="213480"/>
              </p14:xfrm>
            </p:contentPart>
          </mc:Choice>
          <mc:Fallback xmlns="">
            <p:pic>
              <p:nvPicPr>
                <p:cNvPr id="293" name="Ink 292">
                  <a:extLst>
                    <a:ext uri="{FF2B5EF4-FFF2-40B4-BE49-F238E27FC236}">
                      <a16:creationId xmlns:a16="http://schemas.microsoft.com/office/drawing/2014/main" id="{4AFDA609-B0C8-4D87-EFA1-3C6D68FEA70F}"/>
                    </a:ext>
                  </a:extLst>
                </p:cNvPr>
                <p:cNvPicPr/>
                <p:nvPr/>
              </p:nvPicPr>
              <p:blipFill>
                <a:blip r:embed="rId429"/>
                <a:stretch>
                  <a:fillRect/>
                </a:stretch>
              </p:blipFill>
              <p:spPr>
                <a:xfrm>
                  <a:off x="10658176" y="2107993"/>
                  <a:ext cx="1119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294" name="Ink 293">
                  <a:extLst>
                    <a:ext uri="{FF2B5EF4-FFF2-40B4-BE49-F238E27FC236}">
                      <a16:creationId xmlns:a16="http://schemas.microsoft.com/office/drawing/2014/main" id="{67D7D70E-310C-D0B1-6EEE-48BD73B104D7}"/>
                    </a:ext>
                  </a:extLst>
                </p14:cNvPr>
                <p14:cNvContentPartPr/>
                <p14:nvPr/>
              </p14:nvContentPartPr>
              <p14:xfrm>
                <a:off x="10658176" y="2132833"/>
                <a:ext cx="201240" cy="176760"/>
              </p14:xfrm>
            </p:contentPart>
          </mc:Choice>
          <mc:Fallback xmlns="">
            <p:pic>
              <p:nvPicPr>
                <p:cNvPr id="294" name="Ink 293">
                  <a:extLst>
                    <a:ext uri="{FF2B5EF4-FFF2-40B4-BE49-F238E27FC236}">
                      <a16:creationId xmlns:a16="http://schemas.microsoft.com/office/drawing/2014/main" id="{67D7D70E-310C-D0B1-6EEE-48BD73B104D7}"/>
                    </a:ext>
                  </a:extLst>
                </p:cNvPr>
                <p:cNvPicPr/>
                <p:nvPr/>
              </p:nvPicPr>
              <p:blipFill>
                <a:blip r:embed="rId431"/>
                <a:stretch>
                  <a:fillRect/>
                </a:stretch>
              </p:blipFill>
              <p:spPr>
                <a:xfrm>
                  <a:off x="10640536" y="2115193"/>
                  <a:ext cx="23688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295" name="Ink 294">
                  <a:extLst>
                    <a:ext uri="{FF2B5EF4-FFF2-40B4-BE49-F238E27FC236}">
                      <a16:creationId xmlns:a16="http://schemas.microsoft.com/office/drawing/2014/main" id="{8AEF68FB-2DC2-3D28-4980-2D039B1EE5EC}"/>
                    </a:ext>
                  </a:extLst>
                </p14:cNvPr>
                <p14:cNvContentPartPr/>
                <p14:nvPr/>
              </p14:nvContentPartPr>
              <p14:xfrm>
                <a:off x="10951216" y="2154073"/>
                <a:ext cx="136080" cy="133200"/>
              </p14:xfrm>
            </p:contentPart>
          </mc:Choice>
          <mc:Fallback xmlns="">
            <p:pic>
              <p:nvPicPr>
                <p:cNvPr id="295" name="Ink 294">
                  <a:extLst>
                    <a:ext uri="{FF2B5EF4-FFF2-40B4-BE49-F238E27FC236}">
                      <a16:creationId xmlns:a16="http://schemas.microsoft.com/office/drawing/2014/main" id="{8AEF68FB-2DC2-3D28-4980-2D039B1EE5EC}"/>
                    </a:ext>
                  </a:extLst>
                </p:cNvPr>
                <p:cNvPicPr/>
                <p:nvPr/>
              </p:nvPicPr>
              <p:blipFill>
                <a:blip r:embed="rId433"/>
                <a:stretch>
                  <a:fillRect/>
                </a:stretch>
              </p:blipFill>
              <p:spPr>
                <a:xfrm>
                  <a:off x="10933216" y="2136073"/>
                  <a:ext cx="17172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296" name="Ink 295">
                  <a:extLst>
                    <a:ext uri="{FF2B5EF4-FFF2-40B4-BE49-F238E27FC236}">
                      <a16:creationId xmlns:a16="http://schemas.microsoft.com/office/drawing/2014/main" id="{9EEA1173-0604-C1B3-D900-1097A5742D88}"/>
                    </a:ext>
                  </a:extLst>
                </p14:cNvPr>
                <p14:cNvContentPartPr/>
                <p14:nvPr/>
              </p14:nvContentPartPr>
              <p14:xfrm>
                <a:off x="10036816" y="1964353"/>
                <a:ext cx="1181160" cy="17640"/>
              </p14:xfrm>
            </p:contentPart>
          </mc:Choice>
          <mc:Fallback xmlns="">
            <p:pic>
              <p:nvPicPr>
                <p:cNvPr id="296" name="Ink 295">
                  <a:extLst>
                    <a:ext uri="{FF2B5EF4-FFF2-40B4-BE49-F238E27FC236}">
                      <a16:creationId xmlns:a16="http://schemas.microsoft.com/office/drawing/2014/main" id="{9EEA1173-0604-C1B3-D900-1097A5742D88}"/>
                    </a:ext>
                  </a:extLst>
                </p:cNvPr>
                <p:cNvPicPr/>
                <p:nvPr/>
              </p:nvPicPr>
              <p:blipFill>
                <a:blip r:embed="rId435"/>
                <a:stretch>
                  <a:fillRect/>
                </a:stretch>
              </p:blipFill>
              <p:spPr>
                <a:xfrm>
                  <a:off x="10018816" y="1946713"/>
                  <a:ext cx="121680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297" name="Ink 296">
                  <a:extLst>
                    <a:ext uri="{FF2B5EF4-FFF2-40B4-BE49-F238E27FC236}">
                      <a16:creationId xmlns:a16="http://schemas.microsoft.com/office/drawing/2014/main" id="{BAF934CA-ADF8-111F-B1E4-6AA40A171168}"/>
                    </a:ext>
                  </a:extLst>
                </p14:cNvPr>
                <p14:cNvContentPartPr/>
                <p14:nvPr/>
              </p14:nvContentPartPr>
              <p14:xfrm>
                <a:off x="10061656" y="1969033"/>
                <a:ext cx="1314720" cy="572760"/>
              </p14:xfrm>
            </p:contentPart>
          </mc:Choice>
          <mc:Fallback xmlns="">
            <p:pic>
              <p:nvPicPr>
                <p:cNvPr id="297" name="Ink 296">
                  <a:extLst>
                    <a:ext uri="{FF2B5EF4-FFF2-40B4-BE49-F238E27FC236}">
                      <a16:creationId xmlns:a16="http://schemas.microsoft.com/office/drawing/2014/main" id="{BAF934CA-ADF8-111F-B1E4-6AA40A171168}"/>
                    </a:ext>
                  </a:extLst>
                </p:cNvPr>
                <p:cNvPicPr/>
                <p:nvPr/>
              </p:nvPicPr>
              <p:blipFill>
                <a:blip r:embed="rId437"/>
                <a:stretch>
                  <a:fillRect/>
                </a:stretch>
              </p:blipFill>
              <p:spPr>
                <a:xfrm>
                  <a:off x="10044016" y="1951393"/>
                  <a:ext cx="1350360" cy="60840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298" name="Ink 297">
                  <a:extLst>
                    <a:ext uri="{FF2B5EF4-FFF2-40B4-BE49-F238E27FC236}">
                      <a16:creationId xmlns:a16="http://schemas.microsoft.com/office/drawing/2014/main" id="{C218CDCC-8867-5FE1-5834-0ADA7666F099}"/>
                    </a:ext>
                  </a:extLst>
                </p14:cNvPr>
                <p14:cNvContentPartPr/>
                <p14:nvPr/>
              </p14:nvContentPartPr>
              <p14:xfrm>
                <a:off x="10069216" y="2011153"/>
                <a:ext cx="22320" cy="9720"/>
              </p14:xfrm>
            </p:contentPart>
          </mc:Choice>
          <mc:Fallback xmlns="">
            <p:pic>
              <p:nvPicPr>
                <p:cNvPr id="298" name="Ink 297">
                  <a:extLst>
                    <a:ext uri="{FF2B5EF4-FFF2-40B4-BE49-F238E27FC236}">
                      <a16:creationId xmlns:a16="http://schemas.microsoft.com/office/drawing/2014/main" id="{C218CDCC-8867-5FE1-5834-0ADA7666F099}"/>
                    </a:ext>
                  </a:extLst>
                </p:cNvPr>
                <p:cNvPicPr/>
                <p:nvPr/>
              </p:nvPicPr>
              <p:blipFill>
                <a:blip r:embed="rId439"/>
                <a:stretch>
                  <a:fillRect/>
                </a:stretch>
              </p:blipFill>
              <p:spPr>
                <a:xfrm>
                  <a:off x="10051576" y="1993153"/>
                  <a:ext cx="579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299" name="Ink 298">
                  <a:extLst>
                    <a:ext uri="{FF2B5EF4-FFF2-40B4-BE49-F238E27FC236}">
                      <a16:creationId xmlns:a16="http://schemas.microsoft.com/office/drawing/2014/main" id="{CB5317AA-D9E6-5598-62CB-5868FC873531}"/>
                    </a:ext>
                  </a:extLst>
                </p14:cNvPr>
                <p14:cNvContentPartPr/>
                <p14:nvPr/>
              </p14:nvContentPartPr>
              <p14:xfrm>
                <a:off x="9970216" y="1247593"/>
                <a:ext cx="133920" cy="740880"/>
              </p14:xfrm>
            </p:contentPart>
          </mc:Choice>
          <mc:Fallback xmlns="">
            <p:pic>
              <p:nvPicPr>
                <p:cNvPr id="299" name="Ink 298">
                  <a:extLst>
                    <a:ext uri="{FF2B5EF4-FFF2-40B4-BE49-F238E27FC236}">
                      <a16:creationId xmlns:a16="http://schemas.microsoft.com/office/drawing/2014/main" id="{CB5317AA-D9E6-5598-62CB-5868FC873531}"/>
                    </a:ext>
                  </a:extLst>
                </p:cNvPr>
                <p:cNvPicPr/>
                <p:nvPr/>
              </p:nvPicPr>
              <p:blipFill>
                <a:blip r:embed="rId441"/>
                <a:stretch>
                  <a:fillRect/>
                </a:stretch>
              </p:blipFill>
              <p:spPr>
                <a:xfrm>
                  <a:off x="9952576" y="1229593"/>
                  <a:ext cx="169560" cy="77652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300" name="Ink 299">
                  <a:extLst>
                    <a:ext uri="{FF2B5EF4-FFF2-40B4-BE49-F238E27FC236}">
                      <a16:creationId xmlns:a16="http://schemas.microsoft.com/office/drawing/2014/main" id="{A8243FAC-3FEA-0ECC-4ACF-6787950A0964}"/>
                    </a:ext>
                  </a:extLst>
                </p14:cNvPr>
                <p14:cNvContentPartPr/>
                <p14:nvPr/>
              </p14:nvContentPartPr>
              <p14:xfrm>
                <a:off x="10024216" y="1227433"/>
                <a:ext cx="2130480" cy="2636640"/>
              </p14:xfrm>
            </p:contentPart>
          </mc:Choice>
          <mc:Fallback xmlns="">
            <p:pic>
              <p:nvPicPr>
                <p:cNvPr id="300" name="Ink 299">
                  <a:extLst>
                    <a:ext uri="{FF2B5EF4-FFF2-40B4-BE49-F238E27FC236}">
                      <a16:creationId xmlns:a16="http://schemas.microsoft.com/office/drawing/2014/main" id="{A8243FAC-3FEA-0ECC-4ACF-6787950A0964}"/>
                    </a:ext>
                  </a:extLst>
                </p:cNvPr>
                <p:cNvPicPr/>
                <p:nvPr/>
              </p:nvPicPr>
              <p:blipFill>
                <a:blip r:embed="rId443"/>
                <a:stretch>
                  <a:fillRect/>
                </a:stretch>
              </p:blipFill>
              <p:spPr>
                <a:xfrm>
                  <a:off x="10006576" y="1209433"/>
                  <a:ext cx="2166120" cy="267228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301" name="Ink 300">
                  <a:extLst>
                    <a:ext uri="{FF2B5EF4-FFF2-40B4-BE49-F238E27FC236}">
                      <a16:creationId xmlns:a16="http://schemas.microsoft.com/office/drawing/2014/main" id="{DDD922F9-547E-6EC0-00C8-1B336A256700}"/>
                    </a:ext>
                  </a:extLst>
                </p14:cNvPr>
                <p14:cNvContentPartPr/>
                <p14:nvPr/>
              </p14:nvContentPartPr>
              <p14:xfrm>
                <a:off x="10152016" y="2539993"/>
                <a:ext cx="167760" cy="1207440"/>
              </p14:xfrm>
            </p:contentPart>
          </mc:Choice>
          <mc:Fallback xmlns="">
            <p:pic>
              <p:nvPicPr>
                <p:cNvPr id="301" name="Ink 300">
                  <a:extLst>
                    <a:ext uri="{FF2B5EF4-FFF2-40B4-BE49-F238E27FC236}">
                      <a16:creationId xmlns:a16="http://schemas.microsoft.com/office/drawing/2014/main" id="{DDD922F9-547E-6EC0-00C8-1B336A256700}"/>
                    </a:ext>
                  </a:extLst>
                </p:cNvPr>
                <p:cNvPicPr/>
                <p:nvPr/>
              </p:nvPicPr>
              <p:blipFill>
                <a:blip r:embed="rId445"/>
                <a:stretch>
                  <a:fillRect/>
                </a:stretch>
              </p:blipFill>
              <p:spPr>
                <a:xfrm>
                  <a:off x="10134376" y="2521993"/>
                  <a:ext cx="203400" cy="124308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303" name="Ink 302">
                  <a:extLst>
                    <a:ext uri="{FF2B5EF4-FFF2-40B4-BE49-F238E27FC236}">
                      <a16:creationId xmlns:a16="http://schemas.microsoft.com/office/drawing/2014/main" id="{F99C4D33-644C-6777-06C4-4B76C5836262}"/>
                    </a:ext>
                  </a:extLst>
                </p14:cNvPr>
                <p14:cNvContentPartPr/>
                <p14:nvPr/>
              </p14:nvContentPartPr>
              <p14:xfrm>
                <a:off x="10699216" y="871753"/>
                <a:ext cx="46800" cy="226800"/>
              </p14:xfrm>
            </p:contentPart>
          </mc:Choice>
          <mc:Fallback xmlns="">
            <p:pic>
              <p:nvPicPr>
                <p:cNvPr id="303" name="Ink 302">
                  <a:extLst>
                    <a:ext uri="{FF2B5EF4-FFF2-40B4-BE49-F238E27FC236}">
                      <a16:creationId xmlns:a16="http://schemas.microsoft.com/office/drawing/2014/main" id="{F99C4D33-644C-6777-06C4-4B76C5836262}"/>
                    </a:ext>
                  </a:extLst>
                </p:cNvPr>
                <p:cNvPicPr/>
                <p:nvPr/>
              </p:nvPicPr>
              <p:blipFill>
                <a:blip r:embed="rId447"/>
                <a:stretch>
                  <a:fillRect/>
                </a:stretch>
              </p:blipFill>
              <p:spPr>
                <a:xfrm>
                  <a:off x="10681216" y="854113"/>
                  <a:ext cx="8244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304" name="Ink 303">
                  <a:extLst>
                    <a:ext uri="{FF2B5EF4-FFF2-40B4-BE49-F238E27FC236}">
                      <a16:creationId xmlns:a16="http://schemas.microsoft.com/office/drawing/2014/main" id="{4B3083F6-AB4F-71B5-B7BD-A31D7DABA903}"/>
                    </a:ext>
                  </a:extLst>
                </p14:cNvPr>
                <p14:cNvContentPartPr/>
                <p14:nvPr/>
              </p14:nvContentPartPr>
              <p14:xfrm>
                <a:off x="10732696" y="911713"/>
                <a:ext cx="115200" cy="174600"/>
              </p14:xfrm>
            </p:contentPart>
          </mc:Choice>
          <mc:Fallback xmlns="">
            <p:pic>
              <p:nvPicPr>
                <p:cNvPr id="304" name="Ink 303">
                  <a:extLst>
                    <a:ext uri="{FF2B5EF4-FFF2-40B4-BE49-F238E27FC236}">
                      <a16:creationId xmlns:a16="http://schemas.microsoft.com/office/drawing/2014/main" id="{4B3083F6-AB4F-71B5-B7BD-A31D7DABA903}"/>
                    </a:ext>
                  </a:extLst>
                </p:cNvPr>
                <p:cNvPicPr/>
                <p:nvPr/>
              </p:nvPicPr>
              <p:blipFill>
                <a:blip r:embed="rId449"/>
                <a:stretch>
                  <a:fillRect/>
                </a:stretch>
              </p:blipFill>
              <p:spPr>
                <a:xfrm>
                  <a:off x="10715056" y="893713"/>
                  <a:ext cx="15084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305" name="Ink 304">
                  <a:extLst>
                    <a:ext uri="{FF2B5EF4-FFF2-40B4-BE49-F238E27FC236}">
                      <a16:creationId xmlns:a16="http://schemas.microsoft.com/office/drawing/2014/main" id="{71D3328C-0ABD-546B-F7CB-AD23348898CB}"/>
                    </a:ext>
                  </a:extLst>
                </p14:cNvPr>
                <p14:cNvContentPartPr/>
                <p14:nvPr/>
              </p14:nvContentPartPr>
              <p14:xfrm>
                <a:off x="10726936" y="1002433"/>
                <a:ext cx="52200" cy="47160"/>
              </p14:xfrm>
            </p:contentPart>
          </mc:Choice>
          <mc:Fallback xmlns="">
            <p:pic>
              <p:nvPicPr>
                <p:cNvPr id="305" name="Ink 304">
                  <a:extLst>
                    <a:ext uri="{FF2B5EF4-FFF2-40B4-BE49-F238E27FC236}">
                      <a16:creationId xmlns:a16="http://schemas.microsoft.com/office/drawing/2014/main" id="{71D3328C-0ABD-546B-F7CB-AD23348898CB}"/>
                    </a:ext>
                  </a:extLst>
                </p:cNvPr>
                <p:cNvPicPr/>
                <p:nvPr/>
              </p:nvPicPr>
              <p:blipFill>
                <a:blip r:embed="rId451"/>
                <a:stretch>
                  <a:fillRect/>
                </a:stretch>
              </p:blipFill>
              <p:spPr>
                <a:xfrm>
                  <a:off x="10709296" y="984433"/>
                  <a:ext cx="8784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306" name="Ink 305">
                  <a:extLst>
                    <a:ext uri="{FF2B5EF4-FFF2-40B4-BE49-F238E27FC236}">
                      <a16:creationId xmlns:a16="http://schemas.microsoft.com/office/drawing/2014/main" id="{096622E4-6D36-1837-FF31-0D60DB15FC37}"/>
                    </a:ext>
                  </a:extLst>
                </p14:cNvPr>
                <p14:cNvContentPartPr/>
                <p14:nvPr/>
              </p14:nvContentPartPr>
              <p14:xfrm>
                <a:off x="10908376" y="952033"/>
                <a:ext cx="77760" cy="90000"/>
              </p14:xfrm>
            </p:contentPart>
          </mc:Choice>
          <mc:Fallback xmlns="">
            <p:pic>
              <p:nvPicPr>
                <p:cNvPr id="306" name="Ink 305">
                  <a:extLst>
                    <a:ext uri="{FF2B5EF4-FFF2-40B4-BE49-F238E27FC236}">
                      <a16:creationId xmlns:a16="http://schemas.microsoft.com/office/drawing/2014/main" id="{096622E4-6D36-1837-FF31-0D60DB15FC37}"/>
                    </a:ext>
                  </a:extLst>
                </p:cNvPr>
                <p:cNvPicPr/>
                <p:nvPr/>
              </p:nvPicPr>
              <p:blipFill>
                <a:blip r:embed="rId453"/>
                <a:stretch>
                  <a:fillRect/>
                </a:stretch>
              </p:blipFill>
              <p:spPr>
                <a:xfrm>
                  <a:off x="10890376" y="934393"/>
                  <a:ext cx="11340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307" name="Ink 306">
                  <a:extLst>
                    <a:ext uri="{FF2B5EF4-FFF2-40B4-BE49-F238E27FC236}">
                      <a16:creationId xmlns:a16="http://schemas.microsoft.com/office/drawing/2014/main" id="{E1DF9B25-8891-BC4D-B810-9DBCBE6F8D02}"/>
                    </a:ext>
                  </a:extLst>
                </p14:cNvPr>
                <p14:cNvContentPartPr/>
                <p14:nvPr/>
              </p14:nvContentPartPr>
              <p14:xfrm>
                <a:off x="11110696" y="824953"/>
                <a:ext cx="94320" cy="226080"/>
              </p14:xfrm>
            </p:contentPart>
          </mc:Choice>
          <mc:Fallback xmlns="">
            <p:pic>
              <p:nvPicPr>
                <p:cNvPr id="307" name="Ink 306">
                  <a:extLst>
                    <a:ext uri="{FF2B5EF4-FFF2-40B4-BE49-F238E27FC236}">
                      <a16:creationId xmlns:a16="http://schemas.microsoft.com/office/drawing/2014/main" id="{E1DF9B25-8891-BC4D-B810-9DBCBE6F8D02}"/>
                    </a:ext>
                  </a:extLst>
                </p:cNvPr>
                <p:cNvPicPr/>
                <p:nvPr/>
              </p:nvPicPr>
              <p:blipFill>
                <a:blip r:embed="rId455"/>
                <a:stretch>
                  <a:fillRect/>
                </a:stretch>
              </p:blipFill>
              <p:spPr>
                <a:xfrm>
                  <a:off x="11093056" y="806953"/>
                  <a:ext cx="129960" cy="261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56">
            <p14:nvContentPartPr>
              <p14:cNvPr id="309" name="Ink 308">
                <a:extLst>
                  <a:ext uri="{FF2B5EF4-FFF2-40B4-BE49-F238E27FC236}">
                    <a16:creationId xmlns:a16="http://schemas.microsoft.com/office/drawing/2014/main" id="{30CAB5BE-A654-4676-B2AD-11A40210FD44}"/>
                  </a:ext>
                </a:extLst>
              </p14:cNvPr>
              <p14:cNvContentPartPr/>
              <p14:nvPr/>
            </p14:nvContentPartPr>
            <p14:xfrm>
              <a:off x="9971296" y="2064433"/>
              <a:ext cx="1262520" cy="417600"/>
            </p14:xfrm>
          </p:contentPart>
        </mc:Choice>
        <mc:Fallback xmlns="">
          <p:pic>
            <p:nvPicPr>
              <p:cNvPr id="309" name="Ink 308">
                <a:extLst>
                  <a:ext uri="{FF2B5EF4-FFF2-40B4-BE49-F238E27FC236}">
                    <a16:creationId xmlns:a16="http://schemas.microsoft.com/office/drawing/2014/main" id="{30CAB5BE-A654-4676-B2AD-11A40210FD44}"/>
                  </a:ext>
                </a:extLst>
              </p:cNvPr>
              <p:cNvPicPr/>
              <p:nvPr/>
            </p:nvPicPr>
            <p:blipFill>
              <a:blip r:embed="rId457"/>
              <a:stretch>
                <a:fillRect/>
              </a:stretch>
            </p:blipFill>
            <p:spPr>
              <a:xfrm>
                <a:off x="9917656" y="1956793"/>
                <a:ext cx="1370160" cy="63324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310" name="Ink 309">
                <a:extLst>
                  <a:ext uri="{FF2B5EF4-FFF2-40B4-BE49-F238E27FC236}">
                    <a16:creationId xmlns:a16="http://schemas.microsoft.com/office/drawing/2014/main" id="{09A8B603-AC02-8A6C-9725-20C6516FE0E0}"/>
                  </a:ext>
                </a:extLst>
              </p14:cNvPr>
              <p14:cNvContentPartPr/>
              <p14:nvPr/>
            </p14:nvContentPartPr>
            <p14:xfrm>
              <a:off x="10099096" y="5352313"/>
              <a:ext cx="1716840" cy="346320"/>
            </p14:xfrm>
          </p:contentPart>
        </mc:Choice>
        <mc:Fallback xmlns="">
          <p:pic>
            <p:nvPicPr>
              <p:cNvPr id="310" name="Ink 309">
                <a:extLst>
                  <a:ext uri="{FF2B5EF4-FFF2-40B4-BE49-F238E27FC236}">
                    <a16:creationId xmlns:a16="http://schemas.microsoft.com/office/drawing/2014/main" id="{09A8B603-AC02-8A6C-9725-20C6516FE0E0}"/>
                  </a:ext>
                </a:extLst>
              </p:cNvPr>
              <p:cNvPicPr/>
              <p:nvPr/>
            </p:nvPicPr>
            <p:blipFill>
              <a:blip r:embed="rId459"/>
              <a:stretch>
                <a:fillRect/>
              </a:stretch>
            </p:blipFill>
            <p:spPr>
              <a:xfrm>
                <a:off x="10045456" y="5244673"/>
                <a:ext cx="1824480" cy="56196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311" name="Ink 310">
                <a:extLst>
                  <a:ext uri="{FF2B5EF4-FFF2-40B4-BE49-F238E27FC236}">
                    <a16:creationId xmlns:a16="http://schemas.microsoft.com/office/drawing/2014/main" id="{4A56F9E4-4CF1-769B-043F-286627B26A8C}"/>
                  </a:ext>
                </a:extLst>
              </p14:cNvPr>
              <p14:cNvContentPartPr/>
              <p14:nvPr/>
            </p14:nvContentPartPr>
            <p14:xfrm>
              <a:off x="6206416" y="5374633"/>
              <a:ext cx="772560" cy="369000"/>
            </p14:xfrm>
          </p:contentPart>
        </mc:Choice>
        <mc:Fallback xmlns="">
          <p:pic>
            <p:nvPicPr>
              <p:cNvPr id="311" name="Ink 310">
                <a:extLst>
                  <a:ext uri="{FF2B5EF4-FFF2-40B4-BE49-F238E27FC236}">
                    <a16:creationId xmlns:a16="http://schemas.microsoft.com/office/drawing/2014/main" id="{4A56F9E4-4CF1-769B-043F-286627B26A8C}"/>
                  </a:ext>
                </a:extLst>
              </p:cNvPr>
              <p:cNvPicPr/>
              <p:nvPr/>
            </p:nvPicPr>
            <p:blipFill>
              <a:blip r:embed="rId461"/>
              <a:stretch>
                <a:fillRect/>
              </a:stretch>
            </p:blipFill>
            <p:spPr>
              <a:xfrm>
                <a:off x="6152416" y="5266633"/>
                <a:ext cx="880200" cy="584640"/>
              </a:xfrm>
              <a:prstGeom prst="rect">
                <a:avLst/>
              </a:prstGeom>
            </p:spPr>
          </p:pic>
        </mc:Fallback>
      </mc:AlternateContent>
      <p:grpSp>
        <p:nvGrpSpPr>
          <p:cNvPr id="342" name="Group 341">
            <a:extLst>
              <a:ext uri="{FF2B5EF4-FFF2-40B4-BE49-F238E27FC236}">
                <a16:creationId xmlns:a16="http://schemas.microsoft.com/office/drawing/2014/main" id="{673CAFC0-B29A-DA96-7EF8-2C9538F37D09}"/>
              </a:ext>
            </a:extLst>
          </p:cNvPr>
          <p:cNvGrpSpPr/>
          <p:nvPr/>
        </p:nvGrpSpPr>
        <p:grpSpPr>
          <a:xfrm>
            <a:off x="6103456" y="62833"/>
            <a:ext cx="5535000" cy="792720"/>
            <a:chOff x="6103456" y="62833"/>
            <a:chExt cx="5535000" cy="792720"/>
          </a:xfrm>
        </p:grpSpPr>
        <mc:AlternateContent xmlns:mc="http://schemas.openxmlformats.org/markup-compatibility/2006" xmlns:p14="http://schemas.microsoft.com/office/powerpoint/2010/main">
          <mc:Choice Requires="p14">
            <p:contentPart p14:bwMode="auto" r:id="rId462">
              <p14:nvContentPartPr>
                <p14:cNvPr id="327" name="Ink 326">
                  <a:extLst>
                    <a:ext uri="{FF2B5EF4-FFF2-40B4-BE49-F238E27FC236}">
                      <a16:creationId xmlns:a16="http://schemas.microsoft.com/office/drawing/2014/main" id="{B13F8AC1-23D5-9B6B-27E7-3983714BB66D}"/>
                    </a:ext>
                  </a:extLst>
                </p14:cNvPr>
                <p14:cNvContentPartPr/>
                <p14:nvPr/>
              </p14:nvContentPartPr>
              <p14:xfrm>
                <a:off x="8523376" y="251473"/>
                <a:ext cx="2926440" cy="163440"/>
              </p14:xfrm>
            </p:contentPart>
          </mc:Choice>
          <mc:Fallback xmlns="">
            <p:pic>
              <p:nvPicPr>
                <p:cNvPr id="327" name="Ink 326">
                  <a:extLst>
                    <a:ext uri="{FF2B5EF4-FFF2-40B4-BE49-F238E27FC236}">
                      <a16:creationId xmlns:a16="http://schemas.microsoft.com/office/drawing/2014/main" id="{B13F8AC1-23D5-9B6B-27E7-3983714BB66D}"/>
                    </a:ext>
                  </a:extLst>
                </p:cNvPr>
                <p:cNvPicPr/>
                <p:nvPr/>
              </p:nvPicPr>
              <p:blipFill>
                <a:blip r:embed="rId463"/>
                <a:stretch>
                  <a:fillRect/>
                </a:stretch>
              </p:blipFill>
              <p:spPr>
                <a:xfrm>
                  <a:off x="8505376" y="233833"/>
                  <a:ext cx="296208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328" name="Ink 327">
                  <a:extLst>
                    <a:ext uri="{FF2B5EF4-FFF2-40B4-BE49-F238E27FC236}">
                      <a16:creationId xmlns:a16="http://schemas.microsoft.com/office/drawing/2014/main" id="{33D5EEB6-4EA9-17DD-A562-84BF9E177C7B}"/>
                    </a:ext>
                  </a:extLst>
                </p14:cNvPr>
                <p14:cNvContentPartPr/>
                <p14:nvPr/>
              </p14:nvContentPartPr>
              <p14:xfrm>
                <a:off x="11543776" y="304393"/>
                <a:ext cx="94680" cy="144360"/>
              </p14:xfrm>
            </p:contentPart>
          </mc:Choice>
          <mc:Fallback xmlns="">
            <p:pic>
              <p:nvPicPr>
                <p:cNvPr id="328" name="Ink 327">
                  <a:extLst>
                    <a:ext uri="{FF2B5EF4-FFF2-40B4-BE49-F238E27FC236}">
                      <a16:creationId xmlns:a16="http://schemas.microsoft.com/office/drawing/2014/main" id="{33D5EEB6-4EA9-17DD-A562-84BF9E177C7B}"/>
                    </a:ext>
                  </a:extLst>
                </p:cNvPr>
                <p:cNvPicPr/>
                <p:nvPr/>
              </p:nvPicPr>
              <p:blipFill>
                <a:blip r:embed="rId465"/>
                <a:stretch>
                  <a:fillRect/>
                </a:stretch>
              </p:blipFill>
              <p:spPr>
                <a:xfrm>
                  <a:off x="11526136" y="286393"/>
                  <a:ext cx="1303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322" name="Ink 321">
                  <a:extLst>
                    <a:ext uri="{FF2B5EF4-FFF2-40B4-BE49-F238E27FC236}">
                      <a16:creationId xmlns:a16="http://schemas.microsoft.com/office/drawing/2014/main" id="{76B2F1FF-CCBB-0C8A-1B15-70E3E04ECBF7}"/>
                    </a:ext>
                  </a:extLst>
                </p14:cNvPr>
                <p14:cNvContentPartPr/>
                <p14:nvPr/>
              </p14:nvContentPartPr>
              <p14:xfrm>
                <a:off x="7805176" y="139873"/>
                <a:ext cx="47520" cy="248040"/>
              </p14:xfrm>
            </p:contentPart>
          </mc:Choice>
          <mc:Fallback xmlns="">
            <p:pic>
              <p:nvPicPr>
                <p:cNvPr id="322" name="Ink 321">
                  <a:extLst>
                    <a:ext uri="{FF2B5EF4-FFF2-40B4-BE49-F238E27FC236}">
                      <a16:creationId xmlns:a16="http://schemas.microsoft.com/office/drawing/2014/main" id="{76B2F1FF-CCBB-0C8A-1B15-70E3E04ECBF7}"/>
                    </a:ext>
                  </a:extLst>
                </p:cNvPr>
                <p:cNvPicPr/>
                <p:nvPr/>
              </p:nvPicPr>
              <p:blipFill>
                <a:blip r:embed="rId467"/>
                <a:stretch>
                  <a:fillRect/>
                </a:stretch>
              </p:blipFill>
              <p:spPr>
                <a:xfrm>
                  <a:off x="7787536" y="121873"/>
                  <a:ext cx="8316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323" name="Ink 322">
                  <a:extLst>
                    <a:ext uri="{FF2B5EF4-FFF2-40B4-BE49-F238E27FC236}">
                      <a16:creationId xmlns:a16="http://schemas.microsoft.com/office/drawing/2014/main" id="{F975A715-B2A6-CA0A-224C-0C935E9B2C33}"/>
                    </a:ext>
                  </a:extLst>
                </p14:cNvPr>
                <p14:cNvContentPartPr/>
                <p14:nvPr/>
              </p14:nvContentPartPr>
              <p14:xfrm>
                <a:off x="7820296" y="62833"/>
                <a:ext cx="191160" cy="194760"/>
              </p14:xfrm>
            </p:contentPart>
          </mc:Choice>
          <mc:Fallback xmlns="">
            <p:pic>
              <p:nvPicPr>
                <p:cNvPr id="323" name="Ink 322">
                  <a:extLst>
                    <a:ext uri="{FF2B5EF4-FFF2-40B4-BE49-F238E27FC236}">
                      <a16:creationId xmlns:a16="http://schemas.microsoft.com/office/drawing/2014/main" id="{F975A715-B2A6-CA0A-224C-0C935E9B2C33}"/>
                    </a:ext>
                  </a:extLst>
                </p:cNvPr>
                <p:cNvPicPr/>
                <p:nvPr/>
              </p:nvPicPr>
              <p:blipFill>
                <a:blip r:embed="rId469"/>
                <a:stretch>
                  <a:fillRect/>
                </a:stretch>
              </p:blipFill>
              <p:spPr>
                <a:xfrm>
                  <a:off x="7802296" y="44833"/>
                  <a:ext cx="22680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324" name="Ink 323">
                  <a:extLst>
                    <a:ext uri="{FF2B5EF4-FFF2-40B4-BE49-F238E27FC236}">
                      <a16:creationId xmlns:a16="http://schemas.microsoft.com/office/drawing/2014/main" id="{C3B377E2-C61E-1D38-0DB7-B4965E80F9E8}"/>
                    </a:ext>
                  </a:extLst>
                </p14:cNvPr>
                <p14:cNvContentPartPr/>
                <p14:nvPr/>
              </p14:nvContentPartPr>
              <p14:xfrm>
                <a:off x="8091016" y="160393"/>
                <a:ext cx="168480" cy="170280"/>
              </p14:xfrm>
            </p:contentPart>
          </mc:Choice>
          <mc:Fallback xmlns="">
            <p:pic>
              <p:nvPicPr>
                <p:cNvPr id="324" name="Ink 323">
                  <a:extLst>
                    <a:ext uri="{FF2B5EF4-FFF2-40B4-BE49-F238E27FC236}">
                      <a16:creationId xmlns:a16="http://schemas.microsoft.com/office/drawing/2014/main" id="{C3B377E2-C61E-1D38-0DB7-B4965E80F9E8}"/>
                    </a:ext>
                  </a:extLst>
                </p:cNvPr>
                <p:cNvPicPr/>
                <p:nvPr/>
              </p:nvPicPr>
              <p:blipFill>
                <a:blip r:embed="rId471"/>
                <a:stretch>
                  <a:fillRect/>
                </a:stretch>
              </p:blipFill>
              <p:spPr>
                <a:xfrm>
                  <a:off x="8073376" y="142753"/>
                  <a:ext cx="20412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325" name="Ink 324">
                  <a:extLst>
                    <a:ext uri="{FF2B5EF4-FFF2-40B4-BE49-F238E27FC236}">
                      <a16:creationId xmlns:a16="http://schemas.microsoft.com/office/drawing/2014/main" id="{E8594E8A-CE2E-BB19-5D3A-0EBFB98A9369}"/>
                    </a:ext>
                  </a:extLst>
                </p14:cNvPr>
                <p14:cNvContentPartPr/>
                <p14:nvPr/>
              </p14:nvContentPartPr>
              <p14:xfrm>
                <a:off x="8094976" y="186313"/>
                <a:ext cx="181080" cy="190440"/>
              </p14:xfrm>
            </p:contentPart>
          </mc:Choice>
          <mc:Fallback xmlns="">
            <p:pic>
              <p:nvPicPr>
                <p:cNvPr id="325" name="Ink 324">
                  <a:extLst>
                    <a:ext uri="{FF2B5EF4-FFF2-40B4-BE49-F238E27FC236}">
                      <a16:creationId xmlns:a16="http://schemas.microsoft.com/office/drawing/2014/main" id="{E8594E8A-CE2E-BB19-5D3A-0EBFB98A9369}"/>
                    </a:ext>
                  </a:extLst>
                </p:cNvPr>
                <p:cNvPicPr/>
                <p:nvPr/>
              </p:nvPicPr>
              <p:blipFill>
                <a:blip r:embed="rId473"/>
                <a:stretch>
                  <a:fillRect/>
                </a:stretch>
              </p:blipFill>
              <p:spPr>
                <a:xfrm>
                  <a:off x="8076976" y="168313"/>
                  <a:ext cx="2167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474">
              <p14:nvContentPartPr>
                <p14:cNvPr id="329" name="Ink 328">
                  <a:extLst>
                    <a:ext uri="{FF2B5EF4-FFF2-40B4-BE49-F238E27FC236}">
                      <a16:creationId xmlns:a16="http://schemas.microsoft.com/office/drawing/2014/main" id="{08355237-37CE-3FA9-7821-B40207827274}"/>
                    </a:ext>
                  </a:extLst>
                </p14:cNvPr>
                <p14:cNvContentPartPr/>
                <p14:nvPr/>
              </p14:nvContentPartPr>
              <p14:xfrm>
                <a:off x="6163216" y="200353"/>
                <a:ext cx="1459800" cy="99000"/>
              </p14:xfrm>
            </p:contentPart>
          </mc:Choice>
          <mc:Fallback xmlns="">
            <p:pic>
              <p:nvPicPr>
                <p:cNvPr id="329" name="Ink 328">
                  <a:extLst>
                    <a:ext uri="{FF2B5EF4-FFF2-40B4-BE49-F238E27FC236}">
                      <a16:creationId xmlns:a16="http://schemas.microsoft.com/office/drawing/2014/main" id="{08355237-37CE-3FA9-7821-B40207827274}"/>
                    </a:ext>
                  </a:extLst>
                </p:cNvPr>
                <p:cNvPicPr/>
                <p:nvPr/>
              </p:nvPicPr>
              <p:blipFill>
                <a:blip r:embed="rId475"/>
                <a:stretch>
                  <a:fillRect/>
                </a:stretch>
              </p:blipFill>
              <p:spPr>
                <a:xfrm>
                  <a:off x="6145576" y="182713"/>
                  <a:ext cx="149544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476">
              <p14:nvContentPartPr>
                <p14:cNvPr id="330" name="Ink 329">
                  <a:extLst>
                    <a:ext uri="{FF2B5EF4-FFF2-40B4-BE49-F238E27FC236}">
                      <a16:creationId xmlns:a16="http://schemas.microsoft.com/office/drawing/2014/main" id="{50C4EAE7-E243-DBC4-C9BA-4BFC0212234B}"/>
                    </a:ext>
                  </a:extLst>
                </p14:cNvPr>
                <p14:cNvContentPartPr/>
                <p14:nvPr/>
              </p14:nvContentPartPr>
              <p14:xfrm>
                <a:off x="6103456" y="94153"/>
                <a:ext cx="253800" cy="256680"/>
              </p14:xfrm>
            </p:contentPart>
          </mc:Choice>
          <mc:Fallback xmlns="">
            <p:pic>
              <p:nvPicPr>
                <p:cNvPr id="330" name="Ink 329">
                  <a:extLst>
                    <a:ext uri="{FF2B5EF4-FFF2-40B4-BE49-F238E27FC236}">
                      <a16:creationId xmlns:a16="http://schemas.microsoft.com/office/drawing/2014/main" id="{50C4EAE7-E243-DBC4-C9BA-4BFC0212234B}"/>
                    </a:ext>
                  </a:extLst>
                </p:cNvPr>
                <p:cNvPicPr/>
                <p:nvPr/>
              </p:nvPicPr>
              <p:blipFill>
                <a:blip r:embed="rId477"/>
                <a:stretch>
                  <a:fillRect/>
                </a:stretch>
              </p:blipFill>
              <p:spPr>
                <a:xfrm>
                  <a:off x="6085816" y="76153"/>
                  <a:ext cx="28944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478">
              <p14:nvContentPartPr>
                <p14:cNvPr id="331" name="Ink 330">
                  <a:extLst>
                    <a:ext uri="{FF2B5EF4-FFF2-40B4-BE49-F238E27FC236}">
                      <a16:creationId xmlns:a16="http://schemas.microsoft.com/office/drawing/2014/main" id="{C1F6E994-D5E1-C19A-A42A-629DFD0A4F2A}"/>
                    </a:ext>
                  </a:extLst>
                </p14:cNvPr>
                <p14:cNvContentPartPr/>
                <p14:nvPr/>
              </p14:nvContentPartPr>
              <p14:xfrm>
                <a:off x="7869976" y="644593"/>
                <a:ext cx="35640" cy="201600"/>
              </p14:xfrm>
            </p:contentPart>
          </mc:Choice>
          <mc:Fallback xmlns="">
            <p:pic>
              <p:nvPicPr>
                <p:cNvPr id="331" name="Ink 330">
                  <a:extLst>
                    <a:ext uri="{FF2B5EF4-FFF2-40B4-BE49-F238E27FC236}">
                      <a16:creationId xmlns:a16="http://schemas.microsoft.com/office/drawing/2014/main" id="{C1F6E994-D5E1-C19A-A42A-629DFD0A4F2A}"/>
                    </a:ext>
                  </a:extLst>
                </p:cNvPr>
                <p:cNvPicPr/>
                <p:nvPr/>
              </p:nvPicPr>
              <p:blipFill>
                <a:blip r:embed="rId479"/>
                <a:stretch>
                  <a:fillRect/>
                </a:stretch>
              </p:blipFill>
              <p:spPr>
                <a:xfrm>
                  <a:off x="7852336" y="626953"/>
                  <a:ext cx="7128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480">
              <p14:nvContentPartPr>
                <p14:cNvPr id="332" name="Ink 331">
                  <a:extLst>
                    <a:ext uri="{FF2B5EF4-FFF2-40B4-BE49-F238E27FC236}">
                      <a16:creationId xmlns:a16="http://schemas.microsoft.com/office/drawing/2014/main" id="{D8D4A936-4B4D-B7B6-B6D2-3E1E34C94D4C}"/>
                    </a:ext>
                  </a:extLst>
                </p14:cNvPr>
                <p14:cNvContentPartPr/>
                <p14:nvPr/>
              </p14:nvContentPartPr>
              <p14:xfrm>
                <a:off x="7807696" y="593113"/>
                <a:ext cx="196920" cy="164160"/>
              </p14:xfrm>
            </p:contentPart>
          </mc:Choice>
          <mc:Fallback xmlns="">
            <p:pic>
              <p:nvPicPr>
                <p:cNvPr id="332" name="Ink 331">
                  <a:extLst>
                    <a:ext uri="{FF2B5EF4-FFF2-40B4-BE49-F238E27FC236}">
                      <a16:creationId xmlns:a16="http://schemas.microsoft.com/office/drawing/2014/main" id="{D8D4A936-4B4D-B7B6-B6D2-3E1E34C94D4C}"/>
                    </a:ext>
                  </a:extLst>
                </p:cNvPr>
                <p:cNvPicPr/>
                <p:nvPr/>
              </p:nvPicPr>
              <p:blipFill>
                <a:blip r:embed="rId481"/>
                <a:stretch>
                  <a:fillRect/>
                </a:stretch>
              </p:blipFill>
              <p:spPr>
                <a:xfrm>
                  <a:off x="7789696" y="575473"/>
                  <a:ext cx="23256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333" name="Ink 332">
                  <a:extLst>
                    <a:ext uri="{FF2B5EF4-FFF2-40B4-BE49-F238E27FC236}">
                      <a16:creationId xmlns:a16="http://schemas.microsoft.com/office/drawing/2014/main" id="{5E03B304-0734-7CE3-68E3-28E1D6D88677}"/>
                    </a:ext>
                  </a:extLst>
                </p14:cNvPr>
                <p14:cNvContentPartPr/>
                <p14:nvPr/>
              </p14:nvContentPartPr>
              <p14:xfrm>
                <a:off x="8050696" y="659353"/>
                <a:ext cx="118800" cy="136080"/>
              </p14:xfrm>
            </p:contentPart>
          </mc:Choice>
          <mc:Fallback xmlns="">
            <p:pic>
              <p:nvPicPr>
                <p:cNvPr id="333" name="Ink 332">
                  <a:extLst>
                    <a:ext uri="{FF2B5EF4-FFF2-40B4-BE49-F238E27FC236}">
                      <a16:creationId xmlns:a16="http://schemas.microsoft.com/office/drawing/2014/main" id="{5E03B304-0734-7CE3-68E3-28E1D6D88677}"/>
                    </a:ext>
                  </a:extLst>
                </p:cNvPr>
                <p:cNvPicPr/>
                <p:nvPr/>
              </p:nvPicPr>
              <p:blipFill>
                <a:blip r:embed="rId483"/>
                <a:stretch>
                  <a:fillRect/>
                </a:stretch>
              </p:blipFill>
              <p:spPr>
                <a:xfrm>
                  <a:off x="8033056" y="641713"/>
                  <a:ext cx="15444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334" name="Ink 333">
                  <a:extLst>
                    <a:ext uri="{FF2B5EF4-FFF2-40B4-BE49-F238E27FC236}">
                      <a16:creationId xmlns:a16="http://schemas.microsoft.com/office/drawing/2014/main" id="{760C0DD6-B627-918C-6012-7D221646FC95}"/>
                    </a:ext>
                  </a:extLst>
                </p14:cNvPr>
                <p14:cNvContentPartPr/>
                <p14:nvPr/>
              </p14:nvContentPartPr>
              <p14:xfrm>
                <a:off x="8269936" y="671233"/>
                <a:ext cx="108360" cy="96480"/>
              </p14:xfrm>
            </p:contentPart>
          </mc:Choice>
          <mc:Fallback xmlns="">
            <p:pic>
              <p:nvPicPr>
                <p:cNvPr id="334" name="Ink 333">
                  <a:extLst>
                    <a:ext uri="{FF2B5EF4-FFF2-40B4-BE49-F238E27FC236}">
                      <a16:creationId xmlns:a16="http://schemas.microsoft.com/office/drawing/2014/main" id="{760C0DD6-B627-918C-6012-7D221646FC95}"/>
                    </a:ext>
                  </a:extLst>
                </p:cNvPr>
                <p:cNvPicPr/>
                <p:nvPr/>
              </p:nvPicPr>
              <p:blipFill>
                <a:blip r:embed="rId485"/>
                <a:stretch>
                  <a:fillRect/>
                </a:stretch>
              </p:blipFill>
              <p:spPr>
                <a:xfrm>
                  <a:off x="8251936" y="653233"/>
                  <a:ext cx="144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335" name="Ink 334">
                  <a:extLst>
                    <a:ext uri="{FF2B5EF4-FFF2-40B4-BE49-F238E27FC236}">
                      <a16:creationId xmlns:a16="http://schemas.microsoft.com/office/drawing/2014/main" id="{5952C6C3-D07E-A610-1E3E-BA30225E37B3}"/>
                    </a:ext>
                  </a:extLst>
                </p14:cNvPr>
                <p14:cNvContentPartPr/>
                <p14:nvPr/>
              </p14:nvContentPartPr>
              <p14:xfrm>
                <a:off x="8417176" y="673753"/>
                <a:ext cx="193680" cy="143280"/>
              </p14:xfrm>
            </p:contentPart>
          </mc:Choice>
          <mc:Fallback xmlns="">
            <p:pic>
              <p:nvPicPr>
                <p:cNvPr id="335" name="Ink 334">
                  <a:extLst>
                    <a:ext uri="{FF2B5EF4-FFF2-40B4-BE49-F238E27FC236}">
                      <a16:creationId xmlns:a16="http://schemas.microsoft.com/office/drawing/2014/main" id="{5952C6C3-D07E-A610-1E3E-BA30225E37B3}"/>
                    </a:ext>
                  </a:extLst>
                </p:cNvPr>
                <p:cNvPicPr/>
                <p:nvPr/>
              </p:nvPicPr>
              <p:blipFill>
                <a:blip r:embed="rId487"/>
                <a:stretch>
                  <a:fillRect/>
                </a:stretch>
              </p:blipFill>
              <p:spPr>
                <a:xfrm>
                  <a:off x="8399176" y="656113"/>
                  <a:ext cx="22932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336" name="Ink 335">
                  <a:extLst>
                    <a:ext uri="{FF2B5EF4-FFF2-40B4-BE49-F238E27FC236}">
                      <a16:creationId xmlns:a16="http://schemas.microsoft.com/office/drawing/2014/main" id="{C148BE86-3C4A-E510-ECB0-4BE21E5BD2F4}"/>
                    </a:ext>
                  </a:extLst>
                </p14:cNvPr>
                <p14:cNvContentPartPr/>
                <p14:nvPr/>
              </p14:nvContentPartPr>
              <p14:xfrm>
                <a:off x="8645056" y="720193"/>
                <a:ext cx="52200" cy="135360"/>
              </p14:xfrm>
            </p:contentPart>
          </mc:Choice>
          <mc:Fallback xmlns="">
            <p:pic>
              <p:nvPicPr>
                <p:cNvPr id="336" name="Ink 335">
                  <a:extLst>
                    <a:ext uri="{FF2B5EF4-FFF2-40B4-BE49-F238E27FC236}">
                      <a16:creationId xmlns:a16="http://schemas.microsoft.com/office/drawing/2014/main" id="{C148BE86-3C4A-E510-ECB0-4BE21E5BD2F4}"/>
                    </a:ext>
                  </a:extLst>
                </p:cNvPr>
                <p:cNvPicPr/>
                <p:nvPr/>
              </p:nvPicPr>
              <p:blipFill>
                <a:blip r:embed="rId489"/>
                <a:stretch>
                  <a:fillRect/>
                </a:stretch>
              </p:blipFill>
              <p:spPr>
                <a:xfrm>
                  <a:off x="8627416" y="702193"/>
                  <a:ext cx="878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337" name="Ink 336">
                  <a:extLst>
                    <a:ext uri="{FF2B5EF4-FFF2-40B4-BE49-F238E27FC236}">
                      <a16:creationId xmlns:a16="http://schemas.microsoft.com/office/drawing/2014/main" id="{F5B44001-A1A9-4207-FC34-ACAE5CBD27E4}"/>
                    </a:ext>
                  </a:extLst>
                </p14:cNvPr>
                <p14:cNvContentPartPr/>
                <p14:nvPr/>
              </p14:nvContentPartPr>
              <p14:xfrm>
                <a:off x="8673136" y="604993"/>
                <a:ext cx="5760" cy="56520"/>
              </p14:xfrm>
            </p:contentPart>
          </mc:Choice>
          <mc:Fallback xmlns="">
            <p:pic>
              <p:nvPicPr>
                <p:cNvPr id="337" name="Ink 336">
                  <a:extLst>
                    <a:ext uri="{FF2B5EF4-FFF2-40B4-BE49-F238E27FC236}">
                      <a16:creationId xmlns:a16="http://schemas.microsoft.com/office/drawing/2014/main" id="{F5B44001-A1A9-4207-FC34-ACAE5CBD27E4}"/>
                    </a:ext>
                  </a:extLst>
                </p:cNvPr>
                <p:cNvPicPr/>
                <p:nvPr/>
              </p:nvPicPr>
              <p:blipFill>
                <a:blip r:embed="rId491"/>
                <a:stretch>
                  <a:fillRect/>
                </a:stretch>
              </p:blipFill>
              <p:spPr>
                <a:xfrm>
                  <a:off x="8655496" y="587353"/>
                  <a:ext cx="4140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338" name="Ink 337">
                  <a:extLst>
                    <a:ext uri="{FF2B5EF4-FFF2-40B4-BE49-F238E27FC236}">
                      <a16:creationId xmlns:a16="http://schemas.microsoft.com/office/drawing/2014/main" id="{7E9E3E23-54FC-EF75-EE19-A441E0183414}"/>
                    </a:ext>
                  </a:extLst>
                </p14:cNvPr>
                <p14:cNvContentPartPr/>
                <p14:nvPr/>
              </p14:nvContentPartPr>
              <p14:xfrm>
                <a:off x="8730376" y="679513"/>
                <a:ext cx="133560" cy="83160"/>
              </p14:xfrm>
            </p:contentPart>
          </mc:Choice>
          <mc:Fallback xmlns="">
            <p:pic>
              <p:nvPicPr>
                <p:cNvPr id="338" name="Ink 337">
                  <a:extLst>
                    <a:ext uri="{FF2B5EF4-FFF2-40B4-BE49-F238E27FC236}">
                      <a16:creationId xmlns:a16="http://schemas.microsoft.com/office/drawing/2014/main" id="{7E9E3E23-54FC-EF75-EE19-A441E0183414}"/>
                    </a:ext>
                  </a:extLst>
                </p:cNvPr>
                <p:cNvPicPr/>
                <p:nvPr/>
              </p:nvPicPr>
              <p:blipFill>
                <a:blip r:embed="rId493"/>
                <a:stretch>
                  <a:fillRect/>
                </a:stretch>
              </p:blipFill>
              <p:spPr>
                <a:xfrm>
                  <a:off x="8712736" y="661873"/>
                  <a:ext cx="1692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339" name="Ink 338">
                  <a:extLst>
                    <a:ext uri="{FF2B5EF4-FFF2-40B4-BE49-F238E27FC236}">
                      <a16:creationId xmlns:a16="http://schemas.microsoft.com/office/drawing/2014/main" id="{DFDA6B47-32FD-A628-4B14-6E6D50ED6BD6}"/>
                    </a:ext>
                  </a:extLst>
                </p14:cNvPr>
                <p14:cNvContentPartPr/>
                <p14:nvPr/>
              </p14:nvContentPartPr>
              <p14:xfrm>
                <a:off x="8944216" y="695353"/>
                <a:ext cx="180720" cy="100440"/>
              </p14:xfrm>
            </p:contentPart>
          </mc:Choice>
          <mc:Fallback xmlns="">
            <p:pic>
              <p:nvPicPr>
                <p:cNvPr id="339" name="Ink 338">
                  <a:extLst>
                    <a:ext uri="{FF2B5EF4-FFF2-40B4-BE49-F238E27FC236}">
                      <a16:creationId xmlns:a16="http://schemas.microsoft.com/office/drawing/2014/main" id="{DFDA6B47-32FD-A628-4B14-6E6D50ED6BD6}"/>
                    </a:ext>
                  </a:extLst>
                </p:cNvPr>
                <p:cNvPicPr/>
                <p:nvPr/>
              </p:nvPicPr>
              <p:blipFill>
                <a:blip r:embed="rId495"/>
                <a:stretch>
                  <a:fillRect/>
                </a:stretch>
              </p:blipFill>
              <p:spPr>
                <a:xfrm>
                  <a:off x="8926576" y="677353"/>
                  <a:ext cx="216360" cy="136080"/>
                </a:xfrm>
                <a:prstGeom prst="rect">
                  <a:avLst/>
                </a:prstGeom>
              </p:spPr>
            </p:pic>
          </mc:Fallback>
        </mc:AlternateContent>
      </p:grpSp>
      <p:grpSp>
        <p:nvGrpSpPr>
          <p:cNvPr id="351" name="Group 350">
            <a:extLst>
              <a:ext uri="{FF2B5EF4-FFF2-40B4-BE49-F238E27FC236}">
                <a16:creationId xmlns:a16="http://schemas.microsoft.com/office/drawing/2014/main" id="{C7D71577-124C-166B-90C6-855E4D667964}"/>
              </a:ext>
            </a:extLst>
          </p:cNvPr>
          <p:cNvGrpSpPr/>
          <p:nvPr/>
        </p:nvGrpSpPr>
        <p:grpSpPr>
          <a:xfrm>
            <a:off x="7816336" y="3570313"/>
            <a:ext cx="687960" cy="501120"/>
            <a:chOff x="7816336" y="3570313"/>
            <a:chExt cx="687960" cy="501120"/>
          </a:xfrm>
        </p:grpSpPr>
        <mc:AlternateContent xmlns:mc="http://schemas.openxmlformats.org/markup-compatibility/2006" xmlns:p14="http://schemas.microsoft.com/office/powerpoint/2010/main">
          <mc:Choice Requires="p14">
            <p:contentPart p14:bwMode="auto" r:id="rId496">
              <p14:nvContentPartPr>
                <p14:cNvPr id="343" name="Ink 342">
                  <a:extLst>
                    <a:ext uri="{FF2B5EF4-FFF2-40B4-BE49-F238E27FC236}">
                      <a16:creationId xmlns:a16="http://schemas.microsoft.com/office/drawing/2014/main" id="{4F1AB420-BB00-4BD4-DB0E-8404AD3C4EC4}"/>
                    </a:ext>
                  </a:extLst>
                </p14:cNvPr>
                <p14:cNvContentPartPr/>
                <p14:nvPr/>
              </p14:nvContentPartPr>
              <p14:xfrm>
                <a:off x="7932256" y="3753913"/>
                <a:ext cx="25560" cy="268560"/>
              </p14:xfrm>
            </p:contentPart>
          </mc:Choice>
          <mc:Fallback xmlns="">
            <p:pic>
              <p:nvPicPr>
                <p:cNvPr id="343" name="Ink 342">
                  <a:extLst>
                    <a:ext uri="{FF2B5EF4-FFF2-40B4-BE49-F238E27FC236}">
                      <a16:creationId xmlns:a16="http://schemas.microsoft.com/office/drawing/2014/main" id="{4F1AB420-BB00-4BD4-DB0E-8404AD3C4EC4}"/>
                    </a:ext>
                  </a:extLst>
                </p:cNvPr>
                <p:cNvPicPr/>
                <p:nvPr/>
              </p:nvPicPr>
              <p:blipFill>
                <a:blip r:embed="rId497"/>
                <a:stretch>
                  <a:fillRect/>
                </a:stretch>
              </p:blipFill>
              <p:spPr>
                <a:xfrm>
                  <a:off x="7914616" y="3736273"/>
                  <a:ext cx="6120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498">
              <p14:nvContentPartPr>
                <p14:cNvPr id="344" name="Ink 343">
                  <a:extLst>
                    <a:ext uri="{FF2B5EF4-FFF2-40B4-BE49-F238E27FC236}">
                      <a16:creationId xmlns:a16="http://schemas.microsoft.com/office/drawing/2014/main" id="{93129F5E-2425-62A8-A57F-36359CAA2EDF}"/>
                    </a:ext>
                  </a:extLst>
                </p14:cNvPr>
                <p14:cNvContentPartPr/>
                <p14:nvPr/>
              </p14:nvContentPartPr>
              <p14:xfrm>
                <a:off x="7922536" y="3788833"/>
                <a:ext cx="211680" cy="133920"/>
              </p14:xfrm>
            </p:contentPart>
          </mc:Choice>
          <mc:Fallback xmlns="">
            <p:pic>
              <p:nvPicPr>
                <p:cNvPr id="344" name="Ink 343">
                  <a:extLst>
                    <a:ext uri="{FF2B5EF4-FFF2-40B4-BE49-F238E27FC236}">
                      <a16:creationId xmlns:a16="http://schemas.microsoft.com/office/drawing/2014/main" id="{93129F5E-2425-62A8-A57F-36359CAA2EDF}"/>
                    </a:ext>
                  </a:extLst>
                </p:cNvPr>
                <p:cNvPicPr/>
                <p:nvPr/>
              </p:nvPicPr>
              <p:blipFill>
                <a:blip r:embed="rId499"/>
                <a:stretch>
                  <a:fillRect/>
                </a:stretch>
              </p:blipFill>
              <p:spPr>
                <a:xfrm>
                  <a:off x="7904536" y="3770833"/>
                  <a:ext cx="24732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500">
              <p14:nvContentPartPr>
                <p14:cNvPr id="345" name="Ink 344">
                  <a:extLst>
                    <a:ext uri="{FF2B5EF4-FFF2-40B4-BE49-F238E27FC236}">
                      <a16:creationId xmlns:a16="http://schemas.microsoft.com/office/drawing/2014/main" id="{B61B3EAD-0EBA-9A11-BDAD-9E31FE323804}"/>
                    </a:ext>
                  </a:extLst>
                </p14:cNvPr>
                <p14:cNvContentPartPr/>
                <p14:nvPr/>
              </p14:nvContentPartPr>
              <p14:xfrm>
                <a:off x="8220976" y="3709993"/>
                <a:ext cx="36000" cy="253440"/>
              </p14:xfrm>
            </p:contentPart>
          </mc:Choice>
          <mc:Fallback xmlns="">
            <p:pic>
              <p:nvPicPr>
                <p:cNvPr id="345" name="Ink 344">
                  <a:extLst>
                    <a:ext uri="{FF2B5EF4-FFF2-40B4-BE49-F238E27FC236}">
                      <a16:creationId xmlns:a16="http://schemas.microsoft.com/office/drawing/2014/main" id="{B61B3EAD-0EBA-9A11-BDAD-9E31FE323804}"/>
                    </a:ext>
                  </a:extLst>
                </p:cNvPr>
                <p:cNvPicPr/>
                <p:nvPr/>
              </p:nvPicPr>
              <p:blipFill>
                <a:blip r:embed="rId501"/>
                <a:stretch>
                  <a:fillRect/>
                </a:stretch>
              </p:blipFill>
              <p:spPr>
                <a:xfrm>
                  <a:off x="8203336" y="3691993"/>
                  <a:ext cx="7164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502">
              <p14:nvContentPartPr>
                <p14:cNvPr id="346" name="Ink 345">
                  <a:extLst>
                    <a:ext uri="{FF2B5EF4-FFF2-40B4-BE49-F238E27FC236}">
                      <a16:creationId xmlns:a16="http://schemas.microsoft.com/office/drawing/2014/main" id="{D0606DDC-E514-2EF2-A5C9-1789F012EFA4}"/>
                    </a:ext>
                  </a:extLst>
                </p14:cNvPr>
                <p14:cNvContentPartPr/>
                <p14:nvPr/>
              </p14:nvContentPartPr>
              <p14:xfrm>
                <a:off x="8227456" y="3705673"/>
                <a:ext cx="122040" cy="172800"/>
              </p14:xfrm>
            </p:contentPart>
          </mc:Choice>
          <mc:Fallback xmlns="">
            <p:pic>
              <p:nvPicPr>
                <p:cNvPr id="346" name="Ink 345">
                  <a:extLst>
                    <a:ext uri="{FF2B5EF4-FFF2-40B4-BE49-F238E27FC236}">
                      <a16:creationId xmlns:a16="http://schemas.microsoft.com/office/drawing/2014/main" id="{D0606DDC-E514-2EF2-A5C9-1789F012EFA4}"/>
                    </a:ext>
                  </a:extLst>
                </p:cNvPr>
                <p:cNvPicPr/>
                <p:nvPr/>
              </p:nvPicPr>
              <p:blipFill>
                <a:blip r:embed="rId503"/>
                <a:stretch>
                  <a:fillRect/>
                </a:stretch>
              </p:blipFill>
              <p:spPr>
                <a:xfrm>
                  <a:off x="8209816" y="3687673"/>
                  <a:ext cx="15768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504">
              <p14:nvContentPartPr>
                <p14:cNvPr id="347" name="Ink 346">
                  <a:extLst>
                    <a:ext uri="{FF2B5EF4-FFF2-40B4-BE49-F238E27FC236}">
                      <a16:creationId xmlns:a16="http://schemas.microsoft.com/office/drawing/2014/main" id="{170C7D8C-BF57-913B-003D-91DE34CE059E}"/>
                    </a:ext>
                  </a:extLst>
                </p14:cNvPr>
                <p14:cNvContentPartPr/>
                <p14:nvPr/>
              </p14:nvContentPartPr>
              <p14:xfrm>
                <a:off x="8252296" y="3831673"/>
                <a:ext cx="120240" cy="25560"/>
              </p14:xfrm>
            </p:contentPart>
          </mc:Choice>
          <mc:Fallback xmlns="">
            <p:pic>
              <p:nvPicPr>
                <p:cNvPr id="347" name="Ink 346">
                  <a:extLst>
                    <a:ext uri="{FF2B5EF4-FFF2-40B4-BE49-F238E27FC236}">
                      <a16:creationId xmlns:a16="http://schemas.microsoft.com/office/drawing/2014/main" id="{170C7D8C-BF57-913B-003D-91DE34CE059E}"/>
                    </a:ext>
                  </a:extLst>
                </p:cNvPr>
                <p:cNvPicPr/>
                <p:nvPr/>
              </p:nvPicPr>
              <p:blipFill>
                <a:blip r:embed="rId505"/>
                <a:stretch>
                  <a:fillRect/>
                </a:stretch>
              </p:blipFill>
              <p:spPr>
                <a:xfrm>
                  <a:off x="8234296" y="3813673"/>
                  <a:ext cx="15588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506">
              <p14:nvContentPartPr>
                <p14:cNvPr id="349" name="Ink 348">
                  <a:extLst>
                    <a:ext uri="{FF2B5EF4-FFF2-40B4-BE49-F238E27FC236}">
                      <a16:creationId xmlns:a16="http://schemas.microsoft.com/office/drawing/2014/main" id="{B4F433EE-36A9-37A3-E89B-2184FE591EB3}"/>
                    </a:ext>
                  </a:extLst>
                </p14:cNvPr>
                <p14:cNvContentPartPr/>
                <p14:nvPr/>
              </p14:nvContentPartPr>
              <p14:xfrm>
                <a:off x="7816336" y="3600553"/>
                <a:ext cx="241920" cy="470880"/>
              </p14:xfrm>
            </p:contentPart>
          </mc:Choice>
          <mc:Fallback xmlns="">
            <p:pic>
              <p:nvPicPr>
                <p:cNvPr id="349" name="Ink 348">
                  <a:extLst>
                    <a:ext uri="{FF2B5EF4-FFF2-40B4-BE49-F238E27FC236}">
                      <a16:creationId xmlns:a16="http://schemas.microsoft.com/office/drawing/2014/main" id="{B4F433EE-36A9-37A3-E89B-2184FE591EB3}"/>
                    </a:ext>
                  </a:extLst>
                </p:cNvPr>
                <p:cNvPicPr/>
                <p:nvPr/>
              </p:nvPicPr>
              <p:blipFill>
                <a:blip r:embed="rId507"/>
                <a:stretch>
                  <a:fillRect/>
                </a:stretch>
              </p:blipFill>
              <p:spPr>
                <a:xfrm>
                  <a:off x="7798336" y="3582553"/>
                  <a:ext cx="277560" cy="506520"/>
                </a:xfrm>
                <a:prstGeom prst="rect">
                  <a:avLst/>
                </a:prstGeom>
              </p:spPr>
            </p:pic>
          </mc:Fallback>
        </mc:AlternateContent>
        <mc:AlternateContent xmlns:mc="http://schemas.openxmlformats.org/markup-compatibility/2006" xmlns:p14="http://schemas.microsoft.com/office/powerpoint/2010/main">
          <mc:Choice Requires="p14">
            <p:contentPart p14:bwMode="auto" r:id="rId508">
              <p14:nvContentPartPr>
                <p14:cNvPr id="350" name="Ink 349">
                  <a:extLst>
                    <a:ext uri="{FF2B5EF4-FFF2-40B4-BE49-F238E27FC236}">
                      <a16:creationId xmlns:a16="http://schemas.microsoft.com/office/drawing/2014/main" id="{B1A24953-439D-2AA2-2EF6-192E89229247}"/>
                    </a:ext>
                  </a:extLst>
                </p14:cNvPr>
                <p14:cNvContentPartPr/>
                <p14:nvPr/>
              </p14:nvContentPartPr>
              <p14:xfrm>
                <a:off x="8382976" y="3570313"/>
                <a:ext cx="121320" cy="390960"/>
              </p14:xfrm>
            </p:contentPart>
          </mc:Choice>
          <mc:Fallback xmlns="">
            <p:pic>
              <p:nvPicPr>
                <p:cNvPr id="350" name="Ink 349">
                  <a:extLst>
                    <a:ext uri="{FF2B5EF4-FFF2-40B4-BE49-F238E27FC236}">
                      <a16:creationId xmlns:a16="http://schemas.microsoft.com/office/drawing/2014/main" id="{B1A24953-439D-2AA2-2EF6-192E89229247}"/>
                    </a:ext>
                  </a:extLst>
                </p:cNvPr>
                <p:cNvPicPr/>
                <p:nvPr/>
              </p:nvPicPr>
              <p:blipFill>
                <a:blip r:embed="rId509"/>
                <a:stretch>
                  <a:fillRect/>
                </a:stretch>
              </p:blipFill>
              <p:spPr>
                <a:xfrm>
                  <a:off x="8365336" y="3552313"/>
                  <a:ext cx="156960" cy="426600"/>
                </a:xfrm>
                <a:prstGeom prst="rect">
                  <a:avLst/>
                </a:prstGeom>
              </p:spPr>
            </p:pic>
          </mc:Fallback>
        </mc:AlternateContent>
      </p:grpSp>
      <p:grpSp>
        <p:nvGrpSpPr>
          <p:cNvPr id="373" name="Group 372">
            <a:extLst>
              <a:ext uri="{FF2B5EF4-FFF2-40B4-BE49-F238E27FC236}">
                <a16:creationId xmlns:a16="http://schemas.microsoft.com/office/drawing/2014/main" id="{6596B075-E216-2BFC-D290-A3CB67C4DEA4}"/>
              </a:ext>
            </a:extLst>
          </p:cNvPr>
          <p:cNvGrpSpPr/>
          <p:nvPr/>
        </p:nvGrpSpPr>
        <p:grpSpPr>
          <a:xfrm>
            <a:off x="8789416" y="3168913"/>
            <a:ext cx="1346760" cy="345960"/>
            <a:chOff x="8789416" y="3168913"/>
            <a:chExt cx="1346760" cy="345960"/>
          </a:xfrm>
        </p:grpSpPr>
        <mc:AlternateContent xmlns:mc="http://schemas.openxmlformats.org/markup-compatibility/2006" xmlns:p14="http://schemas.microsoft.com/office/powerpoint/2010/main">
          <mc:Choice Requires="p14">
            <p:contentPart p14:bwMode="auto" r:id="rId510">
              <p14:nvContentPartPr>
                <p14:cNvPr id="352" name="Ink 351">
                  <a:extLst>
                    <a:ext uri="{FF2B5EF4-FFF2-40B4-BE49-F238E27FC236}">
                      <a16:creationId xmlns:a16="http://schemas.microsoft.com/office/drawing/2014/main" id="{AFDA62F0-71B9-1FB7-1EC8-0C8705495522}"/>
                    </a:ext>
                  </a:extLst>
                </p14:cNvPr>
                <p14:cNvContentPartPr/>
                <p14:nvPr/>
              </p14:nvContentPartPr>
              <p14:xfrm>
                <a:off x="8789416" y="3168913"/>
                <a:ext cx="201960" cy="254520"/>
              </p14:xfrm>
            </p:contentPart>
          </mc:Choice>
          <mc:Fallback xmlns="">
            <p:pic>
              <p:nvPicPr>
                <p:cNvPr id="352" name="Ink 351">
                  <a:extLst>
                    <a:ext uri="{FF2B5EF4-FFF2-40B4-BE49-F238E27FC236}">
                      <a16:creationId xmlns:a16="http://schemas.microsoft.com/office/drawing/2014/main" id="{AFDA62F0-71B9-1FB7-1EC8-0C8705495522}"/>
                    </a:ext>
                  </a:extLst>
                </p:cNvPr>
                <p:cNvPicPr/>
                <p:nvPr/>
              </p:nvPicPr>
              <p:blipFill>
                <a:blip r:embed="rId511"/>
                <a:stretch>
                  <a:fillRect/>
                </a:stretch>
              </p:blipFill>
              <p:spPr>
                <a:xfrm>
                  <a:off x="8771416" y="3151273"/>
                  <a:ext cx="23760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512">
              <p14:nvContentPartPr>
                <p14:cNvPr id="353" name="Ink 352">
                  <a:extLst>
                    <a:ext uri="{FF2B5EF4-FFF2-40B4-BE49-F238E27FC236}">
                      <a16:creationId xmlns:a16="http://schemas.microsoft.com/office/drawing/2014/main" id="{E8B6DB14-DE8B-C3F2-90ED-37154C4F697D}"/>
                    </a:ext>
                  </a:extLst>
                </p14:cNvPr>
                <p14:cNvContentPartPr/>
                <p14:nvPr/>
              </p14:nvContentPartPr>
              <p14:xfrm>
                <a:off x="9064096" y="3380233"/>
                <a:ext cx="81720" cy="134640"/>
              </p14:xfrm>
            </p:contentPart>
          </mc:Choice>
          <mc:Fallback xmlns="">
            <p:pic>
              <p:nvPicPr>
                <p:cNvPr id="353" name="Ink 352">
                  <a:extLst>
                    <a:ext uri="{FF2B5EF4-FFF2-40B4-BE49-F238E27FC236}">
                      <a16:creationId xmlns:a16="http://schemas.microsoft.com/office/drawing/2014/main" id="{E8B6DB14-DE8B-C3F2-90ED-37154C4F697D}"/>
                    </a:ext>
                  </a:extLst>
                </p:cNvPr>
                <p:cNvPicPr/>
                <p:nvPr/>
              </p:nvPicPr>
              <p:blipFill>
                <a:blip r:embed="rId513"/>
                <a:stretch>
                  <a:fillRect/>
                </a:stretch>
              </p:blipFill>
              <p:spPr>
                <a:xfrm>
                  <a:off x="9046456" y="3362593"/>
                  <a:ext cx="11736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354" name="Ink 353">
                  <a:extLst>
                    <a:ext uri="{FF2B5EF4-FFF2-40B4-BE49-F238E27FC236}">
                      <a16:creationId xmlns:a16="http://schemas.microsoft.com/office/drawing/2014/main" id="{94842810-39B1-5E61-83D3-4A5AB3E2074B}"/>
                    </a:ext>
                  </a:extLst>
                </p14:cNvPr>
                <p14:cNvContentPartPr/>
                <p14:nvPr/>
              </p14:nvContentPartPr>
              <p14:xfrm>
                <a:off x="9245176" y="3376993"/>
                <a:ext cx="132480" cy="72360"/>
              </p14:xfrm>
            </p:contentPart>
          </mc:Choice>
          <mc:Fallback xmlns="">
            <p:pic>
              <p:nvPicPr>
                <p:cNvPr id="354" name="Ink 353">
                  <a:extLst>
                    <a:ext uri="{FF2B5EF4-FFF2-40B4-BE49-F238E27FC236}">
                      <a16:creationId xmlns:a16="http://schemas.microsoft.com/office/drawing/2014/main" id="{94842810-39B1-5E61-83D3-4A5AB3E2074B}"/>
                    </a:ext>
                  </a:extLst>
                </p:cNvPr>
                <p:cNvPicPr/>
                <p:nvPr/>
              </p:nvPicPr>
              <p:blipFill>
                <a:blip r:embed="rId515"/>
                <a:stretch>
                  <a:fillRect/>
                </a:stretch>
              </p:blipFill>
              <p:spPr>
                <a:xfrm>
                  <a:off x="9227176" y="3359353"/>
                  <a:ext cx="16812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355" name="Ink 354">
                  <a:extLst>
                    <a:ext uri="{FF2B5EF4-FFF2-40B4-BE49-F238E27FC236}">
                      <a16:creationId xmlns:a16="http://schemas.microsoft.com/office/drawing/2014/main" id="{C2DABD64-BF53-29D1-21E4-F3D9A9BFBE35}"/>
                    </a:ext>
                  </a:extLst>
                </p14:cNvPr>
                <p14:cNvContentPartPr/>
                <p14:nvPr/>
              </p14:nvContentPartPr>
              <p14:xfrm>
                <a:off x="9442096" y="3268633"/>
                <a:ext cx="60480" cy="153720"/>
              </p14:xfrm>
            </p:contentPart>
          </mc:Choice>
          <mc:Fallback xmlns="">
            <p:pic>
              <p:nvPicPr>
                <p:cNvPr id="355" name="Ink 354">
                  <a:extLst>
                    <a:ext uri="{FF2B5EF4-FFF2-40B4-BE49-F238E27FC236}">
                      <a16:creationId xmlns:a16="http://schemas.microsoft.com/office/drawing/2014/main" id="{C2DABD64-BF53-29D1-21E4-F3D9A9BFBE35}"/>
                    </a:ext>
                  </a:extLst>
                </p:cNvPr>
                <p:cNvPicPr/>
                <p:nvPr/>
              </p:nvPicPr>
              <p:blipFill>
                <a:blip r:embed="rId517"/>
                <a:stretch>
                  <a:fillRect/>
                </a:stretch>
              </p:blipFill>
              <p:spPr>
                <a:xfrm>
                  <a:off x="9424096" y="3250993"/>
                  <a:ext cx="9612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356" name="Ink 355">
                  <a:extLst>
                    <a:ext uri="{FF2B5EF4-FFF2-40B4-BE49-F238E27FC236}">
                      <a16:creationId xmlns:a16="http://schemas.microsoft.com/office/drawing/2014/main" id="{FD5EB2CA-5052-AE82-87D4-8B5CDBCB9655}"/>
                    </a:ext>
                  </a:extLst>
                </p14:cNvPr>
                <p14:cNvContentPartPr/>
                <p14:nvPr/>
              </p14:nvContentPartPr>
              <p14:xfrm>
                <a:off x="9457216" y="3312913"/>
                <a:ext cx="37800" cy="43200"/>
              </p14:xfrm>
            </p:contentPart>
          </mc:Choice>
          <mc:Fallback xmlns="">
            <p:pic>
              <p:nvPicPr>
                <p:cNvPr id="356" name="Ink 355">
                  <a:extLst>
                    <a:ext uri="{FF2B5EF4-FFF2-40B4-BE49-F238E27FC236}">
                      <a16:creationId xmlns:a16="http://schemas.microsoft.com/office/drawing/2014/main" id="{FD5EB2CA-5052-AE82-87D4-8B5CDBCB9655}"/>
                    </a:ext>
                  </a:extLst>
                </p:cNvPr>
                <p:cNvPicPr/>
                <p:nvPr/>
              </p:nvPicPr>
              <p:blipFill>
                <a:blip r:embed="rId519"/>
                <a:stretch>
                  <a:fillRect/>
                </a:stretch>
              </p:blipFill>
              <p:spPr>
                <a:xfrm>
                  <a:off x="9439216" y="3294913"/>
                  <a:ext cx="7344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357" name="Ink 356">
                  <a:extLst>
                    <a:ext uri="{FF2B5EF4-FFF2-40B4-BE49-F238E27FC236}">
                      <a16:creationId xmlns:a16="http://schemas.microsoft.com/office/drawing/2014/main" id="{CA4B76C2-1CCC-F5D3-1C73-B5A20CD7D951}"/>
                    </a:ext>
                  </a:extLst>
                </p14:cNvPr>
                <p14:cNvContentPartPr/>
                <p14:nvPr/>
              </p14:nvContentPartPr>
              <p14:xfrm>
                <a:off x="9675376" y="3256033"/>
                <a:ext cx="122400" cy="26640"/>
              </p14:xfrm>
            </p:contentPart>
          </mc:Choice>
          <mc:Fallback xmlns="">
            <p:pic>
              <p:nvPicPr>
                <p:cNvPr id="357" name="Ink 356">
                  <a:extLst>
                    <a:ext uri="{FF2B5EF4-FFF2-40B4-BE49-F238E27FC236}">
                      <a16:creationId xmlns:a16="http://schemas.microsoft.com/office/drawing/2014/main" id="{CA4B76C2-1CCC-F5D3-1C73-B5A20CD7D951}"/>
                    </a:ext>
                  </a:extLst>
                </p:cNvPr>
                <p:cNvPicPr/>
                <p:nvPr/>
              </p:nvPicPr>
              <p:blipFill>
                <a:blip r:embed="rId521"/>
                <a:stretch>
                  <a:fillRect/>
                </a:stretch>
              </p:blipFill>
              <p:spPr>
                <a:xfrm>
                  <a:off x="9657376" y="3238393"/>
                  <a:ext cx="15804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522">
              <p14:nvContentPartPr>
                <p14:cNvPr id="358" name="Ink 357">
                  <a:extLst>
                    <a:ext uri="{FF2B5EF4-FFF2-40B4-BE49-F238E27FC236}">
                      <a16:creationId xmlns:a16="http://schemas.microsoft.com/office/drawing/2014/main" id="{1162236D-4E32-729A-7263-26E455246B5D}"/>
                    </a:ext>
                  </a:extLst>
                </p14:cNvPr>
                <p14:cNvContentPartPr/>
                <p14:nvPr/>
              </p14:nvContentPartPr>
              <p14:xfrm>
                <a:off x="9719656" y="3323353"/>
                <a:ext cx="57960" cy="34560"/>
              </p14:xfrm>
            </p:contentPart>
          </mc:Choice>
          <mc:Fallback xmlns="">
            <p:pic>
              <p:nvPicPr>
                <p:cNvPr id="358" name="Ink 357">
                  <a:extLst>
                    <a:ext uri="{FF2B5EF4-FFF2-40B4-BE49-F238E27FC236}">
                      <a16:creationId xmlns:a16="http://schemas.microsoft.com/office/drawing/2014/main" id="{1162236D-4E32-729A-7263-26E455246B5D}"/>
                    </a:ext>
                  </a:extLst>
                </p:cNvPr>
                <p:cNvPicPr/>
                <p:nvPr/>
              </p:nvPicPr>
              <p:blipFill>
                <a:blip r:embed="rId523"/>
                <a:stretch>
                  <a:fillRect/>
                </a:stretch>
              </p:blipFill>
              <p:spPr>
                <a:xfrm>
                  <a:off x="9702016" y="3305353"/>
                  <a:ext cx="9360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524">
              <p14:nvContentPartPr>
                <p14:cNvPr id="359" name="Ink 358">
                  <a:extLst>
                    <a:ext uri="{FF2B5EF4-FFF2-40B4-BE49-F238E27FC236}">
                      <a16:creationId xmlns:a16="http://schemas.microsoft.com/office/drawing/2014/main" id="{5FC0A702-D7CE-AF9E-4DCE-70601D523ACB}"/>
                    </a:ext>
                  </a:extLst>
                </p14:cNvPr>
                <p14:cNvContentPartPr/>
                <p14:nvPr/>
              </p14:nvContentPartPr>
              <p14:xfrm>
                <a:off x="10004416" y="3259633"/>
                <a:ext cx="131760" cy="31320"/>
              </p14:xfrm>
            </p:contentPart>
          </mc:Choice>
          <mc:Fallback xmlns="">
            <p:pic>
              <p:nvPicPr>
                <p:cNvPr id="359" name="Ink 358">
                  <a:extLst>
                    <a:ext uri="{FF2B5EF4-FFF2-40B4-BE49-F238E27FC236}">
                      <a16:creationId xmlns:a16="http://schemas.microsoft.com/office/drawing/2014/main" id="{5FC0A702-D7CE-AF9E-4DCE-70601D523ACB}"/>
                    </a:ext>
                  </a:extLst>
                </p:cNvPr>
                <p:cNvPicPr/>
                <p:nvPr/>
              </p:nvPicPr>
              <p:blipFill>
                <a:blip r:embed="rId525"/>
                <a:stretch>
                  <a:fillRect/>
                </a:stretch>
              </p:blipFill>
              <p:spPr>
                <a:xfrm>
                  <a:off x="9986776" y="3241993"/>
                  <a:ext cx="167400" cy="66960"/>
                </a:xfrm>
                <a:prstGeom prst="rect">
                  <a:avLst/>
                </a:prstGeom>
              </p:spPr>
            </p:pic>
          </mc:Fallback>
        </mc:AlternateContent>
      </p:grpSp>
      <p:grpSp>
        <p:nvGrpSpPr>
          <p:cNvPr id="372" name="Group 371">
            <a:extLst>
              <a:ext uri="{FF2B5EF4-FFF2-40B4-BE49-F238E27FC236}">
                <a16:creationId xmlns:a16="http://schemas.microsoft.com/office/drawing/2014/main" id="{86CC4771-92AA-0F82-59C3-C6018C49B4EC}"/>
              </a:ext>
            </a:extLst>
          </p:cNvPr>
          <p:cNvGrpSpPr/>
          <p:nvPr/>
        </p:nvGrpSpPr>
        <p:grpSpPr>
          <a:xfrm>
            <a:off x="10376296" y="3123913"/>
            <a:ext cx="1113120" cy="425520"/>
            <a:chOff x="10376296" y="3123913"/>
            <a:chExt cx="1113120" cy="425520"/>
          </a:xfrm>
        </p:grpSpPr>
        <mc:AlternateContent xmlns:mc="http://schemas.openxmlformats.org/markup-compatibility/2006" xmlns:p14="http://schemas.microsoft.com/office/powerpoint/2010/main">
          <mc:Choice Requires="p14">
            <p:contentPart p14:bwMode="auto" r:id="rId526">
              <p14:nvContentPartPr>
                <p14:cNvPr id="360" name="Ink 359">
                  <a:extLst>
                    <a:ext uri="{FF2B5EF4-FFF2-40B4-BE49-F238E27FC236}">
                      <a16:creationId xmlns:a16="http://schemas.microsoft.com/office/drawing/2014/main" id="{245D326E-9F94-3735-46CE-2238DE0FF05F}"/>
                    </a:ext>
                  </a:extLst>
                </p14:cNvPr>
                <p14:cNvContentPartPr/>
                <p14:nvPr/>
              </p14:nvContentPartPr>
              <p14:xfrm>
                <a:off x="10376296" y="3183673"/>
                <a:ext cx="55080" cy="241920"/>
              </p14:xfrm>
            </p:contentPart>
          </mc:Choice>
          <mc:Fallback xmlns="">
            <p:pic>
              <p:nvPicPr>
                <p:cNvPr id="360" name="Ink 359">
                  <a:extLst>
                    <a:ext uri="{FF2B5EF4-FFF2-40B4-BE49-F238E27FC236}">
                      <a16:creationId xmlns:a16="http://schemas.microsoft.com/office/drawing/2014/main" id="{245D326E-9F94-3735-46CE-2238DE0FF05F}"/>
                    </a:ext>
                  </a:extLst>
                </p:cNvPr>
                <p:cNvPicPr/>
                <p:nvPr/>
              </p:nvPicPr>
              <p:blipFill>
                <a:blip r:embed="rId527"/>
                <a:stretch>
                  <a:fillRect/>
                </a:stretch>
              </p:blipFill>
              <p:spPr>
                <a:xfrm>
                  <a:off x="10358296" y="3166033"/>
                  <a:ext cx="9072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528">
              <p14:nvContentPartPr>
                <p14:cNvPr id="361" name="Ink 360">
                  <a:extLst>
                    <a:ext uri="{FF2B5EF4-FFF2-40B4-BE49-F238E27FC236}">
                      <a16:creationId xmlns:a16="http://schemas.microsoft.com/office/drawing/2014/main" id="{9507AD63-5CF0-15C6-EDB4-1C04DEF05B65}"/>
                    </a:ext>
                  </a:extLst>
                </p14:cNvPr>
                <p14:cNvContentPartPr/>
                <p14:nvPr/>
              </p14:nvContentPartPr>
              <p14:xfrm>
                <a:off x="10392496" y="3130753"/>
                <a:ext cx="123120" cy="142200"/>
              </p14:xfrm>
            </p:contentPart>
          </mc:Choice>
          <mc:Fallback xmlns="">
            <p:pic>
              <p:nvPicPr>
                <p:cNvPr id="361" name="Ink 360">
                  <a:extLst>
                    <a:ext uri="{FF2B5EF4-FFF2-40B4-BE49-F238E27FC236}">
                      <a16:creationId xmlns:a16="http://schemas.microsoft.com/office/drawing/2014/main" id="{9507AD63-5CF0-15C6-EDB4-1C04DEF05B65}"/>
                    </a:ext>
                  </a:extLst>
                </p:cNvPr>
                <p:cNvPicPr/>
                <p:nvPr/>
              </p:nvPicPr>
              <p:blipFill>
                <a:blip r:embed="rId529"/>
                <a:stretch>
                  <a:fillRect/>
                </a:stretch>
              </p:blipFill>
              <p:spPr>
                <a:xfrm>
                  <a:off x="10374496" y="3113113"/>
                  <a:ext cx="15876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530">
              <p14:nvContentPartPr>
                <p14:cNvPr id="362" name="Ink 361">
                  <a:extLst>
                    <a:ext uri="{FF2B5EF4-FFF2-40B4-BE49-F238E27FC236}">
                      <a16:creationId xmlns:a16="http://schemas.microsoft.com/office/drawing/2014/main" id="{E8656720-FB55-C694-DF84-74BE115B4A90}"/>
                    </a:ext>
                  </a:extLst>
                </p14:cNvPr>
                <p14:cNvContentPartPr/>
                <p14:nvPr/>
              </p14:nvContentPartPr>
              <p14:xfrm>
                <a:off x="10584736" y="3299953"/>
                <a:ext cx="59400" cy="200520"/>
              </p14:xfrm>
            </p:contentPart>
          </mc:Choice>
          <mc:Fallback xmlns="">
            <p:pic>
              <p:nvPicPr>
                <p:cNvPr id="362" name="Ink 361">
                  <a:extLst>
                    <a:ext uri="{FF2B5EF4-FFF2-40B4-BE49-F238E27FC236}">
                      <a16:creationId xmlns:a16="http://schemas.microsoft.com/office/drawing/2014/main" id="{E8656720-FB55-C694-DF84-74BE115B4A90}"/>
                    </a:ext>
                  </a:extLst>
                </p:cNvPr>
                <p:cNvPicPr/>
                <p:nvPr/>
              </p:nvPicPr>
              <p:blipFill>
                <a:blip r:embed="rId531"/>
                <a:stretch>
                  <a:fillRect/>
                </a:stretch>
              </p:blipFill>
              <p:spPr>
                <a:xfrm>
                  <a:off x="10566736" y="3282313"/>
                  <a:ext cx="9504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532">
              <p14:nvContentPartPr>
                <p14:cNvPr id="363" name="Ink 362">
                  <a:extLst>
                    <a:ext uri="{FF2B5EF4-FFF2-40B4-BE49-F238E27FC236}">
                      <a16:creationId xmlns:a16="http://schemas.microsoft.com/office/drawing/2014/main" id="{37479B81-C40B-D40F-F264-26A642A26ED0}"/>
                    </a:ext>
                  </a:extLst>
                </p14:cNvPr>
                <p14:cNvContentPartPr/>
                <p14:nvPr/>
              </p14:nvContentPartPr>
              <p14:xfrm>
                <a:off x="10557016" y="3371953"/>
                <a:ext cx="131400" cy="99720"/>
              </p14:xfrm>
            </p:contentPart>
          </mc:Choice>
          <mc:Fallback xmlns="">
            <p:pic>
              <p:nvPicPr>
                <p:cNvPr id="363" name="Ink 362">
                  <a:extLst>
                    <a:ext uri="{FF2B5EF4-FFF2-40B4-BE49-F238E27FC236}">
                      <a16:creationId xmlns:a16="http://schemas.microsoft.com/office/drawing/2014/main" id="{37479B81-C40B-D40F-F264-26A642A26ED0}"/>
                    </a:ext>
                  </a:extLst>
                </p:cNvPr>
                <p:cNvPicPr/>
                <p:nvPr/>
              </p:nvPicPr>
              <p:blipFill>
                <a:blip r:embed="rId533"/>
                <a:stretch>
                  <a:fillRect/>
                </a:stretch>
              </p:blipFill>
              <p:spPr>
                <a:xfrm>
                  <a:off x="10539376" y="3354313"/>
                  <a:ext cx="16704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534">
              <p14:nvContentPartPr>
                <p14:cNvPr id="364" name="Ink 363">
                  <a:extLst>
                    <a:ext uri="{FF2B5EF4-FFF2-40B4-BE49-F238E27FC236}">
                      <a16:creationId xmlns:a16="http://schemas.microsoft.com/office/drawing/2014/main" id="{23014EBD-836F-623F-93DB-1C48FFF56E1B}"/>
                    </a:ext>
                  </a:extLst>
                </p14:cNvPr>
                <p14:cNvContentPartPr/>
                <p14:nvPr/>
              </p14:nvContentPartPr>
              <p14:xfrm>
                <a:off x="10715056" y="3386713"/>
                <a:ext cx="53640" cy="93600"/>
              </p14:xfrm>
            </p:contentPart>
          </mc:Choice>
          <mc:Fallback xmlns="">
            <p:pic>
              <p:nvPicPr>
                <p:cNvPr id="364" name="Ink 363">
                  <a:extLst>
                    <a:ext uri="{FF2B5EF4-FFF2-40B4-BE49-F238E27FC236}">
                      <a16:creationId xmlns:a16="http://schemas.microsoft.com/office/drawing/2014/main" id="{23014EBD-836F-623F-93DB-1C48FFF56E1B}"/>
                    </a:ext>
                  </a:extLst>
                </p:cNvPr>
                <p:cNvPicPr/>
                <p:nvPr/>
              </p:nvPicPr>
              <p:blipFill>
                <a:blip r:embed="rId535"/>
                <a:stretch>
                  <a:fillRect/>
                </a:stretch>
              </p:blipFill>
              <p:spPr>
                <a:xfrm>
                  <a:off x="10697056" y="3368713"/>
                  <a:ext cx="892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536">
              <p14:nvContentPartPr>
                <p14:cNvPr id="365" name="Ink 364">
                  <a:extLst>
                    <a:ext uri="{FF2B5EF4-FFF2-40B4-BE49-F238E27FC236}">
                      <a16:creationId xmlns:a16="http://schemas.microsoft.com/office/drawing/2014/main" id="{D1988EFC-15FA-A79B-7FCE-68A81C1B2C78}"/>
                    </a:ext>
                  </a:extLst>
                </p14:cNvPr>
                <p14:cNvContentPartPr/>
                <p14:nvPr/>
              </p14:nvContentPartPr>
              <p14:xfrm>
                <a:off x="10809016" y="3257473"/>
                <a:ext cx="172080" cy="221400"/>
              </p14:xfrm>
            </p:contentPart>
          </mc:Choice>
          <mc:Fallback xmlns="">
            <p:pic>
              <p:nvPicPr>
                <p:cNvPr id="365" name="Ink 364">
                  <a:extLst>
                    <a:ext uri="{FF2B5EF4-FFF2-40B4-BE49-F238E27FC236}">
                      <a16:creationId xmlns:a16="http://schemas.microsoft.com/office/drawing/2014/main" id="{D1988EFC-15FA-A79B-7FCE-68A81C1B2C78}"/>
                    </a:ext>
                  </a:extLst>
                </p:cNvPr>
                <p:cNvPicPr/>
                <p:nvPr/>
              </p:nvPicPr>
              <p:blipFill>
                <a:blip r:embed="rId537"/>
                <a:stretch>
                  <a:fillRect/>
                </a:stretch>
              </p:blipFill>
              <p:spPr>
                <a:xfrm>
                  <a:off x="10791016" y="3239473"/>
                  <a:ext cx="20772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538">
              <p14:nvContentPartPr>
                <p14:cNvPr id="366" name="Ink 365">
                  <a:extLst>
                    <a:ext uri="{FF2B5EF4-FFF2-40B4-BE49-F238E27FC236}">
                      <a16:creationId xmlns:a16="http://schemas.microsoft.com/office/drawing/2014/main" id="{372CA972-CE24-22FB-D915-E41DCC07132F}"/>
                    </a:ext>
                  </a:extLst>
                </p14:cNvPr>
                <p14:cNvContentPartPr/>
                <p14:nvPr/>
              </p14:nvContentPartPr>
              <p14:xfrm>
                <a:off x="11053456" y="3230473"/>
                <a:ext cx="114120" cy="117360"/>
              </p14:xfrm>
            </p:contentPart>
          </mc:Choice>
          <mc:Fallback xmlns="">
            <p:pic>
              <p:nvPicPr>
                <p:cNvPr id="366" name="Ink 365">
                  <a:extLst>
                    <a:ext uri="{FF2B5EF4-FFF2-40B4-BE49-F238E27FC236}">
                      <a16:creationId xmlns:a16="http://schemas.microsoft.com/office/drawing/2014/main" id="{372CA972-CE24-22FB-D915-E41DCC07132F}"/>
                    </a:ext>
                  </a:extLst>
                </p:cNvPr>
                <p:cNvPicPr/>
                <p:nvPr/>
              </p:nvPicPr>
              <p:blipFill>
                <a:blip r:embed="rId539"/>
                <a:stretch>
                  <a:fillRect/>
                </a:stretch>
              </p:blipFill>
              <p:spPr>
                <a:xfrm>
                  <a:off x="11035456" y="3212473"/>
                  <a:ext cx="14976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540">
              <p14:nvContentPartPr>
                <p14:cNvPr id="367" name="Ink 366">
                  <a:extLst>
                    <a:ext uri="{FF2B5EF4-FFF2-40B4-BE49-F238E27FC236}">
                      <a16:creationId xmlns:a16="http://schemas.microsoft.com/office/drawing/2014/main" id="{C3D9AD02-4E4B-FD5F-7AD7-EA9C40E9D899}"/>
                    </a:ext>
                  </a:extLst>
                </p14:cNvPr>
                <p14:cNvContentPartPr/>
                <p14:nvPr/>
              </p14:nvContentPartPr>
              <p14:xfrm>
                <a:off x="11083696" y="3216073"/>
                <a:ext cx="59040" cy="134640"/>
              </p14:xfrm>
            </p:contentPart>
          </mc:Choice>
          <mc:Fallback xmlns="">
            <p:pic>
              <p:nvPicPr>
                <p:cNvPr id="367" name="Ink 366">
                  <a:extLst>
                    <a:ext uri="{FF2B5EF4-FFF2-40B4-BE49-F238E27FC236}">
                      <a16:creationId xmlns:a16="http://schemas.microsoft.com/office/drawing/2014/main" id="{C3D9AD02-4E4B-FD5F-7AD7-EA9C40E9D899}"/>
                    </a:ext>
                  </a:extLst>
                </p:cNvPr>
                <p:cNvPicPr/>
                <p:nvPr/>
              </p:nvPicPr>
              <p:blipFill>
                <a:blip r:embed="rId541"/>
                <a:stretch>
                  <a:fillRect/>
                </a:stretch>
              </p:blipFill>
              <p:spPr>
                <a:xfrm>
                  <a:off x="11066056" y="3198433"/>
                  <a:ext cx="9468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542">
              <p14:nvContentPartPr>
                <p14:cNvPr id="368" name="Ink 367">
                  <a:extLst>
                    <a:ext uri="{FF2B5EF4-FFF2-40B4-BE49-F238E27FC236}">
                      <a16:creationId xmlns:a16="http://schemas.microsoft.com/office/drawing/2014/main" id="{C9FA9F1C-C93F-5142-FD5D-9C5A62CD15F6}"/>
                    </a:ext>
                  </a:extLst>
                </p14:cNvPr>
                <p14:cNvContentPartPr/>
                <p14:nvPr/>
              </p14:nvContentPartPr>
              <p14:xfrm>
                <a:off x="11267656" y="3131113"/>
                <a:ext cx="28080" cy="273240"/>
              </p14:xfrm>
            </p:contentPart>
          </mc:Choice>
          <mc:Fallback xmlns="">
            <p:pic>
              <p:nvPicPr>
                <p:cNvPr id="368" name="Ink 367">
                  <a:extLst>
                    <a:ext uri="{FF2B5EF4-FFF2-40B4-BE49-F238E27FC236}">
                      <a16:creationId xmlns:a16="http://schemas.microsoft.com/office/drawing/2014/main" id="{C9FA9F1C-C93F-5142-FD5D-9C5A62CD15F6}"/>
                    </a:ext>
                  </a:extLst>
                </p:cNvPr>
                <p:cNvPicPr/>
                <p:nvPr/>
              </p:nvPicPr>
              <p:blipFill>
                <a:blip r:embed="rId543"/>
                <a:stretch>
                  <a:fillRect/>
                </a:stretch>
              </p:blipFill>
              <p:spPr>
                <a:xfrm>
                  <a:off x="11250016" y="3113113"/>
                  <a:ext cx="6372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544">
              <p14:nvContentPartPr>
                <p14:cNvPr id="369" name="Ink 368">
                  <a:extLst>
                    <a:ext uri="{FF2B5EF4-FFF2-40B4-BE49-F238E27FC236}">
                      <a16:creationId xmlns:a16="http://schemas.microsoft.com/office/drawing/2014/main" id="{0222B992-3E54-1D3C-9487-3FCF02C2BABD}"/>
                    </a:ext>
                  </a:extLst>
                </p14:cNvPr>
                <p14:cNvContentPartPr/>
                <p14:nvPr/>
              </p14:nvContentPartPr>
              <p14:xfrm>
                <a:off x="11152456" y="3123913"/>
                <a:ext cx="170640" cy="43920"/>
              </p14:xfrm>
            </p:contentPart>
          </mc:Choice>
          <mc:Fallback xmlns="">
            <p:pic>
              <p:nvPicPr>
                <p:cNvPr id="369" name="Ink 368">
                  <a:extLst>
                    <a:ext uri="{FF2B5EF4-FFF2-40B4-BE49-F238E27FC236}">
                      <a16:creationId xmlns:a16="http://schemas.microsoft.com/office/drawing/2014/main" id="{0222B992-3E54-1D3C-9487-3FCF02C2BABD}"/>
                    </a:ext>
                  </a:extLst>
                </p:cNvPr>
                <p:cNvPicPr/>
                <p:nvPr/>
              </p:nvPicPr>
              <p:blipFill>
                <a:blip r:embed="rId545"/>
                <a:stretch>
                  <a:fillRect/>
                </a:stretch>
              </p:blipFill>
              <p:spPr>
                <a:xfrm>
                  <a:off x="11134456" y="3106273"/>
                  <a:ext cx="20628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546">
              <p14:nvContentPartPr>
                <p14:cNvPr id="370" name="Ink 369">
                  <a:extLst>
                    <a:ext uri="{FF2B5EF4-FFF2-40B4-BE49-F238E27FC236}">
                      <a16:creationId xmlns:a16="http://schemas.microsoft.com/office/drawing/2014/main" id="{68075276-5E7C-F2DD-8D9C-EE6A26ABA979}"/>
                    </a:ext>
                  </a:extLst>
                </p14:cNvPr>
                <p14:cNvContentPartPr/>
                <p14:nvPr/>
              </p14:nvContentPartPr>
              <p14:xfrm>
                <a:off x="11229136" y="3374473"/>
                <a:ext cx="93960" cy="25920"/>
              </p14:xfrm>
            </p:contentPart>
          </mc:Choice>
          <mc:Fallback xmlns="">
            <p:pic>
              <p:nvPicPr>
                <p:cNvPr id="370" name="Ink 369">
                  <a:extLst>
                    <a:ext uri="{FF2B5EF4-FFF2-40B4-BE49-F238E27FC236}">
                      <a16:creationId xmlns:a16="http://schemas.microsoft.com/office/drawing/2014/main" id="{68075276-5E7C-F2DD-8D9C-EE6A26ABA979}"/>
                    </a:ext>
                  </a:extLst>
                </p:cNvPr>
                <p:cNvPicPr/>
                <p:nvPr/>
              </p:nvPicPr>
              <p:blipFill>
                <a:blip r:embed="rId547"/>
                <a:stretch>
                  <a:fillRect/>
                </a:stretch>
              </p:blipFill>
              <p:spPr>
                <a:xfrm>
                  <a:off x="11211496" y="3356833"/>
                  <a:ext cx="1296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548">
              <p14:nvContentPartPr>
                <p14:cNvPr id="371" name="Ink 370">
                  <a:extLst>
                    <a:ext uri="{FF2B5EF4-FFF2-40B4-BE49-F238E27FC236}">
                      <a16:creationId xmlns:a16="http://schemas.microsoft.com/office/drawing/2014/main" id="{3B0962C0-83DD-4624-CF9A-DC838DF3FE56}"/>
                    </a:ext>
                  </a:extLst>
                </p14:cNvPr>
                <p14:cNvContentPartPr/>
                <p14:nvPr/>
              </p14:nvContentPartPr>
              <p14:xfrm>
                <a:off x="11396176" y="3374833"/>
                <a:ext cx="93240" cy="174600"/>
              </p14:xfrm>
            </p:contentPart>
          </mc:Choice>
          <mc:Fallback xmlns="">
            <p:pic>
              <p:nvPicPr>
                <p:cNvPr id="371" name="Ink 370">
                  <a:extLst>
                    <a:ext uri="{FF2B5EF4-FFF2-40B4-BE49-F238E27FC236}">
                      <a16:creationId xmlns:a16="http://schemas.microsoft.com/office/drawing/2014/main" id="{3B0962C0-83DD-4624-CF9A-DC838DF3FE56}"/>
                    </a:ext>
                  </a:extLst>
                </p:cNvPr>
                <p:cNvPicPr/>
                <p:nvPr/>
              </p:nvPicPr>
              <p:blipFill>
                <a:blip r:embed="rId549"/>
                <a:stretch>
                  <a:fillRect/>
                </a:stretch>
              </p:blipFill>
              <p:spPr>
                <a:xfrm>
                  <a:off x="11378176" y="3356833"/>
                  <a:ext cx="128880" cy="210240"/>
                </a:xfrm>
                <a:prstGeom prst="rect">
                  <a:avLst/>
                </a:prstGeom>
              </p:spPr>
            </p:pic>
          </mc:Fallback>
        </mc:AlternateContent>
      </p:grpSp>
      <p:grpSp>
        <p:nvGrpSpPr>
          <p:cNvPr id="377" name="Group 376">
            <a:extLst>
              <a:ext uri="{FF2B5EF4-FFF2-40B4-BE49-F238E27FC236}">
                <a16:creationId xmlns:a16="http://schemas.microsoft.com/office/drawing/2014/main" id="{9E7A38DC-B62F-E0AD-AD6F-88FA40BCA4CB}"/>
              </a:ext>
            </a:extLst>
          </p:cNvPr>
          <p:cNvGrpSpPr/>
          <p:nvPr/>
        </p:nvGrpSpPr>
        <p:grpSpPr>
          <a:xfrm>
            <a:off x="8532376" y="1330393"/>
            <a:ext cx="384840" cy="364320"/>
            <a:chOff x="8532376" y="1330393"/>
            <a:chExt cx="384840" cy="364320"/>
          </a:xfrm>
        </p:grpSpPr>
        <mc:AlternateContent xmlns:mc="http://schemas.openxmlformats.org/markup-compatibility/2006" xmlns:p14="http://schemas.microsoft.com/office/powerpoint/2010/main">
          <mc:Choice Requires="p14">
            <p:contentPart p14:bwMode="auto" r:id="rId550">
              <p14:nvContentPartPr>
                <p14:cNvPr id="374" name="Ink 373">
                  <a:extLst>
                    <a:ext uri="{FF2B5EF4-FFF2-40B4-BE49-F238E27FC236}">
                      <a16:creationId xmlns:a16="http://schemas.microsoft.com/office/drawing/2014/main" id="{9FD4740D-926B-2A5D-0640-340E2ED846EF}"/>
                    </a:ext>
                  </a:extLst>
                </p14:cNvPr>
                <p14:cNvContentPartPr/>
                <p14:nvPr/>
              </p14:nvContentPartPr>
              <p14:xfrm>
                <a:off x="8532376" y="1406713"/>
                <a:ext cx="39960" cy="288000"/>
              </p14:xfrm>
            </p:contentPart>
          </mc:Choice>
          <mc:Fallback xmlns="">
            <p:pic>
              <p:nvPicPr>
                <p:cNvPr id="374" name="Ink 373">
                  <a:extLst>
                    <a:ext uri="{FF2B5EF4-FFF2-40B4-BE49-F238E27FC236}">
                      <a16:creationId xmlns:a16="http://schemas.microsoft.com/office/drawing/2014/main" id="{9FD4740D-926B-2A5D-0640-340E2ED846EF}"/>
                    </a:ext>
                  </a:extLst>
                </p:cNvPr>
                <p:cNvPicPr/>
                <p:nvPr/>
              </p:nvPicPr>
              <p:blipFill>
                <a:blip r:embed="rId551"/>
                <a:stretch>
                  <a:fillRect/>
                </a:stretch>
              </p:blipFill>
              <p:spPr>
                <a:xfrm>
                  <a:off x="8514736" y="1389073"/>
                  <a:ext cx="7560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552">
              <p14:nvContentPartPr>
                <p14:cNvPr id="375" name="Ink 374">
                  <a:extLst>
                    <a:ext uri="{FF2B5EF4-FFF2-40B4-BE49-F238E27FC236}">
                      <a16:creationId xmlns:a16="http://schemas.microsoft.com/office/drawing/2014/main" id="{D08B0B4D-64A6-76F8-6D17-293C534B5355}"/>
                    </a:ext>
                  </a:extLst>
                </p14:cNvPr>
                <p14:cNvContentPartPr/>
                <p14:nvPr/>
              </p14:nvContentPartPr>
              <p14:xfrm>
                <a:off x="8660896" y="1458553"/>
                <a:ext cx="128880" cy="185760"/>
              </p14:xfrm>
            </p:contentPart>
          </mc:Choice>
          <mc:Fallback xmlns="">
            <p:pic>
              <p:nvPicPr>
                <p:cNvPr id="375" name="Ink 374">
                  <a:extLst>
                    <a:ext uri="{FF2B5EF4-FFF2-40B4-BE49-F238E27FC236}">
                      <a16:creationId xmlns:a16="http://schemas.microsoft.com/office/drawing/2014/main" id="{D08B0B4D-64A6-76F8-6D17-293C534B5355}"/>
                    </a:ext>
                  </a:extLst>
                </p:cNvPr>
                <p:cNvPicPr/>
                <p:nvPr/>
              </p:nvPicPr>
              <p:blipFill>
                <a:blip r:embed="rId553"/>
                <a:stretch>
                  <a:fillRect/>
                </a:stretch>
              </p:blipFill>
              <p:spPr>
                <a:xfrm>
                  <a:off x="8642896" y="1440913"/>
                  <a:ext cx="16452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554">
              <p14:nvContentPartPr>
                <p14:cNvPr id="376" name="Ink 375">
                  <a:extLst>
                    <a:ext uri="{FF2B5EF4-FFF2-40B4-BE49-F238E27FC236}">
                      <a16:creationId xmlns:a16="http://schemas.microsoft.com/office/drawing/2014/main" id="{0BCEBD42-7047-1C71-F4C6-8DBF17544FDB}"/>
                    </a:ext>
                  </a:extLst>
                </p14:cNvPr>
                <p14:cNvContentPartPr/>
                <p14:nvPr/>
              </p14:nvContentPartPr>
              <p14:xfrm>
                <a:off x="8820016" y="1330393"/>
                <a:ext cx="97200" cy="141840"/>
              </p14:xfrm>
            </p:contentPart>
          </mc:Choice>
          <mc:Fallback xmlns="">
            <p:pic>
              <p:nvPicPr>
                <p:cNvPr id="376" name="Ink 375">
                  <a:extLst>
                    <a:ext uri="{FF2B5EF4-FFF2-40B4-BE49-F238E27FC236}">
                      <a16:creationId xmlns:a16="http://schemas.microsoft.com/office/drawing/2014/main" id="{0BCEBD42-7047-1C71-F4C6-8DBF17544FDB}"/>
                    </a:ext>
                  </a:extLst>
                </p:cNvPr>
                <p:cNvPicPr/>
                <p:nvPr/>
              </p:nvPicPr>
              <p:blipFill>
                <a:blip r:embed="rId555"/>
                <a:stretch>
                  <a:fillRect/>
                </a:stretch>
              </p:blipFill>
              <p:spPr>
                <a:xfrm>
                  <a:off x="8802016" y="1312753"/>
                  <a:ext cx="132840" cy="177480"/>
                </a:xfrm>
                <a:prstGeom prst="rect">
                  <a:avLst/>
                </a:prstGeom>
              </p:spPr>
            </p:pic>
          </mc:Fallback>
        </mc:AlternateContent>
      </p:grpSp>
      <p:grpSp>
        <p:nvGrpSpPr>
          <p:cNvPr id="380" name="Group 379">
            <a:extLst>
              <a:ext uri="{FF2B5EF4-FFF2-40B4-BE49-F238E27FC236}">
                <a16:creationId xmlns:a16="http://schemas.microsoft.com/office/drawing/2014/main" id="{375650EF-14D6-24F3-CCD2-4EF3F1D08418}"/>
              </a:ext>
            </a:extLst>
          </p:cNvPr>
          <p:cNvGrpSpPr/>
          <p:nvPr/>
        </p:nvGrpSpPr>
        <p:grpSpPr>
          <a:xfrm>
            <a:off x="9685096" y="1379353"/>
            <a:ext cx="505440" cy="405720"/>
            <a:chOff x="9685096" y="1379353"/>
            <a:chExt cx="505440" cy="405720"/>
          </a:xfrm>
        </p:grpSpPr>
        <mc:AlternateContent xmlns:mc="http://schemas.openxmlformats.org/markup-compatibility/2006" xmlns:p14="http://schemas.microsoft.com/office/powerpoint/2010/main">
          <mc:Choice Requires="p14">
            <p:contentPart p14:bwMode="auto" r:id="rId556">
              <p14:nvContentPartPr>
                <p14:cNvPr id="378" name="Ink 377">
                  <a:extLst>
                    <a:ext uri="{FF2B5EF4-FFF2-40B4-BE49-F238E27FC236}">
                      <a16:creationId xmlns:a16="http://schemas.microsoft.com/office/drawing/2014/main" id="{5DA4D2C5-09ED-38C0-6F4C-EDEDA5578ECE}"/>
                    </a:ext>
                  </a:extLst>
                </p14:cNvPr>
                <p14:cNvContentPartPr/>
                <p14:nvPr/>
              </p14:nvContentPartPr>
              <p14:xfrm>
                <a:off x="9685096" y="1593193"/>
                <a:ext cx="273600" cy="191880"/>
              </p14:xfrm>
            </p:contentPart>
          </mc:Choice>
          <mc:Fallback xmlns="">
            <p:pic>
              <p:nvPicPr>
                <p:cNvPr id="378" name="Ink 377">
                  <a:extLst>
                    <a:ext uri="{FF2B5EF4-FFF2-40B4-BE49-F238E27FC236}">
                      <a16:creationId xmlns:a16="http://schemas.microsoft.com/office/drawing/2014/main" id="{5DA4D2C5-09ED-38C0-6F4C-EDEDA5578ECE}"/>
                    </a:ext>
                  </a:extLst>
                </p:cNvPr>
                <p:cNvPicPr/>
                <p:nvPr/>
              </p:nvPicPr>
              <p:blipFill>
                <a:blip r:embed="rId557"/>
                <a:stretch>
                  <a:fillRect/>
                </a:stretch>
              </p:blipFill>
              <p:spPr>
                <a:xfrm>
                  <a:off x="9667096" y="1575193"/>
                  <a:ext cx="30924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558">
              <p14:nvContentPartPr>
                <p14:cNvPr id="379" name="Ink 378">
                  <a:extLst>
                    <a:ext uri="{FF2B5EF4-FFF2-40B4-BE49-F238E27FC236}">
                      <a16:creationId xmlns:a16="http://schemas.microsoft.com/office/drawing/2014/main" id="{E6B444A8-F430-3A52-0651-E3CCBD2CA92C}"/>
                    </a:ext>
                  </a:extLst>
                </p14:cNvPr>
                <p14:cNvContentPartPr/>
                <p14:nvPr/>
              </p14:nvContentPartPr>
              <p14:xfrm>
                <a:off x="9964816" y="1379353"/>
                <a:ext cx="225720" cy="308160"/>
              </p14:xfrm>
            </p:contentPart>
          </mc:Choice>
          <mc:Fallback xmlns="">
            <p:pic>
              <p:nvPicPr>
                <p:cNvPr id="379" name="Ink 378">
                  <a:extLst>
                    <a:ext uri="{FF2B5EF4-FFF2-40B4-BE49-F238E27FC236}">
                      <a16:creationId xmlns:a16="http://schemas.microsoft.com/office/drawing/2014/main" id="{E6B444A8-F430-3A52-0651-E3CCBD2CA92C}"/>
                    </a:ext>
                  </a:extLst>
                </p:cNvPr>
                <p:cNvPicPr/>
                <p:nvPr/>
              </p:nvPicPr>
              <p:blipFill>
                <a:blip r:embed="rId559"/>
                <a:stretch>
                  <a:fillRect/>
                </a:stretch>
              </p:blipFill>
              <p:spPr>
                <a:xfrm>
                  <a:off x="9946816" y="1361353"/>
                  <a:ext cx="261360" cy="343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60">
            <p14:nvContentPartPr>
              <p14:cNvPr id="381" name="Ink 380">
                <a:extLst>
                  <a:ext uri="{FF2B5EF4-FFF2-40B4-BE49-F238E27FC236}">
                    <a16:creationId xmlns:a16="http://schemas.microsoft.com/office/drawing/2014/main" id="{2A504AD9-3CF7-5634-696F-8222DE28DF51}"/>
                  </a:ext>
                </a:extLst>
              </p14:cNvPr>
              <p14:cNvContentPartPr/>
              <p14:nvPr/>
            </p14:nvContentPartPr>
            <p14:xfrm>
              <a:off x="7759816" y="3615313"/>
              <a:ext cx="747360" cy="547560"/>
            </p14:xfrm>
          </p:contentPart>
        </mc:Choice>
        <mc:Fallback xmlns="">
          <p:pic>
            <p:nvPicPr>
              <p:cNvPr id="381" name="Ink 380">
                <a:extLst>
                  <a:ext uri="{FF2B5EF4-FFF2-40B4-BE49-F238E27FC236}">
                    <a16:creationId xmlns:a16="http://schemas.microsoft.com/office/drawing/2014/main" id="{2A504AD9-3CF7-5634-696F-8222DE28DF51}"/>
                  </a:ext>
                </a:extLst>
              </p:cNvPr>
              <p:cNvPicPr/>
              <p:nvPr/>
            </p:nvPicPr>
            <p:blipFill>
              <a:blip r:embed="rId561"/>
              <a:stretch>
                <a:fillRect/>
              </a:stretch>
            </p:blipFill>
            <p:spPr>
              <a:xfrm>
                <a:off x="7705816" y="3507313"/>
                <a:ext cx="855000" cy="763200"/>
              </a:xfrm>
              <a:prstGeom prst="rect">
                <a:avLst/>
              </a:prstGeom>
            </p:spPr>
          </p:pic>
        </mc:Fallback>
      </mc:AlternateContent>
      <mc:AlternateContent xmlns:mc="http://schemas.openxmlformats.org/markup-compatibility/2006" xmlns:p14="http://schemas.microsoft.com/office/powerpoint/2010/main">
        <mc:Choice Requires="p14">
          <p:contentPart p14:bwMode="auto" r:id="rId562">
            <p14:nvContentPartPr>
              <p14:cNvPr id="382" name="Ink 381">
                <a:extLst>
                  <a:ext uri="{FF2B5EF4-FFF2-40B4-BE49-F238E27FC236}">
                    <a16:creationId xmlns:a16="http://schemas.microsoft.com/office/drawing/2014/main" id="{E9D7AFDB-603B-BE79-281B-5C7927F56088}"/>
                  </a:ext>
                </a:extLst>
              </p14:cNvPr>
              <p14:cNvContentPartPr/>
              <p14:nvPr/>
            </p14:nvContentPartPr>
            <p14:xfrm>
              <a:off x="9657376" y="1255873"/>
              <a:ext cx="635760" cy="551160"/>
            </p14:xfrm>
          </p:contentPart>
        </mc:Choice>
        <mc:Fallback xmlns="">
          <p:pic>
            <p:nvPicPr>
              <p:cNvPr id="382" name="Ink 381">
                <a:extLst>
                  <a:ext uri="{FF2B5EF4-FFF2-40B4-BE49-F238E27FC236}">
                    <a16:creationId xmlns:a16="http://schemas.microsoft.com/office/drawing/2014/main" id="{E9D7AFDB-603B-BE79-281B-5C7927F56088}"/>
                  </a:ext>
                </a:extLst>
              </p:cNvPr>
              <p:cNvPicPr/>
              <p:nvPr/>
            </p:nvPicPr>
            <p:blipFill>
              <a:blip r:embed="rId563"/>
              <a:stretch>
                <a:fillRect/>
              </a:stretch>
            </p:blipFill>
            <p:spPr>
              <a:xfrm>
                <a:off x="9603736" y="1147873"/>
                <a:ext cx="743400" cy="766800"/>
              </a:xfrm>
              <a:prstGeom prst="rect">
                <a:avLst/>
              </a:prstGeom>
            </p:spPr>
          </p:pic>
        </mc:Fallback>
      </mc:AlternateContent>
      <mc:AlternateContent xmlns:mc="http://schemas.openxmlformats.org/markup-compatibility/2006" xmlns:p14="http://schemas.microsoft.com/office/powerpoint/2010/main">
        <mc:Choice Requires="p14">
          <p:contentPart p14:bwMode="auto" r:id="rId564">
            <p14:nvContentPartPr>
              <p14:cNvPr id="383" name="Ink 382">
                <a:extLst>
                  <a:ext uri="{FF2B5EF4-FFF2-40B4-BE49-F238E27FC236}">
                    <a16:creationId xmlns:a16="http://schemas.microsoft.com/office/drawing/2014/main" id="{2C603369-B4BF-138F-FCE5-3E2F6BC48902}"/>
                  </a:ext>
                </a:extLst>
              </p14:cNvPr>
              <p14:cNvContentPartPr/>
              <p14:nvPr/>
            </p14:nvContentPartPr>
            <p14:xfrm>
              <a:off x="8790136" y="3117433"/>
              <a:ext cx="2735640" cy="402120"/>
            </p14:xfrm>
          </p:contentPart>
        </mc:Choice>
        <mc:Fallback xmlns="">
          <p:pic>
            <p:nvPicPr>
              <p:cNvPr id="383" name="Ink 382">
                <a:extLst>
                  <a:ext uri="{FF2B5EF4-FFF2-40B4-BE49-F238E27FC236}">
                    <a16:creationId xmlns:a16="http://schemas.microsoft.com/office/drawing/2014/main" id="{2C603369-B4BF-138F-FCE5-3E2F6BC48902}"/>
                  </a:ext>
                </a:extLst>
              </p:cNvPr>
              <p:cNvPicPr/>
              <p:nvPr/>
            </p:nvPicPr>
            <p:blipFill>
              <a:blip r:embed="rId565"/>
              <a:stretch>
                <a:fillRect/>
              </a:stretch>
            </p:blipFill>
            <p:spPr>
              <a:xfrm>
                <a:off x="8736496" y="3009433"/>
                <a:ext cx="2843280" cy="617760"/>
              </a:xfrm>
              <a:prstGeom prst="rect">
                <a:avLst/>
              </a:prstGeom>
            </p:spPr>
          </p:pic>
        </mc:Fallback>
      </mc:AlternateContent>
      <p:grpSp>
        <p:nvGrpSpPr>
          <p:cNvPr id="404" name="Group 403">
            <a:extLst>
              <a:ext uri="{FF2B5EF4-FFF2-40B4-BE49-F238E27FC236}">
                <a16:creationId xmlns:a16="http://schemas.microsoft.com/office/drawing/2014/main" id="{087A74E8-7E78-2EF2-FEED-972313F98819}"/>
              </a:ext>
            </a:extLst>
          </p:cNvPr>
          <p:cNvGrpSpPr/>
          <p:nvPr/>
        </p:nvGrpSpPr>
        <p:grpSpPr>
          <a:xfrm>
            <a:off x="5244303" y="1078753"/>
            <a:ext cx="5820673" cy="3276720"/>
            <a:chOff x="5244303" y="1078753"/>
            <a:chExt cx="5820673" cy="3276720"/>
          </a:xfrm>
        </p:grpSpPr>
        <mc:AlternateContent xmlns:mc="http://schemas.openxmlformats.org/markup-compatibility/2006" xmlns:p14="http://schemas.microsoft.com/office/powerpoint/2010/main">
          <mc:Choice Requires="p14">
            <p:contentPart p14:bwMode="auto" r:id="rId566">
              <p14:nvContentPartPr>
                <p14:cNvPr id="100" name="Ink 99">
                  <a:extLst>
                    <a:ext uri="{FF2B5EF4-FFF2-40B4-BE49-F238E27FC236}">
                      <a16:creationId xmlns:a16="http://schemas.microsoft.com/office/drawing/2014/main" id="{1D87D396-4A5F-BB05-2CF8-828F78644FBA}"/>
                    </a:ext>
                  </a:extLst>
                </p14:cNvPr>
                <p14:cNvContentPartPr/>
                <p14:nvPr/>
              </p14:nvContentPartPr>
              <p14:xfrm>
                <a:off x="5244303" y="1080913"/>
                <a:ext cx="30240" cy="200520"/>
              </p14:xfrm>
            </p:contentPart>
          </mc:Choice>
          <mc:Fallback xmlns="">
            <p:pic>
              <p:nvPicPr>
                <p:cNvPr id="100" name="Ink 99">
                  <a:extLst>
                    <a:ext uri="{FF2B5EF4-FFF2-40B4-BE49-F238E27FC236}">
                      <a16:creationId xmlns:a16="http://schemas.microsoft.com/office/drawing/2014/main" id="{1D87D396-4A5F-BB05-2CF8-828F78644FBA}"/>
                    </a:ext>
                  </a:extLst>
                </p:cNvPr>
                <p:cNvPicPr/>
                <p:nvPr/>
              </p:nvPicPr>
              <p:blipFill>
                <a:blip r:embed="rId567"/>
                <a:stretch>
                  <a:fillRect/>
                </a:stretch>
              </p:blipFill>
              <p:spPr>
                <a:xfrm>
                  <a:off x="5226303" y="1062913"/>
                  <a:ext cx="6588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568">
              <p14:nvContentPartPr>
                <p14:cNvPr id="101" name="Ink 100">
                  <a:extLst>
                    <a:ext uri="{FF2B5EF4-FFF2-40B4-BE49-F238E27FC236}">
                      <a16:creationId xmlns:a16="http://schemas.microsoft.com/office/drawing/2014/main" id="{FD59880E-E15B-728D-08FB-9E2F808BB303}"/>
                    </a:ext>
                  </a:extLst>
                </p14:cNvPr>
                <p14:cNvContentPartPr/>
                <p14:nvPr/>
              </p14:nvContentPartPr>
              <p14:xfrm>
                <a:off x="5261583" y="1173793"/>
                <a:ext cx="95760" cy="126720"/>
              </p14:xfrm>
            </p:contentPart>
          </mc:Choice>
          <mc:Fallback xmlns="">
            <p:pic>
              <p:nvPicPr>
                <p:cNvPr id="101" name="Ink 100">
                  <a:extLst>
                    <a:ext uri="{FF2B5EF4-FFF2-40B4-BE49-F238E27FC236}">
                      <a16:creationId xmlns:a16="http://schemas.microsoft.com/office/drawing/2014/main" id="{FD59880E-E15B-728D-08FB-9E2F808BB303}"/>
                    </a:ext>
                  </a:extLst>
                </p:cNvPr>
                <p:cNvPicPr/>
                <p:nvPr/>
              </p:nvPicPr>
              <p:blipFill>
                <a:blip r:embed="rId569"/>
                <a:stretch>
                  <a:fillRect/>
                </a:stretch>
              </p:blipFill>
              <p:spPr>
                <a:xfrm>
                  <a:off x="5243943" y="1155793"/>
                  <a:ext cx="13140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570">
              <p14:nvContentPartPr>
                <p14:cNvPr id="102" name="Ink 101">
                  <a:extLst>
                    <a:ext uri="{FF2B5EF4-FFF2-40B4-BE49-F238E27FC236}">
                      <a16:creationId xmlns:a16="http://schemas.microsoft.com/office/drawing/2014/main" id="{B9BEFE8A-82CF-193E-A253-04D3C35DD1BC}"/>
                    </a:ext>
                  </a:extLst>
                </p14:cNvPr>
                <p14:cNvContentPartPr/>
                <p14:nvPr/>
              </p14:nvContentPartPr>
              <p14:xfrm>
                <a:off x="5421063" y="1215553"/>
                <a:ext cx="6120" cy="58680"/>
              </p14:xfrm>
            </p:contentPart>
          </mc:Choice>
          <mc:Fallback xmlns="">
            <p:pic>
              <p:nvPicPr>
                <p:cNvPr id="102" name="Ink 101">
                  <a:extLst>
                    <a:ext uri="{FF2B5EF4-FFF2-40B4-BE49-F238E27FC236}">
                      <a16:creationId xmlns:a16="http://schemas.microsoft.com/office/drawing/2014/main" id="{B9BEFE8A-82CF-193E-A253-04D3C35DD1BC}"/>
                    </a:ext>
                  </a:extLst>
                </p:cNvPr>
                <p:cNvPicPr/>
                <p:nvPr/>
              </p:nvPicPr>
              <p:blipFill>
                <a:blip r:embed="rId571"/>
                <a:stretch>
                  <a:fillRect/>
                </a:stretch>
              </p:blipFill>
              <p:spPr>
                <a:xfrm>
                  <a:off x="5403063" y="1197913"/>
                  <a:ext cx="4176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572">
              <p14:nvContentPartPr>
                <p14:cNvPr id="103" name="Ink 102">
                  <a:extLst>
                    <a:ext uri="{FF2B5EF4-FFF2-40B4-BE49-F238E27FC236}">
                      <a16:creationId xmlns:a16="http://schemas.microsoft.com/office/drawing/2014/main" id="{896FF9BA-0F84-49AE-74A2-E414EEB97D17}"/>
                    </a:ext>
                  </a:extLst>
                </p14:cNvPr>
                <p14:cNvContentPartPr/>
                <p14:nvPr/>
              </p14:nvContentPartPr>
              <p14:xfrm>
                <a:off x="5408823" y="1090993"/>
                <a:ext cx="15120" cy="33480"/>
              </p14:xfrm>
            </p:contentPart>
          </mc:Choice>
          <mc:Fallback xmlns="">
            <p:pic>
              <p:nvPicPr>
                <p:cNvPr id="103" name="Ink 102">
                  <a:extLst>
                    <a:ext uri="{FF2B5EF4-FFF2-40B4-BE49-F238E27FC236}">
                      <a16:creationId xmlns:a16="http://schemas.microsoft.com/office/drawing/2014/main" id="{896FF9BA-0F84-49AE-74A2-E414EEB97D17}"/>
                    </a:ext>
                  </a:extLst>
                </p:cNvPr>
                <p:cNvPicPr/>
                <p:nvPr/>
              </p:nvPicPr>
              <p:blipFill>
                <a:blip r:embed="rId573"/>
                <a:stretch>
                  <a:fillRect/>
                </a:stretch>
              </p:blipFill>
              <p:spPr>
                <a:xfrm>
                  <a:off x="5391183" y="1072993"/>
                  <a:ext cx="507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574">
              <p14:nvContentPartPr>
                <p14:cNvPr id="104" name="Ink 103">
                  <a:extLst>
                    <a:ext uri="{FF2B5EF4-FFF2-40B4-BE49-F238E27FC236}">
                      <a16:creationId xmlns:a16="http://schemas.microsoft.com/office/drawing/2014/main" id="{61BD16AC-0FD1-C506-E15D-2A9820BD3BD6}"/>
                    </a:ext>
                  </a:extLst>
                </p14:cNvPr>
                <p14:cNvContentPartPr/>
                <p14:nvPr/>
              </p14:nvContentPartPr>
              <p14:xfrm>
                <a:off x="5508903" y="1078753"/>
                <a:ext cx="29160" cy="157680"/>
              </p14:xfrm>
            </p:contentPart>
          </mc:Choice>
          <mc:Fallback xmlns="">
            <p:pic>
              <p:nvPicPr>
                <p:cNvPr id="104" name="Ink 103">
                  <a:extLst>
                    <a:ext uri="{FF2B5EF4-FFF2-40B4-BE49-F238E27FC236}">
                      <a16:creationId xmlns:a16="http://schemas.microsoft.com/office/drawing/2014/main" id="{61BD16AC-0FD1-C506-E15D-2A9820BD3BD6}"/>
                    </a:ext>
                  </a:extLst>
                </p:cNvPr>
                <p:cNvPicPr/>
                <p:nvPr/>
              </p:nvPicPr>
              <p:blipFill>
                <a:blip r:embed="rId575"/>
                <a:stretch>
                  <a:fillRect/>
                </a:stretch>
              </p:blipFill>
              <p:spPr>
                <a:xfrm>
                  <a:off x="5491263" y="1061113"/>
                  <a:ext cx="6480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576">
              <p14:nvContentPartPr>
                <p14:cNvPr id="105" name="Ink 104">
                  <a:extLst>
                    <a:ext uri="{FF2B5EF4-FFF2-40B4-BE49-F238E27FC236}">
                      <a16:creationId xmlns:a16="http://schemas.microsoft.com/office/drawing/2014/main" id="{A70C74F5-8BE0-EABA-29E2-D1C6EA10953E}"/>
                    </a:ext>
                  </a:extLst>
                </p14:cNvPr>
                <p14:cNvContentPartPr/>
                <p14:nvPr/>
              </p14:nvContentPartPr>
              <p14:xfrm>
                <a:off x="5499183" y="1159393"/>
                <a:ext cx="91800" cy="35640"/>
              </p14:xfrm>
            </p:contentPart>
          </mc:Choice>
          <mc:Fallback xmlns="">
            <p:pic>
              <p:nvPicPr>
                <p:cNvPr id="105" name="Ink 104">
                  <a:extLst>
                    <a:ext uri="{FF2B5EF4-FFF2-40B4-BE49-F238E27FC236}">
                      <a16:creationId xmlns:a16="http://schemas.microsoft.com/office/drawing/2014/main" id="{A70C74F5-8BE0-EABA-29E2-D1C6EA10953E}"/>
                    </a:ext>
                  </a:extLst>
                </p:cNvPr>
                <p:cNvPicPr/>
                <p:nvPr/>
              </p:nvPicPr>
              <p:blipFill>
                <a:blip r:embed="rId577"/>
                <a:stretch>
                  <a:fillRect/>
                </a:stretch>
              </p:blipFill>
              <p:spPr>
                <a:xfrm>
                  <a:off x="5481543" y="1141753"/>
                  <a:ext cx="12744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578">
              <p14:nvContentPartPr>
                <p14:cNvPr id="312" name="Ink 311">
                  <a:extLst>
                    <a:ext uri="{FF2B5EF4-FFF2-40B4-BE49-F238E27FC236}">
                      <a16:creationId xmlns:a16="http://schemas.microsoft.com/office/drawing/2014/main" id="{350226AE-7856-A9E7-3AA2-1AD72B24C47B}"/>
                    </a:ext>
                  </a:extLst>
                </p14:cNvPr>
                <p14:cNvContentPartPr/>
                <p14:nvPr/>
              </p14:nvContentPartPr>
              <p14:xfrm>
                <a:off x="7347256" y="4024633"/>
                <a:ext cx="298440" cy="46440"/>
              </p14:xfrm>
            </p:contentPart>
          </mc:Choice>
          <mc:Fallback xmlns="">
            <p:pic>
              <p:nvPicPr>
                <p:cNvPr id="312" name="Ink 311">
                  <a:extLst>
                    <a:ext uri="{FF2B5EF4-FFF2-40B4-BE49-F238E27FC236}">
                      <a16:creationId xmlns:a16="http://schemas.microsoft.com/office/drawing/2014/main" id="{350226AE-7856-A9E7-3AA2-1AD72B24C47B}"/>
                    </a:ext>
                  </a:extLst>
                </p:cNvPr>
                <p:cNvPicPr/>
                <p:nvPr/>
              </p:nvPicPr>
              <p:blipFill>
                <a:blip r:embed="rId579"/>
                <a:stretch>
                  <a:fillRect/>
                </a:stretch>
              </p:blipFill>
              <p:spPr>
                <a:xfrm>
                  <a:off x="7329256" y="4006993"/>
                  <a:ext cx="33408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580">
              <p14:nvContentPartPr>
                <p14:cNvPr id="313" name="Ink 312">
                  <a:extLst>
                    <a:ext uri="{FF2B5EF4-FFF2-40B4-BE49-F238E27FC236}">
                      <a16:creationId xmlns:a16="http://schemas.microsoft.com/office/drawing/2014/main" id="{17FB2175-3C40-7D88-988A-DE50784DAD12}"/>
                    </a:ext>
                  </a:extLst>
                </p14:cNvPr>
                <p14:cNvContentPartPr/>
                <p14:nvPr/>
              </p14:nvContentPartPr>
              <p14:xfrm>
                <a:off x="7144936" y="4109593"/>
                <a:ext cx="320400" cy="130320"/>
              </p14:xfrm>
            </p:contentPart>
          </mc:Choice>
          <mc:Fallback xmlns="">
            <p:pic>
              <p:nvPicPr>
                <p:cNvPr id="313" name="Ink 312">
                  <a:extLst>
                    <a:ext uri="{FF2B5EF4-FFF2-40B4-BE49-F238E27FC236}">
                      <a16:creationId xmlns:a16="http://schemas.microsoft.com/office/drawing/2014/main" id="{17FB2175-3C40-7D88-988A-DE50784DAD12}"/>
                    </a:ext>
                  </a:extLst>
                </p:cNvPr>
                <p:cNvPicPr/>
                <p:nvPr/>
              </p:nvPicPr>
              <p:blipFill>
                <a:blip r:embed="rId581"/>
                <a:stretch>
                  <a:fillRect/>
                </a:stretch>
              </p:blipFill>
              <p:spPr>
                <a:xfrm>
                  <a:off x="7126936" y="4091953"/>
                  <a:ext cx="35604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582">
              <p14:nvContentPartPr>
                <p14:cNvPr id="314" name="Ink 313">
                  <a:extLst>
                    <a:ext uri="{FF2B5EF4-FFF2-40B4-BE49-F238E27FC236}">
                      <a16:creationId xmlns:a16="http://schemas.microsoft.com/office/drawing/2014/main" id="{41FBF196-AFC0-3F62-C53B-CE2E0D119915}"/>
                    </a:ext>
                  </a:extLst>
                </p14:cNvPr>
                <p14:cNvContentPartPr/>
                <p14:nvPr/>
              </p14:nvContentPartPr>
              <p14:xfrm>
                <a:off x="7443376" y="4103473"/>
                <a:ext cx="92160" cy="132840"/>
              </p14:xfrm>
            </p:contentPart>
          </mc:Choice>
          <mc:Fallback xmlns="">
            <p:pic>
              <p:nvPicPr>
                <p:cNvPr id="314" name="Ink 313">
                  <a:extLst>
                    <a:ext uri="{FF2B5EF4-FFF2-40B4-BE49-F238E27FC236}">
                      <a16:creationId xmlns:a16="http://schemas.microsoft.com/office/drawing/2014/main" id="{41FBF196-AFC0-3F62-C53B-CE2E0D119915}"/>
                    </a:ext>
                  </a:extLst>
                </p:cNvPr>
                <p:cNvPicPr/>
                <p:nvPr/>
              </p:nvPicPr>
              <p:blipFill>
                <a:blip r:embed="rId583"/>
                <a:stretch>
                  <a:fillRect/>
                </a:stretch>
              </p:blipFill>
              <p:spPr>
                <a:xfrm>
                  <a:off x="7425736" y="4085473"/>
                  <a:ext cx="12780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584">
              <p14:nvContentPartPr>
                <p14:cNvPr id="106" name="Ink 105">
                  <a:extLst>
                    <a:ext uri="{FF2B5EF4-FFF2-40B4-BE49-F238E27FC236}">
                      <a16:creationId xmlns:a16="http://schemas.microsoft.com/office/drawing/2014/main" id="{17F1C600-B480-A83C-DD2F-D09C721308E4}"/>
                    </a:ext>
                  </a:extLst>
                </p14:cNvPr>
                <p14:cNvContentPartPr/>
                <p14:nvPr/>
              </p14:nvContentPartPr>
              <p14:xfrm>
                <a:off x="5844783" y="1151833"/>
                <a:ext cx="75600" cy="112680"/>
              </p14:xfrm>
            </p:contentPart>
          </mc:Choice>
          <mc:Fallback xmlns="">
            <p:pic>
              <p:nvPicPr>
                <p:cNvPr id="106" name="Ink 105">
                  <a:extLst>
                    <a:ext uri="{FF2B5EF4-FFF2-40B4-BE49-F238E27FC236}">
                      <a16:creationId xmlns:a16="http://schemas.microsoft.com/office/drawing/2014/main" id="{17F1C600-B480-A83C-DD2F-D09C721308E4}"/>
                    </a:ext>
                  </a:extLst>
                </p:cNvPr>
                <p:cNvPicPr/>
                <p:nvPr/>
              </p:nvPicPr>
              <p:blipFill>
                <a:blip r:embed="rId585"/>
                <a:stretch>
                  <a:fillRect/>
                </a:stretch>
              </p:blipFill>
              <p:spPr>
                <a:xfrm>
                  <a:off x="5827143" y="1133833"/>
                  <a:ext cx="11124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586">
              <p14:nvContentPartPr>
                <p14:cNvPr id="107" name="Ink 106">
                  <a:extLst>
                    <a:ext uri="{FF2B5EF4-FFF2-40B4-BE49-F238E27FC236}">
                      <a16:creationId xmlns:a16="http://schemas.microsoft.com/office/drawing/2014/main" id="{FF2D734E-BC8E-3B17-ADF1-E0F980B94A31}"/>
                    </a:ext>
                  </a:extLst>
                </p14:cNvPr>
                <p14:cNvContentPartPr/>
                <p14:nvPr/>
              </p14:nvContentPartPr>
              <p14:xfrm>
                <a:off x="5983743" y="1105033"/>
                <a:ext cx="48960" cy="150120"/>
              </p14:xfrm>
            </p:contentPart>
          </mc:Choice>
          <mc:Fallback xmlns="">
            <p:pic>
              <p:nvPicPr>
                <p:cNvPr id="107" name="Ink 106">
                  <a:extLst>
                    <a:ext uri="{FF2B5EF4-FFF2-40B4-BE49-F238E27FC236}">
                      <a16:creationId xmlns:a16="http://schemas.microsoft.com/office/drawing/2014/main" id="{FF2D734E-BC8E-3B17-ADF1-E0F980B94A31}"/>
                    </a:ext>
                  </a:extLst>
                </p:cNvPr>
                <p:cNvPicPr/>
                <p:nvPr/>
              </p:nvPicPr>
              <p:blipFill>
                <a:blip r:embed="rId587"/>
                <a:stretch>
                  <a:fillRect/>
                </a:stretch>
              </p:blipFill>
              <p:spPr>
                <a:xfrm>
                  <a:off x="5965743" y="1087393"/>
                  <a:ext cx="846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588">
              <p14:nvContentPartPr>
                <p14:cNvPr id="108" name="Ink 107">
                  <a:extLst>
                    <a:ext uri="{FF2B5EF4-FFF2-40B4-BE49-F238E27FC236}">
                      <a16:creationId xmlns:a16="http://schemas.microsoft.com/office/drawing/2014/main" id="{A2D5F849-B0D6-DF16-BBE3-4F9CF7E00277}"/>
                    </a:ext>
                  </a:extLst>
                </p14:cNvPr>
                <p14:cNvContentPartPr/>
                <p14:nvPr/>
              </p14:nvContentPartPr>
              <p14:xfrm>
                <a:off x="6016143" y="1151833"/>
                <a:ext cx="55440" cy="39600"/>
              </p14:xfrm>
            </p:contentPart>
          </mc:Choice>
          <mc:Fallback xmlns="">
            <p:pic>
              <p:nvPicPr>
                <p:cNvPr id="108" name="Ink 107">
                  <a:extLst>
                    <a:ext uri="{FF2B5EF4-FFF2-40B4-BE49-F238E27FC236}">
                      <a16:creationId xmlns:a16="http://schemas.microsoft.com/office/drawing/2014/main" id="{A2D5F849-B0D6-DF16-BBE3-4F9CF7E00277}"/>
                    </a:ext>
                  </a:extLst>
                </p:cNvPr>
                <p:cNvPicPr/>
                <p:nvPr/>
              </p:nvPicPr>
              <p:blipFill>
                <a:blip r:embed="rId589"/>
                <a:stretch>
                  <a:fillRect/>
                </a:stretch>
              </p:blipFill>
              <p:spPr>
                <a:xfrm>
                  <a:off x="5998143" y="1133833"/>
                  <a:ext cx="9108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590">
              <p14:nvContentPartPr>
                <p14:cNvPr id="109" name="Ink 108">
                  <a:extLst>
                    <a:ext uri="{FF2B5EF4-FFF2-40B4-BE49-F238E27FC236}">
                      <a16:creationId xmlns:a16="http://schemas.microsoft.com/office/drawing/2014/main" id="{688E4BC7-7826-DAA6-8A1E-9FAD7ED08C26}"/>
                    </a:ext>
                  </a:extLst>
                </p14:cNvPr>
                <p14:cNvContentPartPr/>
                <p14:nvPr/>
              </p14:nvContentPartPr>
              <p14:xfrm>
                <a:off x="6102183" y="1115473"/>
                <a:ext cx="73080" cy="122400"/>
              </p14:xfrm>
            </p:contentPart>
          </mc:Choice>
          <mc:Fallback xmlns="">
            <p:pic>
              <p:nvPicPr>
                <p:cNvPr id="109" name="Ink 108">
                  <a:extLst>
                    <a:ext uri="{FF2B5EF4-FFF2-40B4-BE49-F238E27FC236}">
                      <a16:creationId xmlns:a16="http://schemas.microsoft.com/office/drawing/2014/main" id="{688E4BC7-7826-DAA6-8A1E-9FAD7ED08C26}"/>
                    </a:ext>
                  </a:extLst>
                </p:cNvPr>
                <p:cNvPicPr/>
                <p:nvPr/>
              </p:nvPicPr>
              <p:blipFill>
                <a:blip r:embed="rId591"/>
                <a:stretch>
                  <a:fillRect/>
                </a:stretch>
              </p:blipFill>
              <p:spPr>
                <a:xfrm>
                  <a:off x="6084183" y="1097833"/>
                  <a:ext cx="10872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592">
              <p14:nvContentPartPr>
                <p14:cNvPr id="113" name="Ink 112">
                  <a:extLst>
                    <a:ext uri="{FF2B5EF4-FFF2-40B4-BE49-F238E27FC236}">
                      <a16:creationId xmlns:a16="http://schemas.microsoft.com/office/drawing/2014/main" id="{C99B1B86-8529-E87C-D6EA-6725F3E46807}"/>
                    </a:ext>
                  </a:extLst>
                </p14:cNvPr>
                <p14:cNvContentPartPr/>
                <p14:nvPr/>
              </p14:nvContentPartPr>
              <p14:xfrm>
                <a:off x="6229983" y="1090273"/>
                <a:ext cx="97200" cy="160560"/>
              </p14:xfrm>
            </p:contentPart>
          </mc:Choice>
          <mc:Fallback xmlns="">
            <p:pic>
              <p:nvPicPr>
                <p:cNvPr id="113" name="Ink 112">
                  <a:extLst>
                    <a:ext uri="{FF2B5EF4-FFF2-40B4-BE49-F238E27FC236}">
                      <a16:creationId xmlns:a16="http://schemas.microsoft.com/office/drawing/2014/main" id="{C99B1B86-8529-E87C-D6EA-6725F3E46807}"/>
                    </a:ext>
                  </a:extLst>
                </p:cNvPr>
                <p:cNvPicPr/>
                <p:nvPr/>
              </p:nvPicPr>
              <p:blipFill>
                <a:blip r:embed="rId593"/>
                <a:stretch>
                  <a:fillRect/>
                </a:stretch>
              </p:blipFill>
              <p:spPr>
                <a:xfrm>
                  <a:off x="6211983" y="1072633"/>
                  <a:ext cx="13284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594">
              <p14:nvContentPartPr>
                <p14:cNvPr id="114" name="Ink 113">
                  <a:extLst>
                    <a:ext uri="{FF2B5EF4-FFF2-40B4-BE49-F238E27FC236}">
                      <a16:creationId xmlns:a16="http://schemas.microsoft.com/office/drawing/2014/main" id="{C8483C7E-DF99-9565-3147-30989F31F41B}"/>
                    </a:ext>
                  </a:extLst>
                </p14:cNvPr>
                <p14:cNvContentPartPr/>
                <p14:nvPr/>
              </p14:nvContentPartPr>
              <p14:xfrm>
                <a:off x="6390903" y="1132753"/>
                <a:ext cx="201960" cy="86400"/>
              </p14:xfrm>
            </p:contentPart>
          </mc:Choice>
          <mc:Fallback xmlns="">
            <p:pic>
              <p:nvPicPr>
                <p:cNvPr id="114" name="Ink 113">
                  <a:extLst>
                    <a:ext uri="{FF2B5EF4-FFF2-40B4-BE49-F238E27FC236}">
                      <a16:creationId xmlns:a16="http://schemas.microsoft.com/office/drawing/2014/main" id="{C8483C7E-DF99-9565-3147-30989F31F41B}"/>
                    </a:ext>
                  </a:extLst>
                </p:cNvPr>
                <p:cNvPicPr/>
                <p:nvPr/>
              </p:nvPicPr>
              <p:blipFill>
                <a:blip r:embed="rId595"/>
                <a:stretch>
                  <a:fillRect/>
                </a:stretch>
              </p:blipFill>
              <p:spPr>
                <a:xfrm>
                  <a:off x="6372903" y="1115113"/>
                  <a:ext cx="23760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596">
              <p14:nvContentPartPr>
                <p14:cNvPr id="138" name="Ink 137">
                  <a:extLst>
                    <a:ext uri="{FF2B5EF4-FFF2-40B4-BE49-F238E27FC236}">
                      <a16:creationId xmlns:a16="http://schemas.microsoft.com/office/drawing/2014/main" id="{6D4249D9-C5CD-45F2-7B23-4E8886C68AAF}"/>
                    </a:ext>
                  </a:extLst>
                </p14:cNvPr>
                <p14:cNvContentPartPr/>
                <p14:nvPr/>
              </p14:nvContentPartPr>
              <p14:xfrm>
                <a:off x="7271103" y="3169273"/>
                <a:ext cx="11880" cy="57600"/>
              </p14:xfrm>
            </p:contentPart>
          </mc:Choice>
          <mc:Fallback xmlns="">
            <p:pic>
              <p:nvPicPr>
                <p:cNvPr id="138" name="Ink 137">
                  <a:extLst>
                    <a:ext uri="{FF2B5EF4-FFF2-40B4-BE49-F238E27FC236}">
                      <a16:creationId xmlns:a16="http://schemas.microsoft.com/office/drawing/2014/main" id="{6D4249D9-C5CD-45F2-7B23-4E8886C68AAF}"/>
                    </a:ext>
                  </a:extLst>
                </p:cNvPr>
                <p:cNvPicPr/>
                <p:nvPr/>
              </p:nvPicPr>
              <p:blipFill>
                <a:blip r:embed="rId597"/>
                <a:stretch>
                  <a:fillRect/>
                </a:stretch>
              </p:blipFill>
              <p:spPr>
                <a:xfrm>
                  <a:off x="7253463" y="3151273"/>
                  <a:ext cx="4752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598">
              <p14:nvContentPartPr>
                <p14:cNvPr id="139" name="Ink 138">
                  <a:extLst>
                    <a:ext uri="{FF2B5EF4-FFF2-40B4-BE49-F238E27FC236}">
                      <a16:creationId xmlns:a16="http://schemas.microsoft.com/office/drawing/2014/main" id="{9E24E0B0-3872-BA31-3831-2DDFA8B30ECA}"/>
                    </a:ext>
                  </a:extLst>
                </p14:cNvPr>
                <p14:cNvContentPartPr/>
                <p14:nvPr/>
              </p14:nvContentPartPr>
              <p14:xfrm>
                <a:off x="7135023" y="3083233"/>
                <a:ext cx="198360" cy="338760"/>
              </p14:xfrm>
            </p:contentPart>
          </mc:Choice>
          <mc:Fallback xmlns="">
            <p:pic>
              <p:nvPicPr>
                <p:cNvPr id="139" name="Ink 138">
                  <a:extLst>
                    <a:ext uri="{FF2B5EF4-FFF2-40B4-BE49-F238E27FC236}">
                      <a16:creationId xmlns:a16="http://schemas.microsoft.com/office/drawing/2014/main" id="{9E24E0B0-3872-BA31-3831-2DDFA8B30ECA}"/>
                    </a:ext>
                  </a:extLst>
                </p:cNvPr>
                <p:cNvPicPr/>
                <p:nvPr/>
              </p:nvPicPr>
              <p:blipFill>
                <a:blip r:embed="rId599"/>
                <a:stretch>
                  <a:fillRect/>
                </a:stretch>
              </p:blipFill>
              <p:spPr>
                <a:xfrm>
                  <a:off x="7117383" y="3065233"/>
                  <a:ext cx="234000" cy="374400"/>
                </a:xfrm>
                <a:prstGeom prst="rect">
                  <a:avLst/>
                </a:prstGeom>
              </p:spPr>
            </p:pic>
          </mc:Fallback>
        </mc:AlternateContent>
        <mc:AlternateContent xmlns:mc="http://schemas.openxmlformats.org/markup-compatibility/2006" xmlns:p14="http://schemas.microsoft.com/office/powerpoint/2010/main">
          <mc:Choice Requires="p14">
            <p:contentPart p14:bwMode="auto" r:id="rId600">
              <p14:nvContentPartPr>
                <p14:cNvPr id="140" name="Ink 139">
                  <a:extLst>
                    <a:ext uri="{FF2B5EF4-FFF2-40B4-BE49-F238E27FC236}">
                      <a16:creationId xmlns:a16="http://schemas.microsoft.com/office/drawing/2014/main" id="{820B9428-6DF6-6FB8-FC50-BFECC60E650E}"/>
                    </a:ext>
                  </a:extLst>
                </p14:cNvPr>
                <p14:cNvContentPartPr/>
                <p14:nvPr/>
              </p14:nvContentPartPr>
              <p14:xfrm>
                <a:off x="7077783" y="3116353"/>
                <a:ext cx="475200" cy="366480"/>
              </p14:xfrm>
            </p:contentPart>
          </mc:Choice>
          <mc:Fallback xmlns="">
            <p:pic>
              <p:nvPicPr>
                <p:cNvPr id="140" name="Ink 139">
                  <a:extLst>
                    <a:ext uri="{FF2B5EF4-FFF2-40B4-BE49-F238E27FC236}">
                      <a16:creationId xmlns:a16="http://schemas.microsoft.com/office/drawing/2014/main" id="{820B9428-6DF6-6FB8-FC50-BFECC60E650E}"/>
                    </a:ext>
                  </a:extLst>
                </p:cNvPr>
                <p:cNvPicPr/>
                <p:nvPr/>
              </p:nvPicPr>
              <p:blipFill>
                <a:blip r:embed="rId601"/>
                <a:stretch>
                  <a:fillRect/>
                </a:stretch>
              </p:blipFill>
              <p:spPr>
                <a:xfrm>
                  <a:off x="7059783" y="3098353"/>
                  <a:ext cx="51084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602">
              <p14:nvContentPartPr>
                <p14:cNvPr id="141" name="Ink 140">
                  <a:extLst>
                    <a:ext uri="{FF2B5EF4-FFF2-40B4-BE49-F238E27FC236}">
                      <a16:creationId xmlns:a16="http://schemas.microsoft.com/office/drawing/2014/main" id="{53E7E52A-6711-88E2-EE30-8B970F2EFDFA}"/>
                    </a:ext>
                  </a:extLst>
                </p14:cNvPr>
                <p14:cNvContentPartPr/>
                <p14:nvPr/>
              </p14:nvContentPartPr>
              <p14:xfrm>
                <a:off x="7311783" y="2810353"/>
                <a:ext cx="5400" cy="312120"/>
              </p14:xfrm>
            </p:contentPart>
          </mc:Choice>
          <mc:Fallback xmlns="">
            <p:pic>
              <p:nvPicPr>
                <p:cNvPr id="141" name="Ink 140">
                  <a:extLst>
                    <a:ext uri="{FF2B5EF4-FFF2-40B4-BE49-F238E27FC236}">
                      <a16:creationId xmlns:a16="http://schemas.microsoft.com/office/drawing/2014/main" id="{53E7E52A-6711-88E2-EE30-8B970F2EFDFA}"/>
                    </a:ext>
                  </a:extLst>
                </p:cNvPr>
                <p:cNvPicPr/>
                <p:nvPr/>
              </p:nvPicPr>
              <p:blipFill>
                <a:blip r:embed="rId603"/>
                <a:stretch>
                  <a:fillRect/>
                </a:stretch>
              </p:blipFill>
              <p:spPr>
                <a:xfrm>
                  <a:off x="7293783" y="2792353"/>
                  <a:ext cx="4104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604">
              <p14:nvContentPartPr>
                <p14:cNvPr id="142" name="Ink 141">
                  <a:extLst>
                    <a:ext uri="{FF2B5EF4-FFF2-40B4-BE49-F238E27FC236}">
                      <a16:creationId xmlns:a16="http://schemas.microsoft.com/office/drawing/2014/main" id="{7C0A40EC-4E33-0E20-87AE-5BA5B28256D1}"/>
                    </a:ext>
                  </a:extLst>
                </p14:cNvPr>
                <p14:cNvContentPartPr/>
                <p14:nvPr/>
              </p14:nvContentPartPr>
              <p14:xfrm>
                <a:off x="6927303" y="3082153"/>
                <a:ext cx="730440" cy="77760"/>
              </p14:xfrm>
            </p:contentPart>
          </mc:Choice>
          <mc:Fallback xmlns="">
            <p:pic>
              <p:nvPicPr>
                <p:cNvPr id="142" name="Ink 141">
                  <a:extLst>
                    <a:ext uri="{FF2B5EF4-FFF2-40B4-BE49-F238E27FC236}">
                      <a16:creationId xmlns:a16="http://schemas.microsoft.com/office/drawing/2014/main" id="{7C0A40EC-4E33-0E20-87AE-5BA5B28256D1}"/>
                    </a:ext>
                  </a:extLst>
                </p:cNvPr>
                <p:cNvPicPr/>
                <p:nvPr/>
              </p:nvPicPr>
              <p:blipFill>
                <a:blip r:embed="rId605"/>
                <a:stretch>
                  <a:fillRect/>
                </a:stretch>
              </p:blipFill>
              <p:spPr>
                <a:xfrm>
                  <a:off x="6909303" y="3064513"/>
                  <a:ext cx="76608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606">
              <p14:nvContentPartPr>
                <p14:cNvPr id="143" name="Ink 142">
                  <a:extLst>
                    <a:ext uri="{FF2B5EF4-FFF2-40B4-BE49-F238E27FC236}">
                      <a16:creationId xmlns:a16="http://schemas.microsoft.com/office/drawing/2014/main" id="{403F1722-11EC-1206-A173-916ED0CCFFAF}"/>
                    </a:ext>
                  </a:extLst>
                </p14:cNvPr>
                <p14:cNvContentPartPr/>
                <p14:nvPr/>
              </p14:nvContentPartPr>
              <p14:xfrm>
                <a:off x="6536703" y="2878753"/>
                <a:ext cx="314640" cy="151560"/>
              </p14:xfrm>
            </p:contentPart>
          </mc:Choice>
          <mc:Fallback xmlns="">
            <p:pic>
              <p:nvPicPr>
                <p:cNvPr id="143" name="Ink 142">
                  <a:extLst>
                    <a:ext uri="{FF2B5EF4-FFF2-40B4-BE49-F238E27FC236}">
                      <a16:creationId xmlns:a16="http://schemas.microsoft.com/office/drawing/2014/main" id="{403F1722-11EC-1206-A173-916ED0CCFFAF}"/>
                    </a:ext>
                  </a:extLst>
                </p:cNvPr>
                <p:cNvPicPr/>
                <p:nvPr/>
              </p:nvPicPr>
              <p:blipFill>
                <a:blip r:embed="rId607"/>
                <a:stretch>
                  <a:fillRect/>
                </a:stretch>
              </p:blipFill>
              <p:spPr>
                <a:xfrm>
                  <a:off x="6518703" y="2860753"/>
                  <a:ext cx="35028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608">
              <p14:nvContentPartPr>
                <p14:cNvPr id="144" name="Ink 143">
                  <a:extLst>
                    <a:ext uri="{FF2B5EF4-FFF2-40B4-BE49-F238E27FC236}">
                      <a16:creationId xmlns:a16="http://schemas.microsoft.com/office/drawing/2014/main" id="{7F6966F7-3C6A-6AD7-0EFE-3B342FB5550F}"/>
                    </a:ext>
                  </a:extLst>
                </p14:cNvPr>
                <p14:cNvContentPartPr/>
                <p14:nvPr/>
              </p14:nvContentPartPr>
              <p14:xfrm>
                <a:off x="6757743" y="2917993"/>
                <a:ext cx="117720" cy="171000"/>
              </p14:xfrm>
            </p:contentPart>
          </mc:Choice>
          <mc:Fallback xmlns="">
            <p:pic>
              <p:nvPicPr>
                <p:cNvPr id="144" name="Ink 143">
                  <a:extLst>
                    <a:ext uri="{FF2B5EF4-FFF2-40B4-BE49-F238E27FC236}">
                      <a16:creationId xmlns:a16="http://schemas.microsoft.com/office/drawing/2014/main" id="{7F6966F7-3C6A-6AD7-0EFE-3B342FB5550F}"/>
                    </a:ext>
                  </a:extLst>
                </p:cNvPr>
                <p:cNvPicPr/>
                <p:nvPr/>
              </p:nvPicPr>
              <p:blipFill>
                <a:blip r:embed="rId609"/>
                <a:stretch>
                  <a:fillRect/>
                </a:stretch>
              </p:blipFill>
              <p:spPr>
                <a:xfrm>
                  <a:off x="6739743" y="2899993"/>
                  <a:ext cx="15336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610">
              <p14:nvContentPartPr>
                <p14:cNvPr id="145" name="Ink 144">
                  <a:extLst>
                    <a:ext uri="{FF2B5EF4-FFF2-40B4-BE49-F238E27FC236}">
                      <a16:creationId xmlns:a16="http://schemas.microsoft.com/office/drawing/2014/main" id="{C8F483A4-363E-43E1-72CF-248C301A9BD1}"/>
                    </a:ext>
                  </a:extLst>
                </p14:cNvPr>
                <p14:cNvContentPartPr/>
                <p14:nvPr/>
              </p14:nvContentPartPr>
              <p14:xfrm>
                <a:off x="6502143" y="3237673"/>
                <a:ext cx="252720" cy="106920"/>
              </p14:xfrm>
            </p:contentPart>
          </mc:Choice>
          <mc:Fallback xmlns="">
            <p:pic>
              <p:nvPicPr>
                <p:cNvPr id="145" name="Ink 144">
                  <a:extLst>
                    <a:ext uri="{FF2B5EF4-FFF2-40B4-BE49-F238E27FC236}">
                      <a16:creationId xmlns:a16="http://schemas.microsoft.com/office/drawing/2014/main" id="{C8F483A4-363E-43E1-72CF-248C301A9BD1}"/>
                    </a:ext>
                  </a:extLst>
                </p:cNvPr>
                <p:cNvPicPr/>
                <p:nvPr/>
              </p:nvPicPr>
              <p:blipFill>
                <a:blip r:embed="rId611"/>
                <a:stretch>
                  <a:fillRect/>
                </a:stretch>
              </p:blipFill>
              <p:spPr>
                <a:xfrm>
                  <a:off x="6484143" y="3220033"/>
                  <a:ext cx="28836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612">
              <p14:nvContentPartPr>
                <p14:cNvPr id="146" name="Ink 145">
                  <a:extLst>
                    <a:ext uri="{FF2B5EF4-FFF2-40B4-BE49-F238E27FC236}">
                      <a16:creationId xmlns:a16="http://schemas.microsoft.com/office/drawing/2014/main" id="{076700CD-779E-9A25-6161-C039EEE89C4A}"/>
                    </a:ext>
                  </a:extLst>
                </p14:cNvPr>
                <p14:cNvContentPartPr/>
                <p14:nvPr/>
              </p14:nvContentPartPr>
              <p14:xfrm>
                <a:off x="6683223" y="3243433"/>
                <a:ext cx="100800" cy="183240"/>
              </p14:xfrm>
            </p:contentPart>
          </mc:Choice>
          <mc:Fallback xmlns="">
            <p:pic>
              <p:nvPicPr>
                <p:cNvPr id="146" name="Ink 145">
                  <a:extLst>
                    <a:ext uri="{FF2B5EF4-FFF2-40B4-BE49-F238E27FC236}">
                      <a16:creationId xmlns:a16="http://schemas.microsoft.com/office/drawing/2014/main" id="{076700CD-779E-9A25-6161-C039EEE89C4A}"/>
                    </a:ext>
                  </a:extLst>
                </p:cNvPr>
                <p:cNvPicPr/>
                <p:nvPr/>
              </p:nvPicPr>
              <p:blipFill>
                <a:blip r:embed="rId613"/>
                <a:stretch>
                  <a:fillRect/>
                </a:stretch>
              </p:blipFill>
              <p:spPr>
                <a:xfrm>
                  <a:off x="6665223" y="3225793"/>
                  <a:ext cx="13644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614">
              <p14:nvContentPartPr>
                <p14:cNvPr id="148" name="Ink 147">
                  <a:extLst>
                    <a:ext uri="{FF2B5EF4-FFF2-40B4-BE49-F238E27FC236}">
                      <a16:creationId xmlns:a16="http://schemas.microsoft.com/office/drawing/2014/main" id="{E97E2189-1551-1501-6A8F-28448DF0415A}"/>
                    </a:ext>
                  </a:extLst>
                </p14:cNvPr>
                <p14:cNvContentPartPr/>
                <p14:nvPr/>
              </p14:nvContentPartPr>
              <p14:xfrm>
                <a:off x="6087423" y="3554113"/>
                <a:ext cx="34560" cy="226080"/>
              </p14:xfrm>
            </p:contentPart>
          </mc:Choice>
          <mc:Fallback xmlns="">
            <p:pic>
              <p:nvPicPr>
                <p:cNvPr id="148" name="Ink 147">
                  <a:extLst>
                    <a:ext uri="{FF2B5EF4-FFF2-40B4-BE49-F238E27FC236}">
                      <a16:creationId xmlns:a16="http://schemas.microsoft.com/office/drawing/2014/main" id="{E97E2189-1551-1501-6A8F-28448DF0415A}"/>
                    </a:ext>
                  </a:extLst>
                </p:cNvPr>
                <p:cNvPicPr/>
                <p:nvPr/>
              </p:nvPicPr>
              <p:blipFill>
                <a:blip r:embed="rId615"/>
                <a:stretch>
                  <a:fillRect/>
                </a:stretch>
              </p:blipFill>
              <p:spPr>
                <a:xfrm>
                  <a:off x="6069423" y="3536473"/>
                  <a:ext cx="7020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616">
              <p14:nvContentPartPr>
                <p14:cNvPr id="149" name="Ink 148">
                  <a:extLst>
                    <a:ext uri="{FF2B5EF4-FFF2-40B4-BE49-F238E27FC236}">
                      <a16:creationId xmlns:a16="http://schemas.microsoft.com/office/drawing/2014/main" id="{F382F5AE-873B-ABC6-1102-25DF0570AD43}"/>
                    </a:ext>
                  </a:extLst>
                </p14:cNvPr>
                <p14:cNvContentPartPr/>
                <p14:nvPr/>
              </p14:nvContentPartPr>
              <p14:xfrm>
                <a:off x="6075183" y="3541873"/>
                <a:ext cx="106560" cy="144360"/>
              </p14:xfrm>
            </p:contentPart>
          </mc:Choice>
          <mc:Fallback xmlns="">
            <p:pic>
              <p:nvPicPr>
                <p:cNvPr id="149" name="Ink 148">
                  <a:extLst>
                    <a:ext uri="{FF2B5EF4-FFF2-40B4-BE49-F238E27FC236}">
                      <a16:creationId xmlns:a16="http://schemas.microsoft.com/office/drawing/2014/main" id="{F382F5AE-873B-ABC6-1102-25DF0570AD43}"/>
                    </a:ext>
                  </a:extLst>
                </p:cNvPr>
                <p:cNvPicPr/>
                <p:nvPr/>
              </p:nvPicPr>
              <p:blipFill>
                <a:blip r:embed="rId617"/>
                <a:stretch>
                  <a:fillRect/>
                </a:stretch>
              </p:blipFill>
              <p:spPr>
                <a:xfrm>
                  <a:off x="6057183" y="3524233"/>
                  <a:ext cx="14220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618">
              <p14:nvContentPartPr>
                <p14:cNvPr id="150" name="Ink 149">
                  <a:extLst>
                    <a:ext uri="{FF2B5EF4-FFF2-40B4-BE49-F238E27FC236}">
                      <a16:creationId xmlns:a16="http://schemas.microsoft.com/office/drawing/2014/main" id="{955D4A86-97F3-B635-883F-8DFFE93079BB}"/>
                    </a:ext>
                  </a:extLst>
                </p14:cNvPr>
                <p14:cNvContentPartPr/>
                <p14:nvPr/>
              </p14:nvContentPartPr>
              <p14:xfrm>
                <a:off x="6255903" y="3600193"/>
                <a:ext cx="23040" cy="149040"/>
              </p14:xfrm>
            </p:contentPart>
          </mc:Choice>
          <mc:Fallback xmlns="">
            <p:pic>
              <p:nvPicPr>
                <p:cNvPr id="150" name="Ink 149">
                  <a:extLst>
                    <a:ext uri="{FF2B5EF4-FFF2-40B4-BE49-F238E27FC236}">
                      <a16:creationId xmlns:a16="http://schemas.microsoft.com/office/drawing/2014/main" id="{955D4A86-97F3-B635-883F-8DFFE93079BB}"/>
                    </a:ext>
                  </a:extLst>
                </p:cNvPr>
                <p:cNvPicPr/>
                <p:nvPr/>
              </p:nvPicPr>
              <p:blipFill>
                <a:blip r:embed="rId619"/>
                <a:stretch>
                  <a:fillRect/>
                </a:stretch>
              </p:blipFill>
              <p:spPr>
                <a:xfrm>
                  <a:off x="6237903" y="3582553"/>
                  <a:ext cx="5868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620">
              <p14:nvContentPartPr>
                <p14:cNvPr id="151" name="Ink 150">
                  <a:extLst>
                    <a:ext uri="{FF2B5EF4-FFF2-40B4-BE49-F238E27FC236}">
                      <a16:creationId xmlns:a16="http://schemas.microsoft.com/office/drawing/2014/main" id="{A46AF6D2-195F-3FA0-DB97-053E1A254933}"/>
                    </a:ext>
                  </a:extLst>
                </p14:cNvPr>
                <p14:cNvContentPartPr/>
                <p14:nvPr/>
              </p14:nvContentPartPr>
              <p14:xfrm>
                <a:off x="6259863" y="3557713"/>
                <a:ext cx="104760" cy="161280"/>
              </p14:xfrm>
            </p:contentPart>
          </mc:Choice>
          <mc:Fallback xmlns="">
            <p:pic>
              <p:nvPicPr>
                <p:cNvPr id="151" name="Ink 150">
                  <a:extLst>
                    <a:ext uri="{FF2B5EF4-FFF2-40B4-BE49-F238E27FC236}">
                      <a16:creationId xmlns:a16="http://schemas.microsoft.com/office/drawing/2014/main" id="{A46AF6D2-195F-3FA0-DB97-053E1A254933}"/>
                    </a:ext>
                  </a:extLst>
                </p:cNvPr>
                <p:cNvPicPr/>
                <p:nvPr/>
              </p:nvPicPr>
              <p:blipFill>
                <a:blip r:embed="rId621"/>
                <a:stretch>
                  <a:fillRect/>
                </a:stretch>
              </p:blipFill>
              <p:spPr>
                <a:xfrm>
                  <a:off x="6241863" y="3540073"/>
                  <a:ext cx="14040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622">
              <p14:nvContentPartPr>
                <p14:cNvPr id="162" name="Ink 161">
                  <a:extLst>
                    <a:ext uri="{FF2B5EF4-FFF2-40B4-BE49-F238E27FC236}">
                      <a16:creationId xmlns:a16="http://schemas.microsoft.com/office/drawing/2014/main" id="{660D5720-154A-6D5E-9466-7E493F518D93}"/>
                    </a:ext>
                  </a:extLst>
                </p14:cNvPr>
                <p14:cNvContentPartPr/>
                <p14:nvPr/>
              </p14:nvContentPartPr>
              <p14:xfrm>
                <a:off x="7270936" y="1999993"/>
                <a:ext cx="632160" cy="792360"/>
              </p14:xfrm>
            </p:contentPart>
          </mc:Choice>
          <mc:Fallback xmlns="">
            <p:pic>
              <p:nvPicPr>
                <p:cNvPr id="162" name="Ink 161">
                  <a:extLst>
                    <a:ext uri="{FF2B5EF4-FFF2-40B4-BE49-F238E27FC236}">
                      <a16:creationId xmlns:a16="http://schemas.microsoft.com/office/drawing/2014/main" id="{660D5720-154A-6D5E-9466-7E493F518D93}"/>
                    </a:ext>
                  </a:extLst>
                </p:cNvPr>
                <p:cNvPicPr/>
                <p:nvPr/>
              </p:nvPicPr>
              <p:blipFill>
                <a:blip r:embed="rId623"/>
                <a:stretch>
                  <a:fillRect/>
                </a:stretch>
              </p:blipFill>
              <p:spPr>
                <a:xfrm>
                  <a:off x="7253296" y="1982353"/>
                  <a:ext cx="667800" cy="828000"/>
                </a:xfrm>
                <a:prstGeom prst="rect">
                  <a:avLst/>
                </a:prstGeom>
              </p:spPr>
            </p:pic>
          </mc:Fallback>
        </mc:AlternateContent>
        <mc:AlternateContent xmlns:mc="http://schemas.openxmlformats.org/markup-compatibility/2006" xmlns:p14="http://schemas.microsoft.com/office/powerpoint/2010/main">
          <mc:Choice Requires="p14">
            <p:contentPart p14:bwMode="auto" r:id="rId624">
              <p14:nvContentPartPr>
                <p14:cNvPr id="163" name="Ink 162">
                  <a:extLst>
                    <a:ext uri="{FF2B5EF4-FFF2-40B4-BE49-F238E27FC236}">
                      <a16:creationId xmlns:a16="http://schemas.microsoft.com/office/drawing/2014/main" id="{178CF113-C118-8068-B249-D7E0E59A11CB}"/>
                    </a:ext>
                  </a:extLst>
                </p14:cNvPr>
                <p14:cNvContentPartPr/>
                <p14:nvPr/>
              </p14:nvContentPartPr>
              <p14:xfrm>
                <a:off x="8046736" y="1628113"/>
                <a:ext cx="73440" cy="1195200"/>
              </p14:xfrm>
            </p:contentPart>
          </mc:Choice>
          <mc:Fallback xmlns="">
            <p:pic>
              <p:nvPicPr>
                <p:cNvPr id="163" name="Ink 162">
                  <a:extLst>
                    <a:ext uri="{FF2B5EF4-FFF2-40B4-BE49-F238E27FC236}">
                      <a16:creationId xmlns:a16="http://schemas.microsoft.com/office/drawing/2014/main" id="{178CF113-C118-8068-B249-D7E0E59A11CB}"/>
                    </a:ext>
                  </a:extLst>
                </p:cNvPr>
                <p:cNvPicPr/>
                <p:nvPr/>
              </p:nvPicPr>
              <p:blipFill>
                <a:blip r:embed="rId625"/>
                <a:stretch>
                  <a:fillRect/>
                </a:stretch>
              </p:blipFill>
              <p:spPr>
                <a:xfrm>
                  <a:off x="8028736" y="1610113"/>
                  <a:ext cx="109080" cy="1230840"/>
                </a:xfrm>
                <a:prstGeom prst="rect">
                  <a:avLst/>
                </a:prstGeom>
              </p:spPr>
            </p:pic>
          </mc:Fallback>
        </mc:AlternateContent>
        <mc:AlternateContent xmlns:mc="http://schemas.openxmlformats.org/markup-compatibility/2006" xmlns:p14="http://schemas.microsoft.com/office/powerpoint/2010/main">
          <mc:Choice Requires="p14">
            <p:contentPart p14:bwMode="auto" r:id="rId626">
              <p14:nvContentPartPr>
                <p14:cNvPr id="164" name="Ink 163">
                  <a:extLst>
                    <a:ext uri="{FF2B5EF4-FFF2-40B4-BE49-F238E27FC236}">
                      <a16:creationId xmlns:a16="http://schemas.microsoft.com/office/drawing/2014/main" id="{2D5E7361-0B0A-AF06-4B29-0D3BDAAECD4C}"/>
                    </a:ext>
                  </a:extLst>
                </p14:cNvPr>
                <p14:cNvContentPartPr/>
                <p14:nvPr/>
              </p14:nvContentPartPr>
              <p14:xfrm>
                <a:off x="8114416" y="1754833"/>
                <a:ext cx="1005120" cy="1177200"/>
              </p14:xfrm>
            </p:contentPart>
          </mc:Choice>
          <mc:Fallback xmlns="">
            <p:pic>
              <p:nvPicPr>
                <p:cNvPr id="164" name="Ink 163">
                  <a:extLst>
                    <a:ext uri="{FF2B5EF4-FFF2-40B4-BE49-F238E27FC236}">
                      <a16:creationId xmlns:a16="http://schemas.microsoft.com/office/drawing/2014/main" id="{2D5E7361-0B0A-AF06-4B29-0D3BDAAECD4C}"/>
                    </a:ext>
                  </a:extLst>
                </p:cNvPr>
                <p:cNvPicPr/>
                <p:nvPr/>
              </p:nvPicPr>
              <p:blipFill>
                <a:blip r:embed="rId627"/>
                <a:stretch>
                  <a:fillRect/>
                </a:stretch>
              </p:blipFill>
              <p:spPr>
                <a:xfrm>
                  <a:off x="8096776" y="1737193"/>
                  <a:ext cx="1040760" cy="1212840"/>
                </a:xfrm>
                <a:prstGeom prst="rect">
                  <a:avLst/>
                </a:prstGeom>
              </p:spPr>
            </p:pic>
          </mc:Fallback>
        </mc:AlternateContent>
        <mc:AlternateContent xmlns:mc="http://schemas.openxmlformats.org/markup-compatibility/2006" xmlns:p14="http://schemas.microsoft.com/office/powerpoint/2010/main">
          <mc:Choice Requires="p14">
            <p:contentPart p14:bwMode="auto" r:id="rId628">
              <p14:nvContentPartPr>
                <p14:cNvPr id="165" name="Ink 164">
                  <a:extLst>
                    <a:ext uri="{FF2B5EF4-FFF2-40B4-BE49-F238E27FC236}">
                      <a16:creationId xmlns:a16="http://schemas.microsoft.com/office/drawing/2014/main" id="{02320635-5AB7-0EEF-1EFB-59851B26D381}"/>
                    </a:ext>
                  </a:extLst>
                </p14:cNvPr>
                <p14:cNvContentPartPr/>
                <p14:nvPr/>
              </p14:nvContentPartPr>
              <p14:xfrm>
                <a:off x="8316016" y="2103313"/>
                <a:ext cx="118800" cy="34560"/>
              </p14:xfrm>
            </p:contentPart>
          </mc:Choice>
          <mc:Fallback xmlns="">
            <p:pic>
              <p:nvPicPr>
                <p:cNvPr id="165" name="Ink 164">
                  <a:extLst>
                    <a:ext uri="{FF2B5EF4-FFF2-40B4-BE49-F238E27FC236}">
                      <a16:creationId xmlns:a16="http://schemas.microsoft.com/office/drawing/2014/main" id="{02320635-5AB7-0EEF-1EFB-59851B26D381}"/>
                    </a:ext>
                  </a:extLst>
                </p:cNvPr>
                <p:cNvPicPr/>
                <p:nvPr/>
              </p:nvPicPr>
              <p:blipFill>
                <a:blip r:embed="rId629"/>
                <a:stretch>
                  <a:fillRect/>
                </a:stretch>
              </p:blipFill>
              <p:spPr>
                <a:xfrm>
                  <a:off x="8298376" y="2085313"/>
                  <a:ext cx="15444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630">
              <p14:nvContentPartPr>
                <p14:cNvPr id="166" name="Ink 165">
                  <a:extLst>
                    <a:ext uri="{FF2B5EF4-FFF2-40B4-BE49-F238E27FC236}">
                      <a16:creationId xmlns:a16="http://schemas.microsoft.com/office/drawing/2014/main" id="{6A02CCE1-6AD7-A005-88E3-D349C17E3301}"/>
                    </a:ext>
                  </a:extLst>
                </p14:cNvPr>
                <p14:cNvContentPartPr/>
                <p14:nvPr/>
              </p14:nvContentPartPr>
              <p14:xfrm>
                <a:off x="8277856" y="2568793"/>
                <a:ext cx="194400" cy="42480"/>
              </p14:xfrm>
            </p:contentPart>
          </mc:Choice>
          <mc:Fallback xmlns="">
            <p:pic>
              <p:nvPicPr>
                <p:cNvPr id="166" name="Ink 165">
                  <a:extLst>
                    <a:ext uri="{FF2B5EF4-FFF2-40B4-BE49-F238E27FC236}">
                      <a16:creationId xmlns:a16="http://schemas.microsoft.com/office/drawing/2014/main" id="{6A02CCE1-6AD7-A005-88E3-D349C17E3301}"/>
                    </a:ext>
                  </a:extLst>
                </p:cNvPr>
                <p:cNvPicPr/>
                <p:nvPr/>
              </p:nvPicPr>
              <p:blipFill>
                <a:blip r:embed="rId631"/>
                <a:stretch>
                  <a:fillRect/>
                </a:stretch>
              </p:blipFill>
              <p:spPr>
                <a:xfrm>
                  <a:off x="8260216" y="2550793"/>
                  <a:ext cx="23004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632">
              <p14:nvContentPartPr>
                <p14:cNvPr id="167" name="Ink 166">
                  <a:extLst>
                    <a:ext uri="{FF2B5EF4-FFF2-40B4-BE49-F238E27FC236}">
                      <a16:creationId xmlns:a16="http://schemas.microsoft.com/office/drawing/2014/main" id="{B28EA038-90CA-3B27-544A-2C7670653992}"/>
                    </a:ext>
                  </a:extLst>
                </p14:cNvPr>
                <p14:cNvContentPartPr/>
                <p14:nvPr/>
              </p14:nvContentPartPr>
              <p14:xfrm>
                <a:off x="8352016" y="2534593"/>
                <a:ext cx="25920" cy="177120"/>
              </p14:xfrm>
            </p:contentPart>
          </mc:Choice>
          <mc:Fallback xmlns="">
            <p:pic>
              <p:nvPicPr>
                <p:cNvPr id="167" name="Ink 166">
                  <a:extLst>
                    <a:ext uri="{FF2B5EF4-FFF2-40B4-BE49-F238E27FC236}">
                      <a16:creationId xmlns:a16="http://schemas.microsoft.com/office/drawing/2014/main" id="{B28EA038-90CA-3B27-544A-2C7670653992}"/>
                    </a:ext>
                  </a:extLst>
                </p:cNvPr>
                <p:cNvPicPr/>
                <p:nvPr/>
              </p:nvPicPr>
              <p:blipFill>
                <a:blip r:embed="rId633"/>
                <a:stretch>
                  <a:fillRect/>
                </a:stretch>
              </p:blipFill>
              <p:spPr>
                <a:xfrm>
                  <a:off x="8334016" y="2516953"/>
                  <a:ext cx="6156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634">
              <p14:nvContentPartPr>
                <p14:cNvPr id="169" name="Ink 168">
                  <a:extLst>
                    <a:ext uri="{FF2B5EF4-FFF2-40B4-BE49-F238E27FC236}">
                      <a16:creationId xmlns:a16="http://schemas.microsoft.com/office/drawing/2014/main" id="{0144D130-8A56-9DE0-4EC7-94E7B4BC866C}"/>
                    </a:ext>
                  </a:extLst>
                </p14:cNvPr>
                <p14:cNvContentPartPr/>
                <p14:nvPr/>
              </p14:nvContentPartPr>
              <p14:xfrm>
                <a:off x="7493416" y="1289353"/>
                <a:ext cx="52560" cy="691560"/>
              </p14:xfrm>
            </p:contentPart>
          </mc:Choice>
          <mc:Fallback xmlns="">
            <p:pic>
              <p:nvPicPr>
                <p:cNvPr id="169" name="Ink 168">
                  <a:extLst>
                    <a:ext uri="{FF2B5EF4-FFF2-40B4-BE49-F238E27FC236}">
                      <a16:creationId xmlns:a16="http://schemas.microsoft.com/office/drawing/2014/main" id="{0144D130-8A56-9DE0-4EC7-94E7B4BC866C}"/>
                    </a:ext>
                  </a:extLst>
                </p:cNvPr>
                <p:cNvPicPr/>
                <p:nvPr/>
              </p:nvPicPr>
              <p:blipFill>
                <a:blip r:embed="rId635"/>
                <a:stretch>
                  <a:fillRect/>
                </a:stretch>
              </p:blipFill>
              <p:spPr>
                <a:xfrm>
                  <a:off x="7475416" y="1271713"/>
                  <a:ext cx="88200" cy="727200"/>
                </a:xfrm>
                <a:prstGeom prst="rect">
                  <a:avLst/>
                </a:prstGeom>
              </p:spPr>
            </p:pic>
          </mc:Fallback>
        </mc:AlternateContent>
        <mc:AlternateContent xmlns:mc="http://schemas.openxmlformats.org/markup-compatibility/2006" xmlns:p14="http://schemas.microsoft.com/office/powerpoint/2010/main">
          <mc:Choice Requires="p14">
            <p:contentPart p14:bwMode="auto" r:id="rId636">
              <p14:nvContentPartPr>
                <p14:cNvPr id="170" name="Ink 169">
                  <a:extLst>
                    <a:ext uri="{FF2B5EF4-FFF2-40B4-BE49-F238E27FC236}">
                      <a16:creationId xmlns:a16="http://schemas.microsoft.com/office/drawing/2014/main" id="{FC32D3EF-C3A0-174E-17AC-3B7BF0EDB335}"/>
                    </a:ext>
                  </a:extLst>
                </p14:cNvPr>
                <p14:cNvContentPartPr/>
                <p14:nvPr/>
              </p14:nvContentPartPr>
              <p14:xfrm>
                <a:off x="7484776" y="1314913"/>
                <a:ext cx="606240" cy="42840"/>
              </p14:xfrm>
            </p:contentPart>
          </mc:Choice>
          <mc:Fallback xmlns="">
            <p:pic>
              <p:nvPicPr>
                <p:cNvPr id="170" name="Ink 169">
                  <a:extLst>
                    <a:ext uri="{FF2B5EF4-FFF2-40B4-BE49-F238E27FC236}">
                      <a16:creationId xmlns:a16="http://schemas.microsoft.com/office/drawing/2014/main" id="{FC32D3EF-C3A0-174E-17AC-3B7BF0EDB335}"/>
                    </a:ext>
                  </a:extLst>
                </p:cNvPr>
                <p:cNvPicPr/>
                <p:nvPr/>
              </p:nvPicPr>
              <p:blipFill>
                <a:blip r:embed="rId637"/>
                <a:stretch>
                  <a:fillRect/>
                </a:stretch>
              </p:blipFill>
              <p:spPr>
                <a:xfrm>
                  <a:off x="7467136" y="1296913"/>
                  <a:ext cx="64188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638">
              <p14:nvContentPartPr>
                <p14:cNvPr id="171" name="Ink 170">
                  <a:extLst>
                    <a:ext uri="{FF2B5EF4-FFF2-40B4-BE49-F238E27FC236}">
                      <a16:creationId xmlns:a16="http://schemas.microsoft.com/office/drawing/2014/main" id="{8F334A7F-FAA6-7AD6-6C97-29C5E76D2F31}"/>
                    </a:ext>
                  </a:extLst>
                </p14:cNvPr>
                <p14:cNvContentPartPr/>
                <p14:nvPr/>
              </p14:nvContentPartPr>
              <p14:xfrm>
                <a:off x="8069056" y="1082353"/>
                <a:ext cx="478080" cy="269280"/>
              </p14:xfrm>
            </p:contentPart>
          </mc:Choice>
          <mc:Fallback xmlns="">
            <p:pic>
              <p:nvPicPr>
                <p:cNvPr id="171" name="Ink 170">
                  <a:extLst>
                    <a:ext uri="{FF2B5EF4-FFF2-40B4-BE49-F238E27FC236}">
                      <a16:creationId xmlns:a16="http://schemas.microsoft.com/office/drawing/2014/main" id="{8F334A7F-FAA6-7AD6-6C97-29C5E76D2F31}"/>
                    </a:ext>
                  </a:extLst>
                </p:cNvPr>
                <p:cNvPicPr/>
                <p:nvPr/>
              </p:nvPicPr>
              <p:blipFill>
                <a:blip r:embed="rId639"/>
                <a:stretch>
                  <a:fillRect/>
                </a:stretch>
              </p:blipFill>
              <p:spPr>
                <a:xfrm>
                  <a:off x="8051416" y="1064713"/>
                  <a:ext cx="51372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640">
              <p14:nvContentPartPr>
                <p14:cNvPr id="172" name="Ink 171">
                  <a:extLst>
                    <a:ext uri="{FF2B5EF4-FFF2-40B4-BE49-F238E27FC236}">
                      <a16:creationId xmlns:a16="http://schemas.microsoft.com/office/drawing/2014/main" id="{2F558259-1BD7-6EA2-6BA1-6A647C205D08}"/>
                    </a:ext>
                  </a:extLst>
                </p14:cNvPr>
                <p14:cNvContentPartPr/>
                <p14:nvPr/>
              </p14:nvContentPartPr>
              <p14:xfrm>
                <a:off x="8544976" y="1259473"/>
                <a:ext cx="899280" cy="26640"/>
              </p14:xfrm>
            </p:contentPart>
          </mc:Choice>
          <mc:Fallback xmlns="">
            <p:pic>
              <p:nvPicPr>
                <p:cNvPr id="172" name="Ink 171">
                  <a:extLst>
                    <a:ext uri="{FF2B5EF4-FFF2-40B4-BE49-F238E27FC236}">
                      <a16:creationId xmlns:a16="http://schemas.microsoft.com/office/drawing/2014/main" id="{2F558259-1BD7-6EA2-6BA1-6A647C205D08}"/>
                    </a:ext>
                  </a:extLst>
                </p:cNvPr>
                <p:cNvPicPr/>
                <p:nvPr/>
              </p:nvPicPr>
              <p:blipFill>
                <a:blip r:embed="rId641"/>
                <a:stretch>
                  <a:fillRect/>
                </a:stretch>
              </p:blipFill>
              <p:spPr>
                <a:xfrm>
                  <a:off x="8527336" y="1241473"/>
                  <a:ext cx="93492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642">
              <p14:nvContentPartPr>
                <p14:cNvPr id="173" name="Ink 172">
                  <a:extLst>
                    <a:ext uri="{FF2B5EF4-FFF2-40B4-BE49-F238E27FC236}">
                      <a16:creationId xmlns:a16="http://schemas.microsoft.com/office/drawing/2014/main" id="{9824BF93-C949-D7C4-A439-14348866B4D0}"/>
                    </a:ext>
                  </a:extLst>
                </p14:cNvPr>
                <p14:cNvContentPartPr/>
                <p14:nvPr/>
              </p14:nvContentPartPr>
              <p14:xfrm>
                <a:off x="9444616" y="1271713"/>
                <a:ext cx="49320" cy="1017720"/>
              </p14:xfrm>
            </p:contentPart>
          </mc:Choice>
          <mc:Fallback xmlns="">
            <p:pic>
              <p:nvPicPr>
                <p:cNvPr id="173" name="Ink 172">
                  <a:extLst>
                    <a:ext uri="{FF2B5EF4-FFF2-40B4-BE49-F238E27FC236}">
                      <a16:creationId xmlns:a16="http://schemas.microsoft.com/office/drawing/2014/main" id="{9824BF93-C949-D7C4-A439-14348866B4D0}"/>
                    </a:ext>
                  </a:extLst>
                </p:cNvPr>
                <p:cNvPicPr/>
                <p:nvPr/>
              </p:nvPicPr>
              <p:blipFill>
                <a:blip r:embed="rId643"/>
                <a:stretch>
                  <a:fillRect/>
                </a:stretch>
              </p:blipFill>
              <p:spPr>
                <a:xfrm>
                  <a:off x="9426976" y="1253713"/>
                  <a:ext cx="84960" cy="1053360"/>
                </a:xfrm>
                <a:prstGeom prst="rect">
                  <a:avLst/>
                </a:prstGeom>
              </p:spPr>
            </p:pic>
          </mc:Fallback>
        </mc:AlternateContent>
        <mc:AlternateContent xmlns:mc="http://schemas.openxmlformats.org/markup-compatibility/2006" xmlns:p14="http://schemas.microsoft.com/office/powerpoint/2010/main">
          <mc:Choice Requires="p14">
            <p:contentPart p14:bwMode="auto" r:id="rId644">
              <p14:nvContentPartPr>
                <p14:cNvPr id="174" name="Ink 173">
                  <a:extLst>
                    <a:ext uri="{FF2B5EF4-FFF2-40B4-BE49-F238E27FC236}">
                      <a16:creationId xmlns:a16="http://schemas.microsoft.com/office/drawing/2014/main" id="{B9ECEBA8-B4D6-5127-3AC4-38D4E89EE171}"/>
                    </a:ext>
                  </a:extLst>
                </p14:cNvPr>
                <p14:cNvContentPartPr/>
                <p14:nvPr/>
              </p14:nvContentPartPr>
              <p14:xfrm>
                <a:off x="9152296" y="2242993"/>
                <a:ext cx="634680" cy="69480"/>
              </p14:xfrm>
            </p:contentPart>
          </mc:Choice>
          <mc:Fallback xmlns="">
            <p:pic>
              <p:nvPicPr>
                <p:cNvPr id="174" name="Ink 173">
                  <a:extLst>
                    <a:ext uri="{FF2B5EF4-FFF2-40B4-BE49-F238E27FC236}">
                      <a16:creationId xmlns:a16="http://schemas.microsoft.com/office/drawing/2014/main" id="{B9ECEBA8-B4D6-5127-3AC4-38D4E89EE171}"/>
                    </a:ext>
                  </a:extLst>
                </p:cNvPr>
                <p:cNvPicPr/>
                <p:nvPr/>
              </p:nvPicPr>
              <p:blipFill>
                <a:blip r:embed="rId645"/>
                <a:stretch>
                  <a:fillRect/>
                </a:stretch>
              </p:blipFill>
              <p:spPr>
                <a:xfrm>
                  <a:off x="9134656" y="2225353"/>
                  <a:ext cx="6703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646">
              <p14:nvContentPartPr>
                <p14:cNvPr id="316" name="Ink 315">
                  <a:extLst>
                    <a:ext uri="{FF2B5EF4-FFF2-40B4-BE49-F238E27FC236}">
                      <a16:creationId xmlns:a16="http://schemas.microsoft.com/office/drawing/2014/main" id="{E805853B-77F4-5D2F-1509-A8448299C721}"/>
                    </a:ext>
                  </a:extLst>
                </p14:cNvPr>
                <p14:cNvContentPartPr/>
                <p14:nvPr/>
              </p14:nvContentPartPr>
              <p14:xfrm>
                <a:off x="7855576" y="2608033"/>
                <a:ext cx="253440" cy="51840"/>
              </p14:xfrm>
            </p:contentPart>
          </mc:Choice>
          <mc:Fallback xmlns="">
            <p:pic>
              <p:nvPicPr>
                <p:cNvPr id="316" name="Ink 315">
                  <a:extLst>
                    <a:ext uri="{FF2B5EF4-FFF2-40B4-BE49-F238E27FC236}">
                      <a16:creationId xmlns:a16="http://schemas.microsoft.com/office/drawing/2014/main" id="{E805853B-77F4-5D2F-1509-A8448299C721}"/>
                    </a:ext>
                  </a:extLst>
                </p:cNvPr>
                <p:cNvPicPr/>
                <p:nvPr/>
              </p:nvPicPr>
              <p:blipFill>
                <a:blip r:embed="rId647"/>
                <a:stretch>
                  <a:fillRect/>
                </a:stretch>
              </p:blipFill>
              <p:spPr>
                <a:xfrm>
                  <a:off x="7837936" y="2590033"/>
                  <a:ext cx="2890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648">
              <p14:nvContentPartPr>
                <p14:cNvPr id="317" name="Ink 316">
                  <a:extLst>
                    <a:ext uri="{FF2B5EF4-FFF2-40B4-BE49-F238E27FC236}">
                      <a16:creationId xmlns:a16="http://schemas.microsoft.com/office/drawing/2014/main" id="{511F55BE-771B-C2FA-5BD3-4B1C757CC82E}"/>
                    </a:ext>
                  </a:extLst>
                </p14:cNvPr>
                <p14:cNvContentPartPr/>
                <p14:nvPr/>
              </p14:nvContentPartPr>
              <p14:xfrm>
                <a:off x="7897696" y="2650513"/>
                <a:ext cx="174600" cy="720360"/>
              </p14:xfrm>
            </p:contentPart>
          </mc:Choice>
          <mc:Fallback xmlns="">
            <p:pic>
              <p:nvPicPr>
                <p:cNvPr id="317" name="Ink 316">
                  <a:extLst>
                    <a:ext uri="{FF2B5EF4-FFF2-40B4-BE49-F238E27FC236}">
                      <a16:creationId xmlns:a16="http://schemas.microsoft.com/office/drawing/2014/main" id="{511F55BE-771B-C2FA-5BD3-4B1C757CC82E}"/>
                    </a:ext>
                  </a:extLst>
                </p:cNvPr>
                <p:cNvPicPr/>
                <p:nvPr/>
              </p:nvPicPr>
              <p:blipFill>
                <a:blip r:embed="rId649"/>
                <a:stretch>
                  <a:fillRect/>
                </a:stretch>
              </p:blipFill>
              <p:spPr>
                <a:xfrm>
                  <a:off x="7880056" y="2632513"/>
                  <a:ext cx="210240" cy="756000"/>
                </a:xfrm>
                <a:prstGeom prst="rect">
                  <a:avLst/>
                </a:prstGeom>
              </p:spPr>
            </p:pic>
          </mc:Fallback>
        </mc:AlternateContent>
        <mc:AlternateContent xmlns:mc="http://schemas.openxmlformats.org/markup-compatibility/2006" xmlns:p14="http://schemas.microsoft.com/office/powerpoint/2010/main">
          <mc:Choice Requires="p14">
            <p:contentPart p14:bwMode="auto" r:id="rId650">
              <p14:nvContentPartPr>
                <p14:cNvPr id="318" name="Ink 317">
                  <a:extLst>
                    <a:ext uri="{FF2B5EF4-FFF2-40B4-BE49-F238E27FC236}">
                      <a16:creationId xmlns:a16="http://schemas.microsoft.com/office/drawing/2014/main" id="{9F910E47-72DE-E48B-C9BB-3AB34E4CE72F}"/>
                    </a:ext>
                  </a:extLst>
                </p14:cNvPr>
                <p14:cNvContentPartPr/>
                <p14:nvPr/>
              </p14:nvContentPartPr>
              <p14:xfrm>
                <a:off x="7949536" y="3376633"/>
                <a:ext cx="276120" cy="48960"/>
              </p14:xfrm>
            </p:contentPart>
          </mc:Choice>
          <mc:Fallback xmlns="">
            <p:pic>
              <p:nvPicPr>
                <p:cNvPr id="318" name="Ink 317">
                  <a:extLst>
                    <a:ext uri="{FF2B5EF4-FFF2-40B4-BE49-F238E27FC236}">
                      <a16:creationId xmlns:a16="http://schemas.microsoft.com/office/drawing/2014/main" id="{9F910E47-72DE-E48B-C9BB-3AB34E4CE72F}"/>
                    </a:ext>
                  </a:extLst>
                </p:cNvPr>
                <p:cNvPicPr/>
                <p:nvPr/>
              </p:nvPicPr>
              <p:blipFill>
                <a:blip r:embed="rId651"/>
                <a:stretch>
                  <a:fillRect/>
                </a:stretch>
              </p:blipFill>
              <p:spPr>
                <a:xfrm>
                  <a:off x="7931896" y="3358993"/>
                  <a:ext cx="3117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652">
              <p14:nvContentPartPr>
                <p14:cNvPr id="319" name="Ink 318">
                  <a:extLst>
                    <a:ext uri="{FF2B5EF4-FFF2-40B4-BE49-F238E27FC236}">
                      <a16:creationId xmlns:a16="http://schemas.microsoft.com/office/drawing/2014/main" id="{AAC59C3F-28A1-8E08-6297-D378B6ECC17E}"/>
                    </a:ext>
                  </a:extLst>
                </p14:cNvPr>
                <p14:cNvContentPartPr/>
                <p14:nvPr/>
              </p14:nvContentPartPr>
              <p14:xfrm>
                <a:off x="7963576" y="3437833"/>
                <a:ext cx="187200" cy="92160"/>
              </p14:xfrm>
            </p:contentPart>
          </mc:Choice>
          <mc:Fallback xmlns="">
            <p:pic>
              <p:nvPicPr>
                <p:cNvPr id="319" name="Ink 318">
                  <a:extLst>
                    <a:ext uri="{FF2B5EF4-FFF2-40B4-BE49-F238E27FC236}">
                      <a16:creationId xmlns:a16="http://schemas.microsoft.com/office/drawing/2014/main" id="{AAC59C3F-28A1-8E08-6297-D378B6ECC17E}"/>
                    </a:ext>
                  </a:extLst>
                </p:cNvPr>
                <p:cNvPicPr/>
                <p:nvPr/>
              </p:nvPicPr>
              <p:blipFill>
                <a:blip r:embed="rId653"/>
                <a:stretch>
                  <a:fillRect/>
                </a:stretch>
              </p:blipFill>
              <p:spPr>
                <a:xfrm>
                  <a:off x="7945936" y="3420193"/>
                  <a:ext cx="22284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54">
              <p14:nvContentPartPr>
                <p14:cNvPr id="320" name="Ink 319">
                  <a:extLst>
                    <a:ext uri="{FF2B5EF4-FFF2-40B4-BE49-F238E27FC236}">
                      <a16:creationId xmlns:a16="http://schemas.microsoft.com/office/drawing/2014/main" id="{F721C065-38AB-573B-1C9C-C3391D8839A4}"/>
                    </a:ext>
                  </a:extLst>
                </p14:cNvPr>
                <p14:cNvContentPartPr/>
                <p14:nvPr/>
              </p14:nvContentPartPr>
              <p14:xfrm>
                <a:off x="8120176" y="3431713"/>
                <a:ext cx="63360" cy="154440"/>
              </p14:xfrm>
            </p:contentPart>
          </mc:Choice>
          <mc:Fallback xmlns="">
            <p:pic>
              <p:nvPicPr>
                <p:cNvPr id="320" name="Ink 319">
                  <a:extLst>
                    <a:ext uri="{FF2B5EF4-FFF2-40B4-BE49-F238E27FC236}">
                      <a16:creationId xmlns:a16="http://schemas.microsoft.com/office/drawing/2014/main" id="{F721C065-38AB-573B-1C9C-C3391D8839A4}"/>
                    </a:ext>
                  </a:extLst>
                </p:cNvPr>
                <p:cNvPicPr/>
                <p:nvPr/>
              </p:nvPicPr>
              <p:blipFill>
                <a:blip r:embed="rId655"/>
                <a:stretch>
                  <a:fillRect/>
                </a:stretch>
              </p:blipFill>
              <p:spPr>
                <a:xfrm>
                  <a:off x="8102176" y="3413713"/>
                  <a:ext cx="990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656">
              <p14:nvContentPartPr>
                <p14:cNvPr id="384" name="Ink 383">
                  <a:extLst>
                    <a:ext uri="{FF2B5EF4-FFF2-40B4-BE49-F238E27FC236}">
                      <a16:creationId xmlns:a16="http://schemas.microsoft.com/office/drawing/2014/main" id="{CB80A3B5-CA1F-5142-6BC8-B9101192F828}"/>
                    </a:ext>
                  </a:extLst>
                </p14:cNvPr>
                <p14:cNvContentPartPr/>
                <p14:nvPr/>
              </p14:nvContentPartPr>
              <p14:xfrm>
                <a:off x="8622016" y="3673633"/>
                <a:ext cx="777600" cy="272160"/>
              </p14:xfrm>
            </p:contentPart>
          </mc:Choice>
          <mc:Fallback xmlns="">
            <p:pic>
              <p:nvPicPr>
                <p:cNvPr id="384" name="Ink 383">
                  <a:extLst>
                    <a:ext uri="{FF2B5EF4-FFF2-40B4-BE49-F238E27FC236}">
                      <a16:creationId xmlns:a16="http://schemas.microsoft.com/office/drawing/2014/main" id="{CB80A3B5-CA1F-5142-6BC8-B9101192F828}"/>
                    </a:ext>
                  </a:extLst>
                </p:cNvPr>
                <p:cNvPicPr/>
                <p:nvPr/>
              </p:nvPicPr>
              <p:blipFill>
                <a:blip r:embed="rId657"/>
                <a:stretch>
                  <a:fillRect/>
                </a:stretch>
              </p:blipFill>
              <p:spPr>
                <a:xfrm>
                  <a:off x="8604016" y="3655993"/>
                  <a:ext cx="81324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658">
              <p14:nvContentPartPr>
                <p14:cNvPr id="385" name="Ink 384">
                  <a:extLst>
                    <a:ext uri="{FF2B5EF4-FFF2-40B4-BE49-F238E27FC236}">
                      <a16:creationId xmlns:a16="http://schemas.microsoft.com/office/drawing/2014/main" id="{E6A28167-D700-32BF-3F15-00AB050B296C}"/>
                    </a:ext>
                  </a:extLst>
                </p14:cNvPr>
                <p14:cNvContentPartPr/>
                <p14:nvPr/>
              </p14:nvContentPartPr>
              <p14:xfrm>
                <a:off x="9549016" y="1976233"/>
                <a:ext cx="315720" cy="939240"/>
              </p14:xfrm>
            </p:contentPart>
          </mc:Choice>
          <mc:Fallback xmlns="">
            <p:pic>
              <p:nvPicPr>
                <p:cNvPr id="385" name="Ink 384">
                  <a:extLst>
                    <a:ext uri="{FF2B5EF4-FFF2-40B4-BE49-F238E27FC236}">
                      <a16:creationId xmlns:a16="http://schemas.microsoft.com/office/drawing/2014/main" id="{E6A28167-D700-32BF-3F15-00AB050B296C}"/>
                    </a:ext>
                  </a:extLst>
                </p:cNvPr>
                <p:cNvPicPr/>
                <p:nvPr/>
              </p:nvPicPr>
              <p:blipFill>
                <a:blip r:embed="rId659"/>
                <a:stretch>
                  <a:fillRect/>
                </a:stretch>
              </p:blipFill>
              <p:spPr>
                <a:xfrm>
                  <a:off x="9531016" y="1958233"/>
                  <a:ext cx="351360" cy="974880"/>
                </a:xfrm>
                <a:prstGeom prst="rect">
                  <a:avLst/>
                </a:prstGeom>
              </p:spPr>
            </p:pic>
          </mc:Fallback>
        </mc:AlternateContent>
        <mc:AlternateContent xmlns:mc="http://schemas.openxmlformats.org/markup-compatibility/2006" xmlns:p14="http://schemas.microsoft.com/office/powerpoint/2010/main">
          <mc:Choice Requires="p14">
            <p:contentPart p14:bwMode="auto" r:id="rId660">
              <p14:nvContentPartPr>
                <p14:cNvPr id="386" name="Ink 385">
                  <a:extLst>
                    <a:ext uri="{FF2B5EF4-FFF2-40B4-BE49-F238E27FC236}">
                      <a16:creationId xmlns:a16="http://schemas.microsoft.com/office/drawing/2014/main" id="{444C6764-D3BD-700D-5703-2434D7116817}"/>
                    </a:ext>
                  </a:extLst>
                </p14:cNvPr>
                <p14:cNvContentPartPr/>
                <p14:nvPr/>
              </p14:nvContentPartPr>
              <p14:xfrm>
                <a:off x="9069496" y="4037593"/>
                <a:ext cx="372960" cy="118440"/>
              </p14:xfrm>
            </p:contentPart>
          </mc:Choice>
          <mc:Fallback xmlns="">
            <p:pic>
              <p:nvPicPr>
                <p:cNvPr id="386" name="Ink 385">
                  <a:extLst>
                    <a:ext uri="{FF2B5EF4-FFF2-40B4-BE49-F238E27FC236}">
                      <a16:creationId xmlns:a16="http://schemas.microsoft.com/office/drawing/2014/main" id="{444C6764-D3BD-700D-5703-2434D7116817}"/>
                    </a:ext>
                  </a:extLst>
                </p:cNvPr>
                <p:cNvPicPr/>
                <p:nvPr/>
              </p:nvPicPr>
              <p:blipFill>
                <a:blip r:embed="rId661"/>
                <a:stretch>
                  <a:fillRect/>
                </a:stretch>
              </p:blipFill>
              <p:spPr>
                <a:xfrm>
                  <a:off x="9051496" y="4019593"/>
                  <a:ext cx="4086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662">
              <p14:nvContentPartPr>
                <p14:cNvPr id="387" name="Ink 386">
                  <a:extLst>
                    <a:ext uri="{FF2B5EF4-FFF2-40B4-BE49-F238E27FC236}">
                      <a16:creationId xmlns:a16="http://schemas.microsoft.com/office/drawing/2014/main" id="{40D8F067-2DFF-742A-E1DE-E11FA9EFFDD4}"/>
                    </a:ext>
                  </a:extLst>
                </p14:cNvPr>
                <p14:cNvContentPartPr/>
                <p14:nvPr/>
              </p14:nvContentPartPr>
              <p14:xfrm>
                <a:off x="9504376" y="4063513"/>
                <a:ext cx="62640" cy="130680"/>
              </p14:xfrm>
            </p:contentPart>
          </mc:Choice>
          <mc:Fallback xmlns="">
            <p:pic>
              <p:nvPicPr>
                <p:cNvPr id="387" name="Ink 386">
                  <a:extLst>
                    <a:ext uri="{FF2B5EF4-FFF2-40B4-BE49-F238E27FC236}">
                      <a16:creationId xmlns:a16="http://schemas.microsoft.com/office/drawing/2014/main" id="{40D8F067-2DFF-742A-E1DE-E11FA9EFFDD4}"/>
                    </a:ext>
                  </a:extLst>
                </p:cNvPr>
                <p:cNvPicPr/>
                <p:nvPr/>
              </p:nvPicPr>
              <p:blipFill>
                <a:blip r:embed="rId663"/>
                <a:stretch>
                  <a:fillRect/>
                </a:stretch>
              </p:blipFill>
              <p:spPr>
                <a:xfrm>
                  <a:off x="9486376" y="4045873"/>
                  <a:ext cx="9828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664">
              <p14:nvContentPartPr>
                <p14:cNvPr id="388" name="Ink 387">
                  <a:extLst>
                    <a:ext uri="{FF2B5EF4-FFF2-40B4-BE49-F238E27FC236}">
                      <a16:creationId xmlns:a16="http://schemas.microsoft.com/office/drawing/2014/main" id="{4A8BEC58-1E43-22A4-299F-AF71B85464E5}"/>
                    </a:ext>
                  </a:extLst>
                </p14:cNvPr>
                <p14:cNvContentPartPr/>
                <p14:nvPr/>
              </p14:nvContentPartPr>
              <p14:xfrm>
                <a:off x="9514096" y="4033633"/>
                <a:ext cx="105480" cy="117720"/>
              </p14:xfrm>
            </p:contentPart>
          </mc:Choice>
          <mc:Fallback xmlns="">
            <p:pic>
              <p:nvPicPr>
                <p:cNvPr id="388" name="Ink 387">
                  <a:extLst>
                    <a:ext uri="{FF2B5EF4-FFF2-40B4-BE49-F238E27FC236}">
                      <a16:creationId xmlns:a16="http://schemas.microsoft.com/office/drawing/2014/main" id="{4A8BEC58-1E43-22A4-299F-AF71B85464E5}"/>
                    </a:ext>
                  </a:extLst>
                </p:cNvPr>
                <p:cNvPicPr/>
                <p:nvPr/>
              </p:nvPicPr>
              <p:blipFill>
                <a:blip r:embed="rId665"/>
                <a:stretch>
                  <a:fillRect/>
                </a:stretch>
              </p:blipFill>
              <p:spPr>
                <a:xfrm>
                  <a:off x="9496096" y="4015993"/>
                  <a:ext cx="14112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666">
              <p14:nvContentPartPr>
                <p14:cNvPr id="389" name="Ink 388">
                  <a:extLst>
                    <a:ext uri="{FF2B5EF4-FFF2-40B4-BE49-F238E27FC236}">
                      <a16:creationId xmlns:a16="http://schemas.microsoft.com/office/drawing/2014/main" id="{211DA8A4-BF44-F21B-7822-424D1AE85942}"/>
                    </a:ext>
                  </a:extLst>
                </p14:cNvPr>
                <p14:cNvContentPartPr/>
                <p14:nvPr/>
              </p14:nvContentPartPr>
              <p14:xfrm>
                <a:off x="9673216" y="3972793"/>
                <a:ext cx="14040" cy="147960"/>
              </p14:xfrm>
            </p:contentPart>
          </mc:Choice>
          <mc:Fallback xmlns="">
            <p:pic>
              <p:nvPicPr>
                <p:cNvPr id="389" name="Ink 388">
                  <a:extLst>
                    <a:ext uri="{FF2B5EF4-FFF2-40B4-BE49-F238E27FC236}">
                      <a16:creationId xmlns:a16="http://schemas.microsoft.com/office/drawing/2014/main" id="{211DA8A4-BF44-F21B-7822-424D1AE85942}"/>
                    </a:ext>
                  </a:extLst>
                </p:cNvPr>
                <p:cNvPicPr/>
                <p:nvPr/>
              </p:nvPicPr>
              <p:blipFill>
                <a:blip r:embed="rId667"/>
                <a:stretch>
                  <a:fillRect/>
                </a:stretch>
              </p:blipFill>
              <p:spPr>
                <a:xfrm>
                  <a:off x="9655216" y="3954793"/>
                  <a:ext cx="4968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668">
              <p14:nvContentPartPr>
                <p14:cNvPr id="390" name="Ink 389">
                  <a:extLst>
                    <a:ext uri="{FF2B5EF4-FFF2-40B4-BE49-F238E27FC236}">
                      <a16:creationId xmlns:a16="http://schemas.microsoft.com/office/drawing/2014/main" id="{08C4D251-AB26-9055-4933-07A08147833E}"/>
                    </a:ext>
                  </a:extLst>
                </p14:cNvPr>
                <p14:cNvContentPartPr/>
                <p14:nvPr/>
              </p14:nvContentPartPr>
              <p14:xfrm>
                <a:off x="9762856" y="4087633"/>
                <a:ext cx="12960" cy="62280"/>
              </p14:xfrm>
            </p:contentPart>
          </mc:Choice>
          <mc:Fallback xmlns="">
            <p:pic>
              <p:nvPicPr>
                <p:cNvPr id="390" name="Ink 389">
                  <a:extLst>
                    <a:ext uri="{FF2B5EF4-FFF2-40B4-BE49-F238E27FC236}">
                      <a16:creationId xmlns:a16="http://schemas.microsoft.com/office/drawing/2014/main" id="{08C4D251-AB26-9055-4933-07A08147833E}"/>
                    </a:ext>
                  </a:extLst>
                </p:cNvPr>
                <p:cNvPicPr/>
                <p:nvPr/>
              </p:nvPicPr>
              <p:blipFill>
                <a:blip r:embed="rId669"/>
                <a:stretch>
                  <a:fillRect/>
                </a:stretch>
              </p:blipFill>
              <p:spPr>
                <a:xfrm>
                  <a:off x="9744856" y="4069993"/>
                  <a:ext cx="4860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670">
              <p14:nvContentPartPr>
                <p14:cNvPr id="391" name="Ink 390">
                  <a:extLst>
                    <a:ext uri="{FF2B5EF4-FFF2-40B4-BE49-F238E27FC236}">
                      <a16:creationId xmlns:a16="http://schemas.microsoft.com/office/drawing/2014/main" id="{F5278746-3AF4-7B65-9960-30E9E721534A}"/>
                    </a:ext>
                  </a:extLst>
                </p14:cNvPr>
                <p14:cNvContentPartPr/>
                <p14:nvPr/>
              </p14:nvContentPartPr>
              <p14:xfrm>
                <a:off x="9758536" y="3963433"/>
                <a:ext cx="11880" cy="28080"/>
              </p14:xfrm>
            </p:contentPart>
          </mc:Choice>
          <mc:Fallback xmlns="">
            <p:pic>
              <p:nvPicPr>
                <p:cNvPr id="391" name="Ink 390">
                  <a:extLst>
                    <a:ext uri="{FF2B5EF4-FFF2-40B4-BE49-F238E27FC236}">
                      <a16:creationId xmlns:a16="http://schemas.microsoft.com/office/drawing/2014/main" id="{F5278746-3AF4-7B65-9960-30E9E721534A}"/>
                    </a:ext>
                  </a:extLst>
                </p:cNvPr>
                <p:cNvPicPr/>
                <p:nvPr/>
              </p:nvPicPr>
              <p:blipFill>
                <a:blip r:embed="rId671"/>
                <a:stretch>
                  <a:fillRect/>
                </a:stretch>
              </p:blipFill>
              <p:spPr>
                <a:xfrm>
                  <a:off x="9740896" y="3945793"/>
                  <a:ext cx="4752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672">
              <p14:nvContentPartPr>
                <p14:cNvPr id="392" name="Ink 391">
                  <a:extLst>
                    <a:ext uri="{FF2B5EF4-FFF2-40B4-BE49-F238E27FC236}">
                      <a16:creationId xmlns:a16="http://schemas.microsoft.com/office/drawing/2014/main" id="{BF2DB6C7-3404-50FB-E9A1-81173C81C7DF}"/>
                    </a:ext>
                  </a:extLst>
                </p14:cNvPr>
                <p14:cNvContentPartPr/>
                <p14:nvPr/>
              </p14:nvContentPartPr>
              <p14:xfrm>
                <a:off x="9853936" y="3973513"/>
                <a:ext cx="59400" cy="206280"/>
              </p14:xfrm>
            </p:contentPart>
          </mc:Choice>
          <mc:Fallback xmlns="">
            <p:pic>
              <p:nvPicPr>
                <p:cNvPr id="392" name="Ink 391">
                  <a:extLst>
                    <a:ext uri="{FF2B5EF4-FFF2-40B4-BE49-F238E27FC236}">
                      <a16:creationId xmlns:a16="http://schemas.microsoft.com/office/drawing/2014/main" id="{BF2DB6C7-3404-50FB-E9A1-81173C81C7DF}"/>
                    </a:ext>
                  </a:extLst>
                </p:cNvPr>
                <p:cNvPicPr/>
                <p:nvPr/>
              </p:nvPicPr>
              <p:blipFill>
                <a:blip r:embed="rId673"/>
                <a:stretch>
                  <a:fillRect/>
                </a:stretch>
              </p:blipFill>
              <p:spPr>
                <a:xfrm>
                  <a:off x="9835936" y="3955513"/>
                  <a:ext cx="9504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674">
              <p14:nvContentPartPr>
                <p14:cNvPr id="393" name="Ink 392">
                  <a:extLst>
                    <a:ext uri="{FF2B5EF4-FFF2-40B4-BE49-F238E27FC236}">
                      <a16:creationId xmlns:a16="http://schemas.microsoft.com/office/drawing/2014/main" id="{148C9C1C-1AE2-4973-2EE4-6E5DA26AC2C2}"/>
                    </a:ext>
                  </a:extLst>
                </p14:cNvPr>
                <p14:cNvContentPartPr/>
                <p14:nvPr/>
              </p14:nvContentPartPr>
              <p14:xfrm>
                <a:off x="9841336" y="4097713"/>
                <a:ext cx="74880" cy="22320"/>
              </p14:xfrm>
            </p:contentPart>
          </mc:Choice>
          <mc:Fallback xmlns="">
            <p:pic>
              <p:nvPicPr>
                <p:cNvPr id="393" name="Ink 392">
                  <a:extLst>
                    <a:ext uri="{FF2B5EF4-FFF2-40B4-BE49-F238E27FC236}">
                      <a16:creationId xmlns:a16="http://schemas.microsoft.com/office/drawing/2014/main" id="{148C9C1C-1AE2-4973-2EE4-6E5DA26AC2C2}"/>
                    </a:ext>
                  </a:extLst>
                </p:cNvPr>
                <p:cNvPicPr/>
                <p:nvPr/>
              </p:nvPicPr>
              <p:blipFill>
                <a:blip r:embed="rId675"/>
                <a:stretch>
                  <a:fillRect/>
                </a:stretch>
              </p:blipFill>
              <p:spPr>
                <a:xfrm>
                  <a:off x="9823696" y="4079713"/>
                  <a:ext cx="11052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676">
              <p14:nvContentPartPr>
                <p14:cNvPr id="394" name="Ink 393">
                  <a:extLst>
                    <a:ext uri="{FF2B5EF4-FFF2-40B4-BE49-F238E27FC236}">
                      <a16:creationId xmlns:a16="http://schemas.microsoft.com/office/drawing/2014/main" id="{A0E2BC5B-1CCD-BBAC-0DD2-04748B18C094}"/>
                    </a:ext>
                  </a:extLst>
                </p14:cNvPr>
                <p14:cNvContentPartPr/>
                <p14:nvPr/>
              </p14:nvContentPartPr>
              <p14:xfrm>
                <a:off x="9959776" y="4051993"/>
                <a:ext cx="11520" cy="66960"/>
              </p14:xfrm>
            </p:contentPart>
          </mc:Choice>
          <mc:Fallback xmlns="">
            <p:pic>
              <p:nvPicPr>
                <p:cNvPr id="394" name="Ink 393">
                  <a:extLst>
                    <a:ext uri="{FF2B5EF4-FFF2-40B4-BE49-F238E27FC236}">
                      <a16:creationId xmlns:a16="http://schemas.microsoft.com/office/drawing/2014/main" id="{A0E2BC5B-1CCD-BBAC-0DD2-04748B18C094}"/>
                    </a:ext>
                  </a:extLst>
                </p:cNvPr>
                <p:cNvPicPr/>
                <p:nvPr/>
              </p:nvPicPr>
              <p:blipFill>
                <a:blip r:embed="rId677"/>
                <a:stretch>
                  <a:fillRect/>
                </a:stretch>
              </p:blipFill>
              <p:spPr>
                <a:xfrm>
                  <a:off x="9942136" y="4034353"/>
                  <a:ext cx="471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678">
              <p14:nvContentPartPr>
                <p14:cNvPr id="395" name="Ink 394">
                  <a:extLst>
                    <a:ext uri="{FF2B5EF4-FFF2-40B4-BE49-F238E27FC236}">
                      <a16:creationId xmlns:a16="http://schemas.microsoft.com/office/drawing/2014/main" id="{56F7DCBF-47B4-1F8F-8F8C-ECF15C9085AD}"/>
                    </a:ext>
                  </a:extLst>
                </p14:cNvPr>
                <p14:cNvContentPartPr/>
                <p14:nvPr/>
              </p14:nvContentPartPr>
              <p14:xfrm>
                <a:off x="9955096" y="3971713"/>
                <a:ext cx="17640" cy="55080"/>
              </p14:xfrm>
            </p:contentPart>
          </mc:Choice>
          <mc:Fallback xmlns="">
            <p:pic>
              <p:nvPicPr>
                <p:cNvPr id="395" name="Ink 394">
                  <a:extLst>
                    <a:ext uri="{FF2B5EF4-FFF2-40B4-BE49-F238E27FC236}">
                      <a16:creationId xmlns:a16="http://schemas.microsoft.com/office/drawing/2014/main" id="{56F7DCBF-47B4-1F8F-8F8C-ECF15C9085AD}"/>
                    </a:ext>
                  </a:extLst>
                </p:cNvPr>
                <p:cNvPicPr/>
                <p:nvPr/>
              </p:nvPicPr>
              <p:blipFill>
                <a:blip r:embed="rId679"/>
                <a:stretch>
                  <a:fillRect/>
                </a:stretch>
              </p:blipFill>
              <p:spPr>
                <a:xfrm>
                  <a:off x="9937096" y="3953713"/>
                  <a:ext cx="5328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680">
              <p14:nvContentPartPr>
                <p14:cNvPr id="396" name="Ink 395">
                  <a:extLst>
                    <a:ext uri="{FF2B5EF4-FFF2-40B4-BE49-F238E27FC236}">
                      <a16:creationId xmlns:a16="http://schemas.microsoft.com/office/drawing/2014/main" id="{807D5912-BFF2-CAFE-0E4D-663DDA06E41A}"/>
                    </a:ext>
                  </a:extLst>
                </p14:cNvPr>
                <p14:cNvContentPartPr/>
                <p14:nvPr/>
              </p14:nvContentPartPr>
              <p14:xfrm>
                <a:off x="10055176" y="4042273"/>
                <a:ext cx="80640" cy="86400"/>
              </p14:xfrm>
            </p:contentPart>
          </mc:Choice>
          <mc:Fallback xmlns="">
            <p:pic>
              <p:nvPicPr>
                <p:cNvPr id="396" name="Ink 395">
                  <a:extLst>
                    <a:ext uri="{FF2B5EF4-FFF2-40B4-BE49-F238E27FC236}">
                      <a16:creationId xmlns:a16="http://schemas.microsoft.com/office/drawing/2014/main" id="{807D5912-BFF2-CAFE-0E4D-663DDA06E41A}"/>
                    </a:ext>
                  </a:extLst>
                </p:cNvPr>
                <p:cNvPicPr/>
                <p:nvPr/>
              </p:nvPicPr>
              <p:blipFill>
                <a:blip r:embed="rId681"/>
                <a:stretch>
                  <a:fillRect/>
                </a:stretch>
              </p:blipFill>
              <p:spPr>
                <a:xfrm>
                  <a:off x="10037176" y="4024273"/>
                  <a:ext cx="11628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682">
              <p14:nvContentPartPr>
                <p14:cNvPr id="397" name="Ink 396">
                  <a:extLst>
                    <a:ext uri="{FF2B5EF4-FFF2-40B4-BE49-F238E27FC236}">
                      <a16:creationId xmlns:a16="http://schemas.microsoft.com/office/drawing/2014/main" id="{91D12A8B-B483-6495-F8A3-15D2D2196B1A}"/>
                    </a:ext>
                  </a:extLst>
                </p14:cNvPr>
                <p14:cNvContentPartPr/>
                <p14:nvPr/>
              </p14:nvContentPartPr>
              <p14:xfrm>
                <a:off x="10139056" y="4042633"/>
                <a:ext cx="133560" cy="75600"/>
              </p14:xfrm>
            </p:contentPart>
          </mc:Choice>
          <mc:Fallback xmlns="">
            <p:pic>
              <p:nvPicPr>
                <p:cNvPr id="397" name="Ink 396">
                  <a:extLst>
                    <a:ext uri="{FF2B5EF4-FFF2-40B4-BE49-F238E27FC236}">
                      <a16:creationId xmlns:a16="http://schemas.microsoft.com/office/drawing/2014/main" id="{91D12A8B-B483-6495-F8A3-15D2D2196B1A}"/>
                    </a:ext>
                  </a:extLst>
                </p:cNvPr>
                <p:cNvPicPr/>
                <p:nvPr/>
              </p:nvPicPr>
              <p:blipFill>
                <a:blip r:embed="rId683"/>
                <a:stretch>
                  <a:fillRect/>
                </a:stretch>
              </p:blipFill>
              <p:spPr>
                <a:xfrm>
                  <a:off x="10121056" y="4024633"/>
                  <a:ext cx="16920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684">
              <p14:nvContentPartPr>
                <p14:cNvPr id="398" name="Ink 397">
                  <a:extLst>
                    <a:ext uri="{FF2B5EF4-FFF2-40B4-BE49-F238E27FC236}">
                      <a16:creationId xmlns:a16="http://schemas.microsoft.com/office/drawing/2014/main" id="{8A523F80-9713-D774-ED65-BA0C4571603B}"/>
                    </a:ext>
                  </a:extLst>
                </p14:cNvPr>
                <p14:cNvContentPartPr/>
                <p14:nvPr/>
              </p14:nvContentPartPr>
              <p14:xfrm>
                <a:off x="10307536" y="3941473"/>
                <a:ext cx="46080" cy="194400"/>
              </p14:xfrm>
            </p:contentPart>
          </mc:Choice>
          <mc:Fallback xmlns="">
            <p:pic>
              <p:nvPicPr>
                <p:cNvPr id="398" name="Ink 397">
                  <a:extLst>
                    <a:ext uri="{FF2B5EF4-FFF2-40B4-BE49-F238E27FC236}">
                      <a16:creationId xmlns:a16="http://schemas.microsoft.com/office/drawing/2014/main" id="{8A523F80-9713-D774-ED65-BA0C4571603B}"/>
                    </a:ext>
                  </a:extLst>
                </p:cNvPr>
                <p:cNvPicPr/>
                <p:nvPr/>
              </p:nvPicPr>
              <p:blipFill>
                <a:blip r:embed="rId685"/>
                <a:stretch>
                  <a:fillRect/>
                </a:stretch>
              </p:blipFill>
              <p:spPr>
                <a:xfrm>
                  <a:off x="10289896" y="3923473"/>
                  <a:ext cx="8172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686">
              <p14:nvContentPartPr>
                <p14:cNvPr id="399" name="Ink 398">
                  <a:extLst>
                    <a:ext uri="{FF2B5EF4-FFF2-40B4-BE49-F238E27FC236}">
                      <a16:creationId xmlns:a16="http://schemas.microsoft.com/office/drawing/2014/main" id="{E62F32EC-9378-C6F7-552A-8F6552872480}"/>
                    </a:ext>
                  </a:extLst>
                </p14:cNvPr>
                <p14:cNvContentPartPr/>
                <p14:nvPr/>
              </p14:nvContentPartPr>
              <p14:xfrm>
                <a:off x="10292776" y="4042273"/>
                <a:ext cx="208440" cy="89640"/>
              </p14:xfrm>
            </p:contentPart>
          </mc:Choice>
          <mc:Fallback xmlns="">
            <p:pic>
              <p:nvPicPr>
                <p:cNvPr id="399" name="Ink 398">
                  <a:extLst>
                    <a:ext uri="{FF2B5EF4-FFF2-40B4-BE49-F238E27FC236}">
                      <a16:creationId xmlns:a16="http://schemas.microsoft.com/office/drawing/2014/main" id="{E62F32EC-9378-C6F7-552A-8F6552872480}"/>
                    </a:ext>
                  </a:extLst>
                </p:cNvPr>
                <p:cNvPicPr/>
                <p:nvPr/>
              </p:nvPicPr>
              <p:blipFill>
                <a:blip r:embed="rId687"/>
                <a:stretch>
                  <a:fillRect/>
                </a:stretch>
              </p:blipFill>
              <p:spPr>
                <a:xfrm>
                  <a:off x="10275136" y="4024633"/>
                  <a:ext cx="2440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688">
              <p14:nvContentPartPr>
                <p14:cNvPr id="400" name="Ink 399">
                  <a:extLst>
                    <a:ext uri="{FF2B5EF4-FFF2-40B4-BE49-F238E27FC236}">
                      <a16:creationId xmlns:a16="http://schemas.microsoft.com/office/drawing/2014/main" id="{5DB254FB-97D5-0866-C4C5-02699EE10177}"/>
                    </a:ext>
                  </a:extLst>
                </p14:cNvPr>
                <p14:cNvContentPartPr/>
                <p14:nvPr/>
              </p14:nvContentPartPr>
              <p14:xfrm>
                <a:off x="10483216" y="3943273"/>
                <a:ext cx="14760" cy="35280"/>
              </p14:xfrm>
            </p:contentPart>
          </mc:Choice>
          <mc:Fallback xmlns="">
            <p:pic>
              <p:nvPicPr>
                <p:cNvPr id="400" name="Ink 399">
                  <a:extLst>
                    <a:ext uri="{FF2B5EF4-FFF2-40B4-BE49-F238E27FC236}">
                      <a16:creationId xmlns:a16="http://schemas.microsoft.com/office/drawing/2014/main" id="{5DB254FB-97D5-0866-C4C5-02699EE10177}"/>
                    </a:ext>
                  </a:extLst>
                </p:cNvPr>
                <p:cNvPicPr/>
                <p:nvPr/>
              </p:nvPicPr>
              <p:blipFill>
                <a:blip r:embed="rId689"/>
                <a:stretch>
                  <a:fillRect/>
                </a:stretch>
              </p:blipFill>
              <p:spPr>
                <a:xfrm>
                  <a:off x="10465216" y="3925273"/>
                  <a:ext cx="5040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690">
              <p14:nvContentPartPr>
                <p14:cNvPr id="401" name="Ink 400">
                  <a:extLst>
                    <a:ext uri="{FF2B5EF4-FFF2-40B4-BE49-F238E27FC236}">
                      <a16:creationId xmlns:a16="http://schemas.microsoft.com/office/drawing/2014/main" id="{7F243DE2-537A-646F-FCD3-F359A5FA256C}"/>
                    </a:ext>
                  </a:extLst>
                </p14:cNvPr>
                <p14:cNvContentPartPr/>
                <p14:nvPr/>
              </p14:nvContentPartPr>
              <p14:xfrm>
                <a:off x="10605976" y="4014553"/>
                <a:ext cx="188280" cy="96120"/>
              </p14:xfrm>
            </p:contentPart>
          </mc:Choice>
          <mc:Fallback xmlns="">
            <p:pic>
              <p:nvPicPr>
                <p:cNvPr id="401" name="Ink 400">
                  <a:extLst>
                    <a:ext uri="{FF2B5EF4-FFF2-40B4-BE49-F238E27FC236}">
                      <a16:creationId xmlns:a16="http://schemas.microsoft.com/office/drawing/2014/main" id="{7F243DE2-537A-646F-FCD3-F359A5FA256C}"/>
                    </a:ext>
                  </a:extLst>
                </p:cNvPr>
                <p:cNvPicPr/>
                <p:nvPr/>
              </p:nvPicPr>
              <p:blipFill>
                <a:blip r:embed="rId691"/>
                <a:stretch>
                  <a:fillRect/>
                </a:stretch>
              </p:blipFill>
              <p:spPr>
                <a:xfrm>
                  <a:off x="10587976" y="3996553"/>
                  <a:ext cx="22392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692">
              <p14:nvContentPartPr>
                <p14:cNvPr id="402" name="Ink 401">
                  <a:extLst>
                    <a:ext uri="{FF2B5EF4-FFF2-40B4-BE49-F238E27FC236}">
                      <a16:creationId xmlns:a16="http://schemas.microsoft.com/office/drawing/2014/main" id="{23E239A4-8572-3D31-509F-929057BEBBA1}"/>
                    </a:ext>
                  </a:extLst>
                </p14:cNvPr>
                <p14:cNvContentPartPr/>
                <p14:nvPr/>
              </p14:nvContentPartPr>
              <p14:xfrm>
                <a:off x="8835856" y="3902593"/>
                <a:ext cx="2229120" cy="452880"/>
              </p14:xfrm>
            </p:contentPart>
          </mc:Choice>
          <mc:Fallback xmlns="">
            <p:pic>
              <p:nvPicPr>
                <p:cNvPr id="402" name="Ink 401">
                  <a:extLst>
                    <a:ext uri="{FF2B5EF4-FFF2-40B4-BE49-F238E27FC236}">
                      <a16:creationId xmlns:a16="http://schemas.microsoft.com/office/drawing/2014/main" id="{23E239A4-8572-3D31-509F-929057BEBBA1}"/>
                    </a:ext>
                  </a:extLst>
                </p:cNvPr>
                <p:cNvPicPr/>
                <p:nvPr/>
              </p:nvPicPr>
              <p:blipFill>
                <a:blip r:embed="rId693"/>
                <a:stretch>
                  <a:fillRect/>
                </a:stretch>
              </p:blipFill>
              <p:spPr>
                <a:xfrm>
                  <a:off x="8817856" y="3884953"/>
                  <a:ext cx="2264760" cy="488520"/>
                </a:xfrm>
                <a:prstGeom prst="rect">
                  <a:avLst/>
                </a:prstGeom>
              </p:spPr>
            </p:pic>
          </mc:Fallback>
        </mc:AlternateContent>
      </p:grpSp>
    </p:spTree>
    <p:extLst>
      <p:ext uri="{BB962C8B-B14F-4D97-AF65-F5344CB8AC3E}">
        <p14:creationId xmlns:p14="http://schemas.microsoft.com/office/powerpoint/2010/main" val="4178987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2A68E-84FE-B734-8F0B-39740E607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8BD46-E2F4-C456-8A51-C77A406320BE}"/>
              </a:ext>
            </a:extLst>
          </p:cNvPr>
          <p:cNvSpPr>
            <a:spLocks noGrp="1"/>
          </p:cNvSpPr>
          <p:nvPr>
            <p:ph type="title"/>
          </p:nvPr>
        </p:nvSpPr>
        <p:spPr>
          <a:xfrm>
            <a:off x="78739" y="14986"/>
            <a:ext cx="10328275" cy="492443"/>
          </a:xfrm>
        </p:spPr>
        <p:txBody>
          <a:bodyPr/>
          <a:lstStyle/>
          <a:p>
            <a:r>
              <a:rPr lang="en-US" dirty="0"/>
              <a:t>Let’s design optical comm system</a:t>
            </a:r>
          </a:p>
        </p:txBody>
      </p:sp>
      <p:grpSp>
        <p:nvGrpSpPr>
          <p:cNvPr id="12" name="Group 11">
            <a:extLst>
              <a:ext uri="{FF2B5EF4-FFF2-40B4-BE49-F238E27FC236}">
                <a16:creationId xmlns:a16="http://schemas.microsoft.com/office/drawing/2014/main" id="{60823F16-14DC-D8BB-26C6-48A3362E3DBA}"/>
              </a:ext>
            </a:extLst>
          </p:cNvPr>
          <p:cNvGrpSpPr/>
          <p:nvPr/>
        </p:nvGrpSpPr>
        <p:grpSpPr>
          <a:xfrm>
            <a:off x="1080830" y="2043757"/>
            <a:ext cx="1151640" cy="2036160"/>
            <a:chOff x="1080830" y="2043757"/>
            <a:chExt cx="1151640" cy="203616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A7BAB58-0884-C3EF-1631-EA30B9496053}"/>
                    </a:ext>
                  </a:extLst>
                </p14:cNvPr>
                <p14:cNvContentPartPr/>
                <p14:nvPr/>
              </p14:nvContentPartPr>
              <p14:xfrm>
                <a:off x="1111430" y="2489437"/>
                <a:ext cx="43920" cy="1470240"/>
              </p14:xfrm>
            </p:contentPart>
          </mc:Choice>
          <mc:Fallback xmlns="">
            <p:pic>
              <p:nvPicPr>
                <p:cNvPr id="4" name="Ink 3">
                  <a:extLst>
                    <a:ext uri="{FF2B5EF4-FFF2-40B4-BE49-F238E27FC236}">
                      <a16:creationId xmlns:a16="http://schemas.microsoft.com/office/drawing/2014/main" id="{5A7BAB58-0884-C3EF-1631-EA30B9496053}"/>
                    </a:ext>
                  </a:extLst>
                </p:cNvPr>
                <p:cNvPicPr/>
                <p:nvPr/>
              </p:nvPicPr>
              <p:blipFill>
                <a:blip r:embed="rId3"/>
                <a:stretch>
                  <a:fillRect/>
                </a:stretch>
              </p:blipFill>
              <p:spPr>
                <a:xfrm>
                  <a:off x="1093430" y="2471437"/>
                  <a:ext cx="79560" cy="1505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F6ECD26D-CE58-CAED-EAEC-A2A03E14B6C7}"/>
                    </a:ext>
                  </a:extLst>
                </p14:cNvPr>
                <p14:cNvContentPartPr/>
                <p14:nvPr/>
              </p14:nvContentPartPr>
              <p14:xfrm>
                <a:off x="1080830" y="2568277"/>
                <a:ext cx="1043640" cy="49680"/>
              </p14:xfrm>
            </p:contentPart>
          </mc:Choice>
          <mc:Fallback xmlns="">
            <p:pic>
              <p:nvPicPr>
                <p:cNvPr id="5" name="Ink 4">
                  <a:extLst>
                    <a:ext uri="{FF2B5EF4-FFF2-40B4-BE49-F238E27FC236}">
                      <a16:creationId xmlns:a16="http://schemas.microsoft.com/office/drawing/2014/main" id="{F6ECD26D-CE58-CAED-EAEC-A2A03E14B6C7}"/>
                    </a:ext>
                  </a:extLst>
                </p:cNvPr>
                <p:cNvPicPr/>
                <p:nvPr/>
              </p:nvPicPr>
              <p:blipFill>
                <a:blip r:embed="rId5"/>
                <a:stretch>
                  <a:fillRect/>
                </a:stretch>
              </p:blipFill>
              <p:spPr>
                <a:xfrm>
                  <a:off x="1062830" y="2550406"/>
                  <a:ext cx="1079280" cy="8506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EEE7DD77-E710-E304-7C49-2F335EAD44E7}"/>
                    </a:ext>
                  </a:extLst>
                </p14:cNvPr>
                <p14:cNvContentPartPr/>
                <p14:nvPr/>
              </p14:nvContentPartPr>
              <p14:xfrm>
                <a:off x="1109990" y="2603557"/>
                <a:ext cx="1122480" cy="1476360"/>
              </p14:xfrm>
            </p:contentPart>
          </mc:Choice>
          <mc:Fallback xmlns="">
            <p:pic>
              <p:nvPicPr>
                <p:cNvPr id="6" name="Ink 5">
                  <a:extLst>
                    <a:ext uri="{FF2B5EF4-FFF2-40B4-BE49-F238E27FC236}">
                      <a16:creationId xmlns:a16="http://schemas.microsoft.com/office/drawing/2014/main" id="{EEE7DD77-E710-E304-7C49-2F335EAD44E7}"/>
                    </a:ext>
                  </a:extLst>
                </p:cNvPr>
                <p:cNvPicPr/>
                <p:nvPr/>
              </p:nvPicPr>
              <p:blipFill>
                <a:blip r:embed="rId7"/>
                <a:stretch>
                  <a:fillRect/>
                </a:stretch>
              </p:blipFill>
              <p:spPr>
                <a:xfrm>
                  <a:off x="1091990" y="2585557"/>
                  <a:ext cx="1158120" cy="151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E613ACC8-678F-1FEC-4F35-628A32CBC656}"/>
                    </a:ext>
                  </a:extLst>
                </p14:cNvPr>
                <p14:cNvContentPartPr/>
                <p14:nvPr/>
              </p14:nvContentPartPr>
              <p14:xfrm>
                <a:off x="1356950" y="2141317"/>
                <a:ext cx="38160" cy="266400"/>
              </p14:xfrm>
            </p:contentPart>
          </mc:Choice>
          <mc:Fallback xmlns="">
            <p:pic>
              <p:nvPicPr>
                <p:cNvPr id="7" name="Ink 6">
                  <a:extLst>
                    <a:ext uri="{FF2B5EF4-FFF2-40B4-BE49-F238E27FC236}">
                      <a16:creationId xmlns:a16="http://schemas.microsoft.com/office/drawing/2014/main" id="{E613ACC8-678F-1FEC-4F35-628A32CBC656}"/>
                    </a:ext>
                  </a:extLst>
                </p:cNvPr>
                <p:cNvPicPr/>
                <p:nvPr/>
              </p:nvPicPr>
              <p:blipFill>
                <a:blip r:embed="rId9"/>
                <a:stretch>
                  <a:fillRect/>
                </a:stretch>
              </p:blipFill>
              <p:spPr>
                <a:xfrm>
                  <a:off x="1338950" y="2123317"/>
                  <a:ext cx="7380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3AA92E63-B6B7-AB98-094D-EED755F248C6}"/>
                    </a:ext>
                  </a:extLst>
                </p14:cNvPr>
                <p14:cNvContentPartPr/>
                <p14:nvPr/>
              </p14:nvContentPartPr>
              <p14:xfrm>
                <a:off x="1369550" y="2156077"/>
                <a:ext cx="142920" cy="225720"/>
              </p14:xfrm>
            </p:contentPart>
          </mc:Choice>
          <mc:Fallback xmlns="">
            <p:pic>
              <p:nvPicPr>
                <p:cNvPr id="8" name="Ink 7">
                  <a:extLst>
                    <a:ext uri="{FF2B5EF4-FFF2-40B4-BE49-F238E27FC236}">
                      <a16:creationId xmlns:a16="http://schemas.microsoft.com/office/drawing/2014/main" id="{3AA92E63-B6B7-AB98-094D-EED755F248C6}"/>
                    </a:ext>
                  </a:extLst>
                </p:cNvPr>
                <p:cNvPicPr/>
                <p:nvPr/>
              </p:nvPicPr>
              <p:blipFill>
                <a:blip r:embed="rId11"/>
                <a:stretch>
                  <a:fillRect/>
                </a:stretch>
              </p:blipFill>
              <p:spPr>
                <a:xfrm>
                  <a:off x="1351595" y="2138077"/>
                  <a:ext cx="17847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BD32BADD-EAEF-C481-20C7-CBEA4C735BE0}"/>
                    </a:ext>
                  </a:extLst>
                </p14:cNvPr>
                <p14:cNvContentPartPr/>
                <p14:nvPr/>
              </p14:nvContentPartPr>
              <p14:xfrm>
                <a:off x="1400510" y="2278117"/>
                <a:ext cx="49680" cy="38160"/>
              </p14:xfrm>
            </p:contentPart>
          </mc:Choice>
          <mc:Fallback xmlns="">
            <p:pic>
              <p:nvPicPr>
                <p:cNvPr id="9" name="Ink 8">
                  <a:extLst>
                    <a:ext uri="{FF2B5EF4-FFF2-40B4-BE49-F238E27FC236}">
                      <a16:creationId xmlns:a16="http://schemas.microsoft.com/office/drawing/2014/main" id="{BD32BADD-EAEF-C481-20C7-CBEA4C735BE0}"/>
                    </a:ext>
                  </a:extLst>
                </p:cNvPr>
                <p:cNvPicPr/>
                <p:nvPr/>
              </p:nvPicPr>
              <p:blipFill>
                <a:blip r:embed="rId13"/>
                <a:stretch>
                  <a:fillRect/>
                </a:stretch>
              </p:blipFill>
              <p:spPr>
                <a:xfrm>
                  <a:off x="1382379" y="2260285"/>
                  <a:ext cx="85580" cy="73467"/>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7C511862-4CE3-238B-E7D6-76097AD52A16}"/>
                    </a:ext>
                  </a:extLst>
                </p14:cNvPr>
                <p14:cNvContentPartPr/>
                <p14:nvPr/>
              </p14:nvContentPartPr>
              <p14:xfrm>
                <a:off x="1540190" y="2185597"/>
                <a:ext cx="81360" cy="120240"/>
              </p14:xfrm>
            </p:contentPart>
          </mc:Choice>
          <mc:Fallback xmlns="">
            <p:pic>
              <p:nvPicPr>
                <p:cNvPr id="10" name="Ink 9">
                  <a:extLst>
                    <a:ext uri="{FF2B5EF4-FFF2-40B4-BE49-F238E27FC236}">
                      <a16:creationId xmlns:a16="http://schemas.microsoft.com/office/drawing/2014/main" id="{7C511862-4CE3-238B-E7D6-76097AD52A16}"/>
                    </a:ext>
                  </a:extLst>
                </p:cNvPr>
                <p:cNvPicPr/>
                <p:nvPr/>
              </p:nvPicPr>
              <p:blipFill>
                <a:blip r:embed="rId15"/>
                <a:stretch>
                  <a:fillRect/>
                </a:stretch>
              </p:blipFill>
              <p:spPr>
                <a:xfrm>
                  <a:off x="1522190" y="2167597"/>
                  <a:ext cx="11700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68FCCE95-9669-5751-EEA4-022F410E8D39}"/>
                    </a:ext>
                  </a:extLst>
                </p14:cNvPr>
                <p14:cNvContentPartPr/>
                <p14:nvPr/>
              </p14:nvContentPartPr>
              <p14:xfrm>
                <a:off x="1708310" y="2043757"/>
                <a:ext cx="121320" cy="317160"/>
              </p14:xfrm>
            </p:contentPart>
          </mc:Choice>
          <mc:Fallback xmlns="">
            <p:pic>
              <p:nvPicPr>
                <p:cNvPr id="11" name="Ink 10">
                  <a:extLst>
                    <a:ext uri="{FF2B5EF4-FFF2-40B4-BE49-F238E27FC236}">
                      <a16:creationId xmlns:a16="http://schemas.microsoft.com/office/drawing/2014/main" id="{68FCCE95-9669-5751-EEA4-022F410E8D39}"/>
                    </a:ext>
                  </a:extLst>
                </p:cNvPr>
                <p:cNvPicPr/>
                <p:nvPr/>
              </p:nvPicPr>
              <p:blipFill>
                <a:blip r:embed="rId17"/>
                <a:stretch>
                  <a:fillRect/>
                </a:stretch>
              </p:blipFill>
              <p:spPr>
                <a:xfrm>
                  <a:off x="1690310" y="2025757"/>
                  <a:ext cx="156960" cy="352800"/>
                </a:xfrm>
                <a:prstGeom prst="rect">
                  <a:avLst/>
                </a:prstGeom>
              </p:spPr>
            </p:pic>
          </mc:Fallback>
        </mc:AlternateContent>
      </p:grpSp>
      <p:grpSp>
        <p:nvGrpSpPr>
          <p:cNvPr id="20" name="Group 19">
            <a:extLst>
              <a:ext uri="{FF2B5EF4-FFF2-40B4-BE49-F238E27FC236}">
                <a16:creationId xmlns:a16="http://schemas.microsoft.com/office/drawing/2014/main" id="{3CAF0E75-668A-1238-3A92-9A31CF461C80}"/>
              </a:ext>
            </a:extLst>
          </p:cNvPr>
          <p:cNvGrpSpPr/>
          <p:nvPr/>
        </p:nvGrpSpPr>
        <p:grpSpPr>
          <a:xfrm>
            <a:off x="456950" y="845677"/>
            <a:ext cx="5617440" cy="991440"/>
            <a:chOff x="456950" y="845677"/>
            <a:chExt cx="5617440" cy="991440"/>
          </a:xfrm>
        </p:grpSpPr>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D5213213-6533-F02F-9C85-FE50341A198B}"/>
                    </a:ext>
                  </a:extLst>
                </p14:cNvPr>
                <p14:cNvContentPartPr/>
                <p14:nvPr/>
              </p14:nvContentPartPr>
              <p14:xfrm>
                <a:off x="456950" y="1474597"/>
                <a:ext cx="43560" cy="362520"/>
              </p14:xfrm>
            </p:contentPart>
          </mc:Choice>
          <mc:Fallback xmlns="">
            <p:pic>
              <p:nvPicPr>
                <p:cNvPr id="13" name="Ink 12">
                  <a:extLst>
                    <a:ext uri="{FF2B5EF4-FFF2-40B4-BE49-F238E27FC236}">
                      <a16:creationId xmlns:a16="http://schemas.microsoft.com/office/drawing/2014/main" id="{D5213213-6533-F02F-9C85-FE50341A198B}"/>
                    </a:ext>
                  </a:extLst>
                </p:cNvPr>
                <p:cNvPicPr/>
                <p:nvPr/>
              </p:nvPicPr>
              <p:blipFill>
                <a:blip r:embed="rId19"/>
                <a:stretch>
                  <a:fillRect/>
                </a:stretch>
              </p:blipFill>
              <p:spPr>
                <a:xfrm>
                  <a:off x="438950" y="1456579"/>
                  <a:ext cx="79200" cy="398195"/>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BED719C8-E4EF-CE2E-FA07-51CE6410B708}"/>
                    </a:ext>
                  </a:extLst>
                </p14:cNvPr>
                <p14:cNvContentPartPr/>
                <p14:nvPr/>
              </p14:nvContentPartPr>
              <p14:xfrm>
                <a:off x="474230" y="1265797"/>
                <a:ext cx="5596920" cy="190800"/>
              </p14:xfrm>
            </p:contentPart>
          </mc:Choice>
          <mc:Fallback xmlns="">
            <p:pic>
              <p:nvPicPr>
                <p:cNvPr id="14" name="Ink 13">
                  <a:extLst>
                    <a:ext uri="{FF2B5EF4-FFF2-40B4-BE49-F238E27FC236}">
                      <a16:creationId xmlns:a16="http://schemas.microsoft.com/office/drawing/2014/main" id="{BED719C8-E4EF-CE2E-FA07-51CE6410B708}"/>
                    </a:ext>
                  </a:extLst>
                </p:cNvPr>
                <p:cNvPicPr/>
                <p:nvPr/>
              </p:nvPicPr>
              <p:blipFill>
                <a:blip r:embed="rId21"/>
                <a:stretch>
                  <a:fillRect/>
                </a:stretch>
              </p:blipFill>
              <p:spPr>
                <a:xfrm>
                  <a:off x="456230" y="1247763"/>
                  <a:ext cx="5632560" cy="226507"/>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6E99F552-6303-D65E-0802-8F50B506FF73}"/>
                    </a:ext>
                  </a:extLst>
                </p14:cNvPr>
                <p14:cNvContentPartPr/>
                <p14:nvPr/>
              </p14:nvContentPartPr>
              <p14:xfrm>
                <a:off x="6019310" y="1274797"/>
                <a:ext cx="55080" cy="345240"/>
              </p14:xfrm>
            </p:contentPart>
          </mc:Choice>
          <mc:Fallback xmlns="">
            <p:pic>
              <p:nvPicPr>
                <p:cNvPr id="15" name="Ink 14">
                  <a:extLst>
                    <a:ext uri="{FF2B5EF4-FFF2-40B4-BE49-F238E27FC236}">
                      <a16:creationId xmlns:a16="http://schemas.microsoft.com/office/drawing/2014/main" id="{6E99F552-6303-D65E-0802-8F50B506FF73}"/>
                    </a:ext>
                  </a:extLst>
                </p:cNvPr>
                <p:cNvPicPr/>
                <p:nvPr/>
              </p:nvPicPr>
              <p:blipFill>
                <a:blip r:embed="rId23"/>
                <a:stretch>
                  <a:fillRect/>
                </a:stretch>
              </p:blipFill>
              <p:spPr>
                <a:xfrm>
                  <a:off x="6001310" y="1256797"/>
                  <a:ext cx="9072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DFE24839-51C7-5C37-3277-2362601509A4}"/>
                    </a:ext>
                  </a:extLst>
                </p14:cNvPr>
                <p14:cNvContentPartPr/>
                <p14:nvPr/>
              </p14:nvContentPartPr>
              <p14:xfrm>
                <a:off x="2504630" y="845677"/>
                <a:ext cx="357480" cy="77760"/>
              </p14:xfrm>
            </p:contentPart>
          </mc:Choice>
          <mc:Fallback xmlns="">
            <p:pic>
              <p:nvPicPr>
                <p:cNvPr id="16" name="Ink 15">
                  <a:extLst>
                    <a:ext uri="{FF2B5EF4-FFF2-40B4-BE49-F238E27FC236}">
                      <a16:creationId xmlns:a16="http://schemas.microsoft.com/office/drawing/2014/main" id="{DFE24839-51C7-5C37-3277-2362601509A4}"/>
                    </a:ext>
                  </a:extLst>
                </p:cNvPr>
                <p:cNvPicPr/>
                <p:nvPr/>
              </p:nvPicPr>
              <p:blipFill>
                <a:blip r:embed="rId25"/>
                <a:stretch>
                  <a:fillRect/>
                </a:stretch>
              </p:blipFill>
              <p:spPr>
                <a:xfrm>
                  <a:off x="2486630" y="827677"/>
                  <a:ext cx="3931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E63B9922-48C6-CF30-935B-70F424320CA3}"/>
                    </a:ext>
                  </a:extLst>
                </p14:cNvPr>
                <p14:cNvContentPartPr/>
                <p14:nvPr/>
              </p14:nvContentPartPr>
              <p14:xfrm>
                <a:off x="2693990" y="882037"/>
                <a:ext cx="88560" cy="243720"/>
              </p14:xfrm>
            </p:contentPart>
          </mc:Choice>
          <mc:Fallback xmlns="">
            <p:pic>
              <p:nvPicPr>
                <p:cNvPr id="17" name="Ink 16">
                  <a:extLst>
                    <a:ext uri="{FF2B5EF4-FFF2-40B4-BE49-F238E27FC236}">
                      <a16:creationId xmlns:a16="http://schemas.microsoft.com/office/drawing/2014/main" id="{E63B9922-48C6-CF30-935B-70F424320CA3}"/>
                    </a:ext>
                  </a:extLst>
                </p:cNvPr>
                <p:cNvPicPr/>
                <p:nvPr/>
              </p:nvPicPr>
              <p:blipFill>
                <a:blip r:embed="rId27"/>
                <a:stretch>
                  <a:fillRect/>
                </a:stretch>
              </p:blipFill>
              <p:spPr>
                <a:xfrm>
                  <a:off x="2675990" y="864037"/>
                  <a:ext cx="12420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05DFAFC7-B4D5-2FF6-115F-31D18B9FC191}"/>
                    </a:ext>
                  </a:extLst>
                </p14:cNvPr>
                <p14:cNvContentPartPr/>
                <p14:nvPr/>
              </p14:nvContentPartPr>
              <p14:xfrm>
                <a:off x="2856350" y="942877"/>
                <a:ext cx="190440" cy="103320"/>
              </p14:xfrm>
            </p:contentPart>
          </mc:Choice>
          <mc:Fallback xmlns="">
            <p:pic>
              <p:nvPicPr>
                <p:cNvPr id="18" name="Ink 17">
                  <a:extLst>
                    <a:ext uri="{FF2B5EF4-FFF2-40B4-BE49-F238E27FC236}">
                      <a16:creationId xmlns:a16="http://schemas.microsoft.com/office/drawing/2014/main" id="{05DFAFC7-B4D5-2FF6-115F-31D18B9FC191}"/>
                    </a:ext>
                  </a:extLst>
                </p:cNvPr>
                <p:cNvPicPr/>
                <p:nvPr/>
              </p:nvPicPr>
              <p:blipFill>
                <a:blip r:embed="rId29"/>
                <a:stretch>
                  <a:fillRect/>
                </a:stretch>
              </p:blipFill>
              <p:spPr>
                <a:xfrm>
                  <a:off x="2838350" y="924877"/>
                  <a:ext cx="2260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8E7318D0-38CA-0BC5-582C-8311B460C312}"/>
                    </a:ext>
                  </a:extLst>
                </p14:cNvPr>
                <p14:cNvContentPartPr/>
                <p14:nvPr/>
              </p14:nvContentPartPr>
              <p14:xfrm>
                <a:off x="2935910" y="860797"/>
                <a:ext cx="142200" cy="269640"/>
              </p14:xfrm>
            </p:contentPart>
          </mc:Choice>
          <mc:Fallback xmlns="">
            <p:pic>
              <p:nvPicPr>
                <p:cNvPr id="19" name="Ink 18">
                  <a:extLst>
                    <a:ext uri="{FF2B5EF4-FFF2-40B4-BE49-F238E27FC236}">
                      <a16:creationId xmlns:a16="http://schemas.microsoft.com/office/drawing/2014/main" id="{8E7318D0-38CA-0BC5-582C-8311B460C312}"/>
                    </a:ext>
                  </a:extLst>
                </p:cNvPr>
                <p:cNvPicPr/>
                <p:nvPr/>
              </p:nvPicPr>
              <p:blipFill>
                <a:blip r:embed="rId31"/>
                <a:stretch>
                  <a:fillRect/>
                </a:stretch>
              </p:blipFill>
              <p:spPr>
                <a:xfrm>
                  <a:off x="2917910" y="842797"/>
                  <a:ext cx="177840" cy="305280"/>
                </a:xfrm>
                <a:prstGeom prst="rect">
                  <a:avLst/>
                </a:prstGeom>
              </p:spPr>
            </p:pic>
          </mc:Fallback>
        </mc:AlternateContent>
      </p:grpSp>
      <p:grpSp>
        <p:nvGrpSpPr>
          <p:cNvPr id="29" name="Group 28">
            <a:extLst>
              <a:ext uri="{FF2B5EF4-FFF2-40B4-BE49-F238E27FC236}">
                <a16:creationId xmlns:a16="http://schemas.microsoft.com/office/drawing/2014/main" id="{4BF9F6C5-473F-134F-75D7-4543326E37B9}"/>
              </a:ext>
            </a:extLst>
          </p:cNvPr>
          <p:cNvGrpSpPr/>
          <p:nvPr/>
        </p:nvGrpSpPr>
        <p:grpSpPr>
          <a:xfrm>
            <a:off x="8722550" y="828757"/>
            <a:ext cx="480600" cy="330480"/>
            <a:chOff x="8722550" y="828757"/>
            <a:chExt cx="480600" cy="330480"/>
          </a:xfrm>
        </p:grpSpPr>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77DA4A0D-C1E3-CF98-5DF1-ADED17FF826C}"/>
                    </a:ext>
                  </a:extLst>
                </p14:cNvPr>
                <p14:cNvContentPartPr/>
                <p14:nvPr/>
              </p14:nvContentPartPr>
              <p14:xfrm>
                <a:off x="8722550" y="1014157"/>
                <a:ext cx="360" cy="360"/>
              </p14:xfrm>
            </p:contentPart>
          </mc:Choice>
          <mc:Fallback xmlns="">
            <p:pic>
              <p:nvPicPr>
                <p:cNvPr id="21" name="Ink 20">
                  <a:extLst>
                    <a:ext uri="{FF2B5EF4-FFF2-40B4-BE49-F238E27FC236}">
                      <a16:creationId xmlns:a16="http://schemas.microsoft.com/office/drawing/2014/main" id="{77DA4A0D-C1E3-CF98-5DF1-ADED17FF826C}"/>
                    </a:ext>
                  </a:extLst>
                </p:cNvPr>
                <p:cNvPicPr/>
                <p:nvPr/>
              </p:nvPicPr>
              <p:blipFill>
                <a:blip r:embed="rId33"/>
                <a:stretch>
                  <a:fillRect/>
                </a:stretch>
              </p:blipFill>
              <p:spPr>
                <a:xfrm>
                  <a:off x="8704550" y="99615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4470A07E-5326-E26E-2A2C-47EA23397024}"/>
                    </a:ext>
                  </a:extLst>
                </p14:cNvPr>
                <p14:cNvContentPartPr/>
                <p14:nvPr/>
              </p14:nvContentPartPr>
              <p14:xfrm>
                <a:off x="8750630" y="865837"/>
                <a:ext cx="33120" cy="293400"/>
              </p14:xfrm>
            </p:contentPart>
          </mc:Choice>
          <mc:Fallback xmlns="">
            <p:pic>
              <p:nvPicPr>
                <p:cNvPr id="22" name="Ink 21">
                  <a:extLst>
                    <a:ext uri="{FF2B5EF4-FFF2-40B4-BE49-F238E27FC236}">
                      <a16:creationId xmlns:a16="http://schemas.microsoft.com/office/drawing/2014/main" id="{4470A07E-5326-E26E-2A2C-47EA23397024}"/>
                    </a:ext>
                  </a:extLst>
                </p:cNvPr>
                <p:cNvPicPr/>
                <p:nvPr/>
              </p:nvPicPr>
              <p:blipFill>
                <a:blip r:embed="rId35"/>
                <a:stretch>
                  <a:fillRect/>
                </a:stretch>
              </p:blipFill>
              <p:spPr>
                <a:xfrm>
                  <a:off x="8732630" y="847837"/>
                  <a:ext cx="6876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13C383A5-0CC4-1895-2BE5-815808C432C9}"/>
                    </a:ext>
                  </a:extLst>
                </p14:cNvPr>
                <p14:cNvContentPartPr/>
                <p14:nvPr/>
              </p14:nvContentPartPr>
              <p14:xfrm>
                <a:off x="8752430" y="828757"/>
                <a:ext cx="170640" cy="225360"/>
              </p14:xfrm>
            </p:contentPart>
          </mc:Choice>
          <mc:Fallback xmlns="">
            <p:pic>
              <p:nvPicPr>
                <p:cNvPr id="23" name="Ink 22">
                  <a:extLst>
                    <a:ext uri="{FF2B5EF4-FFF2-40B4-BE49-F238E27FC236}">
                      <a16:creationId xmlns:a16="http://schemas.microsoft.com/office/drawing/2014/main" id="{13C383A5-0CC4-1895-2BE5-815808C432C9}"/>
                    </a:ext>
                  </a:extLst>
                </p:cNvPr>
                <p:cNvPicPr/>
                <p:nvPr/>
              </p:nvPicPr>
              <p:blipFill>
                <a:blip r:embed="rId37"/>
                <a:stretch>
                  <a:fillRect/>
                </a:stretch>
              </p:blipFill>
              <p:spPr>
                <a:xfrm>
                  <a:off x="8734430" y="810757"/>
                  <a:ext cx="20628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23F18F15-FFEF-7450-7705-C3DBB19D4294}"/>
                    </a:ext>
                  </a:extLst>
                </p14:cNvPr>
                <p14:cNvContentPartPr/>
                <p14:nvPr/>
              </p14:nvContentPartPr>
              <p14:xfrm>
                <a:off x="9032510" y="931357"/>
                <a:ext cx="170640" cy="86040"/>
              </p14:xfrm>
            </p:contentPart>
          </mc:Choice>
          <mc:Fallback xmlns="">
            <p:pic>
              <p:nvPicPr>
                <p:cNvPr id="24" name="Ink 23">
                  <a:extLst>
                    <a:ext uri="{FF2B5EF4-FFF2-40B4-BE49-F238E27FC236}">
                      <a16:creationId xmlns:a16="http://schemas.microsoft.com/office/drawing/2014/main" id="{23F18F15-FFEF-7450-7705-C3DBB19D4294}"/>
                    </a:ext>
                  </a:extLst>
                </p:cNvPr>
                <p:cNvPicPr/>
                <p:nvPr/>
              </p:nvPicPr>
              <p:blipFill>
                <a:blip r:embed="rId39"/>
                <a:stretch>
                  <a:fillRect/>
                </a:stretch>
              </p:blipFill>
              <p:spPr>
                <a:xfrm>
                  <a:off x="9014472" y="913281"/>
                  <a:ext cx="206355" cy="12183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03B2DDA5-9B50-735E-053C-F8925062F9C0}"/>
                    </a:ext>
                  </a:extLst>
                </p14:cNvPr>
                <p14:cNvContentPartPr/>
                <p14:nvPr/>
              </p14:nvContentPartPr>
              <p14:xfrm>
                <a:off x="9082910" y="897877"/>
                <a:ext cx="87840" cy="157680"/>
              </p14:xfrm>
            </p:contentPart>
          </mc:Choice>
          <mc:Fallback xmlns="">
            <p:pic>
              <p:nvPicPr>
                <p:cNvPr id="25" name="Ink 24">
                  <a:extLst>
                    <a:ext uri="{FF2B5EF4-FFF2-40B4-BE49-F238E27FC236}">
                      <a16:creationId xmlns:a16="http://schemas.microsoft.com/office/drawing/2014/main" id="{03B2DDA5-9B50-735E-053C-F8925062F9C0}"/>
                    </a:ext>
                  </a:extLst>
                </p:cNvPr>
                <p:cNvPicPr/>
                <p:nvPr/>
              </p:nvPicPr>
              <p:blipFill>
                <a:blip r:embed="rId41"/>
                <a:stretch>
                  <a:fillRect/>
                </a:stretch>
              </p:blipFill>
              <p:spPr>
                <a:xfrm>
                  <a:off x="9064910" y="879877"/>
                  <a:ext cx="123480" cy="193320"/>
                </a:xfrm>
                <a:prstGeom prst="rect">
                  <a:avLst/>
                </a:prstGeom>
              </p:spPr>
            </p:pic>
          </mc:Fallback>
        </mc:AlternateContent>
      </p:grpSp>
      <p:grpSp>
        <p:nvGrpSpPr>
          <p:cNvPr id="31" name="Group 30">
            <a:extLst>
              <a:ext uri="{FF2B5EF4-FFF2-40B4-BE49-F238E27FC236}">
                <a16:creationId xmlns:a16="http://schemas.microsoft.com/office/drawing/2014/main" id="{01A6C69F-DB33-9956-FD69-D7546DF556C7}"/>
              </a:ext>
            </a:extLst>
          </p:cNvPr>
          <p:cNvGrpSpPr/>
          <p:nvPr/>
        </p:nvGrpSpPr>
        <p:grpSpPr>
          <a:xfrm>
            <a:off x="6422150" y="1336717"/>
            <a:ext cx="5285880" cy="280800"/>
            <a:chOff x="6422150" y="1336717"/>
            <a:chExt cx="5285880" cy="280800"/>
          </a:xfrm>
        </p:grpSpPr>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54BA8261-A20C-A725-38B0-A29D4089FA7B}"/>
                    </a:ext>
                  </a:extLst>
                </p14:cNvPr>
                <p14:cNvContentPartPr/>
                <p14:nvPr/>
              </p14:nvContentPartPr>
              <p14:xfrm>
                <a:off x="6542390" y="1336717"/>
                <a:ext cx="5165640" cy="77400"/>
              </p14:xfrm>
            </p:contentPart>
          </mc:Choice>
          <mc:Fallback xmlns="">
            <p:pic>
              <p:nvPicPr>
                <p:cNvPr id="26" name="Ink 25">
                  <a:extLst>
                    <a:ext uri="{FF2B5EF4-FFF2-40B4-BE49-F238E27FC236}">
                      <a16:creationId xmlns:a16="http://schemas.microsoft.com/office/drawing/2014/main" id="{54BA8261-A20C-A725-38B0-A29D4089FA7B}"/>
                    </a:ext>
                  </a:extLst>
                </p:cNvPr>
                <p:cNvPicPr/>
                <p:nvPr/>
              </p:nvPicPr>
              <p:blipFill>
                <a:blip r:embed="rId43"/>
                <a:stretch>
                  <a:fillRect/>
                </a:stretch>
              </p:blipFill>
              <p:spPr>
                <a:xfrm>
                  <a:off x="6524390" y="1318717"/>
                  <a:ext cx="52012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AB248C9C-F0E1-B6FD-E3BC-62B62BFF7D80}"/>
                    </a:ext>
                  </a:extLst>
                </p14:cNvPr>
                <p14:cNvContentPartPr/>
                <p14:nvPr/>
              </p14:nvContentPartPr>
              <p14:xfrm>
                <a:off x="6422150" y="1378477"/>
                <a:ext cx="12600" cy="239040"/>
              </p14:xfrm>
            </p:contentPart>
          </mc:Choice>
          <mc:Fallback xmlns="">
            <p:pic>
              <p:nvPicPr>
                <p:cNvPr id="27" name="Ink 26">
                  <a:extLst>
                    <a:ext uri="{FF2B5EF4-FFF2-40B4-BE49-F238E27FC236}">
                      <a16:creationId xmlns:a16="http://schemas.microsoft.com/office/drawing/2014/main" id="{AB248C9C-F0E1-B6FD-E3BC-62B62BFF7D80}"/>
                    </a:ext>
                  </a:extLst>
                </p:cNvPr>
                <p:cNvPicPr/>
                <p:nvPr/>
              </p:nvPicPr>
              <p:blipFill>
                <a:blip r:embed="rId45"/>
                <a:stretch>
                  <a:fillRect/>
                </a:stretch>
              </p:blipFill>
              <p:spPr>
                <a:xfrm>
                  <a:off x="6404650" y="1360477"/>
                  <a:ext cx="4725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48A7C45C-2A98-50F3-0CC8-4A183DA744A6}"/>
                    </a:ext>
                  </a:extLst>
                </p14:cNvPr>
                <p14:cNvContentPartPr/>
                <p14:nvPr/>
              </p14:nvContentPartPr>
              <p14:xfrm>
                <a:off x="11546390" y="1378117"/>
                <a:ext cx="33480" cy="228600"/>
              </p14:xfrm>
            </p:contentPart>
          </mc:Choice>
          <mc:Fallback xmlns="">
            <p:pic>
              <p:nvPicPr>
                <p:cNvPr id="30" name="Ink 29">
                  <a:extLst>
                    <a:ext uri="{FF2B5EF4-FFF2-40B4-BE49-F238E27FC236}">
                      <a16:creationId xmlns:a16="http://schemas.microsoft.com/office/drawing/2014/main" id="{48A7C45C-2A98-50F3-0CC8-4A183DA744A6}"/>
                    </a:ext>
                  </a:extLst>
                </p:cNvPr>
                <p:cNvPicPr/>
                <p:nvPr/>
              </p:nvPicPr>
              <p:blipFill>
                <a:blip r:embed="rId47"/>
                <a:stretch>
                  <a:fillRect/>
                </a:stretch>
              </p:blipFill>
              <p:spPr>
                <a:xfrm>
                  <a:off x="11528194" y="1360117"/>
                  <a:ext cx="69507" cy="264240"/>
                </a:xfrm>
                <a:prstGeom prst="rect">
                  <a:avLst/>
                </a:prstGeom>
              </p:spPr>
            </p:pic>
          </mc:Fallback>
        </mc:AlternateContent>
      </p:grpSp>
      <p:grpSp>
        <p:nvGrpSpPr>
          <p:cNvPr id="57" name="Group 56">
            <a:extLst>
              <a:ext uri="{FF2B5EF4-FFF2-40B4-BE49-F238E27FC236}">
                <a16:creationId xmlns:a16="http://schemas.microsoft.com/office/drawing/2014/main" id="{AE079936-ABE5-1442-D50D-67B54C4CCB59}"/>
              </a:ext>
            </a:extLst>
          </p:cNvPr>
          <p:cNvGrpSpPr/>
          <p:nvPr/>
        </p:nvGrpSpPr>
        <p:grpSpPr>
          <a:xfrm>
            <a:off x="3313910" y="680077"/>
            <a:ext cx="1855800" cy="471600"/>
            <a:chOff x="3313910" y="680077"/>
            <a:chExt cx="1855800" cy="471600"/>
          </a:xfrm>
        </p:grpSpPr>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C07CC9ED-FE70-E0A7-FD31-184D900C91CF}"/>
                    </a:ext>
                  </a:extLst>
                </p14:cNvPr>
                <p14:cNvContentPartPr/>
                <p14:nvPr/>
              </p14:nvContentPartPr>
              <p14:xfrm>
                <a:off x="3313910" y="680077"/>
                <a:ext cx="97920" cy="471600"/>
              </p14:xfrm>
            </p:contentPart>
          </mc:Choice>
          <mc:Fallback xmlns="">
            <p:pic>
              <p:nvPicPr>
                <p:cNvPr id="32" name="Ink 31">
                  <a:extLst>
                    <a:ext uri="{FF2B5EF4-FFF2-40B4-BE49-F238E27FC236}">
                      <a16:creationId xmlns:a16="http://schemas.microsoft.com/office/drawing/2014/main" id="{C07CC9ED-FE70-E0A7-FD31-184D900C91CF}"/>
                    </a:ext>
                  </a:extLst>
                </p:cNvPr>
                <p:cNvPicPr/>
                <p:nvPr/>
              </p:nvPicPr>
              <p:blipFill>
                <a:blip r:embed="rId49"/>
                <a:stretch>
                  <a:fillRect/>
                </a:stretch>
              </p:blipFill>
              <p:spPr>
                <a:xfrm>
                  <a:off x="3295910" y="662077"/>
                  <a:ext cx="133560" cy="5072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A0F41DE6-4F7B-7ED3-3CD5-294A8236E229}"/>
                    </a:ext>
                  </a:extLst>
                </p14:cNvPr>
                <p14:cNvContentPartPr/>
                <p14:nvPr/>
              </p14:nvContentPartPr>
              <p14:xfrm>
                <a:off x="3547910" y="859717"/>
                <a:ext cx="169560" cy="71640"/>
              </p14:xfrm>
            </p:contentPart>
          </mc:Choice>
          <mc:Fallback xmlns="">
            <p:pic>
              <p:nvPicPr>
                <p:cNvPr id="33" name="Ink 32">
                  <a:extLst>
                    <a:ext uri="{FF2B5EF4-FFF2-40B4-BE49-F238E27FC236}">
                      <a16:creationId xmlns:a16="http://schemas.microsoft.com/office/drawing/2014/main" id="{A0F41DE6-4F7B-7ED3-3CD5-294A8236E229}"/>
                    </a:ext>
                  </a:extLst>
                </p:cNvPr>
                <p:cNvPicPr/>
                <p:nvPr/>
              </p:nvPicPr>
              <p:blipFill>
                <a:blip r:embed="rId51"/>
                <a:stretch>
                  <a:fillRect/>
                </a:stretch>
              </p:blipFill>
              <p:spPr>
                <a:xfrm>
                  <a:off x="3529910" y="841717"/>
                  <a:ext cx="20520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29F7CB9D-755C-032B-8448-DDABBE7BC5D3}"/>
                    </a:ext>
                  </a:extLst>
                </p14:cNvPr>
                <p14:cNvContentPartPr/>
                <p14:nvPr/>
              </p14:nvContentPartPr>
              <p14:xfrm>
                <a:off x="3638630" y="887797"/>
                <a:ext cx="50040" cy="204120"/>
              </p14:xfrm>
            </p:contentPart>
          </mc:Choice>
          <mc:Fallback xmlns="">
            <p:pic>
              <p:nvPicPr>
                <p:cNvPr id="34" name="Ink 33">
                  <a:extLst>
                    <a:ext uri="{FF2B5EF4-FFF2-40B4-BE49-F238E27FC236}">
                      <a16:creationId xmlns:a16="http://schemas.microsoft.com/office/drawing/2014/main" id="{29F7CB9D-755C-032B-8448-DDABBE7BC5D3}"/>
                    </a:ext>
                  </a:extLst>
                </p:cNvPr>
                <p:cNvPicPr/>
                <p:nvPr/>
              </p:nvPicPr>
              <p:blipFill>
                <a:blip r:embed="rId53"/>
                <a:stretch>
                  <a:fillRect/>
                </a:stretch>
              </p:blipFill>
              <p:spPr>
                <a:xfrm>
                  <a:off x="3620630" y="869797"/>
                  <a:ext cx="8568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Ink 34">
                  <a:extLst>
                    <a:ext uri="{FF2B5EF4-FFF2-40B4-BE49-F238E27FC236}">
                      <a16:creationId xmlns:a16="http://schemas.microsoft.com/office/drawing/2014/main" id="{47158358-1FDA-B36D-6CBB-5B4F689C15E7}"/>
                    </a:ext>
                  </a:extLst>
                </p14:cNvPr>
                <p14:cNvContentPartPr/>
                <p14:nvPr/>
              </p14:nvContentPartPr>
              <p14:xfrm>
                <a:off x="3758510" y="943957"/>
                <a:ext cx="91440" cy="115920"/>
              </p14:xfrm>
            </p:contentPart>
          </mc:Choice>
          <mc:Fallback xmlns="">
            <p:pic>
              <p:nvPicPr>
                <p:cNvPr id="35" name="Ink 34">
                  <a:extLst>
                    <a:ext uri="{FF2B5EF4-FFF2-40B4-BE49-F238E27FC236}">
                      <a16:creationId xmlns:a16="http://schemas.microsoft.com/office/drawing/2014/main" id="{47158358-1FDA-B36D-6CBB-5B4F689C15E7}"/>
                    </a:ext>
                  </a:extLst>
                </p:cNvPr>
                <p:cNvPicPr/>
                <p:nvPr/>
              </p:nvPicPr>
              <p:blipFill>
                <a:blip r:embed="rId55"/>
                <a:stretch>
                  <a:fillRect/>
                </a:stretch>
              </p:blipFill>
              <p:spPr>
                <a:xfrm>
                  <a:off x="3740510" y="925957"/>
                  <a:ext cx="1270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E20B027E-70CC-DFAB-12FD-C2EA98F288EC}"/>
                    </a:ext>
                  </a:extLst>
                </p14:cNvPr>
                <p14:cNvContentPartPr/>
                <p14:nvPr/>
              </p14:nvContentPartPr>
              <p14:xfrm>
                <a:off x="3911510" y="950077"/>
                <a:ext cx="91800" cy="158400"/>
              </p14:xfrm>
            </p:contentPart>
          </mc:Choice>
          <mc:Fallback xmlns="">
            <p:pic>
              <p:nvPicPr>
                <p:cNvPr id="36" name="Ink 35">
                  <a:extLst>
                    <a:ext uri="{FF2B5EF4-FFF2-40B4-BE49-F238E27FC236}">
                      <a16:creationId xmlns:a16="http://schemas.microsoft.com/office/drawing/2014/main" id="{E20B027E-70CC-DFAB-12FD-C2EA98F288EC}"/>
                    </a:ext>
                  </a:extLst>
                </p:cNvPr>
                <p:cNvPicPr/>
                <p:nvPr/>
              </p:nvPicPr>
              <p:blipFill>
                <a:blip r:embed="rId57"/>
                <a:stretch>
                  <a:fillRect/>
                </a:stretch>
              </p:blipFill>
              <p:spPr>
                <a:xfrm>
                  <a:off x="3893510" y="932077"/>
                  <a:ext cx="12744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7581BEE4-3BE7-0A93-7E68-27862DFED784}"/>
                    </a:ext>
                  </a:extLst>
                </p14:cNvPr>
                <p14:cNvContentPartPr/>
                <p14:nvPr/>
              </p14:nvContentPartPr>
              <p14:xfrm>
                <a:off x="4086830" y="981397"/>
                <a:ext cx="117000" cy="74880"/>
              </p14:xfrm>
            </p:contentPart>
          </mc:Choice>
          <mc:Fallback xmlns="">
            <p:pic>
              <p:nvPicPr>
                <p:cNvPr id="37" name="Ink 36">
                  <a:extLst>
                    <a:ext uri="{FF2B5EF4-FFF2-40B4-BE49-F238E27FC236}">
                      <a16:creationId xmlns:a16="http://schemas.microsoft.com/office/drawing/2014/main" id="{7581BEE4-3BE7-0A93-7E68-27862DFED784}"/>
                    </a:ext>
                  </a:extLst>
                </p:cNvPr>
                <p:cNvPicPr/>
                <p:nvPr/>
              </p:nvPicPr>
              <p:blipFill>
                <a:blip r:embed="rId59"/>
                <a:stretch>
                  <a:fillRect/>
                </a:stretch>
              </p:blipFill>
              <p:spPr>
                <a:xfrm>
                  <a:off x="4068830" y="963397"/>
                  <a:ext cx="1526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D224D34F-F907-A416-75BA-ABB0CE4C9C3E}"/>
                    </a:ext>
                  </a:extLst>
                </p14:cNvPr>
                <p14:cNvContentPartPr/>
                <p14:nvPr/>
              </p14:nvContentPartPr>
              <p14:xfrm>
                <a:off x="4277630" y="948277"/>
                <a:ext cx="93240" cy="137160"/>
              </p14:xfrm>
            </p:contentPart>
          </mc:Choice>
          <mc:Fallback xmlns="">
            <p:pic>
              <p:nvPicPr>
                <p:cNvPr id="38" name="Ink 37">
                  <a:extLst>
                    <a:ext uri="{FF2B5EF4-FFF2-40B4-BE49-F238E27FC236}">
                      <a16:creationId xmlns:a16="http://schemas.microsoft.com/office/drawing/2014/main" id="{D224D34F-F907-A416-75BA-ABB0CE4C9C3E}"/>
                    </a:ext>
                  </a:extLst>
                </p:cNvPr>
                <p:cNvPicPr/>
                <p:nvPr/>
              </p:nvPicPr>
              <p:blipFill>
                <a:blip r:embed="rId61"/>
                <a:stretch>
                  <a:fillRect/>
                </a:stretch>
              </p:blipFill>
              <p:spPr>
                <a:xfrm>
                  <a:off x="4259630" y="930277"/>
                  <a:ext cx="12888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EB0F4B39-7DD8-09EA-540E-A81047B3C82D}"/>
                    </a:ext>
                  </a:extLst>
                </p14:cNvPr>
                <p14:cNvContentPartPr/>
                <p14:nvPr/>
              </p14:nvContentPartPr>
              <p14:xfrm>
                <a:off x="4487870" y="952957"/>
                <a:ext cx="216000" cy="89640"/>
              </p14:xfrm>
            </p:contentPart>
          </mc:Choice>
          <mc:Fallback xmlns="">
            <p:pic>
              <p:nvPicPr>
                <p:cNvPr id="39" name="Ink 38">
                  <a:extLst>
                    <a:ext uri="{FF2B5EF4-FFF2-40B4-BE49-F238E27FC236}">
                      <a16:creationId xmlns:a16="http://schemas.microsoft.com/office/drawing/2014/main" id="{EB0F4B39-7DD8-09EA-540E-A81047B3C82D}"/>
                    </a:ext>
                  </a:extLst>
                </p:cNvPr>
                <p:cNvPicPr/>
                <p:nvPr/>
              </p:nvPicPr>
              <p:blipFill>
                <a:blip r:embed="rId63"/>
                <a:stretch>
                  <a:fillRect/>
                </a:stretch>
              </p:blipFill>
              <p:spPr>
                <a:xfrm>
                  <a:off x="4469870" y="934957"/>
                  <a:ext cx="25164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362FCFCE-B371-3D3C-35CB-5BF6401671BB}"/>
                    </a:ext>
                  </a:extLst>
                </p14:cNvPr>
                <p14:cNvContentPartPr/>
                <p14:nvPr/>
              </p14:nvContentPartPr>
              <p14:xfrm>
                <a:off x="4751030" y="943957"/>
                <a:ext cx="6840" cy="122040"/>
              </p14:xfrm>
            </p:contentPart>
          </mc:Choice>
          <mc:Fallback xmlns="">
            <p:pic>
              <p:nvPicPr>
                <p:cNvPr id="40" name="Ink 39">
                  <a:extLst>
                    <a:ext uri="{FF2B5EF4-FFF2-40B4-BE49-F238E27FC236}">
                      <a16:creationId xmlns:a16="http://schemas.microsoft.com/office/drawing/2014/main" id="{362FCFCE-B371-3D3C-35CB-5BF6401671BB}"/>
                    </a:ext>
                  </a:extLst>
                </p:cNvPr>
                <p:cNvPicPr/>
                <p:nvPr/>
              </p:nvPicPr>
              <p:blipFill>
                <a:blip r:embed="rId65"/>
                <a:stretch>
                  <a:fillRect/>
                </a:stretch>
              </p:blipFill>
              <p:spPr>
                <a:xfrm>
                  <a:off x="4732030" y="925957"/>
                  <a:ext cx="444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1" name="Ink 40">
                  <a:extLst>
                    <a:ext uri="{FF2B5EF4-FFF2-40B4-BE49-F238E27FC236}">
                      <a16:creationId xmlns:a16="http://schemas.microsoft.com/office/drawing/2014/main" id="{3444252A-8016-2B78-ECD4-45AD986678E8}"/>
                    </a:ext>
                  </a:extLst>
                </p14:cNvPr>
                <p14:cNvContentPartPr/>
                <p14:nvPr/>
              </p14:nvContentPartPr>
              <p14:xfrm>
                <a:off x="4755350" y="846397"/>
                <a:ext cx="19080" cy="35280"/>
              </p14:xfrm>
            </p:contentPart>
          </mc:Choice>
          <mc:Fallback xmlns="">
            <p:pic>
              <p:nvPicPr>
                <p:cNvPr id="41" name="Ink 40">
                  <a:extLst>
                    <a:ext uri="{FF2B5EF4-FFF2-40B4-BE49-F238E27FC236}">
                      <a16:creationId xmlns:a16="http://schemas.microsoft.com/office/drawing/2014/main" id="{3444252A-8016-2B78-ECD4-45AD986678E8}"/>
                    </a:ext>
                  </a:extLst>
                </p:cNvPr>
                <p:cNvPicPr/>
                <p:nvPr/>
              </p:nvPicPr>
              <p:blipFill>
                <a:blip r:embed="rId67"/>
                <a:stretch>
                  <a:fillRect/>
                </a:stretch>
              </p:blipFill>
              <p:spPr>
                <a:xfrm>
                  <a:off x="4737350" y="828397"/>
                  <a:ext cx="5472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793768C8-B21B-9907-A1D2-E362C6819C5A}"/>
                    </a:ext>
                  </a:extLst>
                </p14:cNvPr>
                <p14:cNvContentPartPr/>
                <p14:nvPr/>
              </p14:nvContentPartPr>
              <p14:xfrm>
                <a:off x="4901510" y="778717"/>
                <a:ext cx="29880" cy="214200"/>
              </p14:xfrm>
            </p:contentPart>
          </mc:Choice>
          <mc:Fallback xmlns="">
            <p:pic>
              <p:nvPicPr>
                <p:cNvPr id="42" name="Ink 41">
                  <a:extLst>
                    <a:ext uri="{FF2B5EF4-FFF2-40B4-BE49-F238E27FC236}">
                      <a16:creationId xmlns:a16="http://schemas.microsoft.com/office/drawing/2014/main" id="{793768C8-B21B-9907-A1D2-E362C6819C5A}"/>
                    </a:ext>
                  </a:extLst>
                </p:cNvPr>
                <p:cNvPicPr/>
                <p:nvPr/>
              </p:nvPicPr>
              <p:blipFill>
                <a:blip r:embed="rId69"/>
                <a:stretch>
                  <a:fillRect/>
                </a:stretch>
              </p:blipFill>
              <p:spPr>
                <a:xfrm>
                  <a:off x="4883510" y="760717"/>
                  <a:ext cx="6552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9C8F7CDA-8F9F-8A3D-E27F-AFA2875C0B33}"/>
                    </a:ext>
                  </a:extLst>
                </p14:cNvPr>
                <p14:cNvContentPartPr/>
                <p14:nvPr/>
              </p14:nvContentPartPr>
              <p14:xfrm>
                <a:off x="4898630" y="932437"/>
                <a:ext cx="96120" cy="27000"/>
              </p14:xfrm>
            </p:contentPart>
          </mc:Choice>
          <mc:Fallback xmlns="">
            <p:pic>
              <p:nvPicPr>
                <p:cNvPr id="43" name="Ink 42">
                  <a:extLst>
                    <a:ext uri="{FF2B5EF4-FFF2-40B4-BE49-F238E27FC236}">
                      <a16:creationId xmlns:a16="http://schemas.microsoft.com/office/drawing/2014/main" id="{9C8F7CDA-8F9F-8A3D-E27F-AFA2875C0B33}"/>
                    </a:ext>
                  </a:extLst>
                </p:cNvPr>
                <p:cNvPicPr/>
                <p:nvPr/>
              </p:nvPicPr>
              <p:blipFill>
                <a:blip r:embed="rId71"/>
                <a:stretch>
                  <a:fillRect/>
                </a:stretch>
              </p:blipFill>
              <p:spPr>
                <a:xfrm>
                  <a:off x="4880697" y="914437"/>
                  <a:ext cx="131627"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E4D855A4-7E30-8474-5ACF-B525B6115C50}"/>
                    </a:ext>
                  </a:extLst>
                </p14:cNvPr>
                <p14:cNvContentPartPr/>
                <p14:nvPr/>
              </p14:nvContentPartPr>
              <p14:xfrm>
                <a:off x="5103830" y="725077"/>
                <a:ext cx="65880" cy="338400"/>
              </p14:xfrm>
            </p:contentPart>
          </mc:Choice>
          <mc:Fallback xmlns="">
            <p:pic>
              <p:nvPicPr>
                <p:cNvPr id="44" name="Ink 43">
                  <a:extLst>
                    <a:ext uri="{FF2B5EF4-FFF2-40B4-BE49-F238E27FC236}">
                      <a16:creationId xmlns:a16="http://schemas.microsoft.com/office/drawing/2014/main" id="{E4D855A4-7E30-8474-5ACF-B525B6115C50}"/>
                    </a:ext>
                  </a:extLst>
                </p:cNvPr>
                <p:cNvPicPr/>
                <p:nvPr/>
              </p:nvPicPr>
              <p:blipFill>
                <a:blip r:embed="rId73"/>
                <a:stretch>
                  <a:fillRect/>
                </a:stretch>
              </p:blipFill>
              <p:spPr>
                <a:xfrm>
                  <a:off x="5085928" y="707077"/>
                  <a:ext cx="101326" cy="374040"/>
                </a:xfrm>
                <a:prstGeom prst="rect">
                  <a:avLst/>
                </a:prstGeom>
              </p:spPr>
            </p:pic>
          </mc:Fallback>
        </mc:AlternateContent>
      </p:grpSp>
      <p:grpSp>
        <p:nvGrpSpPr>
          <p:cNvPr id="56" name="Group 55">
            <a:extLst>
              <a:ext uri="{FF2B5EF4-FFF2-40B4-BE49-F238E27FC236}">
                <a16:creationId xmlns:a16="http://schemas.microsoft.com/office/drawing/2014/main" id="{18C76EAC-4AE6-3206-E15A-A213E025D143}"/>
              </a:ext>
            </a:extLst>
          </p:cNvPr>
          <p:cNvGrpSpPr/>
          <p:nvPr/>
        </p:nvGrpSpPr>
        <p:grpSpPr>
          <a:xfrm>
            <a:off x="9579710" y="747037"/>
            <a:ext cx="1585440" cy="402840"/>
            <a:chOff x="9579710" y="747037"/>
            <a:chExt cx="1585440" cy="402840"/>
          </a:xfrm>
        </p:grpSpPr>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0119D029-AC1E-0214-88A0-6898D5F041A5}"/>
                    </a:ext>
                  </a:extLst>
                </p14:cNvPr>
                <p14:cNvContentPartPr/>
                <p14:nvPr/>
              </p14:nvContentPartPr>
              <p14:xfrm>
                <a:off x="9579710" y="749557"/>
                <a:ext cx="232920" cy="400320"/>
              </p14:xfrm>
            </p:contentPart>
          </mc:Choice>
          <mc:Fallback xmlns="">
            <p:pic>
              <p:nvPicPr>
                <p:cNvPr id="45" name="Ink 44">
                  <a:extLst>
                    <a:ext uri="{FF2B5EF4-FFF2-40B4-BE49-F238E27FC236}">
                      <a16:creationId xmlns:a16="http://schemas.microsoft.com/office/drawing/2014/main" id="{0119D029-AC1E-0214-88A0-6898D5F041A5}"/>
                    </a:ext>
                  </a:extLst>
                </p:cNvPr>
                <p:cNvPicPr/>
                <p:nvPr/>
              </p:nvPicPr>
              <p:blipFill>
                <a:blip r:embed="rId75"/>
                <a:stretch>
                  <a:fillRect/>
                </a:stretch>
              </p:blipFill>
              <p:spPr>
                <a:xfrm>
                  <a:off x="9561710" y="731557"/>
                  <a:ext cx="26856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219051B3-5C12-1355-E7FB-5DA26C95F4B6}"/>
                    </a:ext>
                  </a:extLst>
                </p14:cNvPr>
                <p14:cNvContentPartPr/>
                <p14:nvPr/>
              </p14:nvContentPartPr>
              <p14:xfrm>
                <a:off x="9949070" y="929197"/>
                <a:ext cx="28080" cy="202320"/>
              </p14:xfrm>
            </p:contentPart>
          </mc:Choice>
          <mc:Fallback xmlns="">
            <p:pic>
              <p:nvPicPr>
                <p:cNvPr id="46" name="Ink 45">
                  <a:extLst>
                    <a:ext uri="{FF2B5EF4-FFF2-40B4-BE49-F238E27FC236}">
                      <a16:creationId xmlns:a16="http://schemas.microsoft.com/office/drawing/2014/main" id="{219051B3-5C12-1355-E7FB-5DA26C95F4B6}"/>
                    </a:ext>
                  </a:extLst>
                </p:cNvPr>
                <p:cNvPicPr/>
                <p:nvPr/>
              </p:nvPicPr>
              <p:blipFill>
                <a:blip r:embed="rId77"/>
                <a:stretch>
                  <a:fillRect/>
                </a:stretch>
              </p:blipFill>
              <p:spPr>
                <a:xfrm>
                  <a:off x="9931070" y="911197"/>
                  <a:ext cx="6372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5CE9F994-F1D7-85F4-085E-6146ACF690FD}"/>
                    </a:ext>
                  </a:extLst>
                </p14:cNvPr>
                <p14:cNvContentPartPr/>
                <p14:nvPr/>
              </p14:nvContentPartPr>
              <p14:xfrm>
                <a:off x="9959150" y="893917"/>
                <a:ext cx="71640" cy="155160"/>
              </p14:xfrm>
            </p:contentPart>
          </mc:Choice>
          <mc:Fallback xmlns="">
            <p:pic>
              <p:nvPicPr>
                <p:cNvPr id="47" name="Ink 46">
                  <a:extLst>
                    <a:ext uri="{FF2B5EF4-FFF2-40B4-BE49-F238E27FC236}">
                      <a16:creationId xmlns:a16="http://schemas.microsoft.com/office/drawing/2014/main" id="{5CE9F994-F1D7-85F4-085E-6146ACF690FD}"/>
                    </a:ext>
                  </a:extLst>
                </p:cNvPr>
                <p:cNvPicPr/>
                <p:nvPr/>
              </p:nvPicPr>
              <p:blipFill>
                <a:blip r:embed="rId79"/>
                <a:stretch>
                  <a:fillRect/>
                </a:stretch>
              </p:blipFill>
              <p:spPr>
                <a:xfrm>
                  <a:off x="9941150" y="875917"/>
                  <a:ext cx="1072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8" name="Ink 47">
                  <a:extLst>
                    <a:ext uri="{FF2B5EF4-FFF2-40B4-BE49-F238E27FC236}">
                      <a16:creationId xmlns:a16="http://schemas.microsoft.com/office/drawing/2014/main" id="{8AA07E87-A13A-111B-8F5A-852252A3D299}"/>
                    </a:ext>
                  </a:extLst>
                </p14:cNvPr>
                <p14:cNvContentPartPr/>
                <p14:nvPr/>
              </p14:nvContentPartPr>
              <p14:xfrm>
                <a:off x="10135190" y="983917"/>
                <a:ext cx="124560" cy="101160"/>
              </p14:xfrm>
            </p:contentPart>
          </mc:Choice>
          <mc:Fallback xmlns="">
            <p:pic>
              <p:nvPicPr>
                <p:cNvPr id="48" name="Ink 47">
                  <a:extLst>
                    <a:ext uri="{FF2B5EF4-FFF2-40B4-BE49-F238E27FC236}">
                      <a16:creationId xmlns:a16="http://schemas.microsoft.com/office/drawing/2014/main" id="{8AA07E87-A13A-111B-8F5A-852252A3D299}"/>
                    </a:ext>
                  </a:extLst>
                </p:cNvPr>
                <p:cNvPicPr/>
                <p:nvPr/>
              </p:nvPicPr>
              <p:blipFill>
                <a:blip r:embed="rId81"/>
                <a:stretch>
                  <a:fillRect/>
                </a:stretch>
              </p:blipFill>
              <p:spPr>
                <a:xfrm>
                  <a:off x="10117190" y="965917"/>
                  <a:ext cx="16020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9" name="Ink 48">
                  <a:extLst>
                    <a:ext uri="{FF2B5EF4-FFF2-40B4-BE49-F238E27FC236}">
                      <a16:creationId xmlns:a16="http://schemas.microsoft.com/office/drawing/2014/main" id="{A305A9D0-D4A6-BC17-5D85-B7F5B94AB90C}"/>
                    </a:ext>
                  </a:extLst>
                </p14:cNvPr>
                <p14:cNvContentPartPr/>
                <p14:nvPr/>
              </p14:nvContentPartPr>
              <p14:xfrm>
                <a:off x="10359830" y="995437"/>
                <a:ext cx="140040" cy="123120"/>
              </p14:xfrm>
            </p:contentPart>
          </mc:Choice>
          <mc:Fallback xmlns="">
            <p:pic>
              <p:nvPicPr>
                <p:cNvPr id="49" name="Ink 48">
                  <a:extLst>
                    <a:ext uri="{FF2B5EF4-FFF2-40B4-BE49-F238E27FC236}">
                      <a16:creationId xmlns:a16="http://schemas.microsoft.com/office/drawing/2014/main" id="{A305A9D0-D4A6-BC17-5D85-B7F5B94AB90C}"/>
                    </a:ext>
                  </a:extLst>
                </p:cNvPr>
                <p:cNvPicPr/>
                <p:nvPr/>
              </p:nvPicPr>
              <p:blipFill>
                <a:blip r:embed="rId83"/>
                <a:stretch>
                  <a:fillRect/>
                </a:stretch>
              </p:blipFill>
              <p:spPr>
                <a:xfrm>
                  <a:off x="10341830" y="977437"/>
                  <a:ext cx="17568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0" name="Ink 49">
                  <a:extLst>
                    <a:ext uri="{FF2B5EF4-FFF2-40B4-BE49-F238E27FC236}">
                      <a16:creationId xmlns:a16="http://schemas.microsoft.com/office/drawing/2014/main" id="{7F65DF4A-1230-4814-EC55-745BECE8DDCA}"/>
                    </a:ext>
                  </a:extLst>
                </p14:cNvPr>
                <p14:cNvContentPartPr/>
                <p14:nvPr/>
              </p14:nvContentPartPr>
              <p14:xfrm>
                <a:off x="10482950" y="1026037"/>
                <a:ext cx="129960" cy="102960"/>
              </p14:xfrm>
            </p:contentPart>
          </mc:Choice>
          <mc:Fallback xmlns="">
            <p:pic>
              <p:nvPicPr>
                <p:cNvPr id="50" name="Ink 49">
                  <a:extLst>
                    <a:ext uri="{FF2B5EF4-FFF2-40B4-BE49-F238E27FC236}">
                      <a16:creationId xmlns:a16="http://schemas.microsoft.com/office/drawing/2014/main" id="{7F65DF4A-1230-4814-EC55-745BECE8DDCA}"/>
                    </a:ext>
                  </a:extLst>
                </p:cNvPr>
                <p:cNvPicPr/>
                <p:nvPr/>
              </p:nvPicPr>
              <p:blipFill>
                <a:blip r:embed="rId85"/>
                <a:stretch>
                  <a:fillRect/>
                </a:stretch>
              </p:blipFill>
              <p:spPr>
                <a:xfrm>
                  <a:off x="10464950" y="1008100"/>
                  <a:ext cx="165600" cy="138476"/>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1" name="Ink 50">
                  <a:extLst>
                    <a:ext uri="{FF2B5EF4-FFF2-40B4-BE49-F238E27FC236}">
                      <a16:creationId xmlns:a16="http://schemas.microsoft.com/office/drawing/2014/main" id="{6C29E93D-1629-6853-863E-9D24754C82DE}"/>
                    </a:ext>
                  </a:extLst>
                </p14:cNvPr>
                <p14:cNvContentPartPr/>
                <p14:nvPr/>
              </p14:nvContentPartPr>
              <p14:xfrm>
                <a:off x="10670510" y="1049797"/>
                <a:ext cx="33480" cy="82080"/>
              </p14:xfrm>
            </p:contentPart>
          </mc:Choice>
          <mc:Fallback xmlns="">
            <p:pic>
              <p:nvPicPr>
                <p:cNvPr id="51" name="Ink 50">
                  <a:extLst>
                    <a:ext uri="{FF2B5EF4-FFF2-40B4-BE49-F238E27FC236}">
                      <a16:creationId xmlns:a16="http://schemas.microsoft.com/office/drawing/2014/main" id="{6C29E93D-1629-6853-863E-9D24754C82DE}"/>
                    </a:ext>
                  </a:extLst>
                </p:cNvPr>
                <p:cNvPicPr/>
                <p:nvPr/>
              </p:nvPicPr>
              <p:blipFill>
                <a:blip r:embed="rId87"/>
                <a:stretch>
                  <a:fillRect/>
                </a:stretch>
              </p:blipFill>
              <p:spPr>
                <a:xfrm>
                  <a:off x="10652701" y="1031797"/>
                  <a:ext cx="68741"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2" name="Ink 51">
                  <a:extLst>
                    <a:ext uri="{FF2B5EF4-FFF2-40B4-BE49-F238E27FC236}">
                      <a16:creationId xmlns:a16="http://schemas.microsoft.com/office/drawing/2014/main" id="{A692F9A6-93F3-3A99-04B6-0B8F5DFF2E52}"/>
                    </a:ext>
                  </a:extLst>
                </p14:cNvPr>
                <p14:cNvContentPartPr/>
                <p14:nvPr/>
              </p14:nvContentPartPr>
              <p14:xfrm>
                <a:off x="10692110" y="881677"/>
                <a:ext cx="30960" cy="47160"/>
              </p14:xfrm>
            </p:contentPart>
          </mc:Choice>
          <mc:Fallback xmlns="">
            <p:pic>
              <p:nvPicPr>
                <p:cNvPr id="52" name="Ink 51">
                  <a:extLst>
                    <a:ext uri="{FF2B5EF4-FFF2-40B4-BE49-F238E27FC236}">
                      <a16:creationId xmlns:a16="http://schemas.microsoft.com/office/drawing/2014/main" id="{A692F9A6-93F3-3A99-04B6-0B8F5DFF2E52}"/>
                    </a:ext>
                  </a:extLst>
                </p:cNvPr>
                <p:cNvPicPr/>
                <p:nvPr/>
              </p:nvPicPr>
              <p:blipFill>
                <a:blip r:embed="rId89"/>
                <a:stretch>
                  <a:fillRect/>
                </a:stretch>
              </p:blipFill>
              <p:spPr>
                <a:xfrm>
                  <a:off x="10674110" y="863813"/>
                  <a:ext cx="66600" cy="8253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3" name="Ink 52">
                  <a:extLst>
                    <a:ext uri="{FF2B5EF4-FFF2-40B4-BE49-F238E27FC236}">
                      <a16:creationId xmlns:a16="http://schemas.microsoft.com/office/drawing/2014/main" id="{56569F7E-94A9-3C3C-2C48-CAD558A008ED}"/>
                    </a:ext>
                  </a:extLst>
                </p14:cNvPr>
                <p14:cNvContentPartPr/>
                <p14:nvPr/>
              </p14:nvContentPartPr>
              <p14:xfrm>
                <a:off x="10800110" y="976717"/>
                <a:ext cx="105120" cy="129960"/>
              </p14:xfrm>
            </p:contentPart>
          </mc:Choice>
          <mc:Fallback xmlns="">
            <p:pic>
              <p:nvPicPr>
                <p:cNvPr id="53" name="Ink 52">
                  <a:extLst>
                    <a:ext uri="{FF2B5EF4-FFF2-40B4-BE49-F238E27FC236}">
                      <a16:creationId xmlns:a16="http://schemas.microsoft.com/office/drawing/2014/main" id="{56569F7E-94A9-3C3C-2C48-CAD558A008ED}"/>
                    </a:ext>
                  </a:extLst>
                </p:cNvPr>
                <p:cNvPicPr/>
                <p:nvPr/>
              </p:nvPicPr>
              <p:blipFill>
                <a:blip r:embed="rId91"/>
                <a:stretch>
                  <a:fillRect/>
                </a:stretch>
              </p:blipFill>
              <p:spPr>
                <a:xfrm>
                  <a:off x="10782110" y="958717"/>
                  <a:ext cx="1407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4" name="Ink 53">
                  <a:extLst>
                    <a:ext uri="{FF2B5EF4-FFF2-40B4-BE49-F238E27FC236}">
                      <a16:creationId xmlns:a16="http://schemas.microsoft.com/office/drawing/2014/main" id="{D0C97C2E-C906-C6D1-DE48-42772AD9753C}"/>
                    </a:ext>
                  </a:extLst>
                </p14:cNvPr>
                <p14:cNvContentPartPr/>
                <p14:nvPr/>
              </p14:nvContentPartPr>
              <p14:xfrm>
                <a:off x="10947350" y="1011637"/>
                <a:ext cx="56520" cy="71280"/>
              </p14:xfrm>
            </p:contentPart>
          </mc:Choice>
          <mc:Fallback xmlns="">
            <p:pic>
              <p:nvPicPr>
                <p:cNvPr id="54" name="Ink 53">
                  <a:extLst>
                    <a:ext uri="{FF2B5EF4-FFF2-40B4-BE49-F238E27FC236}">
                      <a16:creationId xmlns:a16="http://schemas.microsoft.com/office/drawing/2014/main" id="{D0C97C2E-C906-C6D1-DE48-42772AD9753C}"/>
                    </a:ext>
                  </a:extLst>
                </p:cNvPr>
                <p:cNvPicPr/>
                <p:nvPr/>
              </p:nvPicPr>
              <p:blipFill>
                <a:blip r:embed="rId93"/>
                <a:stretch>
                  <a:fillRect/>
                </a:stretch>
              </p:blipFill>
              <p:spPr>
                <a:xfrm>
                  <a:off x="10929235" y="993637"/>
                  <a:ext cx="92388"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5" name="Ink 54">
                  <a:extLst>
                    <a:ext uri="{FF2B5EF4-FFF2-40B4-BE49-F238E27FC236}">
                      <a16:creationId xmlns:a16="http://schemas.microsoft.com/office/drawing/2014/main" id="{C7123D71-87AA-5CF8-47F5-E525912125F9}"/>
                    </a:ext>
                  </a:extLst>
                </p14:cNvPr>
                <p14:cNvContentPartPr/>
                <p14:nvPr/>
              </p14:nvContentPartPr>
              <p14:xfrm>
                <a:off x="11104670" y="747037"/>
                <a:ext cx="60480" cy="401760"/>
              </p14:xfrm>
            </p:contentPart>
          </mc:Choice>
          <mc:Fallback xmlns="">
            <p:pic>
              <p:nvPicPr>
                <p:cNvPr id="55" name="Ink 54">
                  <a:extLst>
                    <a:ext uri="{FF2B5EF4-FFF2-40B4-BE49-F238E27FC236}">
                      <a16:creationId xmlns:a16="http://schemas.microsoft.com/office/drawing/2014/main" id="{C7123D71-87AA-5CF8-47F5-E525912125F9}"/>
                    </a:ext>
                  </a:extLst>
                </p:cNvPr>
                <p:cNvPicPr/>
                <p:nvPr/>
              </p:nvPicPr>
              <p:blipFill>
                <a:blip r:embed="rId95"/>
                <a:stretch>
                  <a:fillRect/>
                </a:stretch>
              </p:blipFill>
              <p:spPr>
                <a:xfrm>
                  <a:off x="11086670" y="729037"/>
                  <a:ext cx="96120" cy="437400"/>
                </a:xfrm>
                <a:prstGeom prst="rect">
                  <a:avLst/>
                </a:prstGeom>
              </p:spPr>
            </p:pic>
          </mc:Fallback>
        </mc:AlternateContent>
      </p:grpSp>
      <p:grpSp>
        <p:nvGrpSpPr>
          <p:cNvPr id="67" name="Group 66">
            <a:extLst>
              <a:ext uri="{FF2B5EF4-FFF2-40B4-BE49-F238E27FC236}">
                <a16:creationId xmlns:a16="http://schemas.microsoft.com/office/drawing/2014/main" id="{706317DE-2F92-0556-FDB0-CCCD3ED8ACD4}"/>
              </a:ext>
            </a:extLst>
          </p:cNvPr>
          <p:cNvGrpSpPr/>
          <p:nvPr/>
        </p:nvGrpSpPr>
        <p:grpSpPr>
          <a:xfrm>
            <a:off x="10310870" y="2015677"/>
            <a:ext cx="1197720" cy="2074680"/>
            <a:chOff x="10310870" y="2015677"/>
            <a:chExt cx="1197720" cy="2074680"/>
          </a:xfrm>
        </p:grpSpPr>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268A519F-FB8D-D2E0-5C73-0B516D49C4BF}"/>
                    </a:ext>
                  </a:extLst>
                </p14:cNvPr>
                <p14:cNvContentPartPr/>
                <p14:nvPr/>
              </p14:nvContentPartPr>
              <p14:xfrm>
                <a:off x="10322750" y="2635597"/>
                <a:ext cx="74880" cy="1214640"/>
              </p14:xfrm>
            </p:contentPart>
          </mc:Choice>
          <mc:Fallback xmlns="">
            <p:pic>
              <p:nvPicPr>
                <p:cNvPr id="58" name="Ink 57">
                  <a:extLst>
                    <a:ext uri="{FF2B5EF4-FFF2-40B4-BE49-F238E27FC236}">
                      <a16:creationId xmlns:a16="http://schemas.microsoft.com/office/drawing/2014/main" id="{268A519F-FB8D-D2E0-5C73-0B516D49C4BF}"/>
                    </a:ext>
                  </a:extLst>
                </p:cNvPr>
                <p:cNvPicPr/>
                <p:nvPr/>
              </p:nvPicPr>
              <p:blipFill>
                <a:blip r:embed="rId97"/>
                <a:stretch>
                  <a:fillRect/>
                </a:stretch>
              </p:blipFill>
              <p:spPr>
                <a:xfrm>
                  <a:off x="10304836" y="2617597"/>
                  <a:ext cx="110349" cy="12502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8B1F9071-A73D-96B5-48C6-65F2271A95AB}"/>
                    </a:ext>
                  </a:extLst>
                </p14:cNvPr>
                <p14:cNvContentPartPr/>
                <p14:nvPr/>
              </p14:nvContentPartPr>
              <p14:xfrm>
                <a:off x="10310870" y="2452717"/>
                <a:ext cx="1162440" cy="112320"/>
              </p14:xfrm>
            </p:contentPart>
          </mc:Choice>
          <mc:Fallback xmlns="">
            <p:pic>
              <p:nvPicPr>
                <p:cNvPr id="59" name="Ink 58">
                  <a:extLst>
                    <a:ext uri="{FF2B5EF4-FFF2-40B4-BE49-F238E27FC236}">
                      <a16:creationId xmlns:a16="http://schemas.microsoft.com/office/drawing/2014/main" id="{8B1F9071-A73D-96B5-48C6-65F2271A95AB}"/>
                    </a:ext>
                  </a:extLst>
                </p:cNvPr>
                <p:cNvPicPr/>
                <p:nvPr/>
              </p:nvPicPr>
              <p:blipFill>
                <a:blip r:embed="rId99"/>
                <a:stretch>
                  <a:fillRect/>
                </a:stretch>
              </p:blipFill>
              <p:spPr>
                <a:xfrm>
                  <a:off x="10292870" y="2434775"/>
                  <a:ext cx="1198080" cy="147846"/>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1" name="Ink 60">
                  <a:extLst>
                    <a:ext uri="{FF2B5EF4-FFF2-40B4-BE49-F238E27FC236}">
                      <a16:creationId xmlns:a16="http://schemas.microsoft.com/office/drawing/2014/main" id="{CEFA7C8F-604F-D7E3-2765-73E202E976AE}"/>
                    </a:ext>
                  </a:extLst>
                </p14:cNvPr>
                <p14:cNvContentPartPr/>
                <p14:nvPr/>
              </p14:nvContentPartPr>
              <p14:xfrm>
                <a:off x="10311950" y="2475037"/>
                <a:ext cx="1196640" cy="1615320"/>
              </p14:xfrm>
            </p:contentPart>
          </mc:Choice>
          <mc:Fallback xmlns="">
            <p:pic>
              <p:nvPicPr>
                <p:cNvPr id="61" name="Ink 60">
                  <a:extLst>
                    <a:ext uri="{FF2B5EF4-FFF2-40B4-BE49-F238E27FC236}">
                      <a16:creationId xmlns:a16="http://schemas.microsoft.com/office/drawing/2014/main" id="{CEFA7C8F-604F-D7E3-2765-73E202E976AE}"/>
                    </a:ext>
                  </a:extLst>
                </p:cNvPr>
                <p:cNvPicPr/>
                <p:nvPr/>
              </p:nvPicPr>
              <p:blipFill>
                <a:blip r:embed="rId101"/>
                <a:stretch>
                  <a:fillRect/>
                </a:stretch>
              </p:blipFill>
              <p:spPr>
                <a:xfrm>
                  <a:off x="10293945" y="2457037"/>
                  <a:ext cx="1232291" cy="16509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2" name="Ink 61">
                  <a:extLst>
                    <a:ext uri="{FF2B5EF4-FFF2-40B4-BE49-F238E27FC236}">
                      <a16:creationId xmlns:a16="http://schemas.microsoft.com/office/drawing/2014/main" id="{3E326141-F411-5F2F-CA07-2A798B9DDE4B}"/>
                    </a:ext>
                  </a:extLst>
                </p14:cNvPr>
                <p14:cNvContentPartPr/>
                <p14:nvPr/>
              </p14:nvContentPartPr>
              <p14:xfrm>
                <a:off x="10519310" y="2044837"/>
                <a:ext cx="55800" cy="314280"/>
              </p14:xfrm>
            </p:contentPart>
          </mc:Choice>
          <mc:Fallback xmlns="">
            <p:pic>
              <p:nvPicPr>
                <p:cNvPr id="62" name="Ink 61">
                  <a:extLst>
                    <a:ext uri="{FF2B5EF4-FFF2-40B4-BE49-F238E27FC236}">
                      <a16:creationId xmlns:a16="http://schemas.microsoft.com/office/drawing/2014/main" id="{3E326141-F411-5F2F-CA07-2A798B9DDE4B}"/>
                    </a:ext>
                  </a:extLst>
                </p:cNvPr>
                <p:cNvPicPr/>
                <p:nvPr/>
              </p:nvPicPr>
              <p:blipFill>
                <a:blip r:embed="rId103"/>
                <a:stretch>
                  <a:fillRect/>
                </a:stretch>
              </p:blipFill>
              <p:spPr>
                <a:xfrm>
                  <a:off x="10501310" y="2026837"/>
                  <a:ext cx="9144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3" name="Ink 62">
                  <a:extLst>
                    <a:ext uri="{FF2B5EF4-FFF2-40B4-BE49-F238E27FC236}">
                      <a16:creationId xmlns:a16="http://schemas.microsoft.com/office/drawing/2014/main" id="{88E66082-23A1-817C-0A51-A7F064C51B44}"/>
                    </a:ext>
                  </a:extLst>
                </p14:cNvPr>
                <p14:cNvContentPartPr/>
                <p14:nvPr/>
              </p14:nvContentPartPr>
              <p14:xfrm>
                <a:off x="10583390" y="2070397"/>
                <a:ext cx="163080" cy="250920"/>
              </p14:xfrm>
            </p:contentPart>
          </mc:Choice>
          <mc:Fallback xmlns="">
            <p:pic>
              <p:nvPicPr>
                <p:cNvPr id="63" name="Ink 62">
                  <a:extLst>
                    <a:ext uri="{FF2B5EF4-FFF2-40B4-BE49-F238E27FC236}">
                      <a16:creationId xmlns:a16="http://schemas.microsoft.com/office/drawing/2014/main" id="{88E66082-23A1-817C-0A51-A7F064C51B44}"/>
                    </a:ext>
                  </a:extLst>
                </p:cNvPr>
                <p:cNvPicPr/>
                <p:nvPr/>
              </p:nvPicPr>
              <p:blipFill>
                <a:blip r:embed="rId105"/>
                <a:stretch>
                  <a:fillRect/>
                </a:stretch>
              </p:blipFill>
              <p:spPr>
                <a:xfrm>
                  <a:off x="10565430" y="2052397"/>
                  <a:ext cx="198641"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4" name="Ink 63">
                  <a:extLst>
                    <a:ext uri="{FF2B5EF4-FFF2-40B4-BE49-F238E27FC236}">
                      <a16:creationId xmlns:a16="http://schemas.microsoft.com/office/drawing/2014/main" id="{162A9907-8C24-F952-563D-F2294FE4E611}"/>
                    </a:ext>
                  </a:extLst>
                </p14:cNvPr>
                <p14:cNvContentPartPr/>
                <p14:nvPr/>
              </p14:nvContentPartPr>
              <p14:xfrm>
                <a:off x="10524710" y="2172997"/>
                <a:ext cx="180000" cy="72720"/>
              </p14:xfrm>
            </p:contentPart>
          </mc:Choice>
          <mc:Fallback xmlns="">
            <p:pic>
              <p:nvPicPr>
                <p:cNvPr id="64" name="Ink 63">
                  <a:extLst>
                    <a:ext uri="{FF2B5EF4-FFF2-40B4-BE49-F238E27FC236}">
                      <a16:creationId xmlns:a16="http://schemas.microsoft.com/office/drawing/2014/main" id="{162A9907-8C24-F952-563D-F2294FE4E611}"/>
                    </a:ext>
                  </a:extLst>
                </p:cNvPr>
                <p:cNvPicPr/>
                <p:nvPr/>
              </p:nvPicPr>
              <p:blipFill>
                <a:blip r:embed="rId107"/>
                <a:stretch>
                  <a:fillRect/>
                </a:stretch>
              </p:blipFill>
              <p:spPr>
                <a:xfrm>
                  <a:off x="10506710" y="2154997"/>
                  <a:ext cx="21564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5" name="Ink 64">
                  <a:extLst>
                    <a:ext uri="{FF2B5EF4-FFF2-40B4-BE49-F238E27FC236}">
                      <a16:creationId xmlns:a16="http://schemas.microsoft.com/office/drawing/2014/main" id="{DCE5F81F-C553-C90E-F135-72BBF5C680ED}"/>
                    </a:ext>
                  </a:extLst>
                </p14:cNvPr>
                <p14:cNvContentPartPr/>
                <p14:nvPr/>
              </p14:nvContentPartPr>
              <p14:xfrm>
                <a:off x="10764470" y="2140597"/>
                <a:ext cx="106200" cy="123120"/>
              </p14:xfrm>
            </p:contentPart>
          </mc:Choice>
          <mc:Fallback xmlns="">
            <p:pic>
              <p:nvPicPr>
                <p:cNvPr id="65" name="Ink 64">
                  <a:extLst>
                    <a:ext uri="{FF2B5EF4-FFF2-40B4-BE49-F238E27FC236}">
                      <a16:creationId xmlns:a16="http://schemas.microsoft.com/office/drawing/2014/main" id="{DCE5F81F-C553-C90E-F135-72BBF5C680ED}"/>
                    </a:ext>
                  </a:extLst>
                </p:cNvPr>
                <p:cNvPicPr/>
                <p:nvPr/>
              </p:nvPicPr>
              <p:blipFill>
                <a:blip r:embed="rId109"/>
                <a:stretch>
                  <a:fillRect/>
                </a:stretch>
              </p:blipFill>
              <p:spPr>
                <a:xfrm>
                  <a:off x="10746470" y="2122544"/>
                  <a:ext cx="141840" cy="158865"/>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6" name="Ink 65">
                  <a:extLst>
                    <a:ext uri="{FF2B5EF4-FFF2-40B4-BE49-F238E27FC236}">
                      <a16:creationId xmlns:a16="http://schemas.microsoft.com/office/drawing/2014/main" id="{9885D5A6-3323-5E2D-21F1-93F7A78373E8}"/>
                    </a:ext>
                  </a:extLst>
                </p14:cNvPr>
                <p14:cNvContentPartPr/>
                <p14:nvPr/>
              </p14:nvContentPartPr>
              <p14:xfrm>
                <a:off x="10946990" y="2015677"/>
                <a:ext cx="147240" cy="241200"/>
              </p14:xfrm>
            </p:contentPart>
          </mc:Choice>
          <mc:Fallback xmlns="">
            <p:pic>
              <p:nvPicPr>
                <p:cNvPr id="66" name="Ink 65">
                  <a:extLst>
                    <a:ext uri="{FF2B5EF4-FFF2-40B4-BE49-F238E27FC236}">
                      <a16:creationId xmlns:a16="http://schemas.microsoft.com/office/drawing/2014/main" id="{9885D5A6-3323-5E2D-21F1-93F7A78373E8}"/>
                    </a:ext>
                  </a:extLst>
                </p:cNvPr>
                <p:cNvPicPr/>
                <p:nvPr/>
              </p:nvPicPr>
              <p:blipFill>
                <a:blip r:embed="rId111"/>
                <a:stretch>
                  <a:fillRect/>
                </a:stretch>
              </p:blipFill>
              <p:spPr>
                <a:xfrm>
                  <a:off x="10928990" y="1997677"/>
                  <a:ext cx="182880" cy="276840"/>
                </a:xfrm>
                <a:prstGeom prst="rect">
                  <a:avLst/>
                </a:prstGeom>
              </p:spPr>
            </p:pic>
          </mc:Fallback>
        </mc:AlternateContent>
      </p:grpSp>
      <p:grpSp>
        <p:nvGrpSpPr>
          <p:cNvPr id="70" name="Group 69">
            <a:extLst>
              <a:ext uri="{FF2B5EF4-FFF2-40B4-BE49-F238E27FC236}">
                <a16:creationId xmlns:a16="http://schemas.microsoft.com/office/drawing/2014/main" id="{5EE0C8BF-9535-A8E6-099A-54721ABACC28}"/>
              </a:ext>
            </a:extLst>
          </p:cNvPr>
          <p:cNvGrpSpPr/>
          <p:nvPr/>
        </p:nvGrpSpPr>
        <p:grpSpPr>
          <a:xfrm>
            <a:off x="1414910" y="4238677"/>
            <a:ext cx="207000" cy="431640"/>
            <a:chOff x="1414910" y="4238677"/>
            <a:chExt cx="207000" cy="431640"/>
          </a:xfrm>
        </p:grpSpPr>
        <mc:AlternateContent xmlns:mc="http://schemas.openxmlformats.org/markup-compatibility/2006" xmlns:p14="http://schemas.microsoft.com/office/powerpoint/2010/main">
          <mc:Choice Requires="p14">
            <p:contentPart p14:bwMode="auto" r:id="rId112">
              <p14:nvContentPartPr>
                <p14:cNvPr id="68" name="Ink 67">
                  <a:extLst>
                    <a:ext uri="{FF2B5EF4-FFF2-40B4-BE49-F238E27FC236}">
                      <a16:creationId xmlns:a16="http://schemas.microsoft.com/office/drawing/2014/main" id="{D84019B5-CCFF-09B0-6EE1-B1C3A6243002}"/>
                    </a:ext>
                  </a:extLst>
                </p14:cNvPr>
                <p14:cNvContentPartPr/>
                <p14:nvPr/>
              </p14:nvContentPartPr>
              <p14:xfrm>
                <a:off x="1472510" y="4238677"/>
                <a:ext cx="32760" cy="431640"/>
              </p14:xfrm>
            </p:contentPart>
          </mc:Choice>
          <mc:Fallback xmlns="">
            <p:pic>
              <p:nvPicPr>
                <p:cNvPr id="68" name="Ink 67">
                  <a:extLst>
                    <a:ext uri="{FF2B5EF4-FFF2-40B4-BE49-F238E27FC236}">
                      <a16:creationId xmlns:a16="http://schemas.microsoft.com/office/drawing/2014/main" id="{D84019B5-CCFF-09B0-6EE1-B1C3A6243002}"/>
                    </a:ext>
                  </a:extLst>
                </p:cNvPr>
                <p:cNvPicPr/>
                <p:nvPr/>
              </p:nvPicPr>
              <p:blipFill>
                <a:blip r:embed="rId113"/>
                <a:stretch>
                  <a:fillRect/>
                </a:stretch>
              </p:blipFill>
              <p:spPr>
                <a:xfrm>
                  <a:off x="1454310" y="4220677"/>
                  <a:ext cx="68796"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9" name="Ink 68">
                  <a:extLst>
                    <a:ext uri="{FF2B5EF4-FFF2-40B4-BE49-F238E27FC236}">
                      <a16:creationId xmlns:a16="http://schemas.microsoft.com/office/drawing/2014/main" id="{37FD8E9C-556A-4921-8972-89A74BAB5F87}"/>
                    </a:ext>
                  </a:extLst>
                </p14:cNvPr>
                <p14:cNvContentPartPr/>
                <p14:nvPr/>
              </p14:nvContentPartPr>
              <p14:xfrm>
                <a:off x="1414910" y="4545397"/>
                <a:ext cx="207000" cy="94320"/>
              </p14:xfrm>
            </p:contentPart>
          </mc:Choice>
          <mc:Fallback xmlns="">
            <p:pic>
              <p:nvPicPr>
                <p:cNvPr id="69" name="Ink 68">
                  <a:extLst>
                    <a:ext uri="{FF2B5EF4-FFF2-40B4-BE49-F238E27FC236}">
                      <a16:creationId xmlns:a16="http://schemas.microsoft.com/office/drawing/2014/main" id="{37FD8E9C-556A-4921-8972-89A74BAB5F87}"/>
                    </a:ext>
                  </a:extLst>
                </p:cNvPr>
                <p:cNvPicPr/>
                <p:nvPr/>
              </p:nvPicPr>
              <p:blipFill>
                <a:blip r:embed="rId115"/>
                <a:stretch>
                  <a:fillRect/>
                </a:stretch>
              </p:blipFill>
              <p:spPr>
                <a:xfrm>
                  <a:off x="1396910" y="4527397"/>
                  <a:ext cx="242640" cy="129960"/>
                </a:xfrm>
                <a:prstGeom prst="rect">
                  <a:avLst/>
                </a:prstGeom>
              </p:spPr>
            </p:pic>
          </mc:Fallback>
        </mc:AlternateContent>
      </p:grpSp>
      <p:grpSp>
        <p:nvGrpSpPr>
          <p:cNvPr id="76" name="Group 75">
            <a:extLst>
              <a:ext uri="{FF2B5EF4-FFF2-40B4-BE49-F238E27FC236}">
                <a16:creationId xmlns:a16="http://schemas.microsoft.com/office/drawing/2014/main" id="{8DE404FF-5D62-C687-B2CF-0AFE7172FAF2}"/>
              </a:ext>
            </a:extLst>
          </p:cNvPr>
          <p:cNvGrpSpPr/>
          <p:nvPr/>
        </p:nvGrpSpPr>
        <p:grpSpPr>
          <a:xfrm>
            <a:off x="641990" y="4899637"/>
            <a:ext cx="222120" cy="171720"/>
            <a:chOff x="641990" y="4899637"/>
            <a:chExt cx="222120" cy="171720"/>
          </a:xfrm>
        </p:grpSpPr>
        <mc:AlternateContent xmlns:mc="http://schemas.openxmlformats.org/markup-compatibility/2006" xmlns:p14="http://schemas.microsoft.com/office/powerpoint/2010/main">
          <mc:Choice Requires="p14">
            <p:contentPart p14:bwMode="auto" r:id="rId116">
              <p14:nvContentPartPr>
                <p14:cNvPr id="71" name="Ink 70">
                  <a:extLst>
                    <a:ext uri="{FF2B5EF4-FFF2-40B4-BE49-F238E27FC236}">
                      <a16:creationId xmlns:a16="http://schemas.microsoft.com/office/drawing/2014/main" id="{120FB94D-6444-08B7-487F-6442DBA5ACDA}"/>
                    </a:ext>
                  </a:extLst>
                </p14:cNvPr>
                <p14:cNvContentPartPr/>
                <p14:nvPr/>
              </p14:nvContentPartPr>
              <p14:xfrm>
                <a:off x="641990" y="4899637"/>
                <a:ext cx="14400" cy="155520"/>
              </p14:xfrm>
            </p:contentPart>
          </mc:Choice>
          <mc:Fallback xmlns="">
            <p:pic>
              <p:nvPicPr>
                <p:cNvPr id="71" name="Ink 70">
                  <a:extLst>
                    <a:ext uri="{FF2B5EF4-FFF2-40B4-BE49-F238E27FC236}">
                      <a16:creationId xmlns:a16="http://schemas.microsoft.com/office/drawing/2014/main" id="{120FB94D-6444-08B7-487F-6442DBA5ACDA}"/>
                    </a:ext>
                  </a:extLst>
                </p:cNvPr>
                <p:cNvPicPr/>
                <p:nvPr/>
              </p:nvPicPr>
              <p:blipFill>
                <a:blip r:embed="rId117"/>
                <a:stretch>
                  <a:fillRect/>
                </a:stretch>
              </p:blipFill>
              <p:spPr>
                <a:xfrm>
                  <a:off x="623990" y="4881637"/>
                  <a:ext cx="5004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2" name="Ink 71">
                  <a:extLst>
                    <a:ext uri="{FF2B5EF4-FFF2-40B4-BE49-F238E27FC236}">
                      <a16:creationId xmlns:a16="http://schemas.microsoft.com/office/drawing/2014/main" id="{5953702B-CC1D-5185-168A-0B85161DF757}"/>
                    </a:ext>
                  </a:extLst>
                </p14:cNvPr>
                <p14:cNvContentPartPr/>
                <p14:nvPr/>
              </p14:nvContentPartPr>
              <p14:xfrm>
                <a:off x="787790" y="4921957"/>
                <a:ext cx="76320" cy="149400"/>
              </p14:xfrm>
            </p:contentPart>
          </mc:Choice>
          <mc:Fallback xmlns="">
            <p:pic>
              <p:nvPicPr>
                <p:cNvPr id="72" name="Ink 71">
                  <a:extLst>
                    <a:ext uri="{FF2B5EF4-FFF2-40B4-BE49-F238E27FC236}">
                      <a16:creationId xmlns:a16="http://schemas.microsoft.com/office/drawing/2014/main" id="{5953702B-CC1D-5185-168A-0B85161DF757}"/>
                    </a:ext>
                  </a:extLst>
                </p:cNvPr>
                <p:cNvPicPr/>
                <p:nvPr/>
              </p:nvPicPr>
              <p:blipFill>
                <a:blip r:embed="rId119"/>
                <a:stretch>
                  <a:fillRect/>
                </a:stretch>
              </p:blipFill>
              <p:spPr>
                <a:xfrm>
                  <a:off x="769790" y="4903957"/>
                  <a:ext cx="111960" cy="185040"/>
                </a:xfrm>
                <a:prstGeom prst="rect">
                  <a:avLst/>
                </a:prstGeom>
              </p:spPr>
            </p:pic>
          </mc:Fallback>
        </mc:AlternateContent>
      </p:grpSp>
      <p:grpSp>
        <p:nvGrpSpPr>
          <p:cNvPr id="75" name="Group 74">
            <a:extLst>
              <a:ext uri="{FF2B5EF4-FFF2-40B4-BE49-F238E27FC236}">
                <a16:creationId xmlns:a16="http://schemas.microsoft.com/office/drawing/2014/main" id="{BC1E5B85-F47C-0B0C-3888-32AA6E081FA8}"/>
              </a:ext>
            </a:extLst>
          </p:cNvPr>
          <p:cNvGrpSpPr/>
          <p:nvPr/>
        </p:nvGrpSpPr>
        <p:grpSpPr>
          <a:xfrm>
            <a:off x="614990" y="5282677"/>
            <a:ext cx="270720" cy="298440"/>
            <a:chOff x="614990" y="5282677"/>
            <a:chExt cx="270720" cy="298440"/>
          </a:xfrm>
        </p:grpSpPr>
        <mc:AlternateContent xmlns:mc="http://schemas.openxmlformats.org/markup-compatibility/2006" xmlns:p14="http://schemas.microsoft.com/office/powerpoint/2010/main">
          <mc:Choice Requires="p14">
            <p:contentPart p14:bwMode="auto" r:id="rId120">
              <p14:nvContentPartPr>
                <p14:cNvPr id="73" name="Ink 72">
                  <a:extLst>
                    <a:ext uri="{FF2B5EF4-FFF2-40B4-BE49-F238E27FC236}">
                      <a16:creationId xmlns:a16="http://schemas.microsoft.com/office/drawing/2014/main" id="{36DD9816-A7E2-AC21-8C02-819B97FB49DC}"/>
                    </a:ext>
                  </a:extLst>
                </p14:cNvPr>
                <p14:cNvContentPartPr/>
                <p14:nvPr/>
              </p14:nvContentPartPr>
              <p14:xfrm>
                <a:off x="614990" y="5282677"/>
                <a:ext cx="136080" cy="229320"/>
              </p14:xfrm>
            </p:contentPart>
          </mc:Choice>
          <mc:Fallback xmlns="">
            <p:pic>
              <p:nvPicPr>
                <p:cNvPr id="73" name="Ink 72">
                  <a:extLst>
                    <a:ext uri="{FF2B5EF4-FFF2-40B4-BE49-F238E27FC236}">
                      <a16:creationId xmlns:a16="http://schemas.microsoft.com/office/drawing/2014/main" id="{36DD9816-A7E2-AC21-8C02-819B97FB49DC}"/>
                    </a:ext>
                  </a:extLst>
                </p:cNvPr>
                <p:cNvPicPr/>
                <p:nvPr/>
              </p:nvPicPr>
              <p:blipFill>
                <a:blip r:embed="rId121"/>
                <a:stretch>
                  <a:fillRect/>
                </a:stretch>
              </p:blipFill>
              <p:spPr>
                <a:xfrm>
                  <a:off x="596942" y="5264677"/>
                  <a:ext cx="171815"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4" name="Ink 73">
                  <a:extLst>
                    <a:ext uri="{FF2B5EF4-FFF2-40B4-BE49-F238E27FC236}">
                      <a16:creationId xmlns:a16="http://schemas.microsoft.com/office/drawing/2014/main" id="{36DB0531-FEA0-94F8-EDF5-4727605E12DF}"/>
                    </a:ext>
                  </a:extLst>
                </p14:cNvPr>
                <p14:cNvContentPartPr/>
                <p14:nvPr/>
              </p14:nvContentPartPr>
              <p14:xfrm>
                <a:off x="843950" y="5366197"/>
                <a:ext cx="41760" cy="214920"/>
              </p14:xfrm>
            </p:contentPart>
          </mc:Choice>
          <mc:Fallback xmlns="">
            <p:pic>
              <p:nvPicPr>
                <p:cNvPr id="74" name="Ink 73">
                  <a:extLst>
                    <a:ext uri="{FF2B5EF4-FFF2-40B4-BE49-F238E27FC236}">
                      <a16:creationId xmlns:a16="http://schemas.microsoft.com/office/drawing/2014/main" id="{36DB0531-FEA0-94F8-EDF5-4727605E12DF}"/>
                    </a:ext>
                  </a:extLst>
                </p:cNvPr>
                <p:cNvPicPr/>
                <p:nvPr/>
              </p:nvPicPr>
              <p:blipFill>
                <a:blip r:embed="rId123"/>
                <a:stretch>
                  <a:fillRect/>
                </a:stretch>
              </p:blipFill>
              <p:spPr>
                <a:xfrm>
                  <a:off x="825950" y="5348167"/>
                  <a:ext cx="77400" cy="250620"/>
                </a:xfrm>
                <a:prstGeom prst="rect">
                  <a:avLst/>
                </a:prstGeom>
              </p:spPr>
            </p:pic>
          </mc:Fallback>
        </mc:AlternateContent>
      </p:grpSp>
      <p:grpSp>
        <p:nvGrpSpPr>
          <p:cNvPr id="90" name="Group 89">
            <a:extLst>
              <a:ext uri="{FF2B5EF4-FFF2-40B4-BE49-F238E27FC236}">
                <a16:creationId xmlns:a16="http://schemas.microsoft.com/office/drawing/2014/main" id="{76C87558-F1FF-3A4A-DBF8-7804DAEF98F1}"/>
              </a:ext>
            </a:extLst>
          </p:cNvPr>
          <p:cNvGrpSpPr/>
          <p:nvPr/>
        </p:nvGrpSpPr>
        <p:grpSpPr>
          <a:xfrm>
            <a:off x="1202870" y="4944637"/>
            <a:ext cx="1446840" cy="443880"/>
            <a:chOff x="1202870" y="4944637"/>
            <a:chExt cx="1446840" cy="443880"/>
          </a:xfrm>
        </p:grpSpPr>
        <mc:AlternateContent xmlns:mc="http://schemas.openxmlformats.org/markup-compatibility/2006" xmlns:p14="http://schemas.microsoft.com/office/powerpoint/2010/main">
          <mc:Choice Requires="p14">
            <p:contentPart p14:bwMode="auto" r:id="rId124">
              <p14:nvContentPartPr>
                <p14:cNvPr id="77" name="Ink 76">
                  <a:extLst>
                    <a:ext uri="{FF2B5EF4-FFF2-40B4-BE49-F238E27FC236}">
                      <a16:creationId xmlns:a16="http://schemas.microsoft.com/office/drawing/2014/main" id="{ED311D2C-8AA5-DBF4-25D0-08884046CF63}"/>
                    </a:ext>
                  </a:extLst>
                </p14:cNvPr>
                <p14:cNvContentPartPr/>
                <p14:nvPr/>
              </p14:nvContentPartPr>
              <p14:xfrm>
                <a:off x="1202870" y="5044717"/>
                <a:ext cx="128880" cy="343800"/>
              </p14:xfrm>
            </p:contentPart>
          </mc:Choice>
          <mc:Fallback xmlns="">
            <p:pic>
              <p:nvPicPr>
                <p:cNvPr id="77" name="Ink 76">
                  <a:extLst>
                    <a:ext uri="{FF2B5EF4-FFF2-40B4-BE49-F238E27FC236}">
                      <a16:creationId xmlns:a16="http://schemas.microsoft.com/office/drawing/2014/main" id="{ED311D2C-8AA5-DBF4-25D0-08884046CF63}"/>
                    </a:ext>
                  </a:extLst>
                </p:cNvPr>
                <p:cNvPicPr/>
                <p:nvPr/>
              </p:nvPicPr>
              <p:blipFill>
                <a:blip r:embed="rId125"/>
                <a:stretch>
                  <a:fillRect/>
                </a:stretch>
              </p:blipFill>
              <p:spPr>
                <a:xfrm>
                  <a:off x="1184870" y="5026717"/>
                  <a:ext cx="164520" cy="3794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8" name="Ink 77">
                  <a:extLst>
                    <a:ext uri="{FF2B5EF4-FFF2-40B4-BE49-F238E27FC236}">
                      <a16:creationId xmlns:a16="http://schemas.microsoft.com/office/drawing/2014/main" id="{FBC49B1F-607C-13D3-5A14-80E0AF05FBDF}"/>
                    </a:ext>
                  </a:extLst>
                </p14:cNvPr>
                <p14:cNvContentPartPr/>
                <p14:nvPr/>
              </p14:nvContentPartPr>
              <p14:xfrm>
                <a:off x="1379630" y="5154157"/>
                <a:ext cx="31680" cy="194760"/>
              </p14:xfrm>
            </p:contentPart>
          </mc:Choice>
          <mc:Fallback xmlns="">
            <p:pic>
              <p:nvPicPr>
                <p:cNvPr id="78" name="Ink 77">
                  <a:extLst>
                    <a:ext uri="{FF2B5EF4-FFF2-40B4-BE49-F238E27FC236}">
                      <a16:creationId xmlns:a16="http://schemas.microsoft.com/office/drawing/2014/main" id="{FBC49B1F-607C-13D3-5A14-80E0AF05FBDF}"/>
                    </a:ext>
                  </a:extLst>
                </p:cNvPr>
                <p:cNvPicPr/>
                <p:nvPr/>
              </p:nvPicPr>
              <p:blipFill>
                <a:blip r:embed="rId127"/>
                <a:stretch>
                  <a:fillRect/>
                </a:stretch>
              </p:blipFill>
              <p:spPr>
                <a:xfrm>
                  <a:off x="1361630" y="5136157"/>
                  <a:ext cx="6732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9" name="Ink 78">
                  <a:extLst>
                    <a:ext uri="{FF2B5EF4-FFF2-40B4-BE49-F238E27FC236}">
                      <a16:creationId xmlns:a16="http://schemas.microsoft.com/office/drawing/2014/main" id="{D0A80270-49DD-8834-96F5-3DB737CD99D5}"/>
                    </a:ext>
                  </a:extLst>
                </p14:cNvPr>
                <p14:cNvContentPartPr/>
                <p14:nvPr/>
              </p14:nvContentPartPr>
              <p14:xfrm>
                <a:off x="1408790" y="5132917"/>
                <a:ext cx="95400" cy="172800"/>
              </p14:xfrm>
            </p:contentPart>
          </mc:Choice>
          <mc:Fallback xmlns="">
            <p:pic>
              <p:nvPicPr>
                <p:cNvPr id="79" name="Ink 78">
                  <a:extLst>
                    <a:ext uri="{FF2B5EF4-FFF2-40B4-BE49-F238E27FC236}">
                      <a16:creationId xmlns:a16="http://schemas.microsoft.com/office/drawing/2014/main" id="{D0A80270-49DD-8834-96F5-3DB737CD99D5}"/>
                    </a:ext>
                  </a:extLst>
                </p:cNvPr>
                <p:cNvPicPr/>
                <p:nvPr/>
              </p:nvPicPr>
              <p:blipFill>
                <a:blip r:embed="rId129"/>
                <a:stretch>
                  <a:fillRect/>
                </a:stretch>
              </p:blipFill>
              <p:spPr>
                <a:xfrm>
                  <a:off x="1390790" y="5114917"/>
                  <a:ext cx="13104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0" name="Ink 79">
                  <a:extLst>
                    <a:ext uri="{FF2B5EF4-FFF2-40B4-BE49-F238E27FC236}">
                      <a16:creationId xmlns:a16="http://schemas.microsoft.com/office/drawing/2014/main" id="{EF85E68E-3C20-8152-5D25-1E1BD4D118AC}"/>
                    </a:ext>
                  </a:extLst>
                </p14:cNvPr>
                <p14:cNvContentPartPr/>
                <p14:nvPr/>
              </p14:nvContentPartPr>
              <p14:xfrm>
                <a:off x="1605710" y="5155597"/>
                <a:ext cx="42480" cy="180360"/>
              </p14:xfrm>
            </p:contentPart>
          </mc:Choice>
          <mc:Fallback xmlns="">
            <p:pic>
              <p:nvPicPr>
                <p:cNvPr id="80" name="Ink 79">
                  <a:extLst>
                    <a:ext uri="{FF2B5EF4-FFF2-40B4-BE49-F238E27FC236}">
                      <a16:creationId xmlns:a16="http://schemas.microsoft.com/office/drawing/2014/main" id="{EF85E68E-3C20-8152-5D25-1E1BD4D118AC}"/>
                    </a:ext>
                  </a:extLst>
                </p:cNvPr>
                <p:cNvPicPr/>
                <p:nvPr/>
              </p:nvPicPr>
              <p:blipFill>
                <a:blip r:embed="rId131"/>
                <a:stretch>
                  <a:fillRect/>
                </a:stretch>
              </p:blipFill>
              <p:spPr>
                <a:xfrm>
                  <a:off x="1587861" y="5137597"/>
                  <a:ext cx="77821"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1" name="Ink 80">
                  <a:extLst>
                    <a:ext uri="{FF2B5EF4-FFF2-40B4-BE49-F238E27FC236}">
                      <a16:creationId xmlns:a16="http://schemas.microsoft.com/office/drawing/2014/main" id="{72A0139A-5590-30E5-E4AE-30D0587ECCD6}"/>
                    </a:ext>
                  </a:extLst>
                </p14:cNvPr>
                <p14:cNvContentPartPr/>
                <p14:nvPr/>
              </p14:nvContentPartPr>
              <p14:xfrm>
                <a:off x="1638110" y="5093317"/>
                <a:ext cx="3240" cy="21240"/>
              </p14:xfrm>
            </p:contentPart>
          </mc:Choice>
          <mc:Fallback xmlns="">
            <p:pic>
              <p:nvPicPr>
                <p:cNvPr id="81" name="Ink 80">
                  <a:extLst>
                    <a:ext uri="{FF2B5EF4-FFF2-40B4-BE49-F238E27FC236}">
                      <a16:creationId xmlns:a16="http://schemas.microsoft.com/office/drawing/2014/main" id="{72A0139A-5590-30E5-E4AE-30D0587ECCD6}"/>
                    </a:ext>
                  </a:extLst>
                </p:cNvPr>
                <p:cNvPicPr/>
                <p:nvPr/>
              </p:nvPicPr>
              <p:blipFill>
                <a:blip r:embed="rId133"/>
                <a:stretch>
                  <a:fillRect/>
                </a:stretch>
              </p:blipFill>
              <p:spPr>
                <a:xfrm>
                  <a:off x="1620110" y="5075317"/>
                  <a:ext cx="3888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2" name="Ink 81">
                  <a:extLst>
                    <a:ext uri="{FF2B5EF4-FFF2-40B4-BE49-F238E27FC236}">
                      <a16:creationId xmlns:a16="http://schemas.microsoft.com/office/drawing/2014/main" id="{8D2B7804-0B77-A6E1-8CB2-779DF18AC7B5}"/>
                    </a:ext>
                  </a:extLst>
                </p14:cNvPr>
                <p14:cNvContentPartPr/>
                <p14:nvPr/>
              </p14:nvContentPartPr>
              <p14:xfrm>
                <a:off x="1754750" y="5157397"/>
                <a:ext cx="105480" cy="166680"/>
              </p14:xfrm>
            </p:contentPart>
          </mc:Choice>
          <mc:Fallback xmlns="">
            <p:pic>
              <p:nvPicPr>
                <p:cNvPr id="82" name="Ink 81">
                  <a:extLst>
                    <a:ext uri="{FF2B5EF4-FFF2-40B4-BE49-F238E27FC236}">
                      <a16:creationId xmlns:a16="http://schemas.microsoft.com/office/drawing/2014/main" id="{8D2B7804-0B77-A6E1-8CB2-779DF18AC7B5}"/>
                    </a:ext>
                  </a:extLst>
                </p:cNvPr>
                <p:cNvPicPr/>
                <p:nvPr/>
              </p:nvPicPr>
              <p:blipFill>
                <a:blip r:embed="rId135"/>
                <a:stretch>
                  <a:fillRect/>
                </a:stretch>
              </p:blipFill>
              <p:spPr>
                <a:xfrm>
                  <a:off x="1736750" y="5139397"/>
                  <a:ext cx="14112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3" name="Ink 82">
                  <a:extLst>
                    <a:ext uri="{FF2B5EF4-FFF2-40B4-BE49-F238E27FC236}">
                      <a16:creationId xmlns:a16="http://schemas.microsoft.com/office/drawing/2014/main" id="{1998A45D-42E2-D9E6-0C19-30DAC3521C2C}"/>
                    </a:ext>
                  </a:extLst>
                </p14:cNvPr>
                <p14:cNvContentPartPr/>
                <p14:nvPr/>
              </p14:nvContentPartPr>
              <p14:xfrm>
                <a:off x="1945190" y="5132197"/>
                <a:ext cx="5760" cy="114120"/>
              </p14:xfrm>
            </p:contentPart>
          </mc:Choice>
          <mc:Fallback xmlns="">
            <p:pic>
              <p:nvPicPr>
                <p:cNvPr id="83" name="Ink 82">
                  <a:extLst>
                    <a:ext uri="{FF2B5EF4-FFF2-40B4-BE49-F238E27FC236}">
                      <a16:creationId xmlns:a16="http://schemas.microsoft.com/office/drawing/2014/main" id="{1998A45D-42E2-D9E6-0C19-30DAC3521C2C}"/>
                    </a:ext>
                  </a:extLst>
                </p:cNvPr>
                <p:cNvPicPr/>
                <p:nvPr/>
              </p:nvPicPr>
              <p:blipFill>
                <a:blip r:embed="rId137"/>
                <a:stretch>
                  <a:fillRect/>
                </a:stretch>
              </p:blipFill>
              <p:spPr>
                <a:xfrm>
                  <a:off x="1927190" y="5114254"/>
                  <a:ext cx="41400" cy="149648"/>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4" name="Ink 83">
                  <a:extLst>
                    <a:ext uri="{FF2B5EF4-FFF2-40B4-BE49-F238E27FC236}">
                      <a16:creationId xmlns:a16="http://schemas.microsoft.com/office/drawing/2014/main" id="{EE69E3CD-8767-3900-876A-C38AFA8B18AD}"/>
                    </a:ext>
                  </a:extLst>
                </p14:cNvPr>
                <p14:cNvContentPartPr/>
                <p14:nvPr/>
              </p14:nvContentPartPr>
              <p14:xfrm>
                <a:off x="1921430" y="4986037"/>
                <a:ext cx="2880" cy="25920"/>
              </p14:xfrm>
            </p:contentPart>
          </mc:Choice>
          <mc:Fallback xmlns="">
            <p:pic>
              <p:nvPicPr>
                <p:cNvPr id="84" name="Ink 83">
                  <a:extLst>
                    <a:ext uri="{FF2B5EF4-FFF2-40B4-BE49-F238E27FC236}">
                      <a16:creationId xmlns:a16="http://schemas.microsoft.com/office/drawing/2014/main" id="{EE69E3CD-8767-3900-876A-C38AFA8B18AD}"/>
                    </a:ext>
                  </a:extLst>
                </p:cNvPr>
                <p:cNvPicPr/>
                <p:nvPr/>
              </p:nvPicPr>
              <p:blipFill>
                <a:blip r:embed="rId139"/>
                <a:stretch>
                  <a:fillRect/>
                </a:stretch>
              </p:blipFill>
              <p:spPr>
                <a:xfrm>
                  <a:off x="1903430" y="4968037"/>
                  <a:ext cx="3852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5" name="Ink 84">
                  <a:extLst>
                    <a:ext uri="{FF2B5EF4-FFF2-40B4-BE49-F238E27FC236}">
                      <a16:creationId xmlns:a16="http://schemas.microsoft.com/office/drawing/2014/main" id="{7D64A0EB-2051-FDA9-830C-E7123A24FF6F}"/>
                    </a:ext>
                  </a:extLst>
                </p14:cNvPr>
                <p14:cNvContentPartPr/>
                <p14:nvPr/>
              </p14:nvContentPartPr>
              <p14:xfrm>
                <a:off x="2052830" y="4998637"/>
                <a:ext cx="63360" cy="210600"/>
              </p14:xfrm>
            </p:contentPart>
          </mc:Choice>
          <mc:Fallback xmlns="">
            <p:pic>
              <p:nvPicPr>
                <p:cNvPr id="85" name="Ink 84">
                  <a:extLst>
                    <a:ext uri="{FF2B5EF4-FFF2-40B4-BE49-F238E27FC236}">
                      <a16:creationId xmlns:a16="http://schemas.microsoft.com/office/drawing/2014/main" id="{7D64A0EB-2051-FDA9-830C-E7123A24FF6F}"/>
                    </a:ext>
                  </a:extLst>
                </p:cNvPr>
                <p:cNvPicPr/>
                <p:nvPr/>
              </p:nvPicPr>
              <p:blipFill>
                <a:blip r:embed="rId141"/>
                <a:stretch>
                  <a:fillRect/>
                </a:stretch>
              </p:blipFill>
              <p:spPr>
                <a:xfrm>
                  <a:off x="2034727" y="4980606"/>
                  <a:ext cx="99204" cy="246301"/>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6" name="Ink 85">
                  <a:extLst>
                    <a:ext uri="{FF2B5EF4-FFF2-40B4-BE49-F238E27FC236}">
                      <a16:creationId xmlns:a16="http://schemas.microsoft.com/office/drawing/2014/main" id="{CAE66FA3-2CC1-77B9-A66C-BCF9F4A20BB6}"/>
                    </a:ext>
                  </a:extLst>
                </p14:cNvPr>
                <p14:cNvContentPartPr/>
                <p14:nvPr/>
              </p14:nvContentPartPr>
              <p14:xfrm>
                <a:off x="2045990" y="5083237"/>
                <a:ext cx="125280" cy="38160"/>
              </p14:xfrm>
            </p:contentPart>
          </mc:Choice>
          <mc:Fallback xmlns="">
            <p:pic>
              <p:nvPicPr>
                <p:cNvPr id="86" name="Ink 85">
                  <a:extLst>
                    <a:ext uri="{FF2B5EF4-FFF2-40B4-BE49-F238E27FC236}">
                      <a16:creationId xmlns:a16="http://schemas.microsoft.com/office/drawing/2014/main" id="{CAE66FA3-2CC1-77B9-A66C-BCF9F4A20BB6}"/>
                    </a:ext>
                  </a:extLst>
                </p:cNvPr>
                <p:cNvPicPr/>
                <p:nvPr/>
              </p:nvPicPr>
              <p:blipFill>
                <a:blip r:embed="rId143"/>
                <a:stretch>
                  <a:fillRect/>
                </a:stretch>
              </p:blipFill>
              <p:spPr>
                <a:xfrm>
                  <a:off x="2027990" y="5065237"/>
                  <a:ext cx="16092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7" name="Ink 86">
                  <a:extLst>
                    <a:ext uri="{FF2B5EF4-FFF2-40B4-BE49-F238E27FC236}">
                      <a16:creationId xmlns:a16="http://schemas.microsoft.com/office/drawing/2014/main" id="{48018594-FE4E-199F-E7DE-6540B430AF08}"/>
                    </a:ext>
                  </a:extLst>
                </p14:cNvPr>
                <p14:cNvContentPartPr/>
                <p14:nvPr/>
              </p14:nvContentPartPr>
              <p14:xfrm>
                <a:off x="2184230" y="5082517"/>
                <a:ext cx="134640" cy="76680"/>
              </p14:xfrm>
            </p:contentPart>
          </mc:Choice>
          <mc:Fallback xmlns="">
            <p:pic>
              <p:nvPicPr>
                <p:cNvPr id="87" name="Ink 86">
                  <a:extLst>
                    <a:ext uri="{FF2B5EF4-FFF2-40B4-BE49-F238E27FC236}">
                      <a16:creationId xmlns:a16="http://schemas.microsoft.com/office/drawing/2014/main" id="{48018594-FE4E-199F-E7DE-6540B430AF08}"/>
                    </a:ext>
                  </a:extLst>
                </p:cNvPr>
                <p:cNvPicPr/>
                <p:nvPr/>
              </p:nvPicPr>
              <p:blipFill>
                <a:blip r:embed="rId145"/>
                <a:stretch>
                  <a:fillRect/>
                </a:stretch>
              </p:blipFill>
              <p:spPr>
                <a:xfrm>
                  <a:off x="2166230" y="5064517"/>
                  <a:ext cx="17028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8" name="Ink 87">
                  <a:extLst>
                    <a:ext uri="{FF2B5EF4-FFF2-40B4-BE49-F238E27FC236}">
                      <a16:creationId xmlns:a16="http://schemas.microsoft.com/office/drawing/2014/main" id="{23875DD3-2145-4271-E7DF-AD247078D875}"/>
                    </a:ext>
                  </a:extLst>
                </p14:cNvPr>
                <p14:cNvContentPartPr/>
                <p14:nvPr/>
              </p14:nvContentPartPr>
              <p14:xfrm>
                <a:off x="2368910" y="4948597"/>
                <a:ext cx="45360" cy="283680"/>
              </p14:xfrm>
            </p:contentPart>
          </mc:Choice>
          <mc:Fallback xmlns="">
            <p:pic>
              <p:nvPicPr>
                <p:cNvPr id="88" name="Ink 87">
                  <a:extLst>
                    <a:ext uri="{FF2B5EF4-FFF2-40B4-BE49-F238E27FC236}">
                      <a16:creationId xmlns:a16="http://schemas.microsoft.com/office/drawing/2014/main" id="{23875DD3-2145-4271-E7DF-AD247078D875}"/>
                    </a:ext>
                  </a:extLst>
                </p:cNvPr>
                <p:cNvPicPr/>
                <p:nvPr/>
              </p:nvPicPr>
              <p:blipFill>
                <a:blip r:embed="rId147"/>
                <a:stretch>
                  <a:fillRect/>
                </a:stretch>
              </p:blipFill>
              <p:spPr>
                <a:xfrm>
                  <a:off x="2350910" y="4930597"/>
                  <a:ext cx="8100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9" name="Ink 88">
                  <a:extLst>
                    <a:ext uri="{FF2B5EF4-FFF2-40B4-BE49-F238E27FC236}">
                      <a16:creationId xmlns:a16="http://schemas.microsoft.com/office/drawing/2014/main" id="{64F65AE4-754B-2F34-E15C-0386D285F90B}"/>
                    </a:ext>
                  </a:extLst>
                </p14:cNvPr>
                <p14:cNvContentPartPr/>
                <p14:nvPr/>
              </p14:nvContentPartPr>
              <p14:xfrm>
                <a:off x="2512190" y="4944637"/>
                <a:ext cx="137520" cy="365040"/>
              </p14:xfrm>
            </p:contentPart>
          </mc:Choice>
          <mc:Fallback xmlns="">
            <p:pic>
              <p:nvPicPr>
                <p:cNvPr id="89" name="Ink 88">
                  <a:extLst>
                    <a:ext uri="{FF2B5EF4-FFF2-40B4-BE49-F238E27FC236}">
                      <a16:creationId xmlns:a16="http://schemas.microsoft.com/office/drawing/2014/main" id="{64F65AE4-754B-2F34-E15C-0386D285F90B}"/>
                    </a:ext>
                  </a:extLst>
                </p:cNvPr>
                <p:cNvPicPr/>
                <p:nvPr/>
              </p:nvPicPr>
              <p:blipFill>
                <a:blip r:embed="rId149"/>
                <a:stretch>
                  <a:fillRect/>
                </a:stretch>
              </p:blipFill>
              <p:spPr>
                <a:xfrm>
                  <a:off x="2494143" y="4926619"/>
                  <a:ext cx="173254" cy="400715"/>
                </a:xfrm>
                <a:prstGeom prst="rect">
                  <a:avLst/>
                </a:prstGeom>
              </p:spPr>
            </p:pic>
          </mc:Fallback>
        </mc:AlternateContent>
      </p:grpSp>
      <p:grpSp>
        <p:nvGrpSpPr>
          <p:cNvPr id="103" name="Group 102">
            <a:extLst>
              <a:ext uri="{FF2B5EF4-FFF2-40B4-BE49-F238E27FC236}">
                <a16:creationId xmlns:a16="http://schemas.microsoft.com/office/drawing/2014/main" id="{394C42B4-DA8D-5BB9-5F96-DDA76F972A10}"/>
              </a:ext>
            </a:extLst>
          </p:cNvPr>
          <p:cNvGrpSpPr/>
          <p:nvPr/>
        </p:nvGrpSpPr>
        <p:grpSpPr>
          <a:xfrm>
            <a:off x="4266110" y="2764117"/>
            <a:ext cx="1103760" cy="1571040"/>
            <a:chOff x="4266110" y="2764117"/>
            <a:chExt cx="1103760" cy="1571040"/>
          </a:xfrm>
        </p:grpSpPr>
        <mc:AlternateContent xmlns:mc="http://schemas.openxmlformats.org/markup-compatibility/2006" xmlns:p14="http://schemas.microsoft.com/office/powerpoint/2010/main">
          <mc:Choice Requires="p14">
            <p:contentPart p14:bwMode="auto" r:id="rId150">
              <p14:nvContentPartPr>
                <p14:cNvPr id="91" name="Ink 90">
                  <a:extLst>
                    <a:ext uri="{FF2B5EF4-FFF2-40B4-BE49-F238E27FC236}">
                      <a16:creationId xmlns:a16="http://schemas.microsoft.com/office/drawing/2014/main" id="{6FEFCAA3-4EF7-6E4C-F8F4-FB6AFF068DFB}"/>
                    </a:ext>
                  </a:extLst>
                </p14:cNvPr>
                <p14:cNvContentPartPr/>
                <p14:nvPr/>
              </p14:nvContentPartPr>
              <p14:xfrm>
                <a:off x="4510550" y="2764117"/>
                <a:ext cx="54000" cy="529560"/>
              </p14:xfrm>
            </p:contentPart>
          </mc:Choice>
          <mc:Fallback xmlns="">
            <p:pic>
              <p:nvPicPr>
                <p:cNvPr id="91" name="Ink 90">
                  <a:extLst>
                    <a:ext uri="{FF2B5EF4-FFF2-40B4-BE49-F238E27FC236}">
                      <a16:creationId xmlns:a16="http://schemas.microsoft.com/office/drawing/2014/main" id="{6FEFCAA3-4EF7-6E4C-F8F4-FB6AFF068DFB}"/>
                    </a:ext>
                  </a:extLst>
                </p:cNvPr>
                <p:cNvPicPr/>
                <p:nvPr/>
              </p:nvPicPr>
              <p:blipFill>
                <a:blip r:embed="rId151"/>
                <a:stretch>
                  <a:fillRect/>
                </a:stretch>
              </p:blipFill>
              <p:spPr>
                <a:xfrm>
                  <a:off x="4492550" y="2746105"/>
                  <a:ext cx="89640" cy="565224"/>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2" name="Ink 91">
                  <a:extLst>
                    <a:ext uri="{FF2B5EF4-FFF2-40B4-BE49-F238E27FC236}">
                      <a16:creationId xmlns:a16="http://schemas.microsoft.com/office/drawing/2014/main" id="{0348EBC0-DBE0-EF09-CAAA-F4FAB433C79B}"/>
                    </a:ext>
                  </a:extLst>
                </p14:cNvPr>
                <p14:cNvContentPartPr/>
                <p14:nvPr/>
              </p14:nvContentPartPr>
              <p14:xfrm>
                <a:off x="4266110" y="3253717"/>
                <a:ext cx="519120" cy="88560"/>
              </p14:xfrm>
            </p:contentPart>
          </mc:Choice>
          <mc:Fallback xmlns="">
            <p:pic>
              <p:nvPicPr>
                <p:cNvPr id="92" name="Ink 91">
                  <a:extLst>
                    <a:ext uri="{FF2B5EF4-FFF2-40B4-BE49-F238E27FC236}">
                      <a16:creationId xmlns:a16="http://schemas.microsoft.com/office/drawing/2014/main" id="{0348EBC0-DBE0-EF09-CAAA-F4FAB433C79B}"/>
                    </a:ext>
                  </a:extLst>
                </p:cNvPr>
                <p:cNvPicPr/>
                <p:nvPr/>
              </p:nvPicPr>
              <p:blipFill>
                <a:blip r:embed="rId153"/>
                <a:stretch>
                  <a:fillRect/>
                </a:stretch>
              </p:blipFill>
              <p:spPr>
                <a:xfrm>
                  <a:off x="4248110" y="3235644"/>
                  <a:ext cx="554760" cy="124345"/>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3" name="Ink 92">
                  <a:extLst>
                    <a:ext uri="{FF2B5EF4-FFF2-40B4-BE49-F238E27FC236}">
                      <a16:creationId xmlns:a16="http://schemas.microsoft.com/office/drawing/2014/main" id="{7790A424-C468-F174-5ED8-355183BC7192}"/>
                    </a:ext>
                  </a:extLst>
                </p14:cNvPr>
                <p14:cNvContentPartPr/>
                <p14:nvPr/>
              </p14:nvContentPartPr>
              <p14:xfrm>
                <a:off x="4324430" y="3364237"/>
                <a:ext cx="308520" cy="251280"/>
              </p14:xfrm>
            </p:contentPart>
          </mc:Choice>
          <mc:Fallback xmlns="">
            <p:pic>
              <p:nvPicPr>
                <p:cNvPr id="93" name="Ink 92">
                  <a:extLst>
                    <a:ext uri="{FF2B5EF4-FFF2-40B4-BE49-F238E27FC236}">
                      <a16:creationId xmlns:a16="http://schemas.microsoft.com/office/drawing/2014/main" id="{7790A424-C468-F174-5ED8-355183BC7192}"/>
                    </a:ext>
                  </a:extLst>
                </p:cNvPr>
                <p:cNvPicPr/>
                <p:nvPr/>
              </p:nvPicPr>
              <p:blipFill>
                <a:blip r:embed="rId155"/>
                <a:stretch>
                  <a:fillRect/>
                </a:stretch>
              </p:blipFill>
              <p:spPr>
                <a:xfrm>
                  <a:off x="4306409" y="3346237"/>
                  <a:ext cx="344202"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4" name="Ink 93">
                  <a:extLst>
                    <a:ext uri="{FF2B5EF4-FFF2-40B4-BE49-F238E27FC236}">
                      <a16:creationId xmlns:a16="http://schemas.microsoft.com/office/drawing/2014/main" id="{F4AFED27-2360-171A-525E-81EB36A867AC}"/>
                    </a:ext>
                  </a:extLst>
                </p14:cNvPr>
                <p14:cNvContentPartPr/>
                <p14:nvPr/>
              </p14:nvContentPartPr>
              <p14:xfrm>
                <a:off x="4613150" y="3328597"/>
                <a:ext cx="147960" cy="246240"/>
              </p14:xfrm>
            </p:contentPart>
          </mc:Choice>
          <mc:Fallback xmlns="">
            <p:pic>
              <p:nvPicPr>
                <p:cNvPr id="94" name="Ink 93">
                  <a:extLst>
                    <a:ext uri="{FF2B5EF4-FFF2-40B4-BE49-F238E27FC236}">
                      <a16:creationId xmlns:a16="http://schemas.microsoft.com/office/drawing/2014/main" id="{F4AFED27-2360-171A-525E-81EB36A867AC}"/>
                    </a:ext>
                  </a:extLst>
                </p:cNvPr>
                <p:cNvPicPr/>
                <p:nvPr/>
              </p:nvPicPr>
              <p:blipFill>
                <a:blip r:embed="rId157"/>
                <a:stretch>
                  <a:fillRect/>
                </a:stretch>
              </p:blipFill>
              <p:spPr>
                <a:xfrm>
                  <a:off x="4595150" y="3310597"/>
                  <a:ext cx="18360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6" name="Ink 95">
                  <a:extLst>
                    <a:ext uri="{FF2B5EF4-FFF2-40B4-BE49-F238E27FC236}">
                      <a16:creationId xmlns:a16="http://schemas.microsoft.com/office/drawing/2014/main" id="{5552A3A8-4CD2-BEA5-7659-EB15AEC90E77}"/>
                    </a:ext>
                  </a:extLst>
                </p14:cNvPr>
                <p14:cNvContentPartPr/>
                <p14:nvPr/>
              </p14:nvContentPartPr>
              <p14:xfrm>
                <a:off x="4410830" y="3563317"/>
                <a:ext cx="546840" cy="101160"/>
              </p14:xfrm>
            </p:contentPart>
          </mc:Choice>
          <mc:Fallback xmlns="">
            <p:pic>
              <p:nvPicPr>
                <p:cNvPr id="96" name="Ink 95">
                  <a:extLst>
                    <a:ext uri="{FF2B5EF4-FFF2-40B4-BE49-F238E27FC236}">
                      <a16:creationId xmlns:a16="http://schemas.microsoft.com/office/drawing/2014/main" id="{5552A3A8-4CD2-BEA5-7659-EB15AEC90E77}"/>
                    </a:ext>
                  </a:extLst>
                </p:cNvPr>
                <p:cNvPicPr/>
                <p:nvPr/>
              </p:nvPicPr>
              <p:blipFill>
                <a:blip r:embed="rId159"/>
                <a:stretch>
                  <a:fillRect/>
                </a:stretch>
              </p:blipFill>
              <p:spPr>
                <a:xfrm>
                  <a:off x="4392830" y="3545317"/>
                  <a:ext cx="58248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7" name="Ink 96">
                  <a:extLst>
                    <a:ext uri="{FF2B5EF4-FFF2-40B4-BE49-F238E27FC236}">
                      <a16:creationId xmlns:a16="http://schemas.microsoft.com/office/drawing/2014/main" id="{9308BA98-C470-47FA-522C-235D36EFBD8A}"/>
                    </a:ext>
                  </a:extLst>
                </p14:cNvPr>
                <p14:cNvContentPartPr/>
                <p14:nvPr/>
              </p14:nvContentPartPr>
              <p14:xfrm>
                <a:off x="4632590" y="3608677"/>
                <a:ext cx="49320" cy="726480"/>
              </p14:xfrm>
            </p:contentPart>
          </mc:Choice>
          <mc:Fallback xmlns="">
            <p:pic>
              <p:nvPicPr>
                <p:cNvPr id="97" name="Ink 96">
                  <a:extLst>
                    <a:ext uri="{FF2B5EF4-FFF2-40B4-BE49-F238E27FC236}">
                      <a16:creationId xmlns:a16="http://schemas.microsoft.com/office/drawing/2014/main" id="{9308BA98-C470-47FA-522C-235D36EFBD8A}"/>
                    </a:ext>
                  </a:extLst>
                </p:cNvPr>
                <p:cNvPicPr/>
                <p:nvPr/>
              </p:nvPicPr>
              <p:blipFill>
                <a:blip r:embed="rId161"/>
                <a:stretch>
                  <a:fillRect/>
                </a:stretch>
              </p:blipFill>
              <p:spPr>
                <a:xfrm>
                  <a:off x="4614590" y="3590677"/>
                  <a:ext cx="84960" cy="7621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8" name="Ink 97">
                  <a:extLst>
                    <a:ext uri="{FF2B5EF4-FFF2-40B4-BE49-F238E27FC236}">
                      <a16:creationId xmlns:a16="http://schemas.microsoft.com/office/drawing/2014/main" id="{98FFFC76-3B27-29C9-B400-A080D649BC4B}"/>
                    </a:ext>
                  </a:extLst>
                </p14:cNvPr>
                <p14:cNvContentPartPr/>
                <p14:nvPr/>
              </p14:nvContentPartPr>
              <p14:xfrm>
                <a:off x="4961990" y="3038437"/>
                <a:ext cx="134640" cy="223560"/>
              </p14:xfrm>
            </p:contentPart>
          </mc:Choice>
          <mc:Fallback xmlns="">
            <p:pic>
              <p:nvPicPr>
                <p:cNvPr id="98" name="Ink 97">
                  <a:extLst>
                    <a:ext uri="{FF2B5EF4-FFF2-40B4-BE49-F238E27FC236}">
                      <a16:creationId xmlns:a16="http://schemas.microsoft.com/office/drawing/2014/main" id="{98FFFC76-3B27-29C9-B400-A080D649BC4B}"/>
                    </a:ext>
                  </a:extLst>
                </p:cNvPr>
                <p:cNvPicPr/>
                <p:nvPr/>
              </p:nvPicPr>
              <p:blipFill>
                <a:blip r:embed="rId163"/>
                <a:stretch>
                  <a:fillRect/>
                </a:stretch>
              </p:blipFill>
              <p:spPr>
                <a:xfrm>
                  <a:off x="4943990" y="3020437"/>
                  <a:ext cx="17028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9" name="Ink 98">
                  <a:extLst>
                    <a:ext uri="{FF2B5EF4-FFF2-40B4-BE49-F238E27FC236}">
                      <a16:creationId xmlns:a16="http://schemas.microsoft.com/office/drawing/2014/main" id="{F993E3A0-E2DB-BB54-1A34-E41BF49E73B7}"/>
                    </a:ext>
                  </a:extLst>
                </p14:cNvPr>
                <p14:cNvContentPartPr/>
                <p14:nvPr/>
              </p14:nvContentPartPr>
              <p14:xfrm>
                <a:off x="4957670" y="3045997"/>
                <a:ext cx="145440" cy="65160"/>
              </p14:xfrm>
            </p:contentPart>
          </mc:Choice>
          <mc:Fallback xmlns="">
            <p:pic>
              <p:nvPicPr>
                <p:cNvPr id="99" name="Ink 98">
                  <a:extLst>
                    <a:ext uri="{FF2B5EF4-FFF2-40B4-BE49-F238E27FC236}">
                      <a16:creationId xmlns:a16="http://schemas.microsoft.com/office/drawing/2014/main" id="{F993E3A0-E2DB-BB54-1A34-E41BF49E73B7}"/>
                    </a:ext>
                  </a:extLst>
                </p:cNvPr>
                <p:cNvPicPr/>
                <p:nvPr/>
              </p:nvPicPr>
              <p:blipFill>
                <a:blip r:embed="rId165"/>
                <a:stretch>
                  <a:fillRect/>
                </a:stretch>
              </p:blipFill>
              <p:spPr>
                <a:xfrm>
                  <a:off x="4939714" y="3027997"/>
                  <a:ext cx="180992"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0" name="Ink 99">
                  <a:extLst>
                    <a:ext uri="{FF2B5EF4-FFF2-40B4-BE49-F238E27FC236}">
                      <a16:creationId xmlns:a16="http://schemas.microsoft.com/office/drawing/2014/main" id="{35DB2EBB-94B9-7ED4-AFB9-6D7C04138270}"/>
                    </a:ext>
                  </a:extLst>
                </p14:cNvPr>
                <p14:cNvContentPartPr/>
                <p14:nvPr/>
              </p14:nvContentPartPr>
              <p14:xfrm>
                <a:off x="5104190" y="3035917"/>
                <a:ext cx="32760" cy="151560"/>
              </p14:xfrm>
            </p:contentPart>
          </mc:Choice>
          <mc:Fallback xmlns="">
            <p:pic>
              <p:nvPicPr>
                <p:cNvPr id="100" name="Ink 99">
                  <a:extLst>
                    <a:ext uri="{FF2B5EF4-FFF2-40B4-BE49-F238E27FC236}">
                      <a16:creationId xmlns:a16="http://schemas.microsoft.com/office/drawing/2014/main" id="{35DB2EBB-94B9-7ED4-AFB9-6D7C04138270}"/>
                    </a:ext>
                  </a:extLst>
                </p:cNvPr>
                <p:cNvPicPr/>
                <p:nvPr/>
              </p:nvPicPr>
              <p:blipFill>
                <a:blip r:embed="rId167"/>
                <a:stretch>
                  <a:fillRect/>
                </a:stretch>
              </p:blipFill>
              <p:spPr>
                <a:xfrm>
                  <a:off x="5086190" y="3017874"/>
                  <a:ext cx="68400" cy="187285"/>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1" name="Ink 100">
                  <a:extLst>
                    <a:ext uri="{FF2B5EF4-FFF2-40B4-BE49-F238E27FC236}">
                      <a16:creationId xmlns:a16="http://schemas.microsoft.com/office/drawing/2014/main" id="{DFB2FB4D-D891-5311-B117-CE4A55ABB3D4}"/>
                    </a:ext>
                  </a:extLst>
                </p14:cNvPr>
                <p14:cNvContentPartPr/>
                <p14:nvPr/>
              </p14:nvContentPartPr>
              <p14:xfrm>
                <a:off x="5129390" y="3188557"/>
                <a:ext cx="154080" cy="205200"/>
              </p14:xfrm>
            </p:contentPart>
          </mc:Choice>
          <mc:Fallback xmlns="">
            <p:pic>
              <p:nvPicPr>
                <p:cNvPr id="101" name="Ink 100">
                  <a:extLst>
                    <a:ext uri="{FF2B5EF4-FFF2-40B4-BE49-F238E27FC236}">
                      <a16:creationId xmlns:a16="http://schemas.microsoft.com/office/drawing/2014/main" id="{DFB2FB4D-D891-5311-B117-CE4A55ABB3D4}"/>
                    </a:ext>
                  </a:extLst>
                </p:cNvPr>
                <p:cNvPicPr/>
                <p:nvPr/>
              </p:nvPicPr>
              <p:blipFill>
                <a:blip r:embed="rId169"/>
                <a:stretch>
                  <a:fillRect/>
                </a:stretch>
              </p:blipFill>
              <p:spPr>
                <a:xfrm>
                  <a:off x="5111390" y="3170589"/>
                  <a:ext cx="189720" cy="240778"/>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2" name="Ink 101">
                  <a:extLst>
                    <a:ext uri="{FF2B5EF4-FFF2-40B4-BE49-F238E27FC236}">
                      <a16:creationId xmlns:a16="http://schemas.microsoft.com/office/drawing/2014/main" id="{4656FF28-09D7-561B-D266-1B884B658C31}"/>
                    </a:ext>
                  </a:extLst>
                </p14:cNvPr>
                <p14:cNvContentPartPr/>
                <p14:nvPr/>
              </p14:nvContentPartPr>
              <p14:xfrm>
                <a:off x="5180150" y="3130597"/>
                <a:ext cx="189720" cy="181080"/>
              </p14:xfrm>
            </p:contentPart>
          </mc:Choice>
          <mc:Fallback xmlns="">
            <p:pic>
              <p:nvPicPr>
                <p:cNvPr id="102" name="Ink 101">
                  <a:extLst>
                    <a:ext uri="{FF2B5EF4-FFF2-40B4-BE49-F238E27FC236}">
                      <a16:creationId xmlns:a16="http://schemas.microsoft.com/office/drawing/2014/main" id="{4656FF28-09D7-561B-D266-1B884B658C31}"/>
                    </a:ext>
                  </a:extLst>
                </p:cNvPr>
                <p:cNvPicPr/>
                <p:nvPr/>
              </p:nvPicPr>
              <p:blipFill>
                <a:blip r:embed="rId171"/>
                <a:stretch>
                  <a:fillRect/>
                </a:stretch>
              </p:blipFill>
              <p:spPr>
                <a:xfrm>
                  <a:off x="5162150" y="3112597"/>
                  <a:ext cx="225360" cy="216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2">
            <p14:nvContentPartPr>
              <p14:cNvPr id="104" name="Ink 103">
                <a:extLst>
                  <a:ext uri="{FF2B5EF4-FFF2-40B4-BE49-F238E27FC236}">
                    <a16:creationId xmlns:a16="http://schemas.microsoft.com/office/drawing/2014/main" id="{6EA1EBA4-9D18-AAAB-4499-EE8ABA479B20}"/>
                  </a:ext>
                </a:extLst>
              </p14:cNvPr>
              <p14:cNvContentPartPr/>
              <p14:nvPr/>
            </p14:nvContentPartPr>
            <p14:xfrm>
              <a:off x="2193230" y="2804797"/>
              <a:ext cx="2437920" cy="78840"/>
            </p14:xfrm>
          </p:contentPart>
        </mc:Choice>
        <mc:Fallback xmlns="">
          <p:pic>
            <p:nvPicPr>
              <p:cNvPr id="104" name="Ink 103">
                <a:extLst>
                  <a:ext uri="{FF2B5EF4-FFF2-40B4-BE49-F238E27FC236}">
                    <a16:creationId xmlns:a16="http://schemas.microsoft.com/office/drawing/2014/main" id="{6EA1EBA4-9D18-AAAB-4499-EE8ABA479B20}"/>
                  </a:ext>
                </a:extLst>
              </p:cNvPr>
              <p:cNvPicPr/>
              <p:nvPr/>
            </p:nvPicPr>
            <p:blipFill>
              <a:blip r:embed="rId173"/>
              <a:stretch>
                <a:fillRect/>
              </a:stretch>
            </p:blipFill>
            <p:spPr>
              <a:xfrm>
                <a:off x="2175230" y="2786797"/>
                <a:ext cx="2473560" cy="114480"/>
              </a:xfrm>
              <a:prstGeom prst="rect">
                <a:avLst/>
              </a:prstGeom>
            </p:spPr>
          </p:pic>
        </mc:Fallback>
      </mc:AlternateContent>
      <p:grpSp>
        <p:nvGrpSpPr>
          <p:cNvPr id="112" name="Group 111">
            <a:extLst>
              <a:ext uri="{FF2B5EF4-FFF2-40B4-BE49-F238E27FC236}">
                <a16:creationId xmlns:a16="http://schemas.microsoft.com/office/drawing/2014/main" id="{C74E0BE7-C464-2FF4-D669-0A10299BE31A}"/>
              </a:ext>
            </a:extLst>
          </p:cNvPr>
          <p:cNvGrpSpPr/>
          <p:nvPr/>
        </p:nvGrpSpPr>
        <p:grpSpPr>
          <a:xfrm>
            <a:off x="2524070" y="2336437"/>
            <a:ext cx="770400" cy="291960"/>
            <a:chOff x="2524070" y="2336437"/>
            <a:chExt cx="770400" cy="291960"/>
          </a:xfrm>
        </p:grpSpPr>
        <mc:AlternateContent xmlns:mc="http://schemas.openxmlformats.org/markup-compatibility/2006" xmlns:p14="http://schemas.microsoft.com/office/powerpoint/2010/main">
          <mc:Choice Requires="p14">
            <p:contentPart p14:bwMode="auto" r:id="rId174">
              <p14:nvContentPartPr>
                <p14:cNvPr id="105" name="Ink 104">
                  <a:extLst>
                    <a:ext uri="{FF2B5EF4-FFF2-40B4-BE49-F238E27FC236}">
                      <a16:creationId xmlns:a16="http://schemas.microsoft.com/office/drawing/2014/main" id="{02E2A211-62BE-8E93-D01C-1F5D249A03A4}"/>
                    </a:ext>
                  </a:extLst>
                </p14:cNvPr>
                <p14:cNvContentPartPr/>
                <p14:nvPr/>
              </p14:nvContentPartPr>
              <p14:xfrm>
                <a:off x="2524070" y="2359117"/>
                <a:ext cx="213480" cy="256680"/>
              </p14:xfrm>
            </p:contentPart>
          </mc:Choice>
          <mc:Fallback xmlns="">
            <p:pic>
              <p:nvPicPr>
                <p:cNvPr id="105" name="Ink 104">
                  <a:extLst>
                    <a:ext uri="{FF2B5EF4-FFF2-40B4-BE49-F238E27FC236}">
                      <a16:creationId xmlns:a16="http://schemas.microsoft.com/office/drawing/2014/main" id="{02E2A211-62BE-8E93-D01C-1F5D249A03A4}"/>
                    </a:ext>
                  </a:extLst>
                </p:cNvPr>
                <p:cNvPicPr/>
                <p:nvPr/>
              </p:nvPicPr>
              <p:blipFill>
                <a:blip r:embed="rId175"/>
                <a:stretch>
                  <a:fillRect/>
                </a:stretch>
              </p:blipFill>
              <p:spPr>
                <a:xfrm>
                  <a:off x="2506070" y="2341117"/>
                  <a:ext cx="24912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6" name="Ink 105">
                  <a:extLst>
                    <a:ext uri="{FF2B5EF4-FFF2-40B4-BE49-F238E27FC236}">
                      <a16:creationId xmlns:a16="http://schemas.microsoft.com/office/drawing/2014/main" id="{05D18212-79E5-8C6D-0955-58365DB0CD0F}"/>
                    </a:ext>
                  </a:extLst>
                </p14:cNvPr>
                <p14:cNvContentPartPr/>
                <p14:nvPr/>
              </p14:nvContentPartPr>
              <p14:xfrm>
                <a:off x="2818190" y="2381797"/>
                <a:ext cx="30960" cy="222120"/>
              </p14:xfrm>
            </p:contentPart>
          </mc:Choice>
          <mc:Fallback xmlns="">
            <p:pic>
              <p:nvPicPr>
                <p:cNvPr id="106" name="Ink 105">
                  <a:extLst>
                    <a:ext uri="{FF2B5EF4-FFF2-40B4-BE49-F238E27FC236}">
                      <a16:creationId xmlns:a16="http://schemas.microsoft.com/office/drawing/2014/main" id="{05D18212-79E5-8C6D-0955-58365DB0CD0F}"/>
                    </a:ext>
                  </a:extLst>
                </p:cNvPr>
                <p:cNvPicPr/>
                <p:nvPr/>
              </p:nvPicPr>
              <p:blipFill>
                <a:blip r:embed="rId177"/>
                <a:stretch>
                  <a:fillRect/>
                </a:stretch>
              </p:blipFill>
              <p:spPr>
                <a:xfrm>
                  <a:off x="2800190" y="2363797"/>
                  <a:ext cx="6660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7" name="Ink 106">
                  <a:extLst>
                    <a:ext uri="{FF2B5EF4-FFF2-40B4-BE49-F238E27FC236}">
                      <a16:creationId xmlns:a16="http://schemas.microsoft.com/office/drawing/2014/main" id="{E2FD98F2-CFEB-6AD0-49FB-8AD1EB932A5D}"/>
                    </a:ext>
                  </a:extLst>
                </p14:cNvPr>
                <p14:cNvContentPartPr/>
                <p14:nvPr/>
              </p14:nvContentPartPr>
              <p14:xfrm>
                <a:off x="2837990" y="2364877"/>
                <a:ext cx="96120" cy="108360"/>
              </p14:xfrm>
            </p:contentPart>
          </mc:Choice>
          <mc:Fallback xmlns="">
            <p:pic>
              <p:nvPicPr>
                <p:cNvPr id="107" name="Ink 106">
                  <a:extLst>
                    <a:ext uri="{FF2B5EF4-FFF2-40B4-BE49-F238E27FC236}">
                      <a16:creationId xmlns:a16="http://schemas.microsoft.com/office/drawing/2014/main" id="{E2FD98F2-CFEB-6AD0-49FB-8AD1EB932A5D}"/>
                    </a:ext>
                  </a:extLst>
                </p:cNvPr>
                <p:cNvPicPr/>
                <p:nvPr/>
              </p:nvPicPr>
              <p:blipFill>
                <a:blip r:embed="rId179"/>
                <a:stretch>
                  <a:fillRect/>
                </a:stretch>
              </p:blipFill>
              <p:spPr>
                <a:xfrm>
                  <a:off x="2819990" y="2346877"/>
                  <a:ext cx="1317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8" name="Ink 107">
                  <a:extLst>
                    <a:ext uri="{FF2B5EF4-FFF2-40B4-BE49-F238E27FC236}">
                      <a16:creationId xmlns:a16="http://schemas.microsoft.com/office/drawing/2014/main" id="{92FCB34D-71F8-4A47-D49B-FCC8F52BBD5C}"/>
                    </a:ext>
                  </a:extLst>
                </p14:cNvPr>
                <p14:cNvContentPartPr/>
                <p14:nvPr/>
              </p14:nvContentPartPr>
              <p14:xfrm>
                <a:off x="3011510" y="2388637"/>
                <a:ext cx="20160" cy="194400"/>
              </p14:xfrm>
            </p:contentPart>
          </mc:Choice>
          <mc:Fallback xmlns="">
            <p:pic>
              <p:nvPicPr>
                <p:cNvPr id="108" name="Ink 107">
                  <a:extLst>
                    <a:ext uri="{FF2B5EF4-FFF2-40B4-BE49-F238E27FC236}">
                      <a16:creationId xmlns:a16="http://schemas.microsoft.com/office/drawing/2014/main" id="{92FCB34D-71F8-4A47-D49B-FCC8F52BBD5C}"/>
                    </a:ext>
                  </a:extLst>
                </p:cNvPr>
                <p:cNvPicPr/>
                <p:nvPr/>
              </p:nvPicPr>
              <p:blipFill>
                <a:blip r:embed="rId181"/>
                <a:stretch>
                  <a:fillRect/>
                </a:stretch>
              </p:blipFill>
              <p:spPr>
                <a:xfrm>
                  <a:off x="2993183" y="2370637"/>
                  <a:ext cx="56448"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9" name="Ink 108">
                  <a:extLst>
                    <a:ext uri="{FF2B5EF4-FFF2-40B4-BE49-F238E27FC236}">
                      <a16:creationId xmlns:a16="http://schemas.microsoft.com/office/drawing/2014/main" id="{513946B6-0CC6-CE6F-55BA-7AA8AEE0AB1D}"/>
                    </a:ext>
                  </a:extLst>
                </p14:cNvPr>
                <p14:cNvContentPartPr/>
                <p14:nvPr/>
              </p14:nvContentPartPr>
              <p14:xfrm>
                <a:off x="2998550" y="2374957"/>
                <a:ext cx="46800" cy="32400"/>
              </p14:xfrm>
            </p:contentPart>
          </mc:Choice>
          <mc:Fallback xmlns="">
            <p:pic>
              <p:nvPicPr>
                <p:cNvPr id="109" name="Ink 108">
                  <a:extLst>
                    <a:ext uri="{FF2B5EF4-FFF2-40B4-BE49-F238E27FC236}">
                      <a16:creationId xmlns:a16="http://schemas.microsoft.com/office/drawing/2014/main" id="{513946B6-0CC6-CE6F-55BA-7AA8AEE0AB1D}"/>
                    </a:ext>
                  </a:extLst>
                </p:cNvPr>
                <p:cNvPicPr/>
                <p:nvPr/>
              </p:nvPicPr>
              <p:blipFill>
                <a:blip r:embed="rId183"/>
                <a:stretch>
                  <a:fillRect/>
                </a:stretch>
              </p:blipFill>
              <p:spPr>
                <a:xfrm>
                  <a:off x="2980550" y="2356957"/>
                  <a:ext cx="824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0" name="Ink 109">
                  <a:extLst>
                    <a:ext uri="{FF2B5EF4-FFF2-40B4-BE49-F238E27FC236}">
                      <a16:creationId xmlns:a16="http://schemas.microsoft.com/office/drawing/2014/main" id="{801E5F37-9592-0A3C-FB9C-4870BE7EA8A9}"/>
                    </a:ext>
                  </a:extLst>
                </p14:cNvPr>
                <p14:cNvContentPartPr/>
                <p14:nvPr/>
              </p14:nvContentPartPr>
              <p14:xfrm>
                <a:off x="3007190" y="2541637"/>
                <a:ext cx="107280" cy="86760"/>
              </p14:xfrm>
            </p:contentPart>
          </mc:Choice>
          <mc:Fallback xmlns="">
            <p:pic>
              <p:nvPicPr>
                <p:cNvPr id="110" name="Ink 109">
                  <a:extLst>
                    <a:ext uri="{FF2B5EF4-FFF2-40B4-BE49-F238E27FC236}">
                      <a16:creationId xmlns:a16="http://schemas.microsoft.com/office/drawing/2014/main" id="{801E5F37-9592-0A3C-FB9C-4870BE7EA8A9}"/>
                    </a:ext>
                  </a:extLst>
                </p:cNvPr>
                <p:cNvPicPr/>
                <p:nvPr/>
              </p:nvPicPr>
              <p:blipFill>
                <a:blip r:embed="rId185"/>
                <a:stretch>
                  <a:fillRect/>
                </a:stretch>
              </p:blipFill>
              <p:spPr>
                <a:xfrm>
                  <a:off x="2989190" y="2523711"/>
                  <a:ext cx="142920" cy="122253"/>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1" name="Ink 110">
                  <a:extLst>
                    <a:ext uri="{FF2B5EF4-FFF2-40B4-BE49-F238E27FC236}">
                      <a16:creationId xmlns:a16="http://schemas.microsoft.com/office/drawing/2014/main" id="{EB461CB7-9DEF-DFD1-347A-3C2D4CEBD9CE}"/>
                    </a:ext>
                  </a:extLst>
                </p14:cNvPr>
                <p14:cNvContentPartPr/>
                <p14:nvPr/>
              </p14:nvContentPartPr>
              <p14:xfrm>
                <a:off x="3131390" y="2336437"/>
                <a:ext cx="163080" cy="178560"/>
              </p14:xfrm>
            </p:contentPart>
          </mc:Choice>
          <mc:Fallback xmlns="">
            <p:pic>
              <p:nvPicPr>
                <p:cNvPr id="111" name="Ink 110">
                  <a:extLst>
                    <a:ext uri="{FF2B5EF4-FFF2-40B4-BE49-F238E27FC236}">
                      <a16:creationId xmlns:a16="http://schemas.microsoft.com/office/drawing/2014/main" id="{EB461CB7-9DEF-DFD1-347A-3C2D4CEBD9CE}"/>
                    </a:ext>
                  </a:extLst>
                </p:cNvPr>
                <p:cNvPicPr/>
                <p:nvPr/>
              </p:nvPicPr>
              <p:blipFill>
                <a:blip r:embed="rId187"/>
                <a:stretch>
                  <a:fillRect/>
                </a:stretch>
              </p:blipFill>
              <p:spPr>
                <a:xfrm>
                  <a:off x="3113390" y="2318437"/>
                  <a:ext cx="198720" cy="214200"/>
                </a:xfrm>
                <a:prstGeom prst="rect">
                  <a:avLst/>
                </a:prstGeom>
              </p:spPr>
            </p:pic>
          </mc:Fallback>
        </mc:AlternateContent>
      </p:grpSp>
      <p:grpSp>
        <p:nvGrpSpPr>
          <p:cNvPr id="124" name="Group 123">
            <a:extLst>
              <a:ext uri="{FF2B5EF4-FFF2-40B4-BE49-F238E27FC236}">
                <a16:creationId xmlns:a16="http://schemas.microsoft.com/office/drawing/2014/main" id="{2C07DDD6-5BCD-C715-45BD-D68030115790}"/>
              </a:ext>
            </a:extLst>
          </p:cNvPr>
          <p:cNvGrpSpPr/>
          <p:nvPr/>
        </p:nvGrpSpPr>
        <p:grpSpPr>
          <a:xfrm>
            <a:off x="3425150" y="1481437"/>
            <a:ext cx="1099080" cy="1068840"/>
            <a:chOff x="3425150" y="1481437"/>
            <a:chExt cx="1099080" cy="1068840"/>
          </a:xfrm>
        </p:grpSpPr>
        <mc:AlternateContent xmlns:mc="http://schemas.openxmlformats.org/markup-compatibility/2006" xmlns:p14="http://schemas.microsoft.com/office/powerpoint/2010/main">
          <mc:Choice Requires="p14">
            <p:contentPart p14:bwMode="auto" r:id="rId188">
              <p14:nvContentPartPr>
                <p14:cNvPr id="113" name="Ink 112">
                  <a:extLst>
                    <a:ext uri="{FF2B5EF4-FFF2-40B4-BE49-F238E27FC236}">
                      <a16:creationId xmlns:a16="http://schemas.microsoft.com/office/drawing/2014/main" id="{A3A97DAD-9F00-DE36-1B0F-0E6486AB4DC3}"/>
                    </a:ext>
                  </a:extLst>
                </p14:cNvPr>
                <p14:cNvContentPartPr/>
                <p14:nvPr/>
              </p14:nvContentPartPr>
              <p14:xfrm>
                <a:off x="3425150" y="1589077"/>
                <a:ext cx="171000" cy="434880"/>
              </p14:xfrm>
            </p:contentPart>
          </mc:Choice>
          <mc:Fallback xmlns="">
            <p:pic>
              <p:nvPicPr>
                <p:cNvPr id="113" name="Ink 112">
                  <a:extLst>
                    <a:ext uri="{FF2B5EF4-FFF2-40B4-BE49-F238E27FC236}">
                      <a16:creationId xmlns:a16="http://schemas.microsoft.com/office/drawing/2014/main" id="{A3A97DAD-9F00-DE36-1B0F-0E6486AB4DC3}"/>
                    </a:ext>
                  </a:extLst>
                </p:cNvPr>
                <p:cNvPicPr/>
                <p:nvPr/>
              </p:nvPicPr>
              <p:blipFill>
                <a:blip r:embed="rId189"/>
                <a:stretch>
                  <a:fillRect/>
                </a:stretch>
              </p:blipFill>
              <p:spPr>
                <a:xfrm>
                  <a:off x="3407150" y="1571077"/>
                  <a:ext cx="206640" cy="4705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4" name="Ink 113">
                  <a:extLst>
                    <a:ext uri="{FF2B5EF4-FFF2-40B4-BE49-F238E27FC236}">
                      <a16:creationId xmlns:a16="http://schemas.microsoft.com/office/drawing/2014/main" id="{E0A7FE5F-4CEB-44EB-8DF3-A48FE64BE32A}"/>
                    </a:ext>
                  </a:extLst>
                </p14:cNvPr>
                <p14:cNvContentPartPr/>
                <p14:nvPr/>
              </p14:nvContentPartPr>
              <p14:xfrm>
                <a:off x="3645470" y="1641277"/>
                <a:ext cx="145080" cy="326520"/>
              </p14:xfrm>
            </p:contentPart>
          </mc:Choice>
          <mc:Fallback xmlns="">
            <p:pic>
              <p:nvPicPr>
                <p:cNvPr id="114" name="Ink 113">
                  <a:extLst>
                    <a:ext uri="{FF2B5EF4-FFF2-40B4-BE49-F238E27FC236}">
                      <a16:creationId xmlns:a16="http://schemas.microsoft.com/office/drawing/2014/main" id="{E0A7FE5F-4CEB-44EB-8DF3-A48FE64BE32A}"/>
                    </a:ext>
                  </a:extLst>
                </p:cNvPr>
                <p:cNvPicPr/>
                <p:nvPr/>
              </p:nvPicPr>
              <p:blipFill>
                <a:blip r:embed="rId191"/>
                <a:stretch>
                  <a:fillRect/>
                </a:stretch>
              </p:blipFill>
              <p:spPr>
                <a:xfrm>
                  <a:off x="3627470" y="1623277"/>
                  <a:ext cx="18072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5" name="Ink 114">
                  <a:extLst>
                    <a:ext uri="{FF2B5EF4-FFF2-40B4-BE49-F238E27FC236}">
                      <a16:creationId xmlns:a16="http://schemas.microsoft.com/office/drawing/2014/main" id="{FAE50A04-1F7B-6304-63B2-79130E9F49F7}"/>
                    </a:ext>
                  </a:extLst>
                </p14:cNvPr>
                <p14:cNvContentPartPr/>
                <p14:nvPr/>
              </p14:nvContentPartPr>
              <p14:xfrm>
                <a:off x="3874070" y="1734517"/>
                <a:ext cx="9720" cy="28800"/>
              </p14:xfrm>
            </p:contentPart>
          </mc:Choice>
          <mc:Fallback xmlns="">
            <p:pic>
              <p:nvPicPr>
                <p:cNvPr id="115" name="Ink 114">
                  <a:extLst>
                    <a:ext uri="{FF2B5EF4-FFF2-40B4-BE49-F238E27FC236}">
                      <a16:creationId xmlns:a16="http://schemas.microsoft.com/office/drawing/2014/main" id="{FAE50A04-1F7B-6304-63B2-79130E9F49F7}"/>
                    </a:ext>
                  </a:extLst>
                </p:cNvPr>
                <p:cNvPicPr/>
                <p:nvPr/>
              </p:nvPicPr>
              <p:blipFill>
                <a:blip r:embed="rId193"/>
                <a:stretch>
                  <a:fillRect/>
                </a:stretch>
              </p:blipFill>
              <p:spPr>
                <a:xfrm>
                  <a:off x="3856070" y="1716517"/>
                  <a:ext cx="453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7" name="Ink 116">
                  <a:extLst>
                    <a:ext uri="{FF2B5EF4-FFF2-40B4-BE49-F238E27FC236}">
                      <a16:creationId xmlns:a16="http://schemas.microsoft.com/office/drawing/2014/main" id="{0A51963C-22E9-92B3-C7C0-4FC39CC978BE}"/>
                    </a:ext>
                  </a:extLst>
                </p14:cNvPr>
                <p14:cNvContentPartPr/>
                <p14:nvPr/>
              </p14:nvContentPartPr>
              <p14:xfrm>
                <a:off x="3972350" y="1660357"/>
                <a:ext cx="101880" cy="218520"/>
              </p14:xfrm>
            </p:contentPart>
          </mc:Choice>
          <mc:Fallback xmlns="">
            <p:pic>
              <p:nvPicPr>
                <p:cNvPr id="117" name="Ink 116">
                  <a:extLst>
                    <a:ext uri="{FF2B5EF4-FFF2-40B4-BE49-F238E27FC236}">
                      <a16:creationId xmlns:a16="http://schemas.microsoft.com/office/drawing/2014/main" id="{0A51963C-22E9-92B3-C7C0-4FC39CC978BE}"/>
                    </a:ext>
                  </a:extLst>
                </p:cNvPr>
                <p:cNvPicPr/>
                <p:nvPr/>
              </p:nvPicPr>
              <p:blipFill>
                <a:blip r:embed="rId195"/>
                <a:stretch>
                  <a:fillRect/>
                </a:stretch>
              </p:blipFill>
              <p:spPr>
                <a:xfrm>
                  <a:off x="3954286" y="1642357"/>
                  <a:ext cx="137646"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8" name="Ink 117">
                  <a:extLst>
                    <a:ext uri="{FF2B5EF4-FFF2-40B4-BE49-F238E27FC236}">
                      <a16:creationId xmlns:a16="http://schemas.microsoft.com/office/drawing/2014/main" id="{170E7BD7-C40E-A5D8-BCDF-54A54F44EA7C}"/>
                    </a:ext>
                  </a:extLst>
                </p14:cNvPr>
                <p14:cNvContentPartPr/>
                <p14:nvPr/>
              </p14:nvContentPartPr>
              <p14:xfrm>
                <a:off x="4153430" y="1622557"/>
                <a:ext cx="168120" cy="192600"/>
              </p14:xfrm>
            </p:contentPart>
          </mc:Choice>
          <mc:Fallback xmlns="">
            <p:pic>
              <p:nvPicPr>
                <p:cNvPr id="118" name="Ink 117">
                  <a:extLst>
                    <a:ext uri="{FF2B5EF4-FFF2-40B4-BE49-F238E27FC236}">
                      <a16:creationId xmlns:a16="http://schemas.microsoft.com/office/drawing/2014/main" id="{170E7BD7-C40E-A5D8-BCDF-54A54F44EA7C}"/>
                    </a:ext>
                  </a:extLst>
                </p:cNvPr>
                <p:cNvPicPr/>
                <p:nvPr/>
              </p:nvPicPr>
              <p:blipFill>
                <a:blip r:embed="rId197"/>
                <a:stretch>
                  <a:fillRect/>
                </a:stretch>
              </p:blipFill>
              <p:spPr>
                <a:xfrm>
                  <a:off x="4135430" y="1604557"/>
                  <a:ext cx="20376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9" name="Ink 118">
                  <a:extLst>
                    <a:ext uri="{FF2B5EF4-FFF2-40B4-BE49-F238E27FC236}">
                      <a16:creationId xmlns:a16="http://schemas.microsoft.com/office/drawing/2014/main" id="{4CBCD1B1-205C-2717-889E-2AD6E1DC2290}"/>
                    </a:ext>
                  </a:extLst>
                </p14:cNvPr>
                <p14:cNvContentPartPr/>
                <p14:nvPr/>
              </p14:nvContentPartPr>
              <p14:xfrm>
                <a:off x="3614150" y="2228437"/>
                <a:ext cx="117000" cy="321840"/>
              </p14:xfrm>
            </p:contentPart>
          </mc:Choice>
          <mc:Fallback xmlns="">
            <p:pic>
              <p:nvPicPr>
                <p:cNvPr id="119" name="Ink 118">
                  <a:extLst>
                    <a:ext uri="{FF2B5EF4-FFF2-40B4-BE49-F238E27FC236}">
                      <a16:creationId xmlns:a16="http://schemas.microsoft.com/office/drawing/2014/main" id="{4CBCD1B1-205C-2717-889E-2AD6E1DC2290}"/>
                    </a:ext>
                  </a:extLst>
                </p:cNvPr>
                <p:cNvPicPr/>
                <p:nvPr/>
              </p:nvPicPr>
              <p:blipFill>
                <a:blip r:embed="rId199"/>
                <a:stretch>
                  <a:fillRect/>
                </a:stretch>
              </p:blipFill>
              <p:spPr>
                <a:xfrm>
                  <a:off x="3596205" y="2210437"/>
                  <a:ext cx="152531"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0" name="Ink 119">
                  <a:extLst>
                    <a:ext uri="{FF2B5EF4-FFF2-40B4-BE49-F238E27FC236}">
                      <a16:creationId xmlns:a16="http://schemas.microsoft.com/office/drawing/2014/main" id="{132E0CB1-A327-34B2-0A34-FF19F1797FFE}"/>
                    </a:ext>
                  </a:extLst>
                </p14:cNvPr>
                <p14:cNvContentPartPr/>
                <p14:nvPr/>
              </p14:nvContentPartPr>
              <p14:xfrm>
                <a:off x="3827270" y="2264437"/>
                <a:ext cx="154080" cy="161640"/>
              </p14:xfrm>
            </p:contentPart>
          </mc:Choice>
          <mc:Fallback xmlns="">
            <p:pic>
              <p:nvPicPr>
                <p:cNvPr id="120" name="Ink 119">
                  <a:extLst>
                    <a:ext uri="{FF2B5EF4-FFF2-40B4-BE49-F238E27FC236}">
                      <a16:creationId xmlns:a16="http://schemas.microsoft.com/office/drawing/2014/main" id="{132E0CB1-A327-34B2-0A34-FF19F1797FFE}"/>
                    </a:ext>
                  </a:extLst>
                </p:cNvPr>
                <p:cNvPicPr/>
                <p:nvPr/>
              </p:nvPicPr>
              <p:blipFill>
                <a:blip r:embed="rId201"/>
                <a:stretch>
                  <a:fillRect/>
                </a:stretch>
              </p:blipFill>
              <p:spPr>
                <a:xfrm>
                  <a:off x="3809270" y="2246437"/>
                  <a:ext cx="18972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1" name="Ink 120">
                  <a:extLst>
                    <a:ext uri="{FF2B5EF4-FFF2-40B4-BE49-F238E27FC236}">
                      <a16:creationId xmlns:a16="http://schemas.microsoft.com/office/drawing/2014/main" id="{914BE3B5-20F1-CE1B-85AC-AE8F491E2505}"/>
                    </a:ext>
                  </a:extLst>
                </p14:cNvPr>
                <p14:cNvContentPartPr/>
                <p14:nvPr/>
              </p14:nvContentPartPr>
              <p14:xfrm>
                <a:off x="4094390" y="2180197"/>
                <a:ext cx="74520" cy="139320"/>
              </p14:xfrm>
            </p:contentPart>
          </mc:Choice>
          <mc:Fallback xmlns="">
            <p:pic>
              <p:nvPicPr>
                <p:cNvPr id="121" name="Ink 120">
                  <a:extLst>
                    <a:ext uri="{FF2B5EF4-FFF2-40B4-BE49-F238E27FC236}">
                      <a16:creationId xmlns:a16="http://schemas.microsoft.com/office/drawing/2014/main" id="{914BE3B5-20F1-CE1B-85AC-AE8F491E2505}"/>
                    </a:ext>
                  </a:extLst>
                </p:cNvPr>
                <p:cNvPicPr/>
                <p:nvPr/>
              </p:nvPicPr>
              <p:blipFill>
                <a:blip r:embed="rId203"/>
                <a:stretch>
                  <a:fillRect/>
                </a:stretch>
              </p:blipFill>
              <p:spPr>
                <a:xfrm>
                  <a:off x="4076390" y="2162197"/>
                  <a:ext cx="11016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2" name="Ink 121">
                  <a:extLst>
                    <a:ext uri="{FF2B5EF4-FFF2-40B4-BE49-F238E27FC236}">
                      <a16:creationId xmlns:a16="http://schemas.microsoft.com/office/drawing/2014/main" id="{8A60BAEA-C544-20A2-D1A2-0D81C2D0849E}"/>
                    </a:ext>
                  </a:extLst>
                </p14:cNvPr>
                <p14:cNvContentPartPr/>
                <p14:nvPr/>
              </p14:nvContentPartPr>
              <p14:xfrm>
                <a:off x="4419110" y="1481437"/>
                <a:ext cx="105120" cy="326880"/>
              </p14:xfrm>
            </p:contentPart>
          </mc:Choice>
          <mc:Fallback xmlns="">
            <p:pic>
              <p:nvPicPr>
                <p:cNvPr id="122" name="Ink 121">
                  <a:extLst>
                    <a:ext uri="{FF2B5EF4-FFF2-40B4-BE49-F238E27FC236}">
                      <a16:creationId xmlns:a16="http://schemas.microsoft.com/office/drawing/2014/main" id="{8A60BAEA-C544-20A2-D1A2-0D81C2D0849E}"/>
                    </a:ext>
                  </a:extLst>
                </p:cNvPr>
                <p:cNvPicPr/>
                <p:nvPr/>
              </p:nvPicPr>
              <p:blipFill>
                <a:blip r:embed="rId205"/>
                <a:stretch>
                  <a:fillRect/>
                </a:stretch>
              </p:blipFill>
              <p:spPr>
                <a:xfrm>
                  <a:off x="4401171" y="1463437"/>
                  <a:ext cx="140638"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3" name="Ink 122">
                  <a:extLst>
                    <a:ext uri="{FF2B5EF4-FFF2-40B4-BE49-F238E27FC236}">
                      <a16:creationId xmlns:a16="http://schemas.microsoft.com/office/drawing/2014/main" id="{43BB6E77-C543-381D-0C27-EBBA897C90A2}"/>
                    </a:ext>
                  </a:extLst>
                </p14:cNvPr>
                <p14:cNvContentPartPr/>
                <p14:nvPr/>
              </p14:nvContentPartPr>
              <p14:xfrm>
                <a:off x="4338830" y="2096677"/>
                <a:ext cx="94680" cy="412200"/>
              </p14:xfrm>
            </p:contentPart>
          </mc:Choice>
          <mc:Fallback xmlns="">
            <p:pic>
              <p:nvPicPr>
                <p:cNvPr id="123" name="Ink 122">
                  <a:extLst>
                    <a:ext uri="{FF2B5EF4-FFF2-40B4-BE49-F238E27FC236}">
                      <a16:creationId xmlns:a16="http://schemas.microsoft.com/office/drawing/2014/main" id="{43BB6E77-C543-381D-0C27-EBBA897C90A2}"/>
                    </a:ext>
                  </a:extLst>
                </p:cNvPr>
                <p:cNvPicPr/>
                <p:nvPr/>
              </p:nvPicPr>
              <p:blipFill>
                <a:blip r:embed="rId207"/>
                <a:stretch>
                  <a:fillRect/>
                </a:stretch>
              </p:blipFill>
              <p:spPr>
                <a:xfrm>
                  <a:off x="4320830" y="2078677"/>
                  <a:ext cx="130320" cy="447840"/>
                </a:xfrm>
                <a:prstGeom prst="rect">
                  <a:avLst/>
                </a:prstGeom>
              </p:spPr>
            </p:pic>
          </mc:Fallback>
        </mc:AlternateContent>
      </p:grpSp>
      <p:grpSp>
        <p:nvGrpSpPr>
          <p:cNvPr id="136" name="Group 135">
            <a:extLst>
              <a:ext uri="{FF2B5EF4-FFF2-40B4-BE49-F238E27FC236}">
                <a16:creationId xmlns:a16="http://schemas.microsoft.com/office/drawing/2014/main" id="{569673B1-2A63-E26F-B728-B81988B33032}"/>
              </a:ext>
            </a:extLst>
          </p:cNvPr>
          <p:cNvGrpSpPr/>
          <p:nvPr/>
        </p:nvGrpSpPr>
        <p:grpSpPr>
          <a:xfrm>
            <a:off x="4742030" y="1464877"/>
            <a:ext cx="393840" cy="216000"/>
            <a:chOff x="4742030" y="1464877"/>
            <a:chExt cx="393840" cy="216000"/>
          </a:xfrm>
        </p:grpSpPr>
        <mc:AlternateContent xmlns:mc="http://schemas.openxmlformats.org/markup-compatibility/2006" xmlns:p14="http://schemas.microsoft.com/office/powerpoint/2010/main">
          <mc:Choice Requires="p14">
            <p:contentPart p14:bwMode="auto" r:id="rId208">
              <p14:nvContentPartPr>
                <p14:cNvPr id="125" name="Ink 124">
                  <a:extLst>
                    <a:ext uri="{FF2B5EF4-FFF2-40B4-BE49-F238E27FC236}">
                      <a16:creationId xmlns:a16="http://schemas.microsoft.com/office/drawing/2014/main" id="{0F608CFB-1B5E-BEC5-208F-9D44FD093B8D}"/>
                    </a:ext>
                  </a:extLst>
                </p14:cNvPr>
                <p14:cNvContentPartPr/>
                <p14:nvPr/>
              </p14:nvContentPartPr>
              <p14:xfrm>
                <a:off x="4742030" y="1492597"/>
                <a:ext cx="123480" cy="165960"/>
              </p14:xfrm>
            </p:contentPart>
          </mc:Choice>
          <mc:Fallback xmlns="">
            <p:pic>
              <p:nvPicPr>
                <p:cNvPr id="125" name="Ink 124">
                  <a:extLst>
                    <a:ext uri="{FF2B5EF4-FFF2-40B4-BE49-F238E27FC236}">
                      <a16:creationId xmlns:a16="http://schemas.microsoft.com/office/drawing/2014/main" id="{0F608CFB-1B5E-BEC5-208F-9D44FD093B8D}"/>
                    </a:ext>
                  </a:extLst>
                </p:cNvPr>
                <p:cNvPicPr/>
                <p:nvPr/>
              </p:nvPicPr>
              <p:blipFill>
                <a:blip r:embed="rId209"/>
                <a:stretch>
                  <a:fillRect/>
                </a:stretch>
              </p:blipFill>
              <p:spPr>
                <a:xfrm>
                  <a:off x="4724030" y="1474558"/>
                  <a:ext cx="159120" cy="201677"/>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6" name="Ink 125">
                  <a:extLst>
                    <a:ext uri="{FF2B5EF4-FFF2-40B4-BE49-F238E27FC236}">
                      <a16:creationId xmlns:a16="http://schemas.microsoft.com/office/drawing/2014/main" id="{5EA4572A-5E85-B5E6-6319-5823F68C0B38}"/>
                    </a:ext>
                  </a:extLst>
                </p14:cNvPr>
                <p14:cNvContentPartPr/>
                <p14:nvPr/>
              </p14:nvContentPartPr>
              <p14:xfrm>
                <a:off x="4964150" y="1514557"/>
                <a:ext cx="29880" cy="166320"/>
              </p14:xfrm>
            </p:contentPart>
          </mc:Choice>
          <mc:Fallback xmlns="">
            <p:pic>
              <p:nvPicPr>
                <p:cNvPr id="126" name="Ink 125">
                  <a:extLst>
                    <a:ext uri="{FF2B5EF4-FFF2-40B4-BE49-F238E27FC236}">
                      <a16:creationId xmlns:a16="http://schemas.microsoft.com/office/drawing/2014/main" id="{5EA4572A-5E85-B5E6-6319-5823F68C0B38}"/>
                    </a:ext>
                  </a:extLst>
                </p:cNvPr>
                <p:cNvPicPr/>
                <p:nvPr/>
              </p:nvPicPr>
              <p:blipFill>
                <a:blip r:embed="rId211"/>
                <a:stretch>
                  <a:fillRect/>
                </a:stretch>
              </p:blipFill>
              <p:spPr>
                <a:xfrm>
                  <a:off x="4946150" y="1496518"/>
                  <a:ext cx="65520" cy="202037"/>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27" name="Ink 126">
                  <a:extLst>
                    <a:ext uri="{FF2B5EF4-FFF2-40B4-BE49-F238E27FC236}">
                      <a16:creationId xmlns:a16="http://schemas.microsoft.com/office/drawing/2014/main" id="{7C8DBA81-63FB-52F0-A720-8C0D3682FF8E}"/>
                    </a:ext>
                  </a:extLst>
                </p14:cNvPr>
                <p14:cNvContentPartPr/>
                <p14:nvPr/>
              </p14:nvContentPartPr>
              <p14:xfrm>
                <a:off x="4985390" y="1464877"/>
                <a:ext cx="150480" cy="150840"/>
              </p14:xfrm>
            </p:contentPart>
          </mc:Choice>
          <mc:Fallback xmlns="">
            <p:pic>
              <p:nvPicPr>
                <p:cNvPr id="127" name="Ink 126">
                  <a:extLst>
                    <a:ext uri="{FF2B5EF4-FFF2-40B4-BE49-F238E27FC236}">
                      <a16:creationId xmlns:a16="http://schemas.microsoft.com/office/drawing/2014/main" id="{7C8DBA81-63FB-52F0-A720-8C0D3682FF8E}"/>
                    </a:ext>
                  </a:extLst>
                </p:cNvPr>
                <p:cNvPicPr/>
                <p:nvPr/>
              </p:nvPicPr>
              <p:blipFill>
                <a:blip r:embed="rId213"/>
                <a:stretch>
                  <a:fillRect/>
                </a:stretch>
              </p:blipFill>
              <p:spPr>
                <a:xfrm>
                  <a:off x="4967390" y="1446877"/>
                  <a:ext cx="186120" cy="186480"/>
                </a:xfrm>
                <a:prstGeom prst="rect">
                  <a:avLst/>
                </a:prstGeom>
              </p:spPr>
            </p:pic>
          </mc:Fallback>
        </mc:AlternateContent>
      </p:grpSp>
      <p:grpSp>
        <p:nvGrpSpPr>
          <p:cNvPr id="135" name="Group 134">
            <a:extLst>
              <a:ext uri="{FF2B5EF4-FFF2-40B4-BE49-F238E27FC236}">
                <a16:creationId xmlns:a16="http://schemas.microsoft.com/office/drawing/2014/main" id="{626460ED-530D-2F88-36D4-D211B0842FD2}"/>
              </a:ext>
            </a:extLst>
          </p:cNvPr>
          <p:cNvGrpSpPr/>
          <p:nvPr/>
        </p:nvGrpSpPr>
        <p:grpSpPr>
          <a:xfrm>
            <a:off x="4713230" y="1999837"/>
            <a:ext cx="547200" cy="263160"/>
            <a:chOff x="4713230" y="1999837"/>
            <a:chExt cx="547200" cy="263160"/>
          </a:xfrm>
        </p:grpSpPr>
        <mc:AlternateContent xmlns:mc="http://schemas.openxmlformats.org/markup-compatibility/2006" xmlns:p14="http://schemas.microsoft.com/office/powerpoint/2010/main">
          <mc:Choice Requires="p14">
            <p:contentPart p14:bwMode="auto" r:id="rId214">
              <p14:nvContentPartPr>
                <p14:cNvPr id="128" name="Ink 127">
                  <a:extLst>
                    <a:ext uri="{FF2B5EF4-FFF2-40B4-BE49-F238E27FC236}">
                      <a16:creationId xmlns:a16="http://schemas.microsoft.com/office/drawing/2014/main" id="{8BDDEE6F-39DE-4E6F-464F-C47957B24026}"/>
                    </a:ext>
                  </a:extLst>
                </p14:cNvPr>
                <p14:cNvContentPartPr/>
                <p14:nvPr/>
              </p14:nvContentPartPr>
              <p14:xfrm>
                <a:off x="4713230" y="2064277"/>
                <a:ext cx="108720" cy="154440"/>
              </p14:xfrm>
            </p:contentPart>
          </mc:Choice>
          <mc:Fallback xmlns="">
            <p:pic>
              <p:nvPicPr>
                <p:cNvPr id="128" name="Ink 127">
                  <a:extLst>
                    <a:ext uri="{FF2B5EF4-FFF2-40B4-BE49-F238E27FC236}">
                      <a16:creationId xmlns:a16="http://schemas.microsoft.com/office/drawing/2014/main" id="{8BDDEE6F-39DE-4E6F-464F-C47957B24026}"/>
                    </a:ext>
                  </a:extLst>
                </p:cNvPr>
                <p:cNvPicPr/>
                <p:nvPr/>
              </p:nvPicPr>
              <p:blipFill>
                <a:blip r:embed="rId215"/>
                <a:stretch>
                  <a:fillRect/>
                </a:stretch>
              </p:blipFill>
              <p:spPr>
                <a:xfrm>
                  <a:off x="4695230" y="2046277"/>
                  <a:ext cx="14436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29" name="Ink 128">
                  <a:extLst>
                    <a:ext uri="{FF2B5EF4-FFF2-40B4-BE49-F238E27FC236}">
                      <a16:creationId xmlns:a16="http://schemas.microsoft.com/office/drawing/2014/main" id="{879929BC-BE6B-1AA8-8CD4-8E213346FCFE}"/>
                    </a:ext>
                  </a:extLst>
                </p14:cNvPr>
                <p14:cNvContentPartPr/>
                <p14:nvPr/>
              </p14:nvContentPartPr>
              <p14:xfrm>
                <a:off x="4905830" y="2068957"/>
                <a:ext cx="26640" cy="194040"/>
              </p14:xfrm>
            </p:contentPart>
          </mc:Choice>
          <mc:Fallback xmlns="">
            <p:pic>
              <p:nvPicPr>
                <p:cNvPr id="129" name="Ink 128">
                  <a:extLst>
                    <a:ext uri="{FF2B5EF4-FFF2-40B4-BE49-F238E27FC236}">
                      <a16:creationId xmlns:a16="http://schemas.microsoft.com/office/drawing/2014/main" id="{879929BC-BE6B-1AA8-8CD4-8E213346FCFE}"/>
                    </a:ext>
                  </a:extLst>
                </p:cNvPr>
                <p:cNvPicPr/>
                <p:nvPr/>
              </p:nvPicPr>
              <p:blipFill>
                <a:blip r:embed="rId217"/>
                <a:stretch>
                  <a:fillRect/>
                </a:stretch>
              </p:blipFill>
              <p:spPr>
                <a:xfrm>
                  <a:off x="4887583" y="2050957"/>
                  <a:ext cx="62768"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0" name="Ink 129">
                  <a:extLst>
                    <a:ext uri="{FF2B5EF4-FFF2-40B4-BE49-F238E27FC236}">
                      <a16:creationId xmlns:a16="http://schemas.microsoft.com/office/drawing/2014/main" id="{2B8B1316-627A-C66F-190F-DFEFEC27B05B}"/>
                    </a:ext>
                  </a:extLst>
                </p14:cNvPr>
                <p14:cNvContentPartPr/>
                <p14:nvPr/>
              </p14:nvContentPartPr>
              <p14:xfrm>
                <a:off x="4909790" y="2023237"/>
                <a:ext cx="95760" cy="90360"/>
              </p14:xfrm>
            </p:contentPart>
          </mc:Choice>
          <mc:Fallback xmlns="">
            <p:pic>
              <p:nvPicPr>
                <p:cNvPr id="130" name="Ink 129">
                  <a:extLst>
                    <a:ext uri="{FF2B5EF4-FFF2-40B4-BE49-F238E27FC236}">
                      <a16:creationId xmlns:a16="http://schemas.microsoft.com/office/drawing/2014/main" id="{2B8B1316-627A-C66F-190F-DFEFEC27B05B}"/>
                    </a:ext>
                  </a:extLst>
                </p:cNvPr>
                <p:cNvPicPr/>
                <p:nvPr/>
              </p:nvPicPr>
              <p:blipFill>
                <a:blip r:embed="rId219"/>
                <a:stretch>
                  <a:fillRect/>
                </a:stretch>
              </p:blipFill>
              <p:spPr>
                <a:xfrm>
                  <a:off x="4891790" y="2005237"/>
                  <a:ext cx="1314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1" name="Ink 130">
                  <a:extLst>
                    <a:ext uri="{FF2B5EF4-FFF2-40B4-BE49-F238E27FC236}">
                      <a16:creationId xmlns:a16="http://schemas.microsoft.com/office/drawing/2014/main" id="{2FABA748-A98C-4F8D-3E8E-D43E76273052}"/>
                    </a:ext>
                  </a:extLst>
                </p14:cNvPr>
                <p14:cNvContentPartPr/>
                <p14:nvPr/>
              </p14:nvContentPartPr>
              <p14:xfrm>
                <a:off x="4921670" y="2093797"/>
                <a:ext cx="132840" cy="110160"/>
              </p14:xfrm>
            </p:contentPart>
          </mc:Choice>
          <mc:Fallback xmlns="">
            <p:pic>
              <p:nvPicPr>
                <p:cNvPr id="131" name="Ink 130">
                  <a:extLst>
                    <a:ext uri="{FF2B5EF4-FFF2-40B4-BE49-F238E27FC236}">
                      <a16:creationId xmlns:a16="http://schemas.microsoft.com/office/drawing/2014/main" id="{2FABA748-A98C-4F8D-3E8E-D43E76273052}"/>
                    </a:ext>
                  </a:extLst>
                </p:cNvPr>
                <p:cNvPicPr/>
                <p:nvPr/>
              </p:nvPicPr>
              <p:blipFill>
                <a:blip r:embed="rId221"/>
                <a:stretch>
                  <a:fillRect/>
                </a:stretch>
              </p:blipFill>
              <p:spPr>
                <a:xfrm>
                  <a:off x="4903621" y="2075797"/>
                  <a:ext cx="168577"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2" name="Ink 131">
                  <a:extLst>
                    <a:ext uri="{FF2B5EF4-FFF2-40B4-BE49-F238E27FC236}">
                      <a16:creationId xmlns:a16="http://schemas.microsoft.com/office/drawing/2014/main" id="{E9E958EC-57E7-4A13-ACBB-365C3C1C02E3}"/>
                    </a:ext>
                  </a:extLst>
                </p14:cNvPr>
                <p14:cNvContentPartPr/>
                <p14:nvPr/>
              </p14:nvContentPartPr>
              <p14:xfrm>
                <a:off x="5119310" y="2063557"/>
                <a:ext cx="30600" cy="167760"/>
              </p14:xfrm>
            </p:contentPart>
          </mc:Choice>
          <mc:Fallback xmlns="">
            <p:pic>
              <p:nvPicPr>
                <p:cNvPr id="132" name="Ink 131">
                  <a:extLst>
                    <a:ext uri="{FF2B5EF4-FFF2-40B4-BE49-F238E27FC236}">
                      <a16:creationId xmlns:a16="http://schemas.microsoft.com/office/drawing/2014/main" id="{E9E958EC-57E7-4A13-ACBB-365C3C1C02E3}"/>
                    </a:ext>
                  </a:extLst>
                </p:cNvPr>
                <p:cNvPicPr/>
                <p:nvPr/>
              </p:nvPicPr>
              <p:blipFill>
                <a:blip r:embed="rId223"/>
                <a:stretch>
                  <a:fillRect/>
                </a:stretch>
              </p:blipFill>
              <p:spPr>
                <a:xfrm>
                  <a:off x="5101310" y="2045557"/>
                  <a:ext cx="662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3" name="Ink 132">
                  <a:extLst>
                    <a:ext uri="{FF2B5EF4-FFF2-40B4-BE49-F238E27FC236}">
                      <a16:creationId xmlns:a16="http://schemas.microsoft.com/office/drawing/2014/main" id="{54885500-5FD7-5AE3-3DD3-FEA6BE081CBB}"/>
                    </a:ext>
                  </a:extLst>
                </p14:cNvPr>
                <p14:cNvContentPartPr/>
                <p14:nvPr/>
              </p14:nvContentPartPr>
              <p14:xfrm>
                <a:off x="5132630" y="1999837"/>
                <a:ext cx="78840" cy="63000"/>
              </p14:xfrm>
            </p:contentPart>
          </mc:Choice>
          <mc:Fallback xmlns="">
            <p:pic>
              <p:nvPicPr>
                <p:cNvPr id="133" name="Ink 132">
                  <a:extLst>
                    <a:ext uri="{FF2B5EF4-FFF2-40B4-BE49-F238E27FC236}">
                      <a16:creationId xmlns:a16="http://schemas.microsoft.com/office/drawing/2014/main" id="{54885500-5FD7-5AE3-3DD3-FEA6BE081CBB}"/>
                    </a:ext>
                  </a:extLst>
                </p:cNvPr>
                <p:cNvPicPr/>
                <p:nvPr/>
              </p:nvPicPr>
              <p:blipFill>
                <a:blip r:embed="rId225"/>
                <a:stretch>
                  <a:fillRect/>
                </a:stretch>
              </p:blipFill>
              <p:spPr>
                <a:xfrm>
                  <a:off x="5114630" y="1981939"/>
                  <a:ext cx="114480" cy="98438"/>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4" name="Ink 133">
                  <a:extLst>
                    <a:ext uri="{FF2B5EF4-FFF2-40B4-BE49-F238E27FC236}">
                      <a16:creationId xmlns:a16="http://schemas.microsoft.com/office/drawing/2014/main" id="{FEF5C507-5F9A-66E3-150B-4AAB154D7F8E}"/>
                    </a:ext>
                  </a:extLst>
                </p14:cNvPr>
                <p14:cNvContentPartPr/>
                <p14:nvPr/>
              </p14:nvContentPartPr>
              <p14:xfrm>
                <a:off x="5137670" y="2080837"/>
                <a:ext cx="122760" cy="64800"/>
              </p14:xfrm>
            </p:contentPart>
          </mc:Choice>
          <mc:Fallback xmlns="">
            <p:pic>
              <p:nvPicPr>
                <p:cNvPr id="134" name="Ink 133">
                  <a:extLst>
                    <a:ext uri="{FF2B5EF4-FFF2-40B4-BE49-F238E27FC236}">
                      <a16:creationId xmlns:a16="http://schemas.microsoft.com/office/drawing/2014/main" id="{FEF5C507-5F9A-66E3-150B-4AAB154D7F8E}"/>
                    </a:ext>
                  </a:extLst>
                </p:cNvPr>
                <p:cNvPicPr/>
                <p:nvPr/>
              </p:nvPicPr>
              <p:blipFill>
                <a:blip r:embed="rId227"/>
                <a:stretch>
                  <a:fillRect/>
                </a:stretch>
              </p:blipFill>
              <p:spPr>
                <a:xfrm>
                  <a:off x="5119670" y="2062837"/>
                  <a:ext cx="158400" cy="100440"/>
                </a:xfrm>
                <a:prstGeom prst="rect">
                  <a:avLst/>
                </a:prstGeom>
              </p:spPr>
            </p:pic>
          </mc:Fallback>
        </mc:AlternateContent>
      </p:grpSp>
      <p:grpSp>
        <p:nvGrpSpPr>
          <p:cNvPr id="143" name="Group 142">
            <a:extLst>
              <a:ext uri="{FF2B5EF4-FFF2-40B4-BE49-F238E27FC236}">
                <a16:creationId xmlns:a16="http://schemas.microsoft.com/office/drawing/2014/main" id="{F3609288-4A5F-B2C1-158A-3F0ED59A9B63}"/>
              </a:ext>
            </a:extLst>
          </p:cNvPr>
          <p:cNvGrpSpPr/>
          <p:nvPr/>
        </p:nvGrpSpPr>
        <p:grpSpPr>
          <a:xfrm>
            <a:off x="4647710" y="4348477"/>
            <a:ext cx="375480" cy="1010160"/>
            <a:chOff x="4647710" y="4348477"/>
            <a:chExt cx="375480" cy="1010160"/>
          </a:xfrm>
        </p:grpSpPr>
        <mc:AlternateContent xmlns:mc="http://schemas.openxmlformats.org/markup-compatibility/2006" xmlns:p14="http://schemas.microsoft.com/office/powerpoint/2010/main">
          <mc:Choice Requires="p14">
            <p:contentPart p14:bwMode="auto" r:id="rId228">
              <p14:nvContentPartPr>
                <p14:cNvPr id="137" name="Ink 136">
                  <a:extLst>
                    <a:ext uri="{FF2B5EF4-FFF2-40B4-BE49-F238E27FC236}">
                      <a16:creationId xmlns:a16="http://schemas.microsoft.com/office/drawing/2014/main" id="{ED8D170E-D397-0D7D-D18B-19DD547FD4CB}"/>
                    </a:ext>
                  </a:extLst>
                </p14:cNvPr>
                <p14:cNvContentPartPr/>
                <p14:nvPr/>
              </p14:nvContentPartPr>
              <p14:xfrm>
                <a:off x="4647710" y="4348477"/>
                <a:ext cx="225360" cy="417600"/>
              </p14:xfrm>
            </p:contentPart>
          </mc:Choice>
          <mc:Fallback xmlns="">
            <p:pic>
              <p:nvPicPr>
                <p:cNvPr id="137" name="Ink 136">
                  <a:extLst>
                    <a:ext uri="{FF2B5EF4-FFF2-40B4-BE49-F238E27FC236}">
                      <a16:creationId xmlns:a16="http://schemas.microsoft.com/office/drawing/2014/main" id="{ED8D170E-D397-0D7D-D18B-19DD547FD4CB}"/>
                    </a:ext>
                  </a:extLst>
                </p:cNvPr>
                <p:cNvPicPr/>
                <p:nvPr/>
              </p:nvPicPr>
              <p:blipFill>
                <a:blip r:embed="rId229"/>
                <a:stretch>
                  <a:fillRect/>
                </a:stretch>
              </p:blipFill>
              <p:spPr>
                <a:xfrm>
                  <a:off x="4629710" y="4330477"/>
                  <a:ext cx="261000"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8" name="Ink 137">
                  <a:extLst>
                    <a:ext uri="{FF2B5EF4-FFF2-40B4-BE49-F238E27FC236}">
                      <a16:creationId xmlns:a16="http://schemas.microsoft.com/office/drawing/2014/main" id="{F9784364-7298-8048-4C3D-768009692395}"/>
                    </a:ext>
                  </a:extLst>
                </p14:cNvPr>
                <p14:cNvContentPartPr/>
                <p14:nvPr/>
              </p14:nvContentPartPr>
              <p14:xfrm>
                <a:off x="4837430" y="4759957"/>
                <a:ext cx="66600" cy="343440"/>
              </p14:xfrm>
            </p:contentPart>
          </mc:Choice>
          <mc:Fallback xmlns="">
            <p:pic>
              <p:nvPicPr>
                <p:cNvPr id="138" name="Ink 137">
                  <a:extLst>
                    <a:ext uri="{FF2B5EF4-FFF2-40B4-BE49-F238E27FC236}">
                      <a16:creationId xmlns:a16="http://schemas.microsoft.com/office/drawing/2014/main" id="{F9784364-7298-8048-4C3D-768009692395}"/>
                    </a:ext>
                  </a:extLst>
                </p:cNvPr>
                <p:cNvPicPr/>
                <p:nvPr/>
              </p:nvPicPr>
              <p:blipFill>
                <a:blip r:embed="rId231"/>
                <a:stretch>
                  <a:fillRect/>
                </a:stretch>
              </p:blipFill>
              <p:spPr>
                <a:xfrm>
                  <a:off x="4819430" y="4741957"/>
                  <a:ext cx="10224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0" name="Ink 139">
                  <a:extLst>
                    <a:ext uri="{FF2B5EF4-FFF2-40B4-BE49-F238E27FC236}">
                      <a16:creationId xmlns:a16="http://schemas.microsoft.com/office/drawing/2014/main" id="{BB2A715C-7292-7414-FBEE-ABEB95D072E5}"/>
                    </a:ext>
                  </a:extLst>
                </p14:cNvPr>
                <p14:cNvContentPartPr/>
                <p14:nvPr/>
              </p14:nvContentPartPr>
              <p14:xfrm>
                <a:off x="4723670" y="5148397"/>
                <a:ext cx="298800" cy="26640"/>
              </p14:xfrm>
            </p:contentPart>
          </mc:Choice>
          <mc:Fallback xmlns="">
            <p:pic>
              <p:nvPicPr>
                <p:cNvPr id="140" name="Ink 139">
                  <a:extLst>
                    <a:ext uri="{FF2B5EF4-FFF2-40B4-BE49-F238E27FC236}">
                      <a16:creationId xmlns:a16="http://schemas.microsoft.com/office/drawing/2014/main" id="{BB2A715C-7292-7414-FBEE-ABEB95D072E5}"/>
                    </a:ext>
                  </a:extLst>
                </p:cNvPr>
                <p:cNvPicPr/>
                <p:nvPr/>
              </p:nvPicPr>
              <p:blipFill>
                <a:blip r:embed="rId233"/>
                <a:stretch>
                  <a:fillRect/>
                </a:stretch>
              </p:blipFill>
              <p:spPr>
                <a:xfrm>
                  <a:off x="4705670" y="5130397"/>
                  <a:ext cx="33444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1" name="Ink 140">
                  <a:extLst>
                    <a:ext uri="{FF2B5EF4-FFF2-40B4-BE49-F238E27FC236}">
                      <a16:creationId xmlns:a16="http://schemas.microsoft.com/office/drawing/2014/main" id="{CA8362D7-DA94-E3AF-1AF9-B50E71BA415A}"/>
                    </a:ext>
                  </a:extLst>
                </p14:cNvPr>
                <p14:cNvContentPartPr/>
                <p14:nvPr/>
              </p14:nvContentPartPr>
              <p14:xfrm>
                <a:off x="4767230" y="5208157"/>
                <a:ext cx="156600" cy="150480"/>
              </p14:xfrm>
            </p:contentPart>
          </mc:Choice>
          <mc:Fallback xmlns="">
            <p:pic>
              <p:nvPicPr>
                <p:cNvPr id="141" name="Ink 140">
                  <a:extLst>
                    <a:ext uri="{FF2B5EF4-FFF2-40B4-BE49-F238E27FC236}">
                      <a16:creationId xmlns:a16="http://schemas.microsoft.com/office/drawing/2014/main" id="{CA8362D7-DA94-E3AF-1AF9-B50E71BA415A}"/>
                    </a:ext>
                  </a:extLst>
                </p:cNvPr>
                <p:cNvPicPr/>
                <p:nvPr/>
              </p:nvPicPr>
              <p:blipFill>
                <a:blip r:embed="rId235"/>
                <a:stretch>
                  <a:fillRect/>
                </a:stretch>
              </p:blipFill>
              <p:spPr>
                <a:xfrm>
                  <a:off x="4749230" y="5190157"/>
                  <a:ext cx="19224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2" name="Ink 141">
                  <a:extLst>
                    <a:ext uri="{FF2B5EF4-FFF2-40B4-BE49-F238E27FC236}">
                      <a16:creationId xmlns:a16="http://schemas.microsoft.com/office/drawing/2014/main" id="{5E721A6B-DE82-BA34-D58C-855B8C7E983B}"/>
                    </a:ext>
                  </a:extLst>
                </p14:cNvPr>
                <p14:cNvContentPartPr/>
                <p14:nvPr/>
              </p14:nvContentPartPr>
              <p14:xfrm>
                <a:off x="4907630" y="5168557"/>
                <a:ext cx="115560" cy="181080"/>
              </p14:xfrm>
            </p:contentPart>
          </mc:Choice>
          <mc:Fallback xmlns="">
            <p:pic>
              <p:nvPicPr>
                <p:cNvPr id="142" name="Ink 141">
                  <a:extLst>
                    <a:ext uri="{FF2B5EF4-FFF2-40B4-BE49-F238E27FC236}">
                      <a16:creationId xmlns:a16="http://schemas.microsoft.com/office/drawing/2014/main" id="{5E721A6B-DE82-BA34-D58C-855B8C7E983B}"/>
                    </a:ext>
                  </a:extLst>
                </p:cNvPr>
                <p:cNvPicPr/>
                <p:nvPr/>
              </p:nvPicPr>
              <p:blipFill>
                <a:blip r:embed="rId237"/>
                <a:stretch>
                  <a:fillRect/>
                </a:stretch>
              </p:blipFill>
              <p:spPr>
                <a:xfrm>
                  <a:off x="4889574" y="5150557"/>
                  <a:ext cx="151311" cy="216720"/>
                </a:xfrm>
                <a:prstGeom prst="rect">
                  <a:avLst/>
                </a:prstGeom>
              </p:spPr>
            </p:pic>
          </mc:Fallback>
        </mc:AlternateContent>
      </p:grpSp>
      <p:grpSp>
        <p:nvGrpSpPr>
          <p:cNvPr id="163" name="Group 162">
            <a:extLst>
              <a:ext uri="{FF2B5EF4-FFF2-40B4-BE49-F238E27FC236}">
                <a16:creationId xmlns:a16="http://schemas.microsoft.com/office/drawing/2014/main" id="{1AB727D8-7136-FEC8-0EE6-B0ED5DFE4B4C}"/>
              </a:ext>
            </a:extLst>
          </p:cNvPr>
          <p:cNvGrpSpPr/>
          <p:nvPr/>
        </p:nvGrpSpPr>
        <p:grpSpPr>
          <a:xfrm>
            <a:off x="4978550" y="3885157"/>
            <a:ext cx="1869840" cy="743400"/>
            <a:chOff x="4978550" y="3885157"/>
            <a:chExt cx="1869840" cy="743400"/>
          </a:xfrm>
        </p:grpSpPr>
        <mc:AlternateContent xmlns:mc="http://schemas.openxmlformats.org/markup-compatibility/2006" xmlns:p14="http://schemas.microsoft.com/office/powerpoint/2010/main">
          <mc:Choice Requires="p14">
            <p:contentPart p14:bwMode="auto" r:id="rId238">
              <p14:nvContentPartPr>
                <p14:cNvPr id="144" name="Ink 143">
                  <a:extLst>
                    <a:ext uri="{FF2B5EF4-FFF2-40B4-BE49-F238E27FC236}">
                      <a16:creationId xmlns:a16="http://schemas.microsoft.com/office/drawing/2014/main" id="{613044AE-79B8-3A72-5C7D-1BB701967ED8}"/>
                    </a:ext>
                  </a:extLst>
                </p14:cNvPr>
                <p14:cNvContentPartPr/>
                <p14:nvPr/>
              </p14:nvContentPartPr>
              <p14:xfrm>
                <a:off x="4978550" y="4311397"/>
                <a:ext cx="362160" cy="111600"/>
              </p14:xfrm>
            </p:contentPart>
          </mc:Choice>
          <mc:Fallback xmlns="">
            <p:pic>
              <p:nvPicPr>
                <p:cNvPr id="144" name="Ink 143">
                  <a:extLst>
                    <a:ext uri="{FF2B5EF4-FFF2-40B4-BE49-F238E27FC236}">
                      <a16:creationId xmlns:a16="http://schemas.microsoft.com/office/drawing/2014/main" id="{613044AE-79B8-3A72-5C7D-1BB701967ED8}"/>
                    </a:ext>
                  </a:extLst>
                </p:cNvPr>
                <p:cNvPicPr/>
                <p:nvPr/>
              </p:nvPicPr>
              <p:blipFill>
                <a:blip r:embed="rId239"/>
                <a:stretch>
                  <a:fillRect/>
                </a:stretch>
              </p:blipFill>
              <p:spPr>
                <a:xfrm>
                  <a:off x="4960568" y="4293397"/>
                  <a:ext cx="397765"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5" name="Ink 144">
                  <a:extLst>
                    <a:ext uri="{FF2B5EF4-FFF2-40B4-BE49-F238E27FC236}">
                      <a16:creationId xmlns:a16="http://schemas.microsoft.com/office/drawing/2014/main" id="{84B7C4A1-5206-0AE8-DA23-EB7C76D70517}"/>
                    </a:ext>
                  </a:extLst>
                </p14:cNvPr>
                <p14:cNvContentPartPr/>
                <p14:nvPr/>
              </p14:nvContentPartPr>
              <p14:xfrm>
                <a:off x="5258990" y="4243717"/>
                <a:ext cx="184680" cy="201960"/>
              </p14:xfrm>
            </p:contentPart>
          </mc:Choice>
          <mc:Fallback xmlns="">
            <p:pic>
              <p:nvPicPr>
                <p:cNvPr id="145" name="Ink 144">
                  <a:extLst>
                    <a:ext uri="{FF2B5EF4-FFF2-40B4-BE49-F238E27FC236}">
                      <a16:creationId xmlns:a16="http://schemas.microsoft.com/office/drawing/2014/main" id="{84B7C4A1-5206-0AE8-DA23-EB7C76D70517}"/>
                    </a:ext>
                  </a:extLst>
                </p:cNvPr>
                <p:cNvPicPr/>
                <p:nvPr/>
              </p:nvPicPr>
              <p:blipFill>
                <a:blip r:embed="rId241"/>
                <a:stretch>
                  <a:fillRect/>
                </a:stretch>
              </p:blipFill>
              <p:spPr>
                <a:xfrm>
                  <a:off x="5240990" y="4225717"/>
                  <a:ext cx="22032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6" name="Ink 145">
                  <a:extLst>
                    <a:ext uri="{FF2B5EF4-FFF2-40B4-BE49-F238E27FC236}">
                      <a16:creationId xmlns:a16="http://schemas.microsoft.com/office/drawing/2014/main" id="{53835729-112D-2C22-3FFD-90BB57C87E53}"/>
                    </a:ext>
                  </a:extLst>
                </p14:cNvPr>
                <p14:cNvContentPartPr/>
                <p14:nvPr/>
              </p14:nvContentPartPr>
              <p14:xfrm>
                <a:off x="5613230" y="4090357"/>
                <a:ext cx="195480" cy="181800"/>
              </p14:xfrm>
            </p:contentPart>
          </mc:Choice>
          <mc:Fallback xmlns="">
            <p:pic>
              <p:nvPicPr>
                <p:cNvPr id="146" name="Ink 145">
                  <a:extLst>
                    <a:ext uri="{FF2B5EF4-FFF2-40B4-BE49-F238E27FC236}">
                      <a16:creationId xmlns:a16="http://schemas.microsoft.com/office/drawing/2014/main" id="{53835729-112D-2C22-3FFD-90BB57C87E53}"/>
                    </a:ext>
                  </a:extLst>
                </p:cNvPr>
                <p:cNvPicPr/>
                <p:nvPr/>
              </p:nvPicPr>
              <p:blipFill>
                <a:blip r:embed="rId243"/>
                <a:stretch>
                  <a:fillRect/>
                </a:stretch>
              </p:blipFill>
              <p:spPr>
                <a:xfrm>
                  <a:off x="5595230" y="4072357"/>
                  <a:ext cx="23112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7" name="Ink 146">
                  <a:extLst>
                    <a:ext uri="{FF2B5EF4-FFF2-40B4-BE49-F238E27FC236}">
                      <a16:creationId xmlns:a16="http://schemas.microsoft.com/office/drawing/2014/main" id="{986ABCD9-E8C4-8B75-57B6-CE3E9F37C410}"/>
                    </a:ext>
                  </a:extLst>
                </p14:cNvPr>
                <p14:cNvContentPartPr/>
                <p14:nvPr/>
              </p14:nvContentPartPr>
              <p14:xfrm>
                <a:off x="5867750" y="4144717"/>
                <a:ext cx="20520" cy="106920"/>
              </p14:xfrm>
            </p:contentPart>
          </mc:Choice>
          <mc:Fallback xmlns="">
            <p:pic>
              <p:nvPicPr>
                <p:cNvPr id="147" name="Ink 146">
                  <a:extLst>
                    <a:ext uri="{FF2B5EF4-FFF2-40B4-BE49-F238E27FC236}">
                      <a16:creationId xmlns:a16="http://schemas.microsoft.com/office/drawing/2014/main" id="{986ABCD9-E8C4-8B75-57B6-CE3E9F37C410}"/>
                    </a:ext>
                  </a:extLst>
                </p:cNvPr>
                <p:cNvPicPr/>
                <p:nvPr/>
              </p:nvPicPr>
              <p:blipFill>
                <a:blip r:embed="rId245"/>
                <a:stretch>
                  <a:fillRect/>
                </a:stretch>
              </p:blipFill>
              <p:spPr>
                <a:xfrm>
                  <a:off x="5849750" y="4126656"/>
                  <a:ext cx="56160" cy="1426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8" name="Ink 147">
                  <a:extLst>
                    <a:ext uri="{FF2B5EF4-FFF2-40B4-BE49-F238E27FC236}">
                      <a16:creationId xmlns:a16="http://schemas.microsoft.com/office/drawing/2014/main" id="{82F6203B-F062-750B-01C4-3D82FB3A5EC2}"/>
                    </a:ext>
                  </a:extLst>
                </p14:cNvPr>
                <p14:cNvContentPartPr/>
                <p14:nvPr/>
              </p14:nvContentPartPr>
              <p14:xfrm>
                <a:off x="5859470" y="3997117"/>
                <a:ext cx="12240" cy="14760"/>
              </p14:xfrm>
            </p:contentPart>
          </mc:Choice>
          <mc:Fallback xmlns="">
            <p:pic>
              <p:nvPicPr>
                <p:cNvPr id="148" name="Ink 147">
                  <a:extLst>
                    <a:ext uri="{FF2B5EF4-FFF2-40B4-BE49-F238E27FC236}">
                      <a16:creationId xmlns:a16="http://schemas.microsoft.com/office/drawing/2014/main" id="{82F6203B-F062-750B-01C4-3D82FB3A5EC2}"/>
                    </a:ext>
                  </a:extLst>
                </p:cNvPr>
                <p:cNvPicPr/>
                <p:nvPr/>
              </p:nvPicPr>
              <p:blipFill>
                <a:blip r:embed="rId247"/>
                <a:stretch>
                  <a:fillRect/>
                </a:stretch>
              </p:blipFill>
              <p:spPr>
                <a:xfrm>
                  <a:off x="5841470" y="3978667"/>
                  <a:ext cx="47880" cy="51291"/>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49" name="Ink 148">
                  <a:extLst>
                    <a:ext uri="{FF2B5EF4-FFF2-40B4-BE49-F238E27FC236}">
                      <a16:creationId xmlns:a16="http://schemas.microsoft.com/office/drawing/2014/main" id="{DA587725-75EE-1E55-E984-DFDB5DB29B89}"/>
                    </a:ext>
                  </a:extLst>
                </p14:cNvPr>
                <p14:cNvContentPartPr/>
                <p14:nvPr/>
              </p14:nvContentPartPr>
              <p14:xfrm>
                <a:off x="5955950" y="4052557"/>
                <a:ext cx="233640" cy="101520"/>
              </p14:xfrm>
            </p:contentPart>
          </mc:Choice>
          <mc:Fallback xmlns="">
            <p:pic>
              <p:nvPicPr>
                <p:cNvPr id="149" name="Ink 148">
                  <a:extLst>
                    <a:ext uri="{FF2B5EF4-FFF2-40B4-BE49-F238E27FC236}">
                      <a16:creationId xmlns:a16="http://schemas.microsoft.com/office/drawing/2014/main" id="{DA587725-75EE-1E55-E984-DFDB5DB29B89}"/>
                    </a:ext>
                  </a:extLst>
                </p:cNvPr>
                <p:cNvPicPr/>
                <p:nvPr/>
              </p:nvPicPr>
              <p:blipFill>
                <a:blip r:embed="rId249"/>
                <a:stretch>
                  <a:fillRect/>
                </a:stretch>
              </p:blipFill>
              <p:spPr>
                <a:xfrm>
                  <a:off x="5937950" y="4034557"/>
                  <a:ext cx="26928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0" name="Ink 149">
                  <a:extLst>
                    <a:ext uri="{FF2B5EF4-FFF2-40B4-BE49-F238E27FC236}">
                      <a16:creationId xmlns:a16="http://schemas.microsoft.com/office/drawing/2014/main" id="{4FA807FF-3E20-CFF6-B949-CABF4C1A9D8B}"/>
                    </a:ext>
                  </a:extLst>
                </p14:cNvPr>
                <p14:cNvContentPartPr/>
                <p14:nvPr/>
              </p14:nvContentPartPr>
              <p14:xfrm>
                <a:off x="6270950" y="4056157"/>
                <a:ext cx="17640" cy="115560"/>
              </p14:xfrm>
            </p:contentPart>
          </mc:Choice>
          <mc:Fallback xmlns="">
            <p:pic>
              <p:nvPicPr>
                <p:cNvPr id="150" name="Ink 149">
                  <a:extLst>
                    <a:ext uri="{FF2B5EF4-FFF2-40B4-BE49-F238E27FC236}">
                      <a16:creationId xmlns:a16="http://schemas.microsoft.com/office/drawing/2014/main" id="{4FA807FF-3E20-CFF6-B949-CABF4C1A9D8B}"/>
                    </a:ext>
                  </a:extLst>
                </p:cNvPr>
                <p:cNvPicPr/>
                <p:nvPr/>
              </p:nvPicPr>
              <p:blipFill>
                <a:blip r:embed="rId251"/>
                <a:stretch>
                  <a:fillRect/>
                </a:stretch>
              </p:blipFill>
              <p:spPr>
                <a:xfrm>
                  <a:off x="6253310" y="4038157"/>
                  <a:ext cx="52567"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1" name="Ink 150">
                  <a:extLst>
                    <a:ext uri="{FF2B5EF4-FFF2-40B4-BE49-F238E27FC236}">
                      <a16:creationId xmlns:a16="http://schemas.microsoft.com/office/drawing/2014/main" id="{2F7116F0-C017-842A-B71F-7A52348E2EF7}"/>
                    </a:ext>
                  </a:extLst>
                </p14:cNvPr>
                <p14:cNvContentPartPr/>
                <p14:nvPr/>
              </p14:nvContentPartPr>
              <p14:xfrm>
                <a:off x="6244670" y="3894517"/>
                <a:ext cx="12960" cy="10080"/>
              </p14:xfrm>
            </p:contentPart>
          </mc:Choice>
          <mc:Fallback xmlns="">
            <p:pic>
              <p:nvPicPr>
                <p:cNvPr id="151" name="Ink 150">
                  <a:extLst>
                    <a:ext uri="{FF2B5EF4-FFF2-40B4-BE49-F238E27FC236}">
                      <a16:creationId xmlns:a16="http://schemas.microsoft.com/office/drawing/2014/main" id="{2F7116F0-C017-842A-B71F-7A52348E2EF7}"/>
                    </a:ext>
                  </a:extLst>
                </p:cNvPr>
                <p:cNvPicPr/>
                <p:nvPr/>
              </p:nvPicPr>
              <p:blipFill>
                <a:blip r:embed="rId253"/>
                <a:stretch>
                  <a:fillRect/>
                </a:stretch>
              </p:blipFill>
              <p:spPr>
                <a:xfrm>
                  <a:off x="6227156" y="3877138"/>
                  <a:ext cx="47637" cy="44491"/>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2" name="Ink 151">
                  <a:extLst>
                    <a:ext uri="{FF2B5EF4-FFF2-40B4-BE49-F238E27FC236}">
                      <a16:creationId xmlns:a16="http://schemas.microsoft.com/office/drawing/2014/main" id="{8BABABC2-D52E-7F2A-0D47-76D99F7D8EBE}"/>
                    </a:ext>
                  </a:extLst>
                </p14:cNvPr>
                <p14:cNvContentPartPr/>
                <p14:nvPr/>
              </p14:nvContentPartPr>
              <p14:xfrm>
                <a:off x="6365990" y="3885157"/>
                <a:ext cx="59400" cy="181440"/>
              </p14:xfrm>
            </p:contentPart>
          </mc:Choice>
          <mc:Fallback xmlns="">
            <p:pic>
              <p:nvPicPr>
                <p:cNvPr id="152" name="Ink 151">
                  <a:extLst>
                    <a:ext uri="{FF2B5EF4-FFF2-40B4-BE49-F238E27FC236}">
                      <a16:creationId xmlns:a16="http://schemas.microsoft.com/office/drawing/2014/main" id="{8BABABC2-D52E-7F2A-0D47-76D99F7D8EBE}"/>
                    </a:ext>
                  </a:extLst>
                </p:cNvPr>
                <p:cNvPicPr/>
                <p:nvPr/>
              </p:nvPicPr>
              <p:blipFill>
                <a:blip r:embed="rId255"/>
                <a:stretch>
                  <a:fillRect/>
                </a:stretch>
              </p:blipFill>
              <p:spPr>
                <a:xfrm>
                  <a:off x="6348098" y="3867157"/>
                  <a:ext cx="94825"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3" name="Ink 152">
                  <a:extLst>
                    <a:ext uri="{FF2B5EF4-FFF2-40B4-BE49-F238E27FC236}">
                      <a16:creationId xmlns:a16="http://schemas.microsoft.com/office/drawing/2014/main" id="{11545FFF-3447-ED0F-E7A4-1859D9DC1540}"/>
                    </a:ext>
                  </a:extLst>
                </p14:cNvPr>
                <p14:cNvContentPartPr/>
                <p14:nvPr/>
              </p14:nvContentPartPr>
              <p14:xfrm>
                <a:off x="6350150" y="3963277"/>
                <a:ext cx="115560" cy="61920"/>
              </p14:xfrm>
            </p:contentPart>
          </mc:Choice>
          <mc:Fallback xmlns="">
            <p:pic>
              <p:nvPicPr>
                <p:cNvPr id="153" name="Ink 152">
                  <a:extLst>
                    <a:ext uri="{FF2B5EF4-FFF2-40B4-BE49-F238E27FC236}">
                      <a16:creationId xmlns:a16="http://schemas.microsoft.com/office/drawing/2014/main" id="{11545FFF-3447-ED0F-E7A4-1859D9DC1540}"/>
                    </a:ext>
                  </a:extLst>
                </p:cNvPr>
                <p:cNvPicPr/>
                <p:nvPr/>
              </p:nvPicPr>
              <p:blipFill>
                <a:blip r:embed="rId257"/>
                <a:stretch>
                  <a:fillRect/>
                </a:stretch>
              </p:blipFill>
              <p:spPr>
                <a:xfrm>
                  <a:off x="6332150" y="3945172"/>
                  <a:ext cx="151200" cy="97768"/>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4" name="Ink 153">
                  <a:extLst>
                    <a:ext uri="{FF2B5EF4-FFF2-40B4-BE49-F238E27FC236}">
                      <a16:creationId xmlns:a16="http://schemas.microsoft.com/office/drawing/2014/main" id="{8B3C8F2B-7B42-FED5-E046-606774893638}"/>
                    </a:ext>
                  </a:extLst>
                </p14:cNvPr>
                <p14:cNvContentPartPr/>
                <p14:nvPr/>
              </p14:nvContentPartPr>
              <p14:xfrm>
                <a:off x="5695310" y="4478437"/>
                <a:ext cx="96120" cy="150120"/>
              </p14:xfrm>
            </p:contentPart>
          </mc:Choice>
          <mc:Fallback xmlns="">
            <p:pic>
              <p:nvPicPr>
                <p:cNvPr id="154" name="Ink 153">
                  <a:extLst>
                    <a:ext uri="{FF2B5EF4-FFF2-40B4-BE49-F238E27FC236}">
                      <a16:creationId xmlns:a16="http://schemas.microsoft.com/office/drawing/2014/main" id="{8B3C8F2B-7B42-FED5-E046-606774893638}"/>
                    </a:ext>
                  </a:extLst>
                </p:cNvPr>
                <p:cNvPicPr/>
                <p:nvPr/>
              </p:nvPicPr>
              <p:blipFill>
                <a:blip r:embed="rId259"/>
                <a:stretch>
                  <a:fillRect/>
                </a:stretch>
              </p:blipFill>
              <p:spPr>
                <a:xfrm>
                  <a:off x="5677310" y="4460437"/>
                  <a:ext cx="13176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55" name="Ink 154">
                  <a:extLst>
                    <a:ext uri="{FF2B5EF4-FFF2-40B4-BE49-F238E27FC236}">
                      <a16:creationId xmlns:a16="http://schemas.microsoft.com/office/drawing/2014/main" id="{327985FA-A6E7-F45E-DF46-8EF10FB598F1}"/>
                    </a:ext>
                  </a:extLst>
                </p14:cNvPr>
                <p14:cNvContentPartPr/>
                <p14:nvPr/>
              </p14:nvContentPartPr>
              <p14:xfrm>
                <a:off x="5865230" y="4478437"/>
                <a:ext cx="112320" cy="123480"/>
              </p14:xfrm>
            </p:contentPart>
          </mc:Choice>
          <mc:Fallback xmlns="">
            <p:pic>
              <p:nvPicPr>
                <p:cNvPr id="155" name="Ink 154">
                  <a:extLst>
                    <a:ext uri="{FF2B5EF4-FFF2-40B4-BE49-F238E27FC236}">
                      <a16:creationId xmlns:a16="http://schemas.microsoft.com/office/drawing/2014/main" id="{327985FA-A6E7-F45E-DF46-8EF10FB598F1}"/>
                    </a:ext>
                  </a:extLst>
                </p:cNvPr>
                <p:cNvPicPr/>
                <p:nvPr/>
              </p:nvPicPr>
              <p:blipFill>
                <a:blip r:embed="rId261"/>
                <a:stretch>
                  <a:fillRect/>
                </a:stretch>
              </p:blipFill>
              <p:spPr>
                <a:xfrm>
                  <a:off x="5847230" y="4460437"/>
                  <a:ext cx="1479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56" name="Ink 155">
                  <a:extLst>
                    <a:ext uri="{FF2B5EF4-FFF2-40B4-BE49-F238E27FC236}">
                      <a16:creationId xmlns:a16="http://schemas.microsoft.com/office/drawing/2014/main" id="{4791306E-F108-AEE6-3B9F-CC99556C60A0}"/>
                    </a:ext>
                  </a:extLst>
                </p14:cNvPr>
                <p14:cNvContentPartPr/>
                <p14:nvPr/>
              </p14:nvContentPartPr>
              <p14:xfrm>
                <a:off x="5958470" y="4485637"/>
                <a:ext cx="51120" cy="114120"/>
              </p14:xfrm>
            </p:contentPart>
          </mc:Choice>
          <mc:Fallback xmlns="">
            <p:pic>
              <p:nvPicPr>
                <p:cNvPr id="156" name="Ink 155">
                  <a:extLst>
                    <a:ext uri="{FF2B5EF4-FFF2-40B4-BE49-F238E27FC236}">
                      <a16:creationId xmlns:a16="http://schemas.microsoft.com/office/drawing/2014/main" id="{4791306E-F108-AEE6-3B9F-CC99556C60A0}"/>
                    </a:ext>
                  </a:extLst>
                </p:cNvPr>
                <p:cNvPicPr/>
                <p:nvPr/>
              </p:nvPicPr>
              <p:blipFill>
                <a:blip r:embed="rId263"/>
                <a:stretch>
                  <a:fillRect/>
                </a:stretch>
              </p:blipFill>
              <p:spPr>
                <a:xfrm>
                  <a:off x="5940470" y="4467580"/>
                  <a:ext cx="86760" cy="149873"/>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57" name="Ink 156">
                  <a:extLst>
                    <a:ext uri="{FF2B5EF4-FFF2-40B4-BE49-F238E27FC236}">
                      <a16:creationId xmlns:a16="http://schemas.microsoft.com/office/drawing/2014/main" id="{D2F8B3E2-D9CB-4883-23EC-AE49639F5D75}"/>
                    </a:ext>
                  </a:extLst>
                </p14:cNvPr>
                <p14:cNvContentPartPr/>
                <p14:nvPr/>
              </p14:nvContentPartPr>
              <p14:xfrm>
                <a:off x="6058910" y="4470157"/>
                <a:ext cx="59760" cy="86760"/>
              </p14:xfrm>
            </p:contentPart>
          </mc:Choice>
          <mc:Fallback xmlns="">
            <p:pic>
              <p:nvPicPr>
                <p:cNvPr id="157" name="Ink 156">
                  <a:extLst>
                    <a:ext uri="{FF2B5EF4-FFF2-40B4-BE49-F238E27FC236}">
                      <a16:creationId xmlns:a16="http://schemas.microsoft.com/office/drawing/2014/main" id="{D2F8B3E2-D9CB-4883-23EC-AE49639F5D75}"/>
                    </a:ext>
                  </a:extLst>
                </p:cNvPr>
                <p:cNvPicPr/>
                <p:nvPr/>
              </p:nvPicPr>
              <p:blipFill>
                <a:blip r:embed="rId265"/>
                <a:stretch>
                  <a:fillRect/>
                </a:stretch>
              </p:blipFill>
              <p:spPr>
                <a:xfrm>
                  <a:off x="6040910" y="4452157"/>
                  <a:ext cx="954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58" name="Ink 157">
                  <a:extLst>
                    <a:ext uri="{FF2B5EF4-FFF2-40B4-BE49-F238E27FC236}">
                      <a16:creationId xmlns:a16="http://schemas.microsoft.com/office/drawing/2014/main" id="{6E608B1F-C0B4-99C2-EE81-0A28D6A3F266}"/>
                    </a:ext>
                  </a:extLst>
                </p14:cNvPr>
                <p14:cNvContentPartPr/>
                <p14:nvPr/>
              </p14:nvContentPartPr>
              <p14:xfrm>
                <a:off x="6159710" y="4415797"/>
                <a:ext cx="133560" cy="134280"/>
              </p14:xfrm>
            </p:contentPart>
          </mc:Choice>
          <mc:Fallback xmlns="">
            <p:pic>
              <p:nvPicPr>
                <p:cNvPr id="158" name="Ink 157">
                  <a:extLst>
                    <a:ext uri="{FF2B5EF4-FFF2-40B4-BE49-F238E27FC236}">
                      <a16:creationId xmlns:a16="http://schemas.microsoft.com/office/drawing/2014/main" id="{6E608B1F-C0B4-99C2-EE81-0A28D6A3F266}"/>
                    </a:ext>
                  </a:extLst>
                </p:cNvPr>
                <p:cNvPicPr/>
                <p:nvPr/>
              </p:nvPicPr>
              <p:blipFill>
                <a:blip r:embed="rId267"/>
                <a:stretch>
                  <a:fillRect/>
                </a:stretch>
              </p:blipFill>
              <p:spPr>
                <a:xfrm>
                  <a:off x="6141710" y="4397797"/>
                  <a:ext cx="16920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59" name="Ink 158">
                  <a:extLst>
                    <a:ext uri="{FF2B5EF4-FFF2-40B4-BE49-F238E27FC236}">
                      <a16:creationId xmlns:a16="http://schemas.microsoft.com/office/drawing/2014/main" id="{E1215BCF-0DC0-F395-554F-43883CB7FD2E}"/>
                    </a:ext>
                  </a:extLst>
                </p14:cNvPr>
                <p14:cNvContentPartPr/>
                <p14:nvPr/>
              </p14:nvContentPartPr>
              <p14:xfrm>
                <a:off x="6327470" y="4374757"/>
                <a:ext cx="295200" cy="140760"/>
              </p14:xfrm>
            </p:contentPart>
          </mc:Choice>
          <mc:Fallback xmlns="">
            <p:pic>
              <p:nvPicPr>
                <p:cNvPr id="159" name="Ink 158">
                  <a:extLst>
                    <a:ext uri="{FF2B5EF4-FFF2-40B4-BE49-F238E27FC236}">
                      <a16:creationId xmlns:a16="http://schemas.microsoft.com/office/drawing/2014/main" id="{E1215BCF-0DC0-F395-554F-43883CB7FD2E}"/>
                    </a:ext>
                  </a:extLst>
                </p:cNvPr>
                <p:cNvPicPr/>
                <p:nvPr/>
              </p:nvPicPr>
              <p:blipFill>
                <a:blip r:embed="rId269"/>
                <a:stretch>
                  <a:fillRect/>
                </a:stretch>
              </p:blipFill>
              <p:spPr>
                <a:xfrm>
                  <a:off x="6309492" y="4356711"/>
                  <a:ext cx="330797" cy="176491"/>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60" name="Ink 159">
                  <a:extLst>
                    <a:ext uri="{FF2B5EF4-FFF2-40B4-BE49-F238E27FC236}">
                      <a16:creationId xmlns:a16="http://schemas.microsoft.com/office/drawing/2014/main" id="{C93BC222-AD15-D106-AD27-820144B4C08A}"/>
                    </a:ext>
                  </a:extLst>
                </p14:cNvPr>
                <p14:cNvContentPartPr/>
                <p14:nvPr/>
              </p14:nvContentPartPr>
              <p14:xfrm>
                <a:off x="6699710" y="4191877"/>
                <a:ext cx="73080" cy="218520"/>
              </p14:xfrm>
            </p:contentPart>
          </mc:Choice>
          <mc:Fallback xmlns="">
            <p:pic>
              <p:nvPicPr>
                <p:cNvPr id="160" name="Ink 159">
                  <a:extLst>
                    <a:ext uri="{FF2B5EF4-FFF2-40B4-BE49-F238E27FC236}">
                      <a16:creationId xmlns:a16="http://schemas.microsoft.com/office/drawing/2014/main" id="{C93BC222-AD15-D106-AD27-820144B4C08A}"/>
                    </a:ext>
                  </a:extLst>
                </p:cNvPr>
                <p:cNvPicPr/>
                <p:nvPr/>
              </p:nvPicPr>
              <p:blipFill>
                <a:blip r:embed="rId271"/>
                <a:stretch>
                  <a:fillRect/>
                </a:stretch>
              </p:blipFill>
              <p:spPr>
                <a:xfrm>
                  <a:off x="6681710" y="4173877"/>
                  <a:ext cx="10872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1" name="Ink 160">
                  <a:extLst>
                    <a:ext uri="{FF2B5EF4-FFF2-40B4-BE49-F238E27FC236}">
                      <a16:creationId xmlns:a16="http://schemas.microsoft.com/office/drawing/2014/main" id="{CD8E38D8-AEF4-ED34-0BD5-EFAB8FBE24B9}"/>
                    </a:ext>
                  </a:extLst>
                </p14:cNvPr>
                <p14:cNvContentPartPr/>
                <p14:nvPr/>
              </p14:nvContentPartPr>
              <p14:xfrm>
                <a:off x="6708350" y="4246597"/>
                <a:ext cx="140040" cy="80280"/>
              </p14:xfrm>
            </p:contentPart>
          </mc:Choice>
          <mc:Fallback xmlns="">
            <p:pic>
              <p:nvPicPr>
                <p:cNvPr id="161" name="Ink 160">
                  <a:extLst>
                    <a:ext uri="{FF2B5EF4-FFF2-40B4-BE49-F238E27FC236}">
                      <a16:creationId xmlns:a16="http://schemas.microsoft.com/office/drawing/2014/main" id="{CD8E38D8-AEF4-ED34-0BD5-EFAB8FBE24B9}"/>
                    </a:ext>
                  </a:extLst>
                </p:cNvPr>
                <p:cNvPicPr/>
                <p:nvPr/>
              </p:nvPicPr>
              <p:blipFill>
                <a:blip r:embed="rId273"/>
                <a:stretch>
                  <a:fillRect/>
                </a:stretch>
              </p:blipFill>
              <p:spPr>
                <a:xfrm>
                  <a:off x="6690350" y="4228597"/>
                  <a:ext cx="175680" cy="115920"/>
                </a:xfrm>
                <a:prstGeom prst="rect">
                  <a:avLst/>
                </a:prstGeom>
              </p:spPr>
            </p:pic>
          </mc:Fallback>
        </mc:AlternateContent>
      </p:grpSp>
      <p:grpSp>
        <p:nvGrpSpPr>
          <p:cNvPr id="204" name="Group 203">
            <a:extLst>
              <a:ext uri="{FF2B5EF4-FFF2-40B4-BE49-F238E27FC236}">
                <a16:creationId xmlns:a16="http://schemas.microsoft.com/office/drawing/2014/main" id="{3FFF02B0-11AC-BDD1-DF1E-06DB72FC449F}"/>
              </a:ext>
            </a:extLst>
          </p:cNvPr>
          <p:cNvGrpSpPr/>
          <p:nvPr/>
        </p:nvGrpSpPr>
        <p:grpSpPr>
          <a:xfrm>
            <a:off x="4269350" y="5576797"/>
            <a:ext cx="676440" cy="258480"/>
            <a:chOff x="4269350" y="5576797"/>
            <a:chExt cx="676440" cy="258480"/>
          </a:xfrm>
        </p:grpSpPr>
        <mc:AlternateContent xmlns:mc="http://schemas.openxmlformats.org/markup-compatibility/2006" xmlns:p14="http://schemas.microsoft.com/office/powerpoint/2010/main">
          <mc:Choice Requires="p14">
            <p:contentPart p14:bwMode="auto" r:id="rId274">
              <p14:nvContentPartPr>
                <p14:cNvPr id="170" name="Ink 169">
                  <a:extLst>
                    <a:ext uri="{FF2B5EF4-FFF2-40B4-BE49-F238E27FC236}">
                      <a16:creationId xmlns:a16="http://schemas.microsoft.com/office/drawing/2014/main" id="{3B38017B-9ED9-EBED-6C0B-8AD9F76270E8}"/>
                    </a:ext>
                  </a:extLst>
                </p14:cNvPr>
                <p14:cNvContentPartPr/>
                <p14:nvPr/>
              </p14:nvContentPartPr>
              <p14:xfrm>
                <a:off x="4310390" y="5576797"/>
                <a:ext cx="81360" cy="240120"/>
              </p14:xfrm>
            </p:contentPart>
          </mc:Choice>
          <mc:Fallback xmlns="">
            <p:pic>
              <p:nvPicPr>
                <p:cNvPr id="170" name="Ink 169">
                  <a:extLst>
                    <a:ext uri="{FF2B5EF4-FFF2-40B4-BE49-F238E27FC236}">
                      <a16:creationId xmlns:a16="http://schemas.microsoft.com/office/drawing/2014/main" id="{3B38017B-9ED9-EBED-6C0B-8AD9F76270E8}"/>
                    </a:ext>
                  </a:extLst>
                </p:cNvPr>
                <p:cNvPicPr/>
                <p:nvPr/>
              </p:nvPicPr>
              <p:blipFill>
                <a:blip r:embed="rId275"/>
                <a:stretch>
                  <a:fillRect/>
                </a:stretch>
              </p:blipFill>
              <p:spPr>
                <a:xfrm>
                  <a:off x="4292469" y="5558797"/>
                  <a:ext cx="116843"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71" name="Ink 170">
                  <a:extLst>
                    <a:ext uri="{FF2B5EF4-FFF2-40B4-BE49-F238E27FC236}">
                      <a16:creationId xmlns:a16="http://schemas.microsoft.com/office/drawing/2014/main" id="{40B77080-3976-AD93-6272-8C347E9C7614}"/>
                    </a:ext>
                  </a:extLst>
                </p14:cNvPr>
                <p14:cNvContentPartPr/>
                <p14:nvPr/>
              </p14:nvContentPartPr>
              <p14:xfrm>
                <a:off x="4269350" y="5698837"/>
                <a:ext cx="103320" cy="60480"/>
              </p14:xfrm>
            </p:contentPart>
          </mc:Choice>
          <mc:Fallback xmlns="">
            <p:pic>
              <p:nvPicPr>
                <p:cNvPr id="171" name="Ink 170">
                  <a:extLst>
                    <a:ext uri="{FF2B5EF4-FFF2-40B4-BE49-F238E27FC236}">
                      <a16:creationId xmlns:a16="http://schemas.microsoft.com/office/drawing/2014/main" id="{40B77080-3976-AD93-6272-8C347E9C7614}"/>
                    </a:ext>
                  </a:extLst>
                </p:cNvPr>
                <p:cNvPicPr/>
                <p:nvPr/>
              </p:nvPicPr>
              <p:blipFill>
                <a:blip r:embed="rId277"/>
                <a:stretch>
                  <a:fillRect/>
                </a:stretch>
              </p:blipFill>
              <p:spPr>
                <a:xfrm>
                  <a:off x="4251287" y="5680944"/>
                  <a:ext cx="139085" cy="95909"/>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72" name="Ink 171">
                  <a:extLst>
                    <a:ext uri="{FF2B5EF4-FFF2-40B4-BE49-F238E27FC236}">
                      <a16:creationId xmlns:a16="http://schemas.microsoft.com/office/drawing/2014/main" id="{7B6F7FFE-8775-0932-ABBD-5D94CE283744}"/>
                    </a:ext>
                  </a:extLst>
                </p14:cNvPr>
                <p14:cNvContentPartPr/>
                <p14:nvPr/>
              </p14:nvContentPartPr>
              <p14:xfrm>
                <a:off x="4456910" y="5661037"/>
                <a:ext cx="120600" cy="160560"/>
              </p14:xfrm>
            </p:contentPart>
          </mc:Choice>
          <mc:Fallback xmlns="">
            <p:pic>
              <p:nvPicPr>
                <p:cNvPr id="172" name="Ink 171">
                  <a:extLst>
                    <a:ext uri="{FF2B5EF4-FFF2-40B4-BE49-F238E27FC236}">
                      <a16:creationId xmlns:a16="http://schemas.microsoft.com/office/drawing/2014/main" id="{7B6F7FFE-8775-0932-ABBD-5D94CE283744}"/>
                    </a:ext>
                  </a:extLst>
                </p:cNvPr>
                <p:cNvPicPr/>
                <p:nvPr/>
              </p:nvPicPr>
              <p:blipFill>
                <a:blip r:embed="rId279"/>
                <a:stretch>
                  <a:fillRect/>
                </a:stretch>
              </p:blipFill>
              <p:spPr>
                <a:xfrm>
                  <a:off x="4438910" y="5643077"/>
                  <a:ext cx="156240" cy="19612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73" name="Ink 172">
                  <a:extLst>
                    <a:ext uri="{FF2B5EF4-FFF2-40B4-BE49-F238E27FC236}">
                      <a16:creationId xmlns:a16="http://schemas.microsoft.com/office/drawing/2014/main" id="{2298FC3D-7C0C-3DC2-D4ED-EEA626391AEE}"/>
                    </a:ext>
                  </a:extLst>
                </p14:cNvPr>
                <p14:cNvContentPartPr/>
                <p14:nvPr/>
              </p14:nvContentPartPr>
              <p14:xfrm>
                <a:off x="4648070" y="5693437"/>
                <a:ext cx="89280" cy="141840"/>
              </p14:xfrm>
            </p:contentPart>
          </mc:Choice>
          <mc:Fallback xmlns="">
            <p:pic>
              <p:nvPicPr>
                <p:cNvPr id="173" name="Ink 172">
                  <a:extLst>
                    <a:ext uri="{FF2B5EF4-FFF2-40B4-BE49-F238E27FC236}">
                      <a16:creationId xmlns:a16="http://schemas.microsoft.com/office/drawing/2014/main" id="{2298FC3D-7C0C-3DC2-D4ED-EEA626391AEE}"/>
                    </a:ext>
                  </a:extLst>
                </p:cNvPr>
                <p:cNvPicPr/>
                <p:nvPr/>
              </p:nvPicPr>
              <p:blipFill>
                <a:blip r:embed="rId281"/>
                <a:stretch>
                  <a:fillRect/>
                </a:stretch>
              </p:blipFill>
              <p:spPr>
                <a:xfrm>
                  <a:off x="4630070" y="5675483"/>
                  <a:ext cx="124920" cy="17739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74" name="Ink 173">
                  <a:extLst>
                    <a:ext uri="{FF2B5EF4-FFF2-40B4-BE49-F238E27FC236}">
                      <a16:creationId xmlns:a16="http://schemas.microsoft.com/office/drawing/2014/main" id="{96F8C7DB-2AE0-76AE-4B54-92406129DB8B}"/>
                    </a:ext>
                  </a:extLst>
                </p14:cNvPr>
                <p14:cNvContentPartPr/>
                <p14:nvPr/>
              </p14:nvContentPartPr>
              <p14:xfrm>
                <a:off x="4808990" y="5614237"/>
                <a:ext cx="85320" cy="190080"/>
              </p14:xfrm>
            </p:contentPart>
          </mc:Choice>
          <mc:Fallback xmlns="">
            <p:pic>
              <p:nvPicPr>
                <p:cNvPr id="174" name="Ink 173">
                  <a:extLst>
                    <a:ext uri="{FF2B5EF4-FFF2-40B4-BE49-F238E27FC236}">
                      <a16:creationId xmlns:a16="http://schemas.microsoft.com/office/drawing/2014/main" id="{96F8C7DB-2AE0-76AE-4B54-92406129DB8B}"/>
                    </a:ext>
                  </a:extLst>
                </p:cNvPr>
                <p:cNvPicPr/>
                <p:nvPr/>
              </p:nvPicPr>
              <p:blipFill>
                <a:blip r:embed="rId283"/>
                <a:stretch>
                  <a:fillRect/>
                </a:stretch>
              </p:blipFill>
              <p:spPr>
                <a:xfrm>
                  <a:off x="4790990" y="5596271"/>
                  <a:ext cx="120960" cy="225653"/>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75" name="Ink 174">
                  <a:extLst>
                    <a:ext uri="{FF2B5EF4-FFF2-40B4-BE49-F238E27FC236}">
                      <a16:creationId xmlns:a16="http://schemas.microsoft.com/office/drawing/2014/main" id="{13A9E36E-A8A5-F71C-DBB3-D5753FDBBF4F}"/>
                    </a:ext>
                  </a:extLst>
                </p14:cNvPr>
                <p14:cNvContentPartPr/>
                <p14:nvPr/>
              </p14:nvContentPartPr>
              <p14:xfrm>
                <a:off x="4840670" y="5724397"/>
                <a:ext cx="105120" cy="80640"/>
              </p14:xfrm>
            </p:contentPart>
          </mc:Choice>
          <mc:Fallback xmlns="">
            <p:pic>
              <p:nvPicPr>
                <p:cNvPr id="175" name="Ink 174">
                  <a:extLst>
                    <a:ext uri="{FF2B5EF4-FFF2-40B4-BE49-F238E27FC236}">
                      <a16:creationId xmlns:a16="http://schemas.microsoft.com/office/drawing/2014/main" id="{13A9E36E-A8A5-F71C-DBB3-D5753FDBBF4F}"/>
                    </a:ext>
                  </a:extLst>
                </p:cNvPr>
                <p:cNvPicPr/>
                <p:nvPr/>
              </p:nvPicPr>
              <p:blipFill>
                <a:blip r:embed="rId285"/>
                <a:stretch>
                  <a:fillRect/>
                </a:stretch>
              </p:blipFill>
              <p:spPr>
                <a:xfrm>
                  <a:off x="4822608" y="5706397"/>
                  <a:ext cx="140882" cy="116280"/>
                </a:xfrm>
                <a:prstGeom prst="rect">
                  <a:avLst/>
                </a:prstGeom>
              </p:spPr>
            </p:pic>
          </mc:Fallback>
        </mc:AlternateContent>
      </p:grpSp>
      <p:grpSp>
        <p:nvGrpSpPr>
          <p:cNvPr id="203" name="Group 202">
            <a:extLst>
              <a:ext uri="{FF2B5EF4-FFF2-40B4-BE49-F238E27FC236}">
                <a16:creationId xmlns:a16="http://schemas.microsoft.com/office/drawing/2014/main" id="{7FCA5CF4-A585-2F61-56C0-E7DB760DA7A1}"/>
              </a:ext>
            </a:extLst>
          </p:cNvPr>
          <p:cNvGrpSpPr/>
          <p:nvPr/>
        </p:nvGrpSpPr>
        <p:grpSpPr>
          <a:xfrm>
            <a:off x="5362310" y="5704957"/>
            <a:ext cx="501120" cy="126000"/>
            <a:chOff x="5362310" y="5704957"/>
            <a:chExt cx="501120" cy="126000"/>
          </a:xfrm>
        </p:grpSpPr>
        <mc:AlternateContent xmlns:mc="http://schemas.openxmlformats.org/markup-compatibility/2006" xmlns:p14="http://schemas.microsoft.com/office/powerpoint/2010/main">
          <mc:Choice Requires="p14">
            <p:contentPart p14:bwMode="auto" r:id="rId286">
              <p14:nvContentPartPr>
                <p14:cNvPr id="176" name="Ink 175">
                  <a:extLst>
                    <a:ext uri="{FF2B5EF4-FFF2-40B4-BE49-F238E27FC236}">
                      <a16:creationId xmlns:a16="http://schemas.microsoft.com/office/drawing/2014/main" id="{C1522686-594E-566E-9D70-6F02D562FFEA}"/>
                    </a:ext>
                  </a:extLst>
                </p14:cNvPr>
                <p14:cNvContentPartPr/>
                <p14:nvPr/>
              </p14:nvContentPartPr>
              <p14:xfrm>
                <a:off x="5362310" y="5710717"/>
                <a:ext cx="62280" cy="120240"/>
              </p14:xfrm>
            </p:contentPart>
          </mc:Choice>
          <mc:Fallback xmlns="">
            <p:pic>
              <p:nvPicPr>
                <p:cNvPr id="176" name="Ink 175">
                  <a:extLst>
                    <a:ext uri="{FF2B5EF4-FFF2-40B4-BE49-F238E27FC236}">
                      <a16:creationId xmlns:a16="http://schemas.microsoft.com/office/drawing/2014/main" id="{C1522686-594E-566E-9D70-6F02D562FFEA}"/>
                    </a:ext>
                  </a:extLst>
                </p:cNvPr>
                <p:cNvPicPr/>
                <p:nvPr/>
              </p:nvPicPr>
              <p:blipFill>
                <a:blip r:embed="rId287"/>
                <a:stretch>
                  <a:fillRect/>
                </a:stretch>
              </p:blipFill>
              <p:spPr>
                <a:xfrm>
                  <a:off x="5344310" y="5692771"/>
                  <a:ext cx="97920" cy="155774"/>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77" name="Ink 176">
                  <a:extLst>
                    <a:ext uri="{FF2B5EF4-FFF2-40B4-BE49-F238E27FC236}">
                      <a16:creationId xmlns:a16="http://schemas.microsoft.com/office/drawing/2014/main" id="{60989B85-7D6E-B9B7-9707-9D62345EA51B}"/>
                    </a:ext>
                  </a:extLst>
                </p14:cNvPr>
                <p14:cNvContentPartPr/>
                <p14:nvPr/>
              </p14:nvContentPartPr>
              <p14:xfrm>
                <a:off x="5487950" y="5718277"/>
                <a:ext cx="219240" cy="107640"/>
              </p14:xfrm>
            </p:contentPart>
          </mc:Choice>
          <mc:Fallback xmlns="">
            <p:pic>
              <p:nvPicPr>
                <p:cNvPr id="177" name="Ink 176">
                  <a:extLst>
                    <a:ext uri="{FF2B5EF4-FFF2-40B4-BE49-F238E27FC236}">
                      <a16:creationId xmlns:a16="http://schemas.microsoft.com/office/drawing/2014/main" id="{60989B85-7D6E-B9B7-9707-9D62345EA51B}"/>
                    </a:ext>
                  </a:extLst>
                </p:cNvPr>
                <p:cNvPicPr/>
                <p:nvPr/>
              </p:nvPicPr>
              <p:blipFill>
                <a:blip r:embed="rId289"/>
                <a:stretch>
                  <a:fillRect/>
                </a:stretch>
              </p:blipFill>
              <p:spPr>
                <a:xfrm>
                  <a:off x="5469980" y="5700337"/>
                  <a:ext cx="254822" cy="143161"/>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8" name="Ink 177">
                  <a:extLst>
                    <a:ext uri="{FF2B5EF4-FFF2-40B4-BE49-F238E27FC236}">
                      <a16:creationId xmlns:a16="http://schemas.microsoft.com/office/drawing/2014/main" id="{676B7669-D2CB-C8C3-1400-E56537D0F293}"/>
                    </a:ext>
                  </a:extLst>
                </p14:cNvPr>
                <p14:cNvContentPartPr/>
                <p14:nvPr/>
              </p14:nvContentPartPr>
              <p14:xfrm>
                <a:off x="5687750" y="5704957"/>
                <a:ext cx="175680" cy="112680"/>
              </p14:xfrm>
            </p:contentPart>
          </mc:Choice>
          <mc:Fallback xmlns="">
            <p:pic>
              <p:nvPicPr>
                <p:cNvPr id="178" name="Ink 177">
                  <a:extLst>
                    <a:ext uri="{FF2B5EF4-FFF2-40B4-BE49-F238E27FC236}">
                      <a16:creationId xmlns:a16="http://schemas.microsoft.com/office/drawing/2014/main" id="{676B7669-D2CB-C8C3-1400-E56537D0F293}"/>
                    </a:ext>
                  </a:extLst>
                </p:cNvPr>
                <p:cNvPicPr/>
                <p:nvPr/>
              </p:nvPicPr>
              <p:blipFill>
                <a:blip r:embed="rId291"/>
                <a:stretch>
                  <a:fillRect/>
                </a:stretch>
              </p:blipFill>
              <p:spPr>
                <a:xfrm>
                  <a:off x="5669750" y="5686957"/>
                  <a:ext cx="211320" cy="148320"/>
                </a:xfrm>
                <a:prstGeom prst="rect">
                  <a:avLst/>
                </a:prstGeom>
              </p:spPr>
            </p:pic>
          </mc:Fallback>
        </mc:AlternateContent>
      </p:grpSp>
      <p:grpSp>
        <p:nvGrpSpPr>
          <p:cNvPr id="201" name="Group 200">
            <a:extLst>
              <a:ext uri="{FF2B5EF4-FFF2-40B4-BE49-F238E27FC236}">
                <a16:creationId xmlns:a16="http://schemas.microsoft.com/office/drawing/2014/main" id="{38816F79-D0DE-CA87-61BE-EB1B5EC01BF5}"/>
              </a:ext>
            </a:extLst>
          </p:cNvPr>
          <p:cNvGrpSpPr/>
          <p:nvPr/>
        </p:nvGrpSpPr>
        <p:grpSpPr>
          <a:xfrm>
            <a:off x="4308950" y="6139477"/>
            <a:ext cx="677880" cy="250920"/>
            <a:chOff x="4308950" y="6139477"/>
            <a:chExt cx="677880" cy="250920"/>
          </a:xfrm>
        </p:grpSpPr>
        <mc:AlternateContent xmlns:mc="http://schemas.openxmlformats.org/markup-compatibility/2006" xmlns:p14="http://schemas.microsoft.com/office/powerpoint/2010/main">
          <mc:Choice Requires="p14">
            <p:contentPart p14:bwMode="auto" r:id="rId292">
              <p14:nvContentPartPr>
                <p14:cNvPr id="182" name="Ink 181">
                  <a:extLst>
                    <a:ext uri="{FF2B5EF4-FFF2-40B4-BE49-F238E27FC236}">
                      <a16:creationId xmlns:a16="http://schemas.microsoft.com/office/drawing/2014/main" id="{AC695852-00FF-3C08-47D5-B549093D7C10}"/>
                    </a:ext>
                  </a:extLst>
                </p14:cNvPr>
                <p14:cNvContentPartPr/>
                <p14:nvPr/>
              </p14:nvContentPartPr>
              <p14:xfrm>
                <a:off x="4317230" y="6139477"/>
                <a:ext cx="30240" cy="250920"/>
              </p14:xfrm>
            </p:contentPart>
          </mc:Choice>
          <mc:Fallback xmlns="">
            <p:pic>
              <p:nvPicPr>
                <p:cNvPr id="182" name="Ink 181">
                  <a:extLst>
                    <a:ext uri="{FF2B5EF4-FFF2-40B4-BE49-F238E27FC236}">
                      <a16:creationId xmlns:a16="http://schemas.microsoft.com/office/drawing/2014/main" id="{AC695852-00FF-3C08-47D5-B549093D7C10}"/>
                    </a:ext>
                  </a:extLst>
                </p:cNvPr>
                <p:cNvPicPr/>
                <p:nvPr/>
              </p:nvPicPr>
              <p:blipFill>
                <a:blip r:embed="rId293"/>
                <a:stretch>
                  <a:fillRect/>
                </a:stretch>
              </p:blipFill>
              <p:spPr>
                <a:xfrm>
                  <a:off x="4299442" y="6121451"/>
                  <a:ext cx="65461" cy="286611"/>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83" name="Ink 182">
                  <a:extLst>
                    <a:ext uri="{FF2B5EF4-FFF2-40B4-BE49-F238E27FC236}">
                      <a16:creationId xmlns:a16="http://schemas.microsoft.com/office/drawing/2014/main" id="{461416B2-B2DF-40F6-ABD5-9ACCD49EECFD}"/>
                    </a:ext>
                  </a:extLst>
                </p14:cNvPr>
                <p14:cNvContentPartPr/>
                <p14:nvPr/>
              </p14:nvContentPartPr>
              <p14:xfrm>
                <a:off x="4308950" y="6261517"/>
                <a:ext cx="60480" cy="20520"/>
              </p14:xfrm>
            </p:contentPart>
          </mc:Choice>
          <mc:Fallback xmlns="">
            <p:pic>
              <p:nvPicPr>
                <p:cNvPr id="183" name="Ink 182">
                  <a:extLst>
                    <a:ext uri="{FF2B5EF4-FFF2-40B4-BE49-F238E27FC236}">
                      <a16:creationId xmlns:a16="http://schemas.microsoft.com/office/drawing/2014/main" id="{461416B2-B2DF-40F6-ABD5-9ACCD49EECFD}"/>
                    </a:ext>
                  </a:extLst>
                </p:cNvPr>
                <p:cNvPicPr/>
                <p:nvPr/>
              </p:nvPicPr>
              <p:blipFill>
                <a:blip r:embed="rId295"/>
                <a:stretch>
                  <a:fillRect/>
                </a:stretch>
              </p:blipFill>
              <p:spPr>
                <a:xfrm>
                  <a:off x="4290950" y="6243517"/>
                  <a:ext cx="9612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84" name="Ink 183">
                  <a:extLst>
                    <a:ext uri="{FF2B5EF4-FFF2-40B4-BE49-F238E27FC236}">
                      <a16:creationId xmlns:a16="http://schemas.microsoft.com/office/drawing/2014/main" id="{7631C417-1EEF-1822-E8B0-E269D67555B3}"/>
                    </a:ext>
                  </a:extLst>
                </p14:cNvPr>
                <p14:cNvContentPartPr/>
                <p14:nvPr/>
              </p14:nvContentPartPr>
              <p14:xfrm>
                <a:off x="4427390" y="6207877"/>
                <a:ext cx="94680" cy="102960"/>
              </p14:xfrm>
            </p:contentPart>
          </mc:Choice>
          <mc:Fallback xmlns="">
            <p:pic>
              <p:nvPicPr>
                <p:cNvPr id="184" name="Ink 183">
                  <a:extLst>
                    <a:ext uri="{FF2B5EF4-FFF2-40B4-BE49-F238E27FC236}">
                      <a16:creationId xmlns:a16="http://schemas.microsoft.com/office/drawing/2014/main" id="{7631C417-1EEF-1822-E8B0-E269D67555B3}"/>
                    </a:ext>
                  </a:extLst>
                </p:cNvPr>
                <p:cNvPicPr/>
                <p:nvPr/>
              </p:nvPicPr>
              <p:blipFill>
                <a:blip r:embed="rId297"/>
                <a:stretch>
                  <a:fillRect/>
                </a:stretch>
              </p:blipFill>
              <p:spPr>
                <a:xfrm>
                  <a:off x="4409458" y="6189877"/>
                  <a:ext cx="130185"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85" name="Ink 184">
                  <a:extLst>
                    <a:ext uri="{FF2B5EF4-FFF2-40B4-BE49-F238E27FC236}">
                      <a16:creationId xmlns:a16="http://schemas.microsoft.com/office/drawing/2014/main" id="{3A975079-E4DF-B456-6552-57B7AA72607E}"/>
                    </a:ext>
                  </a:extLst>
                </p14:cNvPr>
                <p14:cNvContentPartPr/>
                <p14:nvPr/>
              </p14:nvContentPartPr>
              <p14:xfrm>
                <a:off x="4569590" y="6235597"/>
                <a:ext cx="7560" cy="16200"/>
              </p14:xfrm>
            </p:contentPart>
          </mc:Choice>
          <mc:Fallback xmlns="">
            <p:pic>
              <p:nvPicPr>
                <p:cNvPr id="185" name="Ink 184">
                  <a:extLst>
                    <a:ext uri="{FF2B5EF4-FFF2-40B4-BE49-F238E27FC236}">
                      <a16:creationId xmlns:a16="http://schemas.microsoft.com/office/drawing/2014/main" id="{3A975079-E4DF-B456-6552-57B7AA72607E}"/>
                    </a:ext>
                  </a:extLst>
                </p:cNvPr>
                <p:cNvPicPr/>
                <p:nvPr/>
              </p:nvPicPr>
              <p:blipFill>
                <a:blip r:embed="rId299"/>
                <a:stretch>
                  <a:fillRect/>
                </a:stretch>
              </p:blipFill>
              <p:spPr>
                <a:xfrm>
                  <a:off x="4552408" y="6217597"/>
                  <a:ext cx="415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86" name="Ink 185">
                  <a:extLst>
                    <a:ext uri="{FF2B5EF4-FFF2-40B4-BE49-F238E27FC236}">
                      <a16:creationId xmlns:a16="http://schemas.microsoft.com/office/drawing/2014/main" id="{98B88674-EA4F-5981-159C-76668B7200D0}"/>
                    </a:ext>
                  </a:extLst>
                </p14:cNvPr>
                <p14:cNvContentPartPr/>
                <p14:nvPr/>
              </p14:nvContentPartPr>
              <p14:xfrm>
                <a:off x="4502990" y="6193117"/>
                <a:ext cx="185760" cy="145800"/>
              </p14:xfrm>
            </p:contentPart>
          </mc:Choice>
          <mc:Fallback xmlns="">
            <p:pic>
              <p:nvPicPr>
                <p:cNvPr id="186" name="Ink 185">
                  <a:extLst>
                    <a:ext uri="{FF2B5EF4-FFF2-40B4-BE49-F238E27FC236}">
                      <a16:creationId xmlns:a16="http://schemas.microsoft.com/office/drawing/2014/main" id="{98B88674-EA4F-5981-159C-76668B7200D0}"/>
                    </a:ext>
                  </a:extLst>
                </p:cNvPr>
                <p:cNvPicPr/>
                <p:nvPr/>
              </p:nvPicPr>
              <p:blipFill>
                <a:blip r:embed="rId301"/>
                <a:stretch>
                  <a:fillRect/>
                </a:stretch>
              </p:blipFill>
              <p:spPr>
                <a:xfrm>
                  <a:off x="4484990" y="6175161"/>
                  <a:ext cx="221400" cy="181352"/>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87" name="Ink 186">
                  <a:extLst>
                    <a:ext uri="{FF2B5EF4-FFF2-40B4-BE49-F238E27FC236}">
                      <a16:creationId xmlns:a16="http://schemas.microsoft.com/office/drawing/2014/main" id="{AB9F2C70-F75A-E2D0-CF12-8EC2B5E3B9A4}"/>
                    </a:ext>
                  </a:extLst>
                </p14:cNvPr>
                <p14:cNvContentPartPr/>
                <p14:nvPr/>
              </p14:nvContentPartPr>
              <p14:xfrm>
                <a:off x="4701710" y="6210757"/>
                <a:ext cx="53640" cy="87480"/>
              </p14:xfrm>
            </p:contentPart>
          </mc:Choice>
          <mc:Fallback xmlns="">
            <p:pic>
              <p:nvPicPr>
                <p:cNvPr id="187" name="Ink 186">
                  <a:extLst>
                    <a:ext uri="{FF2B5EF4-FFF2-40B4-BE49-F238E27FC236}">
                      <a16:creationId xmlns:a16="http://schemas.microsoft.com/office/drawing/2014/main" id="{AB9F2C70-F75A-E2D0-CF12-8EC2B5E3B9A4}"/>
                    </a:ext>
                  </a:extLst>
                </p:cNvPr>
                <p:cNvPicPr/>
                <p:nvPr/>
              </p:nvPicPr>
              <p:blipFill>
                <a:blip r:embed="rId303"/>
                <a:stretch>
                  <a:fillRect/>
                </a:stretch>
              </p:blipFill>
              <p:spPr>
                <a:xfrm>
                  <a:off x="4683588" y="6192757"/>
                  <a:ext cx="89521"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88" name="Ink 187">
                  <a:extLst>
                    <a:ext uri="{FF2B5EF4-FFF2-40B4-BE49-F238E27FC236}">
                      <a16:creationId xmlns:a16="http://schemas.microsoft.com/office/drawing/2014/main" id="{570D800D-BC69-969B-E47E-5241BBBA7DBC}"/>
                    </a:ext>
                  </a:extLst>
                </p14:cNvPr>
                <p14:cNvContentPartPr/>
                <p14:nvPr/>
              </p14:nvContentPartPr>
              <p14:xfrm>
                <a:off x="4872350" y="6197797"/>
                <a:ext cx="114480" cy="92880"/>
              </p14:xfrm>
            </p:contentPart>
          </mc:Choice>
          <mc:Fallback xmlns="">
            <p:pic>
              <p:nvPicPr>
                <p:cNvPr id="188" name="Ink 187">
                  <a:extLst>
                    <a:ext uri="{FF2B5EF4-FFF2-40B4-BE49-F238E27FC236}">
                      <a16:creationId xmlns:a16="http://schemas.microsoft.com/office/drawing/2014/main" id="{570D800D-BC69-969B-E47E-5241BBBA7DBC}"/>
                    </a:ext>
                  </a:extLst>
                </p:cNvPr>
                <p:cNvPicPr/>
                <p:nvPr/>
              </p:nvPicPr>
              <p:blipFill>
                <a:blip r:embed="rId305"/>
                <a:stretch>
                  <a:fillRect/>
                </a:stretch>
              </p:blipFill>
              <p:spPr>
                <a:xfrm>
                  <a:off x="4854350" y="6179797"/>
                  <a:ext cx="150120" cy="128520"/>
                </a:xfrm>
                <a:prstGeom prst="rect">
                  <a:avLst/>
                </a:prstGeom>
              </p:spPr>
            </p:pic>
          </mc:Fallback>
        </mc:AlternateContent>
      </p:grpSp>
      <p:grpSp>
        <p:nvGrpSpPr>
          <p:cNvPr id="200" name="Group 199">
            <a:extLst>
              <a:ext uri="{FF2B5EF4-FFF2-40B4-BE49-F238E27FC236}">
                <a16:creationId xmlns:a16="http://schemas.microsoft.com/office/drawing/2014/main" id="{5E1B9FA8-80AF-385B-F8CF-54AE151969ED}"/>
              </a:ext>
            </a:extLst>
          </p:cNvPr>
          <p:cNvGrpSpPr/>
          <p:nvPr/>
        </p:nvGrpSpPr>
        <p:grpSpPr>
          <a:xfrm>
            <a:off x="5236310" y="6086197"/>
            <a:ext cx="851400" cy="249120"/>
            <a:chOff x="5236310" y="6086197"/>
            <a:chExt cx="851400" cy="249120"/>
          </a:xfrm>
        </p:grpSpPr>
        <mc:AlternateContent xmlns:mc="http://schemas.openxmlformats.org/markup-compatibility/2006" xmlns:p14="http://schemas.microsoft.com/office/powerpoint/2010/main">
          <mc:Choice Requires="p14">
            <p:contentPart p14:bwMode="auto" r:id="rId306">
              <p14:nvContentPartPr>
                <p14:cNvPr id="189" name="Ink 188">
                  <a:extLst>
                    <a:ext uri="{FF2B5EF4-FFF2-40B4-BE49-F238E27FC236}">
                      <a16:creationId xmlns:a16="http://schemas.microsoft.com/office/drawing/2014/main" id="{B411298C-B466-C3E7-8B65-E8579F0065F4}"/>
                    </a:ext>
                  </a:extLst>
                </p14:cNvPr>
                <p14:cNvContentPartPr/>
                <p14:nvPr/>
              </p14:nvContentPartPr>
              <p14:xfrm>
                <a:off x="5236310" y="6185917"/>
                <a:ext cx="81360" cy="135360"/>
              </p14:xfrm>
            </p:contentPart>
          </mc:Choice>
          <mc:Fallback xmlns="">
            <p:pic>
              <p:nvPicPr>
                <p:cNvPr id="189" name="Ink 188">
                  <a:extLst>
                    <a:ext uri="{FF2B5EF4-FFF2-40B4-BE49-F238E27FC236}">
                      <a16:creationId xmlns:a16="http://schemas.microsoft.com/office/drawing/2014/main" id="{B411298C-B466-C3E7-8B65-E8579F0065F4}"/>
                    </a:ext>
                  </a:extLst>
                </p:cNvPr>
                <p:cNvPicPr/>
                <p:nvPr/>
              </p:nvPicPr>
              <p:blipFill>
                <a:blip r:embed="rId307"/>
                <a:stretch>
                  <a:fillRect/>
                </a:stretch>
              </p:blipFill>
              <p:spPr>
                <a:xfrm>
                  <a:off x="5218310" y="6167917"/>
                  <a:ext cx="1170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90" name="Ink 189">
                  <a:extLst>
                    <a:ext uri="{FF2B5EF4-FFF2-40B4-BE49-F238E27FC236}">
                      <a16:creationId xmlns:a16="http://schemas.microsoft.com/office/drawing/2014/main" id="{B62C4DE4-3B3D-C898-2B58-711E6B6826DB}"/>
                    </a:ext>
                  </a:extLst>
                </p14:cNvPr>
                <p14:cNvContentPartPr/>
                <p14:nvPr/>
              </p14:nvContentPartPr>
              <p14:xfrm>
                <a:off x="5403710" y="6211117"/>
                <a:ext cx="15840" cy="81000"/>
              </p14:xfrm>
            </p:contentPart>
          </mc:Choice>
          <mc:Fallback xmlns="">
            <p:pic>
              <p:nvPicPr>
                <p:cNvPr id="190" name="Ink 189">
                  <a:extLst>
                    <a:ext uri="{FF2B5EF4-FFF2-40B4-BE49-F238E27FC236}">
                      <a16:creationId xmlns:a16="http://schemas.microsoft.com/office/drawing/2014/main" id="{B62C4DE4-3B3D-C898-2B58-711E6B6826DB}"/>
                    </a:ext>
                  </a:extLst>
                </p:cNvPr>
                <p:cNvPicPr/>
                <p:nvPr/>
              </p:nvPicPr>
              <p:blipFill>
                <a:blip r:embed="rId309"/>
                <a:stretch>
                  <a:fillRect/>
                </a:stretch>
              </p:blipFill>
              <p:spPr>
                <a:xfrm>
                  <a:off x="5385710" y="6193117"/>
                  <a:ext cx="5148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91" name="Ink 190">
                  <a:extLst>
                    <a:ext uri="{FF2B5EF4-FFF2-40B4-BE49-F238E27FC236}">
                      <a16:creationId xmlns:a16="http://schemas.microsoft.com/office/drawing/2014/main" id="{58C9A1B6-E886-D4AA-9006-044968286F71}"/>
                    </a:ext>
                  </a:extLst>
                </p14:cNvPr>
                <p14:cNvContentPartPr/>
                <p14:nvPr/>
              </p14:nvContentPartPr>
              <p14:xfrm>
                <a:off x="5420270" y="6183037"/>
                <a:ext cx="95760" cy="68400"/>
              </p14:xfrm>
            </p:contentPart>
          </mc:Choice>
          <mc:Fallback xmlns="">
            <p:pic>
              <p:nvPicPr>
                <p:cNvPr id="191" name="Ink 190">
                  <a:extLst>
                    <a:ext uri="{FF2B5EF4-FFF2-40B4-BE49-F238E27FC236}">
                      <a16:creationId xmlns:a16="http://schemas.microsoft.com/office/drawing/2014/main" id="{58C9A1B6-E886-D4AA-9006-044968286F71}"/>
                    </a:ext>
                  </a:extLst>
                </p:cNvPr>
                <p:cNvPicPr/>
                <p:nvPr/>
              </p:nvPicPr>
              <p:blipFill>
                <a:blip r:embed="rId311"/>
                <a:stretch>
                  <a:fillRect/>
                </a:stretch>
              </p:blipFill>
              <p:spPr>
                <a:xfrm>
                  <a:off x="5402270" y="6165037"/>
                  <a:ext cx="13140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92" name="Ink 191">
                  <a:extLst>
                    <a:ext uri="{FF2B5EF4-FFF2-40B4-BE49-F238E27FC236}">
                      <a16:creationId xmlns:a16="http://schemas.microsoft.com/office/drawing/2014/main" id="{A6D15DF6-29FA-8A4C-0AA3-9FB5FB79ACC3}"/>
                    </a:ext>
                  </a:extLst>
                </p14:cNvPr>
                <p14:cNvContentPartPr/>
                <p14:nvPr/>
              </p14:nvContentPartPr>
              <p14:xfrm>
                <a:off x="5587310" y="6100597"/>
                <a:ext cx="60120" cy="234720"/>
              </p14:xfrm>
            </p:contentPart>
          </mc:Choice>
          <mc:Fallback xmlns="">
            <p:pic>
              <p:nvPicPr>
                <p:cNvPr id="192" name="Ink 191">
                  <a:extLst>
                    <a:ext uri="{FF2B5EF4-FFF2-40B4-BE49-F238E27FC236}">
                      <a16:creationId xmlns:a16="http://schemas.microsoft.com/office/drawing/2014/main" id="{A6D15DF6-29FA-8A4C-0AA3-9FB5FB79ACC3}"/>
                    </a:ext>
                  </a:extLst>
                </p:cNvPr>
                <p:cNvPicPr/>
                <p:nvPr/>
              </p:nvPicPr>
              <p:blipFill>
                <a:blip r:embed="rId313"/>
                <a:stretch>
                  <a:fillRect/>
                </a:stretch>
              </p:blipFill>
              <p:spPr>
                <a:xfrm>
                  <a:off x="5569310" y="6082597"/>
                  <a:ext cx="9576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93" name="Ink 192">
                  <a:extLst>
                    <a:ext uri="{FF2B5EF4-FFF2-40B4-BE49-F238E27FC236}">
                      <a16:creationId xmlns:a16="http://schemas.microsoft.com/office/drawing/2014/main" id="{CDE61EC3-7645-125C-C858-E3CE20A449A4}"/>
                    </a:ext>
                  </a:extLst>
                </p14:cNvPr>
                <p14:cNvContentPartPr/>
                <p14:nvPr/>
              </p14:nvContentPartPr>
              <p14:xfrm>
                <a:off x="5702510" y="6168277"/>
                <a:ext cx="81000" cy="93600"/>
              </p14:xfrm>
            </p:contentPart>
          </mc:Choice>
          <mc:Fallback xmlns="">
            <p:pic>
              <p:nvPicPr>
                <p:cNvPr id="193" name="Ink 192">
                  <a:extLst>
                    <a:ext uri="{FF2B5EF4-FFF2-40B4-BE49-F238E27FC236}">
                      <a16:creationId xmlns:a16="http://schemas.microsoft.com/office/drawing/2014/main" id="{CDE61EC3-7645-125C-C858-E3CE20A449A4}"/>
                    </a:ext>
                  </a:extLst>
                </p:cNvPr>
                <p:cNvPicPr/>
                <p:nvPr/>
              </p:nvPicPr>
              <p:blipFill>
                <a:blip r:embed="rId315"/>
                <a:stretch>
                  <a:fillRect/>
                </a:stretch>
              </p:blipFill>
              <p:spPr>
                <a:xfrm>
                  <a:off x="5684590" y="6150277"/>
                  <a:ext cx="116482"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94" name="Ink 193">
                  <a:extLst>
                    <a:ext uri="{FF2B5EF4-FFF2-40B4-BE49-F238E27FC236}">
                      <a16:creationId xmlns:a16="http://schemas.microsoft.com/office/drawing/2014/main" id="{F2E88106-CC4B-FE14-B0B6-79456898F3D6}"/>
                    </a:ext>
                  </a:extLst>
                </p14:cNvPr>
                <p14:cNvContentPartPr/>
                <p14:nvPr/>
              </p14:nvContentPartPr>
              <p14:xfrm>
                <a:off x="5868470" y="6148117"/>
                <a:ext cx="31680" cy="130320"/>
              </p14:xfrm>
            </p:contentPart>
          </mc:Choice>
          <mc:Fallback xmlns="">
            <p:pic>
              <p:nvPicPr>
                <p:cNvPr id="194" name="Ink 193">
                  <a:extLst>
                    <a:ext uri="{FF2B5EF4-FFF2-40B4-BE49-F238E27FC236}">
                      <a16:creationId xmlns:a16="http://schemas.microsoft.com/office/drawing/2014/main" id="{F2E88106-CC4B-FE14-B0B6-79456898F3D6}"/>
                    </a:ext>
                  </a:extLst>
                </p:cNvPr>
                <p:cNvPicPr/>
                <p:nvPr/>
              </p:nvPicPr>
              <p:blipFill>
                <a:blip r:embed="rId317"/>
                <a:stretch>
                  <a:fillRect/>
                </a:stretch>
              </p:blipFill>
              <p:spPr>
                <a:xfrm>
                  <a:off x="5850470" y="6130117"/>
                  <a:ext cx="6732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95" name="Ink 194">
                  <a:extLst>
                    <a:ext uri="{FF2B5EF4-FFF2-40B4-BE49-F238E27FC236}">
                      <a16:creationId xmlns:a16="http://schemas.microsoft.com/office/drawing/2014/main" id="{4FD45598-7E21-5D61-3A03-B57793DBC5ED}"/>
                    </a:ext>
                  </a:extLst>
                </p14:cNvPr>
                <p14:cNvContentPartPr/>
                <p14:nvPr/>
              </p14:nvContentPartPr>
              <p14:xfrm>
                <a:off x="5852990" y="6105637"/>
                <a:ext cx="46440" cy="28440"/>
              </p14:xfrm>
            </p:contentPart>
          </mc:Choice>
          <mc:Fallback xmlns="">
            <p:pic>
              <p:nvPicPr>
                <p:cNvPr id="195" name="Ink 194">
                  <a:extLst>
                    <a:ext uri="{FF2B5EF4-FFF2-40B4-BE49-F238E27FC236}">
                      <a16:creationId xmlns:a16="http://schemas.microsoft.com/office/drawing/2014/main" id="{4FD45598-7E21-5D61-3A03-B57793DBC5ED}"/>
                    </a:ext>
                  </a:extLst>
                </p:cNvPr>
                <p:cNvPicPr/>
                <p:nvPr/>
              </p:nvPicPr>
              <p:blipFill>
                <a:blip r:embed="rId319"/>
                <a:stretch>
                  <a:fillRect/>
                </a:stretch>
              </p:blipFill>
              <p:spPr>
                <a:xfrm>
                  <a:off x="5834990" y="6087637"/>
                  <a:ext cx="8208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196" name="Ink 195">
                  <a:extLst>
                    <a:ext uri="{FF2B5EF4-FFF2-40B4-BE49-F238E27FC236}">
                      <a16:creationId xmlns:a16="http://schemas.microsoft.com/office/drawing/2014/main" id="{48D48B13-6CC1-594F-79A9-9288A1D4B78E}"/>
                    </a:ext>
                  </a:extLst>
                </p14:cNvPr>
                <p14:cNvContentPartPr/>
                <p14:nvPr/>
              </p14:nvContentPartPr>
              <p14:xfrm>
                <a:off x="5895830" y="6157837"/>
                <a:ext cx="48960" cy="31320"/>
              </p14:xfrm>
            </p:contentPart>
          </mc:Choice>
          <mc:Fallback xmlns="">
            <p:pic>
              <p:nvPicPr>
                <p:cNvPr id="196" name="Ink 195">
                  <a:extLst>
                    <a:ext uri="{FF2B5EF4-FFF2-40B4-BE49-F238E27FC236}">
                      <a16:creationId xmlns:a16="http://schemas.microsoft.com/office/drawing/2014/main" id="{48D48B13-6CC1-594F-79A9-9288A1D4B78E}"/>
                    </a:ext>
                  </a:extLst>
                </p:cNvPr>
                <p:cNvPicPr/>
                <p:nvPr/>
              </p:nvPicPr>
              <p:blipFill>
                <a:blip r:embed="rId321"/>
                <a:stretch>
                  <a:fillRect/>
                </a:stretch>
              </p:blipFill>
              <p:spPr>
                <a:xfrm>
                  <a:off x="5877961" y="6139837"/>
                  <a:ext cx="8434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197" name="Ink 196">
                  <a:extLst>
                    <a:ext uri="{FF2B5EF4-FFF2-40B4-BE49-F238E27FC236}">
                      <a16:creationId xmlns:a16="http://schemas.microsoft.com/office/drawing/2014/main" id="{5DC96FFA-EA0F-9D27-FA18-97E9D620CD08}"/>
                    </a:ext>
                  </a:extLst>
                </p14:cNvPr>
                <p14:cNvContentPartPr/>
                <p14:nvPr/>
              </p14:nvContentPartPr>
              <p14:xfrm>
                <a:off x="6031550" y="6117517"/>
                <a:ext cx="29160" cy="121680"/>
              </p14:xfrm>
            </p:contentPart>
          </mc:Choice>
          <mc:Fallback xmlns="">
            <p:pic>
              <p:nvPicPr>
                <p:cNvPr id="197" name="Ink 196">
                  <a:extLst>
                    <a:ext uri="{FF2B5EF4-FFF2-40B4-BE49-F238E27FC236}">
                      <a16:creationId xmlns:a16="http://schemas.microsoft.com/office/drawing/2014/main" id="{5DC96FFA-EA0F-9D27-FA18-97E9D620CD08}"/>
                    </a:ext>
                  </a:extLst>
                </p:cNvPr>
                <p:cNvPicPr/>
                <p:nvPr/>
              </p:nvPicPr>
              <p:blipFill>
                <a:blip r:embed="rId323"/>
                <a:stretch>
                  <a:fillRect/>
                </a:stretch>
              </p:blipFill>
              <p:spPr>
                <a:xfrm>
                  <a:off x="6013550" y="6099517"/>
                  <a:ext cx="6480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198" name="Ink 197">
                  <a:extLst>
                    <a:ext uri="{FF2B5EF4-FFF2-40B4-BE49-F238E27FC236}">
                      <a16:creationId xmlns:a16="http://schemas.microsoft.com/office/drawing/2014/main" id="{0546CFB8-334F-3D71-6470-B2482BE1D2FF}"/>
                    </a:ext>
                  </a:extLst>
                </p14:cNvPr>
                <p14:cNvContentPartPr/>
                <p14:nvPr/>
              </p14:nvContentPartPr>
              <p14:xfrm>
                <a:off x="6018950" y="6086197"/>
                <a:ext cx="42840" cy="44280"/>
              </p14:xfrm>
            </p:contentPart>
          </mc:Choice>
          <mc:Fallback xmlns="">
            <p:pic>
              <p:nvPicPr>
                <p:cNvPr id="198" name="Ink 197">
                  <a:extLst>
                    <a:ext uri="{FF2B5EF4-FFF2-40B4-BE49-F238E27FC236}">
                      <a16:creationId xmlns:a16="http://schemas.microsoft.com/office/drawing/2014/main" id="{0546CFB8-334F-3D71-6470-B2482BE1D2FF}"/>
                    </a:ext>
                  </a:extLst>
                </p:cNvPr>
                <p:cNvPicPr/>
                <p:nvPr/>
              </p:nvPicPr>
              <p:blipFill>
                <a:blip r:embed="rId325"/>
                <a:stretch>
                  <a:fillRect/>
                </a:stretch>
              </p:blipFill>
              <p:spPr>
                <a:xfrm>
                  <a:off x="6000950" y="6068197"/>
                  <a:ext cx="7848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99" name="Ink 198">
                  <a:extLst>
                    <a:ext uri="{FF2B5EF4-FFF2-40B4-BE49-F238E27FC236}">
                      <a16:creationId xmlns:a16="http://schemas.microsoft.com/office/drawing/2014/main" id="{03F6F272-84F7-57D7-56F1-EB7B1F17F3AF}"/>
                    </a:ext>
                  </a:extLst>
                </p14:cNvPr>
                <p14:cNvContentPartPr/>
                <p14:nvPr/>
              </p14:nvContentPartPr>
              <p14:xfrm>
                <a:off x="6059630" y="6154237"/>
                <a:ext cx="28080" cy="21960"/>
              </p14:xfrm>
            </p:contentPart>
          </mc:Choice>
          <mc:Fallback xmlns="">
            <p:pic>
              <p:nvPicPr>
                <p:cNvPr id="199" name="Ink 198">
                  <a:extLst>
                    <a:ext uri="{FF2B5EF4-FFF2-40B4-BE49-F238E27FC236}">
                      <a16:creationId xmlns:a16="http://schemas.microsoft.com/office/drawing/2014/main" id="{03F6F272-84F7-57D7-56F1-EB7B1F17F3AF}"/>
                    </a:ext>
                  </a:extLst>
                </p:cNvPr>
                <p:cNvPicPr/>
                <p:nvPr/>
              </p:nvPicPr>
              <p:blipFill>
                <a:blip r:embed="rId327"/>
                <a:stretch>
                  <a:fillRect/>
                </a:stretch>
              </p:blipFill>
              <p:spPr>
                <a:xfrm>
                  <a:off x="6041630" y="6136237"/>
                  <a:ext cx="63720" cy="57600"/>
                </a:xfrm>
                <a:prstGeom prst="rect">
                  <a:avLst/>
                </a:prstGeom>
              </p:spPr>
            </p:pic>
          </mc:Fallback>
        </mc:AlternateContent>
      </p:grpSp>
      <p:grpSp>
        <p:nvGrpSpPr>
          <p:cNvPr id="228" name="Group 227">
            <a:extLst>
              <a:ext uri="{FF2B5EF4-FFF2-40B4-BE49-F238E27FC236}">
                <a16:creationId xmlns:a16="http://schemas.microsoft.com/office/drawing/2014/main" id="{411B0EBE-2B2B-139C-EFA7-52ACC7350A90}"/>
              </a:ext>
            </a:extLst>
          </p:cNvPr>
          <p:cNvGrpSpPr/>
          <p:nvPr/>
        </p:nvGrpSpPr>
        <p:grpSpPr>
          <a:xfrm>
            <a:off x="125030" y="5581117"/>
            <a:ext cx="3918960" cy="1132920"/>
            <a:chOff x="125030" y="5581117"/>
            <a:chExt cx="3918960" cy="1132920"/>
          </a:xfrm>
        </p:grpSpPr>
        <mc:AlternateContent xmlns:mc="http://schemas.openxmlformats.org/markup-compatibility/2006" xmlns:p14="http://schemas.microsoft.com/office/powerpoint/2010/main">
          <mc:Choice Requires="p14">
            <p:contentPart p14:bwMode="auto" r:id="rId328">
              <p14:nvContentPartPr>
                <p14:cNvPr id="164" name="Ink 163">
                  <a:extLst>
                    <a:ext uri="{FF2B5EF4-FFF2-40B4-BE49-F238E27FC236}">
                      <a16:creationId xmlns:a16="http://schemas.microsoft.com/office/drawing/2014/main" id="{61DEA842-31E5-F079-1E2F-9D17F799542C}"/>
                    </a:ext>
                  </a:extLst>
                </p14:cNvPr>
                <p14:cNvContentPartPr/>
                <p14:nvPr/>
              </p14:nvContentPartPr>
              <p14:xfrm>
                <a:off x="3269990" y="5707117"/>
                <a:ext cx="20880" cy="239760"/>
              </p14:xfrm>
            </p:contentPart>
          </mc:Choice>
          <mc:Fallback xmlns="">
            <p:pic>
              <p:nvPicPr>
                <p:cNvPr id="164" name="Ink 163">
                  <a:extLst>
                    <a:ext uri="{FF2B5EF4-FFF2-40B4-BE49-F238E27FC236}">
                      <a16:creationId xmlns:a16="http://schemas.microsoft.com/office/drawing/2014/main" id="{61DEA842-31E5-F079-1E2F-9D17F799542C}"/>
                    </a:ext>
                  </a:extLst>
                </p:cNvPr>
                <p:cNvPicPr/>
                <p:nvPr/>
              </p:nvPicPr>
              <p:blipFill>
                <a:blip r:embed="rId329"/>
                <a:stretch>
                  <a:fillRect/>
                </a:stretch>
              </p:blipFill>
              <p:spPr>
                <a:xfrm>
                  <a:off x="3252295" y="5689117"/>
                  <a:ext cx="55916"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165" name="Ink 164">
                  <a:extLst>
                    <a:ext uri="{FF2B5EF4-FFF2-40B4-BE49-F238E27FC236}">
                      <a16:creationId xmlns:a16="http://schemas.microsoft.com/office/drawing/2014/main" id="{BF8E4B95-DA83-8C8F-F97C-498AC7DBBB2A}"/>
                    </a:ext>
                  </a:extLst>
                </p14:cNvPr>
                <p14:cNvContentPartPr/>
                <p14:nvPr/>
              </p14:nvContentPartPr>
              <p14:xfrm>
                <a:off x="3421910" y="5706037"/>
                <a:ext cx="95400" cy="276120"/>
              </p14:xfrm>
            </p:contentPart>
          </mc:Choice>
          <mc:Fallback xmlns="">
            <p:pic>
              <p:nvPicPr>
                <p:cNvPr id="165" name="Ink 164">
                  <a:extLst>
                    <a:ext uri="{FF2B5EF4-FFF2-40B4-BE49-F238E27FC236}">
                      <a16:creationId xmlns:a16="http://schemas.microsoft.com/office/drawing/2014/main" id="{BF8E4B95-DA83-8C8F-F97C-498AC7DBBB2A}"/>
                    </a:ext>
                  </a:extLst>
                </p:cNvPr>
                <p:cNvPicPr/>
                <p:nvPr/>
              </p:nvPicPr>
              <p:blipFill>
                <a:blip r:embed="rId331"/>
                <a:stretch>
                  <a:fillRect/>
                </a:stretch>
              </p:blipFill>
              <p:spPr>
                <a:xfrm>
                  <a:off x="3403910" y="5688037"/>
                  <a:ext cx="13104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166" name="Ink 165">
                  <a:extLst>
                    <a:ext uri="{FF2B5EF4-FFF2-40B4-BE49-F238E27FC236}">
                      <a16:creationId xmlns:a16="http://schemas.microsoft.com/office/drawing/2014/main" id="{DFE2F537-416F-EF37-395D-65D0917DBDAF}"/>
                    </a:ext>
                  </a:extLst>
                </p14:cNvPr>
                <p14:cNvContentPartPr/>
                <p14:nvPr/>
              </p14:nvContentPartPr>
              <p14:xfrm>
                <a:off x="3316070" y="5749957"/>
                <a:ext cx="74520" cy="33480"/>
              </p14:xfrm>
            </p:contentPart>
          </mc:Choice>
          <mc:Fallback xmlns="">
            <p:pic>
              <p:nvPicPr>
                <p:cNvPr id="166" name="Ink 165">
                  <a:extLst>
                    <a:ext uri="{FF2B5EF4-FFF2-40B4-BE49-F238E27FC236}">
                      <a16:creationId xmlns:a16="http://schemas.microsoft.com/office/drawing/2014/main" id="{DFE2F537-416F-EF37-395D-65D0917DBDAF}"/>
                    </a:ext>
                  </a:extLst>
                </p:cNvPr>
                <p:cNvPicPr/>
                <p:nvPr/>
              </p:nvPicPr>
              <p:blipFill>
                <a:blip r:embed="rId333"/>
                <a:stretch>
                  <a:fillRect/>
                </a:stretch>
              </p:blipFill>
              <p:spPr>
                <a:xfrm>
                  <a:off x="3298070" y="5731957"/>
                  <a:ext cx="1101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167" name="Ink 166">
                  <a:extLst>
                    <a:ext uri="{FF2B5EF4-FFF2-40B4-BE49-F238E27FC236}">
                      <a16:creationId xmlns:a16="http://schemas.microsoft.com/office/drawing/2014/main" id="{70BD9E48-B994-EC9D-8512-5131974A3EDA}"/>
                    </a:ext>
                  </a:extLst>
                </p14:cNvPr>
                <p14:cNvContentPartPr/>
                <p14:nvPr/>
              </p14:nvContentPartPr>
              <p14:xfrm>
                <a:off x="3554030" y="5757877"/>
                <a:ext cx="53280" cy="132120"/>
              </p14:xfrm>
            </p:contentPart>
          </mc:Choice>
          <mc:Fallback xmlns="">
            <p:pic>
              <p:nvPicPr>
                <p:cNvPr id="167" name="Ink 166">
                  <a:extLst>
                    <a:ext uri="{FF2B5EF4-FFF2-40B4-BE49-F238E27FC236}">
                      <a16:creationId xmlns:a16="http://schemas.microsoft.com/office/drawing/2014/main" id="{70BD9E48-B994-EC9D-8512-5131974A3EDA}"/>
                    </a:ext>
                  </a:extLst>
                </p:cNvPr>
                <p:cNvPicPr/>
                <p:nvPr/>
              </p:nvPicPr>
              <p:blipFill>
                <a:blip r:embed="rId335"/>
                <a:stretch>
                  <a:fillRect/>
                </a:stretch>
              </p:blipFill>
              <p:spPr>
                <a:xfrm>
                  <a:off x="3536030" y="5739828"/>
                  <a:ext cx="88920" cy="167857"/>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168" name="Ink 167">
                  <a:extLst>
                    <a:ext uri="{FF2B5EF4-FFF2-40B4-BE49-F238E27FC236}">
                      <a16:creationId xmlns:a16="http://schemas.microsoft.com/office/drawing/2014/main" id="{98179140-11A6-661F-1F94-E6702E6310A3}"/>
                    </a:ext>
                  </a:extLst>
                </p14:cNvPr>
                <p14:cNvContentPartPr/>
                <p14:nvPr/>
              </p14:nvContentPartPr>
              <p14:xfrm>
                <a:off x="3692270" y="5752117"/>
                <a:ext cx="112680" cy="105840"/>
              </p14:xfrm>
            </p:contentPart>
          </mc:Choice>
          <mc:Fallback xmlns="">
            <p:pic>
              <p:nvPicPr>
                <p:cNvPr id="168" name="Ink 167">
                  <a:extLst>
                    <a:ext uri="{FF2B5EF4-FFF2-40B4-BE49-F238E27FC236}">
                      <a16:creationId xmlns:a16="http://schemas.microsoft.com/office/drawing/2014/main" id="{98179140-11A6-661F-1F94-E6702E6310A3}"/>
                    </a:ext>
                  </a:extLst>
                </p:cNvPr>
                <p:cNvPicPr/>
                <p:nvPr/>
              </p:nvPicPr>
              <p:blipFill>
                <a:blip r:embed="rId337"/>
                <a:stretch>
                  <a:fillRect/>
                </a:stretch>
              </p:blipFill>
              <p:spPr>
                <a:xfrm>
                  <a:off x="3674270" y="5734117"/>
                  <a:ext cx="1483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169" name="Ink 168">
                  <a:extLst>
                    <a:ext uri="{FF2B5EF4-FFF2-40B4-BE49-F238E27FC236}">
                      <a16:creationId xmlns:a16="http://schemas.microsoft.com/office/drawing/2014/main" id="{DE2050E7-D79E-0A27-7EF7-99B435349FA8}"/>
                    </a:ext>
                  </a:extLst>
                </p14:cNvPr>
                <p14:cNvContentPartPr/>
                <p14:nvPr/>
              </p14:nvContentPartPr>
              <p14:xfrm>
                <a:off x="3793790" y="5721517"/>
                <a:ext cx="126000" cy="115560"/>
              </p14:xfrm>
            </p:contentPart>
          </mc:Choice>
          <mc:Fallback xmlns="">
            <p:pic>
              <p:nvPicPr>
                <p:cNvPr id="169" name="Ink 168">
                  <a:extLst>
                    <a:ext uri="{FF2B5EF4-FFF2-40B4-BE49-F238E27FC236}">
                      <a16:creationId xmlns:a16="http://schemas.microsoft.com/office/drawing/2014/main" id="{DE2050E7-D79E-0A27-7EF7-99B435349FA8}"/>
                    </a:ext>
                  </a:extLst>
                </p:cNvPr>
                <p:cNvPicPr/>
                <p:nvPr/>
              </p:nvPicPr>
              <p:blipFill>
                <a:blip r:embed="rId339"/>
                <a:stretch>
                  <a:fillRect/>
                </a:stretch>
              </p:blipFill>
              <p:spPr>
                <a:xfrm>
                  <a:off x="3775790" y="5703517"/>
                  <a:ext cx="1616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179" name="Ink 178">
                  <a:extLst>
                    <a:ext uri="{FF2B5EF4-FFF2-40B4-BE49-F238E27FC236}">
                      <a16:creationId xmlns:a16="http://schemas.microsoft.com/office/drawing/2014/main" id="{9B8A10DC-EBF3-07C1-220C-E696022B925A}"/>
                    </a:ext>
                  </a:extLst>
                </p14:cNvPr>
                <p14:cNvContentPartPr/>
                <p14:nvPr/>
              </p14:nvContentPartPr>
              <p14:xfrm>
                <a:off x="3549350" y="6278437"/>
                <a:ext cx="123480" cy="230040"/>
              </p14:xfrm>
            </p:contentPart>
          </mc:Choice>
          <mc:Fallback xmlns="">
            <p:pic>
              <p:nvPicPr>
                <p:cNvPr id="179" name="Ink 178">
                  <a:extLst>
                    <a:ext uri="{FF2B5EF4-FFF2-40B4-BE49-F238E27FC236}">
                      <a16:creationId xmlns:a16="http://schemas.microsoft.com/office/drawing/2014/main" id="{9B8A10DC-EBF3-07C1-220C-E696022B925A}"/>
                    </a:ext>
                  </a:extLst>
                </p:cNvPr>
                <p:cNvPicPr/>
                <p:nvPr/>
              </p:nvPicPr>
              <p:blipFill>
                <a:blip r:embed="rId341"/>
                <a:stretch>
                  <a:fillRect/>
                </a:stretch>
              </p:blipFill>
              <p:spPr>
                <a:xfrm>
                  <a:off x="3531402" y="6260437"/>
                  <a:ext cx="159016"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180" name="Ink 179">
                  <a:extLst>
                    <a:ext uri="{FF2B5EF4-FFF2-40B4-BE49-F238E27FC236}">
                      <a16:creationId xmlns:a16="http://schemas.microsoft.com/office/drawing/2014/main" id="{F43238E6-ED3F-AA1D-5513-954D3472AE86}"/>
                    </a:ext>
                  </a:extLst>
                </p14:cNvPr>
                <p14:cNvContentPartPr/>
                <p14:nvPr/>
              </p14:nvContentPartPr>
              <p14:xfrm>
                <a:off x="3777230" y="6278797"/>
                <a:ext cx="73800" cy="128160"/>
              </p14:xfrm>
            </p:contentPart>
          </mc:Choice>
          <mc:Fallback xmlns="">
            <p:pic>
              <p:nvPicPr>
                <p:cNvPr id="180" name="Ink 179">
                  <a:extLst>
                    <a:ext uri="{FF2B5EF4-FFF2-40B4-BE49-F238E27FC236}">
                      <a16:creationId xmlns:a16="http://schemas.microsoft.com/office/drawing/2014/main" id="{F43238E6-ED3F-AA1D-5513-954D3472AE86}"/>
                    </a:ext>
                  </a:extLst>
                </p:cNvPr>
                <p:cNvPicPr/>
                <p:nvPr/>
              </p:nvPicPr>
              <p:blipFill>
                <a:blip r:embed="rId343"/>
                <a:stretch>
                  <a:fillRect/>
                </a:stretch>
              </p:blipFill>
              <p:spPr>
                <a:xfrm>
                  <a:off x="3759142" y="6260746"/>
                  <a:ext cx="109615" cy="16390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181" name="Ink 180">
                  <a:extLst>
                    <a:ext uri="{FF2B5EF4-FFF2-40B4-BE49-F238E27FC236}">
                      <a16:creationId xmlns:a16="http://schemas.microsoft.com/office/drawing/2014/main" id="{3A902C1C-18FB-FCD5-F443-838C713E6C24}"/>
                    </a:ext>
                  </a:extLst>
                </p14:cNvPr>
                <p14:cNvContentPartPr/>
                <p14:nvPr/>
              </p14:nvContentPartPr>
              <p14:xfrm>
                <a:off x="3888110" y="6276277"/>
                <a:ext cx="155880" cy="68040"/>
              </p14:xfrm>
            </p:contentPart>
          </mc:Choice>
          <mc:Fallback xmlns="">
            <p:pic>
              <p:nvPicPr>
                <p:cNvPr id="181" name="Ink 180">
                  <a:extLst>
                    <a:ext uri="{FF2B5EF4-FFF2-40B4-BE49-F238E27FC236}">
                      <a16:creationId xmlns:a16="http://schemas.microsoft.com/office/drawing/2014/main" id="{3A902C1C-18FB-FCD5-F443-838C713E6C24}"/>
                    </a:ext>
                  </a:extLst>
                </p:cNvPr>
                <p:cNvPicPr/>
                <p:nvPr/>
              </p:nvPicPr>
              <p:blipFill>
                <a:blip r:embed="rId345"/>
                <a:stretch>
                  <a:fillRect/>
                </a:stretch>
              </p:blipFill>
              <p:spPr>
                <a:xfrm>
                  <a:off x="3870110" y="6258277"/>
                  <a:ext cx="1915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06" name="Ink 205">
                  <a:extLst>
                    <a:ext uri="{FF2B5EF4-FFF2-40B4-BE49-F238E27FC236}">
                      <a16:creationId xmlns:a16="http://schemas.microsoft.com/office/drawing/2014/main" id="{97C5CC87-841F-1C7D-0E9F-50B125841BEC}"/>
                    </a:ext>
                  </a:extLst>
                </p14:cNvPr>
                <p14:cNvContentPartPr/>
                <p14:nvPr/>
              </p14:nvContentPartPr>
              <p14:xfrm>
                <a:off x="125030" y="5581117"/>
                <a:ext cx="3042720" cy="98640"/>
              </p14:xfrm>
            </p:contentPart>
          </mc:Choice>
          <mc:Fallback xmlns="">
            <p:pic>
              <p:nvPicPr>
                <p:cNvPr id="206" name="Ink 205">
                  <a:extLst>
                    <a:ext uri="{FF2B5EF4-FFF2-40B4-BE49-F238E27FC236}">
                      <a16:creationId xmlns:a16="http://schemas.microsoft.com/office/drawing/2014/main" id="{97C5CC87-841F-1C7D-0E9F-50B125841BEC}"/>
                    </a:ext>
                  </a:extLst>
                </p:cNvPr>
                <p:cNvPicPr/>
                <p:nvPr/>
              </p:nvPicPr>
              <p:blipFill>
                <a:blip r:embed="rId347"/>
                <a:stretch>
                  <a:fillRect/>
                </a:stretch>
              </p:blipFill>
              <p:spPr>
                <a:xfrm>
                  <a:off x="107030" y="5563117"/>
                  <a:ext cx="307836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07" name="Ink 206">
                  <a:extLst>
                    <a:ext uri="{FF2B5EF4-FFF2-40B4-BE49-F238E27FC236}">
                      <a16:creationId xmlns:a16="http://schemas.microsoft.com/office/drawing/2014/main" id="{2F8B2A47-2A7B-1EA8-066D-C14DF03FC549}"/>
                    </a:ext>
                  </a:extLst>
                </p14:cNvPr>
                <p14:cNvContentPartPr/>
                <p14:nvPr/>
              </p14:nvContentPartPr>
              <p14:xfrm>
                <a:off x="3162350" y="5615677"/>
                <a:ext cx="88200" cy="1098360"/>
              </p14:xfrm>
            </p:contentPart>
          </mc:Choice>
          <mc:Fallback xmlns="">
            <p:pic>
              <p:nvPicPr>
                <p:cNvPr id="207" name="Ink 206">
                  <a:extLst>
                    <a:ext uri="{FF2B5EF4-FFF2-40B4-BE49-F238E27FC236}">
                      <a16:creationId xmlns:a16="http://schemas.microsoft.com/office/drawing/2014/main" id="{2F8B2A47-2A7B-1EA8-066D-C14DF03FC549}"/>
                    </a:ext>
                  </a:extLst>
                </p:cNvPr>
                <p:cNvPicPr/>
                <p:nvPr/>
              </p:nvPicPr>
              <p:blipFill>
                <a:blip r:embed="rId349"/>
                <a:stretch>
                  <a:fillRect/>
                </a:stretch>
              </p:blipFill>
              <p:spPr>
                <a:xfrm>
                  <a:off x="3144350" y="5597683"/>
                  <a:ext cx="123840" cy="1133988"/>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08" name="Ink 207">
                  <a:extLst>
                    <a:ext uri="{FF2B5EF4-FFF2-40B4-BE49-F238E27FC236}">
                      <a16:creationId xmlns:a16="http://schemas.microsoft.com/office/drawing/2014/main" id="{F495BFD9-3DDA-B620-E6FB-A334B245D183}"/>
                    </a:ext>
                  </a:extLst>
                </p14:cNvPr>
                <p14:cNvContentPartPr/>
                <p14:nvPr/>
              </p14:nvContentPartPr>
              <p14:xfrm>
                <a:off x="243470" y="5920957"/>
                <a:ext cx="27720" cy="215280"/>
              </p14:xfrm>
            </p:contentPart>
          </mc:Choice>
          <mc:Fallback xmlns="">
            <p:pic>
              <p:nvPicPr>
                <p:cNvPr id="208" name="Ink 207">
                  <a:extLst>
                    <a:ext uri="{FF2B5EF4-FFF2-40B4-BE49-F238E27FC236}">
                      <a16:creationId xmlns:a16="http://schemas.microsoft.com/office/drawing/2014/main" id="{F495BFD9-3DDA-B620-E6FB-A334B245D183}"/>
                    </a:ext>
                  </a:extLst>
                </p:cNvPr>
                <p:cNvPicPr/>
                <p:nvPr/>
              </p:nvPicPr>
              <p:blipFill>
                <a:blip r:embed="rId351"/>
                <a:stretch>
                  <a:fillRect/>
                </a:stretch>
              </p:blipFill>
              <p:spPr>
                <a:xfrm>
                  <a:off x="225470" y="5902957"/>
                  <a:ext cx="6336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09" name="Ink 208">
                  <a:extLst>
                    <a:ext uri="{FF2B5EF4-FFF2-40B4-BE49-F238E27FC236}">
                      <a16:creationId xmlns:a16="http://schemas.microsoft.com/office/drawing/2014/main" id="{2B43C08F-083C-DCFC-CD78-C82CE2DEAAA4}"/>
                    </a:ext>
                  </a:extLst>
                </p14:cNvPr>
                <p14:cNvContentPartPr/>
                <p14:nvPr/>
              </p14:nvContentPartPr>
              <p14:xfrm>
                <a:off x="359030" y="5876317"/>
                <a:ext cx="117000" cy="178920"/>
              </p14:xfrm>
            </p:contentPart>
          </mc:Choice>
          <mc:Fallback xmlns="">
            <p:pic>
              <p:nvPicPr>
                <p:cNvPr id="209" name="Ink 208">
                  <a:extLst>
                    <a:ext uri="{FF2B5EF4-FFF2-40B4-BE49-F238E27FC236}">
                      <a16:creationId xmlns:a16="http://schemas.microsoft.com/office/drawing/2014/main" id="{2B43C08F-083C-DCFC-CD78-C82CE2DEAAA4}"/>
                    </a:ext>
                  </a:extLst>
                </p:cNvPr>
                <p:cNvPicPr/>
                <p:nvPr/>
              </p:nvPicPr>
              <p:blipFill>
                <a:blip r:embed="rId353"/>
                <a:stretch>
                  <a:fillRect/>
                </a:stretch>
              </p:blipFill>
              <p:spPr>
                <a:xfrm>
                  <a:off x="341030" y="5858317"/>
                  <a:ext cx="15264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10" name="Ink 209">
                  <a:extLst>
                    <a:ext uri="{FF2B5EF4-FFF2-40B4-BE49-F238E27FC236}">
                      <a16:creationId xmlns:a16="http://schemas.microsoft.com/office/drawing/2014/main" id="{2634EFC8-A63E-DED8-11E5-E9C79B53540D}"/>
                    </a:ext>
                  </a:extLst>
                </p14:cNvPr>
                <p14:cNvContentPartPr/>
                <p14:nvPr/>
              </p14:nvContentPartPr>
              <p14:xfrm>
                <a:off x="314030" y="5980357"/>
                <a:ext cx="74520" cy="34920"/>
              </p14:xfrm>
            </p:contentPart>
          </mc:Choice>
          <mc:Fallback xmlns="">
            <p:pic>
              <p:nvPicPr>
                <p:cNvPr id="210" name="Ink 209">
                  <a:extLst>
                    <a:ext uri="{FF2B5EF4-FFF2-40B4-BE49-F238E27FC236}">
                      <a16:creationId xmlns:a16="http://schemas.microsoft.com/office/drawing/2014/main" id="{2634EFC8-A63E-DED8-11E5-E9C79B53540D}"/>
                    </a:ext>
                  </a:extLst>
                </p:cNvPr>
                <p:cNvPicPr/>
                <p:nvPr/>
              </p:nvPicPr>
              <p:blipFill>
                <a:blip r:embed="rId355"/>
                <a:stretch>
                  <a:fillRect/>
                </a:stretch>
              </p:blipFill>
              <p:spPr>
                <a:xfrm>
                  <a:off x="296030" y="5962357"/>
                  <a:ext cx="11016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11" name="Ink 210">
                  <a:extLst>
                    <a:ext uri="{FF2B5EF4-FFF2-40B4-BE49-F238E27FC236}">
                      <a16:creationId xmlns:a16="http://schemas.microsoft.com/office/drawing/2014/main" id="{43DA88C3-E3B6-506C-4FC2-3432841ABCE0}"/>
                    </a:ext>
                  </a:extLst>
                </p14:cNvPr>
                <p14:cNvContentPartPr/>
                <p14:nvPr/>
              </p14:nvContentPartPr>
              <p14:xfrm>
                <a:off x="521030" y="5897917"/>
                <a:ext cx="110160" cy="128520"/>
              </p14:xfrm>
            </p:contentPart>
          </mc:Choice>
          <mc:Fallback xmlns="">
            <p:pic>
              <p:nvPicPr>
                <p:cNvPr id="211" name="Ink 210">
                  <a:extLst>
                    <a:ext uri="{FF2B5EF4-FFF2-40B4-BE49-F238E27FC236}">
                      <a16:creationId xmlns:a16="http://schemas.microsoft.com/office/drawing/2014/main" id="{43DA88C3-E3B6-506C-4FC2-3432841ABCE0}"/>
                    </a:ext>
                  </a:extLst>
                </p:cNvPr>
                <p:cNvPicPr/>
                <p:nvPr/>
              </p:nvPicPr>
              <p:blipFill>
                <a:blip r:embed="rId357"/>
                <a:stretch>
                  <a:fillRect/>
                </a:stretch>
              </p:blipFill>
              <p:spPr>
                <a:xfrm>
                  <a:off x="503030" y="5879917"/>
                  <a:ext cx="14580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12" name="Ink 211">
                  <a:extLst>
                    <a:ext uri="{FF2B5EF4-FFF2-40B4-BE49-F238E27FC236}">
                      <a16:creationId xmlns:a16="http://schemas.microsoft.com/office/drawing/2014/main" id="{3FD8C4DB-A31C-1EF4-403B-557F85B43DC5}"/>
                    </a:ext>
                  </a:extLst>
                </p14:cNvPr>
                <p14:cNvContentPartPr/>
                <p14:nvPr/>
              </p14:nvContentPartPr>
              <p14:xfrm>
                <a:off x="671870" y="5900077"/>
                <a:ext cx="61560" cy="84600"/>
              </p14:xfrm>
            </p:contentPart>
          </mc:Choice>
          <mc:Fallback xmlns="">
            <p:pic>
              <p:nvPicPr>
                <p:cNvPr id="212" name="Ink 211">
                  <a:extLst>
                    <a:ext uri="{FF2B5EF4-FFF2-40B4-BE49-F238E27FC236}">
                      <a16:creationId xmlns:a16="http://schemas.microsoft.com/office/drawing/2014/main" id="{3FD8C4DB-A31C-1EF4-403B-557F85B43DC5}"/>
                    </a:ext>
                  </a:extLst>
                </p:cNvPr>
                <p:cNvPicPr/>
                <p:nvPr/>
              </p:nvPicPr>
              <p:blipFill>
                <a:blip r:embed="rId359"/>
                <a:stretch>
                  <a:fillRect/>
                </a:stretch>
              </p:blipFill>
              <p:spPr>
                <a:xfrm>
                  <a:off x="653870" y="5882153"/>
                  <a:ext cx="97200" cy="120089"/>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13" name="Ink 212">
                  <a:extLst>
                    <a:ext uri="{FF2B5EF4-FFF2-40B4-BE49-F238E27FC236}">
                      <a16:creationId xmlns:a16="http://schemas.microsoft.com/office/drawing/2014/main" id="{BED6DA1E-1AA8-4D8A-FFFD-290115DBB55C}"/>
                    </a:ext>
                  </a:extLst>
                </p14:cNvPr>
                <p14:cNvContentPartPr/>
                <p14:nvPr/>
              </p14:nvContentPartPr>
              <p14:xfrm>
                <a:off x="833510" y="5771557"/>
                <a:ext cx="100800" cy="259920"/>
              </p14:xfrm>
            </p:contentPart>
          </mc:Choice>
          <mc:Fallback xmlns="">
            <p:pic>
              <p:nvPicPr>
                <p:cNvPr id="213" name="Ink 212">
                  <a:extLst>
                    <a:ext uri="{FF2B5EF4-FFF2-40B4-BE49-F238E27FC236}">
                      <a16:creationId xmlns:a16="http://schemas.microsoft.com/office/drawing/2014/main" id="{BED6DA1E-1AA8-4D8A-FFFD-290115DBB55C}"/>
                    </a:ext>
                  </a:extLst>
                </p:cNvPr>
                <p:cNvPicPr/>
                <p:nvPr/>
              </p:nvPicPr>
              <p:blipFill>
                <a:blip r:embed="rId361"/>
                <a:stretch>
                  <a:fillRect/>
                </a:stretch>
              </p:blipFill>
              <p:spPr>
                <a:xfrm>
                  <a:off x="815510" y="5753532"/>
                  <a:ext cx="136440" cy="295609"/>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14" name="Ink 213">
                  <a:extLst>
                    <a:ext uri="{FF2B5EF4-FFF2-40B4-BE49-F238E27FC236}">
                      <a16:creationId xmlns:a16="http://schemas.microsoft.com/office/drawing/2014/main" id="{6D42A3A0-C01C-6493-DD4B-1798F24F5461}"/>
                    </a:ext>
                  </a:extLst>
                </p14:cNvPr>
                <p14:cNvContentPartPr/>
                <p14:nvPr/>
              </p14:nvContentPartPr>
              <p14:xfrm>
                <a:off x="1021790" y="5940757"/>
                <a:ext cx="158040" cy="86040"/>
              </p14:xfrm>
            </p:contentPart>
          </mc:Choice>
          <mc:Fallback xmlns="">
            <p:pic>
              <p:nvPicPr>
                <p:cNvPr id="214" name="Ink 213">
                  <a:extLst>
                    <a:ext uri="{FF2B5EF4-FFF2-40B4-BE49-F238E27FC236}">
                      <a16:creationId xmlns:a16="http://schemas.microsoft.com/office/drawing/2014/main" id="{6D42A3A0-C01C-6493-DD4B-1798F24F5461}"/>
                    </a:ext>
                  </a:extLst>
                </p:cNvPr>
                <p:cNvPicPr/>
                <p:nvPr/>
              </p:nvPicPr>
              <p:blipFill>
                <a:blip r:embed="rId363"/>
                <a:stretch>
                  <a:fillRect/>
                </a:stretch>
              </p:blipFill>
              <p:spPr>
                <a:xfrm>
                  <a:off x="1003790" y="5922681"/>
                  <a:ext cx="193680" cy="12183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15" name="Ink 214">
                  <a:extLst>
                    <a:ext uri="{FF2B5EF4-FFF2-40B4-BE49-F238E27FC236}">
                      <a16:creationId xmlns:a16="http://schemas.microsoft.com/office/drawing/2014/main" id="{C28356B3-B7D8-77F5-FC7B-2719F7458228}"/>
                    </a:ext>
                  </a:extLst>
                </p14:cNvPr>
                <p14:cNvContentPartPr/>
                <p14:nvPr/>
              </p14:nvContentPartPr>
              <p14:xfrm>
                <a:off x="1238870" y="5898277"/>
                <a:ext cx="117720" cy="93600"/>
              </p14:xfrm>
            </p:contentPart>
          </mc:Choice>
          <mc:Fallback xmlns="">
            <p:pic>
              <p:nvPicPr>
                <p:cNvPr id="215" name="Ink 214">
                  <a:extLst>
                    <a:ext uri="{FF2B5EF4-FFF2-40B4-BE49-F238E27FC236}">
                      <a16:creationId xmlns:a16="http://schemas.microsoft.com/office/drawing/2014/main" id="{C28356B3-B7D8-77F5-FC7B-2719F7458228}"/>
                    </a:ext>
                  </a:extLst>
                </p:cNvPr>
                <p:cNvPicPr/>
                <p:nvPr/>
              </p:nvPicPr>
              <p:blipFill>
                <a:blip r:embed="rId365"/>
                <a:stretch>
                  <a:fillRect/>
                </a:stretch>
              </p:blipFill>
              <p:spPr>
                <a:xfrm>
                  <a:off x="1220925" y="5880277"/>
                  <a:ext cx="153251"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16" name="Ink 215">
                  <a:extLst>
                    <a:ext uri="{FF2B5EF4-FFF2-40B4-BE49-F238E27FC236}">
                      <a16:creationId xmlns:a16="http://schemas.microsoft.com/office/drawing/2014/main" id="{BBA17B47-A977-41FF-E7D3-6E08A2FF7495}"/>
                    </a:ext>
                  </a:extLst>
                </p14:cNvPr>
                <p14:cNvContentPartPr/>
                <p14:nvPr/>
              </p14:nvContentPartPr>
              <p14:xfrm>
                <a:off x="1390070" y="5874877"/>
                <a:ext cx="71280" cy="84960"/>
              </p14:xfrm>
            </p:contentPart>
          </mc:Choice>
          <mc:Fallback xmlns="">
            <p:pic>
              <p:nvPicPr>
                <p:cNvPr id="216" name="Ink 215">
                  <a:extLst>
                    <a:ext uri="{FF2B5EF4-FFF2-40B4-BE49-F238E27FC236}">
                      <a16:creationId xmlns:a16="http://schemas.microsoft.com/office/drawing/2014/main" id="{BBA17B47-A977-41FF-E7D3-6E08A2FF7495}"/>
                    </a:ext>
                  </a:extLst>
                </p:cNvPr>
                <p:cNvPicPr/>
                <p:nvPr/>
              </p:nvPicPr>
              <p:blipFill>
                <a:blip r:embed="rId367"/>
                <a:stretch>
                  <a:fillRect/>
                </a:stretch>
              </p:blipFill>
              <p:spPr>
                <a:xfrm>
                  <a:off x="1372070" y="5856877"/>
                  <a:ext cx="1069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17" name="Ink 216">
                  <a:extLst>
                    <a:ext uri="{FF2B5EF4-FFF2-40B4-BE49-F238E27FC236}">
                      <a16:creationId xmlns:a16="http://schemas.microsoft.com/office/drawing/2014/main" id="{256B8C81-8C76-9262-BDD0-D05B9EF27CB6}"/>
                    </a:ext>
                  </a:extLst>
                </p14:cNvPr>
                <p14:cNvContentPartPr/>
                <p14:nvPr/>
              </p14:nvContentPartPr>
              <p14:xfrm>
                <a:off x="1549910" y="5897197"/>
                <a:ext cx="82440" cy="69120"/>
              </p14:xfrm>
            </p:contentPart>
          </mc:Choice>
          <mc:Fallback xmlns="">
            <p:pic>
              <p:nvPicPr>
                <p:cNvPr id="217" name="Ink 216">
                  <a:extLst>
                    <a:ext uri="{FF2B5EF4-FFF2-40B4-BE49-F238E27FC236}">
                      <a16:creationId xmlns:a16="http://schemas.microsoft.com/office/drawing/2014/main" id="{256B8C81-8C76-9262-BDD0-D05B9EF27CB6}"/>
                    </a:ext>
                  </a:extLst>
                </p:cNvPr>
                <p:cNvPicPr/>
                <p:nvPr/>
              </p:nvPicPr>
              <p:blipFill>
                <a:blip r:embed="rId369"/>
                <a:stretch>
                  <a:fillRect/>
                </a:stretch>
              </p:blipFill>
              <p:spPr>
                <a:xfrm>
                  <a:off x="1531910" y="5879197"/>
                  <a:ext cx="1180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18" name="Ink 217">
                  <a:extLst>
                    <a:ext uri="{FF2B5EF4-FFF2-40B4-BE49-F238E27FC236}">
                      <a16:creationId xmlns:a16="http://schemas.microsoft.com/office/drawing/2014/main" id="{EBF966F0-6A95-B991-881F-1F38FFC262A0}"/>
                    </a:ext>
                  </a:extLst>
                </p14:cNvPr>
                <p14:cNvContentPartPr/>
                <p14:nvPr/>
              </p14:nvContentPartPr>
              <p14:xfrm>
                <a:off x="1960670" y="5762557"/>
                <a:ext cx="102600" cy="253080"/>
              </p14:xfrm>
            </p:contentPart>
          </mc:Choice>
          <mc:Fallback xmlns="">
            <p:pic>
              <p:nvPicPr>
                <p:cNvPr id="218" name="Ink 217">
                  <a:extLst>
                    <a:ext uri="{FF2B5EF4-FFF2-40B4-BE49-F238E27FC236}">
                      <a16:creationId xmlns:a16="http://schemas.microsoft.com/office/drawing/2014/main" id="{EBF966F0-6A95-B991-881F-1F38FFC262A0}"/>
                    </a:ext>
                  </a:extLst>
                </p:cNvPr>
                <p:cNvPicPr/>
                <p:nvPr/>
              </p:nvPicPr>
              <p:blipFill>
                <a:blip r:embed="rId371"/>
                <a:stretch>
                  <a:fillRect/>
                </a:stretch>
              </p:blipFill>
              <p:spPr>
                <a:xfrm>
                  <a:off x="1942670" y="5744557"/>
                  <a:ext cx="13824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19" name="Ink 218">
                  <a:extLst>
                    <a:ext uri="{FF2B5EF4-FFF2-40B4-BE49-F238E27FC236}">
                      <a16:creationId xmlns:a16="http://schemas.microsoft.com/office/drawing/2014/main" id="{26B2EF97-6D1A-6280-947F-AC9F21929695}"/>
                    </a:ext>
                  </a:extLst>
                </p14:cNvPr>
                <p14:cNvContentPartPr/>
                <p14:nvPr/>
              </p14:nvContentPartPr>
              <p14:xfrm>
                <a:off x="2141750" y="5818717"/>
                <a:ext cx="120600" cy="147240"/>
              </p14:xfrm>
            </p:contentPart>
          </mc:Choice>
          <mc:Fallback xmlns="">
            <p:pic>
              <p:nvPicPr>
                <p:cNvPr id="219" name="Ink 218">
                  <a:extLst>
                    <a:ext uri="{FF2B5EF4-FFF2-40B4-BE49-F238E27FC236}">
                      <a16:creationId xmlns:a16="http://schemas.microsoft.com/office/drawing/2014/main" id="{26B2EF97-6D1A-6280-947F-AC9F21929695}"/>
                    </a:ext>
                  </a:extLst>
                </p:cNvPr>
                <p:cNvPicPr/>
                <p:nvPr/>
              </p:nvPicPr>
              <p:blipFill>
                <a:blip r:embed="rId373"/>
                <a:stretch>
                  <a:fillRect/>
                </a:stretch>
              </p:blipFill>
              <p:spPr>
                <a:xfrm>
                  <a:off x="2123750" y="5800717"/>
                  <a:ext cx="15624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20" name="Ink 219">
                  <a:extLst>
                    <a:ext uri="{FF2B5EF4-FFF2-40B4-BE49-F238E27FC236}">
                      <a16:creationId xmlns:a16="http://schemas.microsoft.com/office/drawing/2014/main" id="{C7149D30-65D4-6E3E-7DDB-F638AD6B58EA}"/>
                    </a:ext>
                  </a:extLst>
                </p14:cNvPr>
                <p14:cNvContentPartPr/>
                <p14:nvPr/>
              </p14:nvContentPartPr>
              <p14:xfrm>
                <a:off x="2244710" y="5832037"/>
                <a:ext cx="24120" cy="184680"/>
              </p14:xfrm>
            </p:contentPart>
          </mc:Choice>
          <mc:Fallback xmlns="">
            <p:pic>
              <p:nvPicPr>
                <p:cNvPr id="220" name="Ink 219">
                  <a:extLst>
                    <a:ext uri="{FF2B5EF4-FFF2-40B4-BE49-F238E27FC236}">
                      <a16:creationId xmlns:a16="http://schemas.microsoft.com/office/drawing/2014/main" id="{C7149D30-65D4-6E3E-7DDB-F638AD6B58EA}"/>
                    </a:ext>
                  </a:extLst>
                </p:cNvPr>
                <p:cNvPicPr/>
                <p:nvPr/>
              </p:nvPicPr>
              <p:blipFill>
                <a:blip r:embed="rId375"/>
                <a:stretch>
                  <a:fillRect/>
                </a:stretch>
              </p:blipFill>
              <p:spPr>
                <a:xfrm>
                  <a:off x="2226710" y="5814037"/>
                  <a:ext cx="5976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21" name="Ink 220">
                  <a:extLst>
                    <a:ext uri="{FF2B5EF4-FFF2-40B4-BE49-F238E27FC236}">
                      <a16:creationId xmlns:a16="http://schemas.microsoft.com/office/drawing/2014/main" id="{CF68CB61-E4D8-858F-3075-D6619A30EF84}"/>
                    </a:ext>
                  </a:extLst>
                </p14:cNvPr>
                <p14:cNvContentPartPr/>
                <p14:nvPr/>
              </p14:nvContentPartPr>
              <p14:xfrm>
                <a:off x="2385470" y="5820517"/>
                <a:ext cx="27720" cy="146880"/>
              </p14:xfrm>
            </p:contentPart>
          </mc:Choice>
          <mc:Fallback xmlns="">
            <p:pic>
              <p:nvPicPr>
                <p:cNvPr id="221" name="Ink 220">
                  <a:extLst>
                    <a:ext uri="{FF2B5EF4-FFF2-40B4-BE49-F238E27FC236}">
                      <a16:creationId xmlns:a16="http://schemas.microsoft.com/office/drawing/2014/main" id="{CF68CB61-E4D8-858F-3075-D6619A30EF84}"/>
                    </a:ext>
                  </a:extLst>
                </p:cNvPr>
                <p:cNvPicPr/>
                <p:nvPr/>
              </p:nvPicPr>
              <p:blipFill>
                <a:blip r:embed="rId377"/>
                <a:stretch>
                  <a:fillRect/>
                </a:stretch>
              </p:blipFill>
              <p:spPr>
                <a:xfrm>
                  <a:off x="2367470" y="5802517"/>
                  <a:ext cx="633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222" name="Ink 221">
                  <a:extLst>
                    <a:ext uri="{FF2B5EF4-FFF2-40B4-BE49-F238E27FC236}">
                      <a16:creationId xmlns:a16="http://schemas.microsoft.com/office/drawing/2014/main" id="{6D7AC412-2A0B-781B-DAD6-3FF236EB2B2F}"/>
                    </a:ext>
                  </a:extLst>
                </p14:cNvPr>
                <p14:cNvContentPartPr/>
                <p14:nvPr/>
              </p14:nvContentPartPr>
              <p14:xfrm>
                <a:off x="2417510" y="5808277"/>
                <a:ext cx="157320" cy="127440"/>
              </p14:xfrm>
            </p:contentPart>
          </mc:Choice>
          <mc:Fallback xmlns="">
            <p:pic>
              <p:nvPicPr>
                <p:cNvPr id="222" name="Ink 221">
                  <a:extLst>
                    <a:ext uri="{FF2B5EF4-FFF2-40B4-BE49-F238E27FC236}">
                      <a16:creationId xmlns:a16="http://schemas.microsoft.com/office/drawing/2014/main" id="{6D7AC412-2A0B-781B-DAD6-3FF236EB2B2F}"/>
                    </a:ext>
                  </a:extLst>
                </p:cNvPr>
                <p:cNvPicPr/>
                <p:nvPr/>
              </p:nvPicPr>
              <p:blipFill>
                <a:blip r:embed="rId379"/>
                <a:stretch>
                  <a:fillRect/>
                </a:stretch>
              </p:blipFill>
              <p:spPr>
                <a:xfrm>
                  <a:off x="2399510" y="5790226"/>
                  <a:ext cx="192960" cy="163181"/>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23" name="Ink 222">
                  <a:extLst>
                    <a:ext uri="{FF2B5EF4-FFF2-40B4-BE49-F238E27FC236}">
                      <a16:creationId xmlns:a16="http://schemas.microsoft.com/office/drawing/2014/main" id="{9EA267B8-79BF-50A3-F65C-C7DB4999B071}"/>
                    </a:ext>
                  </a:extLst>
                </p14:cNvPr>
                <p14:cNvContentPartPr/>
                <p14:nvPr/>
              </p14:nvContentPartPr>
              <p14:xfrm>
                <a:off x="2637830" y="5792437"/>
                <a:ext cx="60480" cy="218880"/>
              </p14:xfrm>
            </p:contentPart>
          </mc:Choice>
          <mc:Fallback xmlns="">
            <p:pic>
              <p:nvPicPr>
                <p:cNvPr id="223" name="Ink 222">
                  <a:extLst>
                    <a:ext uri="{FF2B5EF4-FFF2-40B4-BE49-F238E27FC236}">
                      <a16:creationId xmlns:a16="http://schemas.microsoft.com/office/drawing/2014/main" id="{9EA267B8-79BF-50A3-F65C-C7DB4999B071}"/>
                    </a:ext>
                  </a:extLst>
                </p:cNvPr>
                <p:cNvPicPr/>
                <p:nvPr/>
              </p:nvPicPr>
              <p:blipFill>
                <a:blip r:embed="rId381"/>
                <a:stretch>
                  <a:fillRect/>
                </a:stretch>
              </p:blipFill>
              <p:spPr>
                <a:xfrm>
                  <a:off x="2619830" y="5774437"/>
                  <a:ext cx="9612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24" name="Ink 223">
                  <a:extLst>
                    <a:ext uri="{FF2B5EF4-FFF2-40B4-BE49-F238E27FC236}">
                      <a16:creationId xmlns:a16="http://schemas.microsoft.com/office/drawing/2014/main" id="{C70760A2-AC97-C600-D211-E8C228CD65DB}"/>
                    </a:ext>
                  </a:extLst>
                </p14:cNvPr>
                <p14:cNvContentPartPr/>
                <p14:nvPr/>
              </p14:nvContentPartPr>
              <p14:xfrm>
                <a:off x="2782190" y="5748877"/>
                <a:ext cx="43560" cy="217440"/>
              </p14:xfrm>
            </p:contentPart>
          </mc:Choice>
          <mc:Fallback xmlns="">
            <p:pic>
              <p:nvPicPr>
                <p:cNvPr id="224" name="Ink 223">
                  <a:extLst>
                    <a:ext uri="{FF2B5EF4-FFF2-40B4-BE49-F238E27FC236}">
                      <a16:creationId xmlns:a16="http://schemas.microsoft.com/office/drawing/2014/main" id="{C70760A2-AC97-C600-D211-E8C228CD65DB}"/>
                    </a:ext>
                  </a:extLst>
                </p:cNvPr>
                <p:cNvPicPr/>
                <p:nvPr/>
              </p:nvPicPr>
              <p:blipFill>
                <a:blip r:embed="rId383"/>
                <a:stretch>
                  <a:fillRect/>
                </a:stretch>
              </p:blipFill>
              <p:spPr>
                <a:xfrm>
                  <a:off x="2764190" y="5730847"/>
                  <a:ext cx="79200" cy="253139"/>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25" name="Ink 224">
                  <a:extLst>
                    <a:ext uri="{FF2B5EF4-FFF2-40B4-BE49-F238E27FC236}">
                      <a16:creationId xmlns:a16="http://schemas.microsoft.com/office/drawing/2014/main" id="{31359E4A-8742-1DE1-D12E-450108A87627}"/>
                    </a:ext>
                  </a:extLst>
                </p14:cNvPr>
                <p14:cNvContentPartPr/>
                <p14:nvPr/>
              </p14:nvContentPartPr>
              <p14:xfrm>
                <a:off x="2704790" y="5868397"/>
                <a:ext cx="132120" cy="60480"/>
              </p14:xfrm>
            </p:contentPart>
          </mc:Choice>
          <mc:Fallback xmlns="">
            <p:pic>
              <p:nvPicPr>
                <p:cNvPr id="225" name="Ink 224">
                  <a:extLst>
                    <a:ext uri="{FF2B5EF4-FFF2-40B4-BE49-F238E27FC236}">
                      <a16:creationId xmlns:a16="http://schemas.microsoft.com/office/drawing/2014/main" id="{31359E4A-8742-1DE1-D12E-450108A87627}"/>
                    </a:ext>
                  </a:extLst>
                </p:cNvPr>
                <p:cNvPicPr/>
                <p:nvPr/>
              </p:nvPicPr>
              <p:blipFill>
                <a:blip r:embed="rId385"/>
                <a:stretch>
                  <a:fillRect/>
                </a:stretch>
              </p:blipFill>
              <p:spPr>
                <a:xfrm>
                  <a:off x="2686790" y="5850397"/>
                  <a:ext cx="16776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26" name="Ink 225">
                  <a:extLst>
                    <a:ext uri="{FF2B5EF4-FFF2-40B4-BE49-F238E27FC236}">
                      <a16:creationId xmlns:a16="http://schemas.microsoft.com/office/drawing/2014/main" id="{7BEF4827-C810-B2DA-75E6-1F376ABB0F51}"/>
                    </a:ext>
                  </a:extLst>
                </p14:cNvPr>
                <p14:cNvContentPartPr/>
                <p14:nvPr/>
              </p14:nvContentPartPr>
              <p14:xfrm>
                <a:off x="2864270" y="5868397"/>
                <a:ext cx="123120" cy="102600"/>
              </p14:xfrm>
            </p:contentPart>
          </mc:Choice>
          <mc:Fallback xmlns="">
            <p:pic>
              <p:nvPicPr>
                <p:cNvPr id="226" name="Ink 225">
                  <a:extLst>
                    <a:ext uri="{FF2B5EF4-FFF2-40B4-BE49-F238E27FC236}">
                      <a16:creationId xmlns:a16="http://schemas.microsoft.com/office/drawing/2014/main" id="{7BEF4827-C810-B2DA-75E6-1F376ABB0F51}"/>
                    </a:ext>
                  </a:extLst>
                </p:cNvPr>
                <p:cNvPicPr/>
                <p:nvPr/>
              </p:nvPicPr>
              <p:blipFill>
                <a:blip r:embed="rId387"/>
                <a:stretch>
                  <a:fillRect/>
                </a:stretch>
              </p:blipFill>
              <p:spPr>
                <a:xfrm>
                  <a:off x="2846270" y="5850397"/>
                  <a:ext cx="15876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27" name="Ink 226">
                  <a:extLst>
                    <a:ext uri="{FF2B5EF4-FFF2-40B4-BE49-F238E27FC236}">
                      <a16:creationId xmlns:a16="http://schemas.microsoft.com/office/drawing/2014/main" id="{069688C6-CD7D-7241-DA6D-393AFE5C1FAD}"/>
                    </a:ext>
                  </a:extLst>
                </p14:cNvPr>
                <p14:cNvContentPartPr/>
                <p14:nvPr/>
              </p14:nvContentPartPr>
              <p14:xfrm>
                <a:off x="2883350" y="5873797"/>
                <a:ext cx="102600" cy="57240"/>
              </p14:xfrm>
            </p:contentPart>
          </mc:Choice>
          <mc:Fallback xmlns="">
            <p:pic>
              <p:nvPicPr>
                <p:cNvPr id="227" name="Ink 226">
                  <a:extLst>
                    <a:ext uri="{FF2B5EF4-FFF2-40B4-BE49-F238E27FC236}">
                      <a16:creationId xmlns:a16="http://schemas.microsoft.com/office/drawing/2014/main" id="{069688C6-CD7D-7241-DA6D-393AFE5C1FAD}"/>
                    </a:ext>
                  </a:extLst>
                </p:cNvPr>
                <p:cNvPicPr/>
                <p:nvPr/>
              </p:nvPicPr>
              <p:blipFill>
                <a:blip r:embed="rId389"/>
                <a:stretch>
                  <a:fillRect/>
                </a:stretch>
              </p:blipFill>
              <p:spPr>
                <a:xfrm>
                  <a:off x="2865287" y="5855797"/>
                  <a:ext cx="138365" cy="92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0">
            <p14:nvContentPartPr>
              <p14:cNvPr id="229" name="Ink 228">
                <a:extLst>
                  <a:ext uri="{FF2B5EF4-FFF2-40B4-BE49-F238E27FC236}">
                    <a16:creationId xmlns:a16="http://schemas.microsoft.com/office/drawing/2014/main" id="{8B6FCF24-7C24-3377-7D49-15E05B733DCD}"/>
                  </a:ext>
                </a:extLst>
              </p14:cNvPr>
              <p14:cNvContentPartPr/>
              <p14:nvPr/>
            </p14:nvContentPartPr>
            <p14:xfrm>
              <a:off x="6395150" y="2058517"/>
              <a:ext cx="52560" cy="264600"/>
            </p14:xfrm>
          </p:contentPart>
        </mc:Choice>
        <mc:Fallback xmlns="">
          <p:pic>
            <p:nvPicPr>
              <p:cNvPr id="229" name="Ink 228">
                <a:extLst>
                  <a:ext uri="{FF2B5EF4-FFF2-40B4-BE49-F238E27FC236}">
                    <a16:creationId xmlns:a16="http://schemas.microsoft.com/office/drawing/2014/main" id="{8B6FCF24-7C24-3377-7D49-15E05B733DCD}"/>
                  </a:ext>
                </a:extLst>
              </p:cNvPr>
              <p:cNvPicPr/>
              <p:nvPr/>
            </p:nvPicPr>
            <p:blipFill>
              <a:blip r:embed="rId391"/>
              <a:stretch>
                <a:fillRect/>
              </a:stretch>
            </p:blipFill>
            <p:spPr>
              <a:xfrm>
                <a:off x="6377150" y="2040492"/>
                <a:ext cx="88200" cy="300289"/>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30" name="Ink 229">
                <a:extLst>
                  <a:ext uri="{FF2B5EF4-FFF2-40B4-BE49-F238E27FC236}">
                    <a16:creationId xmlns:a16="http://schemas.microsoft.com/office/drawing/2014/main" id="{A4D6E078-7B10-7E82-9E2D-AD481B03ED8A}"/>
                  </a:ext>
                </a:extLst>
              </p14:cNvPr>
              <p14:cNvContentPartPr/>
              <p14:nvPr/>
            </p14:nvContentPartPr>
            <p14:xfrm>
              <a:off x="6384710" y="2464957"/>
              <a:ext cx="139320" cy="199440"/>
            </p14:xfrm>
          </p:contentPart>
        </mc:Choice>
        <mc:Fallback xmlns="">
          <p:pic>
            <p:nvPicPr>
              <p:cNvPr id="230" name="Ink 229">
                <a:extLst>
                  <a:ext uri="{FF2B5EF4-FFF2-40B4-BE49-F238E27FC236}">
                    <a16:creationId xmlns:a16="http://schemas.microsoft.com/office/drawing/2014/main" id="{A4D6E078-7B10-7E82-9E2D-AD481B03ED8A}"/>
                  </a:ext>
                </a:extLst>
              </p:cNvPr>
              <p:cNvPicPr/>
              <p:nvPr/>
            </p:nvPicPr>
            <p:blipFill>
              <a:blip r:embed="rId393"/>
              <a:stretch>
                <a:fillRect/>
              </a:stretch>
            </p:blipFill>
            <p:spPr>
              <a:xfrm>
                <a:off x="6366710" y="2446957"/>
                <a:ext cx="17496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31" name="Ink 230">
                <a:extLst>
                  <a:ext uri="{FF2B5EF4-FFF2-40B4-BE49-F238E27FC236}">
                    <a16:creationId xmlns:a16="http://schemas.microsoft.com/office/drawing/2014/main" id="{49506798-3124-83AD-2567-126BE4EB9B20}"/>
                  </a:ext>
                </a:extLst>
              </p14:cNvPr>
              <p14:cNvContentPartPr/>
              <p14:nvPr/>
            </p14:nvContentPartPr>
            <p14:xfrm>
              <a:off x="6463910" y="2823877"/>
              <a:ext cx="7560" cy="251640"/>
            </p14:xfrm>
          </p:contentPart>
        </mc:Choice>
        <mc:Fallback xmlns="">
          <p:pic>
            <p:nvPicPr>
              <p:cNvPr id="231" name="Ink 230">
                <a:extLst>
                  <a:ext uri="{FF2B5EF4-FFF2-40B4-BE49-F238E27FC236}">
                    <a16:creationId xmlns:a16="http://schemas.microsoft.com/office/drawing/2014/main" id="{49506798-3124-83AD-2567-126BE4EB9B20}"/>
                  </a:ext>
                </a:extLst>
              </p:cNvPr>
              <p:cNvPicPr/>
              <p:nvPr/>
            </p:nvPicPr>
            <p:blipFill>
              <a:blip r:embed="rId395"/>
              <a:stretch>
                <a:fillRect/>
              </a:stretch>
            </p:blipFill>
            <p:spPr>
              <a:xfrm>
                <a:off x="6445910" y="2805877"/>
                <a:ext cx="43200" cy="287280"/>
              </a:xfrm>
              <a:prstGeom prst="rect">
                <a:avLst/>
              </a:prstGeom>
            </p:spPr>
          </p:pic>
        </mc:Fallback>
      </mc:AlternateContent>
      <p:grpSp>
        <p:nvGrpSpPr>
          <p:cNvPr id="290" name="Group 289">
            <a:extLst>
              <a:ext uri="{FF2B5EF4-FFF2-40B4-BE49-F238E27FC236}">
                <a16:creationId xmlns:a16="http://schemas.microsoft.com/office/drawing/2014/main" id="{9D943F35-D7E8-A2E0-9BAB-67F8C50F7AE1}"/>
              </a:ext>
            </a:extLst>
          </p:cNvPr>
          <p:cNvGrpSpPr/>
          <p:nvPr/>
        </p:nvGrpSpPr>
        <p:grpSpPr>
          <a:xfrm>
            <a:off x="6867830" y="2030437"/>
            <a:ext cx="2266560" cy="2260080"/>
            <a:chOff x="6867830" y="2030437"/>
            <a:chExt cx="2266560" cy="2260080"/>
          </a:xfrm>
        </p:grpSpPr>
        <mc:AlternateContent xmlns:mc="http://schemas.openxmlformats.org/markup-compatibility/2006" xmlns:p14="http://schemas.microsoft.com/office/powerpoint/2010/main">
          <mc:Choice Requires="p14">
            <p:contentPart p14:bwMode="auto" r:id="rId396">
              <p14:nvContentPartPr>
                <p14:cNvPr id="232" name="Ink 231">
                  <a:extLst>
                    <a:ext uri="{FF2B5EF4-FFF2-40B4-BE49-F238E27FC236}">
                      <a16:creationId xmlns:a16="http://schemas.microsoft.com/office/drawing/2014/main" id="{E95A9146-B389-E9CE-E2ED-0514F9D9E201}"/>
                    </a:ext>
                  </a:extLst>
                </p14:cNvPr>
                <p14:cNvContentPartPr/>
                <p14:nvPr/>
              </p14:nvContentPartPr>
              <p14:xfrm>
                <a:off x="6867830" y="2030437"/>
                <a:ext cx="176040" cy="214920"/>
              </p14:xfrm>
            </p:contentPart>
          </mc:Choice>
          <mc:Fallback xmlns="">
            <p:pic>
              <p:nvPicPr>
                <p:cNvPr id="232" name="Ink 231">
                  <a:extLst>
                    <a:ext uri="{FF2B5EF4-FFF2-40B4-BE49-F238E27FC236}">
                      <a16:creationId xmlns:a16="http://schemas.microsoft.com/office/drawing/2014/main" id="{E95A9146-B389-E9CE-E2ED-0514F9D9E201}"/>
                    </a:ext>
                  </a:extLst>
                </p:cNvPr>
                <p:cNvPicPr/>
                <p:nvPr/>
              </p:nvPicPr>
              <p:blipFill>
                <a:blip r:embed="rId397"/>
                <a:stretch>
                  <a:fillRect/>
                </a:stretch>
              </p:blipFill>
              <p:spPr>
                <a:xfrm>
                  <a:off x="6849830" y="2012437"/>
                  <a:ext cx="21168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233" name="Ink 232">
                  <a:extLst>
                    <a:ext uri="{FF2B5EF4-FFF2-40B4-BE49-F238E27FC236}">
                      <a16:creationId xmlns:a16="http://schemas.microsoft.com/office/drawing/2014/main" id="{E2F20A41-8C09-E912-E785-233001313AAA}"/>
                    </a:ext>
                  </a:extLst>
                </p14:cNvPr>
                <p14:cNvContentPartPr/>
                <p14:nvPr/>
              </p14:nvContentPartPr>
              <p14:xfrm>
                <a:off x="7101470" y="2078677"/>
                <a:ext cx="39960" cy="173160"/>
              </p14:xfrm>
            </p:contentPart>
          </mc:Choice>
          <mc:Fallback xmlns="">
            <p:pic>
              <p:nvPicPr>
                <p:cNvPr id="233" name="Ink 232">
                  <a:extLst>
                    <a:ext uri="{FF2B5EF4-FFF2-40B4-BE49-F238E27FC236}">
                      <a16:creationId xmlns:a16="http://schemas.microsoft.com/office/drawing/2014/main" id="{E2F20A41-8C09-E912-E785-233001313AAA}"/>
                    </a:ext>
                  </a:extLst>
                </p:cNvPr>
                <p:cNvPicPr/>
                <p:nvPr/>
              </p:nvPicPr>
              <p:blipFill>
                <a:blip r:embed="rId399"/>
                <a:stretch>
                  <a:fillRect/>
                </a:stretch>
              </p:blipFill>
              <p:spPr>
                <a:xfrm>
                  <a:off x="7083470" y="2060677"/>
                  <a:ext cx="7560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234" name="Ink 233">
                  <a:extLst>
                    <a:ext uri="{FF2B5EF4-FFF2-40B4-BE49-F238E27FC236}">
                      <a16:creationId xmlns:a16="http://schemas.microsoft.com/office/drawing/2014/main" id="{6AD3E215-2AA1-A625-0C04-CC6DC9349FC4}"/>
                    </a:ext>
                  </a:extLst>
                </p14:cNvPr>
                <p14:cNvContentPartPr/>
                <p14:nvPr/>
              </p14:nvContentPartPr>
              <p14:xfrm>
                <a:off x="7133510" y="2069677"/>
                <a:ext cx="116640" cy="59040"/>
              </p14:xfrm>
            </p:contentPart>
          </mc:Choice>
          <mc:Fallback xmlns="">
            <p:pic>
              <p:nvPicPr>
                <p:cNvPr id="234" name="Ink 233">
                  <a:extLst>
                    <a:ext uri="{FF2B5EF4-FFF2-40B4-BE49-F238E27FC236}">
                      <a16:creationId xmlns:a16="http://schemas.microsoft.com/office/drawing/2014/main" id="{6AD3E215-2AA1-A625-0C04-CC6DC9349FC4}"/>
                    </a:ext>
                  </a:extLst>
                </p:cNvPr>
                <p:cNvPicPr/>
                <p:nvPr/>
              </p:nvPicPr>
              <p:blipFill>
                <a:blip r:embed="rId401"/>
                <a:stretch>
                  <a:fillRect/>
                </a:stretch>
              </p:blipFill>
              <p:spPr>
                <a:xfrm>
                  <a:off x="7115510" y="2051677"/>
                  <a:ext cx="15228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235" name="Ink 234">
                  <a:extLst>
                    <a:ext uri="{FF2B5EF4-FFF2-40B4-BE49-F238E27FC236}">
                      <a16:creationId xmlns:a16="http://schemas.microsoft.com/office/drawing/2014/main" id="{D127E9FE-CACD-E319-0947-165CE9EFF92C}"/>
                    </a:ext>
                  </a:extLst>
                </p14:cNvPr>
                <p14:cNvContentPartPr/>
                <p14:nvPr/>
              </p14:nvContentPartPr>
              <p14:xfrm>
                <a:off x="7340870" y="2071477"/>
                <a:ext cx="24120" cy="174600"/>
              </p14:xfrm>
            </p:contentPart>
          </mc:Choice>
          <mc:Fallback xmlns="">
            <p:pic>
              <p:nvPicPr>
                <p:cNvPr id="235" name="Ink 234">
                  <a:extLst>
                    <a:ext uri="{FF2B5EF4-FFF2-40B4-BE49-F238E27FC236}">
                      <a16:creationId xmlns:a16="http://schemas.microsoft.com/office/drawing/2014/main" id="{D127E9FE-CACD-E319-0947-165CE9EFF92C}"/>
                    </a:ext>
                  </a:extLst>
                </p:cNvPr>
                <p:cNvPicPr/>
                <p:nvPr/>
              </p:nvPicPr>
              <p:blipFill>
                <a:blip r:embed="rId403"/>
                <a:stretch>
                  <a:fillRect/>
                </a:stretch>
              </p:blipFill>
              <p:spPr>
                <a:xfrm>
                  <a:off x="7322870" y="2053477"/>
                  <a:ext cx="5976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236" name="Ink 235">
                  <a:extLst>
                    <a:ext uri="{FF2B5EF4-FFF2-40B4-BE49-F238E27FC236}">
                      <a16:creationId xmlns:a16="http://schemas.microsoft.com/office/drawing/2014/main" id="{A3EF28D5-A5AF-827F-6314-3EC7EC4A19C2}"/>
                    </a:ext>
                  </a:extLst>
                </p14:cNvPr>
                <p14:cNvContentPartPr/>
                <p14:nvPr/>
              </p14:nvContentPartPr>
              <p14:xfrm>
                <a:off x="7307030" y="2060317"/>
                <a:ext cx="105480" cy="62640"/>
              </p14:xfrm>
            </p:contentPart>
          </mc:Choice>
          <mc:Fallback xmlns="">
            <p:pic>
              <p:nvPicPr>
                <p:cNvPr id="236" name="Ink 235">
                  <a:extLst>
                    <a:ext uri="{FF2B5EF4-FFF2-40B4-BE49-F238E27FC236}">
                      <a16:creationId xmlns:a16="http://schemas.microsoft.com/office/drawing/2014/main" id="{A3EF28D5-A5AF-827F-6314-3EC7EC4A19C2}"/>
                    </a:ext>
                  </a:extLst>
                </p:cNvPr>
                <p:cNvPicPr/>
                <p:nvPr/>
              </p:nvPicPr>
              <p:blipFill>
                <a:blip r:embed="rId405"/>
                <a:stretch>
                  <a:fillRect/>
                </a:stretch>
              </p:blipFill>
              <p:spPr>
                <a:xfrm>
                  <a:off x="7289030" y="2042317"/>
                  <a:ext cx="14112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237" name="Ink 236">
                  <a:extLst>
                    <a:ext uri="{FF2B5EF4-FFF2-40B4-BE49-F238E27FC236}">
                      <a16:creationId xmlns:a16="http://schemas.microsoft.com/office/drawing/2014/main" id="{3728D9BD-A677-6E58-6385-192F8DD0E555}"/>
                    </a:ext>
                  </a:extLst>
                </p14:cNvPr>
                <p14:cNvContentPartPr/>
                <p14:nvPr/>
              </p14:nvContentPartPr>
              <p14:xfrm>
                <a:off x="7357790" y="2242117"/>
                <a:ext cx="55080" cy="28080"/>
              </p14:xfrm>
            </p:contentPart>
          </mc:Choice>
          <mc:Fallback xmlns="">
            <p:pic>
              <p:nvPicPr>
                <p:cNvPr id="237" name="Ink 236">
                  <a:extLst>
                    <a:ext uri="{FF2B5EF4-FFF2-40B4-BE49-F238E27FC236}">
                      <a16:creationId xmlns:a16="http://schemas.microsoft.com/office/drawing/2014/main" id="{3728D9BD-A677-6E58-6385-192F8DD0E555}"/>
                    </a:ext>
                  </a:extLst>
                </p:cNvPr>
                <p:cNvPicPr/>
                <p:nvPr/>
              </p:nvPicPr>
              <p:blipFill>
                <a:blip r:embed="rId407"/>
                <a:stretch>
                  <a:fillRect/>
                </a:stretch>
              </p:blipFill>
              <p:spPr>
                <a:xfrm>
                  <a:off x="7339790" y="2224117"/>
                  <a:ext cx="9072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238" name="Ink 237">
                  <a:extLst>
                    <a:ext uri="{FF2B5EF4-FFF2-40B4-BE49-F238E27FC236}">
                      <a16:creationId xmlns:a16="http://schemas.microsoft.com/office/drawing/2014/main" id="{F44E6376-5EC6-8A38-651B-CA23BA7DC67F}"/>
                    </a:ext>
                  </a:extLst>
                </p14:cNvPr>
                <p14:cNvContentPartPr/>
                <p14:nvPr/>
              </p14:nvContentPartPr>
              <p14:xfrm>
                <a:off x="7451750" y="2066797"/>
                <a:ext cx="135720" cy="124200"/>
              </p14:xfrm>
            </p:contentPart>
          </mc:Choice>
          <mc:Fallback xmlns="">
            <p:pic>
              <p:nvPicPr>
                <p:cNvPr id="238" name="Ink 237">
                  <a:extLst>
                    <a:ext uri="{FF2B5EF4-FFF2-40B4-BE49-F238E27FC236}">
                      <a16:creationId xmlns:a16="http://schemas.microsoft.com/office/drawing/2014/main" id="{F44E6376-5EC6-8A38-651B-CA23BA7DC67F}"/>
                    </a:ext>
                  </a:extLst>
                </p:cNvPr>
                <p:cNvPicPr/>
                <p:nvPr/>
              </p:nvPicPr>
              <p:blipFill>
                <a:blip r:embed="rId409"/>
                <a:stretch>
                  <a:fillRect/>
                </a:stretch>
              </p:blipFill>
              <p:spPr>
                <a:xfrm>
                  <a:off x="7433702" y="2048797"/>
                  <a:ext cx="171455"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239" name="Ink 238">
                  <a:extLst>
                    <a:ext uri="{FF2B5EF4-FFF2-40B4-BE49-F238E27FC236}">
                      <a16:creationId xmlns:a16="http://schemas.microsoft.com/office/drawing/2014/main" id="{1A6B4DCD-CED0-C03A-CC08-C870A1AE46AA}"/>
                    </a:ext>
                  </a:extLst>
                </p14:cNvPr>
                <p14:cNvContentPartPr/>
                <p14:nvPr/>
              </p14:nvContentPartPr>
              <p14:xfrm>
                <a:off x="7877630" y="2032957"/>
                <a:ext cx="21600" cy="230760"/>
              </p14:xfrm>
            </p:contentPart>
          </mc:Choice>
          <mc:Fallback xmlns="">
            <p:pic>
              <p:nvPicPr>
                <p:cNvPr id="239" name="Ink 238">
                  <a:extLst>
                    <a:ext uri="{FF2B5EF4-FFF2-40B4-BE49-F238E27FC236}">
                      <a16:creationId xmlns:a16="http://schemas.microsoft.com/office/drawing/2014/main" id="{1A6B4DCD-CED0-C03A-CC08-C870A1AE46AA}"/>
                    </a:ext>
                  </a:extLst>
                </p:cNvPr>
                <p:cNvPicPr/>
                <p:nvPr/>
              </p:nvPicPr>
              <p:blipFill>
                <a:blip r:embed="rId411"/>
                <a:stretch>
                  <a:fillRect/>
                </a:stretch>
              </p:blipFill>
              <p:spPr>
                <a:xfrm>
                  <a:off x="7859630" y="2014957"/>
                  <a:ext cx="5724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240" name="Ink 239">
                  <a:extLst>
                    <a:ext uri="{FF2B5EF4-FFF2-40B4-BE49-F238E27FC236}">
                      <a16:creationId xmlns:a16="http://schemas.microsoft.com/office/drawing/2014/main" id="{FBD03EB0-0BA0-5CAC-8693-DFD918F2635B}"/>
                    </a:ext>
                  </a:extLst>
                </p14:cNvPr>
                <p14:cNvContentPartPr/>
                <p14:nvPr/>
              </p14:nvContentPartPr>
              <p14:xfrm>
                <a:off x="7961870" y="2081197"/>
                <a:ext cx="61920" cy="130680"/>
              </p14:xfrm>
            </p:contentPart>
          </mc:Choice>
          <mc:Fallback xmlns="">
            <p:pic>
              <p:nvPicPr>
                <p:cNvPr id="240" name="Ink 239">
                  <a:extLst>
                    <a:ext uri="{FF2B5EF4-FFF2-40B4-BE49-F238E27FC236}">
                      <a16:creationId xmlns:a16="http://schemas.microsoft.com/office/drawing/2014/main" id="{FBD03EB0-0BA0-5CAC-8693-DFD918F2635B}"/>
                    </a:ext>
                  </a:extLst>
                </p:cNvPr>
                <p:cNvPicPr/>
                <p:nvPr/>
              </p:nvPicPr>
              <p:blipFill>
                <a:blip r:embed="rId413"/>
                <a:stretch>
                  <a:fillRect/>
                </a:stretch>
              </p:blipFill>
              <p:spPr>
                <a:xfrm>
                  <a:off x="7943870" y="2063246"/>
                  <a:ext cx="97560" cy="166222"/>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241" name="Ink 240">
                  <a:extLst>
                    <a:ext uri="{FF2B5EF4-FFF2-40B4-BE49-F238E27FC236}">
                      <a16:creationId xmlns:a16="http://schemas.microsoft.com/office/drawing/2014/main" id="{625C0D5C-8A05-5856-D456-8D5A5C48ABDE}"/>
                    </a:ext>
                  </a:extLst>
                </p14:cNvPr>
                <p14:cNvContentPartPr/>
                <p14:nvPr/>
              </p14:nvContentPartPr>
              <p14:xfrm>
                <a:off x="7901750" y="2119717"/>
                <a:ext cx="118800" cy="58320"/>
              </p14:xfrm>
            </p:contentPart>
          </mc:Choice>
          <mc:Fallback xmlns="">
            <p:pic>
              <p:nvPicPr>
                <p:cNvPr id="241" name="Ink 240">
                  <a:extLst>
                    <a:ext uri="{FF2B5EF4-FFF2-40B4-BE49-F238E27FC236}">
                      <a16:creationId xmlns:a16="http://schemas.microsoft.com/office/drawing/2014/main" id="{625C0D5C-8A05-5856-D456-8D5A5C48ABDE}"/>
                    </a:ext>
                  </a:extLst>
                </p:cNvPr>
                <p:cNvPicPr/>
                <p:nvPr/>
              </p:nvPicPr>
              <p:blipFill>
                <a:blip r:embed="rId415"/>
                <a:stretch>
                  <a:fillRect/>
                </a:stretch>
              </p:blipFill>
              <p:spPr>
                <a:xfrm>
                  <a:off x="7883750" y="2101717"/>
                  <a:ext cx="15444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242" name="Ink 241">
                  <a:extLst>
                    <a:ext uri="{FF2B5EF4-FFF2-40B4-BE49-F238E27FC236}">
                      <a16:creationId xmlns:a16="http://schemas.microsoft.com/office/drawing/2014/main" id="{9907514A-E4F0-7FBC-8594-C33E54FAF3DE}"/>
                    </a:ext>
                  </a:extLst>
                </p14:cNvPr>
                <p14:cNvContentPartPr/>
                <p14:nvPr/>
              </p14:nvContentPartPr>
              <p14:xfrm>
                <a:off x="8113070" y="2050957"/>
                <a:ext cx="20160" cy="154080"/>
              </p14:xfrm>
            </p:contentPart>
          </mc:Choice>
          <mc:Fallback xmlns="">
            <p:pic>
              <p:nvPicPr>
                <p:cNvPr id="242" name="Ink 241">
                  <a:extLst>
                    <a:ext uri="{FF2B5EF4-FFF2-40B4-BE49-F238E27FC236}">
                      <a16:creationId xmlns:a16="http://schemas.microsoft.com/office/drawing/2014/main" id="{9907514A-E4F0-7FBC-8594-C33E54FAF3DE}"/>
                    </a:ext>
                  </a:extLst>
                </p:cNvPr>
                <p:cNvPicPr/>
                <p:nvPr/>
              </p:nvPicPr>
              <p:blipFill>
                <a:blip r:embed="rId417"/>
                <a:stretch>
                  <a:fillRect/>
                </a:stretch>
              </p:blipFill>
              <p:spPr>
                <a:xfrm>
                  <a:off x="8095070" y="2032957"/>
                  <a:ext cx="5580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243" name="Ink 242">
                  <a:extLst>
                    <a:ext uri="{FF2B5EF4-FFF2-40B4-BE49-F238E27FC236}">
                      <a16:creationId xmlns:a16="http://schemas.microsoft.com/office/drawing/2014/main" id="{9EE85094-6C72-A563-9924-B2B490F35DDE}"/>
                    </a:ext>
                  </a:extLst>
                </p14:cNvPr>
                <p14:cNvContentPartPr/>
                <p14:nvPr/>
              </p14:nvContentPartPr>
              <p14:xfrm>
                <a:off x="8241230" y="2063917"/>
                <a:ext cx="165240" cy="176760"/>
              </p14:xfrm>
            </p:contentPart>
          </mc:Choice>
          <mc:Fallback xmlns="">
            <p:pic>
              <p:nvPicPr>
                <p:cNvPr id="243" name="Ink 242">
                  <a:extLst>
                    <a:ext uri="{FF2B5EF4-FFF2-40B4-BE49-F238E27FC236}">
                      <a16:creationId xmlns:a16="http://schemas.microsoft.com/office/drawing/2014/main" id="{9EE85094-6C72-A563-9924-B2B490F35DDE}"/>
                    </a:ext>
                  </a:extLst>
                </p:cNvPr>
                <p:cNvPicPr/>
                <p:nvPr/>
              </p:nvPicPr>
              <p:blipFill>
                <a:blip r:embed="rId419"/>
                <a:stretch>
                  <a:fillRect/>
                </a:stretch>
              </p:blipFill>
              <p:spPr>
                <a:xfrm>
                  <a:off x="8223230" y="2045917"/>
                  <a:ext cx="20088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244" name="Ink 243">
                  <a:extLst>
                    <a:ext uri="{FF2B5EF4-FFF2-40B4-BE49-F238E27FC236}">
                      <a16:creationId xmlns:a16="http://schemas.microsoft.com/office/drawing/2014/main" id="{4271AB05-AB09-DEFB-82DB-B80F34F936F2}"/>
                    </a:ext>
                  </a:extLst>
                </p14:cNvPr>
                <p14:cNvContentPartPr/>
                <p14:nvPr/>
              </p14:nvContentPartPr>
              <p14:xfrm>
                <a:off x="8515910" y="2081557"/>
                <a:ext cx="43560" cy="177480"/>
              </p14:xfrm>
            </p:contentPart>
          </mc:Choice>
          <mc:Fallback xmlns="">
            <p:pic>
              <p:nvPicPr>
                <p:cNvPr id="244" name="Ink 243">
                  <a:extLst>
                    <a:ext uri="{FF2B5EF4-FFF2-40B4-BE49-F238E27FC236}">
                      <a16:creationId xmlns:a16="http://schemas.microsoft.com/office/drawing/2014/main" id="{4271AB05-AB09-DEFB-82DB-B80F34F936F2}"/>
                    </a:ext>
                  </a:extLst>
                </p:cNvPr>
                <p:cNvPicPr/>
                <p:nvPr/>
              </p:nvPicPr>
              <p:blipFill>
                <a:blip r:embed="rId421"/>
                <a:stretch>
                  <a:fillRect/>
                </a:stretch>
              </p:blipFill>
              <p:spPr>
                <a:xfrm>
                  <a:off x="8497760" y="2063557"/>
                  <a:ext cx="79497"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245" name="Ink 244">
                  <a:extLst>
                    <a:ext uri="{FF2B5EF4-FFF2-40B4-BE49-F238E27FC236}">
                      <a16:creationId xmlns:a16="http://schemas.microsoft.com/office/drawing/2014/main" id="{ECFDC8DE-862E-CFD5-F41A-44534D091BFD}"/>
                    </a:ext>
                  </a:extLst>
                </p14:cNvPr>
                <p14:cNvContentPartPr/>
                <p14:nvPr/>
              </p14:nvContentPartPr>
              <p14:xfrm>
                <a:off x="8625350" y="2075797"/>
                <a:ext cx="38160" cy="167760"/>
              </p14:xfrm>
            </p:contentPart>
          </mc:Choice>
          <mc:Fallback xmlns="">
            <p:pic>
              <p:nvPicPr>
                <p:cNvPr id="245" name="Ink 244">
                  <a:extLst>
                    <a:ext uri="{FF2B5EF4-FFF2-40B4-BE49-F238E27FC236}">
                      <a16:creationId xmlns:a16="http://schemas.microsoft.com/office/drawing/2014/main" id="{ECFDC8DE-862E-CFD5-F41A-44534D091BFD}"/>
                    </a:ext>
                  </a:extLst>
                </p:cNvPr>
                <p:cNvPicPr/>
                <p:nvPr/>
              </p:nvPicPr>
              <p:blipFill>
                <a:blip r:embed="rId423"/>
                <a:stretch>
                  <a:fillRect/>
                </a:stretch>
              </p:blipFill>
              <p:spPr>
                <a:xfrm>
                  <a:off x="8607350" y="2057797"/>
                  <a:ext cx="7380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246" name="Ink 245">
                  <a:extLst>
                    <a:ext uri="{FF2B5EF4-FFF2-40B4-BE49-F238E27FC236}">
                      <a16:creationId xmlns:a16="http://schemas.microsoft.com/office/drawing/2014/main" id="{32096F71-7B0E-4275-D9C4-75328B142898}"/>
                    </a:ext>
                  </a:extLst>
                </p14:cNvPr>
                <p14:cNvContentPartPr/>
                <p14:nvPr/>
              </p14:nvContentPartPr>
              <p14:xfrm>
                <a:off x="8573870" y="2172637"/>
                <a:ext cx="147600" cy="43560"/>
              </p14:xfrm>
            </p:contentPart>
          </mc:Choice>
          <mc:Fallback xmlns="">
            <p:pic>
              <p:nvPicPr>
                <p:cNvPr id="246" name="Ink 245">
                  <a:extLst>
                    <a:ext uri="{FF2B5EF4-FFF2-40B4-BE49-F238E27FC236}">
                      <a16:creationId xmlns:a16="http://schemas.microsoft.com/office/drawing/2014/main" id="{32096F71-7B0E-4275-D9C4-75328B142898}"/>
                    </a:ext>
                  </a:extLst>
                </p:cNvPr>
                <p:cNvPicPr/>
                <p:nvPr/>
              </p:nvPicPr>
              <p:blipFill>
                <a:blip r:embed="rId425"/>
                <a:stretch>
                  <a:fillRect/>
                </a:stretch>
              </p:blipFill>
              <p:spPr>
                <a:xfrm>
                  <a:off x="8555870" y="2154637"/>
                  <a:ext cx="18324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247" name="Ink 246">
                  <a:extLst>
                    <a:ext uri="{FF2B5EF4-FFF2-40B4-BE49-F238E27FC236}">
                      <a16:creationId xmlns:a16="http://schemas.microsoft.com/office/drawing/2014/main" id="{EA6D9AF4-917B-4411-1AB5-C0A9F18143DA}"/>
                    </a:ext>
                  </a:extLst>
                </p14:cNvPr>
                <p14:cNvContentPartPr/>
                <p14:nvPr/>
              </p14:nvContentPartPr>
              <p14:xfrm>
                <a:off x="7088510" y="2372437"/>
                <a:ext cx="57600" cy="114120"/>
              </p14:xfrm>
            </p:contentPart>
          </mc:Choice>
          <mc:Fallback xmlns="">
            <p:pic>
              <p:nvPicPr>
                <p:cNvPr id="247" name="Ink 246">
                  <a:extLst>
                    <a:ext uri="{FF2B5EF4-FFF2-40B4-BE49-F238E27FC236}">
                      <a16:creationId xmlns:a16="http://schemas.microsoft.com/office/drawing/2014/main" id="{EA6D9AF4-917B-4411-1AB5-C0A9F18143DA}"/>
                    </a:ext>
                  </a:extLst>
                </p:cNvPr>
                <p:cNvPicPr/>
                <p:nvPr/>
              </p:nvPicPr>
              <p:blipFill>
                <a:blip r:embed="rId427"/>
                <a:stretch>
                  <a:fillRect/>
                </a:stretch>
              </p:blipFill>
              <p:spPr>
                <a:xfrm>
                  <a:off x="7070397" y="2354437"/>
                  <a:ext cx="93464"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248" name="Ink 247">
                  <a:extLst>
                    <a:ext uri="{FF2B5EF4-FFF2-40B4-BE49-F238E27FC236}">
                      <a16:creationId xmlns:a16="http://schemas.microsoft.com/office/drawing/2014/main" id="{6031AB54-A4F4-A098-EC53-7EF014864768}"/>
                    </a:ext>
                  </a:extLst>
                </p14:cNvPr>
                <p14:cNvContentPartPr/>
                <p14:nvPr/>
              </p14:nvContentPartPr>
              <p14:xfrm>
                <a:off x="7155470" y="2322397"/>
                <a:ext cx="28080" cy="156960"/>
              </p14:xfrm>
            </p:contentPart>
          </mc:Choice>
          <mc:Fallback xmlns="">
            <p:pic>
              <p:nvPicPr>
                <p:cNvPr id="248" name="Ink 247">
                  <a:extLst>
                    <a:ext uri="{FF2B5EF4-FFF2-40B4-BE49-F238E27FC236}">
                      <a16:creationId xmlns:a16="http://schemas.microsoft.com/office/drawing/2014/main" id="{6031AB54-A4F4-A098-EC53-7EF014864768}"/>
                    </a:ext>
                  </a:extLst>
                </p:cNvPr>
                <p:cNvPicPr/>
                <p:nvPr/>
              </p:nvPicPr>
              <p:blipFill>
                <a:blip r:embed="rId429"/>
                <a:stretch>
                  <a:fillRect/>
                </a:stretch>
              </p:blipFill>
              <p:spPr>
                <a:xfrm>
                  <a:off x="7137236" y="2304397"/>
                  <a:ext cx="64183"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249" name="Ink 248">
                  <a:extLst>
                    <a:ext uri="{FF2B5EF4-FFF2-40B4-BE49-F238E27FC236}">
                      <a16:creationId xmlns:a16="http://schemas.microsoft.com/office/drawing/2014/main" id="{8F42C84B-41C3-2DB5-7537-7B28A57CF678}"/>
                    </a:ext>
                  </a:extLst>
                </p14:cNvPr>
                <p14:cNvContentPartPr/>
                <p14:nvPr/>
              </p14:nvContentPartPr>
              <p14:xfrm>
                <a:off x="7244030" y="2391157"/>
                <a:ext cx="78120" cy="137520"/>
              </p14:xfrm>
            </p:contentPart>
          </mc:Choice>
          <mc:Fallback xmlns="">
            <p:pic>
              <p:nvPicPr>
                <p:cNvPr id="249" name="Ink 248">
                  <a:extLst>
                    <a:ext uri="{FF2B5EF4-FFF2-40B4-BE49-F238E27FC236}">
                      <a16:creationId xmlns:a16="http://schemas.microsoft.com/office/drawing/2014/main" id="{8F42C84B-41C3-2DB5-7537-7B28A57CF678}"/>
                    </a:ext>
                  </a:extLst>
                </p:cNvPr>
                <p:cNvPicPr/>
                <p:nvPr/>
              </p:nvPicPr>
              <p:blipFill>
                <a:blip r:embed="rId431"/>
                <a:stretch>
                  <a:fillRect/>
                </a:stretch>
              </p:blipFill>
              <p:spPr>
                <a:xfrm>
                  <a:off x="7226030" y="2373157"/>
                  <a:ext cx="11376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250" name="Ink 249">
                  <a:extLst>
                    <a:ext uri="{FF2B5EF4-FFF2-40B4-BE49-F238E27FC236}">
                      <a16:creationId xmlns:a16="http://schemas.microsoft.com/office/drawing/2014/main" id="{B9BAEEAA-D46A-1CE9-083D-716A2EEF76E2}"/>
                    </a:ext>
                  </a:extLst>
                </p14:cNvPr>
                <p14:cNvContentPartPr/>
                <p14:nvPr/>
              </p14:nvContentPartPr>
              <p14:xfrm>
                <a:off x="7367510" y="2344717"/>
                <a:ext cx="56160" cy="146160"/>
              </p14:xfrm>
            </p:contentPart>
          </mc:Choice>
          <mc:Fallback xmlns="">
            <p:pic>
              <p:nvPicPr>
                <p:cNvPr id="250" name="Ink 249">
                  <a:extLst>
                    <a:ext uri="{FF2B5EF4-FFF2-40B4-BE49-F238E27FC236}">
                      <a16:creationId xmlns:a16="http://schemas.microsoft.com/office/drawing/2014/main" id="{B9BAEEAA-D46A-1CE9-083D-716A2EEF76E2}"/>
                    </a:ext>
                  </a:extLst>
                </p:cNvPr>
                <p:cNvPicPr/>
                <p:nvPr/>
              </p:nvPicPr>
              <p:blipFill>
                <a:blip r:embed="rId433"/>
                <a:stretch>
                  <a:fillRect/>
                </a:stretch>
              </p:blipFill>
              <p:spPr>
                <a:xfrm>
                  <a:off x="7349510" y="2326673"/>
                  <a:ext cx="91800" cy="181888"/>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251" name="Ink 250">
                  <a:extLst>
                    <a:ext uri="{FF2B5EF4-FFF2-40B4-BE49-F238E27FC236}">
                      <a16:creationId xmlns:a16="http://schemas.microsoft.com/office/drawing/2014/main" id="{91B849FE-D6C6-3D45-403D-3CC0B45F94A4}"/>
                    </a:ext>
                  </a:extLst>
                </p14:cNvPr>
                <p14:cNvContentPartPr/>
                <p14:nvPr/>
              </p14:nvContentPartPr>
              <p14:xfrm>
                <a:off x="7481270" y="2411317"/>
                <a:ext cx="251280" cy="191880"/>
              </p14:xfrm>
            </p:contentPart>
          </mc:Choice>
          <mc:Fallback xmlns="">
            <p:pic>
              <p:nvPicPr>
                <p:cNvPr id="251" name="Ink 250">
                  <a:extLst>
                    <a:ext uri="{FF2B5EF4-FFF2-40B4-BE49-F238E27FC236}">
                      <a16:creationId xmlns:a16="http://schemas.microsoft.com/office/drawing/2014/main" id="{91B849FE-D6C6-3D45-403D-3CC0B45F94A4}"/>
                    </a:ext>
                  </a:extLst>
                </p:cNvPr>
                <p:cNvPicPr/>
                <p:nvPr/>
              </p:nvPicPr>
              <p:blipFill>
                <a:blip r:embed="rId435"/>
                <a:stretch>
                  <a:fillRect/>
                </a:stretch>
              </p:blipFill>
              <p:spPr>
                <a:xfrm>
                  <a:off x="7463296" y="2393317"/>
                  <a:ext cx="286869"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252" name="Ink 251">
                  <a:extLst>
                    <a:ext uri="{FF2B5EF4-FFF2-40B4-BE49-F238E27FC236}">
                      <a16:creationId xmlns:a16="http://schemas.microsoft.com/office/drawing/2014/main" id="{63D8E383-88F5-9880-3E64-FAED76EC4E48}"/>
                    </a:ext>
                  </a:extLst>
                </p14:cNvPr>
                <p14:cNvContentPartPr/>
                <p14:nvPr/>
              </p14:nvContentPartPr>
              <p14:xfrm>
                <a:off x="6939830" y="2583757"/>
                <a:ext cx="145440" cy="204840"/>
              </p14:xfrm>
            </p:contentPart>
          </mc:Choice>
          <mc:Fallback xmlns="">
            <p:pic>
              <p:nvPicPr>
                <p:cNvPr id="252" name="Ink 251">
                  <a:extLst>
                    <a:ext uri="{FF2B5EF4-FFF2-40B4-BE49-F238E27FC236}">
                      <a16:creationId xmlns:a16="http://schemas.microsoft.com/office/drawing/2014/main" id="{63D8E383-88F5-9880-3E64-FAED76EC4E48}"/>
                    </a:ext>
                  </a:extLst>
                </p:cNvPr>
                <p:cNvPicPr/>
                <p:nvPr/>
              </p:nvPicPr>
              <p:blipFill>
                <a:blip r:embed="rId437"/>
                <a:stretch>
                  <a:fillRect/>
                </a:stretch>
              </p:blipFill>
              <p:spPr>
                <a:xfrm>
                  <a:off x="6921830" y="2565757"/>
                  <a:ext cx="18108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253" name="Ink 252">
                  <a:extLst>
                    <a:ext uri="{FF2B5EF4-FFF2-40B4-BE49-F238E27FC236}">
                      <a16:creationId xmlns:a16="http://schemas.microsoft.com/office/drawing/2014/main" id="{B7F5EB03-C906-CBC3-4DDD-3A24357374E6}"/>
                    </a:ext>
                  </a:extLst>
                </p14:cNvPr>
                <p14:cNvContentPartPr/>
                <p14:nvPr/>
              </p14:nvContentPartPr>
              <p14:xfrm>
                <a:off x="7146110" y="2672677"/>
                <a:ext cx="97920" cy="122400"/>
              </p14:xfrm>
            </p:contentPart>
          </mc:Choice>
          <mc:Fallback xmlns="">
            <p:pic>
              <p:nvPicPr>
                <p:cNvPr id="253" name="Ink 252">
                  <a:extLst>
                    <a:ext uri="{FF2B5EF4-FFF2-40B4-BE49-F238E27FC236}">
                      <a16:creationId xmlns:a16="http://schemas.microsoft.com/office/drawing/2014/main" id="{B7F5EB03-C906-CBC3-4DDD-3A24357374E6}"/>
                    </a:ext>
                  </a:extLst>
                </p:cNvPr>
                <p:cNvPicPr/>
                <p:nvPr/>
              </p:nvPicPr>
              <p:blipFill>
                <a:blip r:embed="rId439"/>
                <a:stretch>
                  <a:fillRect/>
                </a:stretch>
              </p:blipFill>
              <p:spPr>
                <a:xfrm>
                  <a:off x="7128110" y="2654730"/>
                  <a:ext cx="133560" cy="157935"/>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254" name="Ink 253">
                  <a:extLst>
                    <a:ext uri="{FF2B5EF4-FFF2-40B4-BE49-F238E27FC236}">
                      <a16:creationId xmlns:a16="http://schemas.microsoft.com/office/drawing/2014/main" id="{147EC1A2-7624-0DE6-B95B-4DE82BDF259B}"/>
                    </a:ext>
                  </a:extLst>
                </p14:cNvPr>
                <p14:cNvContentPartPr/>
                <p14:nvPr/>
              </p14:nvContentPartPr>
              <p14:xfrm>
                <a:off x="7151870" y="2673037"/>
                <a:ext cx="39600" cy="212400"/>
              </p14:xfrm>
            </p:contentPart>
          </mc:Choice>
          <mc:Fallback xmlns="">
            <p:pic>
              <p:nvPicPr>
                <p:cNvPr id="254" name="Ink 253">
                  <a:extLst>
                    <a:ext uri="{FF2B5EF4-FFF2-40B4-BE49-F238E27FC236}">
                      <a16:creationId xmlns:a16="http://schemas.microsoft.com/office/drawing/2014/main" id="{147EC1A2-7624-0DE6-B95B-4DE82BDF259B}"/>
                    </a:ext>
                  </a:extLst>
                </p:cNvPr>
                <p:cNvPicPr/>
                <p:nvPr/>
              </p:nvPicPr>
              <p:blipFill>
                <a:blip r:embed="rId441"/>
                <a:stretch>
                  <a:fillRect/>
                </a:stretch>
              </p:blipFill>
              <p:spPr>
                <a:xfrm>
                  <a:off x="7133870" y="2655006"/>
                  <a:ext cx="75240" cy="248101"/>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255" name="Ink 254">
                  <a:extLst>
                    <a:ext uri="{FF2B5EF4-FFF2-40B4-BE49-F238E27FC236}">
                      <a16:creationId xmlns:a16="http://schemas.microsoft.com/office/drawing/2014/main" id="{38A60997-AC5B-E0D5-E0B5-C494C4ED79FE}"/>
                    </a:ext>
                  </a:extLst>
                </p14:cNvPr>
                <p14:cNvContentPartPr/>
                <p14:nvPr/>
              </p14:nvContentPartPr>
              <p14:xfrm>
                <a:off x="7356710" y="2675197"/>
                <a:ext cx="21600" cy="130680"/>
              </p14:xfrm>
            </p:contentPart>
          </mc:Choice>
          <mc:Fallback xmlns="">
            <p:pic>
              <p:nvPicPr>
                <p:cNvPr id="255" name="Ink 254">
                  <a:extLst>
                    <a:ext uri="{FF2B5EF4-FFF2-40B4-BE49-F238E27FC236}">
                      <a16:creationId xmlns:a16="http://schemas.microsoft.com/office/drawing/2014/main" id="{38A60997-AC5B-E0D5-E0B5-C494C4ED79FE}"/>
                    </a:ext>
                  </a:extLst>
                </p:cNvPr>
                <p:cNvPicPr/>
                <p:nvPr/>
              </p:nvPicPr>
              <p:blipFill>
                <a:blip r:embed="rId443"/>
                <a:stretch>
                  <a:fillRect/>
                </a:stretch>
              </p:blipFill>
              <p:spPr>
                <a:xfrm>
                  <a:off x="7338405" y="2657197"/>
                  <a:ext cx="57844"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256" name="Ink 255">
                  <a:extLst>
                    <a:ext uri="{FF2B5EF4-FFF2-40B4-BE49-F238E27FC236}">
                      <a16:creationId xmlns:a16="http://schemas.microsoft.com/office/drawing/2014/main" id="{1568F108-0F63-48E3-0FAD-868E5D429693}"/>
                    </a:ext>
                  </a:extLst>
                </p14:cNvPr>
                <p14:cNvContentPartPr/>
                <p14:nvPr/>
              </p14:nvContentPartPr>
              <p14:xfrm>
                <a:off x="7332590" y="2669437"/>
                <a:ext cx="68400" cy="18720"/>
              </p14:xfrm>
            </p:contentPart>
          </mc:Choice>
          <mc:Fallback xmlns="">
            <p:pic>
              <p:nvPicPr>
                <p:cNvPr id="256" name="Ink 255">
                  <a:extLst>
                    <a:ext uri="{FF2B5EF4-FFF2-40B4-BE49-F238E27FC236}">
                      <a16:creationId xmlns:a16="http://schemas.microsoft.com/office/drawing/2014/main" id="{1568F108-0F63-48E3-0FAD-868E5D429693}"/>
                    </a:ext>
                  </a:extLst>
                </p:cNvPr>
                <p:cNvPicPr/>
                <p:nvPr/>
              </p:nvPicPr>
              <p:blipFill>
                <a:blip r:embed="rId445"/>
                <a:stretch>
                  <a:fillRect/>
                </a:stretch>
              </p:blipFill>
              <p:spPr>
                <a:xfrm>
                  <a:off x="7314495" y="2651084"/>
                  <a:ext cx="104229" cy="55059"/>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257" name="Ink 256">
                  <a:extLst>
                    <a:ext uri="{FF2B5EF4-FFF2-40B4-BE49-F238E27FC236}">
                      <a16:creationId xmlns:a16="http://schemas.microsoft.com/office/drawing/2014/main" id="{863AFF73-6A34-B709-6786-88236B92B534}"/>
                    </a:ext>
                  </a:extLst>
                </p14:cNvPr>
                <p14:cNvContentPartPr/>
                <p14:nvPr/>
              </p14:nvContentPartPr>
              <p14:xfrm>
                <a:off x="7393070" y="2815237"/>
                <a:ext cx="41040" cy="25920"/>
              </p14:xfrm>
            </p:contentPart>
          </mc:Choice>
          <mc:Fallback xmlns="">
            <p:pic>
              <p:nvPicPr>
                <p:cNvPr id="257" name="Ink 256">
                  <a:extLst>
                    <a:ext uri="{FF2B5EF4-FFF2-40B4-BE49-F238E27FC236}">
                      <a16:creationId xmlns:a16="http://schemas.microsoft.com/office/drawing/2014/main" id="{863AFF73-6A34-B709-6786-88236B92B534}"/>
                    </a:ext>
                  </a:extLst>
                </p:cNvPr>
                <p:cNvPicPr/>
                <p:nvPr/>
              </p:nvPicPr>
              <p:blipFill>
                <a:blip r:embed="rId447"/>
                <a:stretch>
                  <a:fillRect/>
                </a:stretch>
              </p:blipFill>
              <p:spPr>
                <a:xfrm>
                  <a:off x="7375070" y="2797237"/>
                  <a:ext cx="766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258" name="Ink 257">
                  <a:extLst>
                    <a:ext uri="{FF2B5EF4-FFF2-40B4-BE49-F238E27FC236}">
                      <a16:creationId xmlns:a16="http://schemas.microsoft.com/office/drawing/2014/main" id="{54801D0B-E06A-A721-4FB4-195E2CDEC422}"/>
                    </a:ext>
                  </a:extLst>
                </p14:cNvPr>
                <p14:cNvContentPartPr/>
                <p14:nvPr/>
              </p14:nvContentPartPr>
              <p14:xfrm>
                <a:off x="7462190" y="2694997"/>
                <a:ext cx="110520" cy="129960"/>
              </p14:xfrm>
            </p:contentPart>
          </mc:Choice>
          <mc:Fallback xmlns="">
            <p:pic>
              <p:nvPicPr>
                <p:cNvPr id="258" name="Ink 257">
                  <a:extLst>
                    <a:ext uri="{FF2B5EF4-FFF2-40B4-BE49-F238E27FC236}">
                      <a16:creationId xmlns:a16="http://schemas.microsoft.com/office/drawing/2014/main" id="{54801D0B-E06A-A721-4FB4-195E2CDEC422}"/>
                    </a:ext>
                  </a:extLst>
                </p:cNvPr>
                <p:cNvPicPr/>
                <p:nvPr/>
              </p:nvPicPr>
              <p:blipFill>
                <a:blip r:embed="rId449"/>
                <a:stretch>
                  <a:fillRect/>
                </a:stretch>
              </p:blipFill>
              <p:spPr>
                <a:xfrm>
                  <a:off x="7444190" y="2676997"/>
                  <a:ext cx="1461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259" name="Ink 258">
                  <a:extLst>
                    <a:ext uri="{FF2B5EF4-FFF2-40B4-BE49-F238E27FC236}">
                      <a16:creationId xmlns:a16="http://schemas.microsoft.com/office/drawing/2014/main" id="{B3537C7A-E7C5-B740-0B21-25823F8A04B0}"/>
                    </a:ext>
                  </a:extLst>
                </p14:cNvPr>
                <p14:cNvContentPartPr/>
                <p14:nvPr/>
              </p14:nvContentPartPr>
              <p14:xfrm>
                <a:off x="7822190" y="2697157"/>
                <a:ext cx="171000" cy="136800"/>
              </p14:xfrm>
            </p:contentPart>
          </mc:Choice>
          <mc:Fallback xmlns="">
            <p:pic>
              <p:nvPicPr>
                <p:cNvPr id="259" name="Ink 258">
                  <a:extLst>
                    <a:ext uri="{FF2B5EF4-FFF2-40B4-BE49-F238E27FC236}">
                      <a16:creationId xmlns:a16="http://schemas.microsoft.com/office/drawing/2014/main" id="{B3537C7A-E7C5-B740-0B21-25823F8A04B0}"/>
                    </a:ext>
                  </a:extLst>
                </p:cNvPr>
                <p:cNvPicPr/>
                <p:nvPr/>
              </p:nvPicPr>
              <p:blipFill>
                <a:blip r:embed="rId451"/>
                <a:stretch>
                  <a:fillRect/>
                </a:stretch>
              </p:blipFill>
              <p:spPr>
                <a:xfrm>
                  <a:off x="7804228" y="2679110"/>
                  <a:ext cx="206565" cy="172534"/>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260" name="Ink 259">
                  <a:extLst>
                    <a:ext uri="{FF2B5EF4-FFF2-40B4-BE49-F238E27FC236}">
                      <a16:creationId xmlns:a16="http://schemas.microsoft.com/office/drawing/2014/main" id="{BD53C10B-5505-C371-9346-262DA5A8044C}"/>
                    </a:ext>
                  </a:extLst>
                </p14:cNvPr>
                <p14:cNvContentPartPr/>
                <p14:nvPr/>
              </p14:nvContentPartPr>
              <p14:xfrm>
                <a:off x="8010470" y="2694277"/>
                <a:ext cx="117000" cy="101520"/>
              </p14:xfrm>
            </p:contentPart>
          </mc:Choice>
          <mc:Fallback xmlns="">
            <p:pic>
              <p:nvPicPr>
                <p:cNvPr id="260" name="Ink 259">
                  <a:extLst>
                    <a:ext uri="{FF2B5EF4-FFF2-40B4-BE49-F238E27FC236}">
                      <a16:creationId xmlns:a16="http://schemas.microsoft.com/office/drawing/2014/main" id="{BD53C10B-5505-C371-9346-262DA5A8044C}"/>
                    </a:ext>
                  </a:extLst>
                </p:cNvPr>
                <p:cNvPicPr/>
                <p:nvPr/>
              </p:nvPicPr>
              <p:blipFill>
                <a:blip r:embed="rId453"/>
                <a:stretch>
                  <a:fillRect/>
                </a:stretch>
              </p:blipFill>
              <p:spPr>
                <a:xfrm>
                  <a:off x="7992470" y="2676277"/>
                  <a:ext cx="1526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261" name="Ink 260">
                  <a:extLst>
                    <a:ext uri="{FF2B5EF4-FFF2-40B4-BE49-F238E27FC236}">
                      <a16:creationId xmlns:a16="http://schemas.microsoft.com/office/drawing/2014/main" id="{63775B94-9D9C-98A0-2345-0F9707D50A35}"/>
                    </a:ext>
                  </a:extLst>
                </p14:cNvPr>
                <p14:cNvContentPartPr/>
                <p14:nvPr/>
              </p14:nvContentPartPr>
              <p14:xfrm>
                <a:off x="8163110" y="2665837"/>
                <a:ext cx="103680" cy="124920"/>
              </p14:xfrm>
            </p:contentPart>
          </mc:Choice>
          <mc:Fallback xmlns="">
            <p:pic>
              <p:nvPicPr>
                <p:cNvPr id="261" name="Ink 260">
                  <a:extLst>
                    <a:ext uri="{FF2B5EF4-FFF2-40B4-BE49-F238E27FC236}">
                      <a16:creationId xmlns:a16="http://schemas.microsoft.com/office/drawing/2014/main" id="{63775B94-9D9C-98A0-2345-0F9707D50A35}"/>
                    </a:ext>
                  </a:extLst>
                </p:cNvPr>
                <p:cNvPicPr/>
                <p:nvPr/>
              </p:nvPicPr>
              <p:blipFill>
                <a:blip r:embed="rId455"/>
                <a:stretch>
                  <a:fillRect/>
                </a:stretch>
              </p:blipFill>
              <p:spPr>
                <a:xfrm>
                  <a:off x="8145110" y="2647837"/>
                  <a:ext cx="13932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262" name="Ink 261">
                  <a:extLst>
                    <a:ext uri="{FF2B5EF4-FFF2-40B4-BE49-F238E27FC236}">
                      <a16:creationId xmlns:a16="http://schemas.microsoft.com/office/drawing/2014/main" id="{420B811C-67F0-286B-A888-A03A207EB24A}"/>
                    </a:ext>
                  </a:extLst>
                </p14:cNvPr>
                <p14:cNvContentPartPr/>
                <p14:nvPr/>
              </p14:nvContentPartPr>
              <p14:xfrm>
                <a:off x="8274710" y="2731357"/>
                <a:ext cx="5400" cy="5760"/>
              </p14:xfrm>
            </p:contentPart>
          </mc:Choice>
          <mc:Fallback xmlns="">
            <p:pic>
              <p:nvPicPr>
                <p:cNvPr id="262" name="Ink 261">
                  <a:extLst>
                    <a:ext uri="{FF2B5EF4-FFF2-40B4-BE49-F238E27FC236}">
                      <a16:creationId xmlns:a16="http://schemas.microsoft.com/office/drawing/2014/main" id="{420B811C-67F0-286B-A888-A03A207EB24A}"/>
                    </a:ext>
                  </a:extLst>
                </p:cNvPr>
                <p:cNvPicPr/>
                <p:nvPr/>
              </p:nvPicPr>
              <p:blipFill>
                <a:blip r:embed="rId457"/>
                <a:stretch>
                  <a:fillRect/>
                </a:stretch>
              </p:blipFill>
              <p:spPr>
                <a:xfrm>
                  <a:off x="8255424" y="2713357"/>
                  <a:ext cx="43586"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263" name="Ink 262">
                  <a:extLst>
                    <a:ext uri="{FF2B5EF4-FFF2-40B4-BE49-F238E27FC236}">
                      <a16:creationId xmlns:a16="http://schemas.microsoft.com/office/drawing/2014/main" id="{10D789B6-C080-EE9A-0938-4F141A41D5B4}"/>
                    </a:ext>
                  </a:extLst>
                </p14:cNvPr>
                <p14:cNvContentPartPr/>
                <p14:nvPr/>
              </p14:nvContentPartPr>
              <p14:xfrm>
                <a:off x="8273630" y="2648917"/>
                <a:ext cx="109080" cy="134280"/>
              </p14:xfrm>
            </p:contentPart>
          </mc:Choice>
          <mc:Fallback xmlns="">
            <p:pic>
              <p:nvPicPr>
                <p:cNvPr id="263" name="Ink 262">
                  <a:extLst>
                    <a:ext uri="{FF2B5EF4-FFF2-40B4-BE49-F238E27FC236}">
                      <a16:creationId xmlns:a16="http://schemas.microsoft.com/office/drawing/2014/main" id="{10D789B6-C080-EE9A-0938-4F141A41D5B4}"/>
                    </a:ext>
                  </a:extLst>
                </p:cNvPr>
                <p:cNvPicPr/>
                <p:nvPr/>
              </p:nvPicPr>
              <p:blipFill>
                <a:blip r:embed="rId459"/>
                <a:stretch>
                  <a:fillRect/>
                </a:stretch>
              </p:blipFill>
              <p:spPr>
                <a:xfrm>
                  <a:off x="8255630" y="2630869"/>
                  <a:ext cx="144720" cy="170016"/>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266" name="Ink 265">
                  <a:extLst>
                    <a:ext uri="{FF2B5EF4-FFF2-40B4-BE49-F238E27FC236}">
                      <a16:creationId xmlns:a16="http://schemas.microsoft.com/office/drawing/2014/main" id="{EE325FE7-6BFC-B5F9-991D-C8E23E5198CD}"/>
                    </a:ext>
                  </a:extLst>
                </p14:cNvPr>
                <p14:cNvContentPartPr/>
                <p14:nvPr/>
              </p14:nvContentPartPr>
              <p14:xfrm>
                <a:off x="7269950" y="3047437"/>
                <a:ext cx="59400" cy="59760"/>
              </p14:xfrm>
            </p:contentPart>
          </mc:Choice>
          <mc:Fallback xmlns="">
            <p:pic>
              <p:nvPicPr>
                <p:cNvPr id="266" name="Ink 265">
                  <a:extLst>
                    <a:ext uri="{FF2B5EF4-FFF2-40B4-BE49-F238E27FC236}">
                      <a16:creationId xmlns:a16="http://schemas.microsoft.com/office/drawing/2014/main" id="{EE325FE7-6BFC-B5F9-991D-C8E23E5198CD}"/>
                    </a:ext>
                  </a:extLst>
                </p:cNvPr>
                <p:cNvPicPr/>
                <p:nvPr/>
              </p:nvPicPr>
              <p:blipFill>
                <a:blip r:embed="rId461"/>
                <a:stretch>
                  <a:fillRect/>
                </a:stretch>
              </p:blipFill>
              <p:spPr>
                <a:xfrm>
                  <a:off x="7251950" y="3029437"/>
                  <a:ext cx="9504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267" name="Ink 266">
                  <a:extLst>
                    <a:ext uri="{FF2B5EF4-FFF2-40B4-BE49-F238E27FC236}">
                      <a16:creationId xmlns:a16="http://schemas.microsoft.com/office/drawing/2014/main" id="{787F485B-B923-34B9-251F-B7CFBDF8634C}"/>
                    </a:ext>
                  </a:extLst>
                </p14:cNvPr>
                <p14:cNvContentPartPr/>
                <p14:nvPr/>
              </p14:nvContentPartPr>
              <p14:xfrm>
                <a:off x="7336190" y="2956357"/>
                <a:ext cx="48240" cy="121320"/>
              </p14:xfrm>
            </p:contentPart>
          </mc:Choice>
          <mc:Fallback xmlns="">
            <p:pic>
              <p:nvPicPr>
                <p:cNvPr id="267" name="Ink 266">
                  <a:extLst>
                    <a:ext uri="{FF2B5EF4-FFF2-40B4-BE49-F238E27FC236}">
                      <a16:creationId xmlns:a16="http://schemas.microsoft.com/office/drawing/2014/main" id="{787F485B-B923-34B9-251F-B7CFBDF8634C}"/>
                    </a:ext>
                  </a:extLst>
                </p:cNvPr>
                <p:cNvPicPr/>
                <p:nvPr/>
              </p:nvPicPr>
              <p:blipFill>
                <a:blip r:embed="rId463"/>
                <a:stretch>
                  <a:fillRect/>
                </a:stretch>
              </p:blipFill>
              <p:spPr>
                <a:xfrm>
                  <a:off x="7318190" y="2938357"/>
                  <a:ext cx="8388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268" name="Ink 267">
                  <a:extLst>
                    <a:ext uri="{FF2B5EF4-FFF2-40B4-BE49-F238E27FC236}">
                      <a16:creationId xmlns:a16="http://schemas.microsoft.com/office/drawing/2014/main" id="{2BA45C97-9CCE-B905-21C2-527CECFE2C85}"/>
                    </a:ext>
                  </a:extLst>
                </p14:cNvPr>
                <p14:cNvContentPartPr/>
                <p14:nvPr/>
              </p14:nvContentPartPr>
              <p14:xfrm>
                <a:off x="7436630" y="2949877"/>
                <a:ext cx="204840" cy="152640"/>
              </p14:xfrm>
            </p:contentPart>
          </mc:Choice>
          <mc:Fallback xmlns="">
            <p:pic>
              <p:nvPicPr>
                <p:cNvPr id="268" name="Ink 267">
                  <a:extLst>
                    <a:ext uri="{FF2B5EF4-FFF2-40B4-BE49-F238E27FC236}">
                      <a16:creationId xmlns:a16="http://schemas.microsoft.com/office/drawing/2014/main" id="{2BA45C97-9CCE-B905-21C2-527CECFE2C85}"/>
                    </a:ext>
                  </a:extLst>
                </p:cNvPr>
                <p:cNvPicPr/>
                <p:nvPr/>
              </p:nvPicPr>
              <p:blipFill>
                <a:blip r:embed="rId465"/>
                <a:stretch>
                  <a:fillRect/>
                </a:stretch>
              </p:blipFill>
              <p:spPr>
                <a:xfrm>
                  <a:off x="7418662" y="2931877"/>
                  <a:ext cx="240417"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269" name="Ink 268">
                  <a:extLst>
                    <a:ext uri="{FF2B5EF4-FFF2-40B4-BE49-F238E27FC236}">
                      <a16:creationId xmlns:a16="http://schemas.microsoft.com/office/drawing/2014/main" id="{D2496F0D-F3D5-9AB0-09BF-34A80E67260A}"/>
                    </a:ext>
                  </a:extLst>
                </p14:cNvPr>
                <p14:cNvContentPartPr/>
                <p14:nvPr/>
              </p14:nvContentPartPr>
              <p14:xfrm>
                <a:off x="7656230" y="3030517"/>
                <a:ext cx="187200" cy="143640"/>
              </p14:xfrm>
            </p:contentPart>
          </mc:Choice>
          <mc:Fallback xmlns="">
            <p:pic>
              <p:nvPicPr>
                <p:cNvPr id="269" name="Ink 268">
                  <a:extLst>
                    <a:ext uri="{FF2B5EF4-FFF2-40B4-BE49-F238E27FC236}">
                      <a16:creationId xmlns:a16="http://schemas.microsoft.com/office/drawing/2014/main" id="{D2496F0D-F3D5-9AB0-09BF-34A80E67260A}"/>
                    </a:ext>
                  </a:extLst>
                </p:cNvPr>
                <p:cNvPicPr/>
                <p:nvPr/>
              </p:nvPicPr>
              <p:blipFill>
                <a:blip r:embed="rId467"/>
                <a:stretch>
                  <a:fillRect/>
                </a:stretch>
              </p:blipFill>
              <p:spPr>
                <a:xfrm>
                  <a:off x="7638230" y="3012472"/>
                  <a:ext cx="222840" cy="17937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270" name="Ink 269">
                  <a:extLst>
                    <a:ext uri="{FF2B5EF4-FFF2-40B4-BE49-F238E27FC236}">
                      <a16:creationId xmlns:a16="http://schemas.microsoft.com/office/drawing/2014/main" id="{8D126BE0-0055-B4AF-15FC-5A42DC249DD5}"/>
                    </a:ext>
                  </a:extLst>
                </p14:cNvPr>
                <p14:cNvContentPartPr/>
                <p14:nvPr/>
              </p14:nvContentPartPr>
              <p14:xfrm>
                <a:off x="7049630" y="3207637"/>
                <a:ext cx="151920" cy="192960"/>
              </p14:xfrm>
            </p:contentPart>
          </mc:Choice>
          <mc:Fallback xmlns="">
            <p:pic>
              <p:nvPicPr>
                <p:cNvPr id="270" name="Ink 269">
                  <a:extLst>
                    <a:ext uri="{FF2B5EF4-FFF2-40B4-BE49-F238E27FC236}">
                      <a16:creationId xmlns:a16="http://schemas.microsoft.com/office/drawing/2014/main" id="{8D126BE0-0055-B4AF-15FC-5A42DC249DD5}"/>
                    </a:ext>
                  </a:extLst>
                </p:cNvPr>
                <p:cNvPicPr/>
                <p:nvPr/>
              </p:nvPicPr>
              <p:blipFill>
                <a:blip r:embed="rId469"/>
                <a:stretch>
                  <a:fillRect/>
                </a:stretch>
              </p:blipFill>
              <p:spPr>
                <a:xfrm>
                  <a:off x="7031630" y="3189603"/>
                  <a:ext cx="187560" cy="228667"/>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271" name="Ink 270">
                  <a:extLst>
                    <a:ext uri="{FF2B5EF4-FFF2-40B4-BE49-F238E27FC236}">
                      <a16:creationId xmlns:a16="http://schemas.microsoft.com/office/drawing/2014/main" id="{377A20DD-8CEF-7FA1-BB4D-42BF34934D83}"/>
                    </a:ext>
                  </a:extLst>
                </p14:cNvPr>
                <p14:cNvContentPartPr/>
                <p14:nvPr/>
              </p14:nvContentPartPr>
              <p14:xfrm>
                <a:off x="7276070" y="3261277"/>
                <a:ext cx="54000" cy="207360"/>
              </p14:xfrm>
            </p:contentPart>
          </mc:Choice>
          <mc:Fallback xmlns="">
            <p:pic>
              <p:nvPicPr>
                <p:cNvPr id="271" name="Ink 270">
                  <a:extLst>
                    <a:ext uri="{FF2B5EF4-FFF2-40B4-BE49-F238E27FC236}">
                      <a16:creationId xmlns:a16="http://schemas.microsoft.com/office/drawing/2014/main" id="{377A20DD-8CEF-7FA1-BB4D-42BF34934D83}"/>
                    </a:ext>
                  </a:extLst>
                </p:cNvPr>
                <p:cNvPicPr/>
                <p:nvPr/>
              </p:nvPicPr>
              <p:blipFill>
                <a:blip r:embed="rId471"/>
                <a:stretch>
                  <a:fillRect/>
                </a:stretch>
              </p:blipFill>
              <p:spPr>
                <a:xfrm>
                  <a:off x="7258070" y="3243277"/>
                  <a:ext cx="8964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272" name="Ink 271">
                  <a:extLst>
                    <a:ext uri="{FF2B5EF4-FFF2-40B4-BE49-F238E27FC236}">
                      <a16:creationId xmlns:a16="http://schemas.microsoft.com/office/drawing/2014/main" id="{8A13BE09-6458-7C9E-49E2-95E040EF35E9}"/>
                    </a:ext>
                  </a:extLst>
                </p14:cNvPr>
                <p14:cNvContentPartPr/>
                <p14:nvPr/>
              </p14:nvContentPartPr>
              <p14:xfrm>
                <a:off x="7303430" y="3292957"/>
                <a:ext cx="81000" cy="78480"/>
              </p14:xfrm>
            </p:contentPart>
          </mc:Choice>
          <mc:Fallback xmlns="">
            <p:pic>
              <p:nvPicPr>
                <p:cNvPr id="272" name="Ink 271">
                  <a:extLst>
                    <a:ext uri="{FF2B5EF4-FFF2-40B4-BE49-F238E27FC236}">
                      <a16:creationId xmlns:a16="http://schemas.microsoft.com/office/drawing/2014/main" id="{8A13BE09-6458-7C9E-49E2-95E040EF35E9}"/>
                    </a:ext>
                  </a:extLst>
                </p:cNvPr>
                <p:cNvPicPr/>
                <p:nvPr/>
              </p:nvPicPr>
              <p:blipFill>
                <a:blip r:embed="rId473"/>
                <a:stretch>
                  <a:fillRect/>
                </a:stretch>
              </p:blipFill>
              <p:spPr>
                <a:xfrm>
                  <a:off x="7285430" y="3274957"/>
                  <a:ext cx="1166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474">
              <p14:nvContentPartPr>
                <p14:cNvPr id="273" name="Ink 272">
                  <a:extLst>
                    <a:ext uri="{FF2B5EF4-FFF2-40B4-BE49-F238E27FC236}">
                      <a16:creationId xmlns:a16="http://schemas.microsoft.com/office/drawing/2014/main" id="{1F77A181-3864-E811-C1F6-6BD0A94FDA39}"/>
                    </a:ext>
                  </a:extLst>
                </p14:cNvPr>
                <p14:cNvContentPartPr/>
                <p14:nvPr/>
              </p14:nvContentPartPr>
              <p14:xfrm>
                <a:off x="7458950" y="3300877"/>
                <a:ext cx="25920" cy="129600"/>
              </p14:xfrm>
            </p:contentPart>
          </mc:Choice>
          <mc:Fallback xmlns="">
            <p:pic>
              <p:nvPicPr>
                <p:cNvPr id="273" name="Ink 272">
                  <a:extLst>
                    <a:ext uri="{FF2B5EF4-FFF2-40B4-BE49-F238E27FC236}">
                      <a16:creationId xmlns:a16="http://schemas.microsoft.com/office/drawing/2014/main" id="{1F77A181-3864-E811-C1F6-6BD0A94FDA39}"/>
                    </a:ext>
                  </a:extLst>
                </p:cNvPr>
                <p:cNvPicPr/>
                <p:nvPr/>
              </p:nvPicPr>
              <p:blipFill>
                <a:blip r:embed="rId475"/>
                <a:stretch>
                  <a:fillRect/>
                </a:stretch>
              </p:blipFill>
              <p:spPr>
                <a:xfrm>
                  <a:off x="7440950" y="3282877"/>
                  <a:ext cx="6156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476">
              <p14:nvContentPartPr>
                <p14:cNvPr id="274" name="Ink 273">
                  <a:extLst>
                    <a:ext uri="{FF2B5EF4-FFF2-40B4-BE49-F238E27FC236}">
                      <a16:creationId xmlns:a16="http://schemas.microsoft.com/office/drawing/2014/main" id="{98154AC7-00C3-2FB4-43A5-22873886B8BC}"/>
                    </a:ext>
                  </a:extLst>
                </p14:cNvPr>
                <p14:cNvContentPartPr/>
                <p14:nvPr/>
              </p14:nvContentPartPr>
              <p14:xfrm>
                <a:off x="7457150" y="3273157"/>
                <a:ext cx="46800" cy="14040"/>
              </p14:xfrm>
            </p:contentPart>
          </mc:Choice>
          <mc:Fallback xmlns="">
            <p:pic>
              <p:nvPicPr>
                <p:cNvPr id="274" name="Ink 273">
                  <a:extLst>
                    <a:ext uri="{FF2B5EF4-FFF2-40B4-BE49-F238E27FC236}">
                      <a16:creationId xmlns:a16="http://schemas.microsoft.com/office/drawing/2014/main" id="{98154AC7-00C3-2FB4-43A5-22873886B8BC}"/>
                    </a:ext>
                  </a:extLst>
                </p:cNvPr>
                <p:cNvPicPr/>
                <p:nvPr/>
              </p:nvPicPr>
              <p:blipFill>
                <a:blip r:embed="rId477"/>
                <a:stretch>
                  <a:fillRect/>
                </a:stretch>
              </p:blipFill>
              <p:spPr>
                <a:xfrm>
                  <a:off x="7439150" y="3255157"/>
                  <a:ext cx="824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478">
              <p14:nvContentPartPr>
                <p14:cNvPr id="275" name="Ink 274">
                  <a:extLst>
                    <a:ext uri="{FF2B5EF4-FFF2-40B4-BE49-F238E27FC236}">
                      <a16:creationId xmlns:a16="http://schemas.microsoft.com/office/drawing/2014/main" id="{2021B67D-1730-8FE4-1C67-9B6B7C136E4E}"/>
                    </a:ext>
                  </a:extLst>
                </p14:cNvPr>
                <p14:cNvContentPartPr/>
                <p14:nvPr/>
              </p14:nvContentPartPr>
              <p14:xfrm>
                <a:off x="7476950" y="3391237"/>
                <a:ext cx="48240" cy="34920"/>
              </p14:xfrm>
            </p:contentPart>
          </mc:Choice>
          <mc:Fallback xmlns="">
            <p:pic>
              <p:nvPicPr>
                <p:cNvPr id="275" name="Ink 274">
                  <a:extLst>
                    <a:ext uri="{FF2B5EF4-FFF2-40B4-BE49-F238E27FC236}">
                      <a16:creationId xmlns:a16="http://schemas.microsoft.com/office/drawing/2014/main" id="{2021B67D-1730-8FE4-1C67-9B6B7C136E4E}"/>
                    </a:ext>
                  </a:extLst>
                </p:cNvPr>
                <p:cNvPicPr/>
                <p:nvPr/>
              </p:nvPicPr>
              <p:blipFill>
                <a:blip r:embed="rId479"/>
                <a:stretch>
                  <a:fillRect/>
                </a:stretch>
              </p:blipFill>
              <p:spPr>
                <a:xfrm>
                  <a:off x="7458950" y="3373237"/>
                  <a:ext cx="8388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480">
              <p14:nvContentPartPr>
                <p14:cNvPr id="276" name="Ink 275">
                  <a:extLst>
                    <a:ext uri="{FF2B5EF4-FFF2-40B4-BE49-F238E27FC236}">
                      <a16:creationId xmlns:a16="http://schemas.microsoft.com/office/drawing/2014/main" id="{6BC61273-5156-CD2C-DB39-8E069CB5882F}"/>
                    </a:ext>
                  </a:extLst>
                </p14:cNvPr>
                <p14:cNvContentPartPr/>
                <p14:nvPr/>
              </p14:nvContentPartPr>
              <p14:xfrm>
                <a:off x="7569470" y="3285037"/>
                <a:ext cx="68760" cy="94320"/>
              </p14:xfrm>
            </p:contentPart>
          </mc:Choice>
          <mc:Fallback xmlns="">
            <p:pic>
              <p:nvPicPr>
                <p:cNvPr id="276" name="Ink 275">
                  <a:extLst>
                    <a:ext uri="{FF2B5EF4-FFF2-40B4-BE49-F238E27FC236}">
                      <a16:creationId xmlns:a16="http://schemas.microsoft.com/office/drawing/2014/main" id="{6BC61273-5156-CD2C-DB39-8E069CB5882F}"/>
                    </a:ext>
                  </a:extLst>
                </p:cNvPr>
                <p:cNvPicPr/>
                <p:nvPr/>
              </p:nvPicPr>
              <p:blipFill>
                <a:blip r:embed="rId481"/>
                <a:stretch>
                  <a:fillRect/>
                </a:stretch>
              </p:blipFill>
              <p:spPr>
                <a:xfrm>
                  <a:off x="7551470" y="3267037"/>
                  <a:ext cx="10440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277" name="Ink 276">
                  <a:extLst>
                    <a:ext uri="{FF2B5EF4-FFF2-40B4-BE49-F238E27FC236}">
                      <a16:creationId xmlns:a16="http://schemas.microsoft.com/office/drawing/2014/main" id="{59293C28-73D3-F5B3-823D-B808E6C49068}"/>
                    </a:ext>
                  </a:extLst>
                </p14:cNvPr>
                <p14:cNvContentPartPr/>
                <p14:nvPr/>
              </p14:nvContentPartPr>
              <p14:xfrm>
                <a:off x="7910030" y="3258757"/>
                <a:ext cx="38160" cy="164160"/>
              </p14:xfrm>
            </p:contentPart>
          </mc:Choice>
          <mc:Fallback xmlns="">
            <p:pic>
              <p:nvPicPr>
                <p:cNvPr id="277" name="Ink 276">
                  <a:extLst>
                    <a:ext uri="{FF2B5EF4-FFF2-40B4-BE49-F238E27FC236}">
                      <a16:creationId xmlns:a16="http://schemas.microsoft.com/office/drawing/2014/main" id="{59293C28-73D3-F5B3-823D-B808E6C49068}"/>
                    </a:ext>
                  </a:extLst>
                </p:cNvPr>
                <p:cNvPicPr/>
                <p:nvPr/>
              </p:nvPicPr>
              <p:blipFill>
                <a:blip r:embed="rId483"/>
                <a:stretch>
                  <a:fillRect/>
                </a:stretch>
              </p:blipFill>
              <p:spPr>
                <a:xfrm>
                  <a:off x="7892030" y="3240757"/>
                  <a:ext cx="7380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278" name="Ink 277">
                  <a:extLst>
                    <a:ext uri="{FF2B5EF4-FFF2-40B4-BE49-F238E27FC236}">
                      <a16:creationId xmlns:a16="http://schemas.microsoft.com/office/drawing/2014/main" id="{07D4D04A-7E0E-F9B1-0BE9-E1EA60FF75C4}"/>
                    </a:ext>
                  </a:extLst>
                </p14:cNvPr>
                <p14:cNvContentPartPr/>
                <p14:nvPr/>
              </p14:nvContentPartPr>
              <p14:xfrm>
                <a:off x="8010470" y="3268837"/>
                <a:ext cx="47520" cy="113400"/>
              </p14:xfrm>
            </p:contentPart>
          </mc:Choice>
          <mc:Fallback xmlns="">
            <p:pic>
              <p:nvPicPr>
                <p:cNvPr id="278" name="Ink 277">
                  <a:extLst>
                    <a:ext uri="{FF2B5EF4-FFF2-40B4-BE49-F238E27FC236}">
                      <a16:creationId xmlns:a16="http://schemas.microsoft.com/office/drawing/2014/main" id="{07D4D04A-7E0E-F9B1-0BE9-E1EA60FF75C4}"/>
                    </a:ext>
                  </a:extLst>
                </p:cNvPr>
                <p:cNvPicPr/>
                <p:nvPr/>
              </p:nvPicPr>
              <p:blipFill>
                <a:blip r:embed="rId485"/>
                <a:stretch>
                  <a:fillRect/>
                </a:stretch>
              </p:blipFill>
              <p:spPr>
                <a:xfrm>
                  <a:off x="7992470" y="3250837"/>
                  <a:ext cx="8316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279" name="Ink 278">
                  <a:extLst>
                    <a:ext uri="{FF2B5EF4-FFF2-40B4-BE49-F238E27FC236}">
                      <a16:creationId xmlns:a16="http://schemas.microsoft.com/office/drawing/2014/main" id="{4186F8C3-F50A-2D51-C1C3-6E3A2D92DAEA}"/>
                    </a:ext>
                  </a:extLst>
                </p14:cNvPr>
                <p14:cNvContentPartPr/>
                <p14:nvPr/>
              </p14:nvContentPartPr>
              <p14:xfrm>
                <a:off x="8003270" y="3280357"/>
                <a:ext cx="147960" cy="141120"/>
              </p14:xfrm>
            </p:contentPart>
          </mc:Choice>
          <mc:Fallback xmlns="">
            <p:pic>
              <p:nvPicPr>
                <p:cNvPr id="279" name="Ink 278">
                  <a:extLst>
                    <a:ext uri="{FF2B5EF4-FFF2-40B4-BE49-F238E27FC236}">
                      <a16:creationId xmlns:a16="http://schemas.microsoft.com/office/drawing/2014/main" id="{4186F8C3-F50A-2D51-C1C3-6E3A2D92DAEA}"/>
                    </a:ext>
                  </a:extLst>
                </p:cNvPr>
                <p:cNvPicPr/>
                <p:nvPr/>
              </p:nvPicPr>
              <p:blipFill>
                <a:blip r:embed="rId487"/>
                <a:stretch>
                  <a:fillRect/>
                </a:stretch>
              </p:blipFill>
              <p:spPr>
                <a:xfrm>
                  <a:off x="7985270" y="3262357"/>
                  <a:ext cx="18360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280" name="Ink 279">
                  <a:extLst>
                    <a:ext uri="{FF2B5EF4-FFF2-40B4-BE49-F238E27FC236}">
                      <a16:creationId xmlns:a16="http://schemas.microsoft.com/office/drawing/2014/main" id="{F7E80E2E-DEB9-B0DD-C0A2-0577CB8F5485}"/>
                    </a:ext>
                  </a:extLst>
                </p14:cNvPr>
                <p14:cNvContentPartPr/>
                <p14:nvPr/>
              </p14:nvContentPartPr>
              <p14:xfrm>
                <a:off x="8239430" y="3236077"/>
                <a:ext cx="129960" cy="173160"/>
              </p14:xfrm>
            </p:contentPart>
          </mc:Choice>
          <mc:Fallback xmlns="">
            <p:pic>
              <p:nvPicPr>
                <p:cNvPr id="280" name="Ink 279">
                  <a:extLst>
                    <a:ext uri="{FF2B5EF4-FFF2-40B4-BE49-F238E27FC236}">
                      <a16:creationId xmlns:a16="http://schemas.microsoft.com/office/drawing/2014/main" id="{F7E80E2E-DEB9-B0DD-C0A2-0577CB8F5485}"/>
                    </a:ext>
                  </a:extLst>
                </p:cNvPr>
                <p:cNvPicPr/>
                <p:nvPr/>
              </p:nvPicPr>
              <p:blipFill>
                <a:blip r:embed="rId489"/>
                <a:stretch>
                  <a:fillRect/>
                </a:stretch>
              </p:blipFill>
              <p:spPr>
                <a:xfrm>
                  <a:off x="8221480" y="3218077"/>
                  <a:ext cx="165502"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281" name="Ink 280">
                  <a:extLst>
                    <a:ext uri="{FF2B5EF4-FFF2-40B4-BE49-F238E27FC236}">
                      <a16:creationId xmlns:a16="http://schemas.microsoft.com/office/drawing/2014/main" id="{A66B3FA3-7DB2-C9CA-EB3A-B8A15709F334}"/>
                    </a:ext>
                  </a:extLst>
                </p14:cNvPr>
                <p14:cNvContentPartPr/>
                <p14:nvPr/>
              </p14:nvContentPartPr>
              <p14:xfrm>
                <a:off x="8478470" y="3242197"/>
                <a:ext cx="7200" cy="150480"/>
              </p14:xfrm>
            </p:contentPart>
          </mc:Choice>
          <mc:Fallback xmlns="">
            <p:pic>
              <p:nvPicPr>
                <p:cNvPr id="281" name="Ink 280">
                  <a:extLst>
                    <a:ext uri="{FF2B5EF4-FFF2-40B4-BE49-F238E27FC236}">
                      <a16:creationId xmlns:a16="http://schemas.microsoft.com/office/drawing/2014/main" id="{A66B3FA3-7DB2-C9CA-EB3A-B8A15709F334}"/>
                    </a:ext>
                  </a:extLst>
                </p:cNvPr>
                <p:cNvPicPr/>
                <p:nvPr/>
              </p:nvPicPr>
              <p:blipFill>
                <a:blip r:embed="rId491"/>
                <a:stretch>
                  <a:fillRect/>
                </a:stretch>
              </p:blipFill>
              <p:spPr>
                <a:xfrm>
                  <a:off x="8460470" y="3224197"/>
                  <a:ext cx="4284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282" name="Ink 281">
                  <a:extLst>
                    <a:ext uri="{FF2B5EF4-FFF2-40B4-BE49-F238E27FC236}">
                      <a16:creationId xmlns:a16="http://schemas.microsoft.com/office/drawing/2014/main" id="{D792DBDE-9B31-C8A2-BD70-73B0142D8143}"/>
                    </a:ext>
                  </a:extLst>
                </p14:cNvPr>
                <p14:cNvContentPartPr/>
                <p14:nvPr/>
              </p14:nvContentPartPr>
              <p14:xfrm>
                <a:off x="8550110" y="3240037"/>
                <a:ext cx="47880" cy="171000"/>
              </p14:xfrm>
            </p:contentPart>
          </mc:Choice>
          <mc:Fallback xmlns="">
            <p:pic>
              <p:nvPicPr>
                <p:cNvPr id="282" name="Ink 281">
                  <a:extLst>
                    <a:ext uri="{FF2B5EF4-FFF2-40B4-BE49-F238E27FC236}">
                      <a16:creationId xmlns:a16="http://schemas.microsoft.com/office/drawing/2014/main" id="{D792DBDE-9B31-C8A2-BD70-73B0142D8143}"/>
                    </a:ext>
                  </a:extLst>
                </p:cNvPr>
                <p:cNvPicPr/>
                <p:nvPr/>
              </p:nvPicPr>
              <p:blipFill>
                <a:blip r:embed="rId493"/>
                <a:stretch>
                  <a:fillRect/>
                </a:stretch>
              </p:blipFill>
              <p:spPr>
                <a:xfrm>
                  <a:off x="8532110" y="3222037"/>
                  <a:ext cx="8352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283" name="Ink 282">
                  <a:extLst>
                    <a:ext uri="{FF2B5EF4-FFF2-40B4-BE49-F238E27FC236}">
                      <a16:creationId xmlns:a16="http://schemas.microsoft.com/office/drawing/2014/main" id="{A3872B8E-9730-C740-0715-0299EBB81822}"/>
                    </a:ext>
                  </a:extLst>
                </p14:cNvPr>
                <p14:cNvContentPartPr/>
                <p14:nvPr/>
              </p14:nvContentPartPr>
              <p14:xfrm>
                <a:off x="8508350" y="3306997"/>
                <a:ext cx="122400" cy="4680"/>
              </p14:xfrm>
            </p:contentPart>
          </mc:Choice>
          <mc:Fallback xmlns="">
            <p:pic>
              <p:nvPicPr>
                <p:cNvPr id="283" name="Ink 282">
                  <a:extLst>
                    <a:ext uri="{FF2B5EF4-FFF2-40B4-BE49-F238E27FC236}">
                      <a16:creationId xmlns:a16="http://schemas.microsoft.com/office/drawing/2014/main" id="{A3872B8E-9730-C740-0715-0299EBB81822}"/>
                    </a:ext>
                  </a:extLst>
                </p:cNvPr>
                <p:cNvPicPr/>
                <p:nvPr/>
              </p:nvPicPr>
              <p:blipFill>
                <a:blip r:embed="rId495"/>
                <a:stretch>
                  <a:fillRect/>
                </a:stretch>
              </p:blipFill>
              <p:spPr>
                <a:xfrm>
                  <a:off x="8490297" y="3288997"/>
                  <a:ext cx="158145"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285" name="Ink 284">
                  <a:extLst>
                    <a:ext uri="{FF2B5EF4-FFF2-40B4-BE49-F238E27FC236}">
                      <a16:creationId xmlns:a16="http://schemas.microsoft.com/office/drawing/2014/main" id="{15758757-F392-1701-E1C8-AEAB1F6CB38C}"/>
                    </a:ext>
                  </a:extLst>
                </p14:cNvPr>
                <p14:cNvContentPartPr/>
                <p14:nvPr/>
              </p14:nvContentPartPr>
              <p14:xfrm>
                <a:off x="6974030" y="2250037"/>
                <a:ext cx="925200" cy="436680"/>
              </p14:xfrm>
            </p:contentPart>
          </mc:Choice>
          <mc:Fallback xmlns="">
            <p:pic>
              <p:nvPicPr>
                <p:cNvPr id="285" name="Ink 284">
                  <a:extLst>
                    <a:ext uri="{FF2B5EF4-FFF2-40B4-BE49-F238E27FC236}">
                      <a16:creationId xmlns:a16="http://schemas.microsoft.com/office/drawing/2014/main" id="{15758757-F392-1701-E1C8-AEAB1F6CB38C}"/>
                    </a:ext>
                  </a:extLst>
                </p:cNvPr>
                <p:cNvPicPr/>
                <p:nvPr/>
              </p:nvPicPr>
              <p:blipFill>
                <a:blip r:embed="rId497"/>
                <a:stretch>
                  <a:fillRect/>
                </a:stretch>
              </p:blipFill>
              <p:spPr>
                <a:xfrm>
                  <a:off x="6956030" y="2232022"/>
                  <a:ext cx="960840" cy="472349"/>
                </a:xfrm>
                <a:prstGeom prst="rect">
                  <a:avLst/>
                </a:prstGeom>
              </p:spPr>
            </p:pic>
          </mc:Fallback>
        </mc:AlternateContent>
        <mc:AlternateContent xmlns:mc="http://schemas.openxmlformats.org/markup-compatibility/2006" xmlns:p14="http://schemas.microsoft.com/office/powerpoint/2010/main">
          <mc:Choice Requires="p14">
            <p:contentPart p14:bwMode="auto" r:id="rId498">
              <p14:nvContentPartPr>
                <p14:cNvPr id="286" name="Ink 285">
                  <a:extLst>
                    <a:ext uri="{FF2B5EF4-FFF2-40B4-BE49-F238E27FC236}">
                      <a16:creationId xmlns:a16="http://schemas.microsoft.com/office/drawing/2014/main" id="{7D9EFE36-BAD3-B33E-10FC-37D8772048DC}"/>
                    </a:ext>
                  </a:extLst>
                </p14:cNvPr>
                <p14:cNvContentPartPr/>
                <p14:nvPr/>
              </p14:nvContentPartPr>
              <p14:xfrm>
                <a:off x="6952790" y="2375317"/>
                <a:ext cx="41040" cy="266400"/>
              </p14:xfrm>
            </p:contentPart>
          </mc:Choice>
          <mc:Fallback xmlns="">
            <p:pic>
              <p:nvPicPr>
                <p:cNvPr id="286" name="Ink 285">
                  <a:extLst>
                    <a:ext uri="{FF2B5EF4-FFF2-40B4-BE49-F238E27FC236}">
                      <a16:creationId xmlns:a16="http://schemas.microsoft.com/office/drawing/2014/main" id="{7D9EFE36-BAD3-B33E-10FC-37D8772048DC}"/>
                    </a:ext>
                  </a:extLst>
                </p:cNvPr>
                <p:cNvPicPr/>
                <p:nvPr/>
              </p:nvPicPr>
              <p:blipFill>
                <a:blip r:embed="rId499"/>
                <a:stretch>
                  <a:fillRect/>
                </a:stretch>
              </p:blipFill>
              <p:spPr>
                <a:xfrm>
                  <a:off x="6934790" y="2357317"/>
                  <a:ext cx="7668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500">
              <p14:nvContentPartPr>
                <p14:cNvPr id="288" name="Ink 287">
                  <a:extLst>
                    <a:ext uri="{FF2B5EF4-FFF2-40B4-BE49-F238E27FC236}">
                      <a16:creationId xmlns:a16="http://schemas.microsoft.com/office/drawing/2014/main" id="{620B7A48-3F08-21B7-C94D-47C59FB1A5F0}"/>
                    </a:ext>
                  </a:extLst>
                </p14:cNvPr>
                <p14:cNvContentPartPr/>
                <p14:nvPr/>
              </p14:nvContentPartPr>
              <p14:xfrm>
                <a:off x="7836950" y="2406997"/>
                <a:ext cx="1117080" cy="1883520"/>
              </p14:xfrm>
            </p:contentPart>
          </mc:Choice>
          <mc:Fallback xmlns="">
            <p:pic>
              <p:nvPicPr>
                <p:cNvPr id="288" name="Ink 287">
                  <a:extLst>
                    <a:ext uri="{FF2B5EF4-FFF2-40B4-BE49-F238E27FC236}">
                      <a16:creationId xmlns:a16="http://schemas.microsoft.com/office/drawing/2014/main" id="{620B7A48-3F08-21B7-C94D-47C59FB1A5F0}"/>
                    </a:ext>
                  </a:extLst>
                </p:cNvPr>
                <p:cNvPicPr/>
                <p:nvPr/>
              </p:nvPicPr>
              <p:blipFill>
                <a:blip r:embed="rId501"/>
                <a:stretch>
                  <a:fillRect/>
                </a:stretch>
              </p:blipFill>
              <p:spPr>
                <a:xfrm>
                  <a:off x="7818950" y="2389000"/>
                  <a:ext cx="1152720" cy="1919153"/>
                </a:xfrm>
                <a:prstGeom prst="rect">
                  <a:avLst/>
                </a:prstGeom>
              </p:spPr>
            </p:pic>
          </mc:Fallback>
        </mc:AlternateContent>
        <mc:AlternateContent xmlns:mc="http://schemas.openxmlformats.org/markup-compatibility/2006" xmlns:p14="http://schemas.microsoft.com/office/powerpoint/2010/main">
          <mc:Choice Requires="p14">
            <p:contentPart p14:bwMode="auto" r:id="rId502">
              <p14:nvContentPartPr>
                <p14:cNvPr id="289" name="Ink 288">
                  <a:extLst>
                    <a:ext uri="{FF2B5EF4-FFF2-40B4-BE49-F238E27FC236}">
                      <a16:creationId xmlns:a16="http://schemas.microsoft.com/office/drawing/2014/main" id="{98631876-58A2-B551-EA66-13171B591254}"/>
                    </a:ext>
                  </a:extLst>
                </p14:cNvPr>
                <p14:cNvContentPartPr/>
                <p14:nvPr/>
              </p14:nvContentPartPr>
              <p14:xfrm>
                <a:off x="8822270" y="4129237"/>
                <a:ext cx="312120" cy="137520"/>
              </p14:xfrm>
            </p:contentPart>
          </mc:Choice>
          <mc:Fallback xmlns="">
            <p:pic>
              <p:nvPicPr>
                <p:cNvPr id="289" name="Ink 288">
                  <a:extLst>
                    <a:ext uri="{FF2B5EF4-FFF2-40B4-BE49-F238E27FC236}">
                      <a16:creationId xmlns:a16="http://schemas.microsoft.com/office/drawing/2014/main" id="{98631876-58A2-B551-EA66-13171B591254}"/>
                    </a:ext>
                  </a:extLst>
                </p:cNvPr>
                <p:cNvPicPr/>
                <p:nvPr/>
              </p:nvPicPr>
              <p:blipFill>
                <a:blip r:embed="rId503"/>
                <a:stretch>
                  <a:fillRect/>
                </a:stretch>
              </p:blipFill>
              <p:spPr>
                <a:xfrm>
                  <a:off x="8804270" y="4111237"/>
                  <a:ext cx="347760" cy="173160"/>
                </a:xfrm>
                <a:prstGeom prst="rect">
                  <a:avLst/>
                </a:prstGeom>
              </p:spPr>
            </p:pic>
          </mc:Fallback>
        </mc:AlternateContent>
      </p:grpSp>
      <p:grpSp>
        <p:nvGrpSpPr>
          <p:cNvPr id="302" name="Group 301">
            <a:extLst>
              <a:ext uri="{FF2B5EF4-FFF2-40B4-BE49-F238E27FC236}">
                <a16:creationId xmlns:a16="http://schemas.microsoft.com/office/drawing/2014/main" id="{7B35396D-0435-C3BF-C992-A13594C8B23A}"/>
              </a:ext>
            </a:extLst>
          </p:cNvPr>
          <p:cNvGrpSpPr/>
          <p:nvPr/>
        </p:nvGrpSpPr>
        <p:grpSpPr>
          <a:xfrm>
            <a:off x="8314670" y="4554757"/>
            <a:ext cx="1398960" cy="471960"/>
            <a:chOff x="8314670" y="4554757"/>
            <a:chExt cx="1398960" cy="471960"/>
          </a:xfrm>
        </p:grpSpPr>
        <mc:AlternateContent xmlns:mc="http://schemas.openxmlformats.org/markup-compatibility/2006" xmlns:p14="http://schemas.microsoft.com/office/powerpoint/2010/main">
          <mc:Choice Requires="p14">
            <p:contentPart p14:bwMode="auto" r:id="rId504">
              <p14:nvContentPartPr>
                <p14:cNvPr id="291" name="Ink 290">
                  <a:extLst>
                    <a:ext uri="{FF2B5EF4-FFF2-40B4-BE49-F238E27FC236}">
                      <a16:creationId xmlns:a16="http://schemas.microsoft.com/office/drawing/2014/main" id="{CD237FF6-101D-3263-A6A9-87B90675965B}"/>
                    </a:ext>
                  </a:extLst>
                </p14:cNvPr>
                <p14:cNvContentPartPr/>
                <p14:nvPr/>
              </p14:nvContentPartPr>
              <p14:xfrm>
                <a:off x="8314670" y="4634317"/>
                <a:ext cx="125640" cy="278640"/>
              </p14:xfrm>
            </p:contentPart>
          </mc:Choice>
          <mc:Fallback xmlns="">
            <p:pic>
              <p:nvPicPr>
                <p:cNvPr id="291" name="Ink 290">
                  <a:extLst>
                    <a:ext uri="{FF2B5EF4-FFF2-40B4-BE49-F238E27FC236}">
                      <a16:creationId xmlns:a16="http://schemas.microsoft.com/office/drawing/2014/main" id="{CD237FF6-101D-3263-A6A9-87B90675965B}"/>
                    </a:ext>
                  </a:extLst>
                </p:cNvPr>
                <p:cNvPicPr/>
                <p:nvPr/>
              </p:nvPicPr>
              <p:blipFill>
                <a:blip r:embed="rId505"/>
                <a:stretch>
                  <a:fillRect/>
                </a:stretch>
              </p:blipFill>
              <p:spPr>
                <a:xfrm>
                  <a:off x="8296670" y="4616317"/>
                  <a:ext cx="16128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506">
              <p14:nvContentPartPr>
                <p14:cNvPr id="292" name="Ink 291">
                  <a:extLst>
                    <a:ext uri="{FF2B5EF4-FFF2-40B4-BE49-F238E27FC236}">
                      <a16:creationId xmlns:a16="http://schemas.microsoft.com/office/drawing/2014/main" id="{D34BF097-B883-D6BF-8BEC-421DE680C40A}"/>
                    </a:ext>
                  </a:extLst>
                </p14:cNvPr>
                <p14:cNvContentPartPr/>
                <p14:nvPr/>
              </p14:nvContentPartPr>
              <p14:xfrm>
                <a:off x="8519510" y="4773277"/>
                <a:ext cx="53640" cy="122760"/>
              </p14:xfrm>
            </p:contentPart>
          </mc:Choice>
          <mc:Fallback xmlns="">
            <p:pic>
              <p:nvPicPr>
                <p:cNvPr id="292" name="Ink 291">
                  <a:extLst>
                    <a:ext uri="{FF2B5EF4-FFF2-40B4-BE49-F238E27FC236}">
                      <a16:creationId xmlns:a16="http://schemas.microsoft.com/office/drawing/2014/main" id="{D34BF097-B883-D6BF-8BEC-421DE680C40A}"/>
                    </a:ext>
                  </a:extLst>
                </p:cNvPr>
                <p:cNvPicPr/>
                <p:nvPr/>
              </p:nvPicPr>
              <p:blipFill>
                <a:blip r:embed="rId507"/>
                <a:stretch>
                  <a:fillRect/>
                </a:stretch>
              </p:blipFill>
              <p:spPr>
                <a:xfrm>
                  <a:off x="8501510" y="4755277"/>
                  <a:ext cx="8928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508">
              <p14:nvContentPartPr>
                <p14:cNvPr id="293" name="Ink 292">
                  <a:extLst>
                    <a:ext uri="{FF2B5EF4-FFF2-40B4-BE49-F238E27FC236}">
                      <a16:creationId xmlns:a16="http://schemas.microsoft.com/office/drawing/2014/main" id="{FD18238C-F86F-535E-7EEE-725BEDF40569}"/>
                    </a:ext>
                  </a:extLst>
                </p14:cNvPr>
                <p14:cNvContentPartPr/>
                <p14:nvPr/>
              </p14:nvContentPartPr>
              <p14:xfrm>
                <a:off x="8644070" y="4631077"/>
                <a:ext cx="75960" cy="239040"/>
              </p14:xfrm>
            </p:contentPart>
          </mc:Choice>
          <mc:Fallback xmlns="">
            <p:pic>
              <p:nvPicPr>
                <p:cNvPr id="293" name="Ink 292">
                  <a:extLst>
                    <a:ext uri="{FF2B5EF4-FFF2-40B4-BE49-F238E27FC236}">
                      <a16:creationId xmlns:a16="http://schemas.microsoft.com/office/drawing/2014/main" id="{FD18238C-F86F-535E-7EEE-725BEDF40569}"/>
                    </a:ext>
                  </a:extLst>
                </p:cNvPr>
                <p:cNvPicPr/>
                <p:nvPr/>
              </p:nvPicPr>
              <p:blipFill>
                <a:blip r:embed="rId509"/>
                <a:stretch>
                  <a:fillRect/>
                </a:stretch>
              </p:blipFill>
              <p:spPr>
                <a:xfrm>
                  <a:off x="8626070" y="4613077"/>
                  <a:ext cx="11160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510">
              <p14:nvContentPartPr>
                <p14:cNvPr id="294" name="Ink 293">
                  <a:extLst>
                    <a:ext uri="{FF2B5EF4-FFF2-40B4-BE49-F238E27FC236}">
                      <a16:creationId xmlns:a16="http://schemas.microsoft.com/office/drawing/2014/main" id="{DA8761A3-F4D0-5403-4B24-0D8F42FEEDC0}"/>
                    </a:ext>
                  </a:extLst>
                </p14:cNvPr>
                <p14:cNvContentPartPr/>
                <p14:nvPr/>
              </p14:nvContentPartPr>
              <p14:xfrm>
                <a:off x="8702390" y="4780117"/>
                <a:ext cx="102600" cy="114840"/>
              </p14:xfrm>
            </p:contentPart>
          </mc:Choice>
          <mc:Fallback xmlns="">
            <p:pic>
              <p:nvPicPr>
                <p:cNvPr id="294" name="Ink 293">
                  <a:extLst>
                    <a:ext uri="{FF2B5EF4-FFF2-40B4-BE49-F238E27FC236}">
                      <a16:creationId xmlns:a16="http://schemas.microsoft.com/office/drawing/2014/main" id="{DA8761A3-F4D0-5403-4B24-0D8F42FEEDC0}"/>
                    </a:ext>
                  </a:extLst>
                </p:cNvPr>
                <p:cNvPicPr/>
                <p:nvPr/>
              </p:nvPicPr>
              <p:blipFill>
                <a:blip r:embed="rId511"/>
                <a:stretch>
                  <a:fillRect/>
                </a:stretch>
              </p:blipFill>
              <p:spPr>
                <a:xfrm>
                  <a:off x="8684390" y="4762117"/>
                  <a:ext cx="13824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512">
              <p14:nvContentPartPr>
                <p14:cNvPr id="295" name="Ink 294">
                  <a:extLst>
                    <a:ext uri="{FF2B5EF4-FFF2-40B4-BE49-F238E27FC236}">
                      <a16:creationId xmlns:a16="http://schemas.microsoft.com/office/drawing/2014/main" id="{0A5BF519-B99E-369D-16BD-855167BE4EC8}"/>
                    </a:ext>
                  </a:extLst>
                </p14:cNvPr>
                <p14:cNvContentPartPr/>
                <p14:nvPr/>
              </p14:nvContentPartPr>
              <p14:xfrm>
                <a:off x="8861510" y="4767877"/>
                <a:ext cx="128880" cy="258840"/>
              </p14:xfrm>
            </p:contentPart>
          </mc:Choice>
          <mc:Fallback xmlns="">
            <p:pic>
              <p:nvPicPr>
                <p:cNvPr id="295" name="Ink 294">
                  <a:extLst>
                    <a:ext uri="{FF2B5EF4-FFF2-40B4-BE49-F238E27FC236}">
                      <a16:creationId xmlns:a16="http://schemas.microsoft.com/office/drawing/2014/main" id="{0A5BF519-B99E-369D-16BD-855167BE4EC8}"/>
                    </a:ext>
                  </a:extLst>
                </p:cNvPr>
                <p:cNvPicPr/>
                <p:nvPr/>
              </p:nvPicPr>
              <p:blipFill>
                <a:blip r:embed="rId513"/>
                <a:stretch>
                  <a:fillRect/>
                </a:stretch>
              </p:blipFill>
              <p:spPr>
                <a:xfrm>
                  <a:off x="8843460" y="4749877"/>
                  <a:ext cx="16462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296" name="Ink 295">
                  <a:extLst>
                    <a:ext uri="{FF2B5EF4-FFF2-40B4-BE49-F238E27FC236}">
                      <a16:creationId xmlns:a16="http://schemas.microsoft.com/office/drawing/2014/main" id="{7B22E4D5-943A-6967-85A6-B70AEB0A637C}"/>
                    </a:ext>
                  </a:extLst>
                </p14:cNvPr>
                <p14:cNvContentPartPr/>
                <p14:nvPr/>
              </p14:nvContentPartPr>
              <p14:xfrm>
                <a:off x="9127190" y="4554757"/>
                <a:ext cx="88920" cy="343800"/>
              </p14:xfrm>
            </p:contentPart>
          </mc:Choice>
          <mc:Fallback xmlns="">
            <p:pic>
              <p:nvPicPr>
                <p:cNvPr id="296" name="Ink 295">
                  <a:extLst>
                    <a:ext uri="{FF2B5EF4-FFF2-40B4-BE49-F238E27FC236}">
                      <a16:creationId xmlns:a16="http://schemas.microsoft.com/office/drawing/2014/main" id="{7B22E4D5-943A-6967-85A6-B70AEB0A637C}"/>
                    </a:ext>
                  </a:extLst>
                </p:cNvPr>
                <p:cNvPicPr/>
                <p:nvPr/>
              </p:nvPicPr>
              <p:blipFill>
                <a:blip r:embed="rId515"/>
                <a:stretch>
                  <a:fillRect/>
                </a:stretch>
              </p:blipFill>
              <p:spPr>
                <a:xfrm>
                  <a:off x="9109190" y="4536757"/>
                  <a:ext cx="124560" cy="37944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297" name="Ink 296">
                  <a:extLst>
                    <a:ext uri="{FF2B5EF4-FFF2-40B4-BE49-F238E27FC236}">
                      <a16:creationId xmlns:a16="http://schemas.microsoft.com/office/drawing/2014/main" id="{0DC6E2AB-159B-9437-3458-34CCD001CFC7}"/>
                    </a:ext>
                  </a:extLst>
                </p14:cNvPr>
                <p14:cNvContentPartPr/>
                <p14:nvPr/>
              </p14:nvContentPartPr>
              <p14:xfrm>
                <a:off x="9326630" y="4703077"/>
                <a:ext cx="12240" cy="123840"/>
              </p14:xfrm>
            </p:contentPart>
          </mc:Choice>
          <mc:Fallback xmlns="">
            <p:pic>
              <p:nvPicPr>
                <p:cNvPr id="297" name="Ink 296">
                  <a:extLst>
                    <a:ext uri="{FF2B5EF4-FFF2-40B4-BE49-F238E27FC236}">
                      <a16:creationId xmlns:a16="http://schemas.microsoft.com/office/drawing/2014/main" id="{0DC6E2AB-159B-9437-3458-34CCD001CFC7}"/>
                    </a:ext>
                  </a:extLst>
                </p:cNvPr>
                <p:cNvPicPr/>
                <p:nvPr/>
              </p:nvPicPr>
              <p:blipFill>
                <a:blip r:embed="rId517"/>
                <a:stretch>
                  <a:fillRect/>
                </a:stretch>
              </p:blipFill>
              <p:spPr>
                <a:xfrm>
                  <a:off x="9308630" y="4685077"/>
                  <a:ext cx="4788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298" name="Ink 297">
                  <a:extLst>
                    <a:ext uri="{FF2B5EF4-FFF2-40B4-BE49-F238E27FC236}">
                      <a16:creationId xmlns:a16="http://schemas.microsoft.com/office/drawing/2014/main" id="{D1BDEE2E-110D-76FF-C498-9AD5C8079D19}"/>
                    </a:ext>
                  </a:extLst>
                </p14:cNvPr>
                <p14:cNvContentPartPr/>
                <p14:nvPr/>
              </p14:nvContentPartPr>
              <p14:xfrm>
                <a:off x="9448670" y="4628917"/>
                <a:ext cx="86040" cy="290520"/>
              </p14:xfrm>
            </p:contentPart>
          </mc:Choice>
          <mc:Fallback xmlns="">
            <p:pic>
              <p:nvPicPr>
                <p:cNvPr id="298" name="Ink 297">
                  <a:extLst>
                    <a:ext uri="{FF2B5EF4-FFF2-40B4-BE49-F238E27FC236}">
                      <a16:creationId xmlns:a16="http://schemas.microsoft.com/office/drawing/2014/main" id="{D1BDEE2E-110D-76FF-C498-9AD5C8079D19}"/>
                    </a:ext>
                  </a:extLst>
                </p:cNvPr>
                <p:cNvPicPr/>
                <p:nvPr/>
              </p:nvPicPr>
              <p:blipFill>
                <a:blip r:embed="rId519"/>
                <a:stretch>
                  <a:fillRect/>
                </a:stretch>
              </p:blipFill>
              <p:spPr>
                <a:xfrm>
                  <a:off x="9430745" y="4610917"/>
                  <a:ext cx="121532"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300" name="Ink 299">
                  <a:extLst>
                    <a:ext uri="{FF2B5EF4-FFF2-40B4-BE49-F238E27FC236}">
                      <a16:creationId xmlns:a16="http://schemas.microsoft.com/office/drawing/2014/main" id="{619B77E7-AF16-7F9D-0220-21A9A35301AA}"/>
                    </a:ext>
                  </a:extLst>
                </p14:cNvPr>
                <p14:cNvContentPartPr/>
                <p14:nvPr/>
              </p14:nvContentPartPr>
              <p14:xfrm>
                <a:off x="9671150" y="4787677"/>
                <a:ext cx="42480" cy="132840"/>
              </p14:xfrm>
            </p:contentPart>
          </mc:Choice>
          <mc:Fallback xmlns="">
            <p:pic>
              <p:nvPicPr>
                <p:cNvPr id="300" name="Ink 299">
                  <a:extLst>
                    <a:ext uri="{FF2B5EF4-FFF2-40B4-BE49-F238E27FC236}">
                      <a16:creationId xmlns:a16="http://schemas.microsoft.com/office/drawing/2014/main" id="{619B77E7-AF16-7F9D-0220-21A9A35301AA}"/>
                    </a:ext>
                  </a:extLst>
                </p:cNvPr>
                <p:cNvPicPr/>
                <p:nvPr/>
              </p:nvPicPr>
              <p:blipFill>
                <a:blip r:embed="rId521"/>
                <a:stretch>
                  <a:fillRect/>
                </a:stretch>
              </p:blipFill>
              <p:spPr>
                <a:xfrm>
                  <a:off x="9653150" y="4769628"/>
                  <a:ext cx="78120" cy="168577"/>
                </a:xfrm>
                <a:prstGeom prst="rect">
                  <a:avLst/>
                </a:prstGeom>
              </p:spPr>
            </p:pic>
          </mc:Fallback>
        </mc:AlternateContent>
        <mc:AlternateContent xmlns:mc="http://schemas.openxmlformats.org/markup-compatibility/2006" xmlns:p14="http://schemas.microsoft.com/office/powerpoint/2010/main">
          <mc:Choice Requires="p14">
            <p:contentPart p14:bwMode="auto" r:id="rId522">
              <p14:nvContentPartPr>
                <p14:cNvPr id="301" name="Ink 300">
                  <a:extLst>
                    <a:ext uri="{FF2B5EF4-FFF2-40B4-BE49-F238E27FC236}">
                      <a16:creationId xmlns:a16="http://schemas.microsoft.com/office/drawing/2014/main" id="{0B736E3C-5A25-BD49-FB56-F0C0A8B178C8}"/>
                    </a:ext>
                  </a:extLst>
                </p14:cNvPr>
                <p14:cNvContentPartPr/>
                <p14:nvPr/>
              </p14:nvContentPartPr>
              <p14:xfrm>
                <a:off x="9689870" y="4692277"/>
                <a:ext cx="6120" cy="12600"/>
              </p14:xfrm>
            </p:contentPart>
          </mc:Choice>
          <mc:Fallback xmlns="">
            <p:pic>
              <p:nvPicPr>
                <p:cNvPr id="301" name="Ink 300">
                  <a:extLst>
                    <a:ext uri="{FF2B5EF4-FFF2-40B4-BE49-F238E27FC236}">
                      <a16:creationId xmlns:a16="http://schemas.microsoft.com/office/drawing/2014/main" id="{0B736E3C-5A25-BD49-FB56-F0C0A8B178C8}"/>
                    </a:ext>
                  </a:extLst>
                </p:cNvPr>
                <p:cNvPicPr/>
                <p:nvPr/>
              </p:nvPicPr>
              <p:blipFill>
                <a:blip r:embed="rId523"/>
                <a:stretch>
                  <a:fillRect/>
                </a:stretch>
              </p:blipFill>
              <p:spPr>
                <a:xfrm>
                  <a:off x="9671870" y="4674277"/>
                  <a:ext cx="41760" cy="48240"/>
                </a:xfrm>
                <a:prstGeom prst="rect">
                  <a:avLst/>
                </a:prstGeom>
              </p:spPr>
            </p:pic>
          </mc:Fallback>
        </mc:AlternateContent>
      </p:grpSp>
      <p:grpSp>
        <p:nvGrpSpPr>
          <p:cNvPr id="305" name="Group 304">
            <a:extLst>
              <a:ext uri="{FF2B5EF4-FFF2-40B4-BE49-F238E27FC236}">
                <a16:creationId xmlns:a16="http://schemas.microsoft.com/office/drawing/2014/main" id="{D546A606-6FE7-B6DA-AA52-2023575EFA2F}"/>
              </a:ext>
            </a:extLst>
          </p:cNvPr>
          <p:cNvGrpSpPr/>
          <p:nvPr/>
        </p:nvGrpSpPr>
        <p:grpSpPr>
          <a:xfrm>
            <a:off x="8478830" y="5266837"/>
            <a:ext cx="315000" cy="165600"/>
            <a:chOff x="8478830" y="5266837"/>
            <a:chExt cx="315000" cy="165600"/>
          </a:xfrm>
        </p:grpSpPr>
        <mc:AlternateContent xmlns:mc="http://schemas.openxmlformats.org/markup-compatibility/2006" xmlns:p14="http://schemas.microsoft.com/office/powerpoint/2010/main">
          <mc:Choice Requires="p14">
            <p:contentPart p14:bwMode="auto" r:id="rId524">
              <p14:nvContentPartPr>
                <p14:cNvPr id="303" name="Ink 302">
                  <a:extLst>
                    <a:ext uri="{FF2B5EF4-FFF2-40B4-BE49-F238E27FC236}">
                      <a16:creationId xmlns:a16="http://schemas.microsoft.com/office/drawing/2014/main" id="{139C72D9-51AF-F731-01C0-59EB38A297A1}"/>
                    </a:ext>
                  </a:extLst>
                </p14:cNvPr>
                <p14:cNvContentPartPr/>
                <p14:nvPr/>
              </p14:nvContentPartPr>
              <p14:xfrm>
                <a:off x="8478830" y="5266837"/>
                <a:ext cx="185400" cy="107280"/>
              </p14:xfrm>
            </p:contentPart>
          </mc:Choice>
          <mc:Fallback xmlns="">
            <p:pic>
              <p:nvPicPr>
                <p:cNvPr id="303" name="Ink 302">
                  <a:extLst>
                    <a:ext uri="{FF2B5EF4-FFF2-40B4-BE49-F238E27FC236}">
                      <a16:creationId xmlns:a16="http://schemas.microsoft.com/office/drawing/2014/main" id="{139C72D9-51AF-F731-01C0-59EB38A297A1}"/>
                    </a:ext>
                  </a:extLst>
                </p:cNvPr>
                <p:cNvPicPr/>
                <p:nvPr/>
              </p:nvPicPr>
              <p:blipFill>
                <a:blip r:embed="rId525"/>
                <a:stretch>
                  <a:fillRect/>
                </a:stretch>
              </p:blipFill>
              <p:spPr>
                <a:xfrm>
                  <a:off x="8460795" y="5248776"/>
                  <a:ext cx="221109" cy="143040"/>
                </a:xfrm>
                <a:prstGeom prst="rect">
                  <a:avLst/>
                </a:prstGeom>
              </p:spPr>
            </p:pic>
          </mc:Fallback>
        </mc:AlternateContent>
        <mc:AlternateContent xmlns:mc="http://schemas.openxmlformats.org/markup-compatibility/2006" xmlns:p14="http://schemas.microsoft.com/office/powerpoint/2010/main">
          <mc:Choice Requires="p14">
            <p:contentPart p14:bwMode="auto" r:id="rId526">
              <p14:nvContentPartPr>
                <p14:cNvPr id="304" name="Ink 303">
                  <a:extLst>
                    <a:ext uri="{FF2B5EF4-FFF2-40B4-BE49-F238E27FC236}">
                      <a16:creationId xmlns:a16="http://schemas.microsoft.com/office/drawing/2014/main" id="{8307FCCF-98A7-5EE5-B2B7-1FB4A4BAA2DE}"/>
                    </a:ext>
                  </a:extLst>
                </p14:cNvPr>
                <p14:cNvContentPartPr/>
                <p14:nvPr/>
              </p14:nvContentPartPr>
              <p14:xfrm>
                <a:off x="8539310" y="5355757"/>
                <a:ext cx="254520" cy="76680"/>
              </p14:xfrm>
            </p:contentPart>
          </mc:Choice>
          <mc:Fallback xmlns="">
            <p:pic>
              <p:nvPicPr>
                <p:cNvPr id="304" name="Ink 303">
                  <a:extLst>
                    <a:ext uri="{FF2B5EF4-FFF2-40B4-BE49-F238E27FC236}">
                      <a16:creationId xmlns:a16="http://schemas.microsoft.com/office/drawing/2014/main" id="{8307FCCF-98A7-5EE5-B2B7-1FB4A4BAA2DE}"/>
                    </a:ext>
                  </a:extLst>
                </p:cNvPr>
                <p:cNvPicPr/>
                <p:nvPr/>
              </p:nvPicPr>
              <p:blipFill>
                <a:blip r:embed="rId527"/>
                <a:stretch>
                  <a:fillRect/>
                </a:stretch>
              </p:blipFill>
              <p:spPr>
                <a:xfrm>
                  <a:off x="8521310" y="5337757"/>
                  <a:ext cx="290160" cy="112320"/>
                </a:xfrm>
                <a:prstGeom prst="rect">
                  <a:avLst/>
                </a:prstGeom>
              </p:spPr>
            </p:pic>
          </mc:Fallback>
        </mc:AlternateContent>
      </p:grpSp>
      <p:grpSp>
        <p:nvGrpSpPr>
          <p:cNvPr id="309" name="Group 308">
            <a:extLst>
              <a:ext uri="{FF2B5EF4-FFF2-40B4-BE49-F238E27FC236}">
                <a16:creationId xmlns:a16="http://schemas.microsoft.com/office/drawing/2014/main" id="{85B7CC50-D6F4-DE8C-A50C-3050C99DB2D7}"/>
              </a:ext>
            </a:extLst>
          </p:cNvPr>
          <p:cNvGrpSpPr/>
          <p:nvPr/>
        </p:nvGrpSpPr>
        <p:grpSpPr>
          <a:xfrm>
            <a:off x="9155630" y="5232997"/>
            <a:ext cx="641520" cy="279360"/>
            <a:chOff x="9155630" y="5232997"/>
            <a:chExt cx="641520" cy="279360"/>
          </a:xfrm>
        </p:grpSpPr>
        <mc:AlternateContent xmlns:mc="http://schemas.openxmlformats.org/markup-compatibility/2006" xmlns:p14="http://schemas.microsoft.com/office/powerpoint/2010/main">
          <mc:Choice Requires="p14">
            <p:contentPart p14:bwMode="auto" r:id="rId528">
              <p14:nvContentPartPr>
                <p14:cNvPr id="306" name="Ink 305">
                  <a:extLst>
                    <a:ext uri="{FF2B5EF4-FFF2-40B4-BE49-F238E27FC236}">
                      <a16:creationId xmlns:a16="http://schemas.microsoft.com/office/drawing/2014/main" id="{494DCD63-A52A-275A-43CE-6AF41D06A8F0}"/>
                    </a:ext>
                  </a:extLst>
                </p14:cNvPr>
                <p14:cNvContentPartPr/>
                <p14:nvPr/>
              </p14:nvContentPartPr>
              <p14:xfrm>
                <a:off x="9155630" y="5232997"/>
                <a:ext cx="29880" cy="279360"/>
              </p14:xfrm>
            </p:contentPart>
          </mc:Choice>
          <mc:Fallback xmlns="">
            <p:pic>
              <p:nvPicPr>
                <p:cNvPr id="306" name="Ink 305">
                  <a:extLst>
                    <a:ext uri="{FF2B5EF4-FFF2-40B4-BE49-F238E27FC236}">
                      <a16:creationId xmlns:a16="http://schemas.microsoft.com/office/drawing/2014/main" id="{494DCD63-A52A-275A-43CE-6AF41D06A8F0}"/>
                    </a:ext>
                  </a:extLst>
                </p:cNvPr>
                <p:cNvPicPr/>
                <p:nvPr/>
              </p:nvPicPr>
              <p:blipFill>
                <a:blip r:embed="rId529"/>
                <a:stretch>
                  <a:fillRect/>
                </a:stretch>
              </p:blipFill>
              <p:spPr>
                <a:xfrm>
                  <a:off x="9137844" y="5214974"/>
                  <a:ext cx="65096" cy="315046"/>
                </a:xfrm>
                <a:prstGeom prst="rect">
                  <a:avLst/>
                </a:prstGeom>
              </p:spPr>
            </p:pic>
          </mc:Fallback>
        </mc:AlternateContent>
        <mc:AlternateContent xmlns:mc="http://schemas.openxmlformats.org/markup-compatibility/2006" xmlns:p14="http://schemas.microsoft.com/office/powerpoint/2010/main">
          <mc:Choice Requires="p14">
            <p:contentPart p14:bwMode="auto" r:id="rId530">
              <p14:nvContentPartPr>
                <p14:cNvPr id="307" name="Ink 306">
                  <a:extLst>
                    <a:ext uri="{FF2B5EF4-FFF2-40B4-BE49-F238E27FC236}">
                      <a16:creationId xmlns:a16="http://schemas.microsoft.com/office/drawing/2014/main" id="{67A1D696-7DCF-138A-A94F-BA9DE5147B43}"/>
                    </a:ext>
                  </a:extLst>
                </p14:cNvPr>
                <p14:cNvContentPartPr/>
                <p14:nvPr/>
              </p14:nvContentPartPr>
              <p14:xfrm>
                <a:off x="9338870" y="5357557"/>
                <a:ext cx="259560" cy="141480"/>
              </p14:xfrm>
            </p:contentPart>
          </mc:Choice>
          <mc:Fallback xmlns="">
            <p:pic>
              <p:nvPicPr>
                <p:cNvPr id="307" name="Ink 306">
                  <a:extLst>
                    <a:ext uri="{FF2B5EF4-FFF2-40B4-BE49-F238E27FC236}">
                      <a16:creationId xmlns:a16="http://schemas.microsoft.com/office/drawing/2014/main" id="{67A1D696-7DCF-138A-A94F-BA9DE5147B43}"/>
                    </a:ext>
                  </a:extLst>
                </p:cNvPr>
                <p:cNvPicPr/>
                <p:nvPr/>
              </p:nvPicPr>
              <p:blipFill>
                <a:blip r:embed="rId531"/>
                <a:stretch>
                  <a:fillRect/>
                </a:stretch>
              </p:blipFill>
              <p:spPr>
                <a:xfrm>
                  <a:off x="9320870" y="5339557"/>
                  <a:ext cx="2952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532">
              <p14:nvContentPartPr>
                <p14:cNvPr id="308" name="Ink 307">
                  <a:extLst>
                    <a:ext uri="{FF2B5EF4-FFF2-40B4-BE49-F238E27FC236}">
                      <a16:creationId xmlns:a16="http://schemas.microsoft.com/office/drawing/2014/main" id="{D86BE24E-EF14-E064-11B5-CD5F9ED956F1}"/>
                    </a:ext>
                  </a:extLst>
                </p14:cNvPr>
                <p14:cNvContentPartPr/>
                <p14:nvPr/>
              </p14:nvContentPartPr>
              <p14:xfrm>
                <a:off x="9708950" y="5309317"/>
                <a:ext cx="88200" cy="191160"/>
              </p14:xfrm>
            </p:contentPart>
          </mc:Choice>
          <mc:Fallback xmlns="">
            <p:pic>
              <p:nvPicPr>
                <p:cNvPr id="308" name="Ink 307">
                  <a:extLst>
                    <a:ext uri="{FF2B5EF4-FFF2-40B4-BE49-F238E27FC236}">
                      <a16:creationId xmlns:a16="http://schemas.microsoft.com/office/drawing/2014/main" id="{D86BE24E-EF14-E064-11B5-CD5F9ED956F1}"/>
                    </a:ext>
                  </a:extLst>
                </p:cNvPr>
                <p:cNvPicPr/>
                <p:nvPr/>
              </p:nvPicPr>
              <p:blipFill>
                <a:blip r:embed="rId533"/>
                <a:stretch>
                  <a:fillRect/>
                </a:stretch>
              </p:blipFill>
              <p:spPr>
                <a:xfrm>
                  <a:off x="9690950" y="5291317"/>
                  <a:ext cx="123840" cy="226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34">
            <p14:nvContentPartPr>
              <p14:cNvPr id="310" name="Ink 309">
                <a:extLst>
                  <a:ext uri="{FF2B5EF4-FFF2-40B4-BE49-F238E27FC236}">
                    <a16:creationId xmlns:a16="http://schemas.microsoft.com/office/drawing/2014/main" id="{60AD2519-C734-D1C7-99F7-53AE6BEAC1E2}"/>
                  </a:ext>
                </a:extLst>
              </p14:cNvPr>
              <p14:cNvContentPartPr/>
              <p14:nvPr/>
            </p14:nvContentPartPr>
            <p14:xfrm>
              <a:off x="8830910" y="5726197"/>
              <a:ext cx="958320" cy="73800"/>
            </p14:xfrm>
          </p:contentPart>
        </mc:Choice>
        <mc:Fallback xmlns="">
          <p:pic>
            <p:nvPicPr>
              <p:cNvPr id="310" name="Ink 309">
                <a:extLst>
                  <a:ext uri="{FF2B5EF4-FFF2-40B4-BE49-F238E27FC236}">
                    <a16:creationId xmlns:a16="http://schemas.microsoft.com/office/drawing/2014/main" id="{60AD2519-C734-D1C7-99F7-53AE6BEAC1E2}"/>
                  </a:ext>
                </a:extLst>
              </p:cNvPr>
              <p:cNvPicPr/>
              <p:nvPr/>
            </p:nvPicPr>
            <p:blipFill>
              <a:blip r:embed="rId535"/>
              <a:stretch>
                <a:fillRect/>
              </a:stretch>
            </p:blipFill>
            <p:spPr>
              <a:xfrm>
                <a:off x="8812903" y="5708197"/>
                <a:ext cx="993973" cy="109440"/>
              </a:xfrm>
              <a:prstGeom prst="rect">
                <a:avLst/>
              </a:prstGeom>
            </p:spPr>
          </p:pic>
        </mc:Fallback>
      </mc:AlternateContent>
      <p:grpSp>
        <p:nvGrpSpPr>
          <p:cNvPr id="327" name="Group 326">
            <a:extLst>
              <a:ext uri="{FF2B5EF4-FFF2-40B4-BE49-F238E27FC236}">
                <a16:creationId xmlns:a16="http://schemas.microsoft.com/office/drawing/2014/main" id="{A1A24E94-DB6D-0058-0470-6E45B6AACAC3}"/>
              </a:ext>
            </a:extLst>
          </p:cNvPr>
          <p:cNvGrpSpPr/>
          <p:nvPr/>
        </p:nvGrpSpPr>
        <p:grpSpPr>
          <a:xfrm>
            <a:off x="8015150" y="6348997"/>
            <a:ext cx="549720" cy="263160"/>
            <a:chOff x="8015150" y="6348997"/>
            <a:chExt cx="549720" cy="263160"/>
          </a:xfrm>
        </p:grpSpPr>
        <mc:AlternateContent xmlns:mc="http://schemas.openxmlformats.org/markup-compatibility/2006" xmlns:p14="http://schemas.microsoft.com/office/powerpoint/2010/main">
          <mc:Choice Requires="p14">
            <p:contentPart p14:bwMode="auto" r:id="rId536">
              <p14:nvContentPartPr>
                <p14:cNvPr id="311" name="Ink 310">
                  <a:extLst>
                    <a:ext uri="{FF2B5EF4-FFF2-40B4-BE49-F238E27FC236}">
                      <a16:creationId xmlns:a16="http://schemas.microsoft.com/office/drawing/2014/main" id="{A5A6FB1A-E7A6-47B0-4AE3-CEBF489F2EF9}"/>
                    </a:ext>
                  </a:extLst>
                </p14:cNvPr>
                <p14:cNvContentPartPr/>
                <p14:nvPr/>
              </p14:nvContentPartPr>
              <p14:xfrm>
                <a:off x="8015150" y="6348997"/>
                <a:ext cx="315000" cy="44280"/>
              </p14:xfrm>
            </p:contentPart>
          </mc:Choice>
          <mc:Fallback xmlns="">
            <p:pic>
              <p:nvPicPr>
                <p:cNvPr id="311" name="Ink 310">
                  <a:extLst>
                    <a:ext uri="{FF2B5EF4-FFF2-40B4-BE49-F238E27FC236}">
                      <a16:creationId xmlns:a16="http://schemas.microsoft.com/office/drawing/2014/main" id="{A5A6FB1A-E7A6-47B0-4AE3-CEBF489F2EF9}"/>
                    </a:ext>
                  </a:extLst>
                </p:cNvPr>
                <p:cNvPicPr/>
                <p:nvPr/>
              </p:nvPicPr>
              <p:blipFill>
                <a:blip r:embed="rId537"/>
                <a:stretch>
                  <a:fillRect/>
                </a:stretch>
              </p:blipFill>
              <p:spPr>
                <a:xfrm>
                  <a:off x="7997171" y="6330997"/>
                  <a:ext cx="350599"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538">
              <p14:nvContentPartPr>
                <p14:cNvPr id="312" name="Ink 311">
                  <a:extLst>
                    <a:ext uri="{FF2B5EF4-FFF2-40B4-BE49-F238E27FC236}">
                      <a16:creationId xmlns:a16="http://schemas.microsoft.com/office/drawing/2014/main" id="{95C8F03A-3B3D-BA5C-FA79-3D11D7C2E317}"/>
                    </a:ext>
                  </a:extLst>
                </p14:cNvPr>
                <p14:cNvContentPartPr/>
                <p14:nvPr/>
              </p14:nvContentPartPr>
              <p14:xfrm>
                <a:off x="8183630" y="6361957"/>
                <a:ext cx="76320" cy="250200"/>
              </p14:xfrm>
            </p:contentPart>
          </mc:Choice>
          <mc:Fallback xmlns="">
            <p:pic>
              <p:nvPicPr>
                <p:cNvPr id="312" name="Ink 311">
                  <a:extLst>
                    <a:ext uri="{FF2B5EF4-FFF2-40B4-BE49-F238E27FC236}">
                      <a16:creationId xmlns:a16="http://schemas.microsoft.com/office/drawing/2014/main" id="{95C8F03A-3B3D-BA5C-FA79-3D11D7C2E317}"/>
                    </a:ext>
                  </a:extLst>
                </p:cNvPr>
                <p:cNvPicPr/>
                <p:nvPr/>
              </p:nvPicPr>
              <p:blipFill>
                <a:blip r:embed="rId539"/>
                <a:stretch>
                  <a:fillRect/>
                </a:stretch>
              </p:blipFill>
              <p:spPr>
                <a:xfrm>
                  <a:off x="8165630" y="6343957"/>
                  <a:ext cx="111960" cy="285840"/>
                </a:xfrm>
                <a:prstGeom prst="rect">
                  <a:avLst/>
                </a:prstGeom>
              </p:spPr>
            </p:pic>
          </mc:Fallback>
        </mc:AlternateContent>
        <mc:AlternateContent xmlns:mc="http://schemas.openxmlformats.org/markup-compatibility/2006" xmlns:p14="http://schemas.microsoft.com/office/powerpoint/2010/main">
          <mc:Choice Requires="p14">
            <p:contentPart p14:bwMode="auto" r:id="rId540">
              <p14:nvContentPartPr>
                <p14:cNvPr id="313" name="Ink 312">
                  <a:extLst>
                    <a:ext uri="{FF2B5EF4-FFF2-40B4-BE49-F238E27FC236}">
                      <a16:creationId xmlns:a16="http://schemas.microsoft.com/office/drawing/2014/main" id="{5CE99D0C-76EB-AA02-751C-57A45FE2E6F8}"/>
                    </a:ext>
                  </a:extLst>
                </p14:cNvPr>
                <p14:cNvContentPartPr/>
                <p14:nvPr/>
              </p14:nvContentPartPr>
              <p14:xfrm>
                <a:off x="8415470" y="6416677"/>
                <a:ext cx="132480" cy="156240"/>
              </p14:xfrm>
            </p:contentPart>
          </mc:Choice>
          <mc:Fallback xmlns="">
            <p:pic>
              <p:nvPicPr>
                <p:cNvPr id="313" name="Ink 312">
                  <a:extLst>
                    <a:ext uri="{FF2B5EF4-FFF2-40B4-BE49-F238E27FC236}">
                      <a16:creationId xmlns:a16="http://schemas.microsoft.com/office/drawing/2014/main" id="{5CE99D0C-76EB-AA02-751C-57A45FE2E6F8}"/>
                    </a:ext>
                  </a:extLst>
                </p:cNvPr>
                <p:cNvPicPr/>
                <p:nvPr/>
              </p:nvPicPr>
              <p:blipFill>
                <a:blip r:embed="rId541"/>
                <a:stretch>
                  <a:fillRect/>
                </a:stretch>
              </p:blipFill>
              <p:spPr>
                <a:xfrm>
                  <a:off x="8397470" y="6398677"/>
                  <a:ext cx="1681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542">
              <p14:nvContentPartPr>
                <p14:cNvPr id="314" name="Ink 313">
                  <a:extLst>
                    <a:ext uri="{FF2B5EF4-FFF2-40B4-BE49-F238E27FC236}">
                      <a16:creationId xmlns:a16="http://schemas.microsoft.com/office/drawing/2014/main" id="{B6009B8C-2DA1-CE4A-0EB8-F39A6FAFDEBA}"/>
                    </a:ext>
                  </a:extLst>
                </p14:cNvPr>
                <p14:cNvContentPartPr/>
                <p14:nvPr/>
              </p14:nvContentPartPr>
              <p14:xfrm>
                <a:off x="8440670" y="6378877"/>
                <a:ext cx="124200" cy="212400"/>
              </p14:xfrm>
            </p:contentPart>
          </mc:Choice>
          <mc:Fallback xmlns="">
            <p:pic>
              <p:nvPicPr>
                <p:cNvPr id="314" name="Ink 313">
                  <a:extLst>
                    <a:ext uri="{FF2B5EF4-FFF2-40B4-BE49-F238E27FC236}">
                      <a16:creationId xmlns:a16="http://schemas.microsoft.com/office/drawing/2014/main" id="{B6009B8C-2DA1-CE4A-0EB8-F39A6FAFDEBA}"/>
                    </a:ext>
                  </a:extLst>
                </p:cNvPr>
                <p:cNvPicPr/>
                <p:nvPr/>
              </p:nvPicPr>
              <p:blipFill>
                <a:blip r:embed="rId543"/>
                <a:stretch>
                  <a:fillRect/>
                </a:stretch>
              </p:blipFill>
              <p:spPr>
                <a:xfrm>
                  <a:off x="8422670" y="6360877"/>
                  <a:ext cx="159840" cy="248040"/>
                </a:xfrm>
                <a:prstGeom prst="rect">
                  <a:avLst/>
                </a:prstGeom>
              </p:spPr>
            </p:pic>
          </mc:Fallback>
        </mc:AlternateContent>
      </p:grpSp>
      <p:grpSp>
        <p:nvGrpSpPr>
          <p:cNvPr id="326" name="Group 325">
            <a:extLst>
              <a:ext uri="{FF2B5EF4-FFF2-40B4-BE49-F238E27FC236}">
                <a16:creationId xmlns:a16="http://schemas.microsoft.com/office/drawing/2014/main" id="{17B8AFE5-D0E2-4985-B550-2A9A1C91BA4E}"/>
              </a:ext>
            </a:extLst>
          </p:cNvPr>
          <p:cNvGrpSpPr/>
          <p:nvPr/>
        </p:nvGrpSpPr>
        <p:grpSpPr>
          <a:xfrm>
            <a:off x="8771870" y="6272677"/>
            <a:ext cx="1338840" cy="333360"/>
            <a:chOff x="8771870" y="6272677"/>
            <a:chExt cx="1338840" cy="333360"/>
          </a:xfrm>
        </p:grpSpPr>
        <mc:AlternateContent xmlns:mc="http://schemas.openxmlformats.org/markup-compatibility/2006" xmlns:p14="http://schemas.microsoft.com/office/powerpoint/2010/main">
          <mc:Choice Requires="p14">
            <p:contentPart p14:bwMode="auto" r:id="rId544">
              <p14:nvContentPartPr>
                <p14:cNvPr id="315" name="Ink 314">
                  <a:extLst>
                    <a:ext uri="{FF2B5EF4-FFF2-40B4-BE49-F238E27FC236}">
                      <a16:creationId xmlns:a16="http://schemas.microsoft.com/office/drawing/2014/main" id="{B61BE1A2-3C84-0AB4-B7C2-765564BC1041}"/>
                    </a:ext>
                  </a:extLst>
                </p14:cNvPr>
                <p14:cNvContentPartPr/>
                <p14:nvPr/>
              </p14:nvContentPartPr>
              <p14:xfrm>
                <a:off x="8771870" y="6429277"/>
                <a:ext cx="93600" cy="18720"/>
              </p14:xfrm>
            </p:contentPart>
          </mc:Choice>
          <mc:Fallback xmlns="">
            <p:pic>
              <p:nvPicPr>
                <p:cNvPr id="315" name="Ink 314">
                  <a:extLst>
                    <a:ext uri="{FF2B5EF4-FFF2-40B4-BE49-F238E27FC236}">
                      <a16:creationId xmlns:a16="http://schemas.microsoft.com/office/drawing/2014/main" id="{B61BE1A2-3C84-0AB4-B7C2-765564BC1041}"/>
                    </a:ext>
                  </a:extLst>
                </p:cNvPr>
                <p:cNvPicPr/>
                <p:nvPr/>
              </p:nvPicPr>
              <p:blipFill>
                <a:blip r:embed="rId545"/>
                <a:stretch>
                  <a:fillRect/>
                </a:stretch>
              </p:blipFill>
              <p:spPr>
                <a:xfrm>
                  <a:off x="8753801" y="6411277"/>
                  <a:ext cx="129378"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546">
              <p14:nvContentPartPr>
                <p14:cNvPr id="316" name="Ink 315">
                  <a:extLst>
                    <a:ext uri="{FF2B5EF4-FFF2-40B4-BE49-F238E27FC236}">
                      <a16:creationId xmlns:a16="http://schemas.microsoft.com/office/drawing/2014/main" id="{55F6F184-16F9-3956-B956-D7CD0BC7CC67}"/>
                    </a:ext>
                  </a:extLst>
                </p14:cNvPr>
                <p14:cNvContentPartPr/>
                <p14:nvPr/>
              </p14:nvContentPartPr>
              <p14:xfrm>
                <a:off x="8816510" y="6477877"/>
                <a:ext cx="138600" cy="48600"/>
              </p14:xfrm>
            </p:contentPart>
          </mc:Choice>
          <mc:Fallback xmlns="">
            <p:pic>
              <p:nvPicPr>
                <p:cNvPr id="316" name="Ink 315">
                  <a:extLst>
                    <a:ext uri="{FF2B5EF4-FFF2-40B4-BE49-F238E27FC236}">
                      <a16:creationId xmlns:a16="http://schemas.microsoft.com/office/drawing/2014/main" id="{55F6F184-16F9-3956-B956-D7CD0BC7CC67}"/>
                    </a:ext>
                  </a:extLst>
                </p:cNvPr>
                <p:cNvPicPr/>
                <p:nvPr/>
              </p:nvPicPr>
              <p:blipFill>
                <a:blip r:embed="rId547"/>
                <a:stretch>
                  <a:fillRect/>
                </a:stretch>
              </p:blipFill>
              <p:spPr>
                <a:xfrm>
                  <a:off x="8798510" y="6459877"/>
                  <a:ext cx="17424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548">
              <p14:nvContentPartPr>
                <p14:cNvPr id="317" name="Ink 316">
                  <a:extLst>
                    <a:ext uri="{FF2B5EF4-FFF2-40B4-BE49-F238E27FC236}">
                      <a16:creationId xmlns:a16="http://schemas.microsoft.com/office/drawing/2014/main" id="{80CF7F97-79AB-2C04-BAEE-83B9908A59AA}"/>
                    </a:ext>
                  </a:extLst>
                </p14:cNvPr>
                <p14:cNvContentPartPr/>
                <p14:nvPr/>
              </p14:nvContentPartPr>
              <p14:xfrm>
                <a:off x="9097670" y="6311557"/>
                <a:ext cx="78480" cy="294480"/>
              </p14:xfrm>
            </p:contentPart>
          </mc:Choice>
          <mc:Fallback xmlns="">
            <p:pic>
              <p:nvPicPr>
                <p:cNvPr id="317" name="Ink 316">
                  <a:extLst>
                    <a:ext uri="{FF2B5EF4-FFF2-40B4-BE49-F238E27FC236}">
                      <a16:creationId xmlns:a16="http://schemas.microsoft.com/office/drawing/2014/main" id="{80CF7F97-79AB-2C04-BAEE-83B9908A59AA}"/>
                    </a:ext>
                  </a:extLst>
                </p:cNvPr>
                <p:cNvPicPr/>
                <p:nvPr/>
              </p:nvPicPr>
              <p:blipFill>
                <a:blip r:embed="rId549"/>
                <a:stretch>
                  <a:fillRect/>
                </a:stretch>
              </p:blipFill>
              <p:spPr>
                <a:xfrm>
                  <a:off x="9079670" y="6293557"/>
                  <a:ext cx="11412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550">
              <p14:nvContentPartPr>
                <p14:cNvPr id="318" name="Ink 317">
                  <a:extLst>
                    <a:ext uri="{FF2B5EF4-FFF2-40B4-BE49-F238E27FC236}">
                      <a16:creationId xmlns:a16="http://schemas.microsoft.com/office/drawing/2014/main" id="{11C2EE56-6544-549C-A295-518DA98FACE9}"/>
                    </a:ext>
                  </a:extLst>
                </p14:cNvPr>
                <p14:cNvContentPartPr/>
                <p14:nvPr/>
              </p14:nvContentPartPr>
              <p14:xfrm>
                <a:off x="9260030" y="6302197"/>
                <a:ext cx="85680" cy="294480"/>
              </p14:xfrm>
            </p:contentPart>
          </mc:Choice>
          <mc:Fallback xmlns="">
            <p:pic>
              <p:nvPicPr>
                <p:cNvPr id="318" name="Ink 317">
                  <a:extLst>
                    <a:ext uri="{FF2B5EF4-FFF2-40B4-BE49-F238E27FC236}">
                      <a16:creationId xmlns:a16="http://schemas.microsoft.com/office/drawing/2014/main" id="{11C2EE56-6544-549C-A295-518DA98FACE9}"/>
                    </a:ext>
                  </a:extLst>
                </p:cNvPr>
                <p:cNvPicPr/>
                <p:nvPr/>
              </p:nvPicPr>
              <p:blipFill>
                <a:blip r:embed="rId551"/>
                <a:stretch>
                  <a:fillRect/>
                </a:stretch>
              </p:blipFill>
              <p:spPr>
                <a:xfrm>
                  <a:off x="9241954" y="6284175"/>
                  <a:ext cx="121470" cy="330164"/>
                </a:xfrm>
                <a:prstGeom prst="rect">
                  <a:avLst/>
                </a:prstGeom>
              </p:spPr>
            </p:pic>
          </mc:Fallback>
        </mc:AlternateContent>
        <mc:AlternateContent xmlns:mc="http://schemas.openxmlformats.org/markup-compatibility/2006" xmlns:p14="http://schemas.microsoft.com/office/powerpoint/2010/main">
          <mc:Choice Requires="p14">
            <p:contentPart p14:bwMode="auto" r:id="rId552">
              <p14:nvContentPartPr>
                <p14:cNvPr id="319" name="Ink 318">
                  <a:extLst>
                    <a:ext uri="{FF2B5EF4-FFF2-40B4-BE49-F238E27FC236}">
                      <a16:creationId xmlns:a16="http://schemas.microsoft.com/office/drawing/2014/main" id="{E2D90D73-96DC-8E11-815D-4252E298383A}"/>
                    </a:ext>
                  </a:extLst>
                </p14:cNvPr>
                <p14:cNvContentPartPr/>
                <p14:nvPr/>
              </p14:nvContentPartPr>
              <p14:xfrm>
                <a:off x="9315470" y="6335677"/>
                <a:ext cx="153720" cy="166320"/>
              </p14:xfrm>
            </p:contentPart>
          </mc:Choice>
          <mc:Fallback xmlns="">
            <p:pic>
              <p:nvPicPr>
                <p:cNvPr id="319" name="Ink 318">
                  <a:extLst>
                    <a:ext uri="{FF2B5EF4-FFF2-40B4-BE49-F238E27FC236}">
                      <a16:creationId xmlns:a16="http://schemas.microsoft.com/office/drawing/2014/main" id="{E2D90D73-96DC-8E11-815D-4252E298383A}"/>
                    </a:ext>
                  </a:extLst>
                </p:cNvPr>
                <p:cNvPicPr/>
                <p:nvPr/>
              </p:nvPicPr>
              <p:blipFill>
                <a:blip r:embed="rId553"/>
                <a:stretch>
                  <a:fillRect/>
                </a:stretch>
              </p:blipFill>
              <p:spPr>
                <a:xfrm>
                  <a:off x="9297470" y="6317677"/>
                  <a:ext cx="18936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554">
              <p14:nvContentPartPr>
                <p14:cNvPr id="320" name="Ink 319">
                  <a:extLst>
                    <a:ext uri="{FF2B5EF4-FFF2-40B4-BE49-F238E27FC236}">
                      <a16:creationId xmlns:a16="http://schemas.microsoft.com/office/drawing/2014/main" id="{29BDD281-3E4D-0B41-92B7-928720511E63}"/>
                    </a:ext>
                  </a:extLst>
                </p14:cNvPr>
                <p14:cNvContentPartPr/>
                <p14:nvPr/>
              </p14:nvContentPartPr>
              <p14:xfrm>
                <a:off x="9542990" y="6280237"/>
                <a:ext cx="53280" cy="244080"/>
              </p14:xfrm>
            </p:contentPart>
          </mc:Choice>
          <mc:Fallback xmlns="">
            <p:pic>
              <p:nvPicPr>
                <p:cNvPr id="320" name="Ink 319">
                  <a:extLst>
                    <a:ext uri="{FF2B5EF4-FFF2-40B4-BE49-F238E27FC236}">
                      <a16:creationId xmlns:a16="http://schemas.microsoft.com/office/drawing/2014/main" id="{29BDD281-3E4D-0B41-92B7-928720511E63}"/>
                    </a:ext>
                  </a:extLst>
                </p:cNvPr>
                <p:cNvPicPr/>
                <p:nvPr/>
              </p:nvPicPr>
              <p:blipFill>
                <a:blip r:embed="rId555"/>
                <a:stretch>
                  <a:fillRect/>
                </a:stretch>
              </p:blipFill>
              <p:spPr>
                <a:xfrm>
                  <a:off x="9525111" y="6262237"/>
                  <a:ext cx="88681"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556">
              <p14:nvContentPartPr>
                <p14:cNvPr id="321" name="Ink 320">
                  <a:extLst>
                    <a:ext uri="{FF2B5EF4-FFF2-40B4-BE49-F238E27FC236}">
                      <a16:creationId xmlns:a16="http://schemas.microsoft.com/office/drawing/2014/main" id="{D5521491-7CE4-15C9-BF09-644B3B96FF7A}"/>
                    </a:ext>
                  </a:extLst>
                </p14:cNvPr>
                <p14:cNvContentPartPr/>
                <p14:nvPr/>
              </p14:nvContentPartPr>
              <p14:xfrm>
                <a:off x="9651710" y="6272677"/>
                <a:ext cx="94320" cy="203760"/>
              </p14:xfrm>
            </p:contentPart>
          </mc:Choice>
          <mc:Fallback xmlns="">
            <p:pic>
              <p:nvPicPr>
                <p:cNvPr id="321" name="Ink 320">
                  <a:extLst>
                    <a:ext uri="{FF2B5EF4-FFF2-40B4-BE49-F238E27FC236}">
                      <a16:creationId xmlns:a16="http://schemas.microsoft.com/office/drawing/2014/main" id="{D5521491-7CE4-15C9-BF09-644B3B96FF7A}"/>
                    </a:ext>
                  </a:extLst>
                </p:cNvPr>
                <p:cNvPicPr/>
                <p:nvPr/>
              </p:nvPicPr>
              <p:blipFill>
                <a:blip r:embed="rId557"/>
                <a:stretch>
                  <a:fillRect/>
                </a:stretch>
              </p:blipFill>
              <p:spPr>
                <a:xfrm>
                  <a:off x="9633710" y="6254677"/>
                  <a:ext cx="12996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558">
              <p14:nvContentPartPr>
                <p14:cNvPr id="322" name="Ink 321">
                  <a:extLst>
                    <a:ext uri="{FF2B5EF4-FFF2-40B4-BE49-F238E27FC236}">
                      <a16:creationId xmlns:a16="http://schemas.microsoft.com/office/drawing/2014/main" id="{19FCB4FE-D08D-FEEF-A046-A63543C8927B}"/>
                    </a:ext>
                  </a:extLst>
                </p14:cNvPr>
                <p14:cNvContentPartPr/>
                <p14:nvPr/>
              </p14:nvContentPartPr>
              <p14:xfrm>
                <a:off x="9571430" y="6332437"/>
                <a:ext cx="141840" cy="71280"/>
              </p14:xfrm>
            </p:contentPart>
          </mc:Choice>
          <mc:Fallback xmlns="">
            <p:pic>
              <p:nvPicPr>
                <p:cNvPr id="322" name="Ink 321">
                  <a:extLst>
                    <a:ext uri="{FF2B5EF4-FFF2-40B4-BE49-F238E27FC236}">
                      <a16:creationId xmlns:a16="http://schemas.microsoft.com/office/drawing/2014/main" id="{19FCB4FE-D08D-FEEF-A046-A63543C8927B}"/>
                    </a:ext>
                  </a:extLst>
                </p:cNvPr>
                <p:cNvPicPr/>
                <p:nvPr/>
              </p:nvPicPr>
              <p:blipFill>
                <a:blip r:embed="rId559"/>
                <a:stretch>
                  <a:fillRect/>
                </a:stretch>
              </p:blipFill>
              <p:spPr>
                <a:xfrm>
                  <a:off x="9553430" y="6314527"/>
                  <a:ext cx="177480" cy="106741"/>
                </a:xfrm>
                <a:prstGeom prst="rect">
                  <a:avLst/>
                </a:prstGeom>
              </p:spPr>
            </p:pic>
          </mc:Fallback>
        </mc:AlternateContent>
        <mc:AlternateContent xmlns:mc="http://schemas.openxmlformats.org/markup-compatibility/2006" xmlns:p14="http://schemas.microsoft.com/office/powerpoint/2010/main">
          <mc:Choice Requires="p14">
            <p:contentPart p14:bwMode="auto" r:id="rId560">
              <p14:nvContentPartPr>
                <p14:cNvPr id="323" name="Ink 322">
                  <a:extLst>
                    <a:ext uri="{FF2B5EF4-FFF2-40B4-BE49-F238E27FC236}">
                      <a16:creationId xmlns:a16="http://schemas.microsoft.com/office/drawing/2014/main" id="{52F70449-966D-8EF3-7E74-B5FE9CB544C6}"/>
                    </a:ext>
                  </a:extLst>
                </p14:cNvPr>
                <p14:cNvContentPartPr/>
                <p14:nvPr/>
              </p14:nvContentPartPr>
              <p14:xfrm>
                <a:off x="9833510" y="6279877"/>
                <a:ext cx="105480" cy="219240"/>
              </p14:xfrm>
            </p:contentPart>
          </mc:Choice>
          <mc:Fallback xmlns="">
            <p:pic>
              <p:nvPicPr>
                <p:cNvPr id="323" name="Ink 322">
                  <a:extLst>
                    <a:ext uri="{FF2B5EF4-FFF2-40B4-BE49-F238E27FC236}">
                      <a16:creationId xmlns:a16="http://schemas.microsoft.com/office/drawing/2014/main" id="{52F70449-966D-8EF3-7E74-B5FE9CB544C6}"/>
                    </a:ext>
                  </a:extLst>
                </p:cNvPr>
                <p:cNvPicPr/>
                <p:nvPr/>
              </p:nvPicPr>
              <p:blipFill>
                <a:blip r:embed="rId561"/>
                <a:stretch>
                  <a:fillRect/>
                </a:stretch>
              </p:blipFill>
              <p:spPr>
                <a:xfrm>
                  <a:off x="9815510" y="6261907"/>
                  <a:ext cx="141120" cy="254822"/>
                </a:xfrm>
                <a:prstGeom prst="rect">
                  <a:avLst/>
                </a:prstGeom>
              </p:spPr>
            </p:pic>
          </mc:Fallback>
        </mc:AlternateContent>
        <mc:AlternateContent xmlns:mc="http://schemas.openxmlformats.org/markup-compatibility/2006" xmlns:p14="http://schemas.microsoft.com/office/powerpoint/2010/main">
          <mc:Choice Requires="p14">
            <p:contentPart p14:bwMode="auto" r:id="rId562">
              <p14:nvContentPartPr>
                <p14:cNvPr id="324" name="Ink 323">
                  <a:extLst>
                    <a:ext uri="{FF2B5EF4-FFF2-40B4-BE49-F238E27FC236}">
                      <a16:creationId xmlns:a16="http://schemas.microsoft.com/office/drawing/2014/main" id="{4C388D1D-EC79-111A-CBB8-75BD17673AC0}"/>
                    </a:ext>
                  </a:extLst>
                </p14:cNvPr>
                <p14:cNvContentPartPr/>
                <p14:nvPr/>
              </p14:nvContentPartPr>
              <p14:xfrm>
                <a:off x="9816950" y="6365917"/>
                <a:ext cx="139680" cy="18000"/>
              </p14:xfrm>
            </p:contentPart>
          </mc:Choice>
          <mc:Fallback xmlns="">
            <p:pic>
              <p:nvPicPr>
                <p:cNvPr id="324" name="Ink 323">
                  <a:extLst>
                    <a:ext uri="{FF2B5EF4-FFF2-40B4-BE49-F238E27FC236}">
                      <a16:creationId xmlns:a16="http://schemas.microsoft.com/office/drawing/2014/main" id="{4C388D1D-EC79-111A-CBB8-75BD17673AC0}"/>
                    </a:ext>
                  </a:extLst>
                </p:cNvPr>
                <p:cNvPicPr/>
                <p:nvPr/>
              </p:nvPicPr>
              <p:blipFill>
                <a:blip r:embed="rId563"/>
                <a:stretch>
                  <a:fillRect/>
                </a:stretch>
              </p:blipFill>
              <p:spPr>
                <a:xfrm>
                  <a:off x="9798950" y="6347917"/>
                  <a:ext cx="17532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564">
              <p14:nvContentPartPr>
                <p14:cNvPr id="325" name="Ink 324">
                  <a:extLst>
                    <a:ext uri="{FF2B5EF4-FFF2-40B4-BE49-F238E27FC236}">
                      <a16:creationId xmlns:a16="http://schemas.microsoft.com/office/drawing/2014/main" id="{96201415-0DFD-A815-F3E4-E78554D64ED4}"/>
                    </a:ext>
                  </a:extLst>
                </p14:cNvPr>
                <p14:cNvContentPartPr/>
                <p14:nvPr/>
              </p14:nvContentPartPr>
              <p14:xfrm>
                <a:off x="10075790" y="6395797"/>
                <a:ext cx="34920" cy="21600"/>
              </p14:xfrm>
            </p:contentPart>
          </mc:Choice>
          <mc:Fallback xmlns="">
            <p:pic>
              <p:nvPicPr>
                <p:cNvPr id="325" name="Ink 324">
                  <a:extLst>
                    <a:ext uri="{FF2B5EF4-FFF2-40B4-BE49-F238E27FC236}">
                      <a16:creationId xmlns:a16="http://schemas.microsoft.com/office/drawing/2014/main" id="{96201415-0DFD-A815-F3E4-E78554D64ED4}"/>
                    </a:ext>
                  </a:extLst>
                </p:cNvPr>
                <p:cNvPicPr/>
                <p:nvPr/>
              </p:nvPicPr>
              <p:blipFill>
                <a:blip r:embed="rId565"/>
                <a:stretch>
                  <a:fillRect/>
                </a:stretch>
              </p:blipFill>
              <p:spPr>
                <a:xfrm>
                  <a:off x="10057790" y="6377492"/>
                  <a:ext cx="70560" cy="57844"/>
                </a:xfrm>
                <a:prstGeom prst="rect">
                  <a:avLst/>
                </a:prstGeom>
              </p:spPr>
            </p:pic>
          </mc:Fallback>
        </mc:AlternateContent>
      </p:grpSp>
    </p:spTree>
    <p:extLst>
      <p:ext uri="{BB962C8B-B14F-4D97-AF65-F5344CB8AC3E}">
        <p14:creationId xmlns:p14="http://schemas.microsoft.com/office/powerpoint/2010/main" val="1122369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ECC7D-24B4-201A-A4D8-63AEC0142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91D9E-047D-0598-B48F-D1AF7231E2B2}"/>
              </a:ext>
            </a:extLst>
          </p:cNvPr>
          <p:cNvSpPr>
            <a:spLocks noGrp="1"/>
          </p:cNvSpPr>
          <p:nvPr>
            <p:ph type="title"/>
          </p:nvPr>
        </p:nvSpPr>
        <p:spPr>
          <a:xfrm>
            <a:off x="78739" y="14986"/>
            <a:ext cx="10328275" cy="492443"/>
          </a:xfrm>
        </p:spPr>
        <p:txBody>
          <a:bodyPr/>
          <a:lstStyle/>
          <a:p>
            <a:r>
              <a:rPr lang="en-US" dirty="0"/>
              <a:t>Let’s design optical comm system</a:t>
            </a:r>
          </a:p>
        </p:txBody>
      </p:sp>
      <p:grpSp>
        <p:nvGrpSpPr>
          <p:cNvPr id="12" name="Group 11">
            <a:extLst>
              <a:ext uri="{FF2B5EF4-FFF2-40B4-BE49-F238E27FC236}">
                <a16:creationId xmlns:a16="http://schemas.microsoft.com/office/drawing/2014/main" id="{34A4B991-F142-59B0-0A21-5382F91C6367}"/>
              </a:ext>
            </a:extLst>
          </p:cNvPr>
          <p:cNvGrpSpPr/>
          <p:nvPr/>
        </p:nvGrpSpPr>
        <p:grpSpPr>
          <a:xfrm>
            <a:off x="1080830" y="2043757"/>
            <a:ext cx="1151640" cy="2036160"/>
            <a:chOff x="1080830" y="2043757"/>
            <a:chExt cx="1151640" cy="203616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0CF18CC-C762-0291-30D5-3A69D6190E06}"/>
                    </a:ext>
                  </a:extLst>
                </p14:cNvPr>
                <p14:cNvContentPartPr/>
                <p14:nvPr/>
              </p14:nvContentPartPr>
              <p14:xfrm>
                <a:off x="1111430" y="2489437"/>
                <a:ext cx="43920" cy="1470240"/>
              </p14:xfrm>
            </p:contentPart>
          </mc:Choice>
          <mc:Fallback xmlns="">
            <p:pic>
              <p:nvPicPr>
                <p:cNvPr id="4" name="Ink 3">
                  <a:extLst>
                    <a:ext uri="{FF2B5EF4-FFF2-40B4-BE49-F238E27FC236}">
                      <a16:creationId xmlns:a16="http://schemas.microsoft.com/office/drawing/2014/main" id="{80CF18CC-C762-0291-30D5-3A69D6190E06}"/>
                    </a:ext>
                  </a:extLst>
                </p:cNvPr>
                <p:cNvPicPr/>
                <p:nvPr/>
              </p:nvPicPr>
              <p:blipFill>
                <a:blip r:embed="rId3"/>
                <a:stretch>
                  <a:fillRect/>
                </a:stretch>
              </p:blipFill>
              <p:spPr>
                <a:xfrm>
                  <a:off x="1093430" y="2471437"/>
                  <a:ext cx="79560" cy="1505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925BA27A-2E8A-4CB9-CD62-3BE3734E4F32}"/>
                    </a:ext>
                  </a:extLst>
                </p14:cNvPr>
                <p14:cNvContentPartPr/>
                <p14:nvPr/>
              </p14:nvContentPartPr>
              <p14:xfrm>
                <a:off x="1080830" y="2568277"/>
                <a:ext cx="1043640" cy="49680"/>
              </p14:xfrm>
            </p:contentPart>
          </mc:Choice>
          <mc:Fallback xmlns="">
            <p:pic>
              <p:nvPicPr>
                <p:cNvPr id="5" name="Ink 4">
                  <a:extLst>
                    <a:ext uri="{FF2B5EF4-FFF2-40B4-BE49-F238E27FC236}">
                      <a16:creationId xmlns:a16="http://schemas.microsoft.com/office/drawing/2014/main" id="{925BA27A-2E8A-4CB9-CD62-3BE3734E4F32}"/>
                    </a:ext>
                  </a:extLst>
                </p:cNvPr>
                <p:cNvPicPr/>
                <p:nvPr/>
              </p:nvPicPr>
              <p:blipFill>
                <a:blip r:embed="rId5"/>
                <a:stretch>
                  <a:fillRect/>
                </a:stretch>
              </p:blipFill>
              <p:spPr>
                <a:xfrm>
                  <a:off x="1062830" y="2550406"/>
                  <a:ext cx="1079280" cy="8506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C3B07DD0-555D-A3AA-812A-EFC47B3CDEAF}"/>
                    </a:ext>
                  </a:extLst>
                </p14:cNvPr>
                <p14:cNvContentPartPr/>
                <p14:nvPr/>
              </p14:nvContentPartPr>
              <p14:xfrm>
                <a:off x="1109990" y="2603557"/>
                <a:ext cx="1122480" cy="1476360"/>
              </p14:xfrm>
            </p:contentPart>
          </mc:Choice>
          <mc:Fallback xmlns="">
            <p:pic>
              <p:nvPicPr>
                <p:cNvPr id="6" name="Ink 5">
                  <a:extLst>
                    <a:ext uri="{FF2B5EF4-FFF2-40B4-BE49-F238E27FC236}">
                      <a16:creationId xmlns:a16="http://schemas.microsoft.com/office/drawing/2014/main" id="{C3B07DD0-555D-A3AA-812A-EFC47B3CDEAF}"/>
                    </a:ext>
                  </a:extLst>
                </p:cNvPr>
                <p:cNvPicPr/>
                <p:nvPr/>
              </p:nvPicPr>
              <p:blipFill>
                <a:blip r:embed="rId7"/>
                <a:stretch>
                  <a:fillRect/>
                </a:stretch>
              </p:blipFill>
              <p:spPr>
                <a:xfrm>
                  <a:off x="1091990" y="2585557"/>
                  <a:ext cx="1158120" cy="151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98CA1F16-4941-7E2D-4822-CD8181A954CB}"/>
                    </a:ext>
                  </a:extLst>
                </p14:cNvPr>
                <p14:cNvContentPartPr/>
                <p14:nvPr/>
              </p14:nvContentPartPr>
              <p14:xfrm>
                <a:off x="1356950" y="2141317"/>
                <a:ext cx="38160" cy="266400"/>
              </p14:xfrm>
            </p:contentPart>
          </mc:Choice>
          <mc:Fallback xmlns="">
            <p:pic>
              <p:nvPicPr>
                <p:cNvPr id="7" name="Ink 6">
                  <a:extLst>
                    <a:ext uri="{FF2B5EF4-FFF2-40B4-BE49-F238E27FC236}">
                      <a16:creationId xmlns:a16="http://schemas.microsoft.com/office/drawing/2014/main" id="{98CA1F16-4941-7E2D-4822-CD8181A954CB}"/>
                    </a:ext>
                  </a:extLst>
                </p:cNvPr>
                <p:cNvPicPr/>
                <p:nvPr/>
              </p:nvPicPr>
              <p:blipFill>
                <a:blip r:embed="rId9"/>
                <a:stretch>
                  <a:fillRect/>
                </a:stretch>
              </p:blipFill>
              <p:spPr>
                <a:xfrm>
                  <a:off x="1338950" y="2123317"/>
                  <a:ext cx="7380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EAD1FF78-5A8A-2535-8681-4087D97923FD}"/>
                    </a:ext>
                  </a:extLst>
                </p14:cNvPr>
                <p14:cNvContentPartPr/>
                <p14:nvPr/>
              </p14:nvContentPartPr>
              <p14:xfrm>
                <a:off x="1369550" y="2156077"/>
                <a:ext cx="142920" cy="225720"/>
              </p14:xfrm>
            </p:contentPart>
          </mc:Choice>
          <mc:Fallback xmlns="">
            <p:pic>
              <p:nvPicPr>
                <p:cNvPr id="8" name="Ink 7">
                  <a:extLst>
                    <a:ext uri="{FF2B5EF4-FFF2-40B4-BE49-F238E27FC236}">
                      <a16:creationId xmlns:a16="http://schemas.microsoft.com/office/drawing/2014/main" id="{EAD1FF78-5A8A-2535-8681-4087D97923FD}"/>
                    </a:ext>
                  </a:extLst>
                </p:cNvPr>
                <p:cNvPicPr/>
                <p:nvPr/>
              </p:nvPicPr>
              <p:blipFill>
                <a:blip r:embed="rId11"/>
                <a:stretch>
                  <a:fillRect/>
                </a:stretch>
              </p:blipFill>
              <p:spPr>
                <a:xfrm>
                  <a:off x="1351595" y="2138077"/>
                  <a:ext cx="17847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1A62ED75-E982-08CF-B3EA-1589C22C70C7}"/>
                    </a:ext>
                  </a:extLst>
                </p14:cNvPr>
                <p14:cNvContentPartPr/>
                <p14:nvPr/>
              </p14:nvContentPartPr>
              <p14:xfrm>
                <a:off x="1400510" y="2278117"/>
                <a:ext cx="49680" cy="38160"/>
              </p14:xfrm>
            </p:contentPart>
          </mc:Choice>
          <mc:Fallback xmlns="">
            <p:pic>
              <p:nvPicPr>
                <p:cNvPr id="9" name="Ink 8">
                  <a:extLst>
                    <a:ext uri="{FF2B5EF4-FFF2-40B4-BE49-F238E27FC236}">
                      <a16:creationId xmlns:a16="http://schemas.microsoft.com/office/drawing/2014/main" id="{1A62ED75-E982-08CF-B3EA-1589C22C70C7}"/>
                    </a:ext>
                  </a:extLst>
                </p:cNvPr>
                <p:cNvPicPr/>
                <p:nvPr/>
              </p:nvPicPr>
              <p:blipFill>
                <a:blip r:embed="rId13"/>
                <a:stretch>
                  <a:fillRect/>
                </a:stretch>
              </p:blipFill>
              <p:spPr>
                <a:xfrm>
                  <a:off x="1382379" y="2260285"/>
                  <a:ext cx="85580" cy="73467"/>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C6533AC6-53C4-FB49-D3EC-AB8C8033ADC4}"/>
                    </a:ext>
                  </a:extLst>
                </p14:cNvPr>
                <p14:cNvContentPartPr/>
                <p14:nvPr/>
              </p14:nvContentPartPr>
              <p14:xfrm>
                <a:off x="1540190" y="2185597"/>
                <a:ext cx="81360" cy="120240"/>
              </p14:xfrm>
            </p:contentPart>
          </mc:Choice>
          <mc:Fallback xmlns="">
            <p:pic>
              <p:nvPicPr>
                <p:cNvPr id="10" name="Ink 9">
                  <a:extLst>
                    <a:ext uri="{FF2B5EF4-FFF2-40B4-BE49-F238E27FC236}">
                      <a16:creationId xmlns:a16="http://schemas.microsoft.com/office/drawing/2014/main" id="{C6533AC6-53C4-FB49-D3EC-AB8C8033ADC4}"/>
                    </a:ext>
                  </a:extLst>
                </p:cNvPr>
                <p:cNvPicPr/>
                <p:nvPr/>
              </p:nvPicPr>
              <p:blipFill>
                <a:blip r:embed="rId15"/>
                <a:stretch>
                  <a:fillRect/>
                </a:stretch>
              </p:blipFill>
              <p:spPr>
                <a:xfrm>
                  <a:off x="1522190" y="2167597"/>
                  <a:ext cx="11700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4321A775-E0F5-356E-FB01-72E33F026BFC}"/>
                    </a:ext>
                  </a:extLst>
                </p14:cNvPr>
                <p14:cNvContentPartPr/>
                <p14:nvPr/>
              </p14:nvContentPartPr>
              <p14:xfrm>
                <a:off x="1708310" y="2043757"/>
                <a:ext cx="121320" cy="317160"/>
              </p14:xfrm>
            </p:contentPart>
          </mc:Choice>
          <mc:Fallback xmlns="">
            <p:pic>
              <p:nvPicPr>
                <p:cNvPr id="11" name="Ink 10">
                  <a:extLst>
                    <a:ext uri="{FF2B5EF4-FFF2-40B4-BE49-F238E27FC236}">
                      <a16:creationId xmlns:a16="http://schemas.microsoft.com/office/drawing/2014/main" id="{4321A775-E0F5-356E-FB01-72E33F026BFC}"/>
                    </a:ext>
                  </a:extLst>
                </p:cNvPr>
                <p:cNvPicPr/>
                <p:nvPr/>
              </p:nvPicPr>
              <p:blipFill>
                <a:blip r:embed="rId17"/>
                <a:stretch>
                  <a:fillRect/>
                </a:stretch>
              </p:blipFill>
              <p:spPr>
                <a:xfrm>
                  <a:off x="1690310" y="2025757"/>
                  <a:ext cx="156960" cy="352800"/>
                </a:xfrm>
                <a:prstGeom prst="rect">
                  <a:avLst/>
                </a:prstGeom>
              </p:spPr>
            </p:pic>
          </mc:Fallback>
        </mc:AlternateContent>
      </p:grpSp>
      <p:grpSp>
        <p:nvGrpSpPr>
          <p:cNvPr id="20" name="Group 19">
            <a:extLst>
              <a:ext uri="{FF2B5EF4-FFF2-40B4-BE49-F238E27FC236}">
                <a16:creationId xmlns:a16="http://schemas.microsoft.com/office/drawing/2014/main" id="{8915E8BB-830A-287C-BDE6-C5D664514AD1}"/>
              </a:ext>
            </a:extLst>
          </p:cNvPr>
          <p:cNvGrpSpPr/>
          <p:nvPr/>
        </p:nvGrpSpPr>
        <p:grpSpPr>
          <a:xfrm>
            <a:off x="456950" y="845677"/>
            <a:ext cx="5617440" cy="991440"/>
            <a:chOff x="456950" y="845677"/>
            <a:chExt cx="5617440" cy="991440"/>
          </a:xfrm>
        </p:grpSpPr>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FFEEE271-8724-52D1-1F86-3DD592DE741A}"/>
                    </a:ext>
                  </a:extLst>
                </p14:cNvPr>
                <p14:cNvContentPartPr/>
                <p14:nvPr/>
              </p14:nvContentPartPr>
              <p14:xfrm>
                <a:off x="456950" y="1474597"/>
                <a:ext cx="43560" cy="362520"/>
              </p14:xfrm>
            </p:contentPart>
          </mc:Choice>
          <mc:Fallback xmlns="">
            <p:pic>
              <p:nvPicPr>
                <p:cNvPr id="13" name="Ink 12">
                  <a:extLst>
                    <a:ext uri="{FF2B5EF4-FFF2-40B4-BE49-F238E27FC236}">
                      <a16:creationId xmlns:a16="http://schemas.microsoft.com/office/drawing/2014/main" id="{FFEEE271-8724-52D1-1F86-3DD592DE741A}"/>
                    </a:ext>
                  </a:extLst>
                </p:cNvPr>
                <p:cNvPicPr/>
                <p:nvPr/>
              </p:nvPicPr>
              <p:blipFill>
                <a:blip r:embed="rId19"/>
                <a:stretch>
                  <a:fillRect/>
                </a:stretch>
              </p:blipFill>
              <p:spPr>
                <a:xfrm>
                  <a:off x="438950" y="1456579"/>
                  <a:ext cx="79200" cy="398195"/>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D363256D-7E07-6E56-3B98-2ABCA0834944}"/>
                    </a:ext>
                  </a:extLst>
                </p14:cNvPr>
                <p14:cNvContentPartPr/>
                <p14:nvPr/>
              </p14:nvContentPartPr>
              <p14:xfrm>
                <a:off x="474230" y="1265797"/>
                <a:ext cx="5596920" cy="190800"/>
              </p14:xfrm>
            </p:contentPart>
          </mc:Choice>
          <mc:Fallback xmlns="">
            <p:pic>
              <p:nvPicPr>
                <p:cNvPr id="14" name="Ink 13">
                  <a:extLst>
                    <a:ext uri="{FF2B5EF4-FFF2-40B4-BE49-F238E27FC236}">
                      <a16:creationId xmlns:a16="http://schemas.microsoft.com/office/drawing/2014/main" id="{D363256D-7E07-6E56-3B98-2ABCA0834944}"/>
                    </a:ext>
                  </a:extLst>
                </p:cNvPr>
                <p:cNvPicPr/>
                <p:nvPr/>
              </p:nvPicPr>
              <p:blipFill>
                <a:blip r:embed="rId21"/>
                <a:stretch>
                  <a:fillRect/>
                </a:stretch>
              </p:blipFill>
              <p:spPr>
                <a:xfrm>
                  <a:off x="456230" y="1247763"/>
                  <a:ext cx="5632560" cy="226507"/>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F3E47699-EF73-5352-4F24-F8DADA5A3C5B}"/>
                    </a:ext>
                  </a:extLst>
                </p14:cNvPr>
                <p14:cNvContentPartPr/>
                <p14:nvPr/>
              </p14:nvContentPartPr>
              <p14:xfrm>
                <a:off x="6019310" y="1274797"/>
                <a:ext cx="55080" cy="345240"/>
              </p14:xfrm>
            </p:contentPart>
          </mc:Choice>
          <mc:Fallback xmlns="">
            <p:pic>
              <p:nvPicPr>
                <p:cNvPr id="15" name="Ink 14">
                  <a:extLst>
                    <a:ext uri="{FF2B5EF4-FFF2-40B4-BE49-F238E27FC236}">
                      <a16:creationId xmlns:a16="http://schemas.microsoft.com/office/drawing/2014/main" id="{F3E47699-EF73-5352-4F24-F8DADA5A3C5B}"/>
                    </a:ext>
                  </a:extLst>
                </p:cNvPr>
                <p:cNvPicPr/>
                <p:nvPr/>
              </p:nvPicPr>
              <p:blipFill>
                <a:blip r:embed="rId23"/>
                <a:stretch>
                  <a:fillRect/>
                </a:stretch>
              </p:blipFill>
              <p:spPr>
                <a:xfrm>
                  <a:off x="6001310" y="1256797"/>
                  <a:ext cx="9072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9665DC6A-636E-991F-A1A1-8AC74DAA03DF}"/>
                    </a:ext>
                  </a:extLst>
                </p14:cNvPr>
                <p14:cNvContentPartPr/>
                <p14:nvPr/>
              </p14:nvContentPartPr>
              <p14:xfrm>
                <a:off x="2504630" y="845677"/>
                <a:ext cx="357480" cy="77760"/>
              </p14:xfrm>
            </p:contentPart>
          </mc:Choice>
          <mc:Fallback xmlns="">
            <p:pic>
              <p:nvPicPr>
                <p:cNvPr id="16" name="Ink 15">
                  <a:extLst>
                    <a:ext uri="{FF2B5EF4-FFF2-40B4-BE49-F238E27FC236}">
                      <a16:creationId xmlns:a16="http://schemas.microsoft.com/office/drawing/2014/main" id="{9665DC6A-636E-991F-A1A1-8AC74DAA03DF}"/>
                    </a:ext>
                  </a:extLst>
                </p:cNvPr>
                <p:cNvPicPr/>
                <p:nvPr/>
              </p:nvPicPr>
              <p:blipFill>
                <a:blip r:embed="rId25"/>
                <a:stretch>
                  <a:fillRect/>
                </a:stretch>
              </p:blipFill>
              <p:spPr>
                <a:xfrm>
                  <a:off x="2486630" y="827677"/>
                  <a:ext cx="3931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A03EA53A-30D3-5AEC-A553-ADC027F88981}"/>
                    </a:ext>
                  </a:extLst>
                </p14:cNvPr>
                <p14:cNvContentPartPr/>
                <p14:nvPr/>
              </p14:nvContentPartPr>
              <p14:xfrm>
                <a:off x="2693990" y="882037"/>
                <a:ext cx="88560" cy="243720"/>
              </p14:xfrm>
            </p:contentPart>
          </mc:Choice>
          <mc:Fallback xmlns="">
            <p:pic>
              <p:nvPicPr>
                <p:cNvPr id="17" name="Ink 16">
                  <a:extLst>
                    <a:ext uri="{FF2B5EF4-FFF2-40B4-BE49-F238E27FC236}">
                      <a16:creationId xmlns:a16="http://schemas.microsoft.com/office/drawing/2014/main" id="{A03EA53A-30D3-5AEC-A553-ADC027F88981}"/>
                    </a:ext>
                  </a:extLst>
                </p:cNvPr>
                <p:cNvPicPr/>
                <p:nvPr/>
              </p:nvPicPr>
              <p:blipFill>
                <a:blip r:embed="rId27"/>
                <a:stretch>
                  <a:fillRect/>
                </a:stretch>
              </p:blipFill>
              <p:spPr>
                <a:xfrm>
                  <a:off x="2675990" y="864037"/>
                  <a:ext cx="12420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DDBCDBA1-C088-AFE6-781A-F867D63456D5}"/>
                    </a:ext>
                  </a:extLst>
                </p14:cNvPr>
                <p14:cNvContentPartPr/>
                <p14:nvPr/>
              </p14:nvContentPartPr>
              <p14:xfrm>
                <a:off x="2856350" y="942877"/>
                <a:ext cx="190440" cy="103320"/>
              </p14:xfrm>
            </p:contentPart>
          </mc:Choice>
          <mc:Fallback xmlns="">
            <p:pic>
              <p:nvPicPr>
                <p:cNvPr id="18" name="Ink 17">
                  <a:extLst>
                    <a:ext uri="{FF2B5EF4-FFF2-40B4-BE49-F238E27FC236}">
                      <a16:creationId xmlns:a16="http://schemas.microsoft.com/office/drawing/2014/main" id="{DDBCDBA1-C088-AFE6-781A-F867D63456D5}"/>
                    </a:ext>
                  </a:extLst>
                </p:cNvPr>
                <p:cNvPicPr/>
                <p:nvPr/>
              </p:nvPicPr>
              <p:blipFill>
                <a:blip r:embed="rId29"/>
                <a:stretch>
                  <a:fillRect/>
                </a:stretch>
              </p:blipFill>
              <p:spPr>
                <a:xfrm>
                  <a:off x="2838350" y="924877"/>
                  <a:ext cx="2260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B27811F6-2C7D-C717-A004-1075EE658839}"/>
                    </a:ext>
                  </a:extLst>
                </p14:cNvPr>
                <p14:cNvContentPartPr/>
                <p14:nvPr/>
              </p14:nvContentPartPr>
              <p14:xfrm>
                <a:off x="2935910" y="860797"/>
                <a:ext cx="142200" cy="269640"/>
              </p14:xfrm>
            </p:contentPart>
          </mc:Choice>
          <mc:Fallback xmlns="">
            <p:pic>
              <p:nvPicPr>
                <p:cNvPr id="19" name="Ink 18">
                  <a:extLst>
                    <a:ext uri="{FF2B5EF4-FFF2-40B4-BE49-F238E27FC236}">
                      <a16:creationId xmlns:a16="http://schemas.microsoft.com/office/drawing/2014/main" id="{B27811F6-2C7D-C717-A004-1075EE658839}"/>
                    </a:ext>
                  </a:extLst>
                </p:cNvPr>
                <p:cNvPicPr/>
                <p:nvPr/>
              </p:nvPicPr>
              <p:blipFill>
                <a:blip r:embed="rId31"/>
                <a:stretch>
                  <a:fillRect/>
                </a:stretch>
              </p:blipFill>
              <p:spPr>
                <a:xfrm>
                  <a:off x="2917910" y="842797"/>
                  <a:ext cx="177840" cy="305280"/>
                </a:xfrm>
                <a:prstGeom prst="rect">
                  <a:avLst/>
                </a:prstGeom>
              </p:spPr>
            </p:pic>
          </mc:Fallback>
        </mc:AlternateContent>
      </p:grpSp>
      <p:grpSp>
        <p:nvGrpSpPr>
          <p:cNvPr id="29" name="Group 28">
            <a:extLst>
              <a:ext uri="{FF2B5EF4-FFF2-40B4-BE49-F238E27FC236}">
                <a16:creationId xmlns:a16="http://schemas.microsoft.com/office/drawing/2014/main" id="{FFE7624B-591B-00A3-E68C-F3E6ADE1FE50}"/>
              </a:ext>
            </a:extLst>
          </p:cNvPr>
          <p:cNvGrpSpPr/>
          <p:nvPr/>
        </p:nvGrpSpPr>
        <p:grpSpPr>
          <a:xfrm>
            <a:off x="8722550" y="828757"/>
            <a:ext cx="480600" cy="330480"/>
            <a:chOff x="8722550" y="828757"/>
            <a:chExt cx="480600" cy="330480"/>
          </a:xfrm>
        </p:grpSpPr>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F50E5C4F-A428-D9B1-F77D-F83206416A6B}"/>
                    </a:ext>
                  </a:extLst>
                </p14:cNvPr>
                <p14:cNvContentPartPr/>
                <p14:nvPr/>
              </p14:nvContentPartPr>
              <p14:xfrm>
                <a:off x="8722550" y="1014157"/>
                <a:ext cx="360" cy="360"/>
              </p14:xfrm>
            </p:contentPart>
          </mc:Choice>
          <mc:Fallback xmlns="">
            <p:pic>
              <p:nvPicPr>
                <p:cNvPr id="21" name="Ink 20">
                  <a:extLst>
                    <a:ext uri="{FF2B5EF4-FFF2-40B4-BE49-F238E27FC236}">
                      <a16:creationId xmlns:a16="http://schemas.microsoft.com/office/drawing/2014/main" id="{F50E5C4F-A428-D9B1-F77D-F83206416A6B}"/>
                    </a:ext>
                  </a:extLst>
                </p:cNvPr>
                <p:cNvPicPr/>
                <p:nvPr/>
              </p:nvPicPr>
              <p:blipFill>
                <a:blip r:embed="rId33"/>
                <a:stretch>
                  <a:fillRect/>
                </a:stretch>
              </p:blipFill>
              <p:spPr>
                <a:xfrm>
                  <a:off x="8704550" y="99615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07913982-5AF9-D35E-F878-B582157BC22D}"/>
                    </a:ext>
                  </a:extLst>
                </p14:cNvPr>
                <p14:cNvContentPartPr/>
                <p14:nvPr/>
              </p14:nvContentPartPr>
              <p14:xfrm>
                <a:off x="8750630" y="865837"/>
                <a:ext cx="33120" cy="293400"/>
              </p14:xfrm>
            </p:contentPart>
          </mc:Choice>
          <mc:Fallback xmlns="">
            <p:pic>
              <p:nvPicPr>
                <p:cNvPr id="22" name="Ink 21">
                  <a:extLst>
                    <a:ext uri="{FF2B5EF4-FFF2-40B4-BE49-F238E27FC236}">
                      <a16:creationId xmlns:a16="http://schemas.microsoft.com/office/drawing/2014/main" id="{07913982-5AF9-D35E-F878-B582157BC22D}"/>
                    </a:ext>
                  </a:extLst>
                </p:cNvPr>
                <p:cNvPicPr/>
                <p:nvPr/>
              </p:nvPicPr>
              <p:blipFill>
                <a:blip r:embed="rId35"/>
                <a:stretch>
                  <a:fillRect/>
                </a:stretch>
              </p:blipFill>
              <p:spPr>
                <a:xfrm>
                  <a:off x="8732630" y="847837"/>
                  <a:ext cx="6876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D01BA525-E6D9-7B41-00A8-035CD7A2ECA6}"/>
                    </a:ext>
                  </a:extLst>
                </p14:cNvPr>
                <p14:cNvContentPartPr/>
                <p14:nvPr/>
              </p14:nvContentPartPr>
              <p14:xfrm>
                <a:off x="8752430" y="828757"/>
                <a:ext cx="170640" cy="225360"/>
              </p14:xfrm>
            </p:contentPart>
          </mc:Choice>
          <mc:Fallback xmlns="">
            <p:pic>
              <p:nvPicPr>
                <p:cNvPr id="23" name="Ink 22">
                  <a:extLst>
                    <a:ext uri="{FF2B5EF4-FFF2-40B4-BE49-F238E27FC236}">
                      <a16:creationId xmlns:a16="http://schemas.microsoft.com/office/drawing/2014/main" id="{D01BA525-E6D9-7B41-00A8-035CD7A2ECA6}"/>
                    </a:ext>
                  </a:extLst>
                </p:cNvPr>
                <p:cNvPicPr/>
                <p:nvPr/>
              </p:nvPicPr>
              <p:blipFill>
                <a:blip r:embed="rId37"/>
                <a:stretch>
                  <a:fillRect/>
                </a:stretch>
              </p:blipFill>
              <p:spPr>
                <a:xfrm>
                  <a:off x="8734430" y="810757"/>
                  <a:ext cx="20628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931E4BA7-39D1-59D6-94D0-AFD6B6C2FD80}"/>
                    </a:ext>
                  </a:extLst>
                </p14:cNvPr>
                <p14:cNvContentPartPr/>
                <p14:nvPr/>
              </p14:nvContentPartPr>
              <p14:xfrm>
                <a:off x="9032510" y="931357"/>
                <a:ext cx="170640" cy="86040"/>
              </p14:xfrm>
            </p:contentPart>
          </mc:Choice>
          <mc:Fallback xmlns="">
            <p:pic>
              <p:nvPicPr>
                <p:cNvPr id="24" name="Ink 23">
                  <a:extLst>
                    <a:ext uri="{FF2B5EF4-FFF2-40B4-BE49-F238E27FC236}">
                      <a16:creationId xmlns:a16="http://schemas.microsoft.com/office/drawing/2014/main" id="{931E4BA7-39D1-59D6-94D0-AFD6B6C2FD80}"/>
                    </a:ext>
                  </a:extLst>
                </p:cNvPr>
                <p:cNvPicPr/>
                <p:nvPr/>
              </p:nvPicPr>
              <p:blipFill>
                <a:blip r:embed="rId39"/>
                <a:stretch>
                  <a:fillRect/>
                </a:stretch>
              </p:blipFill>
              <p:spPr>
                <a:xfrm>
                  <a:off x="9014472" y="913281"/>
                  <a:ext cx="206355" cy="12183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C955381E-A230-5D19-0433-9E88A1DF1BC2}"/>
                    </a:ext>
                  </a:extLst>
                </p14:cNvPr>
                <p14:cNvContentPartPr/>
                <p14:nvPr/>
              </p14:nvContentPartPr>
              <p14:xfrm>
                <a:off x="9082910" y="897877"/>
                <a:ext cx="87840" cy="157680"/>
              </p14:xfrm>
            </p:contentPart>
          </mc:Choice>
          <mc:Fallback xmlns="">
            <p:pic>
              <p:nvPicPr>
                <p:cNvPr id="25" name="Ink 24">
                  <a:extLst>
                    <a:ext uri="{FF2B5EF4-FFF2-40B4-BE49-F238E27FC236}">
                      <a16:creationId xmlns:a16="http://schemas.microsoft.com/office/drawing/2014/main" id="{C955381E-A230-5D19-0433-9E88A1DF1BC2}"/>
                    </a:ext>
                  </a:extLst>
                </p:cNvPr>
                <p:cNvPicPr/>
                <p:nvPr/>
              </p:nvPicPr>
              <p:blipFill>
                <a:blip r:embed="rId41"/>
                <a:stretch>
                  <a:fillRect/>
                </a:stretch>
              </p:blipFill>
              <p:spPr>
                <a:xfrm>
                  <a:off x="9064910" y="879877"/>
                  <a:ext cx="123480" cy="193320"/>
                </a:xfrm>
                <a:prstGeom prst="rect">
                  <a:avLst/>
                </a:prstGeom>
              </p:spPr>
            </p:pic>
          </mc:Fallback>
        </mc:AlternateContent>
      </p:grpSp>
      <p:grpSp>
        <p:nvGrpSpPr>
          <p:cNvPr id="31" name="Group 30">
            <a:extLst>
              <a:ext uri="{FF2B5EF4-FFF2-40B4-BE49-F238E27FC236}">
                <a16:creationId xmlns:a16="http://schemas.microsoft.com/office/drawing/2014/main" id="{4D8D42B0-C315-6CEE-7789-0DFF44E67AEA}"/>
              </a:ext>
            </a:extLst>
          </p:cNvPr>
          <p:cNvGrpSpPr/>
          <p:nvPr/>
        </p:nvGrpSpPr>
        <p:grpSpPr>
          <a:xfrm>
            <a:off x="6422150" y="1336717"/>
            <a:ext cx="5285880" cy="280800"/>
            <a:chOff x="6422150" y="1336717"/>
            <a:chExt cx="5285880" cy="280800"/>
          </a:xfrm>
        </p:grpSpPr>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8471549E-583B-5141-4286-CD61F8CF7433}"/>
                    </a:ext>
                  </a:extLst>
                </p14:cNvPr>
                <p14:cNvContentPartPr/>
                <p14:nvPr/>
              </p14:nvContentPartPr>
              <p14:xfrm>
                <a:off x="6542390" y="1336717"/>
                <a:ext cx="5165640" cy="77400"/>
              </p14:xfrm>
            </p:contentPart>
          </mc:Choice>
          <mc:Fallback xmlns="">
            <p:pic>
              <p:nvPicPr>
                <p:cNvPr id="26" name="Ink 25">
                  <a:extLst>
                    <a:ext uri="{FF2B5EF4-FFF2-40B4-BE49-F238E27FC236}">
                      <a16:creationId xmlns:a16="http://schemas.microsoft.com/office/drawing/2014/main" id="{8471549E-583B-5141-4286-CD61F8CF7433}"/>
                    </a:ext>
                  </a:extLst>
                </p:cNvPr>
                <p:cNvPicPr/>
                <p:nvPr/>
              </p:nvPicPr>
              <p:blipFill>
                <a:blip r:embed="rId43"/>
                <a:stretch>
                  <a:fillRect/>
                </a:stretch>
              </p:blipFill>
              <p:spPr>
                <a:xfrm>
                  <a:off x="6524390" y="1318717"/>
                  <a:ext cx="52012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CE6EBDC4-DB90-DDF7-1513-FA5545F66660}"/>
                    </a:ext>
                  </a:extLst>
                </p14:cNvPr>
                <p14:cNvContentPartPr/>
                <p14:nvPr/>
              </p14:nvContentPartPr>
              <p14:xfrm>
                <a:off x="6422150" y="1378477"/>
                <a:ext cx="12600" cy="239040"/>
              </p14:xfrm>
            </p:contentPart>
          </mc:Choice>
          <mc:Fallback xmlns="">
            <p:pic>
              <p:nvPicPr>
                <p:cNvPr id="27" name="Ink 26">
                  <a:extLst>
                    <a:ext uri="{FF2B5EF4-FFF2-40B4-BE49-F238E27FC236}">
                      <a16:creationId xmlns:a16="http://schemas.microsoft.com/office/drawing/2014/main" id="{CE6EBDC4-DB90-DDF7-1513-FA5545F66660}"/>
                    </a:ext>
                  </a:extLst>
                </p:cNvPr>
                <p:cNvPicPr/>
                <p:nvPr/>
              </p:nvPicPr>
              <p:blipFill>
                <a:blip r:embed="rId45"/>
                <a:stretch>
                  <a:fillRect/>
                </a:stretch>
              </p:blipFill>
              <p:spPr>
                <a:xfrm>
                  <a:off x="6404650" y="1360477"/>
                  <a:ext cx="4725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7DCEC0E3-80AE-509B-E559-802D658BCE0D}"/>
                    </a:ext>
                  </a:extLst>
                </p14:cNvPr>
                <p14:cNvContentPartPr/>
                <p14:nvPr/>
              </p14:nvContentPartPr>
              <p14:xfrm>
                <a:off x="11546390" y="1378117"/>
                <a:ext cx="33480" cy="228600"/>
              </p14:xfrm>
            </p:contentPart>
          </mc:Choice>
          <mc:Fallback xmlns="">
            <p:pic>
              <p:nvPicPr>
                <p:cNvPr id="30" name="Ink 29">
                  <a:extLst>
                    <a:ext uri="{FF2B5EF4-FFF2-40B4-BE49-F238E27FC236}">
                      <a16:creationId xmlns:a16="http://schemas.microsoft.com/office/drawing/2014/main" id="{7DCEC0E3-80AE-509B-E559-802D658BCE0D}"/>
                    </a:ext>
                  </a:extLst>
                </p:cNvPr>
                <p:cNvPicPr/>
                <p:nvPr/>
              </p:nvPicPr>
              <p:blipFill>
                <a:blip r:embed="rId47"/>
                <a:stretch>
                  <a:fillRect/>
                </a:stretch>
              </p:blipFill>
              <p:spPr>
                <a:xfrm>
                  <a:off x="11528194" y="1360117"/>
                  <a:ext cx="69507" cy="264240"/>
                </a:xfrm>
                <a:prstGeom prst="rect">
                  <a:avLst/>
                </a:prstGeom>
              </p:spPr>
            </p:pic>
          </mc:Fallback>
        </mc:AlternateContent>
      </p:grpSp>
      <p:grpSp>
        <p:nvGrpSpPr>
          <p:cNvPr id="57" name="Group 56">
            <a:extLst>
              <a:ext uri="{FF2B5EF4-FFF2-40B4-BE49-F238E27FC236}">
                <a16:creationId xmlns:a16="http://schemas.microsoft.com/office/drawing/2014/main" id="{77E4BE39-7EE1-5894-06C8-746DBCE3C002}"/>
              </a:ext>
            </a:extLst>
          </p:cNvPr>
          <p:cNvGrpSpPr/>
          <p:nvPr/>
        </p:nvGrpSpPr>
        <p:grpSpPr>
          <a:xfrm>
            <a:off x="3313910" y="680077"/>
            <a:ext cx="1855800" cy="471600"/>
            <a:chOff x="3313910" y="680077"/>
            <a:chExt cx="1855800" cy="471600"/>
          </a:xfrm>
        </p:grpSpPr>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C54A00E9-B721-898B-39A2-1CC8595CF697}"/>
                    </a:ext>
                  </a:extLst>
                </p14:cNvPr>
                <p14:cNvContentPartPr/>
                <p14:nvPr/>
              </p14:nvContentPartPr>
              <p14:xfrm>
                <a:off x="3313910" y="680077"/>
                <a:ext cx="97920" cy="471600"/>
              </p14:xfrm>
            </p:contentPart>
          </mc:Choice>
          <mc:Fallback xmlns="">
            <p:pic>
              <p:nvPicPr>
                <p:cNvPr id="32" name="Ink 31">
                  <a:extLst>
                    <a:ext uri="{FF2B5EF4-FFF2-40B4-BE49-F238E27FC236}">
                      <a16:creationId xmlns:a16="http://schemas.microsoft.com/office/drawing/2014/main" id="{C54A00E9-B721-898B-39A2-1CC8595CF697}"/>
                    </a:ext>
                  </a:extLst>
                </p:cNvPr>
                <p:cNvPicPr/>
                <p:nvPr/>
              </p:nvPicPr>
              <p:blipFill>
                <a:blip r:embed="rId49"/>
                <a:stretch>
                  <a:fillRect/>
                </a:stretch>
              </p:blipFill>
              <p:spPr>
                <a:xfrm>
                  <a:off x="3295910" y="662077"/>
                  <a:ext cx="133560" cy="5072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DF4F23FC-C2D8-E4A9-F784-CC456DA892E8}"/>
                    </a:ext>
                  </a:extLst>
                </p14:cNvPr>
                <p14:cNvContentPartPr/>
                <p14:nvPr/>
              </p14:nvContentPartPr>
              <p14:xfrm>
                <a:off x="3547910" y="859717"/>
                <a:ext cx="169560" cy="71640"/>
              </p14:xfrm>
            </p:contentPart>
          </mc:Choice>
          <mc:Fallback xmlns="">
            <p:pic>
              <p:nvPicPr>
                <p:cNvPr id="33" name="Ink 32">
                  <a:extLst>
                    <a:ext uri="{FF2B5EF4-FFF2-40B4-BE49-F238E27FC236}">
                      <a16:creationId xmlns:a16="http://schemas.microsoft.com/office/drawing/2014/main" id="{DF4F23FC-C2D8-E4A9-F784-CC456DA892E8}"/>
                    </a:ext>
                  </a:extLst>
                </p:cNvPr>
                <p:cNvPicPr/>
                <p:nvPr/>
              </p:nvPicPr>
              <p:blipFill>
                <a:blip r:embed="rId51"/>
                <a:stretch>
                  <a:fillRect/>
                </a:stretch>
              </p:blipFill>
              <p:spPr>
                <a:xfrm>
                  <a:off x="3529910" y="841717"/>
                  <a:ext cx="20520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5CA03071-E10E-4398-51C2-089A81F854A2}"/>
                    </a:ext>
                  </a:extLst>
                </p14:cNvPr>
                <p14:cNvContentPartPr/>
                <p14:nvPr/>
              </p14:nvContentPartPr>
              <p14:xfrm>
                <a:off x="3638630" y="887797"/>
                <a:ext cx="50040" cy="204120"/>
              </p14:xfrm>
            </p:contentPart>
          </mc:Choice>
          <mc:Fallback xmlns="">
            <p:pic>
              <p:nvPicPr>
                <p:cNvPr id="34" name="Ink 33">
                  <a:extLst>
                    <a:ext uri="{FF2B5EF4-FFF2-40B4-BE49-F238E27FC236}">
                      <a16:creationId xmlns:a16="http://schemas.microsoft.com/office/drawing/2014/main" id="{5CA03071-E10E-4398-51C2-089A81F854A2}"/>
                    </a:ext>
                  </a:extLst>
                </p:cNvPr>
                <p:cNvPicPr/>
                <p:nvPr/>
              </p:nvPicPr>
              <p:blipFill>
                <a:blip r:embed="rId53"/>
                <a:stretch>
                  <a:fillRect/>
                </a:stretch>
              </p:blipFill>
              <p:spPr>
                <a:xfrm>
                  <a:off x="3620630" y="869797"/>
                  <a:ext cx="8568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Ink 34">
                  <a:extLst>
                    <a:ext uri="{FF2B5EF4-FFF2-40B4-BE49-F238E27FC236}">
                      <a16:creationId xmlns:a16="http://schemas.microsoft.com/office/drawing/2014/main" id="{D5382EDC-6917-8561-F0EE-F1F03BFDF562}"/>
                    </a:ext>
                  </a:extLst>
                </p14:cNvPr>
                <p14:cNvContentPartPr/>
                <p14:nvPr/>
              </p14:nvContentPartPr>
              <p14:xfrm>
                <a:off x="3758510" y="943957"/>
                <a:ext cx="91440" cy="115920"/>
              </p14:xfrm>
            </p:contentPart>
          </mc:Choice>
          <mc:Fallback xmlns="">
            <p:pic>
              <p:nvPicPr>
                <p:cNvPr id="35" name="Ink 34">
                  <a:extLst>
                    <a:ext uri="{FF2B5EF4-FFF2-40B4-BE49-F238E27FC236}">
                      <a16:creationId xmlns:a16="http://schemas.microsoft.com/office/drawing/2014/main" id="{D5382EDC-6917-8561-F0EE-F1F03BFDF562}"/>
                    </a:ext>
                  </a:extLst>
                </p:cNvPr>
                <p:cNvPicPr/>
                <p:nvPr/>
              </p:nvPicPr>
              <p:blipFill>
                <a:blip r:embed="rId55"/>
                <a:stretch>
                  <a:fillRect/>
                </a:stretch>
              </p:blipFill>
              <p:spPr>
                <a:xfrm>
                  <a:off x="3740510" y="925957"/>
                  <a:ext cx="1270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D9FD8AB3-6847-1725-8635-C653DACE3279}"/>
                    </a:ext>
                  </a:extLst>
                </p14:cNvPr>
                <p14:cNvContentPartPr/>
                <p14:nvPr/>
              </p14:nvContentPartPr>
              <p14:xfrm>
                <a:off x="3911510" y="950077"/>
                <a:ext cx="91800" cy="158400"/>
              </p14:xfrm>
            </p:contentPart>
          </mc:Choice>
          <mc:Fallback xmlns="">
            <p:pic>
              <p:nvPicPr>
                <p:cNvPr id="36" name="Ink 35">
                  <a:extLst>
                    <a:ext uri="{FF2B5EF4-FFF2-40B4-BE49-F238E27FC236}">
                      <a16:creationId xmlns:a16="http://schemas.microsoft.com/office/drawing/2014/main" id="{D9FD8AB3-6847-1725-8635-C653DACE3279}"/>
                    </a:ext>
                  </a:extLst>
                </p:cNvPr>
                <p:cNvPicPr/>
                <p:nvPr/>
              </p:nvPicPr>
              <p:blipFill>
                <a:blip r:embed="rId57"/>
                <a:stretch>
                  <a:fillRect/>
                </a:stretch>
              </p:blipFill>
              <p:spPr>
                <a:xfrm>
                  <a:off x="3893510" y="932077"/>
                  <a:ext cx="12744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D6495590-4C10-1ECD-2F1F-13816FC72753}"/>
                    </a:ext>
                  </a:extLst>
                </p14:cNvPr>
                <p14:cNvContentPartPr/>
                <p14:nvPr/>
              </p14:nvContentPartPr>
              <p14:xfrm>
                <a:off x="4086830" y="981397"/>
                <a:ext cx="117000" cy="74880"/>
              </p14:xfrm>
            </p:contentPart>
          </mc:Choice>
          <mc:Fallback xmlns="">
            <p:pic>
              <p:nvPicPr>
                <p:cNvPr id="37" name="Ink 36">
                  <a:extLst>
                    <a:ext uri="{FF2B5EF4-FFF2-40B4-BE49-F238E27FC236}">
                      <a16:creationId xmlns:a16="http://schemas.microsoft.com/office/drawing/2014/main" id="{D6495590-4C10-1ECD-2F1F-13816FC72753}"/>
                    </a:ext>
                  </a:extLst>
                </p:cNvPr>
                <p:cNvPicPr/>
                <p:nvPr/>
              </p:nvPicPr>
              <p:blipFill>
                <a:blip r:embed="rId59"/>
                <a:stretch>
                  <a:fillRect/>
                </a:stretch>
              </p:blipFill>
              <p:spPr>
                <a:xfrm>
                  <a:off x="4068830" y="963397"/>
                  <a:ext cx="1526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194070AD-705F-ED26-115C-1BD41E98137B}"/>
                    </a:ext>
                  </a:extLst>
                </p14:cNvPr>
                <p14:cNvContentPartPr/>
                <p14:nvPr/>
              </p14:nvContentPartPr>
              <p14:xfrm>
                <a:off x="4277630" y="948277"/>
                <a:ext cx="93240" cy="137160"/>
              </p14:xfrm>
            </p:contentPart>
          </mc:Choice>
          <mc:Fallback xmlns="">
            <p:pic>
              <p:nvPicPr>
                <p:cNvPr id="38" name="Ink 37">
                  <a:extLst>
                    <a:ext uri="{FF2B5EF4-FFF2-40B4-BE49-F238E27FC236}">
                      <a16:creationId xmlns:a16="http://schemas.microsoft.com/office/drawing/2014/main" id="{194070AD-705F-ED26-115C-1BD41E98137B}"/>
                    </a:ext>
                  </a:extLst>
                </p:cNvPr>
                <p:cNvPicPr/>
                <p:nvPr/>
              </p:nvPicPr>
              <p:blipFill>
                <a:blip r:embed="rId61"/>
                <a:stretch>
                  <a:fillRect/>
                </a:stretch>
              </p:blipFill>
              <p:spPr>
                <a:xfrm>
                  <a:off x="4259630" y="930277"/>
                  <a:ext cx="12888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DA753D61-4DE0-5294-CFD5-D04F9F23F987}"/>
                    </a:ext>
                  </a:extLst>
                </p14:cNvPr>
                <p14:cNvContentPartPr/>
                <p14:nvPr/>
              </p14:nvContentPartPr>
              <p14:xfrm>
                <a:off x="4487870" y="952957"/>
                <a:ext cx="216000" cy="89640"/>
              </p14:xfrm>
            </p:contentPart>
          </mc:Choice>
          <mc:Fallback xmlns="">
            <p:pic>
              <p:nvPicPr>
                <p:cNvPr id="39" name="Ink 38">
                  <a:extLst>
                    <a:ext uri="{FF2B5EF4-FFF2-40B4-BE49-F238E27FC236}">
                      <a16:creationId xmlns:a16="http://schemas.microsoft.com/office/drawing/2014/main" id="{DA753D61-4DE0-5294-CFD5-D04F9F23F987}"/>
                    </a:ext>
                  </a:extLst>
                </p:cNvPr>
                <p:cNvPicPr/>
                <p:nvPr/>
              </p:nvPicPr>
              <p:blipFill>
                <a:blip r:embed="rId63"/>
                <a:stretch>
                  <a:fillRect/>
                </a:stretch>
              </p:blipFill>
              <p:spPr>
                <a:xfrm>
                  <a:off x="4469870" y="934957"/>
                  <a:ext cx="25164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CE49204C-12EE-FD8C-958B-7ADF38257821}"/>
                    </a:ext>
                  </a:extLst>
                </p14:cNvPr>
                <p14:cNvContentPartPr/>
                <p14:nvPr/>
              </p14:nvContentPartPr>
              <p14:xfrm>
                <a:off x="4751030" y="943957"/>
                <a:ext cx="6840" cy="122040"/>
              </p14:xfrm>
            </p:contentPart>
          </mc:Choice>
          <mc:Fallback xmlns="">
            <p:pic>
              <p:nvPicPr>
                <p:cNvPr id="40" name="Ink 39">
                  <a:extLst>
                    <a:ext uri="{FF2B5EF4-FFF2-40B4-BE49-F238E27FC236}">
                      <a16:creationId xmlns:a16="http://schemas.microsoft.com/office/drawing/2014/main" id="{CE49204C-12EE-FD8C-958B-7ADF38257821}"/>
                    </a:ext>
                  </a:extLst>
                </p:cNvPr>
                <p:cNvPicPr/>
                <p:nvPr/>
              </p:nvPicPr>
              <p:blipFill>
                <a:blip r:embed="rId65"/>
                <a:stretch>
                  <a:fillRect/>
                </a:stretch>
              </p:blipFill>
              <p:spPr>
                <a:xfrm>
                  <a:off x="4732030" y="925957"/>
                  <a:ext cx="444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1" name="Ink 40">
                  <a:extLst>
                    <a:ext uri="{FF2B5EF4-FFF2-40B4-BE49-F238E27FC236}">
                      <a16:creationId xmlns:a16="http://schemas.microsoft.com/office/drawing/2014/main" id="{63767631-F473-DF0E-C8C3-04273A75EF0A}"/>
                    </a:ext>
                  </a:extLst>
                </p14:cNvPr>
                <p14:cNvContentPartPr/>
                <p14:nvPr/>
              </p14:nvContentPartPr>
              <p14:xfrm>
                <a:off x="4755350" y="846397"/>
                <a:ext cx="19080" cy="35280"/>
              </p14:xfrm>
            </p:contentPart>
          </mc:Choice>
          <mc:Fallback xmlns="">
            <p:pic>
              <p:nvPicPr>
                <p:cNvPr id="41" name="Ink 40">
                  <a:extLst>
                    <a:ext uri="{FF2B5EF4-FFF2-40B4-BE49-F238E27FC236}">
                      <a16:creationId xmlns:a16="http://schemas.microsoft.com/office/drawing/2014/main" id="{63767631-F473-DF0E-C8C3-04273A75EF0A}"/>
                    </a:ext>
                  </a:extLst>
                </p:cNvPr>
                <p:cNvPicPr/>
                <p:nvPr/>
              </p:nvPicPr>
              <p:blipFill>
                <a:blip r:embed="rId67"/>
                <a:stretch>
                  <a:fillRect/>
                </a:stretch>
              </p:blipFill>
              <p:spPr>
                <a:xfrm>
                  <a:off x="4737350" y="828397"/>
                  <a:ext cx="5472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1E2934C9-75F8-23E3-DC1E-14F1E0E7EF24}"/>
                    </a:ext>
                  </a:extLst>
                </p14:cNvPr>
                <p14:cNvContentPartPr/>
                <p14:nvPr/>
              </p14:nvContentPartPr>
              <p14:xfrm>
                <a:off x="4901510" y="778717"/>
                <a:ext cx="29880" cy="214200"/>
              </p14:xfrm>
            </p:contentPart>
          </mc:Choice>
          <mc:Fallback xmlns="">
            <p:pic>
              <p:nvPicPr>
                <p:cNvPr id="42" name="Ink 41">
                  <a:extLst>
                    <a:ext uri="{FF2B5EF4-FFF2-40B4-BE49-F238E27FC236}">
                      <a16:creationId xmlns:a16="http://schemas.microsoft.com/office/drawing/2014/main" id="{1E2934C9-75F8-23E3-DC1E-14F1E0E7EF24}"/>
                    </a:ext>
                  </a:extLst>
                </p:cNvPr>
                <p:cNvPicPr/>
                <p:nvPr/>
              </p:nvPicPr>
              <p:blipFill>
                <a:blip r:embed="rId69"/>
                <a:stretch>
                  <a:fillRect/>
                </a:stretch>
              </p:blipFill>
              <p:spPr>
                <a:xfrm>
                  <a:off x="4883510" y="760717"/>
                  <a:ext cx="6552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4B8D5F88-6810-E3FA-DAAA-3AF1F3A6C006}"/>
                    </a:ext>
                  </a:extLst>
                </p14:cNvPr>
                <p14:cNvContentPartPr/>
                <p14:nvPr/>
              </p14:nvContentPartPr>
              <p14:xfrm>
                <a:off x="4898630" y="932437"/>
                <a:ext cx="96120" cy="27000"/>
              </p14:xfrm>
            </p:contentPart>
          </mc:Choice>
          <mc:Fallback xmlns="">
            <p:pic>
              <p:nvPicPr>
                <p:cNvPr id="43" name="Ink 42">
                  <a:extLst>
                    <a:ext uri="{FF2B5EF4-FFF2-40B4-BE49-F238E27FC236}">
                      <a16:creationId xmlns:a16="http://schemas.microsoft.com/office/drawing/2014/main" id="{4B8D5F88-6810-E3FA-DAAA-3AF1F3A6C006}"/>
                    </a:ext>
                  </a:extLst>
                </p:cNvPr>
                <p:cNvPicPr/>
                <p:nvPr/>
              </p:nvPicPr>
              <p:blipFill>
                <a:blip r:embed="rId71"/>
                <a:stretch>
                  <a:fillRect/>
                </a:stretch>
              </p:blipFill>
              <p:spPr>
                <a:xfrm>
                  <a:off x="4880697" y="914437"/>
                  <a:ext cx="131627"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298A1240-C389-5D62-FF06-29C65363CEF5}"/>
                    </a:ext>
                  </a:extLst>
                </p14:cNvPr>
                <p14:cNvContentPartPr/>
                <p14:nvPr/>
              </p14:nvContentPartPr>
              <p14:xfrm>
                <a:off x="5103830" y="725077"/>
                <a:ext cx="65880" cy="338400"/>
              </p14:xfrm>
            </p:contentPart>
          </mc:Choice>
          <mc:Fallback xmlns="">
            <p:pic>
              <p:nvPicPr>
                <p:cNvPr id="44" name="Ink 43">
                  <a:extLst>
                    <a:ext uri="{FF2B5EF4-FFF2-40B4-BE49-F238E27FC236}">
                      <a16:creationId xmlns:a16="http://schemas.microsoft.com/office/drawing/2014/main" id="{298A1240-C389-5D62-FF06-29C65363CEF5}"/>
                    </a:ext>
                  </a:extLst>
                </p:cNvPr>
                <p:cNvPicPr/>
                <p:nvPr/>
              </p:nvPicPr>
              <p:blipFill>
                <a:blip r:embed="rId73"/>
                <a:stretch>
                  <a:fillRect/>
                </a:stretch>
              </p:blipFill>
              <p:spPr>
                <a:xfrm>
                  <a:off x="5085928" y="707077"/>
                  <a:ext cx="101326" cy="374040"/>
                </a:xfrm>
                <a:prstGeom prst="rect">
                  <a:avLst/>
                </a:prstGeom>
              </p:spPr>
            </p:pic>
          </mc:Fallback>
        </mc:AlternateContent>
      </p:grpSp>
      <p:grpSp>
        <p:nvGrpSpPr>
          <p:cNvPr id="56" name="Group 55">
            <a:extLst>
              <a:ext uri="{FF2B5EF4-FFF2-40B4-BE49-F238E27FC236}">
                <a16:creationId xmlns:a16="http://schemas.microsoft.com/office/drawing/2014/main" id="{3E5AEA2D-C6D7-727C-5131-87494FC852F6}"/>
              </a:ext>
            </a:extLst>
          </p:cNvPr>
          <p:cNvGrpSpPr/>
          <p:nvPr/>
        </p:nvGrpSpPr>
        <p:grpSpPr>
          <a:xfrm>
            <a:off x="9579710" y="747037"/>
            <a:ext cx="1585440" cy="402840"/>
            <a:chOff x="9579710" y="747037"/>
            <a:chExt cx="1585440" cy="402840"/>
          </a:xfrm>
        </p:grpSpPr>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829341B0-1338-EA2B-2990-0CA49A87E3F6}"/>
                    </a:ext>
                  </a:extLst>
                </p14:cNvPr>
                <p14:cNvContentPartPr/>
                <p14:nvPr/>
              </p14:nvContentPartPr>
              <p14:xfrm>
                <a:off x="9579710" y="749557"/>
                <a:ext cx="232920" cy="400320"/>
              </p14:xfrm>
            </p:contentPart>
          </mc:Choice>
          <mc:Fallback xmlns="">
            <p:pic>
              <p:nvPicPr>
                <p:cNvPr id="45" name="Ink 44">
                  <a:extLst>
                    <a:ext uri="{FF2B5EF4-FFF2-40B4-BE49-F238E27FC236}">
                      <a16:creationId xmlns:a16="http://schemas.microsoft.com/office/drawing/2014/main" id="{829341B0-1338-EA2B-2990-0CA49A87E3F6}"/>
                    </a:ext>
                  </a:extLst>
                </p:cNvPr>
                <p:cNvPicPr/>
                <p:nvPr/>
              </p:nvPicPr>
              <p:blipFill>
                <a:blip r:embed="rId75"/>
                <a:stretch>
                  <a:fillRect/>
                </a:stretch>
              </p:blipFill>
              <p:spPr>
                <a:xfrm>
                  <a:off x="9561710" y="731557"/>
                  <a:ext cx="26856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33B43886-5707-942E-9E15-885992E87C46}"/>
                    </a:ext>
                  </a:extLst>
                </p14:cNvPr>
                <p14:cNvContentPartPr/>
                <p14:nvPr/>
              </p14:nvContentPartPr>
              <p14:xfrm>
                <a:off x="9949070" y="929197"/>
                <a:ext cx="28080" cy="202320"/>
              </p14:xfrm>
            </p:contentPart>
          </mc:Choice>
          <mc:Fallback xmlns="">
            <p:pic>
              <p:nvPicPr>
                <p:cNvPr id="46" name="Ink 45">
                  <a:extLst>
                    <a:ext uri="{FF2B5EF4-FFF2-40B4-BE49-F238E27FC236}">
                      <a16:creationId xmlns:a16="http://schemas.microsoft.com/office/drawing/2014/main" id="{33B43886-5707-942E-9E15-885992E87C46}"/>
                    </a:ext>
                  </a:extLst>
                </p:cNvPr>
                <p:cNvPicPr/>
                <p:nvPr/>
              </p:nvPicPr>
              <p:blipFill>
                <a:blip r:embed="rId77"/>
                <a:stretch>
                  <a:fillRect/>
                </a:stretch>
              </p:blipFill>
              <p:spPr>
                <a:xfrm>
                  <a:off x="9931070" y="911197"/>
                  <a:ext cx="6372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D6120144-7717-C240-09A4-6D1B9247A8F0}"/>
                    </a:ext>
                  </a:extLst>
                </p14:cNvPr>
                <p14:cNvContentPartPr/>
                <p14:nvPr/>
              </p14:nvContentPartPr>
              <p14:xfrm>
                <a:off x="9959150" y="893917"/>
                <a:ext cx="71640" cy="155160"/>
              </p14:xfrm>
            </p:contentPart>
          </mc:Choice>
          <mc:Fallback xmlns="">
            <p:pic>
              <p:nvPicPr>
                <p:cNvPr id="47" name="Ink 46">
                  <a:extLst>
                    <a:ext uri="{FF2B5EF4-FFF2-40B4-BE49-F238E27FC236}">
                      <a16:creationId xmlns:a16="http://schemas.microsoft.com/office/drawing/2014/main" id="{D6120144-7717-C240-09A4-6D1B9247A8F0}"/>
                    </a:ext>
                  </a:extLst>
                </p:cNvPr>
                <p:cNvPicPr/>
                <p:nvPr/>
              </p:nvPicPr>
              <p:blipFill>
                <a:blip r:embed="rId79"/>
                <a:stretch>
                  <a:fillRect/>
                </a:stretch>
              </p:blipFill>
              <p:spPr>
                <a:xfrm>
                  <a:off x="9941150" y="875917"/>
                  <a:ext cx="1072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8" name="Ink 47">
                  <a:extLst>
                    <a:ext uri="{FF2B5EF4-FFF2-40B4-BE49-F238E27FC236}">
                      <a16:creationId xmlns:a16="http://schemas.microsoft.com/office/drawing/2014/main" id="{F3E0E064-A4E3-13C2-BC38-39D59ACDAC2C}"/>
                    </a:ext>
                  </a:extLst>
                </p14:cNvPr>
                <p14:cNvContentPartPr/>
                <p14:nvPr/>
              </p14:nvContentPartPr>
              <p14:xfrm>
                <a:off x="10135190" y="983917"/>
                <a:ext cx="124560" cy="101160"/>
              </p14:xfrm>
            </p:contentPart>
          </mc:Choice>
          <mc:Fallback xmlns="">
            <p:pic>
              <p:nvPicPr>
                <p:cNvPr id="48" name="Ink 47">
                  <a:extLst>
                    <a:ext uri="{FF2B5EF4-FFF2-40B4-BE49-F238E27FC236}">
                      <a16:creationId xmlns:a16="http://schemas.microsoft.com/office/drawing/2014/main" id="{F3E0E064-A4E3-13C2-BC38-39D59ACDAC2C}"/>
                    </a:ext>
                  </a:extLst>
                </p:cNvPr>
                <p:cNvPicPr/>
                <p:nvPr/>
              </p:nvPicPr>
              <p:blipFill>
                <a:blip r:embed="rId81"/>
                <a:stretch>
                  <a:fillRect/>
                </a:stretch>
              </p:blipFill>
              <p:spPr>
                <a:xfrm>
                  <a:off x="10117190" y="965917"/>
                  <a:ext cx="16020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9" name="Ink 48">
                  <a:extLst>
                    <a:ext uri="{FF2B5EF4-FFF2-40B4-BE49-F238E27FC236}">
                      <a16:creationId xmlns:a16="http://schemas.microsoft.com/office/drawing/2014/main" id="{71E771D6-1B9D-C72E-D810-6355B7892847}"/>
                    </a:ext>
                  </a:extLst>
                </p14:cNvPr>
                <p14:cNvContentPartPr/>
                <p14:nvPr/>
              </p14:nvContentPartPr>
              <p14:xfrm>
                <a:off x="10359830" y="995437"/>
                <a:ext cx="140040" cy="123120"/>
              </p14:xfrm>
            </p:contentPart>
          </mc:Choice>
          <mc:Fallback xmlns="">
            <p:pic>
              <p:nvPicPr>
                <p:cNvPr id="49" name="Ink 48">
                  <a:extLst>
                    <a:ext uri="{FF2B5EF4-FFF2-40B4-BE49-F238E27FC236}">
                      <a16:creationId xmlns:a16="http://schemas.microsoft.com/office/drawing/2014/main" id="{71E771D6-1B9D-C72E-D810-6355B7892847}"/>
                    </a:ext>
                  </a:extLst>
                </p:cNvPr>
                <p:cNvPicPr/>
                <p:nvPr/>
              </p:nvPicPr>
              <p:blipFill>
                <a:blip r:embed="rId83"/>
                <a:stretch>
                  <a:fillRect/>
                </a:stretch>
              </p:blipFill>
              <p:spPr>
                <a:xfrm>
                  <a:off x="10341830" y="977437"/>
                  <a:ext cx="17568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0" name="Ink 49">
                  <a:extLst>
                    <a:ext uri="{FF2B5EF4-FFF2-40B4-BE49-F238E27FC236}">
                      <a16:creationId xmlns:a16="http://schemas.microsoft.com/office/drawing/2014/main" id="{39AEE2B6-A16F-5C3B-F08A-936166210305}"/>
                    </a:ext>
                  </a:extLst>
                </p14:cNvPr>
                <p14:cNvContentPartPr/>
                <p14:nvPr/>
              </p14:nvContentPartPr>
              <p14:xfrm>
                <a:off x="10482950" y="1026037"/>
                <a:ext cx="129960" cy="102960"/>
              </p14:xfrm>
            </p:contentPart>
          </mc:Choice>
          <mc:Fallback xmlns="">
            <p:pic>
              <p:nvPicPr>
                <p:cNvPr id="50" name="Ink 49">
                  <a:extLst>
                    <a:ext uri="{FF2B5EF4-FFF2-40B4-BE49-F238E27FC236}">
                      <a16:creationId xmlns:a16="http://schemas.microsoft.com/office/drawing/2014/main" id="{39AEE2B6-A16F-5C3B-F08A-936166210305}"/>
                    </a:ext>
                  </a:extLst>
                </p:cNvPr>
                <p:cNvPicPr/>
                <p:nvPr/>
              </p:nvPicPr>
              <p:blipFill>
                <a:blip r:embed="rId85"/>
                <a:stretch>
                  <a:fillRect/>
                </a:stretch>
              </p:blipFill>
              <p:spPr>
                <a:xfrm>
                  <a:off x="10464950" y="1008100"/>
                  <a:ext cx="165600" cy="138476"/>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1" name="Ink 50">
                  <a:extLst>
                    <a:ext uri="{FF2B5EF4-FFF2-40B4-BE49-F238E27FC236}">
                      <a16:creationId xmlns:a16="http://schemas.microsoft.com/office/drawing/2014/main" id="{C2080BA0-DFB2-8609-D075-25A3AFD47D2B}"/>
                    </a:ext>
                  </a:extLst>
                </p14:cNvPr>
                <p14:cNvContentPartPr/>
                <p14:nvPr/>
              </p14:nvContentPartPr>
              <p14:xfrm>
                <a:off x="10670510" y="1049797"/>
                <a:ext cx="33480" cy="82080"/>
              </p14:xfrm>
            </p:contentPart>
          </mc:Choice>
          <mc:Fallback xmlns="">
            <p:pic>
              <p:nvPicPr>
                <p:cNvPr id="51" name="Ink 50">
                  <a:extLst>
                    <a:ext uri="{FF2B5EF4-FFF2-40B4-BE49-F238E27FC236}">
                      <a16:creationId xmlns:a16="http://schemas.microsoft.com/office/drawing/2014/main" id="{C2080BA0-DFB2-8609-D075-25A3AFD47D2B}"/>
                    </a:ext>
                  </a:extLst>
                </p:cNvPr>
                <p:cNvPicPr/>
                <p:nvPr/>
              </p:nvPicPr>
              <p:blipFill>
                <a:blip r:embed="rId87"/>
                <a:stretch>
                  <a:fillRect/>
                </a:stretch>
              </p:blipFill>
              <p:spPr>
                <a:xfrm>
                  <a:off x="10652701" y="1031797"/>
                  <a:ext cx="68741"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2" name="Ink 51">
                  <a:extLst>
                    <a:ext uri="{FF2B5EF4-FFF2-40B4-BE49-F238E27FC236}">
                      <a16:creationId xmlns:a16="http://schemas.microsoft.com/office/drawing/2014/main" id="{6BFE4D7D-4C62-5C86-04B9-38A91F7A05C3}"/>
                    </a:ext>
                  </a:extLst>
                </p14:cNvPr>
                <p14:cNvContentPartPr/>
                <p14:nvPr/>
              </p14:nvContentPartPr>
              <p14:xfrm>
                <a:off x="10692110" y="881677"/>
                <a:ext cx="30960" cy="47160"/>
              </p14:xfrm>
            </p:contentPart>
          </mc:Choice>
          <mc:Fallback xmlns="">
            <p:pic>
              <p:nvPicPr>
                <p:cNvPr id="52" name="Ink 51">
                  <a:extLst>
                    <a:ext uri="{FF2B5EF4-FFF2-40B4-BE49-F238E27FC236}">
                      <a16:creationId xmlns:a16="http://schemas.microsoft.com/office/drawing/2014/main" id="{6BFE4D7D-4C62-5C86-04B9-38A91F7A05C3}"/>
                    </a:ext>
                  </a:extLst>
                </p:cNvPr>
                <p:cNvPicPr/>
                <p:nvPr/>
              </p:nvPicPr>
              <p:blipFill>
                <a:blip r:embed="rId89"/>
                <a:stretch>
                  <a:fillRect/>
                </a:stretch>
              </p:blipFill>
              <p:spPr>
                <a:xfrm>
                  <a:off x="10674110" y="863813"/>
                  <a:ext cx="66600" cy="8253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3" name="Ink 52">
                  <a:extLst>
                    <a:ext uri="{FF2B5EF4-FFF2-40B4-BE49-F238E27FC236}">
                      <a16:creationId xmlns:a16="http://schemas.microsoft.com/office/drawing/2014/main" id="{ECDDEFEA-3421-4467-DAC9-2818062AC1A4}"/>
                    </a:ext>
                  </a:extLst>
                </p14:cNvPr>
                <p14:cNvContentPartPr/>
                <p14:nvPr/>
              </p14:nvContentPartPr>
              <p14:xfrm>
                <a:off x="10800110" y="976717"/>
                <a:ext cx="105120" cy="129960"/>
              </p14:xfrm>
            </p:contentPart>
          </mc:Choice>
          <mc:Fallback xmlns="">
            <p:pic>
              <p:nvPicPr>
                <p:cNvPr id="53" name="Ink 52">
                  <a:extLst>
                    <a:ext uri="{FF2B5EF4-FFF2-40B4-BE49-F238E27FC236}">
                      <a16:creationId xmlns:a16="http://schemas.microsoft.com/office/drawing/2014/main" id="{ECDDEFEA-3421-4467-DAC9-2818062AC1A4}"/>
                    </a:ext>
                  </a:extLst>
                </p:cNvPr>
                <p:cNvPicPr/>
                <p:nvPr/>
              </p:nvPicPr>
              <p:blipFill>
                <a:blip r:embed="rId91"/>
                <a:stretch>
                  <a:fillRect/>
                </a:stretch>
              </p:blipFill>
              <p:spPr>
                <a:xfrm>
                  <a:off x="10782110" y="958717"/>
                  <a:ext cx="1407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4" name="Ink 53">
                  <a:extLst>
                    <a:ext uri="{FF2B5EF4-FFF2-40B4-BE49-F238E27FC236}">
                      <a16:creationId xmlns:a16="http://schemas.microsoft.com/office/drawing/2014/main" id="{7DAAEE06-15E7-A2E1-46EF-8C4BD1F21035}"/>
                    </a:ext>
                  </a:extLst>
                </p14:cNvPr>
                <p14:cNvContentPartPr/>
                <p14:nvPr/>
              </p14:nvContentPartPr>
              <p14:xfrm>
                <a:off x="10947350" y="1011637"/>
                <a:ext cx="56520" cy="71280"/>
              </p14:xfrm>
            </p:contentPart>
          </mc:Choice>
          <mc:Fallback xmlns="">
            <p:pic>
              <p:nvPicPr>
                <p:cNvPr id="54" name="Ink 53">
                  <a:extLst>
                    <a:ext uri="{FF2B5EF4-FFF2-40B4-BE49-F238E27FC236}">
                      <a16:creationId xmlns:a16="http://schemas.microsoft.com/office/drawing/2014/main" id="{7DAAEE06-15E7-A2E1-46EF-8C4BD1F21035}"/>
                    </a:ext>
                  </a:extLst>
                </p:cNvPr>
                <p:cNvPicPr/>
                <p:nvPr/>
              </p:nvPicPr>
              <p:blipFill>
                <a:blip r:embed="rId93"/>
                <a:stretch>
                  <a:fillRect/>
                </a:stretch>
              </p:blipFill>
              <p:spPr>
                <a:xfrm>
                  <a:off x="10929235" y="993637"/>
                  <a:ext cx="92388"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5" name="Ink 54">
                  <a:extLst>
                    <a:ext uri="{FF2B5EF4-FFF2-40B4-BE49-F238E27FC236}">
                      <a16:creationId xmlns:a16="http://schemas.microsoft.com/office/drawing/2014/main" id="{9A3F8D00-3073-F589-4894-C299BDD035CF}"/>
                    </a:ext>
                  </a:extLst>
                </p14:cNvPr>
                <p14:cNvContentPartPr/>
                <p14:nvPr/>
              </p14:nvContentPartPr>
              <p14:xfrm>
                <a:off x="11104670" y="747037"/>
                <a:ext cx="60480" cy="401760"/>
              </p14:xfrm>
            </p:contentPart>
          </mc:Choice>
          <mc:Fallback xmlns="">
            <p:pic>
              <p:nvPicPr>
                <p:cNvPr id="55" name="Ink 54">
                  <a:extLst>
                    <a:ext uri="{FF2B5EF4-FFF2-40B4-BE49-F238E27FC236}">
                      <a16:creationId xmlns:a16="http://schemas.microsoft.com/office/drawing/2014/main" id="{9A3F8D00-3073-F589-4894-C299BDD035CF}"/>
                    </a:ext>
                  </a:extLst>
                </p:cNvPr>
                <p:cNvPicPr/>
                <p:nvPr/>
              </p:nvPicPr>
              <p:blipFill>
                <a:blip r:embed="rId95"/>
                <a:stretch>
                  <a:fillRect/>
                </a:stretch>
              </p:blipFill>
              <p:spPr>
                <a:xfrm>
                  <a:off x="11086670" y="729037"/>
                  <a:ext cx="96120" cy="437400"/>
                </a:xfrm>
                <a:prstGeom prst="rect">
                  <a:avLst/>
                </a:prstGeom>
              </p:spPr>
            </p:pic>
          </mc:Fallback>
        </mc:AlternateContent>
      </p:grpSp>
      <p:grpSp>
        <p:nvGrpSpPr>
          <p:cNvPr id="67" name="Group 66">
            <a:extLst>
              <a:ext uri="{FF2B5EF4-FFF2-40B4-BE49-F238E27FC236}">
                <a16:creationId xmlns:a16="http://schemas.microsoft.com/office/drawing/2014/main" id="{E7C1E1C2-5FDE-B7F4-9BBB-8405EA2C9A46}"/>
              </a:ext>
            </a:extLst>
          </p:cNvPr>
          <p:cNvGrpSpPr/>
          <p:nvPr/>
        </p:nvGrpSpPr>
        <p:grpSpPr>
          <a:xfrm>
            <a:off x="10310870" y="2015677"/>
            <a:ext cx="1197720" cy="2074680"/>
            <a:chOff x="10310870" y="2015677"/>
            <a:chExt cx="1197720" cy="2074680"/>
          </a:xfrm>
        </p:grpSpPr>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436BAB7A-FDDA-196B-6452-96F221043531}"/>
                    </a:ext>
                  </a:extLst>
                </p14:cNvPr>
                <p14:cNvContentPartPr/>
                <p14:nvPr/>
              </p14:nvContentPartPr>
              <p14:xfrm>
                <a:off x="10322750" y="2635597"/>
                <a:ext cx="74880" cy="1214640"/>
              </p14:xfrm>
            </p:contentPart>
          </mc:Choice>
          <mc:Fallback xmlns="">
            <p:pic>
              <p:nvPicPr>
                <p:cNvPr id="58" name="Ink 57">
                  <a:extLst>
                    <a:ext uri="{FF2B5EF4-FFF2-40B4-BE49-F238E27FC236}">
                      <a16:creationId xmlns:a16="http://schemas.microsoft.com/office/drawing/2014/main" id="{436BAB7A-FDDA-196B-6452-96F221043531}"/>
                    </a:ext>
                  </a:extLst>
                </p:cNvPr>
                <p:cNvPicPr/>
                <p:nvPr/>
              </p:nvPicPr>
              <p:blipFill>
                <a:blip r:embed="rId97"/>
                <a:stretch>
                  <a:fillRect/>
                </a:stretch>
              </p:blipFill>
              <p:spPr>
                <a:xfrm>
                  <a:off x="10304836" y="2617597"/>
                  <a:ext cx="110349" cy="12502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4F7763CD-E8C2-8C45-CE5E-3EE032A812F7}"/>
                    </a:ext>
                  </a:extLst>
                </p14:cNvPr>
                <p14:cNvContentPartPr/>
                <p14:nvPr/>
              </p14:nvContentPartPr>
              <p14:xfrm>
                <a:off x="10310870" y="2452717"/>
                <a:ext cx="1162440" cy="112320"/>
              </p14:xfrm>
            </p:contentPart>
          </mc:Choice>
          <mc:Fallback xmlns="">
            <p:pic>
              <p:nvPicPr>
                <p:cNvPr id="59" name="Ink 58">
                  <a:extLst>
                    <a:ext uri="{FF2B5EF4-FFF2-40B4-BE49-F238E27FC236}">
                      <a16:creationId xmlns:a16="http://schemas.microsoft.com/office/drawing/2014/main" id="{4F7763CD-E8C2-8C45-CE5E-3EE032A812F7}"/>
                    </a:ext>
                  </a:extLst>
                </p:cNvPr>
                <p:cNvPicPr/>
                <p:nvPr/>
              </p:nvPicPr>
              <p:blipFill>
                <a:blip r:embed="rId99"/>
                <a:stretch>
                  <a:fillRect/>
                </a:stretch>
              </p:blipFill>
              <p:spPr>
                <a:xfrm>
                  <a:off x="10292870" y="2434775"/>
                  <a:ext cx="1198080" cy="147846"/>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1" name="Ink 60">
                  <a:extLst>
                    <a:ext uri="{FF2B5EF4-FFF2-40B4-BE49-F238E27FC236}">
                      <a16:creationId xmlns:a16="http://schemas.microsoft.com/office/drawing/2014/main" id="{C8491C78-6F5D-19E2-A654-F11C323D52A2}"/>
                    </a:ext>
                  </a:extLst>
                </p14:cNvPr>
                <p14:cNvContentPartPr/>
                <p14:nvPr/>
              </p14:nvContentPartPr>
              <p14:xfrm>
                <a:off x="10311950" y="2475037"/>
                <a:ext cx="1196640" cy="1615320"/>
              </p14:xfrm>
            </p:contentPart>
          </mc:Choice>
          <mc:Fallback xmlns="">
            <p:pic>
              <p:nvPicPr>
                <p:cNvPr id="61" name="Ink 60">
                  <a:extLst>
                    <a:ext uri="{FF2B5EF4-FFF2-40B4-BE49-F238E27FC236}">
                      <a16:creationId xmlns:a16="http://schemas.microsoft.com/office/drawing/2014/main" id="{C8491C78-6F5D-19E2-A654-F11C323D52A2}"/>
                    </a:ext>
                  </a:extLst>
                </p:cNvPr>
                <p:cNvPicPr/>
                <p:nvPr/>
              </p:nvPicPr>
              <p:blipFill>
                <a:blip r:embed="rId101"/>
                <a:stretch>
                  <a:fillRect/>
                </a:stretch>
              </p:blipFill>
              <p:spPr>
                <a:xfrm>
                  <a:off x="10293945" y="2457037"/>
                  <a:ext cx="1232291" cy="16509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2" name="Ink 61">
                  <a:extLst>
                    <a:ext uri="{FF2B5EF4-FFF2-40B4-BE49-F238E27FC236}">
                      <a16:creationId xmlns:a16="http://schemas.microsoft.com/office/drawing/2014/main" id="{8613FE56-BCBA-A34B-BABB-828AF0CB9F91}"/>
                    </a:ext>
                  </a:extLst>
                </p14:cNvPr>
                <p14:cNvContentPartPr/>
                <p14:nvPr/>
              </p14:nvContentPartPr>
              <p14:xfrm>
                <a:off x="10519310" y="2044837"/>
                <a:ext cx="55800" cy="314280"/>
              </p14:xfrm>
            </p:contentPart>
          </mc:Choice>
          <mc:Fallback xmlns="">
            <p:pic>
              <p:nvPicPr>
                <p:cNvPr id="62" name="Ink 61">
                  <a:extLst>
                    <a:ext uri="{FF2B5EF4-FFF2-40B4-BE49-F238E27FC236}">
                      <a16:creationId xmlns:a16="http://schemas.microsoft.com/office/drawing/2014/main" id="{8613FE56-BCBA-A34B-BABB-828AF0CB9F91}"/>
                    </a:ext>
                  </a:extLst>
                </p:cNvPr>
                <p:cNvPicPr/>
                <p:nvPr/>
              </p:nvPicPr>
              <p:blipFill>
                <a:blip r:embed="rId103"/>
                <a:stretch>
                  <a:fillRect/>
                </a:stretch>
              </p:blipFill>
              <p:spPr>
                <a:xfrm>
                  <a:off x="10501310" y="2026837"/>
                  <a:ext cx="9144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3" name="Ink 62">
                  <a:extLst>
                    <a:ext uri="{FF2B5EF4-FFF2-40B4-BE49-F238E27FC236}">
                      <a16:creationId xmlns:a16="http://schemas.microsoft.com/office/drawing/2014/main" id="{3FFBA52C-DCDB-F0C5-4F39-C1BD246E4BD1}"/>
                    </a:ext>
                  </a:extLst>
                </p14:cNvPr>
                <p14:cNvContentPartPr/>
                <p14:nvPr/>
              </p14:nvContentPartPr>
              <p14:xfrm>
                <a:off x="10583390" y="2070397"/>
                <a:ext cx="163080" cy="250920"/>
              </p14:xfrm>
            </p:contentPart>
          </mc:Choice>
          <mc:Fallback xmlns="">
            <p:pic>
              <p:nvPicPr>
                <p:cNvPr id="63" name="Ink 62">
                  <a:extLst>
                    <a:ext uri="{FF2B5EF4-FFF2-40B4-BE49-F238E27FC236}">
                      <a16:creationId xmlns:a16="http://schemas.microsoft.com/office/drawing/2014/main" id="{3FFBA52C-DCDB-F0C5-4F39-C1BD246E4BD1}"/>
                    </a:ext>
                  </a:extLst>
                </p:cNvPr>
                <p:cNvPicPr/>
                <p:nvPr/>
              </p:nvPicPr>
              <p:blipFill>
                <a:blip r:embed="rId105"/>
                <a:stretch>
                  <a:fillRect/>
                </a:stretch>
              </p:blipFill>
              <p:spPr>
                <a:xfrm>
                  <a:off x="10565430" y="2052397"/>
                  <a:ext cx="198641"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4" name="Ink 63">
                  <a:extLst>
                    <a:ext uri="{FF2B5EF4-FFF2-40B4-BE49-F238E27FC236}">
                      <a16:creationId xmlns:a16="http://schemas.microsoft.com/office/drawing/2014/main" id="{0004BA56-D819-4BCC-804E-B7D1D81C75B4}"/>
                    </a:ext>
                  </a:extLst>
                </p14:cNvPr>
                <p14:cNvContentPartPr/>
                <p14:nvPr/>
              </p14:nvContentPartPr>
              <p14:xfrm>
                <a:off x="10524710" y="2172997"/>
                <a:ext cx="180000" cy="72720"/>
              </p14:xfrm>
            </p:contentPart>
          </mc:Choice>
          <mc:Fallback xmlns="">
            <p:pic>
              <p:nvPicPr>
                <p:cNvPr id="64" name="Ink 63">
                  <a:extLst>
                    <a:ext uri="{FF2B5EF4-FFF2-40B4-BE49-F238E27FC236}">
                      <a16:creationId xmlns:a16="http://schemas.microsoft.com/office/drawing/2014/main" id="{0004BA56-D819-4BCC-804E-B7D1D81C75B4}"/>
                    </a:ext>
                  </a:extLst>
                </p:cNvPr>
                <p:cNvPicPr/>
                <p:nvPr/>
              </p:nvPicPr>
              <p:blipFill>
                <a:blip r:embed="rId107"/>
                <a:stretch>
                  <a:fillRect/>
                </a:stretch>
              </p:blipFill>
              <p:spPr>
                <a:xfrm>
                  <a:off x="10506710" y="2154997"/>
                  <a:ext cx="21564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5" name="Ink 64">
                  <a:extLst>
                    <a:ext uri="{FF2B5EF4-FFF2-40B4-BE49-F238E27FC236}">
                      <a16:creationId xmlns:a16="http://schemas.microsoft.com/office/drawing/2014/main" id="{BD399ED7-A64A-D95D-6A75-2171A4F7BBBD}"/>
                    </a:ext>
                  </a:extLst>
                </p14:cNvPr>
                <p14:cNvContentPartPr/>
                <p14:nvPr/>
              </p14:nvContentPartPr>
              <p14:xfrm>
                <a:off x="10764470" y="2140597"/>
                <a:ext cx="106200" cy="123120"/>
              </p14:xfrm>
            </p:contentPart>
          </mc:Choice>
          <mc:Fallback xmlns="">
            <p:pic>
              <p:nvPicPr>
                <p:cNvPr id="65" name="Ink 64">
                  <a:extLst>
                    <a:ext uri="{FF2B5EF4-FFF2-40B4-BE49-F238E27FC236}">
                      <a16:creationId xmlns:a16="http://schemas.microsoft.com/office/drawing/2014/main" id="{BD399ED7-A64A-D95D-6A75-2171A4F7BBBD}"/>
                    </a:ext>
                  </a:extLst>
                </p:cNvPr>
                <p:cNvPicPr/>
                <p:nvPr/>
              </p:nvPicPr>
              <p:blipFill>
                <a:blip r:embed="rId109"/>
                <a:stretch>
                  <a:fillRect/>
                </a:stretch>
              </p:blipFill>
              <p:spPr>
                <a:xfrm>
                  <a:off x="10746470" y="2122544"/>
                  <a:ext cx="141840" cy="158865"/>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6" name="Ink 65">
                  <a:extLst>
                    <a:ext uri="{FF2B5EF4-FFF2-40B4-BE49-F238E27FC236}">
                      <a16:creationId xmlns:a16="http://schemas.microsoft.com/office/drawing/2014/main" id="{548D75DB-7B84-B9EA-3BD7-F516A842AA89}"/>
                    </a:ext>
                  </a:extLst>
                </p14:cNvPr>
                <p14:cNvContentPartPr/>
                <p14:nvPr/>
              </p14:nvContentPartPr>
              <p14:xfrm>
                <a:off x="10946990" y="2015677"/>
                <a:ext cx="147240" cy="241200"/>
              </p14:xfrm>
            </p:contentPart>
          </mc:Choice>
          <mc:Fallback xmlns="">
            <p:pic>
              <p:nvPicPr>
                <p:cNvPr id="66" name="Ink 65">
                  <a:extLst>
                    <a:ext uri="{FF2B5EF4-FFF2-40B4-BE49-F238E27FC236}">
                      <a16:creationId xmlns:a16="http://schemas.microsoft.com/office/drawing/2014/main" id="{548D75DB-7B84-B9EA-3BD7-F516A842AA89}"/>
                    </a:ext>
                  </a:extLst>
                </p:cNvPr>
                <p:cNvPicPr/>
                <p:nvPr/>
              </p:nvPicPr>
              <p:blipFill>
                <a:blip r:embed="rId111"/>
                <a:stretch>
                  <a:fillRect/>
                </a:stretch>
              </p:blipFill>
              <p:spPr>
                <a:xfrm>
                  <a:off x="10928990" y="1997677"/>
                  <a:ext cx="182880" cy="276840"/>
                </a:xfrm>
                <a:prstGeom prst="rect">
                  <a:avLst/>
                </a:prstGeom>
              </p:spPr>
            </p:pic>
          </mc:Fallback>
        </mc:AlternateContent>
      </p:grpSp>
      <p:grpSp>
        <p:nvGrpSpPr>
          <p:cNvPr id="70" name="Group 69">
            <a:extLst>
              <a:ext uri="{FF2B5EF4-FFF2-40B4-BE49-F238E27FC236}">
                <a16:creationId xmlns:a16="http://schemas.microsoft.com/office/drawing/2014/main" id="{6D02BDA9-1E3C-8867-E7BA-0D470CE7BC63}"/>
              </a:ext>
            </a:extLst>
          </p:cNvPr>
          <p:cNvGrpSpPr/>
          <p:nvPr/>
        </p:nvGrpSpPr>
        <p:grpSpPr>
          <a:xfrm>
            <a:off x="1414910" y="4238677"/>
            <a:ext cx="207000" cy="431640"/>
            <a:chOff x="1414910" y="4238677"/>
            <a:chExt cx="207000" cy="431640"/>
          </a:xfrm>
        </p:grpSpPr>
        <mc:AlternateContent xmlns:mc="http://schemas.openxmlformats.org/markup-compatibility/2006" xmlns:p14="http://schemas.microsoft.com/office/powerpoint/2010/main">
          <mc:Choice Requires="p14">
            <p:contentPart p14:bwMode="auto" r:id="rId112">
              <p14:nvContentPartPr>
                <p14:cNvPr id="68" name="Ink 67">
                  <a:extLst>
                    <a:ext uri="{FF2B5EF4-FFF2-40B4-BE49-F238E27FC236}">
                      <a16:creationId xmlns:a16="http://schemas.microsoft.com/office/drawing/2014/main" id="{6ECDB4C2-8FFD-8033-84FE-FEA0B13C7902}"/>
                    </a:ext>
                  </a:extLst>
                </p14:cNvPr>
                <p14:cNvContentPartPr/>
                <p14:nvPr/>
              </p14:nvContentPartPr>
              <p14:xfrm>
                <a:off x="1472510" y="4238677"/>
                <a:ext cx="32760" cy="431640"/>
              </p14:xfrm>
            </p:contentPart>
          </mc:Choice>
          <mc:Fallback xmlns="">
            <p:pic>
              <p:nvPicPr>
                <p:cNvPr id="68" name="Ink 67">
                  <a:extLst>
                    <a:ext uri="{FF2B5EF4-FFF2-40B4-BE49-F238E27FC236}">
                      <a16:creationId xmlns:a16="http://schemas.microsoft.com/office/drawing/2014/main" id="{6ECDB4C2-8FFD-8033-84FE-FEA0B13C7902}"/>
                    </a:ext>
                  </a:extLst>
                </p:cNvPr>
                <p:cNvPicPr/>
                <p:nvPr/>
              </p:nvPicPr>
              <p:blipFill>
                <a:blip r:embed="rId113"/>
                <a:stretch>
                  <a:fillRect/>
                </a:stretch>
              </p:blipFill>
              <p:spPr>
                <a:xfrm>
                  <a:off x="1454310" y="4220677"/>
                  <a:ext cx="68796"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9" name="Ink 68">
                  <a:extLst>
                    <a:ext uri="{FF2B5EF4-FFF2-40B4-BE49-F238E27FC236}">
                      <a16:creationId xmlns:a16="http://schemas.microsoft.com/office/drawing/2014/main" id="{977389EF-E31F-E65A-C9A2-762B34F793C4}"/>
                    </a:ext>
                  </a:extLst>
                </p14:cNvPr>
                <p14:cNvContentPartPr/>
                <p14:nvPr/>
              </p14:nvContentPartPr>
              <p14:xfrm>
                <a:off x="1414910" y="4545397"/>
                <a:ext cx="207000" cy="94320"/>
              </p14:xfrm>
            </p:contentPart>
          </mc:Choice>
          <mc:Fallback xmlns="">
            <p:pic>
              <p:nvPicPr>
                <p:cNvPr id="69" name="Ink 68">
                  <a:extLst>
                    <a:ext uri="{FF2B5EF4-FFF2-40B4-BE49-F238E27FC236}">
                      <a16:creationId xmlns:a16="http://schemas.microsoft.com/office/drawing/2014/main" id="{977389EF-E31F-E65A-C9A2-762B34F793C4}"/>
                    </a:ext>
                  </a:extLst>
                </p:cNvPr>
                <p:cNvPicPr/>
                <p:nvPr/>
              </p:nvPicPr>
              <p:blipFill>
                <a:blip r:embed="rId115"/>
                <a:stretch>
                  <a:fillRect/>
                </a:stretch>
              </p:blipFill>
              <p:spPr>
                <a:xfrm>
                  <a:off x="1396910" y="4527397"/>
                  <a:ext cx="242640" cy="129960"/>
                </a:xfrm>
                <a:prstGeom prst="rect">
                  <a:avLst/>
                </a:prstGeom>
              </p:spPr>
            </p:pic>
          </mc:Fallback>
        </mc:AlternateContent>
      </p:grpSp>
      <p:grpSp>
        <p:nvGrpSpPr>
          <p:cNvPr id="76" name="Group 75">
            <a:extLst>
              <a:ext uri="{FF2B5EF4-FFF2-40B4-BE49-F238E27FC236}">
                <a16:creationId xmlns:a16="http://schemas.microsoft.com/office/drawing/2014/main" id="{810F0ABE-CF9C-4464-AE4C-C1B7826A45FD}"/>
              </a:ext>
            </a:extLst>
          </p:cNvPr>
          <p:cNvGrpSpPr/>
          <p:nvPr/>
        </p:nvGrpSpPr>
        <p:grpSpPr>
          <a:xfrm>
            <a:off x="641990" y="4899637"/>
            <a:ext cx="222120" cy="171720"/>
            <a:chOff x="641990" y="4899637"/>
            <a:chExt cx="222120" cy="171720"/>
          </a:xfrm>
        </p:grpSpPr>
        <mc:AlternateContent xmlns:mc="http://schemas.openxmlformats.org/markup-compatibility/2006" xmlns:p14="http://schemas.microsoft.com/office/powerpoint/2010/main">
          <mc:Choice Requires="p14">
            <p:contentPart p14:bwMode="auto" r:id="rId116">
              <p14:nvContentPartPr>
                <p14:cNvPr id="71" name="Ink 70">
                  <a:extLst>
                    <a:ext uri="{FF2B5EF4-FFF2-40B4-BE49-F238E27FC236}">
                      <a16:creationId xmlns:a16="http://schemas.microsoft.com/office/drawing/2014/main" id="{C2604B73-563C-55A4-5B5F-033E83FDB7F5}"/>
                    </a:ext>
                  </a:extLst>
                </p14:cNvPr>
                <p14:cNvContentPartPr/>
                <p14:nvPr/>
              </p14:nvContentPartPr>
              <p14:xfrm>
                <a:off x="641990" y="4899637"/>
                <a:ext cx="14400" cy="155520"/>
              </p14:xfrm>
            </p:contentPart>
          </mc:Choice>
          <mc:Fallback xmlns="">
            <p:pic>
              <p:nvPicPr>
                <p:cNvPr id="71" name="Ink 70">
                  <a:extLst>
                    <a:ext uri="{FF2B5EF4-FFF2-40B4-BE49-F238E27FC236}">
                      <a16:creationId xmlns:a16="http://schemas.microsoft.com/office/drawing/2014/main" id="{C2604B73-563C-55A4-5B5F-033E83FDB7F5}"/>
                    </a:ext>
                  </a:extLst>
                </p:cNvPr>
                <p:cNvPicPr/>
                <p:nvPr/>
              </p:nvPicPr>
              <p:blipFill>
                <a:blip r:embed="rId117"/>
                <a:stretch>
                  <a:fillRect/>
                </a:stretch>
              </p:blipFill>
              <p:spPr>
                <a:xfrm>
                  <a:off x="623990" y="4881637"/>
                  <a:ext cx="5004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2" name="Ink 71">
                  <a:extLst>
                    <a:ext uri="{FF2B5EF4-FFF2-40B4-BE49-F238E27FC236}">
                      <a16:creationId xmlns:a16="http://schemas.microsoft.com/office/drawing/2014/main" id="{55CA1649-D21B-F910-17FF-0694ED31A8CA}"/>
                    </a:ext>
                  </a:extLst>
                </p14:cNvPr>
                <p14:cNvContentPartPr/>
                <p14:nvPr/>
              </p14:nvContentPartPr>
              <p14:xfrm>
                <a:off x="787790" y="4921957"/>
                <a:ext cx="76320" cy="149400"/>
              </p14:xfrm>
            </p:contentPart>
          </mc:Choice>
          <mc:Fallback xmlns="">
            <p:pic>
              <p:nvPicPr>
                <p:cNvPr id="72" name="Ink 71">
                  <a:extLst>
                    <a:ext uri="{FF2B5EF4-FFF2-40B4-BE49-F238E27FC236}">
                      <a16:creationId xmlns:a16="http://schemas.microsoft.com/office/drawing/2014/main" id="{55CA1649-D21B-F910-17FF-0694ED31A8CA}"/>
                    </a:ext>
                  </a:extLst>
                </p:cNvPr>
                <p:cNvPicPr/>
                <p:nvPr/>
              </p:nvPicPr>
              <p:blipFill>
                <a:blip r:embed="rId119"/>
                <a:stretch>
                  <a:fillRect/>
                </a:stretch>
              </p:blipFill>
              <p:spPr>
                <a:xfrm>
                  <a:off x="769790" y="4903957"/>
                  <a:ext cx="111960" cy="185040"/>
                </a:xfrm>
                <a:prstGeom prst="rect">
                  <a:avLst/>
                </a:prstGeom>
              </p:spPr>
            </p:pic>
          </mc:Fallback>
        </mc:AlternateContent>
      </p:grpSp>
      <p:grpSp>
        <p:nvGrpSpPr>
          <p:cNvPr id="75" name="Group 74">
            <a:extLst>
              <a:ext uri="{FF2B5EF4-FFF2-40B4-BE49-F238E27FC236}">
                <a16:creationId xmlns:a16="http://schemas.microsoft.com/office/drawing/2014/main" id="{91AEC118-F6CB-8D40-92ED-ABF65F940639}"/>
              </a:ext>
            </a:extLst>
          </p:cNvPr>
          <p:cNvGrpSpPr/>
          <p:nvPr/>
        </p:nvGrpSpPr>
        <p:grpSpPr>
          <a:xfrm>
            <a:off x="614990" y="5282677"/>
            <a:ext cx="270720" cy="298440"/>
            <a:chOff x="614990" y="5282677"/>
            <a:chExt cx="270720" cy="298440"/>
          </a:xfrm>
        </p:grpSpPr>
        <mc:AlternateContent xmlns:mc="http://schemas.openxmlformats.org/markup-compatibility/2006" xmlns:p14="http://schemas.microsoft.com/office/powerpoint/2010/main">
          <mc:Choice Requires="p14">
            <p:contentPart p14:bwMode="auto" r:id="rId120">
              <p14:nvContentPartPr>
                <p14:cNvPr id="73" name="Ink 72">
                  <a:extLst>
                    <a:ext uri="{FF2B5EF4-FFF2-40B4-BE49-F238E27FC236}">
                      <a16:creationId xmlns:a16="http://schemas.microsoft.com/office/drawing/2014/main" id="{42A74A7F-0651-755E-DB1A-07E3DD311722}"/>
                    </a:ext>
                  </a:extLst>
                </p14:cNvPr>
                <p14:cNvContentPartPr/>
                <p14:nvPr/>
              </p14:nvContentPartPr>
              <p14:xfrm>
                <a:off x="614990" y="5282677"/>
                <a:ext cx="136080" cy="229320"/>
              </p14:xfrm>
            </p:contentPart>
          </mc:Choice>
          <mc:Fallback xmlns="">
            <p:pic>
              <p:nvPicPr>
                <p:cNvPr id="73" name="Ink 72">
                  <a:extLst>
                    <a:ext uri="{FF2B5EF4-FFF2-40B4-BE49-F238E27FC236}">
                      <a16:creationId xmlns:a16="http://schemas.microsoft.com/office/drawing/2014/main" id="{42A74A7F-0651-755E-DB1A-07E3DD311722}"/>
                    </a:ext>
                  </a:extLst>
                </p:cNvPr>
                <p:cNvPicPr/>
                <p:nvPr/>
              </p:nvPicPr>
              <p:blipFill>
                <a:blip r:embed="rId121"/>
                <a:stretch>
                  <a:fillRect/>
                </a:stretch>
              </p:blipFill>
              <p:spPr>
                <a:xfrm>
                  <a:off x="596942" y="5264677"/>
                  <a:ext cx="171815"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4" name="Ink 73">
                  <a:extLst>
                    <a:ext uri="{FF2B5EF4-FFF2-40B4-BE49-F238E27FC236}">
                      <a16:creationId xmlns:a16="http://schemas.microsoft.com/office/drawing/2014/main" id="{F4E65BA0-868D-50AA-E017-13A8FEC95120}"/>
                    </a:ext>
                  </a:extLst>
                </p14:cNvPr>
                <p14:cNvContentPartPr/>
                <p14:nvPr/>
              </p14:nvContentPartPr>
              <p14:xfrm>
                <a:off x="843950" y="5366197"/>
                <a:ext cx="41760" cy="214920"/>
              </p14:xfrm>
            </p:contentPart>
          </mc:Choice>
          <mc:Fallback xmlns="">
            <p:pic>
              <p:nvPicPr>
                <p:cNvPr id="74" name="Ink 73">
                  <a:extLst>
                    <a:ext uri="{FF2B5EF4-FFF2-40B4-BE49-F238E27FC236}">
                      <a16:creationId xmlns:a16="http://schemas.microsoft.com/office/drawing/2014/main" id="{F4E65BA0-868D-50AA-E017-13A8FEC95120}"/>
                    </a:ext>
                  </a:extLst>
                </p:cNvPr>
                <p:cNvPicPr/>
                <p:nvPr/>
              </p:nvPicPr>
              <p:blipFill>
                <a:blip r:embed="rId123"/>
                <a:stretch>
                  <a:fillRect/>
                </a:stretch>
              </p:blipFill>
              <p:spPr>
                <a:xfrm>
                  <a:off x="825950" y="5348167"/>
                  <a:ext cx="77400" cy="250620"/>
                </a:xfrm>
                <a:prstGeom prst="rect">
                  <a:avLst/>
                </a:prstGeom>
              </p:spPr>
            </p:pic>
          </mc:Fallback>
        </mc:AlternateContent>
      </p:grpSp>
      <p:grpSp>
        <p:nvGrpSpPr>
          <p:cNvPr id="90" name="Group 89">
            <a:extLst>
              <a:ext uri="{FF2B5EF4-FFF2-40B4-BE49-F238E27FC236}">
                <a16:creationId xmlns:a16="http://schemas.microsoft.com/office/drawing/2014/main" id="{6EE0B5BA-AF22-0867-AC18-0E962C1277C7}"/>
              </a:ext>
            </a:extLst>
          </p:cNvPr>
          <p:cNvGrpSpPr/>
          <p:nvPr/>
        </p:nvGrpSpPr>
        <p:grpSpPr>
          <a:xfrm>
            <a:off x="1202870" y="4944637"/>
            <a:ext cx="1446840" cy="443880"/>
            <a:chOff x="1202870" y="4944637"/>
            <a:chExt cx="1446840" cy="443880"/>
          </a:xfrm>
        </p:grpSpPr>
        <mc:AlternateContent xmlns:mc="http://schemas.openxmlformats.org/markup-compatibility/2006" xmlns:p14="http://schemas.microsoft.com/office/powerpoint/2010/main">
          <mc:Choice Requires="p14">
            <p:contentPart p14:bwMode="auto" r:id="rId124">
              <p14:nvContentPartPr>
                <p14:cNvPr id="77" name="Ink 76">
                  <a:extLst>
                    <a:ext uri="{FF2B5EF4-FFF2-40B4-BE49-F238E27FC236}">
                      <a16:creationId xmlns:a16="http://schemas.microsoft.com/office/drawing/2014/main" id="{5F0BCDDD-9120-9D34-895D-67D619E974D2}"/>
                    </a:ext>
                  </a:extLst>
                </p14:cNvPr>
                <p14:cNvContentPartPr/>
                <p14:nvPr/>
              </p14:nvContentPartPr>
              <p14:xfrm>
                <a:off x="1202870" y="5044717"/>
                <a:ext cx="128880" cy="343800"/>
              </p14:xfrm>
            </p:contentPart>
          </mc:Choice>
          <mc:Fallback xmlns="">
            <p:pic>
              <p:nvPicPr>
                <p:cNvPr id="77" name="Ink 76">
                  <a:extLst>
                    <a:ext uri="{FF2B5EF4-FFF2-40B4-BE49-F238E27FC236}">
                      <a16:creationId xmlns:a16="http://schemas.microsoft.com/office/drawing/2014/main" id="{5F0BCDDD-9120-9D34-895D-67D619E974D2}"/>
                    </a:ext>
                  </a:extLst>
                </p:cNvPr>
                <p:cNvPicPr/>
                <p:nvPr/>
              </p:nvPicPr>
              <p:blipFill>
                <a:blip r:embed="rId125"/>
                <a:stretch>
                  <a:fillRect/>
                </a:stretch>
              </p:blipFill>
              <p:spPr>
                <a:xfrm>
                  <a:off x="1184870" y="5026717"/>
                  <a:ext cx="164520" cy="3794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8" name="Ink 77">
                  <a:extLst>
                    <a:ext uri="{FF2B5EF4-FFF2-40B4-BE49-F238E27FC236}">
                      <a16:creationId xmlns:a16="http://schemas.microsoft.com/office/drawing/2014/main" id="{616A0769-61AF-7B84-9686-CE590B62F6EA}"/>
                    </a:ext>
                  </a:extLst>
                </p14:cNvPr>
                <p14:cNvContentPartPr/>
                <p14:nvPr/>
              </p14:nvContentPartPr>
              <p14:xfrm>
                <a:off x="1379630" y="5154157"/>
                <a:ext cx="31680" cy="194760"/>
              </p14:xfrm>
            </p:contentPart>
          </mc:Choice>
          <mc:Fallback xmlns="">
            <p:pic>
              <p:nvPicPr>
                <p:cNvPr id="78" name="Ink 77">
                  <a:extLst>
                    <a:ext uri="{FF2B5EF4-FFF2-40B4-BE49-F238E27FC236}">
                      <a16:creationId xmlns:a16="http://schemas.microsoft.com/office/drawing/2014/main" id="{616A0769-61AF-7B84-9686-CE590B62F6EA}"/>
                    </a:ext>
                  </a:extLst>
                </p:cNvPr>
                <p:cNvPicPr/>
                <p:nvPr/>
              </p:nvPicPr>
              <p:blipFill>
                <a:blip r:embed="rId127"/>
                <a:stretch>
                  <a:fillRect/>
                </a:stretch>
              </p:blipFill>
              <p:spPr>
                <a:xfrm>
                  <a:off x="1361630" y="5136157"/>
                  <a:ext cx="6732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9" name="Ink 78">
                  <a:extLst>
                    <a:ext uri="{FF2B5EF4-FFF2-40B4-BE49-F238E27FC236}">
                      <a16:creationId xmlns:a16="http://schemas.microsoft.com/office/drawing/2014/main" id="{CEF8D368-73E6-B623-185C-0B3E5F72E849}"/>
                    </a:ext>
                  </a:extLst>
                </p14:cNvPr>
                <p14:cNvContentPartPr/>
                <p14:nvPr/>
              </p14:nvContentPartPr>
              <p14:xfrm>
                <a:off x="1408790" y="5132917"/>
                <a:ext cx="95400" cy="172800"/>
              </p14:xfrm>
            </p:contentPart>
          </mc:Choice>
          <mc:Fallback xmlns="">
            <p:pic>
              <p:nvPicPr>
                <p:cNvPr id="79" name="Ink 78">
                  <a:extLst>
                    <a:ext uri="{FF2B5EF4-FFF2-40B4-BE49-F238E27FC236}">
                      <a16:creationId xmlns:a16="http://schemas.microsoft.com/office/drawing/2014/main" id="{CEF8D368-73E6-B623-185C-0B3E5F72E849}"/>
                    </a:ext>
                  </a:extLst>
                </p:cNvPr>
                <p:cNvPicPr/>
                <p:nvPr/>
              </p:nvPicPr>
              <p:blipFill>
                <a:blip r:embed="rId129"/>
                <a:stretch>
                  <a:fillRect/>
                </a:stretch>
              </p:blipFill>
              <p:spPr>
                <a:xfrm>
                  <a:off x="1390790" y="5114917"/>
                  <a:ext cx="13104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0" name="Ink 79">
                  <a:extLst>
                    <a:ext uri="{FF2B5EF4-FFF2-40B4-BE49-F238E27FC236}">
                      <a16:creationId xmlns:a16="http://schemas.microsoft.com/office/drawing/2014/main" id="{126294D5-785A-8AFE-72F0-C56D61B6016C}"/>
                    </a:ext>
                  </a:extLst>
                </p14:cNvPr>
                <p14:cNvContentPartPr/>
                <p14:nvPr/>
              </p14:nvContentPartPr>
              <p14:xfrm>
                <a:off x="1605710" y="5155597"/>
                <a:ext cx="42480" cy="180360"/>
              </p14:xfrm>
            </p:contentPart>
          </mc:Choice>
          <mc:Fallback xmlns="">
            <p:pic>
              <p:nvPicPr>
                <p:cNvPr id="80" name="Ink 79">
                  <a:extLst>
                    <a:ext uri="{FF2B5EF4-FFF2-40B4-BE49-F238E27FC236}">
                      <a16:creationId xmlns:a16="http://schemas.microsoft.com/office/drawing/2014/main" id="{126294D5-785A-8AFE-72F0-C56D61B6016C}"/>
                    </a:ext>
                  </a:extLst>
                </p:cNvPr>
                <p:cNvPicPr/>
                <p:nvPr/>
              </p:nvPicPr>
              <p:blipFill>
                <a:blip r:embed="rId131"/>
                <a:stretch>
                  <a:fillRect/>
                </a:stretch>
              </p:blipFill>
              <p:spPr>
                <a:xfrm>
                  <a:off x="1587861" y="5137597"/>
                  <a:ext cx="77821"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1" name="Ink 80">
                  <a:extLst>
                    <a:ext uri="{FF2B5EF4-FFF2-40B4-BE49-F238E27FC236}">
                      <a16:creationId xmlns:a16="http://schemas.microsoft.com/office/drawing/2014/main" id="{01319402-64F3-7E31-C275-654E5C2612AD}"/>
                    </a:ext>
                  </a:extLst>
                </p14:cNvPr>
                <p14:cNvContentPartPr/>
                <p14:nvPr/>
              </p14:nvContentPartPr>
              <p14:xfrm>
                <a:off x="1638110" y="5093317"/>
                <a:ext cx="3240" cy="21240"/>
              </p14:xfrm>
            </p:contentPart>
          </mc:Choice>
          <mc:Fallback xmlns="">
            <p:pic>
              <p:nvPicPr>
                <p:cNvPr id="81" name="Ink 80">
                  <a:extLst>
                    <a:ext uri="{FF2B5EF4-FFF2-40B4-BE49-F238E27FC236}">
                      <a16:creationId xmlns:a16="http://schemas.microsoft.com/office/drawing/2014/main" id="{01319402-64F3-7E31-C275-654E5C2612AD}"/>
                    </a:ext>
                  </a:extLst>
                </p:cNvPr>
                <p:cNvPicPr/>
                <p:nvPr/>
              </p:nvPicPr>
              <p:blipFill>
                <a:blip r:embed="rId133"/>
                <a:stretch>
                  <a:fillRect/>
                </a:stretch>
              </p:blipFill>
              <p:spPr>
                <a:xfrm>
                  <a:off x="1620110" y="5075317"/>
                  <a:ext cx="3888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2" name="Ink 81">
                  <a:extLst>
                    <a:ext uri="{FF2B5EF4-FFF2-40B4-BE49-F238E27FC236}">
                      <a16:creationId xmlns:a16="http://schemas.microsoft.com/office/drawing/2014/main" id="{B00A06B0-EC62-8BF7-0A38-511FA46F6133}"/>
                    </a:ext>
                  </a:extLst>
                </p14:cNvPr>
                <p14:cNvContentPartPr/>
                <p14:nvPr/>
              </p14:nvContentPartPr>
              <p14:xfrm>
                <a:off x="1754750" y="5157397"/>
                <a:ext cx="105480" cy="166680"/>
              </p14:xfrm>
            </p:contentPart>
          </mc:Choice>
          <mc:Fallback xmlns="">
            <p:pic>
              <p:nvPicPr>
                <p:cNvPr id="82" name="Ink 81">
                  <a:extLst>
                    <a:ext uri="{FF2B5EF4-FFF2-40B4-BE49-F238E27FC236}">
                      <a16:creationId xmlns:a16="http://schemas.microsoft.com/office/drawing/2014/main" id="{B00A06B0-EC62-8BF7-0A38-511FA46F6133}"/>
                    </a:ext>
                  </a:extLst>
                </p:cNvPr>
                <p:cNvPicPr/>
                <p:nvPr/>
              </p:nvPicPr>
              <p:blipFill>
                <a:blip r:embed="rId135"/>
                <a:stretch>
                  <a:fillRect/>
                </a:stretch>
              </p:blipFill>
              <p:spPr>
                <a:xfrm>
                  <a:off x="1736750" y="5139397"/>
                  <a:ext cx="14112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3" name="Ink 82">
                  <a:extLst>
                    <a:ext uri="{FF2B5EF4-FFF2-40B4-BE49-F238E27FC236}">
                      <a16:creationId xmlns:a16="http://schemas.microsoft.com/office/drawing/2014/main" id="{8285F2BE-D0B7-2B98-72DC-A46DD5E3D734}"/>
                    </a:ext>
                  </a:extLst>
                </p14:cNvPr>
                <p14:cNvContentPartPr/>
                <p14:nvPr/>
              </p14:nvContentPartPr>
              <p14:xfrm>
                <a:off x="1945190" y="5132197"/>
                <a:ext cx="5760" cy="114120"/>
              </p14:xfrm>
            </p:contentPart>
          </mc:Choice>
          <mc:Fallback xmlns="">
            <p:pic>
              <p:nvPicPr>
                <p:cNvPr id="83" name="Ink 82">
                  <a:extLst>
                    <a:ext uri="{FF2B5EF4-FFF2-40B4-BE49-F238E27FC236}">
                      <a16:creationId xmlns:a16="http://schemas.microsoft.com/office/drawing/2014/main" id="{8285F2BE-D0B7-2B98-72DC-A46DD5E3D734}"/>
                    </a:ext>
                  </a:extLst>
                </p:cNvPr>
                <p:cNvPicPr/>
                <p:nvPr/>
              </p:nvPicPr>
              <p:blipFill>
                <a:blip r:embed="rId137"/>
                <a:stretch>
                  <a:fillRect/>
                </a:stretch>
              </p:blipFill>
              <p:spPr>
                <a:xfrm>
                  <a:off x="1927190" y="5114254"/>
                  <a:ext cx="41400" cy="149648"/>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4" name="Ink 83">
                  <a:extLst>
                    <a:ext uri="{FF2B5EF4-FFF2-40B4-BE49-F238E27FC236}">
                      <a16:creationId xmlns:a16="http://schemas.microsoft.com/office/drawing/2014/main" id="{7079F495-118A-E585-FC33-1D85A09F7BF5}"/>
                    </a:ext>
                  </a:extLst>
                </p14:cNvPr>
                <p14:cNvContentPartPr/>
                <p14:nvPr/>
              </p14:nvContentPartPr>
              <p14:xfrm>
                <a:off x="1921430" y="4986037"/>
                <a:ext cx="2880" cy="25920"/>
              </p14:xfrm>
            </p:contentPart>
          </mc:Choice>
          <mc:Fallback xmlns="">
            <p:pic>
              <p:nvPicPr>
                <p:cNvPr id="84" name="Ink 83">
                  <a:extLst>
                    <a:ext uri="{FF2B5EF4-FFF2-40B4-BE49-F238E27FC236}">
                      <a16:creationId xmlns:a16="http://schemas.microsoft.com/office/drawing/2014/main" id="{7079F495-118A-E585-FC33-1D85A09F7BF5}"/>
                    </a:ext>
                  </a:extLst>
                </p:cNvPr>
                <p:cNvPicPr/>
                <p:nvPr/>
              </p:nvPicPr>
              <p:blipFill>
                <a:blip r:embed="rId139"/>
                <a:stretch>
                  <a:fillRect/>
                </a:stretch>
              </p:blipFill>
              <p:spPr>
                <a:xfrm>
                  <a:off x="1903430" y="4968037"/>
                  <a:ext cx="3852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5" name="Ink 84">
                  <a:extLst>
                    <a:ext uri="{FF2B5EF4-FFF2-40B4-BE49-F238E27FC236}">
                      <a16:creationId xmlns:a16="http://schemas.microsoft.com/office/drawing/2014/main" id="{25EDC470-FB8C-1AEE-0DED-B88C23565E24}"/>
                    </a:ext>
                  </a:extLst>
                </p14:cNvPr>
                <p14:cNvContentPartPr/>
                <p14:nvPr/>
              </p14:nvContentPartPr>
              <p14:xfrm>
                <a:off x="2052830" y="4998637"/>
                <a:ext cx="63360" cy="210600"/>
              </p14:xfrm>
            </p:contentPart>
          </mc:Choice>
          <mc:Fallback xmlns="">
            <p:pic>
              <p:nvPicPr>
                <p:cNvPr id="85" name="Ink 84">
                  <a:extLst>
                    <a:ext uri="{FF2B5EF4-FFF2-40B4-BE49-F238E27FC236}">
                      <a16:creationId xmlns:a16="http://schemas.microsoft.com/office/drawing/2014/main" id="{25EDC470-FB8C-1AEE-0DED-B88C23565E24}"/>
                    </a:ext>
                  </a:extLst>
                </p:cNvPr>
                <p:cNvPicPr/>
                <p:nvPr/>
              </p:nvPicPr>
              <p:blipFill>
                <a:blip r:embed="rId141"/>
                <a:stretch>
                  <a:fillRect/>
                </a:stretch>
              </p:blipFill>
              <p:spPr>
                <a:xfrm>
                  <a:off x="2034727" y="4980606"/>
                  <a:ext cx="99204" cy="246301"/>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6" name="Ink 85">
                  <a:extLst>
                    <a:ext uri="{FF2B5EF4-FFF2-40B4-BE49-F238E27FC236}">
                      <a16:creationId xmlns:a16="http://schemas.microsoft.com/office/drawing/2014/main" id="{0059DF1B-4A57-AEDC-7FDB-5A1AE6E9D2B3}"/>
                    </a:ext>
                  </a:extLst>
                </p14:cNvPr>
                <p14:cNvContentPartPr/>
                <p14:nvPr/>
              </p14:nvContentPartPr>
              <p14:xfrm>
                <a:off x="2045990" y="5083237"/>
                <a:ext cx="125280" cy="38160"/>
              </p14:xfrm>
            </p:contentPart>
          </mc:Choice>
          <mc:Fallback xmlns="">
            <p:pic>
              <p:nvPicPr>
                <p:cNvPr id="86" name="Ink 85">
                  <a:extLst>
                    <a:ext uri="{FF2B5EF4-FFF2-40B4-BE49-F238E27FC236}">
                      <a16:creationId xmlns:a16="http://schemas.microsoft.com/office/drawing/2014/main" id="{0059DF1B-4A57-AEDC-7FDB-5A1AE6E9D2B3}"/>
                    </a:ext>
                  </a:extLst>
                </p:cNvPr>
                <p:cNvPicPr/>
                <p:nvPr/>
              </p:nvPicPr>
              <p:blipFill>
                <a:blip r:embed="rId143"/>
                <a:stretch>
                  <a:fillRect/>
                </a:stretch>
              </p:blipFill>
              <p:spPr>
                <a:xfrm>
                  <a:off x="2027990" y="5065237"/>
                  <a:ext cx="16092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7" name="Ink 86">
                  <a:extLst>
                    <a:ext uri="{FF2B5EF4-FFF2-40B4-BE49-F238E27FC236}">
                      <a16:creationId xmlns:a16="http://schemas.microsoft.com/office/drawing/2014/main" id="{A2C7B98E-547C-5B31-46E2-A9B8E0AC0DFE}"/>
                    </a:ext>
                  </a:extLst>
                </p14:cNvPr>
                <p14:cNvContentPartPr/>
                <p14:nvPr/>
              </p14:nvContentPartPr>
              <p14:xfrm>
                <a:off x="2184230" y="5082517"/>
                <a:ext cx="134640" cy="76680"/>
              </p14:xfrm>
            </p:contentPart>
          </mc:Choice>
          <mc:Fallback xmlns="">
            <p:pic>
              <p:nvPicPr>
                <p:cNvPr id="87" name="Ink 86">
                  <a:extLst>
                    <a:ext uri="{FF2B5EF4-FFF2-40B4-BE49-F238E27FC236}">
                      <a16:creationId xmlns:a16="http://schemas.microsoft.com/office/drawing/2014/main" id="{A2C7B98E-547C-5B31-46E2-A9B8E0AC0DFE}"/>
                    </a:ext>
                  </a:extLst>
                </p:cNvPr>
                <p:cNvPicPr/>
                <p:nvPr/>
              </p:nvPicPr>
              <p:blipFill>
                <a:blip r:embed="rId145"/>
                <a:stretch>
                  <a:fillRect/>
                </a:stretch>
              </p:blipFill>
              <p:spPr>
                <a:xfrm>
                  <a:off x="2166230" y="5064517"/>
                  <a:ext cx="17028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8" name="Ink 87">
                  <a:extLst>
                    <a:ext uri="{FF2B5EF4-FFF2-40B4-BE49-F238E27FC236}">
                      <a16:creationId xmlns:a16="http://schemas.microsoft.com/office/drawing/2014/main" id="{7BA5A317-4077-5DE1-237D-66C88AAE7FAE}"/>
                    </a:ext>
                  </a:extLst>
                </p14:cNvPr>
                <p14:cNvContentPartPr/>
                <p14:nvPr/>
              </p14:nvContentPartPr>
              <p14:xfrm>
                <a:off x="2368910" y="4948597"/>
                <a:ext cx="45360" cy="283680"/>
              </p14:xfrm>
            </p:contentPart>
          </mc:Choice>
          <mc:Fallback xmlns="">
            <p:pic>
              <p:nvPicPr>
                <p:cNvPr id="88" name="Ink 87">
                  <a:extLst>
                    <a:ext uri="{FF2B5EF4-FFF2-40B4-BE49-F238E27FC236}">
                      <a16:creationId xmlns:a16="http://schemas.microsoft.com/office/drawing/2014/main" id="{7BA5A317-4077-5DE1-237D-66C88AAE7FAE}"/>
                    </a:ext>
                  </a:extLst>
                </p:cNvPr>
                <p:cNvPicPr/>
                <p:nvPr/>
              </p:nvPicPr>
              <p:blipFill>
                <a:blip r:embed="rId147"/>
                <a:stretch>
                  <a:fillRect/>
                </a:stretch>
              </p:blipFill>
              <p:spPr>
                <a:xfrm>
                  <a:off x="2350910" y="4930597"/>
                  <a:ext cx="8100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9" name="Ink 88">
                  <a:extLst>
                    <a:ext uri="{FF2B5EF4-FFF2-40B4-BE49-F238E27FC236}">
                      <a16:creationId xmlns:a16="http://schemas.microsoft.com/office/drawing/2014/main" id="{C693929D-BCB1-BF88-B14F-C71403F2AB35}"/>
                    </a:ext>
                  </a:extLst>
                </p14:cNvPr>
                <p14:cNvContentPartPr/>
                <p14:nvPr/>
              </p14:nvContentPartPr>
              <p14:xfrm>
                <a:off x="2512190" y="4944637"/>
                <a:ext cx="137520" cy="365040"/>
              </p14:xfrm>
            </p:contentPart>
          </mc:Choice>
          <mc:Fallback xmlns="">
            <p:pic>
              <p:nvPicPr>
                <p:cNvPr id="89" name="Ink 88">
                  <a:extLst>
                    <a:ext uri="{FF2B5EF4-FFF2-40B4-BE49-F238E27FC236}">
                      <a16:creationId xmlns:a16="http://schemas.microsoft.com/office/drawing/2014/main" id="{C693929D-BCB1-BF88-B14F-C71403F2AB35}"/>
                    </a:ext>
                  </a:extLst>
                </p:cNvPr>
                <p:cNvPicPr/>
                <p:nvPr/>
              </p:nvPicPr>
              <p:blipFill>
                <a:blip r:embed="rId149"/>
                <a:stretch>
                  <a:fillRect/>
                </a:stretch>
              </p:blipFill>
              <p:spPr>
                <a:xfrm>
                  <a:off x="2494143" y="4926619"/>
                  <a:ext cx="173254" cy="400715"/>
                </a:xfrm>
                <a:prstGeom prst="rect">
                  <a:avLst/>
                </a:prstGeom>
              </p:spPr>
            </p:pic>
          </mc:Fallback>
        </mc:AlternateContent>
      </p:grpSp>
      <p:grpSp>
        <p:nvGrpSpPr>
          <p:cNvPr id="103" name="Group 102">
            <a:extLst>
              <a:ext uri="{FF2B5EF4-FFF2-40B4-BE49-F238E27FC236}">
                <a16:creationId xmlns:a16="http://schemas.microsoft.com/office/drawing/2014/main" id="{747FE49B-C069-5244-1F64-694114C40167}"/>
              </a:ext>
            </a:extLst>
          </p:cNvPr>
          <p:cNvGrpSpPr/>
          <p:nvPr/>
        </p:nvGrpSpPr>
        <p:grpSpPr>
          <a:xfrm>
            <a:off x="4266110" y="2764117"/>
            <a:ext cx="1103760" cy="1571040"/>
            <a:chOff x="4266110" y="2764117"/>
            <a:chExt cx="1103760" cy="1571040"/>
          </a:xfrm>
        </p:grpSpPr>
        <mc:AlternateContent xmlns:mc="http://schemas.openxmlformats.org/markup-compatibility/2006" xmlns:p14="http://schemas.microsoft.com/office/powerpoint/2010/main">
          <mc:Choice Requires="p14">
            <p:contentPart p14:bwMode="auto" r:id="rId150">
              <p14:nvContentPartPr>
                <p14:cNvPr id="91" name="Ink 90">
                  <a:extLst>
                    <a:ext uri="{FF2B5EF4-FFF2-40B4-BE49-F238E27FC236}">
                      <a16:creationId xmlns:a16="http://schemas.microsoft.com/office/drawing/2014/main" id="{1BB556B2-67B6-BF6A-C983-97A28F8C9F67}"/>
                    </a:ext>
                  </a:extLst>
                </p14:cNvPr>
                <p14:cNvContentPartPr/>
                <p14:nvPr/>
              </p14:nvContentPartPr>
              <p14:xfrm>
                <a:off x="4510550" y="2764117"/>
                <a:ext cx="54000" cy="529560"/>
              </p14:xfrm>
            </p:contentPart>
          </mc:Choice>
          <mc:Fallback xmlns="">
            <p:pic>
              <p:nvPicPr>
                <p:cNvPr id="91" name="Ink 90">
                  <a:extLst>
                    <a:ext uri="{FF2B5EF4-FFF2-40B4-BE49-F238E27FC236}">
                      <a16:creationId xmlns:a16="http://schemas.microsoft.com/office/drawing/2014/main" id="{1BB556B2-67B6-BF6A-C983-97A28F8C9F67}"/>
                    </a:ext>
                  </a:extLst>
                </p:cNvPr>
                <p:cNvPicPr/>
                <p:nvPr/>
              </p:nvPicPr>
              <p:blipFill>
                <a:blip r:embed="rId151"/>
                <a:stretch>
                  <a:fillRect/>
                </a:stretch>
              </p:blipFill>
              <p:spPr>
                <a:xfrm>
                  <a:off x="4492550" y="2746105"/>
                  <a:ext cx="89640" cy="565224"/>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2" name="Ink 91">
                  <a:extLst>
                    <a:ext uri="{FF2B5EF4-FFF2-40B4-BE49-F238E27FC236}">
                      <a16:creationId xmlns:a16="http://schemas.microsoft.com/office/drawing/2014/main" id="{2BB80F0C-6078-7F2C-9694-D81DC199CF12}"/>
                    </a:ext>
                  </a:extLst>
                </p14:cNvPr>
                <p14:cNvContentPartPr/>
                <p14:nvPr/>
              </p14:nvContentPartPr>
              <p14:xfrm>
                <a:off x="4266110" y="3253717"/>
                <a:ext cx="519120" cy="88560"/>
              </p14:xfrm>
            </p:contentPart>
          </mc:Choice>
          <mc:Fallback xmlns="">
            <p:pic>
              <p:nvPicPr>
                <p:cNvPr id="92" name="Ink 91">
                  <a:extLst>
                    <a:ext uri="{FF2B5EF4-FFF2-40B4-BE49-F238E27FC236}">
                      <a16:creationId xmlns:a16="http://schemas.microsoft.com/office/drawing/2014/main" id="{2BB80F0C-6078-7F2C-9694-D81DC199CF12}"/>
                    </a:ext>
                  </a:extLst>
                </p:cNvPr>
                <p:cNvPicPr/>
                <p:nvPr/>
              </p:nvPicPr>
              <p:blipFill>
                <a:blip r:embed="rId153"/>
                <a:stretch>
                  <a:fillRect/>
                </a:stretch>
              </p:blipFill>
              <p:spPr>
                <a:xfrm>
                  <a:off x="4248110" y="3235644"/>
                  <a:ext cx="554760" cy="124345"/>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3" name="Ink 92">
                  <a:extLst>
                    <a:ext uri="{FF2B5EF4-FFF2-40B4-BE49-F238E27FC236}">
                      <a16:creationId xmlns:a16="http://schemas.microsoft.com/office/drawing/2014/main" id="{801BB9DA-7CAC-D762-8ADD-4AB736BFAA3F}"/>
                    </a:ext>
                  </a:extLst>
                </p14:cNvPr>
                <p14:cNvContentPartPr/>
                <p14:nvPr/>
              </p14:nvContentPartPr>
              <p14:xfrm>
                <a:off x="4324430" y="3364237"/>
                <a:ext cx="308520" cy="251280"/>
              </p14:xfrm>
            </p:contentPart>
          </mc:Choice>
          <mc:Fallback xmlns="">
            <p:pic>
              <p:nvPicPr>
                <p:cNvPr id="93" name="Ink 92">
                  <a:extLst>
                    <a:ext uri="{FF2B5EF4-FFF2-40B4-BE49-F238E27FC236}">
                      <a16:creationId xmlns:a16="http://schemas.microsoft.com/office/drawing/2014/main" id="{801BB9DA-7CAC-D762-8ADD-4AB736BFAA3F}"/>
                    </a:ext>
                  </a:extLst>
                </p:cNvPr>
                <p:cNvPicPr/>
                <p:nvPr/>
              </p:nvPicPr>
              <p:blipFill>
                <a:blip r:embed="rId155"/>
                <a:stretch>
                  <a:fillRect/>
                </a:stretch>
              </p:blipFill>
              <p:spPr>
                <a:xfrm>
                  <a:off x="4306409" y="3346237"/>
                  <a:ext cx="344202"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4" name="Ink 93">
                  <a:extLst>
                    <a:ext uri="{FF2B5EF4-FFF2-40B4-BE49-F238E27FC236}">
                      <a16:creationId xmlns:a16="http://schemas.microsoft.com/office/drawing/2014/main" id="{4314B952-477A-A6B0-F5C7-4D891192306B}"/>
                    </a:ext>
                  </a:extLst>
                </p14:cNvPr>
                <p14:cNvContentPartPr/>
                <p14:nvPr/>
              </p14:nvContentPartPr>
              <p14:xfrm>
                <a:off x="4613150" y="3328597"/>
                <a:ext cx="147960" cy="246240"/>
              </p14:xfrm>
            </p:contentPart>
          </mc:Choice>
          <mc:Fallback xmlns="">
            <p:pic>
              <p:nvPicPr>
                <p:cNvPr id="94" name="Ink 93">
                  <a:extLst>
                    <a:ext uri="{FF2B5EF4-FFF2-40B4-BE49-F238E27FC236}">
                      <a16:creationId xmlns:a16="http://schemas.microsoft.com/office/drawing/2014/main" id="{4314B952-477A-A6B0-F5C7-4D891192306B}"/>
                    </a:ext>
                  </a:extLst>
                </p:cNvPr>
                <p:cNvPicPr/>
                <p:nvPr/>
              </p:nvPicPr>
              <p:blipFill>
                <a:blip r:embed="rId157"/>
                <a:stretch>
                  <a:fillRect/>
                </a:stretch>
              </p:blipFill>
              <p:spPr>
                <a:xfrm>
                  <a:off x="4595150" y="3310597"/>
                  <a:ext cx="18360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6" name="Ink 95">
                  <a:extLst>
                    <a:ext uri="{FF2B5EF4-FFF2-40B4-BE49-F238E27FC236}">
                      <a16:creationId xmlns:a16="http://schemas.microsoft.com/office/drawing/2014/main" id="{A2DC133A-A6FD-95C0-EEF3-24FFEF2B0804}"/>
                    </a:ext>
                  </a:extLst>
                </p14:cNvPr>
                <p14:cNvContentPartPr/>
                <p14:nvPr/>
              </p14:nvContentPartPr>
              <p14:xfrm>
                <a:off x="4410830" y="3563317"/>
                <a:ext cx="546840" cy="101160"/>
              </p14:xfrm>
            </p:contentPart>
          </mc:Choice>
          <mc:Fallback xmlns="">
            <p:pic>
              <p:nvPicPr>
                <p:cNvPr id="96" name="Ink 95">
                  <a:extLst>
                    <a:ext uri="{FF2B5EF4-FFF2-40B4-BE49-F238E27FC236}">
                      <a16:creationId xmlns:a16="http://schemas.microsoft.com/office/drawing/2014/main" id="{A2DC133A-A6FD-95C0-EEF3-24FFEF2B0804}"/>
                    </a:ext>
                  </a:extLst>
                </p:cNvPr>
                <p:cNvPicPr/>
                <p:nvPr/>
              </p:nvPicPr>
              <p:blipFill>
                <a:blip r:embed="rId159"/>
                <a:stretch>
                  <a:fillRect/>
                </a:stretch>
              </p:blipFill>
              <p:spPr>
                <a:xfrm>
                  <a:off x="4392830" y="3545317"/>
                  <a:ext cx="58248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7" name="Ink 96">
                  <a:extLst>
                    <a:ext uri="{FF2B5EF4-FFF2-40B4-BE49-F238E27FC236}">
                      <a16:creationId xmlns:a16="http://schemas.microsoft.com/office/drawing/2014/main" id="{B7FDC039-CF7C-E820-25BA-0461FD53EF4C}"/>
                    </a:ext>
                  </a:extLst>
                </p14:cNvPr>
                <p14:cNvContentPartPr/>
                <p14:nvPr/>
              </p14:nvContentPartPr>
              <p14:xfrm>
                <a:off x="4632590" y="3608677"/>
                <a:ext cx="49320" cy="726480"/>
              </p14:xfrm>
            </p:contentPart>
          </mc:Choice>
          <mc:Fallback xmlns="">
            <p:pic>
              <p:nvPicPr>
                <p:cNvPr id="97" name="Ink 96">
                  <a:extLst>
                    <a:ext uri="{FF2B5EF4-FFF2-40B4-BE49-F238E27FC236}">
                      <a16:creationId xmlns:a16="http://schemas.microsoft.com/office/drawing/2014/main" id="{B7FDC039-CF7C-E820-25BA-0461FD53EF4C}"/>
                    </a:ext>
                  </a:extLst>
                </p:cNvPr>
                <p:cNvPicPr/>
                <p:nvPr/>
              </p:nvPicPr>
              <p:blipFill>
                <a:blip r:embed="rId161"/>
                <a:stretch>
                  <a:fillRect/>
                </a:stretch>
              </p:blipFill>
              <p:spPr>
                <a:xfrm>
                  <a:off x="4614590" y="3590677"/>
                  <a:ext cx="84960" cy="7621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8" name="Ink 97">
                  <a:extLst>
                    <a:ext uri="{FF2B5EF4-FFF2-40B4-BE49-F238E27FC236}">
                      <a16:creationId xmlns:a16="http://schemas.microsoft.com/office/drawing/2014/main" id="{20272A00-4909-0C88-C51C-F110FDDAECDA}"/>
                    </a:ext>
                  </a:extLst>
                </p14:cNvPr>
                <p14:cNvContentPartPr/>
                <p14:nvPr/>
              </p14:nvContentPartPr>
              <p14:xfrm>
                <a:off x="4961990" y="3038437"/>
                <a:ext cx="134640" cy="223560"/>
              </p14:xfrm>
            </p:contentPart>
          </mc:Choice>
          <mc:Fallback xmlns="">
            <p:pic>
              <p:nvPicPr>
                <p:cNvPr id="98" name="Ink 97">
                  <a:extLst>
                    <a:ext uri="{FF2B5EF4-FFF2-40B4-BE49-F238E27FC236}">
                      <a16:creationId xmlns:a16="http://schemas.microsoft.com/office/drawing/2014/main" id="{20272A00-4909-0C88-C51C-F110FDDAECDA}"/>
                    </a:ext>
                  </a:extLst>
                </p:cNvPr>
                <p:cNvPicPr/>
                <p:nvPr/>
              </p:nvPicPr>
              <p:blipFill>
                <a:blip r:embed="rId163"/>
                <a:stretch>
                  <a:fillRect/>
                </a:stretch>
              </p:blipFill>
              <p:spPr>
                <a:xfrm>
                  <a:off x="4943990" y="3020437"/>
                  <a:ext cx="17028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9" name="Ink 98">
                  <a:extLst>
                    <a:ext uri="{FF2B5EF4-FFF2-40B4-BE49-F238E27FC236}">
                      <a16:creationId xmlns:a16="http://schemas.microsoft.com/office/drawing/2014/main" id="{867611A3-892B-F259-6E6E-3C35F214B172}"/>
                    </a:ext>
                  </a:extLst>
                </p14:cNvPr>
                <p14:cNvContentPartPr/>
                <p14:nvPr/>
              </p14:nvContentPartPr>
              <p14:xfrm>
                <a:off x="4957670" y="3045997"/>
                <a:ext cx="145440" cy="65160"/>
              </p14:xfrm>
            </p:contentPart>
          </mc:Choice>
          <mc:Fallback xmlns="">
            <p:pic>
              <p:nvPicPr>
                <p:cNvPr id="99" name="Ink 98">
                  <a:extLst>
                    <a:ext uri="{FF2B5EF4-FFF2-40B4-BE49-F238E27FC236}">
                      <a16:creationId xmlns:a16="http://schemas.microsoft.com/office/drawing/2014/main" id="{867611A3-892B-F259-6E6E-3C35F214B172}"/>
                    </a:ext>
                  </a:extLst>
                </p:cNvPr>
                <p:cNvPicPr/>
                <p:nvPr/>
              </p:nvPicPr>
              <p:blipFill>
                <a:blip r:embed="rId165"/>
                <a:stretch>
                  <a:fillRect/>
                </a:stretch>
              </p:blipFill>
              <p:spPr>
                <a:xfrm>
                  <a:off x="4939714" y="3027997"/>
                  <a:ext cx="180992"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0" name="Ink 99">
                  <a:extLst>
                    <a:ext uri="{FF2B5EF4-FFF2-40B4-BE49-F238E27FC236}">
                      <a16:creationId xmlns:a16="http://schemas.microsoft.com/office/drawing/2014/main" id="{3B46E790-112B-E9F4-5038-33AF3E2226E0}"/>
                    </a:ext>
                  </a:extLst>
                </p14:cNvPr>
                <p14:cNvContentPartPr/>
                <p14:nvPr/>
              </p14:nvContentPartPr>
              <p14:xfrm>
                <a:off x="5104190" y="3035917"/>
                <a:ext cx="32760" cy="151560"/>
              </p14:xfrm>
            </p:contentPart>
          </mc:Choice>
          <mc:Fallback xmlns="">
            <p:pic>
              <p:nvPicPr>
                <p:cNvPr id="100" name="Ink 99">
                  <a:extLst>
                    <a:ext uri="{FF2B5EF4-FFF2-40B4-BE49-F238E27FC236}">
                      <a16:creationId xmlns:a16="http://schemas.microsoft.com/office/drawing/2014/main" id="{3B46E790-112B-E9F4-5038-33AF3E2226E0}"/>
                    </a:ext>
                  </a:extLst>
                </p:cNvPr>
                <p:cNvPicPr/>
                <p:nvPr/>
              </p:nvPicPr>
              <p:blipFill>
                <a:blip r:embed="rId167"/>
                <a:stretch>
                  <a:fillRect/>
                </a:stretch>
              </p:blipFill>
              <p:spPr>
                <a:xfrm>
                  <a:off x="5086190" y="3017874"/>
                  <a:ext cx="68400" cy="187285"/>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1" name="Ink 100">
                  <a:extLst>
                    <a:ext uri="{FF2B5EF4-FFF2-40B4-BE49-F238E27FC236}">
                      <a16:creationId xmlns:a16="http://schemas.microsoft.com/office/drawing/2014/main" id="{B612F26E-7F26-C6A3-0FFC-8C2F14C36373}"/>
                    </a:ext>
                  </a:extLst>
                </p14:cNvPr>
                <p14:cNvContentPartPr/>
                <p14:nvPr/>
              </p14:nvContentPartPr>
              <p14:xfrm>
                <a:off x="5129390" y="3188557"/>
                <a:ext cx="154080" cy="205200"/>
              </p14:xfrm>
            </p:contentPart>
          </mc:Choice>
          <mc:Fallback xmlns="">
            <p:pic>
              <p:nvPicPr>
                <p:cNvPr id="101" name="Ink 100">
                  <a:extLst>
                    <a:ext uri="{FF2B5EF4-FFF2-40B4-BE49-F238E27FC236}">
                      <a16:creationId xmlns:a16="http://schemas.microsoft.com/office/drawing/2014/main" id="{B612F26E-7F26-C6A3-0FFC-8C2F14C36373}"/>
                    </a:ext>
                  </a:extLst>
                </p:cNvPr>
                <p:cNvPicPr/>
                <p:nvPr/>
              </p:nvPicPr>
              <p:blipFill>
                <a:blip r:embed="rId169"/>
                <a:stretch>
                  <a:fillRect/>
                </a:stretch>
              </p:blipFill>
              <p:spPr>
                <a:xfrm>
                  <a:off x="5111390" y="3170589"/>
                  <a:ext cx="189720" cy="240778"/>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2" name="Ink 101">
                  <a:extLst>
                    <a:ext uri="{FF2B5EF4-FFF2-40B4-BE49-F238E27FC236}">
                      <a16:creationId xmlns:a16="http://schemas.microsoft.com/office/drawing/2014/main" id="{BDA6DD7B-CBE6-6C99-F372-B782338EF56A}"/>
                    </a:ext>
                  </a:extLst>
                </p14:cNvPr>
                <p14:cNvContentPartPr/>
                <p14:nvPr/>
              </p14:nvContentPartPr>
              <p14:xfrm>
                <a:off x="5180150" y="3130597"/>
                <a:ext cx="189720" cy="181080"/>
              </p14:xfrm>
            </p:contentPart>
          </mc:Choice>
          <mc:Fallback xmlns="">
            <p:pic>
              <p:nvPicPr>
                <p:cNvPr id="102" name="Ink 101">
                  <a:extLst>
                    <a:ext uri="{FF2B5EF4-FFF2-40B4-BE49-F238E27FC236}">
                      <a16:creationId xmlns:a16="http://schemas.microsoft.com/office/drawing/2014/main" id="{BDA6DD7B-CBE6-6C99-F372-B782338EF56A}"/>
                    </a:ext>
                  </a:extLst>
                </p:cNvPr>
                <p:cNvPicPr/>
                <p:nvPr/>
              </p:nvPicPr>
              <p:blipFill>
                <a:blip r:embed="rId171"/>
                <a:stretch>
                  <a:fillRect/>
                </a:stretch>
              </p:blipFill>
              <p:spPr>
                <a:xfrm>
                  <a:off x="5162150" y="3112597"/>
                  <a:ext cx="225360" cy="216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2">
            <p14:nvContentPartPr>
              <p14:cNvPr id="104" name="Ink 103">
                <a:extLst>
                  <a:ext uri="{FF2B5EF4-FFF2-40B4-BE49-F238E27FC236}">
                    <a16:creationId xmlns:a16="http://schemas.microsoft.com/office/drawing/2014/main" id="{BD0C48AD-544B-EF58-6F3E-EAEF20D7C50C}"/>
                  </a:ext>
                </a:extLst>
              </p14:cNvPr>
              <p14:cNvContentPartPr/>
              <p14:nvPr/>
            </p14:nvContentPartPr>
            <p14:xfrm>
              <a:off x="2193230" y="2804797"/>
              <a:ext cx="2437920" cy="78840"/>
            </p14:xfrm>
          </p:contentPart>
        </mc:Choice>
        <mc:Fallback xmlns="">
          <p:pic>
            <p:nvPicPr>
              <p:cNvPr id="104" name="Ink 103">
                <a:extLst>
                  <a:ext uri="{FF2B5EF4-FFF2-40B4-BE49-F238E27FC236}">
                    <a16:creationId xmlns:a16="http://schemas.microsoft.com/office/drawing/2014/main" id="{BD0C48AD-544B-EF58-6F3E-EAEF20D7C50C}"/>
                  </a:ext>
                </a:extLst>
              </p:cNvPr>
              <p:cNvPicPr/>
              <p:nvPr/>
            </p:nvPicPr>
            <p:blipFill>
              <a:blip r:embed="rId173"/>
              <a:stretch>
                <a:fillRect/>
              </a:stretch>
            </p:blipFill>
            <p:spPr>
              <a:xfrm>
                <a:off x="2175230" y="2786797"/>
                <a:ext cx="2473560" cy="114480"/>
              </a:xfrm>
              <a:prstGeom prst="rect">
                <a:avLst/>
              </a:prstGeom>
            </p:spPr>
          </p:pic>
        </mc:Fallback>
      </mc:AlternateContent>
      <p:grpSp>
        <p:nvGrpSpPr>
          <p:cNvPr id="112" name="Group 111">
            <a:extLst>
              <a:ext uri="{FF2B5EF4-FFF2-40B4-BE49-F238E27FC236}">
                <a16:creationId xmlns:a16="http://schemas.microsoft.com/office/drawing/2014/main" id="{C5B561CF-204E-9B2C-DF99-E93CF5FF2D72}"/>
              </a:ext>
            </a:extLst>
          </p:cNvPr>
          <p:cNvGrpSpPr/>
          <p:nvPr/>
        </p:nvGrpSpPr>
        <p:grpSpPr>
          <a:xfrm>
            <a:off x="2524070" y="2336437"/>
            <a:ext cx="770400" cy="291960"/>
            <a:chOff x="2524070" y="2336437"/>
            <a:chExt cx="770400" cy="291960"/>
          </a:xfrm>
        </p:grpSpPr>
        <mc:AlternateContent xmlns:mc="http://schemas.openxmlformats.org/markup-compatibility/2006" xmlns:p14="http://schemas.microsoft.com/office/powerpoint/2010/main">
          <mc:Choice Requires="p14">
            <p:contentPart p14:bwMode="auto" r:id="rId174">
              <p14:nvContentPartPr>
                <p14:cNvPr id="105" name="Ink 104">
                  <a:extLst>
                    <a:ext uri="{FF2B5EF4-FFF2-40B4-BE49-F238E27FC236}">
                      <a16:creationId xmlns:a16="http://schemas.microsoft.com/office/drawing/2014/main" id="{BAB30F0D-D08E-4DB0-4D53-49CDD351C7FC}"/>
                    </a:ext>
                  </a:extLst>
                </p14:cNvPr>
                <p14:cNvContentPartPr/>
                <p14:nvPr/>
              </p14:nvContentPartPr>
              <p14:xfrm>
                <a:off x="2524070" y="2359117"/>
                <a:ext cx="213480" cy="256680"/>
              </p14:xfrm>
            </p:contentPart>
          </mc:Choice>
          <mc:Fallback xmlns="">
            <p:pic>
              <p:nvPicPr>
                <p:cNvPr id="105" name="Ink 104">
                  <a:extLst>
                    <a:ext uri="{FF2B5EF4-FFF2-40B4-BE49-F238E27FC236}">
                      <a16:creationId xmlns:a16="http://schemas.microsoft.com/office/drawing/2014/main" id="{BAB30F0D-D08E-4DB0-4D53-49CDD351C7FC}"/>
                    </a:ext>
                  </a:extLst>
                </p:cNvPr>
                <p:cNvPicPr/>
                <p:nvPr/>
              </p:nvPicPr>
              <p:blipFill>
                <a:blip r:embed="rId175"/>
                <a:stretch>
                  <a:fillRect/>
                </a:stretch>
              </p:blipFill>
              <p:spPr>
                <a:xfrm>
                  <a:off x="2506070" y="2341117"/>
                  <a:ext cx="24912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6" name="Ink 105">
                  <a:extLst>
                    <a:ext uri="{FF2B5EF4-FFF2-40B4-BE49-F238E27FC236}">
                      <a16:creationId xmlns:a16="http://schemas.microsoft.com/office/drawing/2014/main" id="{2567EC7A-7F5D-E318-CD9F-703F6BD9CD40}"/>
                    </a:ext>
                  </a:extLst>
                </p14:cNvPr>
                <p14:cNvContentPartPr/>
                <p14:nvPr/>
              </p14:nvContentPartPr>
              <p14:xfrm>
                <a:off x="2818190" y="2381797"/>
                <a:ext cx="30960" cy="222120"/>
              </p14:xfrm>
            </p:contentPart>
          </mc:Choice>
          <mc:Fallback xmlns="">
            <p:pic>
              <p:nvPicPr>
                <p:cNvPr id="106" name="Ink 105">
                  <a:extLst>
                    <a:ext uri="{FF2B5EF4-FFF2-40B4-BE49-F238E27FC236}">
                      <a16:creationId xmlns:a16="http://schemas.microsoft.com/office/drawing/2014/main" id="{2567EC7A-7F5D-E318-CD9F-703F6BD9CD40}"/>
                    </a:ext>
                  </a:extLst>
                </p:cNvPr>
                <p:cNvPicPr/>
                <p:nvPr/>
              </p:nvPicPr>
              <p:blipFill>
                <a:blip r:embed="rId177"/>
                <a:stretch>
                  <a:fillRect/>
                </a:stretch>
              </p:blipFill>
              <p:spPr>
                <a:xfrm>
                  <a:off x="2800190" y="2363797"/>
                  <a:ext cx="6660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7" name="Ink 106">
                  <a:extLst>
                    <a:ext uri="{FF2B5EF4-FFF2-40B4-BE49-F238E27FC236}">
                      <a16:creationId xmlns:a16="http://schemas.microsoft.com/office/drawing/2014/main" id="{3A98ED24-3873-5A70-6929-755D76DD2CD7}"/>
                    </a:ext>
                  </a:extLst>
                </p14:cNvPr>
                <p14:cNvContentPartPr/>
                <p14:nvPr/>
              </p14:nvContentPartPr>
              <p14:xfrm>
                <a:off x="2837990" y="2364877"/>
                <a:ext cx="96120" cy="108360"/>
              </p14:xfrm>
            </p:contentPart>
          </mc:Choice>
          <mc:Fallback xmlns="">
            <p:pic>
              <p:nvPicPr>
                <p:cNvPr id="107" name="Ink 106">
                  <a:extLst>
                    <a:ext uri="{FF2B5EF4-FFF2-40B4-BE49-F238E27FC236}">
                      <a16:creationId xmlns:a16="http://schemas.microsoft.com/office/drawing/2014/main" id="{3A98ED24-3873-5A70-6929-755D76DD2CD7}"/>
                    </a:ext>
                  </a:extLst>
                </p:cNvPr>
                <p:cNvPicPr/>
                <p:nvPr/>
              </p:nvPicPr>
              <p:blipFill>
                <a:blip r:embed="rId179"/>
                <a:stretch>
                  <a:fillRect/>
                </a:stretch>
              </p:blipFill>
              <p:spPr>
                <a:xfrm>
                  <a:off x="2819990" y="2346877"/>
                  <a:ext cx="1317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8" name="Ink 107">
                  <a:extLst>
                    <a:ext uri="{FF2B5EF4-FFF2-40B4-BE49-F238E27FC236}">
                      <a16:creationId xmlns:a16="http://schemas.microsoft.com/office/drawing/2014/main" id="{FFBD0D56-68D2-2B0A-9782-7BAA6F0EFDEB}"/>
                    </a:ext>
                  </a:extLst>
                </p14:cNvPr>
                <p14:cNvContentPartPr/>
                <p14:nvPr/>
              </p14:nvContentPartPr>
              <p14:xfrm>
                <a:off x="3011510" y="2388637"/>
                <a:ext cx="20160" cy="194400"/>
              </p14:xfrm>
            </p:contentPart>
          </mc:Choice>
          <mc:Fallback xmlns="">
            <p:pic>
              <p:nvPicPr>
                <p:cNvPr id="108" name="Ink 107">
                  <a:extLst>
                    <a:ext uri="{FF2B5EF4-FFF2-40B4-BE49-F238E27FC236}">
                      <a16:creationId xmlns:a16="http://schemas.microsoft.com/office/drawing/2014/main" id="{FFBD0D56-68D2-2B0A-9782-7BAA6F0EFDEB}"/>
                    </a:ext>
                  </a:extLst>
                </p:cNvPr>
                <p:cNvPicPr/>
                <p:nvPr/>
              </p:nvPicPr>
              <p:blipFill>
                <a:blip r:embed="rId181"/>
                <a:stretch>
                  <a:fillRect/>
                </a:stretch>
              </p:blipFill>
              <p:spPr>
                <a:xfrm>
                  <a:off x="2993183" y="2370637"/>
                  <a:ext cx="56448"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9" name="Ink 108">
                  <a:extLst>
                    <a:ext uri="{FF2B5EF4-FFF2-40B4-BE49-F238E27FC236}">
                      <a16:creationId xmlns:a16="http://schemas.microsoft.com/office/drawing/2014/main" id="{2494FF66-AF42-ACEC-2DF7-41A042953972}"/>
                    </a:ext>
                  </a:extLst>
                </p14:cNvPr>
                <p14:cNvContentPartPr/>
                <p14:nvPr/>
              </p14:nvContentPartPr>
              <p14:xfrm>
                <a:off x="2998550" y="2374957"/>
                <a:ext cx="46800" cy="32400"/>
              </p14:xfrm>
            </p:contentPart>
          </mc:Choice>
          <mc:Fallback xmlns="">
            <p:pic>
              <p:nvPicPr>
                <p:cNvPr id="109" name="Ink 108">
                  <a:extLst>
                    <a:ext uri="{FF2B5EF4-FFF2-40B4-BE49-F238E27FC236}">
                      <a16:creationId xmlns:a16="http://schemas.microsoft.com/office/drawing/2014/main" id="{2494FF66-AF42-ACEC-2DF7-41A042953972}"/>
                    </a:ext>
                  </a:extLst>
                </p:cNvPr>
                <p:cNvPicPr/>
                <p:nvPr/>
              </p:nvPicPr>
              <p:blipFill>
                <a:blip r:embed="rId183"/>
                <a:stretch>
                  <a:fillRect/>
                </a:stretch>
              </p:blipFill>
              <p:spPr>
                <a:xfrm>
                  <a:off x="2980550" y="2356957"/>
                  <a:ext cx="824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0" name="Ink 109">
                  <a:extLst>
                    <a:ext uri="{FF2B5EF4-FFF2-40B4-BE49-F238E27FC236}">
                      <a16:creationId xmlns:a16="http://schemas.microsoft.com/office/drawing/2014/main" id="{5757B583-3E80-B08E-32EA-022DDDD1342E}"/>
                    </a:ext>
                  </a:extLst>
                </p14:cNvPr>
                <p14:cNvContentPartPr/>
                <p14:nvPr/>
              </p14:nvContentPartPr>
              <p14:xfrm>
                <a:off x="3007190" y="2541637"/>
                <a:ext cx="107280" cy="86760"/>
              </p14:xfrm>
            </p:contentPart>
          </mc:Choice>
          <mc:Fallback xmlns="">
            <p:pic>
              <p:nvPicPr>
                <p:cNvPr id="110" name="Ink 109">
                  <a:extLst>
                    <a:ext uri="{FF2B5EF4-FFF2-40B4-BE49-F238E27FC236}">
                      <a16:creationId xmlns:a16="http://schemas.microsoft.com/office/drawing/2014/main" id="{5757B583-3E80-B08E-32EA-022DDDD1342E}"/>
                    </a:ext>
                  </a:extLst>
                </p:cNvPr>
                <p:cNvPicPr/>
                <p:nvPr/>
              </p:nvPicPr>
              <p:blipFill>
                <a:blip r:embed="rId185"/>
                <a:stretch>
                  <a:fillRect/>
                </a:stretch>
              </p:blipFill>
              <p:spPr>
                <a:xfrm>
                  <a:off x="2989190" y="2523711"/>
                  <a:ext cx="142920" cy="122253"/>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1" name="Ink 110">
                  <a:extLst>
                    <a:ext uri="{FF2B5EF4-FFF2-40B4-BE49-F238E27FC236}">
                      <a16:creationId xmlns:a16="http://schemas.microsoft.com/office/drawing/2014/main" id="{FEA5BE82-86FA-80DD-AF99-2CBE1206D7AD}"/>
                    </a:ext>
                  </a:extLst>
                </p14:cNvPr>
                <p14:cNvContentPartPr/>
                <p14:nvPr/>
              </p14:nvContentPartPr>
              <p14:xfrm>
                <a:off x="3131390" y="2336437"/>
                <a:ext cx="163080" cy="178560"/>
              </p14:xfrm>
            </p:contentPart>
          </mc:Choice>
          <mc:Fallback xmlns="">
            <p:pic>
              <p:nvPicPr>
                <p:cNvPr id="111" name="Ink 110">
                  <a:extLst>
                    <a:ext uri="{FF2B5EF4-FFF2-40B4-BE49-F238E27FC236}">
                      <a16:creationId xmlns:a16="http://schemas.microsoft.com/office/drawing/2014/main" id="{FEA5BE82-86FA-80DD-AF99-2CBE1206D7AD}"/>
                    </a:ext>
                  </a:extLst>
                </p:cNvPr>
                <p:cNvPicPr/>
                <p:nvPr/>
              </p:nvPicPr>
              <p:blipFill>
                <a:blip r:embed="rId187"/>
                <a:stretch>
                  <a:fillRect/>
                </a:stretch>
              </p:blipFill>
              <p:spPr>
                <a:xfrm>
                  <a:off x="3113390" y="2318437"/>
                  <a:ext cx="198720" cy="214200"/>
                </a:xfrm>
                <a:prstGeom prst="rect">
                  <a:avLst/>
                </a:prstGeom>
              </p:spPr>
            </p:pic>
          </mc:Fallback>
        </mc:AlternateContent>
      </p:grpSp>
      <p:grpSp>
        <p:nvGrpSpPr>
          <p:cNvPr id="124" name="Group 123">
            <a:extLst>
              <a:ext uri="{FF2B5EF4-FFF2-40B4-BE49-F238E27FC236}">
                <a16:creationId xmlns:a16="http://schemas.microsoft.com/office/drawing/2014/main" id="{3E600794-CBE9-9B09-E380-BD2F79B52DB3}"/>
              </a:ext>
            </a:extLst>
          </p:cNvPr>
          <p:cNvGrpSpPr/>
          <p:nvPr/>
        </p:nvGrpSpPr>
        <p:grpSpPr>
          <a:xfrm>
            <a:off x="3425150" y="1481437"/>
            <a:ext cx="1099080" cy="1068840"/>
            <a:chOff x="3425150" y="1481437"/>
            <a:chExt cx="1099080" cy="1068840"/>
          </a:xfrm>
        </p:grpSpPr>
        <mc:AlternateContent xmlns:mc="http://schemas.openxmlformats.org/markup-compatibility/2006" xmlns:p14="http://schemas.microsoft.com/office/powerpoint/2010/main">
          <mc:Choice Requires="p14">
            <p:contentPart p14:bwMode="auto" r:id="rId188">
              <p14:nvContentPartPr>
                <p14:cNvPr id="113" name="Ink 112">
                  <a:extLst>
                    <a:ext uri="{FF2B5EF4-FFF2-40B4-BE49-F238E27FC236}">
                      <a16:creationId xmlns:a16="http://schemas.microsoft.com/office/drawing/2014/main" id="{0A884A94-9C5B-EBD3-770B-922D056E4539}"/>
                    </a:ext>
                  </a:extLst>
                </p14:cNvPr>
                <p14:cNvContentPartPr/>
                <p14:nvPr/>
              </p14:nvContentPartPr>
              <p14:xfrm>
                <a:off x="3425150" y="1589077"/>
                <a:ext cx="171000" cy="434880"/>
              </p14:xfrm>
            </p:contentPart>
          </mc:Choice>
          <mc:Fallback xmlns="">
            <p:pic>
              <p:nvPicPr>
                <p:cNvPr id="113" name="Ink 112">
                  <a:extLst>
                    <a:ext uri="{FF2B5EF4-FFF2-40B4-BE49-F238E27FC236}">
                      <a16:creationId xmlns:a16="http://schemas.microsoft.com/office/drawing/2014/main" id="{0A884A94-9C5B-EBD3-770B-922D056E4539}"/>
                    </a:ext>
                  </a:extLst>
                </p:cNvPr>
                <p:cNvPicPr/>
                <p:nvPr/>
              </p:nvPicPr>
              <p:blipFill>
                <a:blip r:embed="rId189"/>
                <a:stretch>
                  <a:fillRect/>
                </a:stretch>
              </p:blipFill>
              <p:spPr>
                <a:xfrm>
                  <a:off x="3407150" y="1571077"/>
                  <a:ext cx="206640" cy="4705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4" name="Ink 113">
                  <a:extLst>
                    <a:ext uri="{FF2B5EF4-FFF2-40B4-BE49-F238E27FC236}">
                      <a16:creationId xmlns:a16="http://schemas.microsoft.com/office/drawing/2014/main" id="{8198573D-C46C-B369-6D72-640C4DBF549D}"/>
                    </a:ext>
                  </a:extLst>
                </p14:cNvPr>
                <p14:cNvContentPartPr/>
                <p14:nvPr/>
              </p14:nvContentPartPr>
              <p14:xfrm>
                <a:off x="3645470" y="1641277"/>
                <a:ext cx="145080" cy="326520"/>
              </p14:xfrm>
            </p:contentPart>
          </mc:Choice>
          <mc:Fallback xmlns="">
            <p:pic>
              <p:nvPicPr>
                <p:cNvPr id="114" name="Ink 113">
                  <a:extLst>
                    <a:ext uri="{FF2B5EF4-FFF2-40B4-BE49-F238E27FC236}">
                      <a16:creationId xmlns:a16="http://schemas.microsoft.com/office/drawing/2014/main" id="{8198573D-C46C-B369-6D72-640C4DBF549D}"/>
                    </a:ext>
                  </a:extLst>
                </p:cNvPr>
                <p:cNvPicPr/>
                <p:nvPr/>
              </p:nvPicPr>
              <p:blipFill>
                <a:blip r:embed="rId191"/>
                <a:stretch>
                  <a:fillRect/>
                </a:stretch>
              </p:blipFill>
              <p:spPr>
                <a:xfrm>
                  <a:off x="3627470" y="1623277"/>
                  <a:ext cx="18072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5" name="Ink 114">
                  <a:extLst>
                    <a:ext uri="{FF2B5EF4-FFF2-40B4-BE49-F238E27FC236}">
                      <a16:creationId xmlns:a16="http://schemas.microsoft.com/office/drawing/2014/main" id="{6CB01507-BF0C-6D72-4D72-C0EA5F6D908B}"/>
                    </a:ext>
                  </a:extLst>
                </p14:cNvPr>
                <p14:cNvContentPartPr/>
                <p14:nvPr/>
              </p14:nvContentPartPr>
              <p14:xfrm>
                <a:off x="3874070" y="1734517"/>
                <a:ext cx="9720" cy="28800"/>
              </p14:xfrm>
            </p:contentPart>
          </mc:Choice>
          <mc:Fallback xmlns="">
            <p:pic>
              <p:nvPicPr>
                <p:cNvPr id="115" name="Ink 114">
                  <a:extLst>
                    <a:ext uri="{FF2B5EF4-FFF2-40B4-BE49-F238E27FC236}">
                      <a16:creationId xmlns:a16="http://schemas.microsoft.com/office/drawing/2014/main" id="{6CB01507-BF0C-6D72-4D72-C0EA5F6D908B}"/>
                    </a:ext>
                  </a:extLst>
                </p:cNvPr>
                <p:cNvPicPr/>
                <p:nvPr/>
              </p:nvPicPr>
              <p:blipFill>
                <a:blip r:embed="rId193"/>
                <a:stretch>
                  <a:fillRect/>
                </a:stretch>
              </p:blipFill>
              <p:spPr>
                <a:xfrm>
                  <a:off x="3856070" y="1716517"/>
                  <a:ext cx="453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7" name="Ink 116">
                  <a:extLst>
                    <a:ext uri="{FF2B5EF4-FFF2-40B4-BE49-F238E27FC236}">
                      <a16:creationId xmlns:a16="http://schemas.microsoft.com/office/drawing/2014/main" id="{2EA1DBA9-235D-B2D1-7B89-5EE513840C9A}"/>
                    </a:ext>
                  </a:extLst>
                </p14:cNvPr>
                <p14:cNvContentPartPr/>
                <p14:nvPr/>
              </p14:nvContentPartPr>
              <p14:xfrm>
                <a:off x="3972350" y="1660357"/>
                <a:ext cx="101880" cy="218520"/>
              </p14:xfrm>
            </p:contentPart>
          </mc:Choice>
          <mc:Fallback xmlns="">
            <p:pic>
              <p:nvPicPr>
                <p:cNvPr id="117" name="Ink 116">
                  <a:extLst>
                    <a:ext uri="{FF2B5EF4-FFF2-40B4-BE49-F238E27FC236}">
                      <a16:creationId xmlns:a16="http://schemas.microsoft.com/office/drawing/2014/main" id="{2EA1DBA9-235D-B2D1-7B89-5EE513840C9A}"/>
                    </a:ext>
                  </a:extLst>
                </p:cNvPr>
                <p:cNvPicPr/>
                <p:nvPr/>
              </p:nvPicPr>
              <p:blipFill>
                <a:blip r:embed="rId195"/>
                <a:stretch>
                  <a:fillRect/>
                </a:stretch>
              </p:blipFill>
              <p:spPr>
                <a:xfrm>
                  <a:off x="3954286" y="1642357"/>
                  <a:ext cx="137646"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8" name="Ink 117">
                  <a:extLst>
                    <a:ext uri="{FF2B5EF4-FFF2-40B4-BE49-F238E27FC236}">
                      <a16:creationId xmlns:a16="http://schemas.microsoft.com/office/drawing/2014/main" id="{649AD455-1C98-90FB-E990-66A756BD0917}"/>
                    </a:ext>
                  </a:extLst>
                </p14:cNvPr>
                <p14:cNvContentPartPr/>
                <p14:nvPr/>
              </p14:nvContentPartPr>
              <p14:xfrm>
                <a:off x="4153430" y="1622557"/>
                <a:ext cx="168120" cy="192600"/>
              </p14:xfrm>
            </p:contentPart>
          </mc:Choice>
          <mc:Fallback xmlns="">
            <p:pic>
              <p:nvPicPr>
                <p:cNvPr id="118" name="Ink 117">
                  <a:extLst>
                    <a:ext uri="{FF2B5EF4-FFF2-40B4-BE49-F238E27FC236}">
                      <a16:creationId xmlns:a16="http://schemas.microsoft.com/office/drawing/2014/main" id="{649AD455-1C98-90FB-E990-66A756BD0917}"/>
                    </a:ext>
                  </a:extLst>
                </p:cNvPr>
                <p:cNvPicPr/>
                <p:nvPr/>
              </p:nvPicPr>
              <p:blipFill>
                <a:blip r:embed="rId197"/>
                <a:stretch>
                  <a:fillRect/>
                </a:stretch>
              </p:blipFill>
              <p:spPr>
                <a:xfrm>
                  <a:off x="4135430" y="1604557"/>
                  <a:ext cx="20376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9" name="Ink 118">
                  <a:extLst>
                    <a:ext uri="{FF2B5EF4-FFF2-40B4-BE49-F238E27FC236}">
                      <a16:creationId xmlns:a16="http://schemas.microsoft.com/office/drawing/2014/main" id="{51CE0F27-EDC7-7F17-D443-42AE5BC2E828}"/>
                    </a:ext>
                  </a:extLst>
                </p14:cNvPr>
                <p14:cNvContentPartPr/>
                <p14:nvPr/>
              </p14:nvContentPartPr>
              <p14:xfrm>
                <a:off x="3614150" y="2228437"/>
                <a:ext cx="117000" cy="321840"/>
              </p14:xfrm>
            </p:contentPart>
          </mc:Choice>
          <mc:Fallback xmlns="">
            <p:pic>
              <p:nvPicPr>
                <p:cNvPr id="119" name="Ink 118">
                  <a:extLst>
                    <a:ext uri="{FF2B5EF4-FFF2-40B4-BE49-F238E27FC236}">
                      <a16:creationId xmlns:a16="http://schemas.microsoft.com/office/drawing/2014/main" id="{51CE0F27-EDC7-7F17-D443-42AE5BC2E828}"/>
                    </a:ext>
                  </a:extLst>
                </p:cNvPr>
                <p:cNvPicPr/>
                <p:nvPr/>
              </p:nvPicPr>
              <p:blipFill>
                <a:blip r:embed="rId199"/>
                <a:stretch>
                  <a:fillRect/>
                </a:stretch>
              </p:blipFill>
              <p:spPr>
                <a:xfrm>
                  <a:off x="3596205" y="2210437"/>
                  <a:ext cx="152531"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0" name="Ink 119">
                  <a:extLst>
                    <a:ext uri="{FF2B5EF4-FFF2-40B4-BE49-F238E27FC236}">
                      <a16:creationId xmlns:a16="http://schemas.microsoft.com/office/drawing/2014/main" id="{F3A789DD-84A9-4A0D-885D-A54EAC74D9DC}"/>
                    </a:ext>
                  </a:extLst>
                </p14:cNvPr>
                <p14:cNvContentPartPr/>
                <p14:nvPr/>
              </p14:nvContentPartPr>
              <p14:xfrm>
                <a:off x="3827270" y="2264437"/>
                <a:ext cx="154080" cy="161640"/>
              </p14:xfrm>
            </p:contentPart>
          </mc:Choice>
          <mc:Fallback xmlns="">
            <p:pic>
              <p:nvPicPr>
                <p:cNvPr id="120" name="Ink 119">
                  <a:extLst>
                    <a:ext uri="{FF2B5EF4-FFF2-40B4-BE49-F238E27FC236}">
                      <a16:creationId xmlns:a16="http://schemas.microsoft.com/office/drawing/2014/main" id="{F3A789DD-84A9-4A0D-885D-A54EAC74D9DC}"/>
                    </a:ext>
                  </a:extLst>
                </p:cNvPr>
                <p:cNvPicPr/>
                <p:nvPr/>
              </p:nvPicPr>
              <p:blipFill>
                <a:blip r:embed="rId201"/>
                <a:stretch>
                  <a:fillRect/>
                </a:stretch>
              </p:blipFill>
              <p:spPr>
                <a:xfrm>
                  <a:off x="3809270" y="2246437"/>
                  <a:ext cx="18972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1" name="Ink 120">
                  <a:extLst>
                    <a:ext uri="{FF2B5EF4-FFF2-40B4-BE49-F238E27FC236}">
                      <a16:creationId xmlns:a16="http://schemas.microsoft.com/office/drawing/2014/main" id="{E8FCB060-ED72-1872-02F6-115F867E96D5}"/>
                    </a:ext>
                  </a:extLst>
                </p14:cNvPr>
                <p14:cNvContentPartPr/>
                <p14:nvPr/>
              </p14:nvContentPartPr>
              <p14:xfrm>
                <a:off x="4094390" y="2180197"/>
                <a:ext cx="74520" cy="139320"/>
              </p14:xfrm>
            </p:contentPart>
          </mc:Choice>
          <mc:Fallback xmlns="">
            <p:pic>
              <p:nvPicPr>
                <p:cNvPr id="121" name="Ink 120">
                  <a:extLst>
                    <a:ext uri="{FF2B5EF4-FFF2-40B4-BE49-F238E27FC236}">
                      <a16:creationId xmlns:a16="http://schemas.microsoft.com/office/drawing/2014/main" id="{E8FCB060-ED72-1872-02F6-115F867E96D5}"/>
                    </a:ext>
                  </a:extLst>
                </p:cNvPr>
                <p:cNvPicPr/>
                <p:nvPr/>
              </p:nvPicPr>
              <p:blipFill>
                <a:blip r:embed="rId203"/>
                <a:stretch>
                  <a:fillRect/>
                </a:stretch>
              </p:blipFill>
              <p:spPr>
                <a:xfrm>
                  <a:off x="4076390" y="2162197"/>
                  <a:ext cx="11016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2" name="Ink 121">
                  <a:extLst>
                    <a:ext uri="{FF2B5EF4-FFF2-40B4-BE49-F238E27FC236}">
                      <a16:creationId xmlns:a16="http://schemas.microsoft.com/office/drawing/2014/main" id="{DFE4F4FA-EB72-113B-2F0F-3903325FEC57}"/>
                    </a:ext>
                  </a:extLst>
                </p14:cNvPr>
                <p14:cNvContentPartPr/>
                <p14:nvPr/>
              </p14:nvContentPartPr>
              <p14:xfrm>
                <a:off x="4419110" y="1481437"/>
                <a:ext cx="105120" cy="326880"/>
              </p14:xfrm>
            </p:contentPart>
          </mc:Choice>
          <mc:Fallback xmlns="">
            <p:pic>
              <p:nvPicPr>
                <p:cNvPr id="122" name="Ink 121">
                  <a:extLst>
                    <a:ext uri="{FF2B5EF4-FFF2-40B4-BE49-F238E27FC236}">
                      <a16:creationId xmlns:a16="http://schemas.microsoft.com/office/drawing/2014/main" id="{DFE4F4FA-EB72-113B-2F0F-3903325FEC57}"/>
                    </a:ext>
                  </a:extLst>
                </p:cNvPr>
                <p:cNvPicPr/>
                <p:nvPr/>
              </p:nvPicPr>
              <p:blipFill>
                <a:blip r:embed="rId205"/>
                <a:stretch>
                  <a:fillRect/>
                </a:stretch>
              </p:blipFill>
              <p:spPr>
                <a:xfrm>
                  <a:off x="4401171" y="1463437"/>
                  <a:ext cx="140638"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3" name="Ink 122">
                  <a:extLst>
                    <a:ext uri="{FF2B5EF4-FFF2-40B4-BE49-F238E27FC236}">
                      <a16:creationId xmlns:a16="http://schemas.microsoft.com/office/drawing/2014/main" id="{8B0982AB-264F-2F6C-5D93-7DABF73295CD}"/>
                    </a:ext>
                  </a:extLst>
                </p14:cNvPr>
                <p14:cNvContentPartPr/>
                <p14:nvPr/>
              </p14:nvContentPartPr>
              <p14:xfrm>
                <a:off x="4338830" y="2096677"/>
                <a:ext cx="94680" cy="412200"/>
              </p14:xfrm>
            </p:contentPart>
          </mc:Choice>
          <mc:Fallback xmlns="">
            <p:pic>
              <p:nvPicPr>
                <p:cNvPr id="123" name="Ink 122">
                  <a:extLst>
                    <a:ext uri="{FF2B5EF4-FFF2-40B4-BE49-F238E27FC236}">
                      <a16:creationId xmlns:a16="http://schemas.microsoft.com/office/drawing/2014/main" id="{8B0982AB-264F-2F6C-5D93-7DABF73295CD}"/>
                    </a:ext>
                  </a:extLst>
                </p:cNvPr>
                <p:cNvPicPr/>
                <p:nvPr/>
              </p:nvPicPr>
              <p:blipFill>
                <a:blip r:embed="rId207"/>
                <a:stretch>
                  <a:fillRect/>
                </a:stretch>
              </p:blipFill>
              <p:spPr>
                <a:xfrm>
                  <a:off x="4320830" y="2078677"/>
                  <a:ext cx="130320" cy="447840"/>
                </a:xfrm>
                <a:prstGeom prst="rect">
                  <a:avLst/>
                </a:prstGeom>
              </p:spPr>
            </p:pic>
          </mc:Fallback>
        </mc:AlternateContent>
      </p:grpSp>
      <p:grpSp>
        <p:nvGrpSpPr>
          <p:cNvPr id="136" name="Group 135">
            <a:extLst>
              <a:ext uri="{FF2B5EF4-FFF2-40B4-BE49-F238E27FC236}">
                <a16:creationId xmlns:a16="http://schemas.microsoft.com/office/drawing/2014/main" id="{089EC433-6CA7-5E7F-9854-F26744516DE4}"/>
              </a:ext>
            </a:extLst>
          </p:cNvPr>
          <p:cNvGrpSpPr/>
          <p:nvPr/>
        </p:nvGrpSpPr>
        <p:grpSpPr>
          <a:xfrm>
            <a:off x="4742030" y="1464877"/>
            <a:ext cx="393840" cy="216000"/>
            <a:chOff x="4742030" y="1464877"/>
            <a:chExt cx="393840" cy="216000"/>
          </a:xfrm>
        </p:grpSpPr>
        <mc:AlternateContent xmlns:mc="http://schemas.openxmlformats.org/markup-compatibility/2006" xmlns:p14="http://schemas.microsoft.com/office/powerpoint/2010/main">
          <mc:Choice Requires="p14">
            <p:contentPart p14:bwMode="auto" r:id="rId208">
              <p14:nvContentPartPr>
                <p14:cNvPr id="125" name="Ink 124">
                  <a:extLst>
                    <a:ext uri="{FF2B5EF4-FFF2-40B4-BE49-F238E27FC236}">
                      <a16:creationId xmlns:a16="http://schemas.microsoft.com/office/drawing/2014/main" id="{64FD6915-8BDF-DDFE-D2D0-1EA563080301}"/>
                    </a:ext>
                  </a:extLst>
                </p14:cNvPr>
                <p14:cNvContentPartPr/>
                <p14:nvPr/>
              </p14:nvContentPartPr>
              <p14:xfrm>
                <a:off x="4742030" y="1492597"/>
                <a:ext cx="123480" cy="165960"/>
              </p14:xfrm>
            </p:contentPart>
          </mc:Choice>
          <mc:Fallback xmlns="">
            <p:pic>
              <p:nvPicPr>
                <p:cNvPr id="125" name="Ink 124">
                  <a:extLst>
                    <a:ext uri="{FF2B5EF4-FFF2-40B4-BE49-F238E27FC236}">
                      <a16:creationId xmlns:a16="http://schemas.microsoft.com/office/drawing/2014/main" id="{64FD6915-8BDF-DDFE-D2D0-1EA563080301}"/>
                    </a:ext>
                  </a:extLst>
                </p:cNvPr>
                <p:cNvPicPr/>
                <p:nvPr/>
              </p:nvPicPr>
              <p:blipFill>
                <a:blip r:embed="rId209"/>
                <a:stretch>
                  <a:fillRect/>
                </a:stretch>
              </p:blipFill>
              <p:spPr>
                <a:xfrm>
                  <a:off x="4724030" y="1474558"/>
                  <a:ext cx="159120" cy="201677"/>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6" name="Ink 125">
                  <a:extLst>
                    <a:ext uri="{FF2B5EF4-FFF2-40B4-BE49-F238E27FC236}">
                      <a16:creationId xmlns:a16="http://schemas.microsoft.com/office/drawing/2014/main" id="{DE438102-9368-B9BB-03F6-5ACB899E590A}"/>
                    </a:ext>
                  </a:extLst>
                </p14:cNvPr>
                <p14:cNvContentPartPr/>
                <p14:nvPr/>
              </p14:nvContentPartPr>
              <p14:xfrm>
                <a:off x="4964150" y="1514557"/>
                <a:ext cx="29880" cy="166320"/>
              </p14:xfrm>
            </p:contentPart>
          </mc:Choice>
          <mc:Fallback xmlns="">
            <p:pic>
              <p:nvPicPr>
                <p:cNvPr id="126" name="Ink 125">
                  <a:extLst>
                    <a:ext uri="{FF2B5EF4-FFF2-40B4-BE49-F238E27FC236}">
                      <a16:creationId xmlns:a16="http://schemas.microsoft.com/office/drawing/2014/main" id="{DE438102-9368-B9BB-03F6-5ACB899E590A}"/>
                    </a:ext>
                  </a:extLst>
                </p:cNvPr>
                <p:cNvPicPr/>
                <p:nvPr/>
              </p:nvPicPr>
              <p:blipFill>
                <a:blip r:embed="rId211"/>
                <a:stretch>
                  <a:fillRect/>
                </a:stretch>
              </p:blipFill>
              <p:spPr>
                <a:xfrm>
                  <a:off x="4946150" y="1496518"/>
                  <a:ext cx="65520" cy="202037"/>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27" name="Ink 126">
                  <a:extLst>
                    <a:ext uri="{FF2B5EF4-FFF2-40B4-BE49-F238E27FC236}">
                      <a16:creationId xmlns:a16="http://schemas.microsoft.com/office/drawing/2014/main" id="{0CEE8B5F-E3A1-726B-CFC3-CC19BEB8B813}"/>
                    </a:ext>
                  </a:extLst>
                </p14:cNvPr>
                <p14:cNvContentPartPr/>
                <p14:nvPr/>
              </p14:nvContentPartPr>
              <p14:xfrm>
                <a:off x="4985390" y="1464877"/>
                <a:ext cx="150480" cy="150840"/>
              </p14:xfrm>
            </p:contentPart>
          </mc:Choice>
          <mc:Fallback xmlns="">
            <p:pic>
              <p:nvPicPr>
                <p:cNvPr id="127" name="Ink 126">
                  <a:extLst>
                    <a:ext uri="{FF2B5EF4-FFF2-40B4-BE49-F238E27FC236}">
                      <a16:creationId xmlns:a16="http://schemas.microsoft.com/office/drawing/2014/main" id="{0CEE8B5F-E3A1-726B-CFC3-CC19BEB8B813}"/>
                    </a:ext>
                  </a:extLst>
                </p:cNvPr>
                <p:cNvPicPr/>
                <p:nvPr/>
              </p:nvPicPr>
              <p:blipFill>
                <a:blip r:embed="rId213"/>
                <a:stretch>
                  <a:fillRect/>
                </a:stretch>
              </p:blipFill>
              <p:spPr>
                <a:xfrm>
                  <a:off x="4967390" y="1446877"/>
                  <a:ext cx="186120" cy="186480"/>
                </a:xfrm>
                <a:prstGeom prst="rect">
                  <a:avLst/>
                </a:prstGeom>
              </p:spPr>
            </p:pic>
          </mc:Fallback>
        </mc:AlternateContent>
      </p:grpSp>
      <p:grpSp>
        <p:nvGrpSpPr>
          <p:cNvPr id="135" name="Group 134">
            <a:extLst>
              <a:ext uri="{FF2B5EF4-FFF2-40B4-BE49-F238E27FC236}">
                <a16:creationId xmlns:a16="http://schemas.microsoft.com/office/drawing/2014/main" id="{53FC51F3-7192-AD68-9148-3A91B1CC0FC7}"/>
              </a:ext>
            </a:extLst>
          </p:cNvPr>
          <p:cNvGrpSpPr/>
          <p:nvPr/>
        </p:nvGrpSpPr>
        <p:grpSpPr>
          <a:xfrm>
            <a:off x="4713230" y="1999837"/>
            <a:ext cx="547200" cy="263160"/>
            <a:chOff x="4713230" y="1999837"/>
            <a:chExt cx="547200" cy="263160"/>
          </a:xfrm>
        </p:grpSpPr>
        <mc:AlternateContent xmlns:mc="http://schemas.openxmlformats.org/markup-compatibility/2006" xmlns:p14="http://schemas.microsoft.com/office/powerpoint/2010/main">
          <mc:Choice Requires="p14">
            <p:contentPart p14:bwMode="auto" r:id="rId214">
              <p14:nvContentPartPr>
                <p14:cNvPr id="128" name="Ink 127">
                  <a:extLst>
                    <a:ext uri="{FF2B5EF4-FFF2-40B4-BE49-F238E27FC236}">
                      <a16:creationId xmlns:a16="http://schemas.microsoft.com/office/drawing/2014/main" id="{71A85949-9079-F7F4-521C-B63FBC70226E}"/>
                    </a:ext>
                  </a:extLst>
                </p14:cNvPr>
                <p14:cNvContentPartPr/>
                <p14:nvPr/>
              </p14:nvContentPartPr>
              <p14:xfrm>
                <a:off x="4713230" y="2064277"/>
                <a:ext cx="108720" cy="154440"/>
              </p14:xfrm>
            </p:contentPart>
          </mc:Choice>
          <mc:Fallback xmlns="">
            <p:pic>
              <p:nvPicPr>
                <p:cNvPr id="128" name="Ink 127">
                  <a:extLst>
                    <a:ext uri="{FF2B5EF4-FFF2-40B4-BE49-F238E27FC236}">
                      <a16:creationId xmlns:a16="http://schemas.microsoft.com/office/drawing/2014/main" id="{71A85949-9079-F7F4-521C-B63FBC70226E}"/>
                    </a:ext>
                  </a:extLst>
                </p:cNvPr>
                <p:cNvPicPr/>
                <p:nvPr/>
              </p:nvPicPr>
              <p:blipFill>
                <a:blip r:embed="rId215"/>
                <a:stretch>
                  <a:fillRect/>
                </a:stretch>
              </p:blipFill>
              <p:spPr>
                <a:xfrm>
                  <a:off x="4695230" y="2046277"/>
                  <a:ext cx="14436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29" name="Ink 128">
                  <a:extLst>
                    <a:ext uri="{FF2B5EF4-FFF2-40B4-BE49-F238E27FC236}">
                      <a16:creationId xmlns:a16="http://schemas.microsoft.com/office/drawing/2014/main" id="{B240CB5E-D199-7793-6B41-FF2A6F2D947F}"/>
                    </a:ext>
                  </a:extLst>
                </p14:cNvPr>
                <p14:cNvContentPartPr/>
                <p14:nvPr/>
              </p14:nvContentPartPr>
              <p14:xfrm>
                <a:off x="4905830" y="2068957"/>
                <a:ext cx="26640" cy="194040"/>
              </p14:xfrm>
            </p:contentPart>
          </mc:Choice>
          <mc:Fallback xmlns="">
            <p:pic>
              <p:nvPicPr>
                <p:cNvPr id="129" name="Ink 128">
                  <a:extLst>
                    <a:ext uri="{FF2B5EF4-FFF2-40B4-BE49-F238E27FC236}">
                      <a16:creationId xmlns:a16="http://schemas.microsoft.com/office/drawing/2014/main" id="{B240CB5E-D199-7793-6B41-FF2A6F2D947F}"/>
                    </a:ext>
                  </a:extLst>
                </p:cNvPr>
                <p:cNvPicPr/>
                <p:nvPr/>
              </p:nvPicPr>
              <p:blipFill>
                <a:blip r:embed="rId217"/>
                <a:stretch>
                  <a:fillRect/>
                </a:stretch>
              </p:blipFill>
              <p:spPr>
                <a:xfrm>
                  <a:off x="4887583" y="2050957"/>
                  <a:ext cx="62768"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0" name="Ink 129">
                  <a:extLst>
                    <a:ext uri="{FF2B5EF4-FFF2-40B4-BE49-F238E27FC236}">
                      <a16:creationId xmlns:a16="http://schemas.microsoft.com/office/drawing/2014/main" id="{E2658D3C-F135-A475-8FB0-1CB14B18B177}"/>
                    </a:ext>
                  </a:extLst>
                </p14:cNvPr>
                <p14:cNvContentPartPr/>
                <p14:nvPr/>
              </p14:nvContentPartPr>
              <p14:xfrm>
                <a:off x="4909790" y="2023237"/>
                <a:ext cx="95760" cy="90360"/>
              </p14:xfrm>
            </p:contentPart>
          </mc:Choice>
          <mc:Fallback xmlns="">
            <p:pic>
              <p:nvPicPr>
                <p:cNvPr id="130" name="Ink 129">
                  <a:extLst>
                    <a:ext uri="{FF2B5EF4-FFF2-40B4-BE49-F238E27FC236}">
                      <a16:creationId xmlns:a16="http://schemas.microsoft.com/office/drawing/2014/main" id="{E2658D3C-F135-A475-8FB0-1CB14B18B177}"/>
                    </a:ext>
                  </a:extLst>
                </p:cNvPr>
                <p:cNvPicPr/>
                <p:nvPr/>
              </p:nvPicPr>
              <p:blipFill>
                <a:blip r:embed="rId219"/>
                <a:stretch>
                  <a:fillRect/>
                </a:stretch>
              </p:blipFill>
              <p:spPr>
                <a:xfrm>
                  <a:off x="4891790" y="2005237"/>
                  <a:ext cx="1314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1" name="Ink 130">
                  <a:extLst>
                    <a:ext uri="{FF2B5EF4-FFF2-40B4-BE49-F238E27FC236}">
                      <a16:creationId xmlns:a16="http://schemas.microsoft.com/office/drawing/2014/main" id="{72B5AC7D-533C-2DCA-04A3-5B5CB85103EC}"/>
                    </a:ext>
                  </a:extLst>
                </p14:cNvPr>
                <p14:cNvContentPartPr/>
                <p14:nvPr/>
              </p14:nvContentPartPr>
              <p14:xfrm>
                <a:off x="4921670" y="2093797"/>
                <a:ext cx="132840" cy="110160"/>
              </p14:xfrm>
            </p:contentPart>
          </mc:Choice>
          <mc:Fallback xmlns="">
            <p:pic>
              <p:nvPicPr>
                <p:cNvPr id="131" name="Ink 130">
                  <a:extLst>
                    <a:ext uri="{FF2B5EF4-FFF2-40B4-BE49-F238E27FC236}">
                      <a16:creationId xmlns:a16="http://schemas.microsoft.com/office/drawing/2014/main" id="{72B5AC7D-533C-2DCA-04A3-5B5CB85103EC}"/>
                    </a:ext>
                  </a:extLst>
                </p:cNvPr>
                <p:cNvPicPr/>
                <p:nvPr/>
              </p:nvPicPr>
              <p:blipFill>
                <a:blip r:embed="rId221"/>
                <a:stretch>
                  <a:fillRect/>
                </a:stretch>
              </p:blipFill>
              <p:spPr>
                <a:xfrm>
                  <a:off x="4903621" y="2075797"/>
                  <a:ext cx="168577"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2" name="Ink 131">
                  <a:extLst>
                    <a:ext uri="{FF2B5EF4-FFF2-40B4-BE49-F238E27FC236}">
                      <a16:creationId xmlns:a16="http://schemas.microsoft.com/office/drawing/2014/main" id="{C9E74135-B870-6C23-E74F-E5E50CB1F870}"/>
                    </a:ext>
                  </a:extLst>
                </p14:cNvPr>
                <p14:cNvContentPartPr/>
                <p14:nvPr/>
              </p14:nvContentPartPr>
              <p14:xfrm>
                <a:off x="5119310" y="2063557"/>
                <a:ext cx="30600" cy="167760"/>
              </p14:xfrm>
            </p:contentPart>
          </mc:Choice>
          <mc:Fallback xmlns="">
            <p:pic>
              <p:nvPicPr>
                <p:cNvPr id="132" name="Ink 131">
                  <a:extLst>
                    <a:ext uri="{FF2B5EF4-FFF2-40B4-BE49-F238E27FC236}">
                      <a16:creationId xmlns:a16="http://schemas.microsoft.com/office/drawing/2014/main" id="{C9E74135-B870-6C23-E74F-E5E50CB1F870}"/>
                    </a:ext>
                  </a:extLst>
                </p:cNvPr>
                <p:cNvPicPr/>
                <p:nvPr/>
              </p:nvPicPr>
              <p:blipFill>
                <a:blip r:embed="rId223"/>
                <a:stretch>
                  <a:fillRect/>
                </a:stretch>
              </p:blipFill>
              <p:spPr>
                <a:xfrm>
                  <a:off x="5101310" y="2045557"/>
                  <a:ext cx="662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3" name="Ink 132">
                  <a:extLst>
                    <a:ext uri="{FF2B5EF4-FFF2-40B4-BE49-F238E27FC236}">
                      <a16:creationId xmlns:a16="http://schemas.microsoft.com/office/drawing/2014/main" id="{FCC31A67-CD3F-43E3-6C38-05C8C6F6CFCF}"/>
                    </a:ext>
                  </a:extLst>
                </p14:cNvPr>
                <p14:cNvContentPartPr/>
                <p14:nvPr/>
              </p14:nvContentPartPr>
              <p14:xfrm>
                <a:off x="5132630" y="1999837"/>
                <a:ext cx="78840" cy="63000"/>
              </p14:xfrm>
            </p:contentPart>
          </mc:Choice>
          <mc:Fallback xmlns="">
            <p:pic>
              <p:nvPicPr>
                <p:cNvPr id="133" name="Ink 132">
                  <a:extLst>
                    <a:ext uri="{FF2B5EF4-FFF2-40B4-BE49-F238E27FC236}">
                      <a16:creationId xmlns:a16="http://schemas.microsoft.com/office/drawing/2014/main" id="{FCC31A67-CD3F-43E3-6C38-05C8C6F6CFCF}"/>
                    </a:ext>
                  </a:extLst>
                </p:cNvPr>
                <p:cNvPicPr/>
                <p:nvPr/>
              </p:nvPicPr>
              <p:blipFill>
                <a:blip r:embed="rId225"/>
                <a:stretch>
                  <a:fillRect/>
                </a:stretch>
              </p:blipFill>
              <p:spPr>
                <a:xfrm>
                  <a:off x="5114630" y="1981939"/>
                  <a:ext cx="114480" cy="98438"/>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4" name="Ink 133">
                  <a:extLst>
                    <a:ext uri="{FF2B5EF4-FFF2-40B4-BE49-F238E27FC236}">
                      <a16:creationId xmlns:a16="http://schemas.microsoft.com/office/drawing/2014/main" id="{9EFB6993-A868-F16E-346E-BD8BA6AD15E2}"/>
                    </a:ext>
                  </a:extLst>
                </p14:cNvPr>
                <p14:cNvContentPartPr/>
                <p14:nvPr/>
              </p14:nvContentPartPr>
              <p14:xfrm>
                <a:off x="5137670" y="2080837"/>
                <a:ext cx="122760" cy="64800"/>
              </p14:xfrm>
            </p:contentPart>
          </mc:Choice>
          <mc:Fallback xmlns="">
            <p:pic>
              <p:nvPicPr>
                <p:cNvPr id="134" name="Ink 133">
                  <a:extLst>
                    <a:ext uri="{FF2B5EF4-FFF2-40B4-BE49-F238E27FC236}">
                      <a16:creationId xmlns:a16="http://schemas.microsoft.com/office/drawing/2014/main" id="{9EFB6993-A868-F16E-346E-BD8BA6AD15E2}"/>
                    </a:ext>
                  </a:extLst>
                </p:cNvPr>
                <p:cNvPicPr/>
                <p:nvPr/>
              </p:nvPicPr>
              <p:blipFill>
                <a:blip r:embed="rId227"/>
                <a:stretch>
                  <a:fillRect/>
                </a:stretch>
              </p:blipFill>
              <p:spPr>
                <a:xfrm>
                  <a:off x="5119670" y="2062837"/>
                  <a:ext cx="158400" cy="100440"/>
                </a:xfrm>
                <a:prstGeom prst="rect">
                  <a:avLst/>
                </a:prstGeom>
              </p:spPr>
            </p:pic>
          </mc:Fallback>
        </mc:AlternateContent>
      </p:grpSp>
      <p:grpSp>
        <p:nvGrpSpPr>
          <p:cNvPr id="143" name="Group 142">
            <a:extLst>
              <a:ext uri="{FF2B5EF4-FFF2-40B4-BE49-F238E27FC236}">
                <a16:creationId xmlns:a16="http://schemas.microsoft.com/office/drawing/2014/main" id="{18EA936D-C9A2-0D6F-4B66-5F6C71A0DBBB}"/>
              </a:ext>
            </a:extLst>
          </p:cNvPr>
          <p:cNvGrpSpPr/>
          <p:nvPr/>
        </p:nvGrpSpPr>
        <p:grpSpPr>
          <a:xfrm>
            <a:off x="4647710" y="4348477"/>
            <a:ext cx="375480" cy="1010160"/>
            <a:chOff x="4647710" y="4348477"/>
            <a:chExt cx="375480" cy="1010160"/>
          </a:xfrm>
        </p:grpSpPr>
        <mc:AlternateContent xmlns:mc="http://schemas.openxmlformats.org/markup-compatibility/2006" xmlns:p14="http://schemas.microsoft.com/office/powerpoint/2010/main">
          <mc:Choice Requires="p14">
            <p:contentPart p14:bwMode="auto" r:id="rId228">
              <p14:nvContentPartPr>
                <p14:cNvPr id="137" name="Ink 136">
                  <a:extLst>
                    <a:ext uri="{FF2B5EF4-FFF2-40B4-BE49-F238E27FC236}">
                      <a16:creationId xmlns:a16="http://schemas.microsoft.com/office/drawing/2014/main" id="{65628A9C-EFF7-6827-223C-F7CAD2742473}"/>
                    </a:ext>
                  </a:extLst>
                </p14:cNvPr>
                <p14:cNvContentPartPr/>
                <p14:nvPr/>
              </p14:nvContentPartPr>
              <p14:xfrm>
                <a:off x="4647710" y="4348477"/>
                <a:ext cx="225360" cy="417600"/>
              </p14:xfrm>
            </p:contentPart>
          </mc:Choice>
          <mc:Fallback xmlns="">
            <p:pic>
              <p:nvPicPr>
                <p:cNvPr id="137" name="Ink 136">
                  <a:extLst>
                    <a:ext uri="{FF2B5EF4-FFF2-40B4-BE49-F238E27FC236}">
                      <a16:creationId xmlns:a16="http://schemas.microsoft.com/office/drawing/2014/main" id="{65628A9C-EFF7-6827-223C-F7CAD2742473}"/>
                    </a:ext>
                  </a:extLst>
                </p:cNvPr>
                <p:cNvPicPr/>
                <p:nvPr/>
              </p:nvPicPr>
              <p:blipFill>
                <a:blip r:embed="rId229"/>
                <a:stretch>
                  <a:fillRect/>
                </a:stretch>
              </p:blipFill>
              <p:spPr>
                <a:xfrm>
                  <a:off x="4629710" y="4330477"/>
                  <a:ext cx="261000"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8" name="Ink 137">
                  <a:extLst>
                    <a:ext uri="{FF2B5EF4-FFF2-40B4-BE49-F238E27FC236}">
                      <a16:creationId xmlns:a16="http://schemas.microsoft.com/office/drawing/2014/main" id="{2FB32CDA-F228-AB3F-80B0-BF980C4B6738}"/>
                    </a:ext>
                  </a:extLst>
                </p14:cNvPr>
                <p14:cNvContentPartPr/>
                <p14:nvPr/>
              </p14:nvContentPartPr>
              <p14:xfrm>
                <a:off x="4837430" y="4759957"/>
                <a:ext cx="66600" cy="343440"/>
              </p14:xfrm>
            </p:contentPart>
          </mc:Choice>
          <mc:Fallback xmlns="">
            <p:pic>
              <p:nvPicPr>
                <p:cNvPr id="138" name="Ink 137">
                  <a:extLst>
                    <a:ext uri="{FF2B5EF4-FFF2-40B4-BE49-F238E27FC236}">
                      <a16:creationId xmlns:a16="http://schemas.microsoft.com/office/drawing/2014/main" id="{2FB32CDA-F228-AB3F-80B0-BF980C4B6738}"/>
                    </a:ext>
                  </a:extLst>
                </p:cNvPr>
                <p:cNvPicPr/>
                <p:nvPr/>
              </p:nvPicPr>
              <p:blipFill>
                <a:blip r:embed="rId231"/>
                <a:stretch>
                  <a:fillRect/>
                </a:stretch>
              </p:blipFill>
              <p:spPr>
                <a:xfrm>
                  <a:off x="4819430" y="4741957"/>
                  <a:ext cx="10224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0" name="Ink 139">
                  <a:extLst>
                    <a:ext uri="{FF2B5EF4-FFF2-40B4-BE49-F238E27FC236}">
                      <a16:creationId xmlns:a16="http://schemas.microsoft.com/office/drawing/2014/main" id="{7AB6E8F4-0136-13E7-6BF7-F11DAED8A444}"/>
                    </a:ext>
                  </a:extLst>
                </p14:cNvPr>
                <p14:cNvContentPartPr/>
                <p14:nvPr/>
              </p14:nvContentPartPr>
              <p14:xfrm>
                <a:off x="4723670" y="5148397"/>
                <a:ext cx="298800" cy="26640"/>
              </p14:xfrm>
            </p:contentPart>
          </mc:Choice>
          <mc:Fallback xmlns="">
            <p:pic>
              <p:nvPicPr>
                <p:cNvPr id="140" name="Ink 139">
                  <a:extLst>
                    <a:ext uri="{FF2B5EF4-FFF2-40B4-BE49-F238E27FC236}">
                      <a16:creationId xmlns:a16="http://schemas.microsoft.com/office/drawing/2014/main" id="{7AB6E8F4-0136-13E7-6BF7-F11DAED8A444}"/>
                    </a:ext>
                  </a:extLst>
                </p:cNvPr>
                <p:cNvPicPr/>
                <p:nvPr/>
              </p:nvPicPr>
              <p:blipFill>
                <a:blip r:embed="rId233"/>
                <a:stretch>
                  <a:fillRect/>
                </a:stretch>
              </p:blipFill>
              <p:spPr>
                <a:xfrm>
                  <a:off x="4705670" y="5130397"/>
                  <a:ext cx="33444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1" name="Ink 140">
                  <a:extLst>
                    <a:ext uri="{FF2B5EF4-FFF2-40B4-BE49-F238E27FC236}">
                      <a16:creationId xmlns:a16="http://schemas.microsoft.com/office/drawing/2014/main" id="{6685DD12-CA59-6412-511E-8789CC09A07B}"/>
                    </a:ext>
                  </a:extLst>
                </p14:cNvPr>
                <p14:cNvContentPartPr/>
                <p14:nvPr/>
              </p14:nvContentPartPr>
              <p14:xfrm>
                <a:off x="4767230" y="5208157"/>
                <a:ext cx="156600" cy="150480"/>
              </p14:xfrm>
            </p:contentPart>
          </mc:Choice>
          <mc:Fallback xmlns="">
            <p:pic>
              <p:nvPicPr>
                <p:cNvPr id="141" name="Ink 140">
                  <a:extLst>
                    <a:ext uri="{FF2B5EF4-FFF2-40B4-BE49-F238E27FC236}">
                      <a16:creationId xmlns:a16="http://schemas.microsoft.com/office/drawing/2014/main" id="{6685DD12-CA59-6412-511E-8789CC09A07B}"/>
                    </a:ext>
                  </a:extLst>
                </p:cNvPr>
                <p:cNvPicPr/>
                <p:nvPr/>
              </p:nvPicPr>
              <p:blipFill>
                <a:blip r:embed="rId235"/>
                <a:stretch>
                  <a:fillRect/>
                </a:stretch>
              </p:blipFill>
              <p:spPr>
                <a:xfrm>
                  <a:off x="4749230" y="5190157"/>
                  <a:ext cx="19224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2" name="Ink 141">
                  <a:extLst>
                    <a:ext uri="{FF2B5EF4-FFF2-40B4-BE49-F238E27FC236}">
                      <a16:creationId xmlns:a16="http://schemas.microsoft.com/office/drawing/2014/main" id="{DDB5C186-EDD4-7488-9EFB-5AFFCCC55950}"/>
                    </a:ext>
                  </a:extLst>
                </p14:cNvPr>
                <p14:cNvContentPartPr/>
                <p14:nvPr/>
              </p14:nvContentPartPr>
              <p14:xfrm>
                <a:off x="4907630" y="5168557"/>
                <a:ext cx="115560" cy="181080"/>
              </p14:xfrm>
            </p:contentPart>
          </mc:Choice>
          <mc:Fallback xmlns="">
            <p:pic>
              <p:nvPicPr>
                <p:cNvPr id="142" name="Ink 141">
                  <a:extLst>
                    <a:ext uri="{FF2B5EF4-FFF2-40B4-BE49-F238E27FC236}">
                      <a16:creationId xmlns:a16="http://schemas.microsoft.com/office/drawing/2014/main" id="{DDB5C186-EDD4-7488-9EFB-5AFFCCC55950}"/>
                    </a:ext>
                  </a:extLst>
                </p:cNvPr>
                <p:cNvPicPr/>
                <p:nvPr/>
              </p:nvPicPr>
              <p:blipFill>
                <a:blip r:embed="rId237"/>
                <a:stretch>
                  <a:fillRect/>
                </a:stretch>
              </p:blipFill>
              <p:spPr>
                <a:xfrm>
                  <a:off x="4889574" y="5150557"/>
                  <a:ext cx="151311" cy="216720"/>
                </a:xfrm>
                <a:prstGeom prst="rect">
                  <a:avLst/>
                </a:prstGeom>
              </p:spPr>
            </p:pic>
          </mc:Fallback>
        </mc:AlternateContent>
      </p:grpSp>
      <p:grpSp>
        <p:nvGrpSpPr>
          <p:cNvPr id="163" name="Group 162">
            <a:extLst>
              <a:ext uri="{FF2B5EF4-FFF2-40B4-BE49-F238E27FC236}">
                <a16:creationId xmlns:a16="http://schemas.microsoft.com/office/drawing/2014/main" id="{9081523F-2E95-2EC7-2082-C43E7DB518D5}"/>
              </a:ext>
            </a:extLst>
          </p:cNvPr>
          <p:cNvGrpSpPr/>
          <p:nvPr/>
        </p:nvGrpSpPr>
        <p:grpSpPr>
          <a:xfrm>
            <a:off x="4978550" y="3885157"/>
            <a:ext cx="1869840" cy="743400"/>
            <a:chOff x="4978550" y="3885157"/>
            <a:chExt cx="1869840" cy="743400"/>
          </a:xfrm>
        </p:grpSpPr>
        <mc:AlternateContent xmlns:mc="http://schemas.openxmlformats.org/markup-compatibility/2006" xmlns:p14="http://schemas.microsoft.com/office/powerpoint/2010/main">
          <mc:Choice Requires="p14">
            <p:contentPart p14:bwMode="auto" r:id="rId238">
              <p14:nvContentPartPr>
                <p14:cNvPr id="144" name="Ink 143">
                  <a:extLst>
                    <a:ext uri="{FF2B5EF4-FFF2-40B4-BE49-F238E27FC236}">
                      <a16:creationId xmlns:a16="http://schemas.microsoft.com/office/drawing/2014/main" id="{668BAAE5-72B2-2389-FCF4-A8AFCC492962}"/>
                    </a:ext>
                  </a:extLst>
                </p14:cNvPr>
                <p14:cNvContentPartPr/>
                <p14:nvPr/>
              </p14:nvContentPartPr>
              <p14:xfrm>
                <a:off x="4978550" y="4311397"/>
                <a:ext cx="362160" cy="111600"/>
              </p14:xfrm>
            </p:contentPart>
          </mc:Choice>
          <mc:Fallback xmlns="">
            <p:pic>
              <p:nvPicPr>
                <p:cNvPr id="144" name="Ink 143">
                  <a:extLst>
                    <a:ext uri="{FF2B5EF4-FFF2-40B4-BE49-F238E27FC236}">
                      <a16:creationId xmlns:a16="http://schemas.microsoft.com/office/drawing/2014/main" id="{668BAAE5-72B2-2389-FCF4-A8AFCC492962}"/>
                    </a:ext>
                  </a:extLst>
                </p:cNvPr>
                <p:cNvPicPr/>
                <p:nvPr/>
              </p:nvPicPr>
              <p:blipFill>
                <a:blip r:embed="rId239"/>
                <a:stretch>
                  <a:fillRect/>
                </a:stretch>
              </p:blipFill>
              <p:spPr>
                <a:xfrm>
                  <a:off x="4960568" y="4293397"/>
                  <a:ext cx="397765"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5" name="Ink 144">
                  <a:extLst>
                    <a:ext uri="{FF2B5EF4-FFF2-40B4-BE49-F238E27FC236}">
                      <a16:creationId xmlns:a16="http://schemas.microsoft.com/office/drawing/2014/main" id="{F5AFAF0A-695E-8A3A-0D42-321ABE1A47EB}"/>
                    </a:ext>
                  </a:extLst>
                </p14:cNvPr>
                <p14:cNvContentPartPr/>
                <p14:nvPr/>
              </p14:nvContentPartPr>
              <p14:xfrm>
                <a:off x="5258990" y="4243717"/>
                <a:ext cx="184680" cy="201960"/>
              </p14:xfrm>
            </p:contentPart>
          </mc:Choice>
          <mc:Fallback xmlns="">
            <p:pic>
              <p:nvPicPr>
                <p:cNvPr id="145" name="Ink 144">
                  <a:extLst>
                    <a:ext uri="{FF2B5EF4-FFF2-40B4-BE49-F238E27FC236}">
                      <a16:creationId xmlns:a16="http://schemas.microsoft.com/office/drawing/2014/main" id="{F5AFAF0A-695E-8A3A-0D42-321ABE1A47EB}"/>
                    </a:ext>
                  </a:extLst>
                </p:cNvPr>
                <p:cNvPicPr/>
                <p:nvPr/>
              </p:nvPicPr>
              <p:blipFill>
                <a:blip r:embed="rId241"/>
                <a:stretch>
                  <a:fillRect/>
                </a:stretch>
              </p:blipFill>
              <p:spPr>
                <a:xfrm>
                  <a:off x="5240990" y="4225717"/>
                  <a:ext cx="22032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6" name="Ink 145">
                  <a:extLst>
                    <a:ext uri="{FF2B5EF4-FFF2-40B4-BE49-F238E27FC236}">
                      <a16:creationId xmlns:a16="http://schemas.microsoft.com/office/drawing/2014/main" id="{CED77724-7CC5-0CD4-47CD-587EF44C0862}"/>
                    </a:ext>
                  </a:extLst>
                </p14:cNvPr>
                <p14:cNvContentPartPr/>
                <p14:nvPr/>
              </p14:nvContentPartPr>
              <p14:xfrm>
                <a:off x="5613230" y="4090357"/>
                <a:ext cx="195480" cy="181800"/>
              </p14:xfrm>
            </p:contentPart>
          </mc:Choice>
          <mc:Fallback xmlns="">
            <p:pic>
              <p:nvPicPr>
                <p:cNvPr id="146" name="Ink 145">
                  <a:extLst>
                    <a:ext uri="{FF2B5EF4-FFF2-40B4-BE49-F238E27FC236}">
                      <a16:creationId xmlns:a16="http://schemas.microsoft.com/office/drawing/2014/main" id="{CED77724-7CC5-0CD4-47CD-587EF44C0862}"/>
                    </a:ext>
                  </a:extLst>
                </p:cNvPr>
                <p:cNvPicPr/>
                <p:nvPr/>
              </p:nvPicPr>
              <p:blipFill>
                <a:blip r:embed="rId243"/>
                <a:stretch>
                  <a:fillRect/>
                </a:stretch>
              </p:blipFill>
              <p:spPr>
                <a:xfrm>
                  <a:off x="5595230" y="4072357"/>
                  <a:ext cx="23112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7" name="Ink 146">
                  <a:extLst>
                    <a:ext uri="{FF2B5EF4-FFF2-40B4-BE49-F238E27FC236}">
                      <a16:creationId xmlns:a16="http://schemas.microsoft.com/office/drawing/2014/main" id="{F318E863-CE89-7C2A-1E5C-45910FF86A8B}"/>
                    </a:ext>
                  </a:extLst>
                </p14:cNvPr>
                <p14:cNvContentPartPr/>
                <p14:nvPr/>
              </p14:nvContentPartPr>
              <p14:xfrm>
                <a:off x="5867750" y="4144717"/>
                <a:ext cx="20520" cy="106920"/>
              </p14:xfrm>
            </p:contentPart>
          </mc:Choice>
          <mc:Fallback xmlns="">
            <p:pic>
              <p:nvPicPr>
                <p:cNvPr id="147" name="Ink 146">
                  <a:extLst>
                    <a:ext uri="{FF2B5EF4-FFF2-40B4-BE49-F238E27FC236}">
                      <a16:creationId xmlns:a16="http://schemas.microsoft.com/office/drawing/2014/main" id="{F318E863-CE89-7C2A-1E5C-45910FF86A8B}"/>
                    </a:ext>
                  </a:extLst>
                </p:cNvPr>
                <p:cNvPicPr/>
                <p:nvPr/>
              </p:nvPicPr>
              <p:blipFill>
                <a:blip r:embed="rId245"/>
                <a:stretch>
                  <a:fillRect/>
                </a:stretch>
              </p:blipFill>
              <p:spPr>
                <a:xfrm>
                  <a:off x="5849750" y="4126656"/>
                  <a:ext cx="56160" cy="1426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8" name="Ink 147">
                  <a:extLst>
                    <a:ext uri="{FF2B5EF4-FFF2-40B4-BE49-F238E27FC236}">
                      <a16:creationId xmlns:a16="http://schemas.microsoft.com/office/drawing/2014/main" id="{EC810AB0-FFDD-0E27-5FA9-7570528E11F9}"/>
                    </a:ext>
                  </a:extLst>
                </p14:cNvPr>
                <p14:cNvContentPartPr/>
                <p14:nvPr/>
              </p14:nvContentPartPr>
              <p14:xfrm>
                <a:off x="5859470" y="3997117"/>
                <a:ext cx="12240" cy="14760"/>
              </p14:xfrm>
            </p:contentPart>
          </mc:Choice>
          <mc:Fallback xmlns="">
            <p:pic>
              <p:nvPicPr>
                <p:cNvPr id="148" name="Ink 147">
                  <a:extLst>
                    <a:ext uri="{FF2B5EF4-FFF2-40B4-BE49-F238E27FC236}">
                      <a16:creationId xmlns:a16="http://schemas.microsoft.com/office/drawing/2014/main" id="{EC810AB0-FFDD-0E27-5FA9-7570528E11F9}"/>
                    </a:ext>
                  </a:extLst>
                </p:cNvPr>
                <p:cNvPicPr/>
                <p:nvPr/>
              </p:nvPicPr>
              <p:blipFill>
                <a:blip r:embed="rId247"/>
                <a:stretch>
                  <a:fillRect/>
                </a:stretch>
              </p:blipFill>
              <p:spPr>
                <a:xfrm>
                  <a:off x="5841470" y="3978667"/>
                  <a:ext cx="47880" cy="51291"/>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49" name="Ink 148">
                  <a:extLst>
                    <a:ext uri="{FF2B5EF4-FFF2-40B4-BE49-F238E27FC236}">
                      <a16:creationId xmlns:a16="http://schemas.microsoft.com/office/drawing/2014/main" id="{B2CE3D22-84FC-FB22-06F8-376A91787BC2}"/>
                    </a:ext>
                  </a:extLst>
                </p14:cNvPr>
                <p14:cNvContentPartPr/>
                <p14:nvPr/>
              </p14:nvContentPartPr>
              <p14:xfrm>
                <a:off x="5955950" y="4052557"/>
                <a:ext cx="233640" cy="101520"/>
              </p14:xfrm>
            </p:contentPart>
          </mc:Choice>
          <mc:Fallback xmlns="">
            <p:pic>
              <p:nvPicPr>
                <p:cNvPr id="149" name="Ink 148">
                  <a:extLst>
                    <a:ext uri="{FF2B5EF4-FFF2-40B4-BE49-F238E27FC236}">
                      <a16:creationId xmlns:a16="http://schemas.microsoft.com/office/drawing/2014/main" id="{B2CE3D22-84FC-FB22-06F8-376A91787BC2}"/>
                    </a:ext>
                  </a:extLst>
                </p:cNvPr>
                <p:cNvPicPr/>
                <p:nvPr/>
              </p:nvPicPr>
              <p:blipFill>
                <a:blip r:embed="rId249"/>
                <a:stretch>
                  <a:fillRect/>
                </a:stretch>
              </p:blipFill>
              <p:spPr>
                <a:xfrm>
                  <a:off x="5937950" y="4034557"/>
                  <a:ext cx="26928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0" name="Ink 149">
                  <a:extLst>
                    <a:ext uri="{FF2B5EF4-FFF2-40B4-BE49-F238E27FC236}">
                      <a16:creationId xmlns:a16="http://schemas.microsoft.com/office/drawing/2014/main" id="{F555C9F1-5794-D07A-89C1-2A6CD3671583}"/>
                    </a:ext>
                  </a:extLst>
                </p14:cNvPr>
                <p14:cNvContentPartPr/>
                <p14:nvPr/>
              </p14:nvContentPartPr>
              <p14:xfrm>
                <a:off x="6270950" y="4056157"/>
                <a:ext cx="17640" cy="115560"/>
              </p14:xfrm>
            </p:contentPart>
          </mc:Choice>
          <mc:Fallback xmlns="">
            <p:pic>
              <p:nvPicPr>
                <p:cNvPr id="150" name="Ink 149">
                  <a:extLst>
                    <a:ext uri="{FF2B5EF4-FFF2-40B4-BE49-F238E27FC236}">
                      <a16:creationId xmlns:a16="http://schemas.microsoft.com/office/drawing/2014/main" id="{F555C9F1-5794-D07A-89C1-2A6CD3671583}"/>
                    </a:ext>
                  </a:extLst>
                </p:cNvPr>
                <p:cNvPicPr/>
                <p:nvPr/>
              </p:nvPicPr>
              <p:blipFill>
                <a:blip r:embed="rId251"/>
                <a:stretch>
                  <a:fillRect/>
                </a:stretch>
              </p:blipFill>
              <p:spPr>
                <a:xfrm>
                  <a:off x="6253310" y="4038157"/>
                  <a:ext cx="52567"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1" name="Ink 150">
                  <a:extLst>
                    <a:ext uri="{FF2B5EF4-FFF2-40B4-BE49-F238E27FC236}">
                      <a16:creationId xmlns:a16="http://schemas.microsoft.com/office/drawing/2014/main" id="{5FAFC22E-3BC8-B8E2-1DF4-7B7FB9ABD66B}"/>
                    </a:ext>
                  </a:extLst>
                </p14:cNvPr>
                <p14:cNvContentPartPr/>
                <p14:nvPr/>
              </p14:nvContentPartPr>
              <p14:xfrm>
                <a:off x="6244670" y="3894517"/>
                <a:ext cx="12960" cy="10080"/>
              </p14:xfrm>
            </p:contentPart>
          </mc:Choice>
          <mc:Fallback xmlns="">
            <p:pic>
              <p:nvPicPr>
                <p:cNvPr id="151" name="Ink 150">
                  <a:extLst>
                    <a:ext uri="{FF2B5EF4-FFF2-40B4-BE49-F238E27FC236}">
                      <a16:creationId xmlns:a16="http://schemas.microsoft.com/office/drawing/2014/main" id="{5FAFC22E-3BC8-B8E2-1DF4-7B7FB9ABD66B}"/>
                    </a:ext>
                  </a:extLst>
                </p:cNvPr>
                <p:cNvPicPr/>
                <p:nvPr/>
              </p:nvPicPr>
              <p:blipFill>
                <a:blip r:embed="rId253"/>
                <a:stretch>
                  <a:fillRect/>
                </a:stretch>
              </p:blipFill>
              <p:spPr>
                <a:xfrm>
                  <a:off x="6227156" y="3877138"/>
                  <a:ext cx="47637" cy="44491"/>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2" name="Ink 151">
                  <a:extLst>
                    <a:ext uri="{FF2B5EF4-FFF2-40B4-BE49-F238E27FC236}">
                      <a16:creationId xmlns:a16="http://schemas.microsoft.com/office/drawing/2014/main" id="{BCCF2C99-B805-7133-D886-3CB8F8390DA3}"/>
                    </a:ext>
                  </a:extLst>
                </p14:cNvPr>
                <p14:cNvContentPartPr/>
                <p14:nvPr/>
              </p14:nvContentPartPr>
              <p14:xfrm>
                <a:off x="6365990" y="3885157"/>
                <a:ext cx="59400" cy="181440"/>
              </p14:xfrm>
            </p:contentPart>
          </mc:Choice>
          <mc:Fallback xmlns="">
            <p:pic>
              <p:nvPicPr>
                <p:cNvPr id="152" name="Ink 151">
                  <a:extLst>
                    <a:ext uri="{FF2B5EF4-FFF2-40B4-BE49-F238E27FC236}">
                      <a16:creationId xmlns:a16="http://schemas.microsoft.com/office/drawing/2014/main" id="{BCCF2C99-B805-7133-D886-3CB8F8390DA3}"/>
                    </a:ext>
                  </a:extLst>
                </p:cNvPr>
                <p:cNvPicPr/>
                <p:nvPr/>
              </p:nvPicPr>
              <p:blipFill>
                <a:blip r:embed="rId255"/>
                <a:stretch>
                  <a:fillRect/>
                </a:stretch>
              </p:blipFill>
              <p:spPr>
                <a:xfrm>
                  <a:off x="6348098" y="3867157"/>
                  <a:ext cx="94825"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3" name="Ink 152">
                  <a:extLst>
                    <a:ext uri="{FF2B5EF4-FFF2-40B4-BE49-F238E27FC236}">
                      <a16:creationId xmlns:a16="http://schemas.microsoft.com/office/drawing/2014/main" id="{43234560-C70B-2080-B53D-72D27BBFAC2D}"/>
                    </a:ext>
                  </a:extLst>
                </p14:cNvPr>
                <p14:cNvContentPartPr/>
                <p14:nvPr/>
              </p14:nvContentPartPr>
              <p14:xfrm>
                <a:off x="6350150" y="3963277"/>
                <a:ext cx="115560" cy="61920"/>
              </p14:xfrm>
            </p:contentPart>
          </mc:Choice>
          <mc:Fallback xmlns="">
            <p:pic>
              <p:nvPicPr>
                <p:cNvPr id="153" name="Ink 152">
                  <a:extLst>
                    <a:ext uri="{FF2B5EF4-FFF2-40B4-BE49-F238E27FC236}">
                      <a16:creationId xmlns:a16="http://schemas.microsoft.com/office/drawing/2014/main" id="{43234560-C70B-2080-B53D-72D27BBFAC2D}"/>
                    </a:ext>
                  </a:extLst>
                </p:cNvPr>
                <p:cNvPicPr/>
                <p:nvPr/>
              </p:nvPicPr>
              <p:blipFill>
                <a:blip r:embed="rId257"/>
                <a:stretch>
                  <a:fillRect/>
                </a:stretch>
              </p:blipFill>
              <p:spPr>
                <a:xfrm>
                  <a:off x="6332150" y="3945172"/>
                  <a:ext cx="151200" cy="97768"/>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4" name="Ink 153">
                  <a:extLst>
                    <a:ext uri="{FF2B5EF4-FFF2-40B4-BE49-F238E27FC236}">
                      <a16:creationId xmlns:a16="http://schemas.microsoft.com/office/drawing/2014/main" id="{DDBBF482-8711-CD4B-DD1B-FB087C22342B}"/>
                    </a:ext>
                  </a:extLst>
                </p14:cNvPr>
                <p14:cNvContentPartPr/>
                <p14:nvPr/>
              </p14:nvContentPartPr>
              <p14:xfrm>
                <a:off x="5695310" y="4478437"/>
                <a:ext cx="96120" cy="150120"/>
              </p14:xfrm>
            </p:contentPart>
          </mc:Choice>
          <mc:Fallback xmlns="">
            <p:pic>
              <p:nvPicPr>
                <p:cNvPr id="154" name="Ink 153">
                  <a:extLst>
                    <a:ext uri="{FF2B5EF4-FFF2-40B4-BE49-F238E27FC236}">
                      <a16:creationId xmlns:a16="http://schemas.microsoft.com/office/drawing/2014/main" id="{DDBBF482-8711-CD4B-DD1B-FB087C22342B}"/>
                    </a:ext>
                  </a:extLst>
                </p:cNvPr>
                <p:cNvPicPr/>
                <p:nvPr/>
              </p:nvPicPr>
              <p:blipFill>
                <a:blip r:embed="rId259"/>
                <a:stretch>
                  <a:fillRect/>
                </a:stretch>
              </p:blipFill>
              <p:spPr>
                <a:xfrm>
                  <a:off x="5677310" y="4460437"/>
                  <a:ext cx="13176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55" name="Ink 154">
                  <a:extLst>
                    <a:ext uri="{FF2B5EF4-FFF2-40B4-BE49-F238E27FC236}">
                      <a16:creationId xmlns:a16="http://schemas.microsoft.com/office/drawing/2014/main" id="{FB8FCF9F-A40A-3548-1826-01446AB17590}"/>
                    </a:ext>
                  </a:extLst>
                </p14:cNvPr>
                <p14:cNvContentPartPr/>
                <p14:nvPr/>
              </p14:nvContentPartPr>
              <p14:xfrm>
                <a:off x="5865230" y="4478437"/>
                <a:ext cx="112320" cy="123480"/>
              </p14:xfrm>
            </p:contentPart>
          </mc:Choice>
          <mc:Fallback xmlns="">
            <p:pic>
              <p:nvPicPr>
                <p:cNvPr id="155" name="Ink 154">
                  <a:extLst>
                    <a:ext uri="{FF2B5EF4-FFF2-40B4-BE49-F238E27FC236}">
                      <a16:creationId xmlns:a16="http://schemas.microsoft.com/office/drawing/2014/main" id="{FB8FCF9F-A40A-3548-1826-01446AB17590}"/>
                    </a:ext>
                  </a:extLst>
                </p:cNvPr>
                <p:cNvPicPr/>
                <p:nvPr/>
              </p:nvPicPr>
              <p:blipFill>
                <a:blip r:embed="rId261"/>
                <a:stretch>
                  <a:fillRect/>
                </a:stretch>
              </p:blipFill>
              <p:spPr>
                <a:xfrm>
                  <a:off x="5847230" y="4460437"/>
                  <a:ext cx="1479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56" name="Ink 155">
                  <a:extLst>
                    <a:ext uri="{FF2B5EF4-FFF2-40B4-BE49-F238E27FC236}">
                      <a16:creationId xmlns:a16="http://schemas.microsoft.com/office/drawing/2014/main" id="{38FE2789-31BA-D2B9-4768-4129A66F47AE}"/>
                    </a:ext>
                  </a:extLst>
                </p14:cNvPr>
                <p14:cNvContentPartPr/>
                <p14:nvPr/>
              </p14:nvContentPartPr>
              <p14:xfrm>
                <a:off x="5958470" y="4485637"/>
                <a:ext cx="51120" cy="114120"/>
              </p14:xfrm>
            </p:contentPart>
          </mc:Choice>
          <mc:Fallback xmlns="">
            <p:pic>
              <p:nvPicPr>
                <p:cNvPr id="156" name="Ink 155">
                  <a:extLst>
                    <a:ext uri="{FF2B5EF4-FFF2-40B4-BE49-F238E27FC236}">
                      <a16:creationId xmlns:a16="http://schemas.microsoft.com/office/drawing/2014/main" id="{38FE2789-31BA-D2B9-4768-4129A66F47AE}"/>
                    </a:ext>
                  </a:extLst>
                </p:cNvPr>
                <p:cNvPicPr/>
                <p:nvPr/>
              </p:nvPicPr>
              <p:blipFill>
                <a:blip r:embed="rId263"/>
                <a:stretch>
                  <a:fillRect/>
                </a:stretch>
              </p:blipFill>
              <p:spPr>
                <a:xfrm>
                  <a:off x="5940470" y="4467580"/>
                  <a:ext cx="86760" cy="149873"/>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57" name="Ink 156">
                  <a:extLst>
                    <a:ext uri="{FF2B5EF4-FFF2-40B4-BE49-F238E27FC236}">
                      <a16:creationId xmlns:a16="http://schemas.microsoft.com/office/drawing/2014/main" id="{035AC966-2B65-DCD8-87FE-287321E31307}"/>
                    </a:ext>
                  </a:extLst>
                </p14:cNvPr>
                <p14:cNvContentPartPr/>
                <p14:nvPr/>
              </p14:nvContentPartPr>
              <p14:xfrm>
                <a:off x="6058910" y="4470157"/>
                <a:ext cx="59760" cy="86760"/>
              </p14:xfrm>
            </p:contentPart>
          </mc:Choice>
          <mc:Fallback xmlns="">
            <p:pic>
              <p:nvPicPr>
                <p:cNvPr id="157" name="Ink 156">
                  <a:extLst>
                    <a:ext uri="{FF2B5EF4-FFF2-40B4-BE49-F238E27FC236}">
                      <a16:creationId xmlns:a16="http://schemas.microsoft.com/office/drawing/2014/main" id="{035AC966-2B65-DCD8-87FE-287321E31307}"/>
                    </a:ext>
                  </a:extLst>
                </p:cNvPr>
                <p:cNvPicPr/>
                <p:nvPr/>
              </p:nvPicPr>
              <p:blipFill>
                <a:blip r:embed="rId265"/>
                <a:stretch>
                  <a:fillRect/>
                </a:stretch>
              </p:blipFill>
              <p:spPr>
                <a:xfrm>
                  <a:off x="6040910" y="4452157"/>
                  <a:ext cx="954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58" name="Ink 157">
                  <a:extLst>
                    <a:ext uri="{FF2B5EF4-FFF2-40B4-BE49-F238E27FC236}">
                      <a16:creationId xmlns:a16="http://schemas.microsoft.com/office/drawing/2014/main" id="{7B95E8CE-6D18-BF3C-3355-1DDB4DA6E0B2}"/>
                    </a:ext>
                  </a:extLst>
                </p14:cNvPr>
                <p14:cNvContentPartPr/>
                <p14:nvPr/>
              </p14:nvContentPartPr>
              <p14:xfrm>
                <a:off x="6159710" y="4415797"/>
                <a:ext cx="133560" cy="134280"/>
              </p14:xfrm>
            </p:contentPart>
          </mc:Choice>
          <mc:Fallback xmlns="">
            <p:pic>
              <p:nvPicPr>
                <p:cNvPr id="158" name="Ink 157">
                  <a:extLst>
                    <a:ext uri="{FF2B5EF4-FFF2-40B4-BE49-F238E27FC236}">
                      <a16:creationId xmlns:a16="http://schemas.microsoft.com/office/drawing/2014/main" id="{7B95E8CE-6D18-BF3C-3355-1DDB4DA6E0B2}"/>
                    </a:ext>
                  </a:extLst>
                </p:cNvPr>
                <p:cNvPicPr/>
                <p:nvPr/>
              </p:nvPicPr>
              <p:blipFill>
                <a:blip r:embed="rId267"/>
                <a:stretch>
                  <a:fillRect/>
                </a:stretch>
              </p:blipFill>
              <p:spPr>
                <a:xfrm>
                  <a:off x="6141710" y="4397797"/>
                  <a:ext cx="16920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59" name="Ink 158">
                  <a:extLst>
                    <a:ext uri="{FF2B5EF4-FFF2-40B4-BE49-F238E27FC236}">
                      <a16:creationId xmlns:a16="http://schemas.microsoft.com/office/drawing/2014/main" id="{14FF7485-54F7-2B53-08AC-DD1BEC6ACFD5}"/>
                    </a:ext>
                  </a:extLst>
                </p14:cNvPr>
                <p14:cNvContentPartPr/>
                <p14:nvPr/>
              </p14:nvContentPartPr>
              <p14:xfrm>
                <a:off x="6327470" y="4374757"/>
                <a:ext cx="295200" cy="140760"/>
              </p14:xfrm>
            </p:contentPart>
          </mc:Choice>
          <mc:Fallback xmlns="">
            <p:pic>
              <p:nvPicPr>
                <p:cNvPr id="159" name="Ink 158">
                  <a:extLst>
                    <a:ext uri="{FF2B5EF4-FFF2-40B4-BE49-F238E27FC236}">
                      <a16:creationId xmlns:a16="http://schemas.microsoft.com/office/drawing/2014/main" id="{14FF7485-54F7-2B53-08AC-DD1BEC6ACFD5}"/>
                    </a:ext>
                  </a:extLst>
                </p:cNvPr>
                <p:cNvPicPr/>
                <p:nvPr/>
              </p:nvPicPr>
              <p:blipFill>
                <a:blip r:embed="rId269"/>
                <a:stretch>
                  <a:fillRect/>
                </a:stretch>
              </p:blipFill>
              <p:spPr>
                <a:xfrm>
                  <a:off x="6309492" y="4356711"/>
                  <a:ext cx="330797" cy="176491"/>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60" name="Ink 159">
                  <a:extLst>
                    <a:ext uri="{FF2B5EF4-FFF2-40B4-BE49-F238E27FC236}">
                      <a16:creationId xmlns:a16="http://schemas.microsoft.com/office/drawing/2014/main" id="{062D8151-A854-4DA0-1F05-A66E85FE31D3}"/>
                    </a:ext>
                  </a:extLst>
                </p14:cNvPr>
                <p14:cNvContentPartPr/>
                <p14:nvPr/>
              </p14:nvContentPartPr>
              <p14:xfrm>
                <a:off x="6699710" y="4191877"/>
                <a:ext cx="73080" cy="218520"/>
              </p14:xfrm>
            </p:contentPart>
          </mc:Choice>
          <mc:Fallback xmlns="">
            <p:pic>
              <p:nvPicPr>
                <p:cNvPr id="160" name="Ink 159">
                  <a:extLst>
                    <a:ext uri="{FF2B5EF4-FFF2-40B4-BE49-F238E27FC236}">
                      <a16:creationId xmlns:a16="http://schemas.microsoft.com/office/drawing/2014/main" id="{062D8151-A854-4DA0-1F05-A66E85FE31D3}"/>
                    </a:ext>
                  </a:extLst>
                </p:cNvPr>
                <p:cNvPicPr/>
                <p:nvPr/>
              </p:nvPicPr>
              <p:blipFill>
                <a:blip r:embed="rId271"/>
                <a:stretch>
                  <a:fillRect/>
                </a:stretch>
              </p:blipFill>
              <p:spPr>
                <a:xfrm>
                  <a:off x="6681710" y="4173877"/>
                  <a:ext cx="10872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1" name="Ink 160">
                  <a:extLst>
                    <a:ext uri="{FF2B5EF4-FFF2-40B4-BE49-F238E27FC236}">
                      <a16:creationId xmlns:a16="http://schemas.microsoft.com/office/drawing/2014/main" id="{8D8D6D61-4934-5814-781D-14304192F1F5}"/>
                    </a:ext>
                  </a:extLst>
                </p14:cNvPr>
                <p14:cNvContentPartPr/>
                <p14:nvPr/>
              </p14:nvContentPartPr>
              <p14:xfrm>
                <a:off x="6708350" y="4246597"/>
                <a:ext cx="140040" cy="80280"/>
              </p14:xfrm>
            </p:contentPart>
          </mc:Choice>
          <mc:Fallback xmlns="">
            <p:pic>
              <p:nvPicPr>
                <p:cNvPr id="161" name="Ink 160">
                  <a:extLst>
                    <a:ext uri="{FF2B5EF4-FFF2-40B4-BE49-F238E27FC236}">
                      <a16:creationId xmlns:a16="http://schemas.microsoft.com/office/drawing/2014/main" id="{8D8D6D61-4934-5814-781D-14304192F1F5}"/>
                    </a:ext>
                  </a:extLst>
                </p:cNvPr>
                <p:cNvPicPr/>
                <p:nvPr/>
              </p:nvPicPr>
              <p:blipFill>
                <a:blip r:embed="rId273"/>
                <a:stretch>
                  <a:fillRect/>
                </a:stretch>
              </p:blipFill>
              <p:spPr>
                <a:xfrm>
                  <a:off x="6690350" y="4228597"/>
                  <a:ext cx="175680" cy="115920"/>
                </a:xfrm>
                <a:prstGeom prst="rect">
                  <a:avLst/>
                </a:prstGeom>
              </p:spPr>
            </p:pic>
          </mc:Fallback>
        </mc:AlternateContent>
      </p:grpSp>
      <p:grpSp>
        <p:nvGrpSpPr>
          <p:cNvPr id="204" name="Group 203">
            <a:extLst>
              <a:ext uri="{FF2B5EF4-FFF2-40B4-BE49-F238E27FC236}">
                <a16:creationId xmlns:a16="http://schemas.microsoft.com/office/drawing/2014/main" id="{E23B0239-4C3A-3C0B-1526-474DD7186451}"/>
              </a:ext>
            </a:extLst>
          </p:cNvPr>
          <p:cNvGrpSpPr/>
          <p:nvPr/>
        </p:nvGrpSpPr>
        <p:grpSpPr>
          <a:xfrm>
            <a:off x="4269350" y="5576797"/>
            <a:ext cx="676440" cy="258480"/>
            <a:chOff x="4269350" y="5576797"/>
            <a:chExt cx="676440" cy="258480"/>
          </a:xfrm>
        </p:grpSpPr>
        <mc:AlternateContent xmlns:mc="http://schemas.openxmlformats.org/markup-compatibility/2006" xmlns:p14="http://schemas.microsoft.com/office/powerpoint/2010/main">
          <mc:Choice Requires="p14">
            <p:contentPart p14:bwMode="auto" r:id="rId274">
              <p14:nvContentPartPr>
                <p14:cNvPr id="170" name="Ink 169">
                  <a:extLst>
                    <a:ext uri="{FF2B5EF4-FFF2-40B4-BE49-F238E27FC236}">
                      <a16:creationId xmlns:a16="http://schemas.microsoft.com/office/drawing/2014/main" id="{83811354-EC74-2301-3B1B-07B8B0135B75}"/>
                    </a:ext>
                  </a:extLst>
                </p14:cNvPr>
                <p14:cNvContentPartPr/>
                <p14:nvPr/>
              </p14:nvContentPartPr>
              <p14:xfrm>
                <a:off x="4310390" y="5576797"/>
                <a:ext cx="81360" cy="240120"/>
              </p14:xfrm>
            </p:contentPart>
          </mc:Choice>
          <mc:Fallback xmlns="">
            <p:pic>
              <p:nvPicPr>
                <p:cNvPr id="170" name="Ink 169">
                  <a:extLst>
                    <a:ext uri="{FF2B5EF4-FFF2-40B4-BE49-F238E27FC236}">
                      <a16:creationId xmlns:a16="http://schemas.microsoft.com/office/drawing/2014/main" id="{83811354-EC74-2301-3B1B-07B8B0135B75}"/>
                    </a:ext>
                  </a:extLst>
                </p:cNvPr>
                <p:cNvPicPr/>
                <p:nvPr/>
              </p:nvPicPr>
              <p:blipFill>
                <a:blip r:embed="rId275"/>
                <a:stretch>
                  <a:fillRect/>
                </a:stretch>
              </p:blipFill>
              <p:spPr>
                <a:xfrm>
                  <a:off x="4292469" y="5558797"/>
                  <a:ext cx="116843"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71" name="Ink 170">
                  <a:extLst>
                    <a:ext uri="{FF2B5EF4-FFF2-40B4-BE49-F238E27FC236}">
                      <a16:creationId xmlns:a16="http://schemas.microsoft.com/office/drawing/2014/main" id="{EAA35F93-B751-5877-FB92-A21F4AF0A61B}"/>
                    </a:ext>
                  </a:extLst>
                </p14:cNvPr>
                <p14:cNvContentPartPr/>
                <p14:nvPr/>
              </p14:nvContentPartPr>
              <p14:xfrm>
                <a:off x="4269350" y="5698837"/>
                <a:ext cx="103320" cy="60480"/>
              </p14:xfrm>
            </p:contentPart>
          </mc:Choice>
          <mc:Fallback xmlns="">
            <p:pic>
              <p:nvPicPr>
                <p:cNvPr id="171" name="Ink 170">
                  <a:extLst>
                    <a:ext uri="{FF2B5EF4-FFF2-40B4-BE49-F238E27FC236}">
                      <a16:creationId xmlns:a16="http://schemas.microsoft.com/office/drawing/2014/main" id="{EAA35F93-B751-5877-FB92-A21F4AF0A61B}"/>
                    </a:ext>
                  </a:extLst>
                </p:cNvPr>
                <p:cNvPicPr/>
                <p:nvPr/>
              </p:nvPicPr>
              <p:blipFill>
                <a:blip r:embed="rId277"/>
                <a:stretch>
                  <a:fillRect/>
                </a:stretch>
              </p:blipFill>
              <p:spPr>
                <a:xfrm>
                  <a:off x="4251287" y="5680944"/>
                  <a:ext cx="139085" cy="95909"/>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72" name="Ink 171">
                  <a:extLst>
                    <a:ext uri="{FF2B5EF4-FFF2-40B4-BE49-F238E27FC236}">
                      <a16:creationId xmlns:a16="http://schemas.microsoft.com/office/drawing/2014/main" id="{FF65DB1D-7BE6-F0FC-1382-7D08F96F6A4D}"/>
                    </a:ext>
                  </a:extLst>
                </p14:cNvPr>
                <p14:cNvContentPartPr/>
                <p14:nvPr/>
              </p14:nvContentPartPr>
              <p14:xfrm>
                <a:off x="4456910" y="5661037"/>
                <a:ext cx="120600" cy="160560"/>
              </p14:xfrm>
            </p:contentPart>
          </mc:Choice>
          <mc:Fallback xmlns="">
            <p:pic>
              <p:nvPicPr>
                <p:cNvPr id="172" name="Ink 171">
                  <a:extLst>
                    <a:ext uri="{FF2B5EF4-FFF2-40B4-BE49-F238E27FC236}">
                      <a16:creationId xmlns:a16="http://schemas.microsoft.com/office/drawing/2014/main" id="{FF65DB1D-7BE6-F0FC-1382-7D08F96F6A4D}"/>
                    </a:ext>
                  </a:extLst>
                </p:cNvPr>
                <p:cNvPicPr/>
                <p:nvPr/>
              </p:nvPicPr>
              <p:blipFill>
                <a:blip r:embed="rId279"/>
                <a:stretch>
                  <a:fillRect/>
                </a:stretch>
              </p:blipFill>
              <p:spPr>
                <a:xfrm>
                  <a:off x="4438910" y="5643077"/>
                  <a:ext cx="156240" cy="19612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73" name="Ink 172">
                  <a:extLst>
                    <a:ext uri="{FF2B5EF4-FFF2-40B4-BE49-F238E27FC236}">
                      <a16:creationId xmlns:a16="http://schemas.microsoft.com/office/drawing/2014/main" id="{E5A9564E-C439-B9CF-1B96-5D69935DC9F7}"/>
                    </a:ext>
                  </a:extLst>
                </p14:cNvPr>
                <p14:cNvContentPartPr/>
                <p14:nvPr/>
              </p14:nvContentPartPr>
              <p14:xfrm>
                <a:off x="4648070" y="5693437"/>
                <a:ext cx="89280" cy="141840"/>
              </p14:xfrm>
            </p:contentPart>
          </mc:Choice>
          <mc:Fallback xmlns="">
            <p:pic>
              <p:nvPicPr>
                <p:cNvPr id="173" name="Ink 172">
                  <a:extLst>
                    <a:ext uri="{FF2B5EF4-FFF2-40B4-BE49-F238E27FC236}">
                      <a16:creationId xmlns:a16="http://schemas.microsoft.com/office/drawing/2014/main" id="{E5A9564E-C439-B9CF-1B96-5D69935DC9F7}"/>
                    </a:ext>
                  </a:extLst>
                </p:cNvPr>
                <p:cNvPicPr/>
                <p:nvPr/>
              </p:nvPicPr>
              <p:blipFill>
                <a:blip r:embed="rId281"/>
                <a:stretch>
                  <a:fillRect/>
                </a:stretch>
              </p:blipFill>
              <p:spPr>
                <a:xfrm>
                  <a:off x="4630070" y="5675483"/>
                  <a:ext cx="124920" cy="17739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74" name="Ink 173">
                  <a:extLst>
                    <a:ext uri="{FF2B5EF4-FFF2-40B4-BE49-F238E27FC236}">
                      <a16:creationId xmlns:a16="http://schemas.microsoft.com/office/drawing/2014/main" id="{4A77523A-A2D6-A267-1E24-1F5414CD86F1}"/>
                    </a:ext>
                  </a:extLst>
                </p14:cNvPr>
                <p14:cNvContentPartPr/>
                <p14:nvPr/>
              </p14:nvContentPartPr>
              <p14:xfrm>
                <a:off x="4808990" y="5614237"/>
                <a:ext cx="85320" cy="190080"/>
              </p14:xfrm>
            </p:contentPart>
          </mc:Choice>
          <mc:Fallback xmlns="">
            <p:pic>
              <p:nvPicPr>
                <p:cNvPr id="174" name="Ink 173">
                  <a:extLst>
                    <a:ext uri="{FF2B5EF4-FFF2-40B4-BE49-F238E27FC236}">
                      <a16:creationId xmlns:a16="http://schemas.microsoft.com/office/drawing/2014/main" id="{4A77523A-A2D6-A267-1E24-1F5414CD86F1}"/>
                    </a:ext>
                  </a:extLst>
                </p:cNvPr>
                <p:cNvPicPr/>
                <p:nvPr/>
              </p:nvPicPr>
              <p:blipFill>
                <a:blip r:embed="rId283"/>
                <a:stretch>
                  <a:fillRect/>
                </a:stretch>
              </p:blipFill>
              <p:spPr>
                <a:xfrm>
                  <a:off x="4790990" y="5596271"/>
                  <a:ext cx="120960" cy="225653"/>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75" name="Ink 174">
                  <a:extLst>
                    <a:ext uri="{FF2B5EF4-FFF2-40B4-BE49-F238E27FC236}">
                      <a16:creationId xmlns:a16="http://schemas.microsoft.com/office/drawing/2014/main" id="{D807284E-8786-A554-3E92-C28B0EBE15DB}"/>
                    </a:ext>
                  </a:extLst>
                </p14:cNvPr>
                <p14:cNvContentPartPr/>
                <p14:nvPr/>
              </p14:nvContentPartPr>
              <p14:xfrm>
                <a:off x="4840670" y="5724397"/>
                <a:ext cx="105120" cy="80640"/>
              </p14:xfrm>
            </p:contentPart>
          </mc:Choice>
          <mc:Fallback xmlns="">
            <p:pic>
              <p:nvPicPr>
                <p:cNvPr id="175" name="Ink 174">
                  <a:extLst>
                    <a:ext uri="{FF2B5EF4-FFF2-40B4-BE49-F238E27FC236}">
                      <a16:creationId xmlns:a16="http://schemas.microsoft.com/office/drawing/2014/main" id="{D807284E-8786-A554-3E92-C28B0EBE15DB}"/>
                    </a:ext>
                  </a:extLst>
                </p:cNvPr>
                <p:cNvPicPr/>
                <p:nvPr/>
              </p:nvPicPr>
              <p:blipFill>
                <a:blip r:embed="rId285"/>
                <a:stretch>
                  <a:fillRect/>
                </a:stretch>
              </p:blipFill>
              <p:spPr>
                <a:xfrm>
                  <a:off x="4822608" y="5706397"/>
                  <a:ext cx="140882" cy="116280"/>
                </a:xfrm>
                <a:prstGeom prst="rect">
                  <a:avLst/>
                </a:prstGeom>
              </p:spPr>
            </p:pic>
          </mc:Fallback>
        </mc:AlternateContent>
      </p:grpSp>
      <p:grpSp>
        <p:nvGrpSpPr>
          <p:cNvPr id="203" name="Group 202">
            <a:extLst>
              <a:ext uri="{FF2B5EF4-FFF2-40B4-BE49-F238E27FC236}">
                <a16:creationId xmlns:a16="http://schemas.microsoft.com/office/drawing/2014/main" id="{92B8A5E8-3080-A511-8076-6FBCA2D97B3C}"/>
              </a:ext>
            </a:extLst>
          </p:cNvPr>
          <p:cNvGrpSpPr/>
          <p:nvPr/>
        </p:nvGrpSpPr>
        <p:grpSpPr>
          <a:xfrm>
            <a:off x="5362310" y="5704957"/>
            <a:ext cx="501120" cy="126000"/>
            <a:chOff x="5362310" y="5704957"/>
            <a:chExt cx="501120" cy="126000"/>
          </a:xfrm>
        </p:grpSpPr>
        <mc:AlternateContent xmlns:mc="http://schemas.openxmlformats.org/markup-compatibility/2006" xmlns:p14="http://schemas.microsoft.com/office/powerpoint/2010/main">
          <mc:Choice Requires="p14">
            <p:contentPart p14:bwMode="auto" r:id="rId286">
              <p14:nvContentPartPr>
                <p14:cNvPr id="176" name="Ink 175">
                  <a:extLst>
                    <a:ext uri="{FF2B5EF4-FFF2-40B4-BE49-F238E27FC236}">
                      <a16:creationId xmlns:a16="http://schemas.microsoft.com/office/drawing/2014/main" id="{492EA7C8-E101-D047-6902-DCF49BA45B0C}"/>
                    </a:ext>
                  </a:extLst>
                </p14:cNvPr>
                <p14:cNvContentPartPr/>
                <p14:nvPr/>
              </p14:nvContentPartPr>
              <p14:xfrm>
                <a:off x="5362310" y="5710717"/>
                <a:ext cx="62280" cy="120240"/>
              </p14:xfrm>
            </p:contentPart>
          </mc:Choice>
          <mc:Fallback xmlns="">
            <p:pic>
              <p:nvPicPr>
                <p:cNvPr id="176" name="Ink 175">
                  <a:extLst>
                    <a:ext uri="{FF2B5EF4-FFF2-40B4-BE49-F238E27FC236}">
                      <a16:creationId xmlns:a16="http://schemas.microsoft.com/office/drawing/2014/main" id="{492EA7C8-E101-D047-6902-DCF49BA45B0C}"/>
                    </a:ext>
                  </a:extLst>
                </p:cNvPr>
                <p:cNvPicPr/>
                <p:nvPr/>
              </p:nvPicPr>
              <p:blipFill>
                <a:blip r:embed="rId287"/>
                <a:stretch>
                  <a:fillRect/>
                </a:stretch>
              </p:blipFill>
              <p:spPr>
                <a:xfrm>
                  <a:off x="5344310" y="5692771"/>
                  <a:ext cx="97920" cy="155774"/>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77" name="Ink 176">
                  <a:extLst>
                    <a:ext uri="{FF2B5EF4-FFF2-40B4-BE49-F238E27FC236}">
                      <a16:creationId xmlns:a16="http://schemas.microsoft.com/office/drawing/2014/main" id="{DBF7D3E5-E686-51B9-4BDE-008AF65EDE49}"/>
                    </a:ext>
                  </a:extLst>
                </p14:cNvPr>
                <p14:cNvContentPartPr/>
                <p14:nvPr/>
              </p14:nvContentPartPr>
              <p14:xfrm>
                <a:off x="5487950" y="5718277"/>
                <a:ext cx="219240" cy="107640"/>
              </p14:xfrm>
            </p:contentPart>
          </mc:Choice>
          <mc:Fallback xmlns="">
            <p:pic>
              <p:nvPicPr>
                <p:cNvPr id="177" name="Ink 176">
                  <a:extLst>
                    <a:ext uri="{FF2B5EF4-FFF2-40B4-BE49-F238E27FC236}">
                      <a16:creationId xmlns:a16="http://schemas.microsoft.com/office/drawing/2014/main" id="{DBF7D3E5-E686-51B9-4BDE-008AF65EDE49}"/>
                    </a:ext>
                  </a:extLst>
                </p:cNvPr>
                <p:cNvPicPr/>
                <p:nvPr/>
              </p:nvPicPr>
              <p:blipFill>
                <a:blip r:embed="rId289"/>
                <a:stretch>
                  <a:fillRect/>
                </a:stretch>
              </p:blipFill>
              <p:spPr>
                <a:xfrm>
                  <a:off x="5469980" y="5700337"/>
                  <a:ext cx="254822" cy="143161"/>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8" name="Ink 177">
                  <a:extLst>
                    <a:ext uri="{FF2B5EF4-FFF2-40B4-BE49-F238E27FC236}">
                      <a16:creationId xmlns:a16="http://schemas.microsoft.com/office/drawing/2014/main" id="{593E3669-80D0-6388-B976-8C983E17D034}"/>
                    </a:ext>
                  </a:extLst>
                </p14:cNvPr>
                <p14:cNvContentPartPr/>
                <p14:nvPr/>
              </p14:nvContentPartPr>
              <p14:xfrm>
                <a:off x="5687750" y="5704957"/>
                <a:ext cx="175680" cy="112680"/>
              </p14:xfrm>
            </p:contentPart>
          </mc:Choice>
          <mc:Fallback xmlns="">
            <p:pic>
              <p:nvPicPr>
                <p:cNvPr id="178" name="Ink 177">
                  <a:extLst>
                    <a:ext uri="{FF2B5EF4-FFF2-40B4-BE49-F238E27FC236}">
                      <a16:creationId xmlns:a16="http://schemas.microsoft.com/office/drawing/2014/main" id="{593E3669-80D0-6388-B976-8C983E17D034}"/>
                    </a:ext>
                  </a:extLst>
                </p:cNvPr>
                <p:cNvPicPr/>
                <p:nvPr/>
              </p:nvPicPr>
              <p:blipFill>
                <a:blip r:embed="rId291"/>
                <a:stretch>
                  <a:fillRect/>
                </a:stretch>
              </p:blipFill>
              <p:spPr>
                <a:xfrm>
                  <a:off x="5669750" y="5686957"/>
                  <a:ext cx="211320" cy="148320"/>
                </a:xfrm>
                <a:prstGeom prst="rect">
                  <a:avLst/>
                </a:prstGeom>
              </p:spPr>
            </p:pic>
          </mc:Fallback>
        </mc:AlternateContent>
      </p:grpSp>
      <p:grpSp>
        <p:nvGrpSpPr>
          <p:cNvPr id="201" name="Group 200">
            <a:extLst>
              <a:ext uri="{FF2B5EF4-FFF2-40B4-BE49-F238E27FC236}">
                <a16:creationId xmlns:a16="http://schemas.microsoft.com/office/drawing/2014/main" id="{C952D4C9-A1F4-34AF-03A7-26BB5D3636EC}"/>
              </a:ext>
            </a:extLst>
          </p:cNvPr>
          <p:cNvGrpSpPr/>
          <p:nvPr/>
        </p:nvGrpSpPr>
        <p:grpSpPr>
          <a:xfrm>
            <a:off x="4308950" y="6139477"/>
            <a:ext cx="677880" cy="250920"/>
            <a:chOff x="4308950" y="6139477"/>
            <a:chExt cx="677880" cy="250920"/>
          </a:xfrm>
        </p:grpSpPr>
        <mc:AlternateContent xmlns:mc="http://schemas.openxmlformats.org/markup-compatibility/2006" xmlns:p14="http://schemas.microsoft.com/office/powerpoint/2010/main">
          <mc:Choice Requires="p14">
            <p:contentPart p14:bwMode="auto" r:id="rId292">
              <p14:nvContentPartPr>
                <p14:cNvPr id="182" name="Ink 181">
                  <a:extLst>
                    <a:ext uri="{FF2B5EF4-FFF2-40B4-BE49-F238E27FC236}">
                      <a16:creationId xmlns:a16="http://schemas.microsoft.com/office/drawing/2014/main" id="{04DE7989-61C3-1033-5447-42649CC7CDA9}"/>
                    </a:ext>
                  </a:extLst>
                </p14:cNvPr>
                <p14:cNvContentPartPr/>
                <p14:nvPr/>
              </p14:nvContentPartPr>
              <p14:xfrm>
                <a:off x="4317230" y="6139477"/>
                <a:ext cx="30240" cy="250920"/>
              </p14:xfrm>
            </p:contentPart>
          </mc:Choice>
          <mc:Fallback xmlns="">
            <p:pic>
              <p:nvPicPr>
                <p:cNvPr id="182" name="Ink 181">
                  <a:extLst>
                    <a:ext uri="{FF2B5EF4-FFF2-40B4-BE49-F238E27FC236}">
                      <a16:creationId xmlns:a16="http://schemas.microsoft.com/office/drawing/2014/main" id="{04DE7989-61C3-1033-5447-42649CC7CDA9}"/>
                    </a:ext>
                  </a:extLst>
                </p:cNvPr>
                <p:cNvPicPr/>
                <p:nvPr/>
              </p:nvPicPr>
              <p:blipFill>
                <a:blip r:embed="rId293"/>
                <a:stretch>
                  <a:fillRect/>
                </a:stretch>
              </p:blipFill>
              <p:spPr>
                <a:xfrm>
                  <a:off x="4299442" y="6121451"/>
                  <a:ext cx="65461" cy="286611"/>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83" name="Ink 182">
                  <a:extLst>
                    <a:ext uri="{FF2B5EF4-FFF2-40B4-BE49-F238E27FC236}">
                      <a16:creationId xmlns:a16="http://schemas.microsoft.com/office/drawing/2014/main" id="{945E308F-B5B3-BE5F-F936-C1AA9C9D6212}"/>
                    </a:ext>
                  </a:extLst>
                </p14:cNvPr>
                <p14:cNvContentPartPr/>
                <p14:nvPr/>
              </p14:nvContentPartPr>
              <p14:xfrm>
                <a:off x="4308950" y="6261517"/>
                <a:ext cx="60480" cy="20520"/>
              </p14:xfrm>
            </p:contentPart>
          </mc:Choice>
          <mc:Fallback xmlns="">
            <p:pic>
              <p:nvPicPr>
                <p:cNvPr id="183" name="Ink 182">
                  <a:extLst>
                    <a:ext uri="{FF2B5EF4-FFF2-40B4-BE49-F238E27FC236}">
                      <a16:creationId xmlns:a16="http://schemas.microsoft.com/office/drawing/2014/main" id="{945E308F-B5B3-BE5F-F936-C1AA9C9D6212}"/>
                    </a:ext>
                  </a:extLst>
                </p:cNvPr>
                <p:cNvPicPr/>
                <p:nvPr/>
              </p:nvPicPr>
              <p:blipFill>
                <a:blip r:embed="rId295"/>
                <a:stretch>
                  <a:fillRect/>
                </a:stretch>
              </p:blipFill>
              <p:spPr>
                <a:xfrm>
                  <a:off x="4290950" y="6243517"/>
                  <a:ext cx="9612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84" name="Ink 183">
                  <a:extLst>
                    <a:ext uri="{FF2B5EF4-FFF2-40B4-BE49-F238E27FC236}">
                      <a16:creationId xmlns:a16="http://schemas.microsoft.com/office/drawing/2014/main" id="{EAD929BC-793F-BDB0-B2E7-7FE8C5406472}"/>
                    </a:ext>
                  </a:extLst>
                </p14:cNvPr>
                <p14:cNvContentPartPr/>
                <p14:nvPr/>
              </p14:nvContentPartPr>
              <p14:xfrm>
                <a:off x="4427390" y="6207877"/>
                <a:ext cx="94680" cy="102960"/>
              </p14:xfrm>
            </p:contentPart>
          </mc:Choice>
          <mc:Fallback xmlns="">
            <p:pic>
              <p:nvPicPr>
                <p:cNvPr id="184" name="Ink 183">
                  <a:extLst>
                    <a:ext uri="{FF2B5EF4-FFF2-40B4-BE49-F238E27FC236}">
                      <a16:creationId xmlns:a16="http://schemas.microsoft.com/office/drawing/2014/main" id="{EAD929BC-793F-BDB0-B2E7-7FE8C5406472}"/>
                    </a:ext>
                  </a:extLst>
                </p:cNvPr>
                <p:cNvPicPr/>
                <p:nvPr/>
              </p:nvPicPr>
              <p:blipFill>
                <a:blip r:embed="rId297"/>
                <a:stretch>
                  <a:fillRect/>
                </a:stretch>
              </p:blipFill>
              <p:spPr>
                <a:xfrm>
                  <a:off x="4409458" y="6189877"/>
                  <a:ext cx="130185"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85" name="Ink 184">
                  <a:extLst>
                    <a:ext uri="{FF2B5EF4-FFF2-40B4-BE49-F238E27FC236}">
                      <a16:creationId xmlns:a16="http://schemas.microsoft.com/office/drawing/2014/main" id="{6148CEB9-5989-0EA3-7FF5-9E73D581AC17}"/>
                    </a:ext>
                  </a:extLst>
                </p14:cNvPr>
                <p14:cNvContentPartPr/>
                <p14:nvPr/>
              </p14:nvContentPartPr>
              <p14:xfrm>
                <a:off x="4569590" y="6235597"/>
                <a:ext cx="7560" cy="16200"/>
              </p14:xfrm>
            </p:contentPart>
          </mc:Choice>
          <mc:Fallback xmlns="">
            <p:pic>
              <p:nvPicPr>
                <p:cNvPr id="185" name="Ink 184">
                  <a:extLst>
                    <a:ext uri="{FF2B5EF4-FFF2-40B4-BE49-F238E27FC236}">
                      <a16:creationId xmlns:a16="http://schemas.microsoft.com/office/drawing/2014/main" id="{6148CEB9-5989-0EA3-7FF5-9E73D581AC17}"/>
                    </a:ext>
                  </a:extLst>
                </p:cNvPr>
                <p:cNvPicPr/>
                <p:nvPr/>
              </p:nvPicPr>
              <p:blipFill>
                <a:blip r:embed="rId299"/>
                <a:stretch>
                  <a:fillRect/>
                </a:stretch>
              </p:blipFill>
              <p:spPr>
                <a:xfrm>
                  <a:off x="4552408" y="6217597"/>
                  <a:ext cx="415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86" name="Ink 185">
                  <a:extLst>
                    <a:ext uri="{FF2B5EF4-FFF2-40B4-BE49-F238E27FC236}">
                      <a16:creationId xmlns:a16="http://schemas.microsoft.com/office/drawing/2014/main" id="{C371BDAD-1FE5-FFE9-D0DC-281F7E3D3F41}"/>
                    </a:ext>
                  </a:extLst>
                </p14:cNvPr>
                <p14:cNvContentPartPr/>
                <p14:nvPr/>
              </p14:nvContentPartPr>
              <p14:xfrm>
                <a:off x="4502990" y="6193117"/>
                <a:ext cx="185760" cy="145800"/>
              </p14:xfrm>
            </p:contentPart>
          </mc:Choice>
          <mc:Fallback xmlns="">
            <p:pic>
              <p:nvPicPr>
                <p:cNvPr id="186" name="Ink 185">
                  <a:extLst>
                    <a:ext uri="{FF2B5EF4-FFF2-40B4-BE49-F238E27FC236}">
                      <a16:creationId xmlns:a16="http://schemas.microsoft.com/office/drawing/2014/main" id="{C371BDAD-1FE5-FFE9-D0DC-281F7E3D3F41}"/>
                    </a:ext>
                  </a:extLst>
                </p:cNvPr>
                <p:cNvPicPr/>
                <p:nvPr/>
              </p:nvPicPr>
              <p:blipFill>
                <a:blip r:embed="rId301"/>
                <a:stretch>
                  <a:fillRect/>
                </a:stretch>
              </p:blipFill>
              <p:spPr>
                <a:xfrm>
                  <a:off x="4484990" y="6175161"/>
                  <a:ext cx="221400" cy="181352"/>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87" name="Ink 186">
                  <a:extLst>
                    <a:ext uri="{FF2B5EF4-FFF2-40B4-BE49-F238E27FC236}">
                      <a16:creationId xmlns:a16="http://schemas.microsoft.com/office/drawing/2014/main" id="{1930ECAA-3482-51F2-4EBD-B6CF412D97A8}"/>
                    </a:ext>
                  </a:extLst>
                </p14:cNvPr>
                <p14:cNvContentPartPr/>
                <p14:nvPr/>
              </p14:nvContentPartPr>
              <p14:xfrm>
                <a:off x="4701710" y="6210757"/>
                <a:ext cx="53640" cy="87480"/>
              </p14:xfrm>
            </p:contentPart>
          </mc:Choice>
          <mc:Fallback xmlns="">
            <p:pic>
              <p:nvPicPr>
                <p:cNvPr id="187" name="Ink 186">
                  <a:extLst>
                    <a:ext uri="{FF2B5EF4-FFF2-40B4-BE49-F238E27FC236}">
                      <a16:creationId xmlns:a16="http://schemas.microsoft.com/office/drawing/2014/main" id="{1930ECAA-3482-51F2-4EBD-B6CF412D97A8}"/>
                    </a:ext>
                  </a:extLst>
                </p:cNvPr>
                <p:cNvPicPr/>
                <p:nvPr/>
              </p:nvPicPr>
              <p:blipFill>
                <a:blip r:embed="rId303"/>
                <a:stretch>
                  <a:fillRect/>
                </a:stretch>
              </p:blipFill>
              <p:spPr>
                <a:xfrm>
                  <a:off x="4683588" y="6192757"/>
                  <a:ext cx="89521"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88" name="Ink 187">
                  <a:extLst>
                    <a:ext uri="{FF2B5EF4-FFF2-40B4-BE49-F238E27FC236}">
                      <a16:creationId xmlns:a16="http://schemas.microsoft.com/office/drawing/2014/main" id="{603533C0-9D5D-8A26-A959-093098AF0A15}"/>
                    </a:ext>
                  </a:extLst>
                </p14:cNvPr>
                <p14:cNvContentPartPr/>
                <p14:nvPr/>
              </p14:nvContentPartPr>
              <p14:xfrm>
                <a:off x="4872350" y="6197797"/>
                <a:ext cx="114480" cy="92880"/>
              </p14:xfrm>
            </p:contentPart>
          </mc:Choice>
          <mc:Fallback xmlns="">
            <p:pic>
              <p:nvPicPr>
                <p:cNvPr id="188" name="Ink 187">
                  <a:extLst>
                    <a:ext uri="{FF2B5EF4-FFF2-40B4-BE49-F238E27FC236}">
                      <a16:creationId xmlns:a16="http://schemas.microsoft.com/office/drawing/2014/main" id="{603533C0-9D5D-8A26-A959-093098AF0A15}"/>
                    </a:ext>
                  </a:extLst>
                </p:cNvPr>
                <p:cNvPicPr/>
                <p:nvPr/>
              </p:nvPicPr>
              <p:blipFill>
                <a:blip r:embed="rId305"/>
                <a:stretch>
                  <a:fillRect/>
                </a:stretch>
              </p:blipFill>
              <p:spPr>
                <a:xfrm>
                  <a:off x="4854350" y="6179797"/>
                  <a:ext cx="150120" cy="128520"/>
                </a:xfrm>
                <a:prstGeom prst="rect">
                  <a:avLst/>
                </a:prstGeom>
              </p:spPr>
            </p:pic>
          </mc:Fallback>
        </mc:AlternateContent>
      </p:grpSp>
      <p:grpSp>
        <p:nvGrpSpPr>
          <p:cNvPr id="200" name="Group 199">
            <a:extLst>
              <a:ext uri="{FF2B5EF4-FFF2-40B4-BE49-F238E27FC236}">
                <a16:creationId xmlns:a16="http://schemas.microsoft.com/office/drawing/2014/main" id="{B9F1F063-3139-3B4F-CB6A-5295CC380E2D}"/>
              </a:ext>
            </a:extLst>
          </p:cNvPr>
          <p:cNvGrpSpPr/>
          <p:nvPr/>
        </p:nvGrpSpPr>
        <p:grpSpPr>
          <a:xfrm>
            <a:off x="5236310" y="6086197"/>
            <a:ext cx="851400" cy="249120"/>
            <a:chOff x="5236310" y="6086197"/>
            <a:chExt cx="851400" cy="249120"/>
          </a:xfrm>
        </p:grpSpPr>
        <mc:AlternateContent xmlns:mc="http://schemas.openxmlformats.org/markup-compatibility/2006" xmlns:p14="http://schemas.microsoft.com/office/powerpoint/2010/main">
          <mc:Choice Requires="p14">
            <p:contentPart p14:bwMode="auto" r:id="rId306">
              <p14:nvContentPartPr>
                <p14:cNvPr id="189" name="Ink 188">
                  <a:extLst>
                    <a:ext uri="{FF2B5EF4-FFF2-40B4-BE49-F238E27FC236}">
                      <a16:creationId xmlns:a16="http://schemas.microsoft.com/office/drawing/2014/main" id="{81642CAD-5360-7ADF-CF76-3A873873B41D}"/>
                    </a:ext>
                  </a:extLst>
                </p14:cNvPr>
                <p14:cNvContentPartPr/>
                <p14:nvPr/>
              </p14:nvContentPartPr>
              <p14:xfrm>
                <a:off x="5236310" y="6185917"/>
                <a:ext cx="81360" cy="135360"/>
              </p14:xfrm>
            </p:contentPart>
          </mc:Choice>
          <mc:Fallback xmlns="">
            <p:pic>
              <p:nvPicPr>
                <p:cNvPr id="189" name="Ink 188">
                  <a:extLst>
                    <a:ext uri="{FF2B5EF4-FFF2-40B4-BE49-F238E27FC236}">
                      <a16:creationId xmlns:a16="http://schemas.microsoft.com/office/drawing/2014/main" id="{81642CAD-5360-7ADF-CF76-3A873873B41D}"/>
                    </a:ext>
                  </a:extLst>
                </p:cNvPr>
                <p:cNvPicPr/>
                <p:nvPr/>
              </p:nvPicPr>
              <p:blipFill>
                <a:blip r:embed="rId307"/>
                <a:stretch>
                  <a:fillRect/>
                </a:stretch>
              </p:blipFill>
              <p:spPr>
                <a:xfrm>
                  <a:off x="5218310" y="6167917"/>
                  <a:ext cx="1170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90" name="Ink 189">
                  <a:extLst>
                    <a:ext uri="{FF2B5EF4-FFF2-40B4-BE49-F238E27FC236}">
                      <a16:creationId xmlns:a16="http://schemas.microsoft.com/office/drawing/2014/main" id="{9FAB85D5-8B31-ABB3-594F-74B69F7EB6A7}"/>
                    </a:ext>
                  </a:extLst>
                </p14:cNvPr>
                <p14:cNvContentPartPr/>
                <p14:nvPr/>
              </p14:nvContentPartPr>
              <p14:xfrm>
                <a:off x="5403710" y="6211117"/>
                <a:ext cx="15840" cy="81000"/>
              </p14:xfrm>
            </p:contentPart>
          </mc:Choice>
          <mc:Fallback xmlns="">
            <p:pic>
              <p:nvPicPr>
                <p:cNvPr id="190" name="Ink 189">
                  <a:extLst>
                    <a:ext uri="{FF2B5EF4-FFF2-40B4-BE49-F238E27FC236}">
                      <a16:creationId xmlns:a16="http://schemas.microsoft.com/office/drawing/2014/main" id="{9FAB85D5-8B31-ABB3-594F-74B69F7EB6A7}"/>
                    </a:ext>
                  </a:extLst>
                </p:cNvPr>
                <p:cNvPicPr/>
                <p:nvPr/>
              </p:nvPicPr>
              <p:blipFill>
                <a:blip r:embed="rId309"/>
                <a:stretch>
                  <a:fillRect/>
                </a:stretch>
              </p:blipFill>
              <p:spPr>
                <a:xfrm>
                  <a:off x="5385710" y="6193117"/>
                  <a:ext cx="5148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91" name="Ink 190">
                  <a:extLst>
                    <a:ext uri="{FF2B5EF4-FFF2-40B4-BE49-F238E27FC236}">
                      <a16:creationId xmlns:a16="http://schemas.microsoft.com/office/drawing/2014/main" id="{19163F7A-72CA-E1C5-82C7-F96D8D20A7FC}"/>
                    </a:ext>
                  </a:extLst>
                </p14:cNvPr>
                <p14:cNvContentPartPr/>
                <p14:nvPr/>
              </p14:nvContentPartPr>
              <p14:xfrm>
                <a:off x="5420270" y="6183037"/>
                <a:ext cx="95760" cy="68400"/>
              </p14:xfrm>
            </p:contentPart>
          </mc:Choice>
          <mc:Fallback xmlns="">
            <p:pic>
              <p:nvPicPr>
                <p:cNvPr id="191" name="Ink 190">
                  <a:extLst>
                    <a:ext uri="{FF2B5EF4-FFF2-40B4-BE49-F238E27FC236}">
                      <a16:creationId xmlns:a16="http://schemas.microsoft.com/office/drawing/2014/main" id="{19163F7A-72CA-E1C5-82C7-F96D8D20A7FC}"/>
                    </a:ext>
                  </a:extLst>
                </p:cNvPr>
                <p:cNvPicPr/>
                <p:nvPr/>
              </p:nvPicPr>
              <p:blipFill>
                <a:blip r:embed="rId311"/>
                <a:stretch>
                  <a:fillRect/>
                </a:stretch>
              </p:blipFill>
              <p:spPr>
                <a:xfrm>
                  <a:off x="5402270" y="6165037"/>
                  <a:ext cx="13140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92" name="Ink 191">
                  <a:extLst>
                    <a:ext uri="{FF2B5EF4-FFF2-40B4-BE49-F238E27FC236}">
                      <a16:creationId xmlns:a16="http://schemas.microsoft.com/office/drawing/2014/main" id="{287F1B0D-2F65-5ADC-68EB-CF0E051E3715}"/>
                    </a:ext>
                  </a:extLst>
                </p14:cNvPr>
                <p14:cNvContentPartPr/>
                <p14:nvPr/>
              </p14:nvContentPartPr>
              <p14:xfrm>
                <a:off x="5587310" y="6100597"/>
                <a:ext cx="60120" cy="234720"/>
              </p14:xfrm>
            </p:contentPart>
          </mc:Choice>
          <mc:Fallback xmlns="">
            <p:pic>
              <p:nvPicPr>
                <p:cNvPr id="192" name="Ink 191">
                  <a:extLst>
                    <a:ext uri="{FF2B5EF4-FFF2-40B4-BE49-F238E27FC236}">
                      <a16:creationId xmlns:a16="http://schemas.microsoft.com/office/drawing/2014/main" id="{287F1B0D-2F65-5ADC-68EB-CF0E051E3715}"/>
                    </a:ext>
                  </a:extLst>
                </p:cNvPr>
                <p:cNvPicPr/>
                <p:nvPr/>
              </p:nvPicPr>
              <p:blipFill>
                <a:blip r:embed="rId313"/>
                <a:stretch>
                  <a:fillRect/>
                </a:stretch>
              </p:blipFill>
              <p:spPr>
                <a:xfrm>
                  <a:off x="5569310" y="6082597"/>
                  <a:ext cx="9576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93" name="Ink 192">
                  <a:extLst>
                    <a:ext uri="{FF2B5EF4-FFF2-40B4-BE49-F238E27FC236}">
                      <a16:creationId xmlns:a16="http://schemas.microsoft.com/office/drawing/2014/main" id="{ADC57D63-9880-54A0-2810-15CD8772A39E}"/>
                    </a:ext>
                  </a:extLst>
                </p14:cNvPr>
                <p14:cNvContentPartPr/>
                <p14:nvPr/>
              </p14:nvContentPartPr>
              <p14:xfrm>
                <a:off x="5702510" y="6168277"/>
                <a:ext cx="81000" cy="93600"/>
              </p14:xfrm>
            </p:contentPart>
          </mc:Choice>
          <mc:Fallback xmlns="">
            <p:pic>
              <p:nvPicPr>
                <p:cNvPr id="193" name="Ink 192">
                  <a:extLst>
                    <a:ext uri="{FF2B5EF4-FFF2-40B4-BE49-F238E27FC236}">
                      <a16:creationId xmlns:a16="http://schemas.microsoft.com/office/drawing/2014/main" id="{ADC57D63-9880-54A0-2810-15CD8772A39E}"/>
                    </a:ext>
                  </a:extLst>
                </p:cNvPr>
                <p:cNvPicPr/>
                <p:nvPr/>
              </p:nvPicPr>
              <p:blipFill>
                <a:blip r:embed="rId315"/>
                <a:stretch>
                  <a:fillRect/>
                </a:stretch>
              </p:blipFill>
              <p:spPr>
                <a:xfrm>
                  <a:off x="5684590" y="6150277"/>
                  <a:ext cx="116482"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94" name="Ink 193">
                  <a:extLst>
                    <a:ext uri="{FF2B5EF4-FFF2-40B4-BE49-F238E27FC236}">
                      <a16:creationId xmlns:a16="http://schemas.microsoft.com/office/drawing/2014/main" id="{34F47885-8E12-E0B1-736A-3713DE8E1629}"/>
                    </a:ext>
                  </a:extLst>
                </p14:cNvPr>
                <p14:cNvContentPartPr/>
                <p14:nvPr/>
              </p14:nvContentPartPr>
              <p14:xfrm>
                <a:off x="5868470" y="6148117"/>
                <a:ext cx="31680" cy="130320"/>
              </p14:xfrm>
            </p:contentPart>
          </mc:Choice>
          <mc:Fallback xmlns="">
            <p:pic>
              <p:nvPicPr>
                <p:cNvPr id="194" name="Ink 193">
                  <a:extLst>
                    <a:ext uri="{FF2B5EF4-FFF2-40B4-BE49-F238E27FC236}">
                      <a16:creationId xmlns:a16="http://schemas.microsoft.com/office/drawing/2014/main" id="{34F47885-8E12-E0B1-736A-3713DE8E1629}"/>
                    </a:ext>
                  </a:extLst>
                </p:cNvPr>
                <p:cNvPicPr/>
                <p:nvPr/>
              </p:nvPicPr>
              <p:blipFill>
                <a:blip r:embed="rId317"/>
                <a:stretch>
                  <a:fillRect/>
                </a:stretch>
              </p:blipFill>
              <p:spPr>
                <a:xfrm>
                  <a:off x="5850470" y="6130117"/>
                  <a:ext cx="6732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95" name="Ink 194">
                  <a:extLst>
                    <a:ext uri="{FF2B5EF4-FFF2-40B4-BE49-F238E27FC236}">
                      <a16:creationId xmlns:a16="http://schemas.microsoft.com/office/drawing/2014/main" id="{A9BF0591-EF47-E7A9-C992-917F04EE1997}"/>
                    </a:ext>
                  </a:extLst>
                </p14:cNvPr>
                <p14:cNvContentPartPr/>
                <p14:nvPr/>
              </p14:nvContentPartPr>
              <p14:xfrm>
                <a:off x="5852990" y="6105637"/>
                <a:ext cx="46440" cy="28440"/>
              </p14:xfrm>
            </p:contentPart>
          </mc:Choice>
          <mc:Fallback xmlns="">
            <p:pic>
              <p:nvPicPr>
                <p:cNvPr id="195" name="Ink 194">
                  <a:extLst>
                    <a:ext uri="{FF2B5EF4-FFF2-40B4-BE49-F238E27FC236}">
                      <a16:creationId xmlns:a16="http://schemas.microsoft.com/office/drawing/2014/main" id="{A9BF0591-EF47-E7A9-C992-917F04EE1997}"/>
                    </a:ext>
                  </a:extLst>
                </p:cNvPr>
                <p:cNvPicPr/>
                <p:nvPr/>
              </p:nvPicPr>
              <p:blipFill>
                <a:blip r:embed="rId319"/>
                <a:stretch>
                  <a:fillRect/>
                </a:stretch>
              </p:blipFill>
              <p:spPr>
                <a:xfrm>
                  <a:off x="5834990" y="6087637"/>
                  <a:ext cx="8208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196" name="Ink 195">
                  <a:extLst>
                    <a:ext uri="{FF2B5EF4-FFF2-40B4-BE49-F238E27FC236}">
                      <a16:creationId xmlns:a16="http://schemas.microsoft.com/office/drawing/2014/main" id="{06AE34F0-A43F-CB38-3C0E-442CD46ABF6C}"/>
                    </a:ext>
                  </a:extLst>
                </p14:cNvPr>
                <p14:cNvContentPartPr/>
                <p14:nvPr/>
              </p14:nvContentPartPr>
              <p14:xfrm>
                <a:off x="5895830" y="6157837"/>
                <a:ext cx="48960" cy="31320"/>
              </p14:xfrm>
            </p:contentPart>
          </mc:Choice>
          <mc:Fallback xmlns="">
            <p:pic>
              <p:nvPicPr>
                <p:cNvPr id="196" name="Ink 195">
                  <a:extLst>
                    <a:ext uri="{FF2B5EF4-FFF2-40B4-BE49-F238E27FC236}">
                      <a16:creationId xmlns:a16="http://schemas.microsoft.com/office/drawing/2014/main" id="{06AE34F0-A43F-CB38-3C0E-442CD46ABF6C}"/>
                    </a:ext>
                  </a:extLst>
                </p:cNvPr>
                <p:cNvPicPr/>
                <p:nvPr/>
              </p:nvPicPr>
              <p:blipFill>
                <a:blip r:embed="rId321"/>
                <a:stretch>
                  <a:fillRect/>
                </a:stretch>
              </p:blipFill>
              <p:spPr>
                <a:xfrm>
                  <a:off x="5877961" y="6139837"/>
                  <a:ext cx="8434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197" name="Ink 196">
                  <a:extLst>
                    <a:ext uri="{FF2B5EF4-FFF2-40B4-BE49-F238E27FC236}">
                      <a16:creationId xmlns:a16="http://schemas.microsoft.com/office/drawing/2014/main" id="{9E0C5BBC-DA64-C3D3-E7D3-16DC29DED1BA}"/>
                    </a:ext>
                  </a:extLst>
                </p14:cNvPr>
                <p14:cNvContentPartPr/>
                <p14:nvPr/>
              </p14:nvContentPartPr>
              <p14:xfrm>
                <a:off x="6031550" y="6117517"/>
                <a:ext cx="29160" cy="121680"/>
              </p14:xfrm>
            </p:contentPart>
          </mc:Choice>
          <mc:Fallback xmlns="">
            <p:pic>
              <p:nvPicPr>
                <p:cNvPr id="197" name="Ink 196">
                  <a:extLst>
                    <a:ext uri="{FF2B5EF4-FFF2-40B4-BE49-F238E27FC236}">
                      <a16:creationId xmlns:a16="http://schemas.microsoft.com/office/drawing/2014/main" id="{9E0C5BBC-DA64-C3D3-E7D3-16DC29DED1BA}"/>
                    </a:ext>
                  </a:extLst>
                </p:cNvPr>
                <p:cNvPicPr/>
                <p:nvPr/>
              </p:nvPicPr>
              <p:blipFill>
                <a:blip r:embed="rId323"/>
                <a:stretch>
                  <a:fillRect/>
                </a:stretch>
              </p:blipFill>
              <p:spPr>
                <a:xfrm>
                  <a:off x="6013550" y="6099517"/>
                  <a:ext cx="6480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198" name="Ink 197">
                  <a:extLst>
                    <a:ext uri="{FF2B5EF4-FFF2-40B4-BE49-F238E27FC236}">
                      <a16:creationId xmlns:a16="http://schemas.microsoft.com/office/drawing/2014/main" id="{7A1B27F2-33E5-A2F9-ECD4-479811414782}"/>
                    </a:ext>
                  </a:extLst>
                </p14:cNvPr>
                <p14:cNvContentPartPr/>
                <p14:nvPr/>
              </p14:nvContentPartPr>
              <p14:xfrm>
                <a:off x="6018950" y="6086197"/>
                <a:ext cx="42840" cy="44280"/>
              </p14:xfrm>
            </p:contentPart>
          </mc:Choice>
          <mc:Fallback xmlns="">
            <p:pic>
              <p:nvPicPr>
                <p:cNvPr id="198" name="Ink 197">
                  <a:extLst>
                    <a:ext uri="{FF2B5EF4-FFF2-40B4-BE49-F238E27FC236}">
                      <a16:creationId xmlns:a16="http://schemas.microsoft.com/office/drawing/2014/main" id="{7A1B27F2-33E5-A2F9-ECD4-479811414782}"/>
                    </a:ext>
                  </a:extLst>
                </p:cNvPr>
                <p:cNvPicPr/>
                <p:nvPr/>
              </p:nvPicPr>
              <p:blipFill>
                <a:blip r:embed="rId325"/>
                <a:stretch>
                  <a:fillRect/>
                </a:stretch>
              </p:blipFill>
              <p:spPr>
                <a:xfrm>
                  <a:off x="6000950" y="6068197"/>
                  <a:ext cx="7848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99" name="Ink 198">
                  <a:extLst>
                    <a:ext uri="{FF2B5EF4-FFF2-40B4-BE49-F238E27FC236}">
                      <a16:creationId xmlns:a16="http://schemas.microsoft.com/office/drawing/2014/main" id="{8C97805A-9789-535B-7689-2EF948B9AC03}"/>
                    </a:ext>
                  </a:extLst>
                </p14:cNvPr>
                <p14:cNvContentPartPr/>
                <p14:nvPr/>
              </p14:nvContentPartPr>
              <p14:xfrm>
                <a:off x="6059630" y="6154237"/>
                <a:ext cx="28080" cy="21960"/>
              </p14:xfrm>
            </p:contentPart>
          </mc:Choice>
          <mc:Fallback xmlns="">
            <p:pic>
              <p:nvPicPr>
                <p:cNvPr id="199" name="Ink 198">
                  <a:extLst>
                    <a:ext uri="{FF2B5EF4-FFF2-40B4-BE49-F238E27FC236}">
                      <a16:creationId xmlns:a16="http://schemas.microsoft.com/office/drawing/2014/main" id="{8C97805A-9789-535B-7689-2EF948B9AC03}"/>
                    </a:ext>
                  </a:extLst>
                </p:cNvPr>
                <p:cNvPicPr/>
                <p:nvPr/>
              </p:nvPicPr>
              <p:blipFill>
                <a:blip r:embed="rId327"/>
                <a:stretch>
                  <a:fillRect/>
                </a:stretch>
              </p:blipFill>
              <p:spPr>
                <a:xfrm>
                  <a:off x="6041630" y="6136237"/>
                  <a:ext cx="63720" cy="57600"/>
                </a:xfrm>
                <a:prstGeom prst="rect">
                  <a:avLst/>
                </a:prstGeom>
              </p:spPr>
            </p:pic>
          </mc:Fallback>
        </mc:AlternateContent>
      </p:grpSp>
      <p:grpSp>
        <p:nvGrpSpPr>
          <p:cNvPr id="228" name="Group 227">
            <a:extLst>
              <a:ext uri="{FF2B5EF4-FFF2-40B4-BE49-F238E27FC236}">
                <a16:creationId xmlns:a16="http://schemas.microsoft.com/office/drawing/2014/main" id="{EFCF82B9-00A2-DFFD-AD04-8256EF3EB68E}"/>
              </a:ext>
            </a:extLst>
          </p:cNvPr>
          <p:cNvGrpSpPr/>
          <p:nvPr/>
        </p:nvGrpSpPr>
        <p:grpSpPr>
          <a:xfrm>
            <a:off x="125030" y="5581117"/>
            <a:ext cx="3918960" cy="1132920"/>
            <a:chOff x="125030" y="5581117"/>
            <a:chExt cx="3918960" cy="1132920"/>
          </a:xfrm>
        </p:grpSpPr>
        <mc:AlternateContent xmlns:mc="http://schemas.openxmlformats.org/markup-compatibility/2006" xmlns:p14="http://schemas.microsoft.com/office/powerpoint/2010/main">
          <mc:Choice Requires="p14">
            <p:contentPart p14:bwMode="auto" r:id="rId328">
              <p14:nvContentPartPr>
                <p14:cNvPr id="164" name="Ink 163">
                  <a:extLst>
                    <a:ext uri="{FF2B5EF4-FFF2-40B4-BE49-F238E27FC236}">
                      <a16:creationId xmlns:a16="http://schemas.microsoft.com/office/drawing/2014/main" id="{FE890369-C117-FE91-7A66-109D435F36B5}"/>
                    </a:ext>
                  </a:extLst>
                </p14:cNvPr>
                <p14:cNvContentPartPr/>
                <p14:nvPr/>
              </p14:nvContentPartPr>
              <p14:xfrm>
                <a:off x="3269990" y="5707117"/>
                <a:ext cx="20880" cy="239760"/>
              </p14:xfrm>
            </p:contentPart>
          </mc:Choice>
          <mc:Fallback xmlns="">
            <p:pic>
              <p:nvPicPr>
                <p:cNvPr id="164" name="Ink 163">
                  <a:extLst>
                    <a:ext uri="{FF2B5EF4-FFF2-40B4-BE49-F238E27FC236}">
                      <a16:creationId xmlns:a16="http://schemas.microsoft.com/office/drawing/2014/main" id="{FE890369-C117-FE91-7A66-109D435F36B5}"/>
                    </a:ext>
                  </a:extLst>
                </p:cNvPr>
                <p:cNvPicPr/>
                <p:nvPr/>
              </p:nvPicPr>
              <p:blipFill>
                <a:blip r:embed="rId329"/>
                <a:stretch>
                  <a:fillRect/>
                </a:stretch>
              </p:blipFill>
              <p:spPr>
                <a:xfrm>
                  <a:off x="3252295" y="5689117"/>
                  <a:ext cx="55916"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165" name="Ink 164">
                  <a:extLst>
                    <a:ext uri="{FF2B5EF4-FFF2-40B4-BE49-F238E27FC236}">
                      <a16:creationId xmlns:a16="http://schemas.microsoft.com/office/drawing/2014/main" id="{DE256F47-3B5A-2626-5967-6D4DECCF7E24}"/>
                    </a:ext>
                  </a:extLst>
                </p14:cNvPr>
                <p14:cNvContentPartPr/>
                <p14:nvPr/>
              </p14:nvContentPartPr>
              <p14:xfrm>
                <a:off x="3421910" y="5706037"/>
                <a:ext cx="95400" cy="276120"/>
              </p14:xfrm>
            </p:contentPart>
          </mc:Choice>
          <mc:Fallback xmlns="">
            <p:pic>
              <p:nvPicPr>
                <p:cNvPr id="165" name="Ink 164">
                  <a:extLst>
                    <a:ext uri="{FF2B5EF4-FFF2-40B4-BE49-F238E27FC236}">
                      <a16:creationId xmlns:a16="http://schemas.microsoft.com/office/drawing/2014/main" id="{DE256F47-3B5A-2626-5967-6D4DECCF7E24}"/>
                    </a:ext>
                  </a:extLst>
                </p:cNvPr>
                <p:cNvPicPr/>
                <p:nvPr/>
              </p:nvPicPr>
              <p:blipFill>
                <a:blip r:embed="rId331"/>
                <a:stretch>
                  <a:fillRect/>
                </a:stretch>
              </p:blipFill>
              <p:spPr>
                <a:xfrm>
                  <a:off x="3403910" y="5688037"/>
                  <a:ext cx="13104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166" name="Ink 165">
                  <a:extLst>
                    <a:ext uri="{FF2B5EF4-FFF2-40B4-BE49-F238E27FC236}">
                      <a16:creationId xmlns:a16="http://schemas.microsoft.com/office/drawing/2014/main" id="{2C5BB0C8-B2C2-B67D-75B8-D6D23C8FEEA0}"/>
                    </a:ext>
                  </a:extLst>
                </p14:cNvPr>
                <p14:cNvContentPartPr/>
                <p14:nvPr/>
              </p14:nvContentPartPr>
              <p14:xfrm>
                <a:off x="3316070" y="5749957"/>
                <a:ext cx="74520" cy="33480"/>
              </p14:xfrm>
            </p:contentPart>
          </mc:Choice>
          <mc:Fallback xmlns="">
            <p:pic>
              <p:nvPicPr>
                <p:cNvPr id="166" name="Ink 165">
                  <a:extLst>
                    <a:ext uri="{FF2B5EF4-FFF2-40B4-BE49-F238E27FC236}">
                      <a16:creationId xmlns:a16="http://schemas.microsoft.com/office/drawing/2014/main" id="{2C5BB0C8-B2C2-B67D-75B8-D6D23C8FEEA0}"/>
                    </a:ext>
                  </a:extLst>
                </p:cNvPr>
                <p:cNvPicPr/>
                <p:nvPr/>
              </p:nvPicPr>
              <p:blipFill>
                <a:blip r:embed="rId333"/>
                <a:stretch>
                  <a:fillRect/>
                </a:stretch>
              </p:blipFill>
              <p:spPr>
                <a:xfrm>
                  <a:off x="3298070" y="5731957"/>
                  <a:ext cx="1101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167" name="Ink 166">
                  <a:extLst>
                    <a:ext uri="{FF2B5EF4-FFF2-40B4-BE49-F238E27FC236}">
                      <a16:creationId xmlns:a16="http://schemas.microsoft.com/office/drawing/2014/main" id="{A9775918-7632-C1F9-1C90-A5A7123129A9}"/>
                    </a:ext>
                  </a:extLst>
                </p14:cNvPr>
                <p14:cNvContentPartPr/>
                <p14:nvPr/>
              </p14:nvContentPartPr>
              <p14:xfrm>
                <a:off x="3554030" y="5757877"/>
                <a:ext cx="53280" cy="132120"/>
              </p14:xfrm>
            </p:contentPart>
          </mc:Choice>
          <mc:Fallback xmlns="">
            <p:pic>
              <p:nvPicPr>
                <p:cNvPr id="167" name="Ink 166">
                  <a:extLst>
                    <a:ext uri="{FF2B5EF4-FFF2-40B4-BE49-F238E27FC236}">
                      <a16:creationId xmlns:a16="http://schemas.microsoft.com/office/drawing/2014/main" id="{A9775918-7632-C1F9-1C90-A5A7123129A9}"/>
                    </a:ext>
                  </a:extLst>
                </p:cNvPr>
                <p:cNvPicPr/>
                <p:nvPr/>
              </p:nvPicPr>
              <p:blipFill>
                <a:blip r:embed="rId335"/>
                <a:stretch>
                  <a:fillRect/>
                </a:stretch>
              </p:blipFill>
              <p:spPr>
                <a:xfrm>
                  <a:off x="3536030" y="5739828"/>
                  <a:ext cx="88920" cy="167857"/>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168" name="Ink 167">
                  <a:extLst>
                    <a:ext uri="{FF2B5EF4-FFF2-40B4-BE49-F238E27FC236}">
                      <a16:creationId xmlns:a16="http://schemas.microsoft.com/office/drawing/2014/main" id="{179C082B-9A89-428D-F0D4-4D9A51D55288}"/>
                    </a:ext>
                  </a:extLst>
                </p14:cNvPr>
                <p14:cNvContentPartPr/>
                <p14:nvPr/>
              </p14:nvContentPartPr>
              <p14:xfrm>
                <a:off x="3692270" y="5752117"/>
                <a:ext cx="112680" cy="105840"/>
              </p14:xfrm>
            </p:contentPart>
          </mc:Choice>
          <mc:Fallback xmlns="">
            <p:pic>
              <p:nvPicPr>
                <p:cNvPr id="168" name="Ink 167">
                  <a:extLst>
                    <a:ext uri="{FF2B5EF4-FFF2-40B4-BE49-F238E27FC236}">
                      <a16:creationId xmlns:a16="http://schemas.microsoft.com/office/drawing/2014/main" id="{179C082B-9A89-428D-F0D4-4D9A51D55288}"/>
                    </a:ext>
                  </a:extLst>
                </p:cNvPr>
                <p:cNvPicPr/>
                <p:nvPr/>
              </p:nvPicPr>
              <p:blipFill>
                <a:blip r:embed="rId337"/>
                <a:stretch>
                  <a:fillRect/>
                </a:stretch>
              </p:blipFill>
              <p:spPr>
                <a:xfrm>
                  <a:off x="3674270" y="5734117"/>
                  <a:ext cx="1483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169" name="Ink 168">
                  <a:extLst>
                    <a:ext uri="{FF2B5EF4-FFF2-40B4-BE49-F238E27FC236}">
                      <a16:creationId xmlns:a16="http://schemas.microsoft.com/office/drawing/2014/main" id="{CA42EDE7-49D9-0C7F-3663-A105A5B8C698}"/>
                    </a:ext>
                  </a:extLst>
                </p14:cNvPr>
                <p14:cNvContentPartPr/>
                <p14:nvPr/>
              </p14:nvContentPartPr>
              <p14:xfrm>
                <a:off x="3793790" y="5721517"/>
                <a:ext cx="126000" cy="115560"/>
              </p14:xfrm>
            </p:contentPart>
          </mc:Choice>
          <mc:Fallback xmlns="">
            <p:pic>
              <p:nvPicPr>
                <p:cNvPr id="169" name="Ink 168">
                  <a:extLst>
                    <a:ext uri="{FF2B5EF4-FFF2-40B4-BE49-F238E27FC236}">
                      <a16:creationId xmlns:a16="http://schemas.microsoft.com/office/drawing/2014/main" id="{CA42EDE7-49D9-0C7F-3663-A105A5B8C698}"/>
                    </a:ext>
                  </a:extLst>
                </p:cNvPr>
                <p:cNvPicPr/>
                <p:nvPr/>
              </p:nvPicPr>
              <p:blipFill>
                <a:blip r:embed="rId339"/>
                <a:stretch>
                  <a:fillRect/>
                </a:stretch>
              </p:blipFill>
              <p:spPr>
                <a:xfrm>
                  <a:off x="3775790" y="5703517"/>
                  <a:ext cx="1616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179" name="Ink 178">
                  <a:extLst>
                    <a:ext uri="{FF2B5EF4-FFF2-40B4-BE49-F238E27FC236}">
                      <a16:creationId xmlns:a16="http://schemas.microsoft.com/office/drawing/2014/main" id="{01989BD7-5985-93FC-70B5-970DA8338801}"/>
                    </a:ext>
                  </a:extLst>
                </p14:cNvPr>
                <p14:cNvContentPartPr/>
                <p14:nvPr/>
              </p14:nvContentPartPr>
              <p14:xfrm>
                <a:off x="3549350" y="6278437"/>
                <a:ext cx="123480" cy="230040"/>
              </p14:xfrm>
            </p:contentPart>
          </mc:Choice>
          <mc:Fallback xmlns="">
            <p:pic>
              <p:nvPicPr>
                <p:cNvPr id="179" name="Ink 178">
                  <a:extLst>
                    <a:ext uri="{FF2B5EF4-FFF2-40B4-BE49-F238E27FC236}">
                      <a16:creationId xmlns:a16="http://schemas.microsoft.com/office/drawing/2014/main" id="{01989BD7-5985-93FC-70B5-970DA8338801}"/>
                    </a:ext>
                  </a:extLst>
                </p:cNvPr>
                <p:cNvPicPr/>
                <p:nvPr/>
              </p:nvPicPr>
              <p:blipFill>
                <a:blip r:embed="rId341"/>
                <a:stretch>
                  <a:fillRect/>
                </a:stretch>
              </p:blipFill>
              <p:spPr>
                <a:xfrm>
                  <a:off x="3531402" y="6260437"/>
                  <a:ext cx="159016"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180" name="Ink 179">
                  <a:extLst>
                    <a:ext uri="{FF2B5EF4-FFF2-40B4-BE49-F238E27FC236}">
                      <a16:creationId xmlns:a16="http://schemas.microsoft.com/office/drawing/2014/main" id="{9A5BBB1D-99C6-3E80-61BB-9C5F0D604EC1}"/>
                    </a:ext>
                  </a:extLst>
                </p14:cNvPr>
                <p14:cNvContentPartPr/>
                <p14:nvPr/>
              </p14:nvContentPartPr>
              <p14:xfrm>
                <a:off x="3777230" y="6278797"/>
                <a:ext cx="73800" cy="128160"/>
              </p14:xfrm>
            </p:contentPart>
          </mc:Choice>
          <mc:Fallback xmlns="">
            <p:pic>
              <p:nvPicPr>
                <p:cNvPr id="180" name="Ink 179">
                  <a:extLst>
                    <a:ext uri="{FF2B5EF4-FFF2-40B4-BE49-F238E27FC236}">
                      <a16:creationId xmlns:a16="http://schemas.microsoft.com/office/drawing/2014/main" id="{9A5BBB1D-99C6-3E80-61BB-9C5F0D604EC1}"/>
                    </a:ext>
                  </a:extLst>
                </p:cNvPr>
                <p:cNvPicPr/>
                <p:nvPr/>
              </p:nvPicPr>
              <p:blipFill>
                <a:blip r:embed="rId343"/>
                <a:stretch>
                  <a:fillRect/>
                </a:stretch>
              </p:blipFill>
              <p:spPr>
                <a:xfrm>
                  <a:off x="3759142" y="6260746"/>
                  <a:ext cx="109615" cy="16390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181" name="Ink 180">
                  <a:extLst>
                    <a:ext uri="{FF2B5EF4-FFF2-40B4-BE49-F238E27FC236}">
                      <a16:creationId xmlns:a16="http://schemas.microsoft.com/office/drawing/2014/main" id="{FDE316B8-B791-4CF1-0B27-7E0F25611721}"/>
                    </a:ext>
                  </a:extLst>
                </p14:cNvPr>
                <p14:cNvContentPartPr/>
                <p14:nvPr/>
              </p14:nvContentPartPr>
              <p14:xfrm>
                <a:off x="3888110" y="6276277"/>
                <a:ext cx="155880" cy="68040"/>
              </p14:xfrm>
            </p:contentPart>
          </mc:Choice>
          <mc:Fallback xmlns="">
            <p:pic>
              <p:nvPicPr>
                <p:cNvPr id="181" name="Ink 180">
                  <a:extLst>
                    <a:ext uri="{FF2B5EF4-FFF2-40B4-BE49-F238E27FC236}">
                      <a16:creationId xmlns:a16="http://schemas.microsoft.com/office/drawing/2014/main" id="{FDE316B8-B791-4CF1-0B27-7E0F25611721}"/>
                    </a:ext>
                  </a:extLst>
                </p:cNvPr>
                <p:cNvPicPr/>
                <p:nvPr/>
              </p:nvPicPr>
              <p:blipFill>
                <a:blip r:embed="rId345"/>
                <a:stretch>
                  <a:fillRect/>
                </a:stretch>
              </p:blipFill>
              <p:spPr>
                <a:xfrm>
                  <a:off x="3870110" y="6258277"/>
                  <a:ext cx="1915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06" name="Ink 205">
                  <a:extLst>
                    <a:ext uri="{FF2B5EF4-FFF2-40B4-BE49-F238E27FC236}">
                      <a16:creationId xmlns:a16="http://schemas.microsoft.com/office/drawing/2014/main" id="{D0B54654-244C-0058-D2C6-A6AA0FB280BE}"/>
                    </a:ext>
                  </a:extLst>
                </p14:cNvPr>
                <p14:cNvContentPartPr/>
                <p14:nvPr/>
              </p14:nvContentPartPr>
              <p14:xfrm>
                <a:off x="125030" y="5581117"/>
                <a:ext cx="3042720" cy="98640"/>
              </p14:xfrm>
            </p:contentPart>
          </mc:Choice>
          <mc:Fallback xmlns="">
            <p:pic>
              <p:nvPicPr>
                <p:cNvPr id="206" name="Ink 205">
                  <a:extLst>
                    <a:ext uri="{FF2B5EF4-FFF2-40B4-BE49-F238E27FC236}">
                      <a16:creationId xmlns:a16="http://schemas.microsoft.com/office/drawing/2014/main" id="{D0B54654-244C-0058-D2C6-A6AA0FB280BE}"/>
                    </a:ext>
                  </a:extLst>
                </p:cNvPr>
                <p:cNvPicPr/>
                <p:nvPr/>
              </p:nvPicPr>
              <p:blipFill>
                <a:blip r:embed="rId347"/>
                <a:stretch>
                  <a:fillRect/>
                </a:stretch>
              </p:blipFill>
              <p:spPr>
                <a:xfrm>
                  <a:off x="107030" y="5563117"/>
                  <a:ext cx="307836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07" name="Ink 206">
                  <a:extLst>
                    <a:ext uri="{FF2B5EF4-FFF2-40B4-BE49-F238E27FC236}">
                      <a16:creationId xmlns:a16="http://schemas.microsoft.com/office/drawing/2014/main" id="{D10BAFF6-3479-A7C5-EF1A-E75430E5DDE5}"/>
                    </a:ext>
                  </a:extLst>
                </p14:cNvPr>
                <p14:cNvContentPartPr/>
                <p14:nvPr/>
              </p14:nvContentPartPr>
              <p14:xfrm>
                <a:off x="3162350" y="5615677"/>
                <a:ext cx="88200" cy="1098360"/>
              </p14:xfrm>
            </p:contentPart>
          </mc:Choice>
          <mc:Fallback xmlns="">
            <p:pic>
              <p:nvPicPr>
                <p:cNvPr id="207" name="Ink 206">
                  <a:extLst>
                    <a:ext uri="{FF2B5EF4-FFF2-40B4-BE49-F238E27FC236}">
                      <a16:creationId xmlns:a16="http://schemas.microsoft.com/office/drawing/2014/main" id="{D10BAFF6-3479-A7C5-EF1A-E75430E5DDE5}"/>
                    </a:ext>
                  </a:extLst>
                </p:cNvPr>
                <p:cNvPicPr/>
                <p:nvPr/>
              </p:nvPicPr>
              <p:blipFill>
                <a:blip r:embed="rId349"/>
                <a:stretch>
                  <a:fillRect/>
                </a:stretch>
              </p:blipFill>
              <p:spPr>
                <a:xfrm>
                  <a:off x="3144350" y="5597683"/>
                  <a:ext cx="123840" cy="1133988"/>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08" name="Ink 207">
                  <a:extLst>
                    <a:ext uri="{FF2B5EF4-FFF2-40B4-BE49-F238E27FC236}">
                      <a16:creationId xmlns:a16="http://schemas.microsoft.com/office/drawing/2014/main" id="{7C5B0DAA-8715-8895-0430-151A6D25A797}"/>
                    </a:ext>
                  </a:extLst>
                </p14:cNvPr>
                <p14:cNvContentPartPr/>
                <p14:nvPr/>
              </p14:nvContentPartPr>
              <p14:xfrm>
                <a:off x="243470" y="5920957"/>
                <a:ext cx="27720" cy="215280"/>
              </p14:xfrm>
            </p:contentPart>
          </mc:Choice>
          <mc:Fallback xmlns="">
            <p:pic>
              <p:nvPicPr>
                <p:cNvPr id="208" name="Ink 207">
                  <a:extLst>
                    <a:ext uri="{FF2B5EF4-FFF2-40B4-BE49-F238E27FC236}">
                      <a16:creationId xmlns:a16="http://schemas.microsoft.com/office/drawing/2014/main" id="{7C5B0DAA-8715-8895-0430-151A6D25A797}"/>
                    </a:ext>
                  </a:extLst>
                </p:cNvPr>
                <p:cNvPicPr/>
                <p:nvPr/>
              </p:nvPicPr>
              <p:blipFill>
                <a:blip r:embed="rId351"/>
                <a:stretch>
                  <a:fillRect/>
                </a:stretch>
              </p:blipFill>
              <p:spPr>
                <a:xfrm>
                  <a:off x="225470" y="5902957"/>
                  <a:ext cx="6336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09" name="Ink 208">
                  <a:extLst>
                    <a:ext uri="{FF2B5EF4-FFF2-40B4-BE49-F238E27FC236}">
                      <a16:creationId xmlns:a16="http://schemas.microsoft.com/office/drawing/2014/main" id="{A3D3564B-BA55-CF4D-51F8-0F82C01E56D6}"/>
                    </a:ext>
                  </a:extLst>
                </p14:cNvPr>
                <p14:cNvContentPartPr/>
                <p14:nvPr/>
              </p14:nvContentPartPr>
              <p14:xfrm>
                <a:off x="359030" y="5876317"/>
                <a:ext cx="117000" cy="178920"/>
              </p14:xfrm>
            </p:contentPart>
          </mc:Choice>
          <mc:Fallback xmlns="">
            <p:pic>
              <p:nvPicPr>
                <p:cNvPr id="209" name="Ink 208">
                  <a:extLst>
                    <a:ext uri="{FF2B5EF4-FFF2-40B4-BE49-F238E27FC236}">
                      <a16:creationId xmlns:a16="http://schemas.microsoft.com/office/drawing/2014/main" id="{A3D3564B-BA55-CF4D-51F8-0F82C01E56D6}"/>
                    </a:ext>
                  </a:extLst>
                </p:cNvPr>
                <p:cNvPicPr/>
                <p:nvPr/>
              </p:nvPicPr>
              <p:blipFill>
                <a:blip r:embed="rId353"/>
                <a:stretch>
                  <a:fillRect/>
                </a:stretch>
              </p:blipFill>
              <p:spPr>
                <a:xfrm>
                  <a:off x="341030" y="5858317"/>
                  <a:ext cx="15264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10" name="Ink 209">
                  <a:extLst>
                    <a:ext uri="{FF2B5EF4-FFF2-40B4-BE49-F238E27FC236}">
                      <a16:creationId xmlns:a16="http://schemas.microsoft.com/office/drawing/2014/main" id="{1748B7F1-7A8E-7A09-50A3-03C421318141}"/>
                    </a:ext>
                  </a:extLst>
                </p14:cNvPr>
                <p14:cNvContentPartPr/>
                <p14:nvPr/>
              </p14:nvContentPartPr>
              <p14:xfrm>
                <a:off x="314030" y="5980357"/>
                <a:ext cx="74520" cy="34920"/>
              </p14:xfrm>
            </p:contentPart>
          </mc:Choice>
          <mc:Fallback xmlns="">
            <p:pic>
              <p:nvPicPr>
                <p:cNvPr id="210" name="Ink 209">
                  <a:extLst>
                    <a:ext uri="{FF2B5EF4-FFF2-40B4-BE49-F238E27FC236}">
                      <a16:creationId xmlns:a16="http://schemas.microsoft.com/office/drawing/2014/main" id="{1748B7F1-7A8E-7A09-50A3-03C421318141}"/>
                    </a:ext>
                  </a:extLst>
                </p:cNvPr>
                <p:cNvPicPr/>
                <p:nvPr/>
              </p:nvPicPr>
              <p:blipFill>
                <a:blip r:embed="rId355"/>
                <a:stretch>
                  <a:fillRect/>
                </a:stretch>
              </p:blipFill>
              <p:spPr>
                <a:xfrm>
                  <a:off x="296030" y="5962357"/>
                  <a:ext cx="11016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11" name="Ink 210">
                  <a:extLst>
                    <a:ext uri="{FF2B5EF4-FFF2-40B4-BE49-F238E27FC236}">
                      <a16:creationId xmlns:a16="http://schemas.microsoft.com/office/drawing/2014/main" id="{8A5CAE45-939C-F40E-675A-8975C3613955}"/>
                    </a:ext>
                  </a:extLst>
                </p14:cNvPr>
                <p14:cNvContentPartPr/>
                <p14:nvPr/>
              </p14:nvContentPartPr>
              <p14:xfrm>
                <a:off x="521030" y="5897917"/>
                <a:ext cx="110160" cy="128520"/>
              </p14:xfrm>
            </p:contentPart>
          </mc:Choice>
          <mc:Fallback xmlns="">
            <p:pic>
              <p:nvPicPr>
                <p:cNvPr id="211" name="Ink 210">
                  <a:extLst>
                    <a:ext uri="{FF2B5EF4-FFF2-40B4-BE49-F238E27FC236}">
                      <a16:creationId xmlns:a16="http://schemas.microsoft.com/office/drawing/2014/main" id="{8A5CAE45-939C-F40E-675A-8975C3613955}"/>
                    </a:ext>
                  </a:extLst>
                </p:cNvPr>
                <p:cNvPicPr/>
                <p:nvPr/>
              </p:nvPicPr>
              <p:blipFill>
                <a:blip r:embed="rId357"/>
                <a:stretch>
                  <a:fillRect/>
                </a:stretch>
              </p:blipFill>
              <p:spPr>
                <a:xfrm>
                  <a:off x="503030" y="5879917"/>
                  <a:ext cx="14580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12" name="Ink 211">
                  <a:extLst>
                    <a:ext uri="{FF2B5EF4-FFF2-40B4-BE49-F238E27FC236}">
                      <a16:creationId xmlns:a16="http://schemas.microsoft.com/office/drawing/2014/main" id="{5D242571-F438-5282-B72F-8431CEA708F5}"/>
                    </a:ext>
                  </a:extLst>
                </p14:cNvPr>
                <p14:cNvContentPartPr/>
                <p14:nvPr/>
              </p14:nvContentPartPr>
              <p14:xfrm>
                <a:off x="671870" y="5900077"/>
                <a:ext cx="61560" cy="84600"/>
              </p14:xfrm>
            </p:contentPart>
          </mc:Choice>
          <mc:Fallback xmlns="">
            <p:pic>
              <p:nvPicPr>
                <p:cNvPr id="212" name="Ink 211">
                  <a:extLst>
                    <a:ext uri="{FF2B5EF4-FFF2-40B4-BE49-F238E27FC236}">
                      <a16:creationId xmlns:a16="http://schemas.microsoft.com/office/drawing/2014/main" id="{5D242571-F438-5282-B72F-8431CEA708F5}"/>
                    </a:ext>
                  </a:extLst>
                </p:cNvPr>
                <p:cNvPicPr/>
                <p:nvPr/>
              </p:nvPicPr>
              <p:blipFill>
                <a:blip r:embed="rId359"/>
                <a:stretch>
                  <a:fillRect/>
                </a:stretch>
              </p:blipFill>
              <p:spPr>
                <a:xfrm>
                  <a:off x="653870" y="5882153"/>
                  <a:ext cx="97200" cy="120089"/>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13" name="Ink 212">
                  <a:extLst>
                    <a:ext uri="{FF2B5EF4-FFF2-40B4-BE49-F238E27FC236}">
                      <a16:creationId xmlns:a16="http://schemas.microsoft.com/office/drawing/2014/main" id="{C6C69CC3-5C52-D47C-F33F-BA56E6F1BC7E}"/>
                    </a:ext>
                  </a:extLst>
                </p14:cNvPr>
                <p14:cNvContentPartPr/>
                <p14:nvPr/>
              </p14:nvContentPartPr>
              <p14:xfrm>
                <a:off x="833510" y="5771557"/>
                <a:ext cx="100800" cy="259920"/>
              </p14:xfrm>
            </p:contentPart>
          </mc:Choice>
          <mc:Fallback xmlns="">
            <p:pic>
              <p:nvPicPr>
                <p:cNvPr id="213" name="Ink 212">
                  <a:extLst>
                    <a:ext uri="{FF2B5EF4-FFF2-40B4-BE49-F238E27FC236}">
                      <a16:creationId xmlns:a16="http://schemas.microsoft.com/office/drawing/2014/main" id="{C6C69CC3-5C52-D47C-F33F-BA56E6F1BC7E}"/>
                    </a:ext>
                  </a:extLst>
                </p:cNvPr>
                <p:cNvPicPr/>
                <p:nvPr/>
              </p:nvPicPr>
              <p:blipFill>
                <a:blip r:embed="rId361"/>
                <a:stretch>
                  <a:fillRect/>
                </a:stretch>
              </p:blipFill>
              <p:spPr>
                <a:xfrm>
                  <a:off x="815510" y="5753532"/>
                  <a:ext cx="136440" cy="295609"/>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14" name="Ink 213">
                  <a:extLst>
                    <a:ext uri="{FF2B5EF4-FFF2-40B4-BE49-F238E27FC236}">
                      <a16:creationId xmlns:a16="http://schemas.microsoft.com/office/drawing/2014/main" id="{342C3C66-8D39-4458-9ADF-F000E2A8CF83}"/>
                    </a:ext>
                  </a:extLst>
                </p14:cNvPr>
                <p14:cNvContentPartPr/>
                <p14:nvPr/>
              </p14:nvContentPartPr>
              <p14:xfrm>
                <a:off x="1021790" y="5940757"/>
                <a:ext cx="158040" cy="86040"/>
              </p14:xfrm>
            </p:contentPart>
          </mc:Choice>
          <mc:Fallback xmlns="">
            <p:pic>
              <p:nvPicPr>
                <p:cNvPr id="214" name="Ink 213">
                  <a:extLst>
                    <a:ext uri="{FF2B5EF4-FFF2-40B4-BE49-F238E27FC236}">
                      <a16:creationId xmlns:a16="http://schemas.microsoft.com/office/drawing/2014/main" id="{342C3C66-8D39-4458-9ADF-F000E2A8CF83}"/>
                    </a:ext>
                  </a:extLst>
                </p:cNvPr>
                <p:cNvPicPr/>
                <p:nvPr/>
              </p:nvPicPr>
              <p:blipFill>
                <a:blip r:embed="rId363"/>
                <a:stretch>
                  <a:fillRect/>
                </a:stretch>
              </p:blipFill>
              <p:spPr>
                <a:xfrm>
                  <a:off x="1003790" y="5922681"/>
                  <a:ext cx="193680" cy="12183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15" name="Ink 214">
                  <a:extLst>
                    <a:ext uri="{FF2B5EF4-FFF2-40B4-BE49-F238E27FC236}">
                      <a16:creationId xmlns:a16="http://schemas.microsoft.com/office/drawing/2014/main" id="{7CD48CD6-512B-4F1F-CEFE-5FF190DB922E}"/>
                    </a:ext>
                  </a:extLst>
                </p14:cNvPr>
                <p14:cNvContentPartPr/>
                <p14:nvPr/>
              </p14:nvContentPartPr>
              <p14:xfrm>
                <a:off x="1238870" y="5898277"/>
                <a:ext cx="117720" cy="93600"/>
              </p14:xfrm>
            </p:contentPart>
          </mc:Choice>
          <mc:Fallback xmlns="">
            <p:pic>
              <p:nvPicPr>
                <p:cNvPr id="215" name="Ink 214">
                  <a:extLst>
                    <a:ext uri="{FF2B5EF4-FFF2-40B4-BE49-F238E27FC236}">
                      <a16:creationId xmlns:a16="http://schemas.microsoft.com/office/drawing/2014/main" id="{7CD48CD6-512B-4F1F-CEFE-5FF190DB922E}"/>
                    </a:ext>
                  </a:extLst>
                </p:cNvPr>
                <p:cNvPicPr/>
                <p:nvPr/>
              </p:nvPicPr>
              <p:blipFill>
                <a:blip r:embed="rId365"/>
                <a:stretch>
                  <a:fillRect/>
                </a:stretch>
              </p:blipFill>
              <p:spPr>
                <a:xfrm>
                  <a:off x="1220925" y="5880277"/>
                  <a:ext cx="153251"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16" name="Ink 215">
                  <a:extLst>
                    <a:ext uri="{FF2B5EF4-FFF2-40B4-BE49-F238E27FC236}">
                      <a16:creationId xmlns:a16="http://schemas.microsoft.com/office/drawing/2014/main" id="{492E08F4-DA79-F2A3-0008-FAC2BD555A8C}"/>
                    </a:ext>
                  </a:extLst>
                </p14:cNvPr>
                <p14:cNvContentPartPr/>
                <p14:nvPr/>
              </p14:nvContentPartPr>
              <p14:xfrm>
                <a:off x="1390070" y="5874877"/>
                <a:ext cx="71280" cy="84960"/>
              </p14:xfrm>
            </p:contentPart>
          </mc:Choice>
          <mc:Fallback xmlns="">
            <p:pic>
              <p:nvPicPr>
                <p:cNvPr id="216" name="Ink 215">
                  <a:extLst>
                    <a:ext uri="{FF2B5EF4-FFF2-40B4-BE49-F238E27FC236}">
                      <a16:creationId xmlns:a16="http://schemas.microsoft.com/office/drawing/2014/main" id="{492E08F4-DA79-F2A3-0008-FAC2BD555A8C}"/>
                    </a:ext>
                  </a:extLst>
                </p:cNvPr>
                <p:cNvPicPr/>
                <p:nvPr/>
              </p:nvPicPr>
              <p:blipFill>
                <a:blip r:embed="rId367"/>
                <a:stretch>
                  <a:fillRect/>
                </a:stretch>
              </p:blipFill>
              <p:spPr>
                <a:xfrm>
                  <a:off x="1372070" y="5856877"/>
                  <a:ext cx="1069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17" name="Ink 216">
                  <a:extLst>
                    <a:ext uri="{FF2B5EF4-FFF2-40B4-BE49-F238E27FC236}">
                      <a16:creationId xmlns:a16="http://schemas.microsoft.com/office/drawing/2014/main" id="{E9761BAB-1C37-835B-563A-B8A201415BB6}"/>
                    </a:ext>
                  </a:extLst>
                </p14:cNvPr>
                <p14:cNvContentPartPr/>
                <p14:nvPr/>
              </p14:nvContentPartPr>
              <p14:xfrm>
                <a:off x="1549910" y="5897197"/>
                <a:ext cx="82440" cy="69120"/>
              </p14:xfrm>
            </p:contentPart>
          </mc:Choice>
          <mc:Fallback xmlns="">
            <p:pic>
              <p:nvPicPr>
                <p:cNvPr id="217" name="Ink 216">
                  <a:extLst>
                    <a:ext uri="{FF2B5EF4-FFF2-40B4-BE49-F238E27FC236}">
                      <a16:creationId xmlns:a16="http://schemas.microsoft.com/office/drawing/2014/main" id="{E9761BAB-1C37-835B-563A-B8A201415BB6}"/>
                    </a:ext>
                  </a:extLst>
                </p:cNvPr>
                <p:cNvPicPr/>
                <p:nvPr/>
              </p:nvPicPr>
              <p:blipFill>
                <a:blip r:embed="rId369"/>
                <a:stretch>
                  <a:fillRect/>
                </a:stretch>
              </p:blipFill>
              <p:spPr>
                <a:xfrm>
                  <a:off x="1531910" y="5879197"/>
                  <a:ext cx="1180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18" name="Ink 217">
                  <a:extLst>
                    <a:ext uri="{FF2B5EF4-FFF2-40B4-BE49-F238E27FC236}">
                      <a16:creationId xmlns:a16="http://schemas.microsoft.com/office/drawing/2014/main" id="{8DBA9575-0208-A1EE-520F-81C017E2737B}"/>
                    </a:ext>
                  </a:extLst>
                </p14:cNvPr>
                <p14:cNvContentPartPr/>
                <p14:nvPr/>
              </p14:nvContentPartPr>
              <p14:xfrm>
                <a:off x="1960670" y="5762557"/>
                <a:ext cx="102600" cy="253080"/>
              </p14:xfrm>
            </p:contentPart>
          </mc:Choice>
          <mc:Fallback xmlns="">
            <p:pic>
              <p:nvPicPr>
                <p:cNvPr id="218" name="Ink 217">
                  <a:extLst>
                    <a:ext uri="{FF2B5EF4-FFF2-40B4-BE49-F238E27FC236}">
                      <a16:creationId xmlns:a16="http://schemas.microsoft.com/office/drawing/2014/main" id="{8DBA9575-0208-A1EE-520F-81C017E2737B}"/>
                    </a:ext>
                  </a:extLst>
                </p:cNvPr>
                <p:cNvPicPr/>
                <p:nvPr/>
              </p:nvPicPr>
              <p:blipFill>
                <a:blip r:embed="rId371"/>
                <a:stretch>
                  <a:fillRect/>
                </a:stretch>
              </p:blipFill>
              <p:spPr>
                <a:xfrm>
                  <a:off x="1942670" y="5744557"/>
                  <a:ext cx="13824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19" name="Ink 218">
                  <a:extLst>
                    <a:ext uri="{FF2B5EF4-FFF2-40B4-BE49-F238E27FC236}">
                      <a16:creationId xmlns:a16="http://schemas.microsoft.com/office/drawing/2014/main" id="{F48A1433-0CBB-6F21-09FD-A6F1F08B0E79}"/>
                    </a:ext>
                  </a:extLst>
                </p14:cNvPr>
                <p14:cNvContentPartPr/>
                <p14:nvPr/>
              </p14:nvContentPartPr>
              <p14:xfrm>
                <a:off x="2141750" y="5818717"/>
                <a:ext cx="120600" cy="147240"/>
              </p14:xfrm>
            </p:contentPart>
          </mc:Choice>
          <mc:Fallback xmlns="">
            <p:pic>
              <p:nvPicPr>
                <p:cNvPr id="219" name="Ink 218">
                  <a:extLst>
                    <a:ext uri="{FF2B5EF4-FFF2-40B4-BE49-F238E27FC236}">
                      <a16:creationId xmlns:a16="http://schemas.microsoft.com/office/drawing/2014/main" id="{F48A1433-0CBB-6F21-09FD-A6F1F08B0E79}"/>
                    </a:ext>
                  </a:extLst>
                </p:cNvPr>
                <p:cNvPicPr/>
                <p:nvPr/>
              </p:nvPicPr>
              <p:blipFill>
                <a:blip r:embed="rId373"/>
                <a:stretch>
                  <a:fillRect/>
                </a:stretch>
              </p:blipFill>
              <p:spPr>
                <a:xfrm>
                  <a:off x="2123750" y="5800717"/>
                  <a:ext cx="15624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20" name="Ink 219">
                  <a:extLst>
                    <a:ext uri="{FF2B5EF4-FFF2-40B4-BE49-F238E27FC236}">
                      <a16:creationId xmlns:a16="http://schemas.microsoft.com/office/drawing/2014/main" id="{B8E4C082-49D9-C9B8-A1A8-A6B403C15B7C}"/>
                    </a:ext>
                  </a:extLst>
                </p14:cNvPr>
                <p14:cNvContentPartPr/>
                <p14:nvPr/>
              </p14:nvContentPartPr>
              <p14:xfrm>
                <a:off x="2244710" y="5832037"/>
                <a:ext cx="24120" cy="184680"/>
              </p14:xfrm>
            </p:contentPart>
          </mc:Choice>
          <mc:Fallback xmlns="">
            <p:pic>
              <p:nvPicPr>
                <p:cNvPr id="220" name="Ink 219">
                  <a:extLst>
                    <a:ext uri="{FF2B5EF4-FFF2-40B4-BE49-F238E27FC236}">
                      <a16:creationId xmlns:a16="http://schemas.microsoft.com/office/drawing/2014/main" id="{B8E4C082-49D9-C9B8-A1A8-A6B403C15B7C}"/>
                    </a:ext>
                  </a:extLst>
                </p:cNvPr>
                <p:cNvPicPr/>
                <p:nvPr/>
              </p:nvPicPr>
              <p:blipFill>
                <a:blip r:embed="rId375"/>
                <a:stretch>
                  <a:fillRect/>
                </a:stretch>
              </p:blipFill>
              <p:spPr>
                <a:xfrm>
                  <a:off x="2226710" y="5814037"/>
                  <a:ext cx="5976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21" name="Ink 220">
                  <a:extLst>
                    <a:ext uri="{FF2B5EF4-FFF2-40B4-BE49-F238E27FC236}">
                      <a16:creationId xmlns:a16="http://schemas.microsoft.com/office/drawing/2014/main" id="{471DB7A9-1AAD-E4D8-99A1-74379DB47CE7}"/>
                    </a:ext>
                  </a:extLst>
                </p14:cNvPr>
                <p14:cNvContentPartPr/>
                <p14:nvPr/>
              </p14:nvContentPartPr>
              <p14:xfrm>
                <a:off x="2385470" y="5820517"/>
                <a:ext cx="27720" cy="146880"/>
              </p14:xfrm>
            </p:contentPart>
          </mc:Choice>
          <mc:Fallback xmlns="">
            <p:pic>
              <p:nvPicPr>
                <p:cNvPr id="221" name="Ink 220">
                  <a:extLst>
                    <a:ext uri="{FF2B5EF4-FFF2-40B4-BE49-F238E27FC236}">
                      <a16:creationId xmlns:a16="http://schemas.microsoft.com/office/drawing/2014/main" id="{471DB7A9-1AAD-E4D8-99A1-74379DB47CE7}"/>
                    </a:ext>
                  </a:extLst>
                </p:cNvPr>
                <p:cNvPicPr/>
                <p:nvPr/>
              </p:nvPicPr>
              <p:blipFill>
                <a:blip r:embed="rId377"/>
                <a:stretch>
                  <a:fillRect/>
                </a:stretch>
              </p:blipFill>
              <p:spPr>
                <a:xfrm>
                  <a:off x="2367470" y="5802517"/>
                  <a:ext cx="633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222" name="Ink 221">
                  <a:extLst>
                    <a:ext uri="{FF2B5EF4-FFF2-40B4-BE49-F238E27FC236}">
                      <a16:creationId xmlns:a16="http://schemas.microsoft.com/office/drawing/2014/main" id="{E5671B2B-7C01-B9E0-4F49-91CB466BA937}"/>
                    </a:ext>
                  </a:extLst>
                </p14:cNvPr>
                <p14:cNvContentPartPr/>
                <p14:nvPr/>
              </p14:nvContentPartPr>
              <p14:xfrm>
                <a:off x="2417510" y="5808277"/>
                <a:ext cx="157320" cy="127440"/>
              </p14:xfrm>
            </p:contentPart>
          </mc:Choice>
          <mc:Fallback xmlns="">
            <p:pic>
              <p:nvPicPr>
                <p:cNvPr id="222" name="Ink 221">
                  <a:extLst>
                    <a:ext uri="{FF2B5EF4-FFF2-40B4-BE49-F238E27FC236}">
                      <a16:creationId xmlns:a16="http://schemas.microsoft.com/office/drawing/2014/main" id="{E5671B2B-7C01-B9E0-4F49-91CB466BA937}"/>
                    </a:ext>
                  </a:extLst>
                </p:cNvPr>
                <p:cNvPicPr/>
                <p:nvPr/>
              </p:nvPicPr>
              <p:blipFill>
                <a:blip r:embed="rId379"/>
                <a:stretch>
                  <a:fillRect/>
                </a:stretch>
              </p:blipFill>
              <p:spPr>
                <a:xfrm>
                  <a:off x="2399510" y="5790226"/>
                  <a:ext cx="192960" cy="163181"/>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23" name="Ink 222">
                  <a:extLst>
                    <a:ext uri="{FF2B5EF4-FFF2-40B4-BE49-F238E27FC236}">
                      <a16:creationId xmlns:a16="http://schemas.microsoft.com/office/drawing/2014/main" id="{3A0B6ECC-2C2B-27EE-27B1-331CAD50380A}"/>
                    </a:ext>
                  </a:extLst>
                </p14:cNvPr>
                <p14:cNvContentPartPr/>
                <p14:nvPr/>
              </p14:nvContentPartPr>
              <p14:xfrm>
                <a:off x="2637830" y="5792437"/>
                <a:ext cx="60480" cy="218880"/>
              </p14:xfrm>
            </p:contentPart>
          </mc:Choice>
          <mc:Fallback xmlns="">
            <p:pic>
              <p:nvPicPr>
                <p:cNvPr id="223" name="Ink 222">
                  <a:extLst>
                    <a:ext uri="{FF2B5EF4-FFF2-40B4-BE49-F238E27FC236}">
                      <a16:creationId xmlns:a16="http://schemas.microsoft.com/office/drawing/2014/main" id="{3A0B6ECC-2C2B-27EE-27B1-331CAD50380A}"/>
                    </a:ext>
                  </a:extLst>
                </p:cNvPr>
                <p:cNvPicPr/>
                <p:nvPr/>
              </p:nvPicPr>
              <p:blipFill>
                <a:blip r:embed="rId381"/>
                <a:stretch>
                  <a:fillRect/>
                </a:stretch>
              </p:blipFill>
              <p:spPr>
                <a:xfrm>
                  <a:off x="2619830" y="5774437"/>
                  <a:ext cx="9612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24" name="Ink 223">
                  <a:extLst>
                    <a:ext uri="{FF2B5EF4-FFF2-40B4-BE49-F238E27FC236}">
                      <a16:creationId xmlns:a16="http://schemas.microsoft.com/office/drawing/2014/main" id="{DF3DF2F7-10DA-A9FC-0734-9FB78D1EEADC}"/>
                    </a:ext>
                  </a:extLst>
                </p14:cNvPr>
                <p14:cNvContentPartPr/>
                <p14:nvPr/>
              </p14:nvContentPartPr>
              <p14:xfrm>
                <a:off x="2782190" y="5748877"/>
                <a:ext cx="43560" cy="217440"/>
              </p14:xfrm>
            </p:contentPart>
          </mc:Choice>
          <mc:Fallback xmlns="">
            <p:pic>
              <p:nvPicPr>
                <p:cNvPr id="224" name="Ink 223">
                  <a:extLst>
                    <a:ext uri="{FF2B5EF4-FFF2-40B4-BE49-F238E27FC236}">
                      <a16:creationId xmlns:a16="http://schemas.microsoft.com/office/drawing/2014/main" id="{DF3DF2F7-10DA-A9FC-0734-9FB78D1EEADC}"/>
                    </a:ext>
                  </a:extLst>
                </p:cNvPr>
                <p:cNvPicPr/>
                <p:nvPr/>
              </p:nvPicPr>
              <p:blipFill>
                <a:blip r:embed="rId383"/>
                <a:stretch>
                  <a:fillRect/>
                </a:stretch>
              </p:blipFill>
              <p:spPr>
                <a:xfrm>
                  <a:off x="2764190" y="5730847"/>
                  <a:ext cx="79200" cy="253139"/>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25" name="Ink 224">
                  <a:extLst>
                    <a:ext uri="{FF2B5EF4-FFF2-40B4-BE49-F238E27FC236}">
                      <a16:creationId xmlns:a16="http://schemas.microsoft.com/office/drawing/2014/main" id="{FF196916-862C-C812-2473-73AE951B2F19}"/>
                    </a:ext>
                  </a:extLst>
                </p14:cNvPr>
                <p14:cNvContentPartPr/>
                <p14:nvPr/>
              </p14:nvContentPartPr>
              <p14:xfrm>
                <a:off x="2704790" y="5868397"/>
                <a:ext cx="132120" cy="60480"/>
              </p14:xfrm>
            </p:contentPart>
          </mc:Choice>
          <mc:Fallback xmlns="">
            <p:pic>
              <p:nvPicPr>
                <p:cNvPr id="225" name="Ink 224">
                  <a:extLst>
                    <a:ext uri="{FF2B5EF4-FFF2-40B4-BE49-F238E27FC236}">
                      <a16:creationId xmlns:a16="http://schemas.microsoft.com/office/drawing/2014/main" id="{FF196916-862C-C812-2473-73AE951B2F19}"/>
                    </a:ext>
                  </a:extLst>
                </p:cNvPr>
                <p:cNvPicPr/>
                <p:nvPr/>
              </p:nvPicPr>
              <p:blipFill>
                <a:blip r:embed="rId385"/>
                <a:stretch>
                  <a:fillRect/>
                </a:stretch>
              </p:blipFill>
              <p:spPr>
                <a:xfrm>
                  <a:off x="2686790" y="5850397"/>
                  <a:ext cx="16776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26" name="Ink 225">
                  <a:extLst>
                    <a:ext uri="{FF2B5EF4-FFF2-40B4-BE49-F238E27FC236}">
                      <a16:creationId xmlns:a16="http://schemas.microsoft.com/office/drawing/2014/main" id="{1B70C797-B34C-BC74-1F1F-F6F2F2B59DC1}"/>
                    </a:ext>
                  </a:extLst>
                </p14:cNvPr>
                <p14:cNvContentPartPr/>
                <p14:nvPr/>
              </p14:nvContentPartPr>
              <p14:xfrm>
                <a:off x="2864270" y="5868397"/>
                <a:ext cx="123120" cy="102600"/>
              </p14:xfrm>
            </p:contentPart>
          </mc:Choice>
          <mc:Fallback xmlns="">
            <p:pic>
              <p:nvPicPr>
                <p:cNvPr id="226" name="Ink 225">
                  <a:extLst>
                    <a:ext uri="{FF2B5EF4-FFF2-40B4-BE49-F238E27FC236}">
                      <a16:creationId xmlns:a16="http://schemas.microsoft.com/office/drawing/2014/main" id="{1B70C797-B34C-BC74-1F1F-F6F2F2B59DC1}"/>
                    </a:ext>
                  </a:extLst>
                </p:cNvPr>
                <p:cNvPicPr/>
                <p:nvPr/>
              </p:nvPicPr>
              <p:blipFill>
                <a:blip r:embed="rId387"/>
                <a:stretch>
                  <a:fillRect/>
                </a:stretch>
              </p:blipFill>
              <p:spPr>
                <a:xfrm>
                  <a:off x="2846270" y="5850397"/>
                  <a:ext cx="15876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27" name="Ink 226">
                  <a:extLst>
                    <a:ext uri="{FF2B5EF4-FFF2-40B4-BE49-F238E27FC236}">
                      <a16:creationId xmlns:a16="http://schemas.microsoft.com/office/drawing/2014/main" id="{48F8897D-8C84-75D5-65FF-6FC46955DF34}"/>
                    </a:ext>
                  </a:extLst>
                </p14:cNvPr>
                <p14:cNvContentPartPr/>
                <p14:nvPr/>
              </p14:nvContentPartPr>
              <p14:xfrm>
                <a:off x="2883350" y="5873797"/>
                <a:ext cx="102600" cy="57240"/>
              </p14:xfrm>
            </p:contentPart>
          </mc:Choice>
          <mc:Fallback xmlns="">
            <p:pic>
              <p:nvPicPr>
                <p:cNvPr id="227" name="Ink 226">
                  <a:extLst>
                    <a:ext uri="{FF2B5EF4-FFF2-40B4-BE49-F238E27FC236}">
                      <a16:creationId xmlns:a16="http://schemas.microsoft.com/office/drawing/2014/main" id="{48F8897D-8C84-75D5-65FF-6FC46955DF34}"/>
                    </a:ext>
                  </a:extLst>
                </p:cNvPr>
                <p:cNvPicPr/>
                <p:nvPr/>
              </p:nvPicPr>
              <p:blipFill>
                <a:blip r:embed="rId389"/>
                <a:stretch>
                  <a:fillRect/>
                </a:stretch>
              </p:blipFill>
              <p:spPr>
                <a:xfrm>
                  <a:off x="2865287" y="5855797"/>
                  <a:ext cx="138365" cy="92880"/>
                </a:xfrm>
                <a:prstGeom prst="rect">
                  <a:avLst/>
                </a:prstGeom>
              </p:spPr>
            </p:pic>
          </mc:Fallback>
        </mc:AlternateContent>
      </p:grpSp>
      <p:grpSp>
        <p:nvGrpSpPr>
          <p:cNvPr id="329" name="Group 328">
            <a:extLst>
              <a:ext uri="{FF2B5EF4-FFF2-40B4-BE49-F238E27FC236}">
                <a16:creationId xmlns:a16="http://schemas.microsoft.com/office/drawing/2014/main" id="{CF20F64A-4FCB-5AD1-6A7D-73D93A05E044}"/>
              </a:ext>
            </a:extLst>
          </p:cNvPr>
          <p:cNvGrpSpPr/>
          <p:nvPr/>
        </p:nvGrpSpPr>
        <p:grpSpPr>
          <a:xfrm>
            <a:off x="7022990" y="2866717"/>
            <a:ext cx="839880" cy="2027880"/>
            <a:chOff x="7022990" y="2866717"/>
            <a:chExt cx="839880" cy="2027880"/>
          </a:xfrm>
        </p:grpSpPr>
        <mc:AlternateContent xmlns:mc="http://schemas.openxmlformats.org/markup-compatibility/2006" xmlns:p14="http://schemas.microsoft.com/office/powerpoint/2010/main">
          <mc:Choice Requires="p14">
            <p:contentPart p14:bwMode="auto" r:id="rId390">
              <p14:nvContentPartPr>
                <p14:cNvPr id="3" name="Ink 2">
                  <a:extLst>
                    <a:ext uri="{FF2B5EF4-FFF2-40B4-BE49-F238E27FC236}">
                      <a16:creationId xmlns:a16="http://schemas.microsoft.com/office/drawing/2014/main" id="{DB320D4D-0EDB-6968-F669-8281494CE782}"/>
                    </a:ext>
                  </a:extLst>
                </p14:cNvPr>
                <p14:cNvContentPartPr/>
                <p14:nvPr/>
              </p14:nvContentPartPr>
              <p14:xfrm>
                <a:off x="7440230" y="3484837"/>
                <a:ext cx="101160" cy="262800"/>
              </p14:xfrm>
            </p:contentPart>
          </mc:Choice>
          <mc:Fallback xmlns="">
            <p:pic>
              <p:nvPicPr>
                <p:cNvPr id="3" name="Ink 2">
                  <a:extLst>
                    <a:ext uri="{FF2B5EF4-FFF2-40B4-BE49-F238E27FC236}">
                      <a16:creationId xmlns:a16="http://schemas.microsoft.com/office/drawing/2014/main" id="{DB320D4D-0EDB-6968-F669-8281494CE782}"/>
                    </a:ext>
                  </a:extLst>
                </p:cNvPr>
                <p:cNvPicPr/>
                <p:nvPr/>
              </p:nvPicPr>
              <p:blipFill>
                <a:blip r:embed="rId391"/>
                <a:stretch>
                  <a:fillRect/>
                </a:stretch>
              </p:blipFill>
              <p:spPr>
                <a:xfrm>
                  <a:off x="7422590" y="3466837"/>
                  <a:ext cx="13680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8" name="Ink 27">
                  <a:extLst>
                    <a:ext uri="{FF2B5EF4-FFF2-40B4-BE49-F238E27FC236}">
                      <a16:creationId xmlns:a16="http://schemas.microsoft.com/office/drawing/2014/main" id="{48428CFA-26E0-866E-1DCD-D9AE82D91F41}"/>
                    </a:ext>
                  </a:extLst>
                </p14:cNvPr>
                <p14:cNvContentPartPr/>
                <p14:nvPr/>
              </p14:nvContentPartPr>
              <p14:xfrm>
                <a:off x="7504310" y="3454237"/>
                <a:ext cx="191160" cy="294480"/>
              </p14:xfrm>
            </p:contentPart>
          </mc:Choice>
          <mc:Fallback xmlns="">
            <p:pic>
              <p:nvPicPr>
                <p:cNvPr id="28" name="Ink 27">
                  <a:extLst>
                    <a:ext uri="{FF2B5EF4-FFF2-40B4-BE49-F238E27FC236}">
                      <a16:creationId xmlns:a16="http://schemas.microsoft.com/office/drawing/2014/main" id="{48428CFA-26E0-866E-1DCD-D9AE82D91F41}"/>
                    </a:ext>
                  </a:extLst>
                </p:cNvPr>
                <p:cNvPicPr/>
                <p:nvPr/>
              </p:nvPicPr>
              <p:blipFill>
                <a:blip r:embed="rId393"/>
                <a:stretch>
                  <a:fillRect/>
                </a:stretch>
              </p:blipFill>
              <p:spPr>
                <a:xfrm>
                  <a:off x="7486670" y="3436597"/>
                  <a:ext cx="22680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60" name="Ink 59">
                  <a:extLst>
                    <a:ext uri="{FF2B5EF4-FFF2-40B4-BE49-F238E27FC236}">
                      <a16:creationId xmlns:a16="http://schemas.microsoft.com/office/drawing/2014/main" id="{5824A9A6-E9F2-FB38-4C27-2948A4B9AA2D}"/>
                    </a:ext>
                  </a:extLst>
                </p14:cNvPr>
                <p14:cNvContentPartPr/>
                <p14:nvPr/>
              </p14:nvContentPartPr>
              <p14:xfrm>
                <a:off x="7393070" y="3748717"/>
                <a:ext cx="163080" cy="21960"/>
              </p14:xfrm>
            </p:contentPart>
          </mc:Choice>
          <mc:Fallback xmlns="">
            <p:pic>
              <p:nvPicPr>
                <p:cNvPr id="60" name="Ink 59">
                  <a:extLst>
                    <a:ext uri="{FF2B5EF4-FFF2-40B4-BE49-F238E27FC236}">
                      <a16:creationId xmlns:a16="http://schemas.microsoft.com/office/drawing/2014/main" id="{5824A9A6-E9F2-FB38-4C27-2948A4B9AA2D}"/>
                    </a:ext>
                  </a:extLst>
                </p:cNvPr>
                <p:cNvPicPr/>
                <p:nvPr/>
              </p:nvPicPr>
              <p:blipFill>
                <a:blip r:embed="rId395"/>
                <a:stretch>
                  <a:fillRect/>
                </a:stretch>
              </p:blipFill>
              <p:spPr>
                <a:xfrm>
                  <a:off x="7375070" y="3731077"/>
                  <a:ext cx="19872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95" name="Ink 94">
                  <a:extLst>
                    <a:ext uri="{FF2B5EF4-FFF2-40B4-BE49-F238E27FC236}">
                      <a16:creationId xmlns:a16="http://schemas.microsoft.com/office/drawing/2014/main" id="{479B28F8-7B83-2CDC-684A-56A00460D51C}"/>
                    </a:ext>
                  </a:extLst>
                </p14:cNvPr>
                <p14:cNvContentPartPr/>
                <p14:nvPr/>
              </p14:nvContentPartPr>
              <p14:xfrm>
                <a:off x="7271390" y="3466837"/>
                <a:ext cx="591480" cy="57600"/>
              </p14:xfrm>
            </p:contentPart>
          </mc:Choice>
          <mc:Fallback xmlns="">
            <p:pic>
              <p:nvPicPr>
                <p:cNvPr id="95" name="Ink 94">
                  <a:extLst>
                    <a:ext uri="{FF2B5EF4-FFF2-40B4-BE49-F238E27FC236}">
                      <a16:creationId xmlns:a16="http://schemas.microsoft.com/office/drawing/2014/main" id="{479B28F8-7B83-2CDC-684A-56A00460D51C}"/>
                    </a:ext>
                  </a:extLst>
                </p:cNvPr>
                <p:cNvPicPr/>
                <p:nvPr/>
              </p:nvPicPr>
              <p:blipFill>
                <a:blip r:embed="rId397"/>
                <a:stretch>
                  <a:fillRect/>
                </a:stretch>
              </p:blipFill>
              <p:spPr>
                <a:xfrm>
                  <a:off x="7253390" y="3448837"/>
                  <a:ext cx="62712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116" name="Ink 115">
                  <a:extLst>
                    <a:ext uri="{FF2B5EF4-FFF2-40B4-BE49-F238E27FC236}">
                      <a16:creationId xmlns:a16="http://schemas.microsoft.com/office/drawing/2014/main" id="{33A3E5FE-DDE9-019B-9E6C-A729DC97CFA8}"/>
                    </a:ext>
                  </a:extLst>
                </p14:cNvPr>
                <p14:cNvContentPartPr/>
                <p14:nvPr/>
              </p14:nvContentPartPr>
              <p14:xfrm>
                <a:off x="7420790" y="2866717"/>
                <a:ext cx="105120" cy="590040"/>
              </p14:xfrm>
            </p:contentPart>
          </mc:Choice>
          <mc:Fallback xmlns="">
            <p:pic>
              <p:nvPicPr>
                <p:cNvPr id="116" name="Ink 115">
                  <a:extLst>
                    <a:ext uri="{FF2B5EF4-FFF2-40B4-BE49-F238E27FC236}">
                      <a16:creationId xmlns:a16="http://schemas.microsoft.com/office/drawing/2014/main" id="{33A3E5FE-DDE9-019B-9E6C-A729DC97CFA8}"/>
                    </a:ext>
                  </a:extLst>
                </p:cNvPr>
                <p:cNvPicPr/>
                <p:nvPr/>
              </p:nvPicPr>
              <p:blipFill>
                <a:blip r:embed="rId399"/>
                <a:stretch>
                  <a:fillRect/>
                </a:stretch>
              </p:blipFill>
              <p:spPr>
                <a:xfrm>
                  <a:off x="7402790" y="2849077"/>
                  <a:ext cx="140760" cy="62568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162" name="Ink 161">
                  <a:extLst>
                    <a:ext uri="{FF2B5EF4-FFF2-40B4-BE49-F238E27FC236}">
                      <a16:creationId xmlns:a16="http://schemas.microsoft.com/office/drawing/2014/main" id="{6598A4CE-0A3B-1BF6-CEEC-79C07BF2E8F6}"/>
                    </a:ext>
                  </a:extLst>
                </p14:cNvPr>
                <p14:cNvContentPartPr/>
                <p14:nvPr/>
              </p14:nvContentPartPr>
              <p14:xfrm>
                <a:off x="7560470" y="3776077"/>
                <a:ext cx="52920" cy="751320"/>
              </p14:xfrm>
            </p:contentPart>
          </mc:Choice>
          <mc:Fallback xmlns="">
            <p:pic>
              <p:nvPicPr>
                <p:cNvPr id="162" name="Ink 161">
                  <a:extLst>
                    <a:ext uri="{FF2B5EF4-FFF2-40B4-BE49-F238E27FC236}">
                      <a16:creationId xmlns:a16="http://schemas.microsoft.com/office/drawing/2014/main" id="{6598A4CE-0A3B-1BF6-CEEC-79C07BF2E8F6}"/>
                    </a:ext>
                  </a:extLst>
                </p:cNvPr>
                <p:cNvPicPr/>
                <p:nvPr/>
              </p:nvPicPr>
              <p:blipFill>
                <a:blip r:embed="rId401"/>
                <a:stretch>
                  <a:fillRect/>
                </a:stretch>
              </p:blipFill>
              <p:spPr>
                <a:xfrm>
                  <a:off x="7542830" y="3758437"/>
                  <a:ext cx="88560" cy="78696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202" name="Ink 201">
                  <a:extLst>
                    <a:ext uri="{FF2B5EF4-FFF2-40B4-BE49-F238E27FC236}">
                      <a16:creationId xmlns:a16="http://schemas.microsoft.com/office/drawing/2014/main" id="{720A67BF-35EE-9970-E010-37A696E74727}"/>
                    </a:ext>
                  </a:extLst>
                </p14:cNvPr>
                <p14:cNvContentPartPr/>
                <p14:nvPr/>
              </p14:nvContentPartPr>
              <p14:xfrm>
                <a:off x="7022990" y="3607597"/>
                <a:ext cx="242280" cy="216720"/>
              </p14:xfrm>
            </p:contentPart>
          </mc:Choice>
          <mc:Fallback xmlns="">
            <p:pic>
              <p:nvPicPr>
                <p:cNvPr id="202" name="Ink 201">
                  <a:extLst>
                    <a:ext uri="{FF2B5EF4-FFF2-40B4-BE49-F238E27FC236}">
                      <a16:creationId xmlns:a16="http://schemas.microsoft.com/office/drawing/2014/main" id="{720A67BF-35EE-9970-E010-37A696E74727}"/>
                    </a:ext>
                  </a:extLst>
                </p:cNvPr>
                <p:cNvPicPr/>
                <p:nvPr/>
              </p:nvPicPr>
              <p:blipFill>
                <a:blip r:embed="rId403"/>
                <a:stretch>
                  <a:fillRect/>
                </a:stretch>
              </p:blipFill>
              <p:spPr>
                <a:xfrm>
                  <a:off x="7004990" y="3589957"/>
                  <a:ext cx="27792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205" name="Ink 204">
                  <a:extLst>
                    <a:ext uri="{FF2B5EF4-FFF2-40B4-BE49-F238E27FC236}">
                      <a16:creationId xmlns:a16="http://schemas.microsoft.com/office/drawing/2014/main" id="{A523789E-68AB-C3A4-3AE5-FBA21AC04A76}"/>
                    </a:ext>
                  </a:extLst>
                </p14:cNvPr>
                <p14:cNvContentPartPr/>
                <p14:nvPr/>
              </p14:nvContentPartPr>
              <p14:xfrm>
                <a:off x="7139990" y="3590677"/>
                <a:ext cx="127800" cy="189360"/>
              </p14:xfrm>
            </p:contentPart>
          </mc:Choice>
          <mc:Fallback xmlns="">
            <p:pic>
              <p:nvPicPr>
                <p:cNvPr id="205" name="Ink 204">
                  <a:extLst>
                    <a:ext uri="{FF2B5EF4-FFF2-40B4-BE49-F238E27FC236}">
                      <a16:creationId xmlns:a16="http://schemas.microsoft.com/office/drawing/2014/main" id="{A523789E-68AB-C3A4-3AE5-FBA21AC04A76}"/>
                    </a:ext>
                  </a:extLst>
                </p:cNvPr>
                <p:cNvPicPr/>
                <p:nvPr/>
              </p:nvPicPr>
              <p:blipFill>
                <a:blip r:embed="rId405"/>
                <a:stretch>
                  <a:fillRect/>
                </a:stretch>
              </p:blipFill>
              <p:spPr>
                <a:xfrm>
                  <a:off x="7121990" y="3573037"/>
                  <a:ext cx="16344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264" name="Ink 263">
                  <a:extLst>
                    <a:ext uri="{FF2B5EF4-FFF2-40B4-BE49-F238E27FC236}">
                      <a16:creationId xmlns:a16="http://schemas.microsoft.com/office/drawing/2014/main" id="{559B27CB-E587-1413-D098-737292DB8A6E}"/>
                    </a:ext>
                  </a:extLst>
                </p14:cNvPr>
                <p14:cNvContentPartPr/>
                <p14:nvPr/>
              </p14:nvContentPartPr>
              <p14:xfrm>
                <a:off x="7121630" y="3889477"/>
                <a:ext cx="205920" cy="247320"/>
              </p14:xfrm>
            </p:contentPart>
          </mc:Choice>
          <mc:Fallback xmlns="">
            <p:pic>
              <p:nvPicPr>
                <p:cNvPr id="264" name="Ink 263">
                  <a:extLst>
                    <a:ext uri="{FF2B5EF4-FFF2-40B4-BE49-F238E27FC236}">
                      <a16:creationId xmlns:a16="http://schemas.microsoft.com/office/drawing/2014/main" id="{559B27CB-E587-1413-D098-737292DB8A6E}"/>
                    </a:ext>
                  </a:extLst>
                </p:cNvPr>
                <p:cNvPicPr/>
                <p:nvPr/>
              </p:nvPicPr>
              <p:blipFill>
                <a:blip r:embed="rId407"/>
                <a:stretch>
                  <a:fillRect/>
                </a:stretch>
              </p:blipFill>
              <p:spPr>
                <a:xfrm>
                  <a:off x="7103990" y="3871837"/>
                  <a:ext cx="24156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265" name="Ink 264">
                  <a:extLst>
                    <a:ext uri="{FF2B5EF4-FFF2-40B4-BE49-F238E27FC236}">
                      <a16:creationId xmlns:a16="http://schemas.microsoft.com/office/drawing/2014/main" id="{CDD8FEF2-9F88-C3EF-8CC2-F17AF785BC60}"/>
                    </a:ext>
                  </a:extLst>
                </p14:cNvPr>
                <p14:cNvContentPartPr/>
                <p14:nvPr/>
              </p14:nvContentPartPr>
              <p14:xfrm>
                <a:off x="7224230" y="3890557"/>
                <a:ext cx="148320" cy="118440"/>
              </p14:xfrm>
            </p:contentPart>
          </mc:Choice>
          <mc:Fallback xmlns="">
            <p:pic>
              <p:nvPicPr>
                <p:cNvPr id="265" name="Ink 264">
                  <a:extLst>
                    <a:ext uri="{FF2B5EF4-FFF2-40B4-BE49-F238E27FC236}">
                      <a16:creationId xmlns:a16="http://schemas.microsoft.com/office/drawing/2014/main" id="{CDD8FEF2-9F88-C3EF-8CC2-F17AF785BC60}"/>
                    </a:ext>
                  </a:extLst>
                </p:cNvPr>
                <p:cNvPicPr/>
                <p:nvPr/>
              </p:nvPicPr>
              <p:blipFill>
                <a:blip r:embed="rId409"/>
                <a:stretch>
                  <a:fillRect/>
                </a:stretch>
              </p:blipFill>
              <p:spPr>
                <a:xfrm>
                  <a:off x="7206230" y="3872557"/>
                  <a:ext cx="1839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284" name="Ink 283">
                  <a:extLst>
                    <a:ext uri="{FF2B5EF4-FFF2-40B4-BE49-F238E27FC236}">
                      <a16:creationId xmlns:a16="http://schemas.microsoft.com/office/drawing/2014/main" id="{BECBBA5E-B4A8-980C-15BD-A253E9D8A36C}"/>
                    </a:ext>
                  </a:extLst>
                </p14:cNvPr>
                <p14:cNvContentPartPr/>
                <p14:nvPr/>
              </p14:nvContentPartPr>
              <p14:xfrm>
                <a:off x="7394510" y="4681117"/>
                <a:ext cx="30960" cy="213480"/>
              </p14:xfrm>
            </p:contentPart>
          </mc:Choice>
          <mc:Fallback xmlns="">
            <p:pic>
              <p:nvPicPr>
                <p:cNvPr id="284" name="Ink 283">
                  <a:extLst>
                    <a:ext uri="{FF2B5EF4-FFF2-40B4-BE49-F238E27FC236}">
                      <a16:creationId xmlns:a16="http://schemas.microsoft.com/office/drawing/2014/main" id="{BECBBA5E-B4A8-980C-15BD-A253E9D8A36C}"/>
                    </a:ext>
                  </a:extLst>
                </p:cNvPr>
                <p:cNvPicPr/>
                <p:nvPr/>
              </p:nvPicPr>
              <p:blipFill>
                <a:blip r:embed="rId411"/>
                <a:stretch>
                  <a:fillRect/>
                </a:stretch>
              </p:blipFill>
              <p:spPr>
                <a:xfrm>
                  <a:off x="7376510" y="4663117"/>
                  <a:ext cx="6660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287" name="Ink 286">
                  <a:extLst>
                    <a:ext uri="{FF2B5EF4-FFF2-40B4-BE49-F238E27FC236}">
                      <a16:creationId xmlns:a16="http://schemas.microsoft.com/office/drawing/2014/main" id="{136A512B-3F44-47E4-63F4-9AD0CCA97792}"/>
                    </a:ext>
                  </a:extLst>
                </p14:cNvPr>
                <p14:cNvContentPartPr/>
                <p14:nvPr/>
              </p14:nvContentPartPr>
              <p14:xfrm>
                <a:off x="7404590" y="4620637"/>
                <a:ext cx="67320" cy="156240"/>
              </p14:xfrm>
            </p:contentPart>
          </mc:Choice>
          <mc:Fallback xmlns="">
            <p:pic>
              <p:nvPicPr>
                <p:cNvPr id="287" name="Ink 286">
                  <a:extLst>
                    <a:ext uri="{FF2B5EF4-FFF2-40B4-BE49-F238E27FC236}">
                      <a16:creationId xmlns:a16="http://schemas.microsoft.com/office/drawing/2014/main" id="{136A512B-3F44-47E4-63F4-9AD0CCA97792}"/>
                    </a:ext>
                  </a:extLst>
                </p:cNvPr>
                <p:cNvPicPr/>
                <p:nvPr/>
              </p:nvPicPr>
              <p:blipFill>
                <a:blip r:embed="rId413"/>
                <a:stretch>
                  <a:fillRect/>
                </a:stretch>
              </p:blipFill>
              <p:spPr>
                <a:xfrm>
                  <a:off x="7386590" y="4602637"/>
                  <a:ext cx="1029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299" name="Ink 298">
                  <a:extLst>
                    <a:ext uri="{FF2B5EF4-FFF2-40B4-BE49-F238E27FC236}">
                      <a16:creationId xmlns:a16="http://schemas.microsoft.com/office/drawing/2014/main" id="{4B92D807-8C21-8430-AE5F-BA8AB01A7D2E}"/>
                    </a:ext>
                  </a:extLst>
                </p14:cNvPr>
                <p14:cNvContentPartPr/>
                <p14:nvPr/>
              </p14:nvContentPartPr>
              <p14:xfrm>
                <a:off x="7569830" y="4674997"/>
                <a:ext cx="26280" cy="190800"/>
              </p14:xfrm>
            </p:contentPart>
          </mc:Choice>
          <mc:Fallback xmlns="">
            <p:pic>
              <p:nvPicPr>
                <p:cNvPr id="299" name="Ink 298">
                  <a:extLst>
                    <a:ext uri="{FF2B5EF4-FFF2-40B4-BE49-F238E27FC236}">
                      <a16:creationId xmlns:a16="http://schemas.microsoft.com/office/drawing/2014/main" id="{4B92D807-8C21-8430-AE5F-BA8AB01A7D2E}"/>
                    </a:ext>
                  </a:extLst>
                </p:cNvPr>
                <p:cNvPicPr/>
                <p:nvPr/>
              </p:nvPicPr>
              <p:blipFill>
                <a:blip r:embed="rId415"/>
                <a:stretch>
                  <a:fillRect/>
                </a:stretch>
              </p:blipFill>
              <p:spPr>
                <a:xfrm>
                  <a:off x="7552190" y="4657357"/>
                  <a:ext cx="6192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328" name="Ink 327">
                  <a:extLst>
                    <a:ext uri="{FF2B5EF4-FFF2-40B4-BE49-F238E27FC236}">
                      <a16:creationId xmlns:a16="http://schemas.microsoft.com/office/drawing/2014/main" id="{7FEF7338-755B-39DA-AB80-C03028094DF1}"/>
                    </a:ext>
                  </a:extLst>
                </p14:cNvPr>
                <p14:cNvContentPartPr/>
                <p14:nvPr/>
              </p14:nvContentPartPr>
              <p14:xfrm>
                <a:off x="7543550" y="4642957"/>
                <a:ext cx="205560" cy="212400"/>
              </p14:xfrm>
            </p:contentPart>
          </mc:Choice>
          <mc:Fallback xmlns="">
            <p:pic>
              <p:nvPicPr>
                <p:cNvPr id="328" name="Ink 327">
                  <a:extLst>
                    <a:ext uri="{FF2B5EF4-FFF2-40B4-BE49-F238E27FC236}">
                      <a16:creationId xmlns:a16="http://schemas.microsoft.com/office/drawing/2014/main" id="{7FEF7338-755B-39DA-AB80-C03028094DF1}"/>
                    </a:ext>
                  </a:extLst>
                </p:cNvPr>
                <p:cNvPicPr/>
                <p:nvPr/>
              </p:nvPicPr>
              <p:blipFill>
                <a:blip r:embed="rId417"/>
                <a:stretch>
                  <a:fillRect/>
                </a:stretch>
              </p:blipFill>
              <p:spPr>
                <a:xfrm>
                  <a:off x="7525550" y="4625317"/>
                  <a:ext cx="241200" cy="248040"/>
                </a:xfrm>
                <a:prstGeom prst="rect">
                  <a:avLst/>
                </a:prstGeom>
              </p:spPr>
            </p:pic>
          </mc:Fallback>
        </mc:AlternateContent>
      </p:grpSp>
      <p:grpSp>
        <p:nvGrpSpPr>
          <p:cNvPr id="345" name="Group 344">
            <a:extLst>
              <a:ext uri="{FF2B5EF4-FFF2-40B4-BE49-F238E27FC236}">
                <a16:creationId xmlns:a16="http://schemas.microsoft.com/office/drawing/2014/main" id="{BE84BBC2-887F-2BF0-C56E-C33C9F7CAF67}"/>
              </a:ext>
            </a:extLst>
          </p:cNvPr>
          <p:cNvGrpSpPr/>
          <p:nvPr/>
        </p:nvGrpSpPr>
        <p:grpSpPr>
          <a:xfrm>
            <a:off x="7682510" y="5131477"/>
            <a:ext cx="406080" cy="493920"/>
            <a:chOff x="7682510" y="5131477"/>
            <a:chExt cx="406080" cy="493920"/>
          </a:xfrm>
        </p:grpSpPr>
        <mc:AlternateContent xmlns:mc="http://schemas.openxmlformats.org/markup-compatibility/2006" xmlns:p14="http://schemas.microsoft.com/office/powerpoint/2010/main">
          <mc:Choice Requires="p14">
            <p:contentPart p14:bwMode="auto" r:id="rId418">
              <p14:nvContentPartPr>
                <p14:cNvPr id="330" name="Ink 329">
                  <a:extLst>
                    <a:ext uri="{FF2B5EF4-FFF2-40B4-BE49-F238E27FC236}">
                      <a16:creationId xmlns:a16="http://schemas.microsoft.com/office/drawing/2014/main" id="{E486C675-CD9B-4201-5EC2-D76193494547}"/>
                    </a:ext>
                  </a:extLst>
                </p14:cNvPr>
                <p14:cNvContentPartPr/>
                <p14:nvPr/>
              </p14:nvContentPartPr>
              <p14:xfrm>
                <a:off x="7682510" y="5131477"/>
                <a:ext cx="114480" cy="453240"/>
              </p14:xfrm>
            </p:contentPart>
          </mc:Choice>
          <mc:Fallback xmlns="">
            <p:pic>
              <p:nvPicPr>
                <p:cNvPr id="330" name="Ink 329">
                  <a:extLst>
                    <a:ext uri="{FF2B5EF4-FFF2-40B4-BE49-F238E27FC236}">
                      <a16:creationId xmlns:a16="http://schemas.microsoft.com/office/drawing/2014/main" id="{E486C675-CD9B-4201-5EC2-D76193494547}"/>
                    </a:ext>
                  </a:extLst>
                </p:cNvPr>
                <p:cNvPicPr/>
                <p:nvPr/>
              </p:nvPicPr>
              <p:blipFill>
                <a:blip r:embed="rId419"/>
                <a:stretch>
                  <a:fillRect/>
                </a:stretch>
              </p:blipFill>
              <p:spPr>
                <a:xfrm>
                  <a:off x="7664510" y="5113837"/>
                  <a:ext cx="150120" cy="48888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331" name="Ink 330">
                  <a:extLst>
                    <a:ext uri="{FF2B5EF4-FFF2-40B4-BE49-F238E27FC236}">
                      <a16:creationId xmlns:a16="http://schemas.microsoft.com/office/drawing/2014/main" id="{140D8A7A-AA4A-39A1-DDC5-D462B9EDA330}"/>
                    </a:ext>
                  </a:extLst>
                </p14:cNvPr>
                <p14:cNvContentPartPr/>
                <p14:nvPr/>
              </p14:nvContentPartPr>
              <p14:xfrm>
                <a:off x="7747670" y="5512357"/>
                <a:ext cx="253800" cy="29880"/>
              </p14:xfrm>
            </p:contentPart>
          </mc:Choice>
          <mc:Fallback xmlns="">
            <p:pic>
              <p:nvPicPr>
                <p:cNvPr id="331" name="Ink 330">
                  <a:extLst>
                    <a:ext uri="{FF2B5EF4-FFF2-40B4-BE49-F238E27FC236}">
                      <a16:creationId xmlns:a16="http://schemas.microsoft.com/office/drawing/2014/main" id="{140D8A7A-AA4A-39A1-DDC5-D462B9EDA330}"/>
                    </a:ext>
                  </a:extLst>
                </p:cNvPr>
                <p:cNvPicPr/>
                <p:nvPr/>
              </p:nvPicPr>
              <p:blipFill>
                <a:blip r:embed="rId421"/>
                <a:stretch>
                  <a:fillRect/>
                </a:stretch>
              </p:blipFill>
              <p:spPr>
                <a:xfrm>
                  <a:off x="7730030" y="5494717"/>
                  <a:ext cx="28944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332" name="Ink 331">
                  <a:extLst>
                    <a:ext uri="{FF2B5EF4-FFF2-40B4-BE49-F238E27FC236}">
                      <a16:creationId xmlns:a16="http://schemas.microsoft.com/office/drawing/2014/main" id="{F6AE75B0-D03A-4250-0099-1E1DB7F9387E}"/>
                    </a:ext>
                  </a:extLst>
                </p14:cNvPr>
                <p14:cNvContentPartPr/>
                <p14:nvPr/>
              </p14:nvContentPartPr>
              <p14:xfrm>
                <a:off x="7960430" y="5419837"/>
                <a:ext cx="128160" cy="205560"/>
              </p14:xfrm>
            </p:contentPart>
          </mc:Choice>
          <mc:Fallback xmlns="">
            <p:pic>
              <p:nvPicPr>
                <p:cNvPr id="332" name="Ink 331">
                  <a:extLst>
                    <a:ext uri="{FF2B5EF4-FFF2-40B4-BE49-F238E27FC236}">
                      <a16:creationId xmlns:a16="http://schemas.microsoft.com/office/drawing/2014/main" id="{F6AE75B0-D03A-4250-0099-1E1DB7F9387E}"/>
                    </a:ext>
                  </a:extLst>
                </p:cNvPr>
                <p:cNvPicPr/>
                <p:nvPr/>
              </p:nvPicPr>
              <p:blipFill>
                <a:blip r:embed="rId423"/>
                <a:stretch>
                  <a:fillRect/>
                </a:stretch>
              </p:blipFill>
              <p:spPr>
                <a:xfrm>
                  <a:off x="7942430" y="5402197"/>
                  <a:ext cx="163800" cy="241200"/>
                </a:xfrm>
                <a:prstGeom prst="rect">
                  <a:avLst/>
                </a:prstGeom>
              </p:spPr>
            </p:pic>
          </mc:Fallback>
        </mc:AlternateContent>
      </p:grpSp>
      <p:grpSp>
        <p:nvGrpSpPr>
          <p:cNvPr id="344" name="Group 343">
            <a:extLst>
              <a:ext uri="{FF2B5EF4-FFF2-40B4-BE49-F238E27FC236}">
                <a16:creationId xmlns:a16="http://schemas.microsoft.com/office/drawing/2014/main" id="{0F5BCF19-6760-8464-0332-9F25804DEBEB}"/>
              </a:ext>
            </a:extLst>
          </p:cNvPr>
          <p:cNvGrpSpPr/>
          <p:nvPr/>
        </p:nvGrpSpPr>
        <p:grpSpPr>
          <a:xfrm>
            <a:off x="8441390" y="5288437"/>
            <a:ext cx="1098720" cy="561240"/>
            <a:chOff x="8441390" y="5288437"/>
            <a:chExt cx="1098720" cy="561240"/>
          </a:xfrm>
        </p:grpSpPr>
        <mc:AlternateContent xmlns:mc="http://schemas.openxmlformats.org/markup-compatibility/2006" xmlns:p14="http://schemas.microsoft.com/office/powerpoint/2010/main">
          <mc:Choice Requires="p14">
            <p:contentPart p14:bwMode="auto" r:id="rId424">
              <p14:nvContentPartPr>
                <p14:cNvPr id="333" name="Ink 332">
                  <a:extLst>
                    <a:ext uri="{FF2B5EF4-FFF2-40B4-BE49-F238E27FC236}">
                      <a16:creationId xmlns:a16="http://schemas.microsoft.com/office/drawing/2014/main" id="{EFD4D09F-FDC4-D780-DAA5-50FBE1DF388A}"/>
                    </a:ext>
                  </a:extLst>
                </p14:cNvPr>
                <p14:cNvContentPartPr/>
                <p14:nvPr/>
              </p14:nvContentPartPr>
              <p14:xfrm>
                <a:off x="8441390" y="5467357"/>
                <a:ext cx="409680" cy="130320"/>
              </p14:xfrm>
            </p:contentPart>
          </mc:Choice>
          <mc:Fallback xmlns="">
            <p:pic>
              <p:nvPicPr>
                <p:cNvPr id="333" name="Ink 332">
                  <a:extLst>
                    <a:ext uri="{FF2B5EF4-FFF2-40B4-BE49-F238E27FC236}">
                      <a16:creationId xmlns:a16="http://schemas.microsoft.com/office/drawing/2014/main" id="{EFD4D09F-FDC4-D780-DAA5-50FBE1DF388A}"/>
                    </a:ext>
                  </a:extLst>
                </p:cNvPr>
                <p:cNvPicPr/>
                <p:nvPr/>
              </p:nvPicPr>
              <p:blipFill>
                <a:blip r:embed="rId425"/>
                <a:stretch>
                  <a:fillRect/>
                </a:stretch>
              </p:blipFill>
              <p:spPr>
                <a:xfrm>
                  <a:off x="8423390" y="5449717"/>
                  <a:ext cx="44532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334" name="Ink 333">
                  <a:extLst>
                    <a:ext uri="{FF2B5EF4-FFF2-40B4-BE49-F238E27FC236}">
                      <a16:creationId xmlns:a16="http://schemas.microsoft.com/office/drawing/2014/main" id="{07E05293-8300-B295-F699-A318BFE51CC3}"/>
                    </a:ext>
                  </a:extLst>
                </p14:cNvPr>
                <p14:cNvContentPartPr/>
                <p14:nvPr/>
              </p14:nvContentPartPr>
              <p14:xfrm>
                <a:off x="8883110" y="5452597"/>
                <a:ext cx="134280" cy="153720"/>
              </p14:xfrm>
            </p:contentPart>
          </mc:Choice>
          <mc:Fallback xmlns="">
            <p:pic>
              <p:nvPicPr>
                <p:cNvPr id="334" name="Ink 333">
                  <a:extLst>
                    <a:ext uri="{FF2B5EF4-FFF2-40B4-BE49-F238E27FC236}">
                      <a16:creationId xmlns:a16="http://schemas.microsoft.com/office/drawing/2014/main" id="{07E05293-8300-B295-F699-A318BFE51CC3}"/>
                    </a:ext>
                  </a:extLst>
                </p:cNvPr>
                <p:cNvPicPr/>
                <p:nvPr/>
              </p:nvPicPr>
              <p:blipFill>
                <a:blip r:embed="rId427"/>
                <a:stretch>
                  <a:fillRect/>
                </a:stretch>
              </p:blipFill>
              <p:spPr>
                <a:xfrm>
                  <a:off x="8865110" y="5434957"/>
                  <a:ext cx="16992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335" name="Ink 334">
                  <a:extLst>
                    <a:ext uri="{FF2B5EF4-FFF2-40B4-BE49-F238E27FC236}">
                      <a16:creationId xmlns:a16="http://schemas.microsoft.com/office/drawing/2014/main" id="{E3746B8E-E2E3-CB99-1A12-24A0A8155484}"/>
                    </a:ext>
                  </a:extLst>
                </p14:cNvPr>
                <p14:cNvContentPartPr/>
                <p14:nvPr/>
              </p14:nvContentPartPr>
              <p14:xfrm>
                <a:off x="9111710" y="5288437"/>
                <a:ext cx="36000" cy="301680"/>
              </p14:xfrm>
            </p:contentPart>
          </mc:Choice>
          <mc:Fallback xmlns="">
            <p:pic>
              <p:nvPicPr>
                <p:cNvPr id="335" name="Ink 334">
                  <a:extLst>
                    <a:ext uri="{FF2B5EF4-FFF2-40B4-BE49-F238E27FC236}">
                      <a16:creationId xmlns:a16="http://schemas.microsoft.com/office/drawing/2014/main" id="{E3746B8E-E2E3-CB99-1A12-24A0A8155484}"/>
                    </a:ext>
                  </a:extLst>
                </p:cNvPr>
                <p:cNvPicPr/>
                <p:nvPr/>
              </p:nvPicPr>
              <p:blipFill>
                <a:blip r:embed="rId429"/>
                <a:stretch>
                  <a:fillRect/>
                </a:stretch>
              </p:blipFill>
              <p:spPr>
                <a:xfrm>
                  <a:off x="9093710" y="5270437"/>
                  <a:ext cx="7164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336" name="Ink 335">
                  <a:extLst>
                    <a:ext uri="{FF2B5EF4-FFF2-40B4-BE49-F238E27FC236}">
                      <a16:creationId xmlns:a16="http://schemas.microsoft.com/office/drawing/2014/main" id="{25E5E6D9-1207-29E1-AAB4-E746CC60DF2F}"/>
                    </a:ext>
                  </a:extLst>
                </p14:cNvPr>
                <p14:cNvContentPartPr/>
                <p14:nvPr/>
              </p14:nvContentPartPr>
              <p14:xfrm>
                <a:off x="9211790" y="5496517"/>
                <a:ext cx="106200" cy="89640"/>
              </p14:xfrm>
            </p:contentPart>
          </mc:Choice>
          <mc:Fallback xmlns="">
            <p:pic>
              <p:nvPicPr>
                <p:cNvPr id="336" name="Ink 335">
                  <a:extLst>
                    <a:ext uri="{FF2B5EF4-FFF2-40B4-BE49-F238E27FC236}">
                      <a16:creationId xmlns:a16="http://schemas.microsoft.com/office/drawing/2014/main" id="{25E5E6D9-1207-29E1-AAB4-E746CC60DF2F}"/>
                    </a:ext>
                  </a:extLst>
                </p:cNvPr>
                <p:cNvPicPr/>
                <p:nvPr/>
              </p:nvPicPr>
              <p:blipFill>
                <a:blip r:embed="rId431"/>
                <a:stretch>
                  <a:fillRect/>
                </a:stretch>
              </p:blipFill>
              <p:spPr>
                <a:xfrm>
                  <a:off x="9193790" y="5478517"/>
                  <a:ext cx="14184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337" name="Ink 336">
                  <a:extLst>
                    <a:ext uri="{FF2B5EF4-FFF2-40B4-BE49-F238E27FC236}">
                      <a16:creationId xmlns:a16="http://schemas.microsoft.com/office/drawing/2014/main" id="{FE093D27-84CC-A39F-A862-A3882A4B79F2}"/>
                    </a:ext>
                  </a:extLst>
                </p14:cNvPr>
                <p14:cNvContentPartPr/>
                <p14:nvPr/>
              </p14:nvContentPartPr>
              <p14:xfrm>
                <a:off x="9384950" y="5502277"/>
                <a:ext cx="155160" cy="347400"/>
              </p14:xfrm>
            </p:contentPart>
          </mc:Choice>
          <mc:Fallback xmlns="">
            <p:pic>
              <p:nvPicPr>
                <p:cNvPr id="337" name="Ink 336">
                  <a:extLst>
                    <a:ext uri="{FF2B5EF4-FFF2-40B4-BE49-F238E27FC236}">
                      <a16:creationId xmlns:a16="http://schemas.microsoft.com/office/drawing/2014/main" id="{FE093D27-84CC-A39F-A862-A3882A4B79F2}"/>
                    </a:ext>
                  </a:extLst>
                </p:cNvPr>
                <p:cNvPicPr/>
                <p:nvPr/>
              </p:nvPicPr>
              <p:blipFill>
                <a:blip r:embed="rId433"/>
                <a:stretch>
                  <a:fillRect/>
                </a:stretch>
              </p:blipFill>
              <p:spPr>
                <a:xfrm>
                  <a:off x="9366950" y="5484637"/>
                  <a:ext cx="190800" cy="383040"/>
                </a:xfrm>
                <a:prstGeom prst="rect">
                  <a:avLst/>
                </a:prstGeom>
              </p:spPr>
            </p:pic>
          </mc:Fallback>
        </mc:AlternateContent>
      </p:grpSp>
      <p:grpSp>
        <p:nvGrpSpPr>
          <p:cNvPr id="343" name="Group 342">
            <a:extLst>
              <a:ext uri="{FF2B5EF4-FFF2-40B4-BE49-F238E27FC236}">
                <a16:creationId xmlns:a16="http://schemas.microsoft.com/office/drawing/2014/main" id="{3510DF66-9854-7D4F-B83D-5E2EB9E903D6}"/>
              </a:ext>
            </a:extLst>
          </p:cNvPr>
          <p:cNvGrpSpPr/>
          <p:nvPr/>
        </p:nvGrpSpPr>
        <p:grpSpPr>
          <a:xfrm>
            <a:off x="9888230" y="5371237"/>
            <a:ext cx="963720" cy="328320"/>
            <a:chOff x="9888230" y="5371237"/>
            <a:chExt cx="963720" cy="328320"/>
          </a:xfrm>
        </p:grpSpPr>
        <mc:AlternateContent xmlns:mc="http://schemas.openxmlformats.org/markup-compatibility/2006" xmlns:p14="http://schemas.microsoft.com/office/powerpoint/2010/main">
          <mc:Choice Requires="p14">
            <p:contentPart p14:bwMode="auto" r:id="rId434">
              <p14:nvContentPartPr>
                <p14:cNvPr id="338" name="Ink 337">
                  <a:extLst>
                    <a:ext uri="{FF2B5EF4-FFF2-40B4-BE49-F238E27FC236}">
                      <a16:creationId xmlns:a16="http://schemas.microsoft.com/office/drawing/2014/main" id="{95827455-79B5-10CC-D66A-49436B895E44}"/>
                    </a:ext>
                  </a:extLst>
                </p14:cNvPr>
                <p14:cNvContentPartPr/>
                <p14:nvPr/>
              </p14:nvContentPartPr>
              <p14:xfrm>
                <a:off x="9888230" y="5478877"/>
                <a:ext cx="111960" cy="220680"/>
              </p14:xfrm>
            </p:contentPart>
          </mc:Choice>
          <mc:Fallback xmlns="">
            <p:pic>
              <p:nvPicPr>
                <p:cNvPr id="338" name="Ink 337">
                  <a:extLst>
                    <a:ext uri="{FF2B5EF4-FFF2-40B4-BE49-F238E27FC236}">
                      <a16:creationId xmlns:a16="http://schemas.microsoft.com/office/drawing/2014/main" id="{95827455-79B5-10CC-D66A-49436B895E44}"/>
                    </a:ext>
                  </a:extLst>
                </p:cNvPr>
                <p:cNvPicPr/>
                <p:nvPr/>
              </p:nvPicPr>
              <p:blipFill>
                <a:blip r:embed="rId435"/>
                <a:stretch>
                  <a:fillRect/>
                </a:stretch>
              </p:blipFill>
              <p:spPr>
                <a:xfrm>
                  <a:off x="9870230" y="5461237"/>
                  <a:ext cx="1476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339" name="Ink 338">
                  <a:extLst>
                    <a:ext uri="{FF2B5EF4-FFF2-40B4-BE49-F238E27FC236}">
                      <a16:creationId xmlns:a16="http://schemas.microsoft.com/office/drawing/2014/main" id="{4A9E9F03-79A1-4525-8341-8AEEE0E555D2}"/>
                    </a:ext>
                  </a:extLst>
                </p14:cNvPr>
                <p14:cNvContentPartPr/>
                <p14:nvPr/>
              </p14:nvContentPartPr>
              <p14:xfrm>
                <a:off x="10080110" y="5512717"/>
                <a:ext cx="13680" cy="78480"/>
              </p14:xfrm>
            </p:contentPart>
          </mc:Choice>
          <mc:Fallback xmlns="">
            <p:pic>
              <p:nvPicPr>
                <p:cNvPr id="339" name="Ink 338">
                  <a:extLst>
                    <a:ext uri="{FF2B5EF4-FFF2-40B4-BE49-F238E27FC236}">
                      <a16:creationId xmlns:a16="http://schemas.microsoft.com/office/drawing/2014/main" id="{4A9E9F03-79A1-4525-8341-8AEEE0E555D2}"/>
                    </a:ext>
                  </a:extLst>
                </p:cNvPr>
                <p:cNvPicPr/>
                <p:nvPr/>
              </p:nvPicPr>
              <p:blipFill>
                <a:blip r:embed="rId437"/>
                <a:stretch>
                  <a:fillRect/>
                </a:stretch>
              </p:blipFill>
              <p:spPr>
                <a:xfrm>
                  <a:off x="10062110" y="5495077"/>
                  <a:ext cx="493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340" name="Ink 339">
                  <a:extLst>
                    <a:ext uri="{FF2B5EF4-FFF2-40B4-BE49-F238E27FC236}">
                      <a16:creationId xmlns:a16="http://schemas.microsoft.com/office/drawing/2014/main" id="{1E65D624-4E29-3507-1948-13CD9884A965}"/>
                    </a:ext>
                  </a:extLst>
                </p14:cNvPr>
                <p14:cNvContentPartPr/>
                <p14:nvPr/>
              </p14:nvContentPartPr>
              <p14:xfrm>
                <a:off x="10085150" y="5406157"/>
                <a:ext cx="14760" cy="30960"/>
              </p14:xfrm>
            </p:contentPart>
          </mc:Choice>
          <mc:Fallback xmlns="">
            <p:pic>
              <p:nvPicPr>
                <p:cNvPr id="340" name="Ink 339">
                  <a:extLst>
                    <a:ext uri="{FF2B5EF4-FFF2-40B4-BE49-F238E27FC236}">
                      <a16:creationId xmlns:a16="http://schemas.microsoft.com/office/drawing/2014/main" id="{1E65D624-4E29-3507-1948-13CD9884A965}"/>
                    </a:ext>
                  </a:extLst>
                </p:cNvPr>
                <p:cNvPicPr/>
                <p:nvPr/>
              </p:nvPicPr>
              <p:blipFill>
                <a:blip r:embed="rId439"/>
                <a:stretch>
                  <a:fillRect/>
                </a:stretch>
              </p:blipFill>
              <p:spPr>
                <a:xfrm>
                  <a:off x="10067150" y="5388157"/>
                  <a:ext cx="504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341" name="Ink 340">
                  <a:extLst>
                    <a:ext uri="{FF2B5EF4-FFF2-40B4-BE49-F238E27FC236}">
                      <a16:creationId xmlns:a16="http://schemas.microsoft.com/office/drawing/2014/main" id="{A49F135F-FE26-3D99-2CC7-7AC8A24CB519}"/>
                    </a:ext>
                  </a:extLst>
                </p14:cNvPr>
                <p14:cNvContentPartPr/>
                <p14:nvPr/>
              </p14:nvContentPartPr>
              <p14:xfrm>
                <a:off x="10162550" y="5514877"/>
                <a:ext cx="354600" cy="166680"/>
              </p14:xfrm>
            </p:contentPart>
          </mc:Choice>
          <mc:Fallback xmlns="">
            <p:pic>
              <p:nvPicPr>
                <p:cNvPr id="341" name="Ink 340">
                  <a:extLst>
                    <a:ext uri="{FF2B5EF4-FFF2-40B4-BE49-F238E27FC236}">
                      <a16:creationId xmlns:a16="http://schemas.microsoft.com/office/drawing/2014/main" id="{A49F135F-FE26-3D99-2CC7-7AC8A24CB519}"/>
                    </a:ext>
                  </a:extLst>
                </p:cNvPr>
                <p:cNvPicPr/>
                <p:nvPr/>
              </p:nvPicPr>
              <p:blipFill>
                <a:blip r:embed="rId441"/>
                <a:stretch>
                  <a:fillRect/>
                </a:stretch>
              </p:blipFill>
              <p:spPr>
                <a:xfrm>
                  <a:off x="10144550" y="5496877"/>
                  <a:ext cx="39024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342" name="Ink 341">
                  <a:extLst>
                    <a:ext uri="{FF2B5EF4-FFF2-40B4-BE49-F238E27FC236}">
                      <a16:creationId xmlns:a16="http://schemas.microsoft.com/office/drawing/2014/main" id="{672A87AD-CE22-5293-3246-AEE62C8815C6}"/>
                    </a:ext>
                  </a:extLst>
                </p14:cNvPr>
                <p14:cNvContentPartPr/>
                <p14:nvPr/>
              </p14:nvContentPartPr>
              <p14:xfrm>
                <a:off x="10563950" y="5371237"/>
                <a:ext cx="288000" cy="289080"/>
              </p14:xfrm>
            </p:contentPart>
          </mc:Choice>
          <mc:Fallback xmlns="">
            <p:pic>
              <p:nvPicPr>
                <p:cNvPr id="342" name="Ink 341">
                  <a:extLst>
                    <a:ext uri="{FF2B5EF4-FFF2-40B4-BE49-F238E27FC236}">
                      <a16:creationId xmlns:a16="http://schemas.microsoft.com/office/drawing/2014/main" id="{672A87AD-CE22-5293-3246-AEE62C8815C6}"/>
                    </a:ext>
                  </a:extLst>
                </p:cNvPr>
                <p:cNvPicPr/>
                <p:nvPr/>
              </p:nvPicPr>
              <p:blipFill>
                <a:blip r:embed="rId443"/>
                <a:stretch>
                  <a:fillRect/>
                </a:stretch>
              </p:blipFill>
              <p:spPr>
                <a:xfrm>
                  <a:off x="10545950" y="5353597"/>
                  <a:ext cx="323640" cy="324720"/>
                </a:xfrm>
                <a:prstGeom prst="rect">
                  <a:avLst/>
                </a:prstGeom>
              </p:spPr>
            </p:pic>
          </mc:Fallback>
        </mc:AlternateContent>
      </p:grpSp>
      <p:grpSp>
        <p:nvGrpSpPr>
          <p:cNvPr id="356" name="Group 355">
            <a:extLst>
              <a:ext uri="{FF2B5EF4-FFF2-40B4-BE49-F238E27FC236}">
                <a16:creationId xmlns:a16="http://schemas.microsoft.com/office/drawing/2014/main" id="{22536D19-4242-C85F-F23C-C54337D884E4}"/>
              </a:ext>
            </a:extLst>
          </p:cNvPr>
          <p:cNvGrpSpPr/>
          <p:nvPr/>
        </p:nvGrpSpPr>
        <p:grpSpPr>
          <a:xfrm>
            <a:off x="8732990" y="5960917"/>
            <a:ext cx="1675080" cy="403200"/>
            <a:chOff x="8732990" y="5960917"/>
            <a:chExt cx="1675080" cy="403200"/>
          </a:xfrm>
        </p:grpSpPr>
        <mc:AlternateContent xmlns:mc="http://schemas.openxmlformats.org/markup-compatibility/2006" xmlns:p14="http://schemas.microsoft.com/office/powerpoint/2010/main">
          <mc:Choice Requires="p14">
            <p:contentPart p14:bwMode="auto" r:id="rId444">
              <p14:nvContentPartPr>
                <p14:cNvPr id="346" name="Ink 345">
                  <a:extLst>
                    <a:ext uri="{FF2B5EF4-FFF2-40B4-BE49-F238E27FC236}">
                      <a16:creationId xmlns:a16="http://schemas.microsoft.com/office/drawing/2014/main" id="{28F67C13-46A3-0145-4669-CA80238A21F4}"/>
                    </a:ext>
                  </a:extLst>
                </p14:cNvPr>
                <p14:cNvContentPartPr/>
                <p14:nvPr/>
              </p14:nvContentPartPr>
              <p14:xfrm>
                <a:off x="8732990" y="5997277"/>
                <a:ext cx="80640" cy="366840"/>
              </p14:xfrm>
            </p:contentPart>
          </mc:Choice>
          <mc:Fallback xmlns="">
            <p:pic>
              <p:nvPicPr>
                <p:cNvPr id="346" name="Ink 345">
                  <a:extLst>
                    <a:ext uri="{FF2B5EF4-FFF2-40B4-BE49-F238E27FC236}">
                      <a16:creationId xmlns:a16="http://schemas.microsoft.com/office/drawing/2014/main" id="{28F67C13-46A3-0145-4669-CA80238A21F4}"/>
                    </a:ext>
                  </a:extLst>
                </p:cNvPr>
                <p:cNvPicPr/>
                <p:nvPr/>
              </p:nvPicPr>
              <p:blipFill>
                <a:blip r:embed="rId445"/>
                <a:stretch>
                  <a:fillRect/>
                </a:stretch>
              </p:blipFill>
              <p:spPr>
                <a:xfrm>
                  <a:off x="8714990" y="5979637"/>
                  <a:ext cx="11628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347" name="Ink 346">
                  <a:extLst>
                    <a:ext uri="{FF2B5EF4-FFF2-40B4-BE49-F238E27FC236}">
                      <a16:creationId xmlns:a16="http://schemas.microsoft.com/office/drawing/2014/main" id="{242B66B7-7FB1-3B1D-FFBA-79EEF87FCFA0}"/>
                    </a:ext>
                  </a:extLst>
                </p14:cNvPr>
                <p14:cNvContentPartPr/>
                <p14:nvPr/>
              </p14:nvContentPartPr>
              <p14:xfrm>
                <a:off x="9005870" y="6144877"/>
                <a:ext cx="115200" cy="122400"/>
              </p14:xfrm>
            </p:contentPart>
          </mc:Choice>
          <mc:Fallback xmlns="">
            <p:pic>
              <p:nvPicPr>
                <p:cNvPr id="347" name="Ink 346">
                  <a:extLst>
                    <a:ext uri="{FF2B5EF4-FFF2-40B4-BE49-F238E27FC236}">
                      <a16:creationId xmlns:a16="http://schemas.microsoft.com/office/drawing/2014/main" id="{242B66B7-7FB1-3B1D-FFBA-79EEF87FCFA0}"/>
                    </a:ext>
                  </a:extLst>
                </p:cNvPr>
                <p:cNvPicPr/>
                <p:nvPr/>
              </p:nvPicPr>
              <p:blipFill>
                <a:blip r:embed="rId447"/>
                <a:stretch>
                  <a:fillRect/>
                </a:stretch>
              </p:blipFill>
              <p:spPr>
                <a:xfrm>
                  <a:off x="8987870" y="6126877"/>
                  <a:ext cx="15084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348" name="Ink 347">
                  <a:extLst>
                    <a:ext uri="{FF2B5EF4-FFF2-40B4-BE49-F238E27FC236}">
                      <a16:creationId xmlns:a16="http://schemas.microsoft.com/office/drawing/2014/main" id="{3DE84C48-4762-5F29-5FE2-D9510ADAE354}"/>
                    </a:ext>
                  </a:extLst>
                </p14:cNvPr>
                <p14:cNvContentPartPr/>
                <p14:nvPr/>
              </p14:nvContentPartPr>
              <p14:xfrm>
                <a:off x="9168950" y="6171157"/>
                <a:ext cx="83160" cy="101520"/>
              </p14:xfrm>
            </p:contentPart>
          </mc:Choice>
          <mc:Fallback xmlns="">
            <p:pic>
              <p:nvPicPr>
                <p:cNvPr id="348" name="Ink 347">
                  <a:extLst>
                    <a:ext uri="{FF2B5EF4-FFF2-40B4-BE49-F238E27FC236}">
                      <a16:creationId xmlns:a16="http://schemas.microsoft.com/office/drawing/2014/main" id="{3DE84C48-4762-5F29-5FE2-D9510ADAE354}"/>
                    </a:ext>
                  </a:extLst>
                </p:cNvPr>
                <p:cNvPicPr/>
                <p:nvPr/>
              </p:nvPicPr>
              <p:blipFill>
                <a:blip r:embed="rId449"/>
                <a:stretch>
                  <a:fillRect/>
                </a:stretch>
              </p:blipFill>
              <p:spPr>
                <a:xfrm>
                  <a:off x="9151310" y="6153157"/>
                  <a:ext cx="11880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349" name="Ink 348">
                  <a:extLst>
                    <a:ext uri="{FF2B5EF4-FFF2-40B4-BE49-F238E27FC236}">
                      <a16:creationId xmlns:a16="http://schemas.microsoft.com/office/drawing/2014/main" id="{3D49693C-8389-593E-8FDB-49136D99A1C4}"/>
                    </a:ext>
                  </a:extLst>
                </p14:cNvPr>
                <p14:cNvContentPartPr/>
                <p14:nvPr/>
              </p14:nvContentPartPr>
              <p14:xfrm>
                <a:off x="9267590" y="6179077"/>
                <a:ext cx="61920" cy="131040"/>
              </p14:xfrm>
            </p:contentPart>
          </mc:Choice>
          <mc:Fallback xmlns="">
            <p:pic>
              <p:nvPicPr>
                <p:cNvPr id="349" name="Ink 348">
                  <a:extLst>
                    <a:ext uri="{FF2B5EF4-FFF2-40B4-BE49-F238E27FC236}">
                      <a16:creationId xmlns:a16="http://schemas.microsoft.com/office/drawing/2014/main" id="{3D49693C-8389-593E-8FDB-49136D99A1C4}"/>
                    </a:ext>
                  </a:extLst>
                </p:cNvPr>
                <p:cNvPicPr/>
                <p:nvPr/>
              </p:nvPicPr>
              <p:blipFill>
                <a:blip r:embed="rId451"/>
                <a:stretch>
                  <a:fillRect/>
                </a:stretch>
              </p:blipFill>
              <p:spPr>
                <a:xfrm>
                  <a:off x="9249590" y="6161077"/>
                  <a:ext cx="9756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350" name="Ink 349">
                  <a:extLst>
                    <a:ext uri="{FF2B5EF4-FFF2-40B4-BE49-F238E27FC236}">
                      <a16:creationId xmlns:a16="http://schemas.microsoft.com/office/drawing/2014/main" id="{8C98F7F7-F967-3562-7139-51DA40A74CEB}"/>
                    </a:ext>
                  </a:extLst>
                </p14:cNvPr>
                <p14:cNvContentPartPr/>
                <p14:nvPr/>
              </p14:nvContentPartPr>
              <p14:xfrm>
                <a:off x="9374510" y="6167557"/>
                <a:ext cx="73080" cy="114840"/>
              </p14:xfrm>
            </p:contentPart>
          </mc:Choice>
          <mc:Fallback xmlns="">
            <p:pic>
              <p:nvPicPr>
                <p:cNvPr id="350" name="Ink 349">
                  <a:extLst>
                    <a:ext uri="{FF2B5EF4-FFF2-40B4-BE49-F238E27FC236}">
                      <a16:creationId xmlns:a16="http://schemas.microsoft.com/office/drawing/2014/main" id="{8C98F7F7-F967-3562-7139-51DA40A74CEB}"/>
                    </a:ext>
                  </a:extLst>
                </p:cNvPr>
                <p:cNvPicPr/>
                <p:nvPr/>
              </p:nvPicPr>
              <p:blipFill>
                <a:blip r:embed="rId453"/>
                <a:stretch>
                  <a:fillRect/>
                </a:stretch>
              </p:blipFill>
              <p:spPr>
                <a:xfrm>
                  <a:off x="9356870" y="6149917"/>
                  <a:ext cx="10872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351" name="Ink 350">
                  <a:extLst>
                    <a:ext uri="{FF2B5EF4-FFF2-40B4-BE49-F238E27FC236}">
                      <a16:creationId xmlns:a16="http://schemas.microsoft.com/office/drawing/2014/main" id="{3A21B9B5-B314-507E-695C-3079928B7DA5}"/>
                    </a:ext>
                  </a:extLst>
                </p14:cNvPr>
                <p14:cNvContentPartPr/>
                <p14:nvPr/>
              </p14:nvContentPartPr>
              <p14:xfrm>
                <a:off x="9545870" y="6119317"/>
                <a:ext cx="123480" cy="133560"/>
              </p14:xfrm>
            </p:contentPart>
          </mc:Choice>
          <mc:Fallback xmlns="">
            <p:pic>
              <p:nvPicPr>
                <p:cNvPr id="351" name="Ink 350">
                  <a:extLst>
                    <a:ext uri="{FF2B5EF4-FFF2-40B4-BE49-F238E27FC236}">
                      <a16:creationId xmlns:a16="http://schemas.microsoft.com/office/drawing/2014/main" id="{3A21B9B5-B314-507E-695C-3079928B7DA5}"/>
                    </a:ext>
                  </a:extLst>
                </p:cNvPr>
                <p:cNvPicPr/>
                <p:nvPr/>
              </p:nvPicPr>
              <p:blipFill>
                <a:blip r:embed="rId455"/>
                <a:stretch>
                  <a:fillRect/>
                </a:stretch>
              </p:blipFill>
              <p:spPr>
                <a:xfrm>
                  <a:off x="9527870" y="6101677"/>
                  <a:ext cx="15912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352" name="Ink 351">
                  <a:extLst>
                    <a:ext uri="{FF2B5EF4-FFF2-40B4-BE49-F238E27FC236}">
                      <a16:creationId xmlns:a16="http://schemas.microsoft.com/office/drawing/2014/main" id="{9CFCB9D3-E695-139F-513F-3FBFC754174E}"/>
                    </a:ext>
                  </a:extLst>
                </p14:cNvPr>
                <p14:cNvContentPartPr/>
                <p14:nvPr/>
              </p14:nvContentPartPr>
              <p14:xfrm>
                <a:off x="9746390" y="6109597"/>
                <a:ext cx="290880" cy="137520"/>
              </p14:xfrm>
            </p:contentPart>
          </mc:Choice>
          <mc:Fallback xmlns="">
            <p:pic>
              <p:nvPicPr>
                <p:cNvPr id="352" name="Ink 351">
                  <a:extLst>
                    <a:ext uri="{FF2B5EF4-FFF2-40B4-BE49-F238E27FC236}">
                      <a16:creationId xmlns:a16="http://schemas.microsoft.com/office/drawing/2014/main" id="{9CFCB9D3-E695-139F-513F-3FBFC754174E}"/>
                    </a:ext>
                  </a:extLst>
                </p:cNvPr>
                <p:cNvPicPr/>
                <p:nvPr/>
              </p:nvPicPr>
              <p:blipFill>
                <a:blip r:embed="rId457"/>
                <a:stretch>
                  <a:fillRect/>
                </a:stretch>
              </p:blipFill>
              <p:spPr>
                <a:xfrm>
                  <a:off x="9728750" y="6091957"/>
                  <a:ext cx="32652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353" name="Ink 352">
                  <a:extLst>
                    <a:ext uri="{FF2B5EF4-FFF2-40B4-BE49-F238E27FC236}">
                      <a16:creationId xmlns:a16="http://schemas.microsoft.com/office/drawing/2014/main" id="{08082B5E-C6B0-FC3D-0896-FACA23AF8489}"/>
                    </a:ext>
                  </a:extLst>
                </p14:cNvPr>
                <p14:cNvContentPartPr/>
                <p14:nvPr/>
              </p14:nvContentPartPr>
              <p14:xfrm>
                <a:off x="10162910" y="5999437"/>
                <a:ext cx="30240" cy="255240"/>
              </p14:xfrm>
            </p:contentPart>
          </mc:Choice>
          <mc:Fallback xmlns="">
            <p:pic>
              <p:nvPicPr>
                <p:cNvPr id="353" name="Ink 352">
                  <a:extLst>
                    <a:ext uri="{FF2B5EF4-FFF2-40B4-BE49-F238E27FC236}">
                      <a16:creationId xmlns:a16="http://schemas.microsoft.com/office/drawing/2014/main" id="{08082B5E-C6B0-FC3D-0896-FACA23AF8489}"/>
                    </a:ext>
                  </a:extLst>
                </p:cNvPr>
                <p:cNvPicPr/>
                <p:nvPr/>
              </p:nvPicPr>
              <p:blipFill>
                <a:blip r:embed="rId459"/>
                <a:stretch>
                  <a:fillRect/>
                </a:stretch>
              </p:blipFill>
              <p:spPr>
                <a:xfrm>
                  <a:off x="10145270" y="5981437"/>
                  <a:ext cx="6588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354" name="Ink 353">
                  <a:extLst>
                    <a:ext uri="{FF2B5EF4-FFF2-40B4-BE49-F238E27FC236}">
                      <a16:creationId xmlns:a16="http://schemas.microsoft.com/office/drawing/2014/main" id="{45724652-D0D4-0051-7844-DCAEA501AEB0}"/>
                    </a:ext>
                  </a:extLst>
                </p14:cNvPr>
                <p14:cNvContentPartPr/>
                <p14:nvPr/>
              </p14:nvContentPartPr>
              <p14:xfrm>
                <a:off x="10140950" y="6126877"/>
                <a:ext cx="82080" cy="15840"/>
              </p14:xfrm>
            </p:contentPart>
          </mc:Choice>
          <mc:Fallback xmlns="">
            <p:pic>
              <p:nvPicPr>
                <p:cNvPr id="354" name="Ink 353">
                  <a:extLst>
                    <a:ext uri="{FF2B5EF4-FFF2-40B4-BE49-F238E27FC236}">
                      <a16:creationId xmlns:a16="http://schemas.microsoft.com/office/drawing/2014/main" id="{45724652-D0D4-0051-7844-DCAEA501AEB0}"/>
                    </a:ext>
                  </a:extLst>
                </p:cNvPr>
                <p:cNvPicPr/>
                <p:nvPr/>
              </p:nvPicPr>
              <p:blipFill>
                <a:blip r:embed="rId461"/>
                <a:stretch>
                  <a:fillRect/>
                </a:stretch>
              </p:blipFill>
              <p:spPr>
                <a:xfrm>
                  <a:off x="10123310" y="6108877"/>
                  <a:ext cx="11772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355" name="Ink 354">
                  <a:extLst>
                    <a:ext uri="{FF2B5EF4-FFF2-40B4-BE49-F238E27FC236}">
                      <a16:creationId xmlns:a16="http://schemas.microsoft.com/office/drawing/2014/main" id="{3A7F5D91-7E47-E2AF-9268-E485F05D755B}"/>
                    </a:ext>
                  </a:extLst>
                </p14:cNvPr>
                <p14:cNvContentPartPr/>
                <p14:nvPr/>
              </p14:nvContentPartPr>
              <p14:xfrm>
                <a:off x="10311950" y="5960917"/>
                <a:ext cx="96120" cy="326160"/>
              </p14:xfrm>
            </p:contentPart>
          </mc:Choice>
          <mc:Fallback xmlns="">
            <p:pic>
              <p:nvPicPr>
                <p:cNvPr id="355" name="Ink 354">
                  <a:extLst>
                    <a:ext uri="{FF2B5EF4-FFF2-40B4-BE49-F238E27FC236}">
                      <a16:creationId xmlns:a16="http://schemas.microsoft.com/office/drawing/2014/main" id="{3A7F5D91-7E47-E2AF-9268-E485F05D755B}"/>
                    </a:ext>
                  </a:extLst>
                </p:cNvPr>
                <p:cNvPicPr/>
                <p:nvPr/>
              </p:nvPicPr>
              <p:blipFill>
                <a:blip r:embed="rId463"/>
                <a:stretch>
                  <a:fillRect/>
                </a:stretch>
              </p:blipFill>
              <p:spPr>
                <a:xfrm>
                  <a:off x="10293950" y="5943277"/>
                  <a:ext cx="131760" cy="361800"/>
                </a:xfrm>
                <a:prstGeom prst="rect">
                  <a:avLst/>
                </a:prstGeom>
              </p:spPr>
            </p:pic>
          </mc:Fallback>
        </mc:AlternateContent>
      </p:grpSp>
      <p:grpSp>
        <p:nvGrpSpPr>
          <p:cNvPr id="366" name="Group 365">
            <a:extLst>
              <a:ext uri="{FF2B5EF4-FFF2-40B4-BE49-F238E27FC236}">
                <a16:creationId xmlns:a16="http://schemas.microsoft.com/office/drawing/2014/main" id="{D67D2F37-C5C9-41C9-80D2-D1BE5B364D86}"/>
              </a:ext>
            </a:extLst>
          </p:cNvPr>
          <p:cNvGrpSpPr/>
          <p:nvPr/>
        </p:nvGrpSpPr>
        <p:grpSpPr>
          <a:xfrm>
            <a:off x="9177230" y="1995157"/>
            <a:ext cx="754200" cy="279360"/>
            <a:chOff x="9177230" y="1995157"/>
            <a:chExt cx="754200" cy="279360"/>
          </a:xfrm>
        </p:grpSpPr>
        <mc:AlternateContent xmlns:mc="http://schemas.openxmlformats.org/markup-compatibility/2006" xmlns:p14="http://schemas.microsoft.com/office/powerpoint/2010/main">
          <mc:Choice Requires="p14">
            <p:contentPart p14:bwMode="auto" r:id="rId464">
              <p14:nvContentPartPr>
                <p14:cNvPr id="360" name="Ink 359">
                  <a:extLst>
                    <a:ext uri="{FF2B5EF4-FFF2-40B4-BE49-F238E27FC236}">
                      <a16:creationId xmlns:a16="http://schemas.microsoft.com/office/drawing/2014/main" id="{60F51D81-B180-3092-57C2-9953EE42829E}"/>
                    </a:ext>
                  </a:extLst>
                </p14:cNvPr>
                <p14:cNvContentPartPr/>
                <p14:nvPr/>
              </p14:nvContentPartPr>
              <p14:xfrm>
                <a:off x="9177230" y="1995157"/>
                <a:ext cx="53640" cy="279360"/>
              </p14:xfrm>
            </p:contentPart>
          </mc:Choice>
          <mc:Fallback xmlns="">
            <p:pic>
              <p:nvPicPr>
                <p:cNvPr id="360" name="Ink 359">
                  <a:extLst>
                    <a:ext uri="{FF2B5EF4-FFF2-40B4-BE49-F238E27FC236}">
                      <a16:creationId xmlns:a16="http://schemas.microsoft.com/office/drawing/2014/main" id="{60F51D81-B180-3092-57C2-9953EE42829E}"/>
                    </a:ext>
                  </a:extLst>
                </p:cNvPr>
                <p:cNvPicPr/>
                <p:nvPr/>
              </p:nvPicPr>
              <p:blipFill>
                <a:blip r:embed="rId465"/>
                <a:stretch>
                  <a:fillRect/>
                </a:stretch>
              </p:blipFill>
              <p:spPr>
                <a:xfrm>
                  <a:off x="9159590" y="1977517"/>
                  <a:ext cx="8928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361" name="Ink 360">
                  <a:extLst>
                    <a:ext uri="{FF2B5EF4-FFF2-40B4-BE49-F238E27FC236}">
                      <a16:creationId xmlns:a16="http://schemas.microsoft.com/office/drawing/2014/main" id="{E0B27657-8134-AD9D-E84D-1136DED3F4E6}"/>
                    </a:ext>
                  </a:extLst>
                </p14:cNvPr>
                <p14:cNvContentPartPr/>
                <p14:nvPr/>
              </p14:nvContentPartPr>
              <p14:xfrm>
                <a:off x="9254990" y="2013517"/>
                <a:ext cx="158760" cy="192240"/>
              </p14:xfrm>
            </p:contentPart>
          </mc:Choice>
          <mc:Fallback xmlns="">
            <p:pic>
              <p:nvPicPr>
                <p:cNvPr id="361" name="Ink 360">
                  <a:extLst>
                    <a:ext uri="{FF2B5EF4-FFF2-40B4-BE49-F238E27FC236}">
                      <a16:creationId xmlns:a16="http://schemas.microsoft.com/office/drawing/2014/main" id="{E0B27657-8134-AD9D-E84D-1136DED3F4E6}"/>
                    </a:ext>
                  </a:extLst>
                </p:cNvPr>
                <p:cNvPicPr/>
                <p:nvPr/>
              </p:nvPicPr>
              <p:blipFill>
                <a:blip r:embed="rId467"/>
                <a:stretch>
                  <a:fillRect/>
                </a:stretch>
              </p:blipFill>
              <p:spPr>
                <a:xfrm>
                  <a:off x="9237350" y="1995517"/>
                  <a:ext cx="19440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362" name="Ink 361">
                  <a:extLst>
                    <a:ext uri="{FF2B5EF4-FFF2-40B4-BE49-F238E27FC236}">
                      <a16:creationId xmlns:a16="http://schemas.microsoft.com/office/drawing/2014/main" id="{07A1E039-E6A5-9F3B-88A3-76F8ADC7A306}"/>
                    </a:ext>
                  </a:extLst>
                </p14:cNvPr>
                <p14:cNvContentPartPr/>
                <p14:nvPr/>
              </p14:nvContentPartPr>
              <p14:xfrm>
                <a:off x="9231950" y="2133397"/>
                <a:ext cx="106920" cy="46080"/>
              </p14:xfrm>
            </p:contentPart>
          </mc:Choice>
          <mc:Fallback xmlns="">
            <p:pic>
              <p:nvPicPr>
                <p:cNvPr id="362" name="Ink 361">
                  <a:extLst>
                    <a:ext uri="{FF2B5EF4-FFF2-40B4-BE49-F238E27FC236}">
                      <a16:creationId xmlns:a16="http://schemas.microsoft.com/office/drawing/2014/main" id="{07A1E039-E6A5-9F3B-88A3-76F8ADC7A306}"/>
                    </a:ext>
                  </a:extLst>
                </p:cNvPr>
                <p:cNvPicPr/>
                <p:nvPr/>
              </p:nvPicPr>
              <p:blipFill>
                <a:blip r:embed="rId469"/>
                <a:stretch>
                  <a:fillRect/>
                </a:stretch>
              </p:blipFill>
              <p:spPr>
                <a:xfrm>
                  <a:off x="9213950" y="2115397"/>
                  <a:ext cx="14256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363" name="Ink 362">
                  <a:extLst>
                    <a:ext uri="{FF2B5EF4-FFF2-40B4-BE49-F238E27FC236}">
                      <a16:creationId xmlns:a16="http://schemas.microsoft.com/office/drawing/2014/main" id="{B3138E36-3732-A0E7-104B-8CEC45915B19}"/>
                    </a:ext>
                  </a:extLst>
                </p14:cNvPr>
                <p14:cNvContentPartPr/>
                <p14:nvPr/>
              </p14:nvContentPartPr>
              <p14:xfrm>
                <a:off x="9443990" y="2013517"/>
                <a:ext cx="41760" cy="216360"/>
              </p14:xfrm>
            </p:contentPart>
          </mc:Choice>
          <mc:Fallback xmlns="">
            <p:pic>
              <p:nvPicPr>
                <p:cNvPr id="363" name="Ink 362">
                  <a:extLst>
                    <a:ext uri="{FF2B5EF4-FFF2-40B4-BE49-F238E27FC236}">
                      <a16:creationId xmlns:a16="http://schemas.microsoft.com/office/drawing/2014/main" id="{B3138E36-3732-A0E7-104B-8CEC45915B19}"/>
                    </a:ext>
                  </a:extLst>
                </p:cNvPr>
                <p:cNvPicPr/>
                <p:nvPr/>
              </p:nvPicPr>
              <p:blipFill>
                <a:blip r:embed="rId471"/>
                <a:stretch>
                  <a:fillRect/>
                </a:stretch>
              </p:blipFill>
              <p:spPr>
                <a:xfrm>
                  <a:off x="9425990" y="1995877"/>
                  <a:ext cx="7740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364" name="Ink 363">
                  <a:extLst>
                    <a:ext uri="{FF2B5EF4-FFF2-40B4-BE49-F238E27FC236}">
                      <a16:creationId xmlns:a16="http://schemas.microsoft.com/office/drawing/2014/main" id="{A5412DC7-04D0-170E-0676-3783FB009103}"/>
                    </a:ext>
                  </a:extLst>
                </p14:cNvPr>
                <p14:cNvContentPartPr/>
                <p14:nvPr/>
              </p14:nvContentPartPr>
              <p14:xfrm>
                <a:off x="9452990" y="2009557"/>
                <a:ext cx="132120" cy="228960"/>
              </p14:xfrm>
            </p:contentPart>
          </mc:Choice>
          <mc:Fallback xmlns="">
            <p:pic>
              <p:nvPicPr>
                <p:cNvPr id="364" name="Ink 363">
                  <a:extLst>
                    <a:ext uri="{FF2B5EF4-FFF2-40B4-BE49-F238E27FC236}">
                      <a16:creationId xmlns:a16="http://schemas.microsoft.com/office/drawing/2014/main" id="{A5412DC7-04D0-170E-0676-3783FB009103}"/>
                    </a:ext>
                  </a:extLst>
                </p:cNvPr>
                <p:cNvPicPr/>
                <p:nvPr/>
              </p:nvPicPr>
              <p:blipFill>
                <a:blip r:embed="rId473"/>
                <a:stretch>
                  <a:fillRect/>
                </a:stretch>
              </p:blipFill>
              <p:spPr>
                <a:xfrm>
                  <a:off x="9434990" y="1991557"/>
                  <a:ext cx="16776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474">
              <p14:nvContentPartPr>
                <p14:cNvPr id="365" name="Ink 364">
                  <a:extLst>
                    <a:ext uri="{FF2B5EF4-FFF2-40B4-BE49-F238E27FC236}">
                      <a16:creationId xmlns:a16="http://schemas.microsoft.com/office/drawing/2014/main" id="{25D757AB-8269-99BD-A1B4-1CDE46775AFA}"/>
                    </a:ext>
                  </a:extLst>
                </p14:cNvPr>
                <p14:cNvContentPartPr/>
                <p14:nvPr/>
              </p14:nvContentPartPr>
              <p14:xfrm>
                <a:off x="9714710" y="2006677"/>
                <a:ext cx="216720" cy="243360"/>
              </p14:xfrm>
            </p:contentPart>
          </mc:Choice>
          <mc:Fallback xmlns="">
            <p:pic>
              <p:nvPicPr>
                <p:cNvPr id="365" name="Ink 364">
                  <a:extLst>
                    <a:ext uri="{FF2B5EF4-FFF2-40B4-BE49-F238E27FC236}">
                      <a16:creationId xmlns:a16="http://schemas.microsoft.com/office/drawing/2014/main" id="{25D757AB-8269-99BD-A1B4-1CDE46775AFA}"/>
                    </a:ext>
                  </a:extLst>
                </p:cNvPr>
                <p:cNvPicPr/>
                <p:nvPr/>
              </p:nvPicPr>
              <p:blipFill>
                <a:blip r:embed="rId475"/>
                <a:stretch>
                  <a:fillRect/>
                </a:stretch>
              </p:blipFill>
              <p:spPr>
                <a:xfrm>
                  <a:off x="9697070" y="1989037"/>
                  <a:ext cx="252360" cy="279000"/>
                </a:xfrm>
                <a:prstGeom prst="rect">
                  <a:avLst/>
                </a:prstGeom>
              </p:spPr>
            </p:pic>
          </mc:Fallback>
        </mc:AlternateContent>
      </p:grpSp>
      <p:grpSp>
        <p:nvGrpSpPr>
          <p:cNvPr id="400" name="Group 399">
            <a:extLst>
              <a:ext uri="{FF2B5EF4-FFF2-40B4-BE49-F238E27FC236}">
                <a16:creationId xmlns:a16="http://schemas.microsoft.com/office/drawing/2014/main" id="{E5923DFF-89C7-E12B-3DFF-15BA5F1A0D88}"/>
              </a:ext>
            </a:extLst>
          </p:cNvPr>
          <p:cNvGrpSpPr/>
          <p:nvPr/>
        </p:nvGrpSpPr>
        <p:grpSpPr>
          <a:xfrm>
            <a:off x="9216830" y="2494477"/>
            <a:ext cx="2274480" cy="1537560"/>
            <a:chOff x="9216830" y="2494477"/>
            <a:chExt cx="2274480" cy="1537560"/>
          </a:xfrm>
        </p:grpSpPr>
        <mc:AlternateContent xmlns:mc="http://schemas.openxmlformats.org/markup-compatibility/2006" xmlns:p14="http://schemas.microsoft.com/office/powerpoint/2010/main">
          <mc:Choice Requires="p14">
            <p:contentPart p14:bwMode="auto" r:id="rId476">
              <p14:nvContentPartPr>
                <p14:cNvPr id="357" name="Ink 356">
                  <a:extLst>
                    <a:ext uri="{FF2B5EF4-FFF2-40B4-BE49-F238E27FC236}">
                      <a16:creationId xmlns:a16="http://schemas.microsoft.com/office/drawing/2014/main" id="{AFAAAB58-AAEF-21C0-04E8-57BC6464D5D8}"/>
                    </a:ext>
                  </a:extLst>
                </p14:cNvPr>
                <p14:cNvContentPartPr/>
                <p14:nvPr/>
              </p14:nvContentPartPr>
              <p14:xfrm>
                <a:off x="9405470" y="2494477"/>
                <a:ext cx="605880" cy="41760"/>
              </p14:xfrm>
            </p:contentPart>
          </mc:Choice>
          <mc:Fallback xmlns="">
            <p:pic>
              <p:nvPicPr>
                <p:cNvPr id="357" name="Ink 356">
                  <a:extLst>
                    <a:ext uri="{FF2B5EF4-FFF2-40B4-BE49-F238E27FC236}">
                      <a16:creationId xmlns:a16="http://schemas.microsoft.com/office/drawing/2014/main" id="{AFAAAB58-AAEF-21C0-04E8-57BC6464D5D8}"/>
                    </a:ext>
                  </a:extLst>
                </p:cNvPr>
                <p:cNvPicPr/>
                <p:nvPr/>
              </p:nvPicPr>
              <p:blipFill>
                <a:blip r:embed="rId477"/>
                <a:stretch>
                  <a:fillRect/>
                </a:stretch>
              </p:blipFill>
              <p:spPr>
                <a:xfrm>
                  <a:off x="9387470" y="2476477"/>
                  <a:ext cx="64152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478">
              <p14:nvContentPartPr>
                <p14:cNvPr id="358" name="Ink 357">
                  <a:extLst>
                    <a:ext uri="{FF2B5EF4-FFF2-40B4-BE49-F238E27FC236}">
                      <a16:creationId xmlns:a16="http://schemas.microsoft.com/office/drawing/2014/main" id="{1397B58D-6CB5-BF62-3931-16DE1220C133}"/>
                    </a:ext>
                  </a:extLst>
                </p14:cNvPr>
                <p14:cNvContentPartPr/>
                <p14:nvPr/>
              </p14:nvContentPartPr>
              <p14:xfrm>
                <a:off x="9375950" y="2541997"/>
                <a:ext cx="795600" cy="1490040"/>
              </p14:xfrm>
            </p:contentPart>
          </mc:Choice>
          <mc:Fallback xmlns="">
            <p:pic>
              <p:nvPicPr>
                <p:cNvPr id="358" name="Ink 357">
                  <a:extLst>
                    <a:ext uri="{FF2B5EF4-FFF2-40B4-BE49-F238E27FC236}">
                      <a16:creationId xmlns:a16="http://schemas.microsoft.com/office/drawing/2014/main" id="{1397B58D-6CB5-BF62-3931-16DE1220C133}"/>
                    </a:ext>
                  </a:extLst>
                </p:cNvPr>
                <p:cNvPicPr/>
                <p:nvPr/>
              </p:nvPicPr>
              <p:blipFill>
                <a:blip r:embed="rId479"/>
                <a:stretch>
                  <a:fillRect/>
                </a:stretch>
              </p:blipFill>
              <p:spPr>
                <a:xfrm>
                  <a:off x="9357950" y="2524357"/>
                  <a:ext cx="831240" cy="1525680"/>
                </a:xfrm>
                <a:prstGeom prst="rect">
                  <a:avLst/>
                </a:prstGeom>
              </p:spPr>
            </p:pic>
          </mc:Fallback>
        </mc:AlternateContent>
        <mc:AlternateContent xmlns:mc="http://schemas.openxmlformats.org/markup-compatibility/2006" xmlns:p14="http://schemas.microsoft.com/office/powerpoint/2010/main">
          <mc:Choice Requires="p14">
            <p:contentPart p14:bwMode="auto" r:id="rId480">
              <p14:nvContentPartPr>
                <p14:cNvPr id="359" name="Ink 358">
                  <a:extLst>
                    <a:ext uri="{FF2B5EF4-FFF2-40B4-BE49-F238E27FC236}">
                      <a16:creationId xmlns:a16="http://schemas.microsoft.com/office/drawing/2014/main" id="{92AE05FD-7473-A4E7-50DA-D001DF13289A}"/>
                    </a:ext>
                  </a:extLst>
                </p14:cNvPr>
                <p14:cNvContentPartPr/>
                <p14:nvPr/>
              </p14:nvContentPartPr>
              <p14:xfrm>
                <a:off x="9216830" y="2564317"/>
                <a:ext cx="155880" cy="1398600"/>
              </p14:xfrm>
            </p:contentPart>
          </mc:Choice>
          <mc:Fallback xmlns="">
            <p:pic>
              <p:nvPicPr>
                <p:cNvPr id="359" name="Ink 358">
                  <a:extLst>
                    <a:ext uri="{FF2B5EF4-FFF2-40B4-BE49-F238E27FC236}">
                      <a16:creationId xmlns:a16="http://schemas.microsoft.com/office/drawing/2014/main" id="{92AE05FD-7473-A4E7-50DA-D001DF13289A}"/>
                    </a:ext>
                  </a:extLst>
                </p:cNvPr>
                <p:cNvPicPr/>
                <p:nvPr/>
              </p:nvPicPr>
              <p:blipFill>
                <a:blip r:embed="rId481"/>
                <a:stretch>
                  <a:fillRect/>
                </a:stretch>
              </p:blipFill>
              <p:spPr>
                <a:xfrm>
                  <a:off x="9199190" y="2546317"/>
                  <a:ext cx="191520" cy="143424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368" name="Ink 367">
                  <a:extLst>
                    <a:ext uri="{FF2B5EF4-FFF2-40B4-BE49-F238E27FC236}">
                      <a16:creationId xmlns:a16="http://schemas.microsoft.com/office/drawing/2014/main" id="{8084F65D-FA6E-4161-906E-6D28F0438310}"/>
                    </a:ext>
                  </a:extLst>
                </p14:cNvPr>
                <p14:cNvContentPartPr/>
                <p14:nvPr/>
              </p14:nvContentPartPr>
              <p14:xfrm>
                <a:off x="9809750" y="3039877"/>
                <a:ext cx="788400" cy="79560"/>
              </p14:xfrm>
            </p:contentPart>
          </mc:Choice>
          <mc:Fallback xmlns="">
            <p:pic>
              <p:nvPicPr>
                <p:cNvPr id="368" name="Ink 367">
                  <a:extLst>
                    <a:ext uri="{FF2B5EF4-FFF2-40B4-BE49-F238E27FC236}">
                      <a16:creationId xmlns:a16="http://schemas.microsoft.com/office/drawing/2014/main" id="{8084F65D-FA6E-4161-906E-6D28F0438310}"/>
                    </a:ext>
                  </a:extLst>
                </p:cNvPr>
                <p:cNvPicPr/>
                <p:nvPr/>
              </p:nvPicPr>
              <p:blipFill>
                <a:blip r:embed="rId483"/>
                <a:stretch>
                  <a:fillRect/>
                </a:stretch>
              </p:blipFill>
              <p:spPr>
                <a:xfrm>
                  <a:off x="9791750" y="3022237"/>
                  <a:ext cx="82404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369" name="Ink 368">
                  <a:extLst>
                    <a:ext uri="{FF2B5EF4-FFF2-40B4-BE49-F238E27FC236}">
                      <a16:creationId xmlns:a16="http://schemas.microsoft.com/office/drawing/2014/main" id="{E5C3C3C9-41DC-5754-9CF8-2C0905C142B4}"/>
                    </a:ext>
                  </a:extLst>
                </p14:cNvPr>
                <p14:cNvContentPartPr/>
                <p14:nvPr/>
              </p14:nvContentPartPr>
              <p14:xfrm>
                <a:off x="10550630" y="2948797"/>
                <a:ext cx="144000" cy="231120"/>
              </p14:xfrm>
            </p:contentPart>
          </mc:Choice>
          <mc:Fallback xmlns="">
            <p:pic>
              <p:nvPicPr>
                <p:cNvPr id="369" name="Ink 368">
                  <a:extLst>
                    <a:ext uri="{FF2B5EF4-FFF2-40B4-BE49-F238E27FC236}">
                      <a16:creationId xmlns:a16="http://schemas.microsoft.com/office/drawing/2014/main" id="{E5C3C3C9-41DC-5754-9CF8-2C0905C142B4}"/>
                    </a:ext>
                  </a:extLst>
                </p:cNvPr>
                <p:cNvPicPr/>
                <p:nvPr/>
              </p:nvPicPr>
              <p:blipFill>
                <a:blip r:embed="rId485"/>
                <a:stretch>
                  <a:fillRect/>
                </a:stretch>
              </p:blipFill>
              <p:spPr>
                <a:xfrm>
                  <a:off x="10532630" y="2931157"/>
                  <a:ext cx="17964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370" name="Ink 369">
                  <a:extLst>
                    <a:ext uri="{FF2B5EF4-FFF2-40B4-BE49-F238E27FC236}">
                      <a16:creationId xmlns:a16="http://schemas.microsoft.com/office/drawing/2014/main" id="{891598F9-B6CD-DF25-E7B4-68528D10D2D4}"/>
                    </a:ext>
                  </a:extLst>
                </p14:cNvPr>
                <p14:cNvContentPartPr/>
                <p14:nvPr/>
              </p14:nvContentPartPr>
              <p14:xfrm>
                <a:off x="9820910" y="2991637"/>
                <a:ext cx="132840" cy="250200"/>
              </p14:xfrm>
            </p:contentPart>
          </mc:Choice>
          <mc:Fallback xmlns="">
            <p:pic>
              <p:nvPicPr>
                <p:cNvPr id="370" name="Ink 369">
                  <a:extLst>
                    <a:ext uri="{FF2B5EF4-FFF2-40B4-BE49-F238E27FC236}">
                      <a16:creationId xmlns:a16="http://schemas.microsoft.com/office/drawing/2014/main" id="{891598F9-B6CD-DF25-E7B4-68528D10D2D4}"/>
                    </a:ext>
                  </a:extLst>
                </p:cNvPr>
                <p:cNvPicPr/>
                <p:nvPr/>
              </p:nvPicPr>
              <p:blipFill>
                <a:blip r:embed="rId487"/>
                <a:stretch>
                  <a:fillRect/>
                </a:stretch>
              </p:blipFill>
              <p:spPr>
                <a:xfrm>
                  <a:off x="9802910" y="2973997"/>
                  <a:ext cx="168480" cy="28584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372" name="Ink 371">
                  <a:extLst>
                    <a:ext uri="{FF2B5EF4-FFF2-40B4-BE49-F238E27FC236}">
                      <a16:creationId xmlns:a16="http://schemas.microsoft.com/office/drawing/2014/main" id="{4CE04DFB-370A-0B26-D06E-776A05F167C2}"/>
                    </a:ext>
                  </a:extLst>
                </p14:cNvPr>
                <p14:cNvContentPartPr/>
                <p14:nvPr/>
              </p14:nvContentPartPr>
              <p14:xfrm>
                <a:off x="10525430" y="3317797"/>
                <a:ext cx="19800" cy="142920"/>
              </p14:xfrm>
            </p:contentPart>
          </mc:Choice>
          <mc:Fallback xmlns="">
            <p:pic>
              <p:nvPicPr>
                <p:cNvPr id="372" name="Ink 371">
                  <a:extLst>
                    <a:ext uri="{FF2B5EF4-FFF2-40B4-BE49-F238E27FC236}">
                      <a16:creationId xmlns:a16="http://schemas.microsoft.com/office/drawing/2014/main" id="{4CE04DFB-370A-0B26-D06E-776A05F167C2}"/>
                    </a:ext>
                  </a:extLst>
                </p:cNvPr>
                <p:cNvPicPr/>
                <p:nvPr/>
              </p:nvPicPr>
              <p:blipFill>
                <a:blip r:embed="rId489"/>
                <a:stretch>
                  <a:fillRect/>
                </a:stretch>
              </p:blipFill>
              <p:spPr>
                <a:xfrm>
                  <a:off x="10507790" y="3300157"/>
                  <a:ext cx="5544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373" name="Ink 372">
                  <a:extLst>
                    <a:ext uri="{FF2B5EF4-FFF2-40B4-BE49-F238E27FC236}">
                      <a16:creationId xmlns:a16="http://schemas.microsoft.com/office/drawing/2014/main" id="{255AC386-53BC-BF94-686B-C8B144B774B0}"/>
                    </a:ext>
                  </a:extLst>
                </p14:cNvPr>
                <p14:cNvContentPartPr/>
                <p14:nvPr/>
              </p14:nvContentPartPr>
              <p14:xfrm>
                <a:off x="10514630" y="3312397"/>
                <a:ext cx="158760" cy="140760"/>
              </p14:xfrm>
            </p:contentPart>
          </mc:Choice>
          <mc:Fallback xmlns="">
            <p:pic>
              <p:nvPicPr>
                <p:cNvPr id="373" name="Ink 372">
                  <a:extLst>
                    <a:ext uri="{FF2B5EF4-FFF2-40B4-BE49-F238E27FC236}">
                      <a16:creationId xmlns:a16="http://schemas.microsoft.com/office/drawing/2014/main" id="{255AC386-53BC-BF94-686B-C8B144B774B0}"/>
                    </a:ext>
                  </a:extLst>
                </p:cNvPr>
                <p:cNvPicPr/>
                <p:nvPr/>
              </p:nvPicPr>
              <p:blipFill>
                <a:blip r:embed="rId491"/>
                <a:stretch>
                  <a:fillRect/>
                </a:stretch>
              </p:blipFill>
              <p:spPr>
                <a:xfrm>
                  <a:off x="10496630" y="3294757"/>
                  <a:ext cx="19440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374" name="Ink 373">
                  <a:extLst>
                    <a:ext uri="{FF2B5EF4-FFF2-40B4-BE49-F238E27FC236}">
                      <a16:creationId xmlns:a16="http://schemas.microsoft.com/office/drawing/2014/main" id="{777B8CE5-8D6E-2F2F-48D5-F6B2BE4568CF}"/>
                    </a:ext>
                  </a:extLst>
                </p14:cNvPr>
                <p14:cNvContentPartPr/>
                <p14:nvPr/>
              </p14:nvContentPartPr>
              <p14:xfrm>
                <a:off x="10717670" y="3375037"/>
                <a:ext cx="49680" cy="105120"/>
              </p14:xfrm>
            </p:contentPart>
          </mc:Choice>
          <mc:Fallback xmlns="">
            <p:pic>
              <p:nvPicPr>
                <p:cNvPr id="374" name="Ink 373">
                  <a:extLst>
                    <a:ext uri="{FF2B5EF4-FFF2-40B4-BE49-F238E27FC236}">
                      <a16:creationId xmlns:a16="http://schemas.microsoft.com/office/drawing/2014/main" id="{777B8CE5-8D6E-2F2F-48D5-F6B2BE4568CF}"/>
                    </a:ext>
                  </a:extLst>
                </p:cNvPr>
                <p:cNvPicPr/>
                <p:nvPr/>
              </p:nvPicPr>
              <p:blipFill>
                <a:blip r:embed="rId493"/>
                <a:stretch>
                  <a:fillRect/>
                </a:stretch>
              </p:blipFill>
              <p:spPr>
                <a:xfrm>
                  <a:off x="10699670" y="3357037"/>
                  <a:ext cx="853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375" name="Ink 374">
                  <a:extLst>
                    <a:ext uri="{FF2B5EF4-FFF2-40B4-BE49-F238E27FC236}">
                      <a16:creationId xmlns:a16="http://schemas.microsoft.com/office/drawing/2014/main" id="{913DBDCE-1C10-E91C-71FB-1F0FC2683694}"/>
                    </a:ext>
                  </a:extLst>
                </p14:cNvPr>
                <p14:cNvContentPartPr/>
                <p14:nvPr/>
              </p14:nvContentPartPr>
              <p14:xfrm>
                <a:off x="10752590" y="3305917"/>
                <a:ext cx="8280" cy="43560"/>
              </p14:xfrm>
            </p:contentPart>
          </mc:Choice>
          <mc:Fallback xmlns="">
            <p:pic>
              <p:nvPicPr>
                <p:cNvPr id="375" name="Ink 374">
                  <a:extLst>
                    <a:ext uri="{FF2B5EF4-FFF2-40B4-BE49-F238E27FC236}">
                      <a16:creationId xmlns:a16="http://schemas.microsoft.com/office/drawing/2014/main" id="{913DBDCE-1C10-E91C-71FB-1F0FC2683694}"/>
                    </a:ext>
                  </a:extLst>
                </p:cNvPr>
                <p:cNvPicPr/>
                <p:nvPr/>
              </p:nvPicPr>
              <p:blipFill>
                <a:blip r:embed="rId495"/>
                <a:stretch>
                  <a:fillRect/>
                </a:stretch>
              </p:blipFill>
              <p:spPr>
                <a:xfrm>
                  <a:off x="10734590" y="3287917"/>
                  <a:ext cx="4392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376" name="Ink 375">
                  <a:extLst>
                    <a:ext uri="{FF2B5EF4-FFF2-40B4-BE49-F238E27FC236}">
                      <a16:creationId xmlns:a16="http://schemas.microsoft.com/office/drawing/2014/main" id="{9A8B460C-F1C6-D23F-4F16-EC279ADC9841}"/>
                    </a:ext>
                  </a:extLst>
                </p14:cNvPr>
                <p14:cNvContentPartPr/>
                <p14:nvPr/>
              </p14:nvContentPartPr>
              <p14:xfrm>
                <a:off x="10840070" y="3358837"/>
                <a:ext cx="96120" cy="151200"/>
              </p14:xfrm>
            </p:contentPart>
          </mc:Choice>
          <mc:Fallback xmlns="">
            <p:pic>
              <p:nvPicPr>
                <p:cNvPr id="376" name="Ink 375">
                  <a:extLst>
                    <a:ext uri="{FF2B5EF4-FFF2-40B4-BE49-F238E27FC236}">
                      <a16:creationId xmlns:a16="http://schemas.microsoft.com/office/drawing/2014/main" id="{9A8B460C-F1C6-D23F-4F16-EC279ADC9841}"/>
                    </a:ext>
                  </a:extLst>
                </p:cNvPr>
                <p:cNvPicPr/>
                <p:nvPr/>
              </p:nvPicPr>
              <p:blipFill>
                <a:blip r:embed="rId497"/>
                <a:stretch>
                  <a:fillRect/>
                </a:stretch>
              </p:blipFill>
              <p:spPr>
                <a:xfrm>
                  <a:off x="10822070" y="3340837"/>
                  <a:ext cx="13176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98">
              <p14:nvContentPartPr>
                <p14:cNvPr id="377" name="Ink 376">
                  <a:extLst>
                    <a:ext uri="{FF2B5EF4-FFF2-40B4-BE49-F238E27FC236}">
                      <a16:creationId xmlns:a16="http://schemas.microsoft.com/office/drawing/2014/main" id="{79583841-3063-1DB4-213D-64E914DA0A21}"/>
                    </a:ext>
                  </a:extLst>
                </p14:cNvPr>
                <p14:cNvContentPartPr/>
                <p14:nvPr/>
              </p14:nvContentPartPr>
              <p14:xfrm>
                <a:off x="11011790" y="3372877"/>
                <a:ext cx="49680" cy="86760"/>
              </p14:xfrm>
            </p:contentPart>
          </mc:Choice>
          <mc:Fallback xmlns="">
            <p:pic>
              <p:nvPicPr>
                <p:cNvPr id="377" name="Ink 376">
                  <a:extLst>
                    <a:ext uri="{FF2B5EF4-FFF2-40B4-BE49-F238E27FC236}">
                      <a16:creationId xmlns:a16="http://schemas.microsoft.com/office/drawing/2014/main" id="{79583841-3063-1DB4-213D-64E914DA0A21}"/>
                    </a:ext>
                  </a:extLst>
                </p:cNvPr>
                <p:cNvPicPr/>
                <p:nvPr/>
              </p:nvPicPr>
              <p:blipFill>
                <a:blip r:embed="rId499"/>
                <a:stretch>
                  <a:fillRect/>
                </a:stretch>
              </p:blipFill>
              <p:spPr>
                <a:xfrm>
                  <a:off x="10994150" y="3355237"/>
                  <a:ext cx="853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00">
              <p14:nvContentPartPr>
                <p14:cNvPr id="378" name="Ink 377">
                  <a:extLst>
                    <a:ext uri="{FF2B5EF4-FFF2-40B4-BE49-F238E27FC236}">
                      <a16:creationId xmlns:a16="http://schemas.microsoft.com/office/drawing/2014/main" id="{5F1F50EE-41D1-4D00-AB4B-3B57122982BA}"/>
                    </a:ext>
                  </a:extLst>
                </p14:cNvPr>
                <p14:cNvContentPartPr/>
                <p14:nvPr/>
              </p14:nvContentPartPr>
              <p14:xfrm>
                <a:off x="11012150" y="3261277"/>
                <a:ext cx="25920" cy="17640"/>
              </p14:xfrm>
            </p:contentPart>
          </mc:Choice>
          <mc:Fallback xmlns="">
            <p:pic>
              <p:nvPicPr>
                <p:cNvPr id="378" name="Ink 377">
                  <a:extLst>
                    <a:ext uri="{FF2B5EF4-FFF2-40B4-BE49-F238E27FC236}">
                      <a16:creationId xmlns:a16="http://schemas.microsoft.com/office/drawing/2014/main" id="{5F1F50EE-41D1-4D00-AB4B-3B57122982BA}"/>
                    </a:ext>
                  </a:extLst>
                </p:cNvPr>
                <p:cNvPicPr/>
                <p:nvPr/>
              </p:nvPicPr>
              <p:blipFill>
                <a:blip r:embed="rId501"/>
                <a:stretch>
                  <a:fillRect/>
                </a:stretch>
              </p:blipFill>
              <p:spPr>
                <a:xfrm>
                  <a:off x="10994510" y="3243637"/>
                  <a:ext cx="6156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502">
              <p14:nvContentPartPr>
                <p14:cNvPr id="379" name="Ink 378">
                  <a:extLst>
                    <a:ext uri="{FF2B5EF4-FFF2-40B4-BE49-F238E27FC236}">
                      <a16:creationId xmlns:a16="http://schemas.microsoft.com/office/drawing/2014/main" id="{115A68E9-4FA6-0954-11E7-50CF4F2F7F11}"/>
                    </a:ext>
                  </a:extLst>
                </p14:cNvPr>
                <p14:cNvContentPartPr/>
                <p14:nvPr/>
              </p14:nvContentPartPr>
              <p14:xfrm>
                <a:off x="11144990" y="3271717"/>
                <a:ext cx="35280" cy="176400"/>
              </p14:xfrm>
            </p:contentPart>
          </mc:Choice>
          <mc:Fallback xmlns="">
            <p:pic>
              <p:nvPicPr>
                <p:cNvPr id="379" name="Ink 378">
                  <a:extLst>
                    <a:ext uri="{FF2B5EF4-FFF2-40B4-BE49-F238E27FC236}">
                      <a16:creationId xmlns:a16="http://schemas.microsoft.com/office/drawing/2014/main" id="{115A68E9-4FA6-0954-11E7-50CF4F2F7F11}"/>
                    </a:ext>
                  </a:extLst>
                </p:cNvPr>
                <p:cNvPicPr/>
                <p:nvPr/>
              </p:nvPicPr>
              <p:blipFill>
                <a:blip r:embed="rId503"/>
                <a:stretch>
                  <a:fillRect/>
                </a:stretch>
              </p:blipFill>
              <p:spPr>
                <a:xfrm>
                  <a:off x="11127350" y="3253717"/>
                  <a:ext cx="7092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504">
              <p14:nvContentPartPr>
                <p14:cNvPr id="380" name="Ink 379">
                  <a:extLst>
                    <a:ext uri="{FF2B5EF4-FFF2-40B4-BE49-F238E27FC236}">
                      <a16:creationId xmlns:a16="http://schemas.microsoft.com/office/drawing/2014/main" id="{AEB1E2E5-1092-8A63-617F-D3D772F42638}"/>
                    </a:ext>
                  </a:extLst>
                </p14:cNvPr>
                <p14:cNvContentPartPr/>
                <p14:nvPr/>
              </p14:nvContentPartPr>
              <p14:xfrm>
                <a:off x="11157230" y="3321037"/>
                <a:ext cx="229320" cy="94680"/>
              </p14:xfrm>
            </p:contentPart>
          </mc:Choice>
          <mc:Fallback xmlns="">
            <p:pic>
              <p:nvPicPr>
                <p:cNvPr id="380" name="Ink 379">
                  <a:extLst>
                    <a:ext uri="{FF2B5EF4-FFF2-40B4-BE49-F238E27FC236}">
                      <a16:creationId xmlns:a16="http://schemas.microsoft.com/office/drawing/2014/main" id="{AEB1E2E5-1092-8A63-617F-D3D772F42638}"/>
                    </a:ext>
                  </a:extLst>
                </p:cNvPr>
                <p:cNvPicPr/>
                <p:nvPr/>
              </p:nvPicPr>
              <p:blipFill>
                <a:blip r:embed="rId505"/>
                <a:stretch>
                  <a:fillRect/>
                </a:stretch>
              </p:blipFill>
              <p:spPr>
                <a:xfrm>
                  <a:off x="11139590" y="3303397"/>
                  <a:ext cx="26496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506">
              <p14:nvContentPartPr>
                <p14:cNvPr id="381" name="Ink 380">
                  <a:extLst>
                    <a:ext uri="{FF2B5EF4-FFF2-40B4-BE49-F238E27FC236}">
                      <a16:creationId xmlns:a16="http://schemas.microsoft.com/office/drawing/2014/main" id="{7B002931-1C1A-870F-2AEA-67D82FAE71EC}"/>
                    </a:ext>
                  </a:extLst>
                </p14:cNvPr>
                <p14:cNvContentPartPr/>
                <p14:nvPr/>
              </p14:nvContentPartPr>
              <p14:xfrm>
                <a:off x="11444870" y="3227437"/>
                <a:ext cx="46440" cy="197640"/>
              </p14:xfrm>
            </p:contentPart>
          </mc:Choice>
          <mc:Fallback xmlns="">
            <p:pic>
              <p:nvPicPr>
                <p:cNvPr id="381" name="Ink 380">
                  <a:extLst>
                    <a:ext uri="{FF2B5EF4-FFF2-40B4-BE49-F238E27FC236}">
                      <a16:creationId xmlns:a16="http://schemas.microsoft.com/office/drawing/2014/main" id="{7B002931-1C1A-870F-2AEA-67D82FAE71EC}"/>
                    </a:ext>
                  </a:extLst>
                </p:cNvPr>
                <p:cNvPicPr/>
                <p:nvPr/>
              </p:nvPicPr>
              <p:blipFill>
                <a:blip r:embed="rId507"/>
                <a:stretch>
                  <a:fillRect/>
                </a:stretch>
              </p:blipFill>
              <p:spPr>
                <a:xfrm>
                  <a:off x="11426870" y="3209437"/>
                  <a:ext cx="8208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508">
              <p14:nvContentPartPr>
                <p14:cNvPr id="383" name="Ink 382">
                  <a:extLst>
                    <a:ext uri="{FF2B5EF4-FFF2-40B4-BE49-F238E27FC236}">
                      <a16:creationId xmlns:a16="http://schemas.microsoft.com/office/drawing/2014/main" id="{50A9C725-D996-5382-605C-2BE012CE06D6}"/>
                    </a:ext>
                  </a:extLst>
                </p14:cNvPr>
                <p14:cNvContentPartPr/>
                <p14:nvPr/>
              </p14:nvContentPartPr>
              <p14:xfrm>
                <a:off x="9217550" y="2720197"/>
                <a:ext cx="259200" cy="25920"/>
              </p14:xfrm>
            </p:contentPart>
          </mc:Choice>
          <mc:Fallback xmlns="">
            <p:pic>
              <p:nvPicPr>
                <p:cNvPr id="383" name="Ink 382">
                  <a:extLst>
                    <a:ext uri="{FF2B5EF4-FFF2-40B4-BE49-F238E27FC236}">
                      <a16:creationId xmlns:a16="http://schemas.microsoft.com/office/drawing/2014/main" id="{50A9C725-D996-5382-605C-2BE012CE06D6}"/>
                    </a:ext>
                  </a:extLst>
                </p:cNvPr>
                <p:cNvPicPr/>
                <p:nvPr/>
              </p:nvPicPr>
              <p:blipFill>
                <a:blip r:embed="rId509"/>
                <a:stretch>
                  <a:fillRect/>
                </a:stretch>
              </p:blipFill>
              <p:spPr>
                <a:xfrm>
                  <a:off x="9199910" y="2702197"/>
                  <a:ext cx="29484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510">
              <p14:nvContentPartPr>
                <p14:cNvPr id="384" name="Ink 383">
                  <a:extLst>
                    <a:ext uri="{FF2B5EF4-FFF2-40B4-BE49-F238E27FC236}">
                      <a16:creationId xmlns:a16="http://schemas.microsoft.com/office/drawing/2014/main" id="{FEE2AA92-E56C-05F4-DA91-A35E13369E9E}"/>
                    </a:ext>
                  </a:extLst>
                </p14:cNvPr>
                <p14:cNvContentPartPr/>
                <p14:nvPr/>
              </p14:nvContentPartPr>
              <p14:xfrm>
                <a:off x="9413030" y="2662597"/>
                <a:ext cx="75960" cy="159480"/>
              </p14:xfrm>
            </p:contentPart>
          </mc:Choice>
          <mc:Fallback xmlns="">
            <p:pic>
              <p:nvPicPr>
                <p:cNvPr id="384" name="Ink 383">
                  <a:extLst>
                    <a:ext uri="{FF2B5EF4-FFF2-40B4-BE49-F238E27FC236}">
                      <a16:creationId xmlns:a16="http://schemas.microsoft.com/office/drawing/2014/main" id="{FEE2AA92-E56C-05F4-DA91-A35E13369E9E}"/>
                    </a:ext>
                  </a:extLst>
                </p:cNvPr>
                <p:cNvPicPr/>
                <p:nvPr/>
              </p:nvPicPr>
              <p:blipFill>
                <a:blip r:embed="rId511"/>
                <a:stretch>
                  <a:fillRect/>
                </a:stretch>
              </p:blipFill>
              <p:spPr>
                <a:xfrm>
                  <a:off x="9395030" y="2644597"/>
                  <a:ext cx="11160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512">
              <p14:nvContentPartPr>
                <p14:cNvPr id="386" name="Ink 385">
                  <a:extLst>
                    <a:ext uri="{FF2B5EF4-FFF2-40B4-BE49-F238E27FC236}">
                      <a16:creationId xmlns:a16="http://schemas.microsoft.com/office/drawing/2014/main" id="{E647DE6D-CBFF-025C-79F7-9DE6371DFD6A}"/>
                    </a:ext>
                  </a:extLst>
                </p14:cNvPr>
                <p14:cNvContentPartPr/>
                <p14:nvPr/>
              </p14:nvContentPartPr>
              <p14:xfrm>
                <a:off x="9378470" y="2905597"/>
                <a:ext cx="6120" cy="122760"/>
              </p14:xfrm>
            </p:contentPart>
          </mc:Choice>
          <mc:Fallback xmlns="">
            <p:pic>
              <p:nvPicPr>
                <p:cNvPr id="386" name="Ink 385">
                  <a:extLst>
                    <a:ext uri="{FF2B5EF4-FFF2-40B4-BE49-F238E27FC236}">
                      <a16:creationId xmlns:a16="http://schemas.microsoft.com/office/drawing/2014/main" id="{E647DE6D-CBFF-025C-79F7-9DE6371DFD6A}"/>
                    </a:ext>
                  </a:extLst>
                </p:cNvPr>
                <p:cNvPicPr/>
                <p:nvPr/>
              </p:nvPicPr>
              <p:blipFill>
                <a:blip r:embed="rId513"/>
                <a:stretch>
                  <a:fillRect/>
                </a:stretch>
              </p:blipFill>
              <p:spPr>
                <a:xfrm>
                  <a:off x="9360830" y="2887957"/>
                  <a:ext cx="4176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387" name="Ink 386">
                  <a:extLst>
                    <a:ext uri="{FF2B5EF4-FFF2-40B4-BE49-F238E27FC236}">
                      <a16:creationId xmlns:a16="http://schemas.microsoft.com/office/drawing/2014/main" id="{43D44629-A053-0B9C-E21B-3CC58BA35804}"/>
                    </a:ext>
                  </a:extLst>
                </p14:cNvPr>
                <p14:cNvContentPartPr/>
                <p14:nvPr/>
              </p14:nvContentPartPr>
              <p14:xfrm>
                <a:off x="9392870" y="2882557"/>
                <a:ext cx="115920" cy="110160"/>
              </p14:xfrm>
            </p:contentPart>
          </mc:Choice>
          <mc:Fallback xmlns="">
            <p:pic>
              <p:nvPicPr>
                <p:cNvPr id="387" name="Ink 386">
                  <a:extLst>
                    <a:ext uri="{FF2B5EF4-FFF2-40B4-BE49-F238E27FC236}">
                      <a16:creationId xmlns:a16="http://schemas.microsoft.com/office/drawing/2014/main" id="{43D44629-A053-0B9C-E21B-3CC58BA35804}"/>
                    </a:ext>
                  </a:extLst>
                </p:cNvPr>
                <p:cNvPicPr/>
                <p:nvPr/>
              </p:nvPicPr>
              <p:blipFill>
                <a:blip r:embed="rId515"/>
                <a:stretch>
                  <a:fillRect/>
                </a:stretch>
              </p:blipFill>
              <p:spPr>
                <a:xfrm>
                  <a:off x="9374870" y="2864917"/>
                  <a:ext cx="15156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388" name="Ink 387">
                  <a:extLst>
                    <a:ext uri="{FF2B5EF4-FFF2-40B4-BE49-F238E27FC236}">
                      <a16:creationId xmlns:a16="http://schemas.microsoft.com/office/drawing/2014/main" id="{0EDB7021-A57F-976C-B92E-176D2BF15229}"/>
                    </a:ext>
                  </a:extLst>
                </p14:cNvPr>
                <p14:cNvContentPartPr/>
                <p14:nvPr/>
              </p14:nvContentPartPr>
              <p14:xfrm>
                <a:off x="9407630" y="2879677"/>
                <a:ext cx="303840" cy="88560"/>
              </p14:xfrm>
            </p:contentPart>
          </mc:Choice>
          <mc:Fallback xmlns="">
            <p:pic>
              <p:nvPicPr>
                <p:cNvPr id="388" name="Ink 387">
                  <a:extLst>
                    <a:ext uri="{FF2B5EF4-FFF2-40B4-BE49-F238E27FC236}">
                      <a16:creationId xmlns:a16="http://schemas.microsoft.com/office/drawing/2014/main" id="{0EDB7021-A57F-976C-B92E-176D2BF15229}"/>
                    </a:ext>
                  </a:extLst>
                </p:cNvPr>
                <p:cNvPicPr/>
                <p:nvPr/>
              </p:nvPicPr>
              <p:blipFill>
                <a:blip r:embed="rId517"/>
                <a:stretch>
                  <a:fillRect/>
                </a:stretch>
              </p:blipFill>
              <p:spPr>
                <a:xfrm>
                  <a:off x="9389630" y="2862037"/>
                  <a:ext cx="3394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389" name="Ink 388">
                  <a:extLst>
                    <a:ext uri="{FF2B5EF4-FFF2-40B4-BE49-F238E27FC236}">
                      <a16:creationId xmlns:a16="http://schemas.microsoft.com/office/drawing/2014/main" id="{0DA2207D-E452-3704-BF9C-44D9C829B6A4}"/>
                    </a:ext>
                  </a:extLst>
                </p14:cNvPr>
                <p14:cNvContentPartPr/>
                <p14:nvPr/>
              </p14:nvContentPartPr>
              <p14:xfrm>
                <a:off x="9759710" y="2898757"/>
                <a:ext cx="84600" cy="57240"/>
              </p14:xfrm>
            </p:contentPart>
          </mc:Choice>
          <mc:Fallback xmlns="">
            <p:pic>
              <p:nvPicPr>
                <p:cNvPr id="389" name="Ink 388">
                  <a:extLst>
                    <a:ext uri="{FF2B5EF4-FFF2-40B4-BE49-F238E27FC236}">
                      <a16:creationId xmlns:a16="http://schemas.microsoft.com/office/drawing/2014/main" id="{0DA2207D-E452-3704-BF9C-44D9C829B6A4}"/>
                    </a:ext>
                  </a:extLst>
                </p:cNvPr>
                <p:cNvPicPr/>
                <p:nvPr/>
              </p:nvPicPr>
              <p:blipFill>
                <a:blip r:embed="rId519"/>
                <a:stretch>
                  <a:fillRect/>
                </a:stretch>
              </p:blipFill>
              <p:spPr>
                <a:xfrm>
                  <a:off x="9742070" y="2881117"/>
                  <a:ext cx="12024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390" name="Ink 389">
                  <a:extLst>
                    <a:ext uri="{FF2B5EF4-FFF2-40B4-BE49-F238E27FC236}">
                      <a16:creationId xmlns:a16="http://schemas.microsoft.com/office/drawing/2014/main" id="{7335B306-DBA8-160B-28E1-E5F957BA421A}"/>
                    </a:ext>
                  </a:extLst>
                </p14:cNvPr>
                <p14:cNvContentPartPr/>
                <p14:nvPr/>
              </p14:nvContentPartPr>
              <p14:xfrm>
                <a:off x="9866630" y="2797237"/>
                <a:ext cx="51840" cy="150120"/>
              </p14:xfrm>
            </p:contentPart>
          </mc:Choice>
          <mc:Fallback xmlns="">
            <p:pic>
              <p:nvPicPr>
                <p:cNvPr id="390" name="Ink 389">
                  <a:extLst>
                    <a:ext uri="{FF2B5EF4-FFF2-40B4-BE49-F238E27FC236}">
                      <a16:creationId xmlns:a16="http://schemas.microsoft.com/office/drawing/2014/main" id="{7335B306-DBA8-160B-28E1-E5F957BA421A}"/>
                    </a:ext>
                  </a:extLst>
                </p:cNvPr>
                <p:cNvPicPr/>
                <p:nvPr/>
              </p:nvPicPr>
              <p:blipFill>
                <a:blip r:embed="rId521"/>
                <a:stretch>
                  <a:fillRect/>
                </a:stretch>
              </p:blipFill>
              <p:spPr>
                <a:xfrm>
                  <a:off x="9848630" y="2779237"/>
                  <a:ext cx="8748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522">
              <p14:nvContentPartPr>
                <p14:cNvPr id="391" name="Ink 390">
                  <a:extLst>
                    <a:ext uri="{FF2B5EF4-FFF2-40B4-BE49-F238E27FC236}">
                      <a16:creationId xmlns:a16="http://schemas.microsoft.com/office/drawing/2014/main" id="{74F20EF4-7719-399D-2B5F-AC4FCE424079}"/>
                    </a:ext>
                  </a:extLst>
                </p14:cNvPr>
                <p14:cNvContentPartPr/>
                <p14:nvPr/>
              </p14:nvContentPartPr>
              <p14:xfrm>
                <a:off x="10000550" y="2849437"/>
                <a:ext cx="56520" cy="82440"/>
              </p14:xfrm>
            </p:contentPart>
          </mc:Choice>
          <mc:Fallback xmlns="">
            <p:pic>
              <p:nvPicPr>
                <p:cNvPr id="391" name="Ink 390">
                  <a:extLst>
                    <a:ext uri="{FF2B5EF4-FFF2-40B4-BE49-F238E27FC236}">
                      <a16:creationId xmlns:a16="http://schemas.microsoft.com/office/drawing/2014/main" id="{74F20EF4-7719-399D-2B5F-AC4FCE424079}"/>
                    </a:ext>
                  </a:extLst>
                </p:cNvPr>
                <p:cNvPicPr/>
                <p:nvPr/>
              </p:nvPicPr>
              <p:blipFill>
                <a:blip r:embed="rId523"/>
                <a:stretch>
                  <a:fillRect/>
                </a:stretch>
              </p:blipFill>
              <p:spPr>
                <a:xfrm>
                  <a:off x="9982910" y="2831797"/>
                  <a:ext cx="921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524">
              <p14:nvContentPartPr>
                <p14:cNvPr id="392" name="Ink 391">
                  <a:extLst>
                    <a:ext uri="{FF2B5EF4-FFF2-40B4-BE49-F238E27FC236}">
                      <a16:creationId xmlns:a16="http://schemas.microsoft.com/office/drawing/2014/main" id="{63654582-330B-0331-323B-024F64BEE58D}"/>
                    </a:ext>
                  </a:extLst>
                </p14:cNvPr>
                <p14:cNvContentPartPr/>
                <p14:nvPr/>
              </p14:nvContentPartPr>
              <p14:xfrm>
                <a:off x="10127270" y="2813077"/>
                <a:ext cx="97560" cy="155160"/>
              </p14:xfrm>
            </p:contentPart>
          </mc:Choice>
          <mc:Fallback xmlns="">
            <p:pic>
              <p:nvPicPr>
                <p:cNvPr id="392" name="Ink 391">
                  <a:extLst>
                    <a:ext uri="{FF2B5EF4-FFF2-40B4-BE49-F238E27FC236}">
                      <a16:creationId xmlns:a16="http://schemas.microsoft.com/office/drawing/2014/main" id="{63654582-330B-0331-323B-024F64BEE58D}"/>
                    </a:ext>
                  </a:extLst>
                </p:cNvPr>
                <p:cNvPicPr/>
                <p:nvPr/>
              </p:nvPicPr>
              <p:blipFill>
                <a:blip r:embed="rId525"/>
                <a:stretch>
                  <a:fillRect/>
                </a:stretch>
              </p:blipFill>
              <p:spPr>
                <a:xfrm>
                  <a:off x="10109270" y="2795437"/>
                  <a:ext cx="13320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526">
              <p14:nvContentPartPr>
                <p14:cNvPr id="393" name="Ink 392">
                  <a:extLst>
                    <a:ext uri="{FF2B5EF4-FFF2-40B4-BE49-F238E27FC236}">
                      <a16:creationId xmlns:a16="http://schemas.microsoft.com/office/drawing/2014/main" id="{1358272B-302D-D610-6999-4E611C0B4FB3}"/>
                    </a:ext>
                  </a:extLst>
                </p14:cNvPr>
                <p14:cNvContentPartPr/>
                <p14:nvPr/>
              </p14:nvContentPartPr>
              <p14:xfrm>
                <a:off x="10441910" y="2768437"/>
                <a:ext cx="13680" cy="91800"/>
              </p14:xfrm>
            </p:contentPart>
          </mc:Choice>
          <mc:Fallback xmlns="">
            <p:pic>
              <p:nvPicPr>
                <p:cNvPr id="393" name="Ink 392">
                  <a:extLst>
                    <a:ext uri="{FF2B5EF4-FFF2-40B4-BE49-F238E27FC236}">
                      <a16:creationId xmlns:a16="http://schemas.microsoft.com/office/drawing/2014/main" id="{1358272B-302D-D610-6999-4E611C0B4FB3}"/>
                    </a:ext>
                  </a:extLst>
                </p:cNvPr>
                <p:cNvPicPr/>
                <p:nvPr/>
              </p:nvPicPr>
              <p:blipFill>
                <a:blip r:embed="rId527"/>
                <a:stretch>
                  <a:fillRect/>
                </a:stretch>
              </p:blipFill>
              <p:spPr>
                <a:xfrm>
                  <a:off x="10423910" y="2750797"/>
                  <a:ext cx="4932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528">
              <p14:nvContentPartPr>
                <p14:cNvPr id="394" name="Ink 393">
                  <a:extLst>
                    <a:ext uri="{FF2B5EF4-FFF2-40B4-BE49-F238E27FC236}">
                      <a16:creationId xmlns:a16="http://schemas.microsoft.com/office/drawing/2014/main" id="{3527B864-766E-5534-4F10-E552BFA2D444}"/>
                    </a:ext>
                  </a:extLst>
                </p14:cNvPr>
                <p14:cNvContentPartPr/>
                <p14:nvPr/>
              </p14:nvContentPartPr>
              <p14:xfrm>
                <a:off x="10445510" y="2694997"/>
                <a:ext cx="28080" cy="34920"/>
              </p14:xfrm>
            </p:contentPart>
          </mc:Choice>
          <mc:Fallback xmlns="">
            <p:pic>
              <p:nvPicPr>
                <p:cNvPr id="394" name="Ink 393">
                  <a:extLst>
                    <a:ext uri="{FF2B5EF4-FFF2-40B4-BE49-F238E27FC236}">
                      <a16:creationId xmlns:a16="http://schemas.microsoft.com/office/drawing/2014/main" id="{3527B864-766E-5534-4F10-E552BFA2D444}"/>
                    </a:ext>
                  </a:extLst>
                </p:cNvPr>
                <p:cNvPicPr/>
                <p:nvPr/>
              </p:nvPicPr>
              <p:blipFill>
                <a:blip r:embed="rId529"/>
                <a:stretch>
                  <a:fillRect/>
                </a:stretch>
              </p:blipFill>
              <p:spPr>
                <a:xfrm>
                  <a:off x="10427870" y="2676997"/>
                  <a:ext cx="6372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530">
              <p14:nvContentPartPr>
                <p14:cNvPr id="395" name="Ink 394">
                  <a:extLst>
                    <a:ext uri="{FF2B5EF4-FFF2-40B4-BE49-F238E27FC236}">
                      <a16:creationId xmlns:a16="http://schemas.microsoft.com/office/drawing/2014/main" id="{7092DDF0-7BAB-45AB-5A9E-00264BF5A74E}"/>
                    </a:ext>
                  </a:extLst>
                </p14:cNvPr>
                <p14:cNvContentPartPr/>
                <p14:nvPr/>
              </p14:nvContentPartPr>
              <p14:xfrm>
                <a:off x="10557110" y="2772037"/>
                <a:ext cx="83520" cy="67320"/>
              </p14:xfrm>
            </p:contentPart>
          </mc:Choice>
          <mc:Fallback xmlns="">
            <p:pic>
              <p:nvPicPr>
                <p:cNvPr id="395" name="Ink 394">
                  <a:extLst>
                    <a:ext uri="{FF2B5EF4-FFF2-40B4-BE49-F238E27FC236}">
                      <a16:creationId xmlns:a16="http://schemas.microsoft.com/office/drawing/2014/main" id="{7092DDF0-7BAB-45AB-5A9E-00264BF5A74E}"/>
                    </a:ext>
                  </a:extLst>
                </p:cNvPr>
                <p:cNvPicPr/>
                <p:nvPr/>
              </p:nvPicPr>
              <p:blipFill>
                <a:blip r:embed="rId531"/>
                <a:stretch>
                  <a:fillRect/>
                </a:stretch>
              </p:blipFill>
              <p:spPr>
                <a:xfrm>
                  <a:off x="10539470" y="2754037"/>
                  <a:ext cx="11916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532">
              <p14:nvContentPartPr>
                <p14:cNvPr id="396" name="Ink 395">
                  <a:extLst>
                    <a:ext uri="{FF2B5EF4-FFF2-40B4-BE49-F238E27FC236}">
                      <a16:creationId xmlns:a16="http://schemas.microsoft.com/office/drawing/2014/main" id="{95B52E74-8349-B408-522C-2C954397A1A9}"/>
                    </a:ext>
                  </a:extLst>
                </p14:cNvPr>
                <p14:cNvContentPartPr/>
                <p14:nvPr/>
              </p14:nvContentPartPr>
              <p14:xfrm>
                <a:off x="10693550" y="3632077"/>
                <a:ext cx="71280" cy="106560"/>
              </p14:xfrm>
            </p:contentPart>
          </mc:Choice>
          <mc:Fallback xmlns="">
            <p:pic>
              <p:nvPicPr>
                <p:cNvPr id="396" name="Ink 395">
                  <a:extLst>
                    <a:ext uri="{FF2B5EF4-FFF2-40B4-BE49-F238E27FC236}">
                      <a16:creationId xmlns:a16="http://schemas.microsoft.com/office/drawing/2014/main" id="{95B52E74-8349-B408-522C-2C954397A1A9}"/>
                    </a:ext>
                  </a:extLst>
                </p:cNvPr>
                <p:cNvPicPr/>
                <p:nvPr/>
              </p:nvPicPr>
              <p:blipFill>
                <a:blip r:embed="rId533"/>
                <a:stretch>
                  <a:fillRect/>
                </a:stretch>
              </p:blipFill>
              <p:spPr>
                <a:xfrm>
                  <a:off x="10675550" y="3614437"/>
                  <a:ext cx="10692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534">
              <p14:nvContentPartPr>
                <p14:cNvPr id="397" name="Ink 396">
                  <a:extLst>
                    <a:ext uri="{FF2B5EF4-FFF2-40B4-BE49-F238E27FC236}">
                      <a16:creationId xmlns:a16="http://schemas.microsoft.com/office/drawing/2014/main" id="{28599DA4-BC24-FBF1-87E3-FB69044A8472}"/>
                    </a:ext>
                  </a:extLst>
                </p14:cNvPr>
                <p14:cNvContentPartPr/>
                <p14:nvPr/>
              </p14:nvContentPartPr>
              <p14:xfrm>
                <a:off x="10859870" y="3654037"/>
                <a:ext cx="111600" cy="67680"/>
              </p14:xfrm>
            </p:contentPart>
          </mc:Choice>
          <mc:Fallback xmlns="">
            <p:pic>
              <p:nvPicPr>
                <p:cNvPr id="397" name="Ink 396">
                  <a:extLst>
                    <a:ext uri="{FF2B5EF4-FFF2-40B4-BE49-F238E27FC236}">
                      <a16:creationId xmlns:a16="http://schemas.microsoft.com/office/drawing/2014/main" id="{28599DA4-BC24-FBF1-87E3-FB69044A8472}"/>
                    </a:ext>
                  </a:extLst>
                </p:cNvPr>
                <p:cNvPicPr/>
                <p:nvPr/>
              </p:nvPicPr>
              <p:blipFill>
                <a:blip r:embed="rId535"/>
                <a:stretch>
                  <a:fillRect/>
                </a:stretch>
              </p:blipFill>
              <p:spPr>
                <a:xfrm>
                  <a:off x="10841870" y="3636037"/>
                  <a:ext cx="14724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536">
              <p14:nvContentPartPr>
                <p14:cNvPr id="398" name="Ink 397">
                  <a:extLst>
                    <a:ext uri="{FF2B5EF4-FFF2-40B4-BE49-F238E27FC236}">
                      <a16:creationId xmlns:a16="http://schemas.microsoft.com/office/drawing/2014/main" id="{785AC5B4-0F19-13E0-5F6E-9DF55E40A7E0}"/>
                    </a:ext>
                  </a:extLst>
                </p14:cNvPr>
                <p14:cNvContentPartPr/>
                <p14:nvPr/>
              </p14:nvContentPartPr>
              <p14:xfrm>
                <a:off x="11051030" y="3533437"/>
                <a:ext cx="108360" cy="232200"/>
              </p14:xfrm>
            </p:contentPart>
          </mc:Choice>
          <mc:Fallback xmlns="">
            <p:pic>
              <p:nvPicPr>
                <p:cNvPr id="398" name="Ink 397">
                  <a:extLst>
                    <a:ext uri="{FF2B5EF4-FFF2-40B4-BE49-F238E27FC236}">
                      <a16:creationId xmlns:a16="http://schemas.microsoft.com/office/drawing/2014/main" id="{785AC5B4-0F19-13E0-5F6E-9DF55E40A7E0}"/>
                    </a:ext>
                  </a:extLst>
                </p:cNvPr>
                <p:cNvPicPr/>
                <p:nvPr/>
              </p:nvPicPr>
              <p:blipFill>
                <a:blip r:embed="rId537"/>
                <a:stretch>
                  <a:fillRect/>
                </a:stretch>
              </p:blipFill>
              <p:spPr>
                <a:xfrm>
                  <a:off x="11033390" y="3515437"/>
                  <a:ext cx="14400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538">
              <p14:nvContentPartPr>
                <p14:cNvPr id="399" name="Ink 398">
                  <a:extLst>
                    <a:ext uri="{FF2B5EF4-FFF2-40B4-BE49-F238E27FC236}">
                      <a16:creationId xmlns:a16="http://schemas.microsoft.com/office/drawing/2014/main" id="{3BAC59E2-F91E-2744-EEF2-FBC77E6C9E06}"/>
                    </a:ext>
                  </a:extLst>
                </p14:cNvPr>
                <p14:cNvContentPartPr/>
                <p14:nvPr/>
              </p14:nvContentPartPr>
              <p14:xfrm>
                <a:off x="11061470" y="3584557"/>
                <a:ext cx="154800" cy="69120"/>
              </p14:xfrm>
            </p:contentPart>
          </mc:Choice>
          <mc:Fallback xmlns="">
            <p:pic>
              <p:nvPicPr>
                <p:cNvPr id="399" name="Ink 398">
                  <a:extLst>
                    <a:ext uri="{FF2B5EF4-FFF2-40B4-BE49-F238E27FC236}">
                      <a16:creationId xmlns:a16="http://schemas.microsoft.com/office/drawing/2014/main" id="{3BAC59E2-F91E-2744-EEF2-FBC77E6C9E06}"/>
                    </a:ext>
                  </a:extLst>
                </p:cNvPr>
                <p:cNvPicPr/>
                <p:nvPr/>
              </p:nvPicPr>
              <p:blipFill>
                <a:blip r:embed="rId539"/>
                <a:stretch>
                  <a:fillRect/>
                </a:stretch>
              </p:blipFill>
              <p:spPr>
                <a:xfrm>
                  <a:off x="11043830" y="3566557"/>
                  <a:ext cx="190440" cy="104760"/>
                </a:xfrm>
                <a:prstGeom prst="rect">
                  <a:avLst/>
                </a:prstGeom>
              </p:spPr>
            </p:pic>
          </mc:Fallback>
        </mc:AlternateContent>
      </p:grpSp>
      <p:grpSp>
        <p:nvGrpSpPr>
          <p:cNvPr id="482" name="Group 481">
            <a:extLst>
              <a:ext uri="{FF2B5EF4-FFF2-40B4-BE49-F238E27FC236}">
                <a16:creationId xmlns:a16="http://schemas.microsoft.com/office/drawing/2014/main" id="{5FBF946B-C0CA-7829-CD0B-FD1E27F4E96E}"/>
              </a:ext>
            </a:extLst>
          </p:cNvPr>
          <p:cNvGrpSpPr/>
          <p:nvPr/>
        </p:nvGrpSpPr>
        <p:grpSpPr>
          <a:xfrm>
            <a:off x="7055390" y="1418437"/>
            <a:ext cx="2313720" cy="2715840"/>
            <a:chOff x="7055390" y="1418437"/>
            <a:chExt cx="2313720" cy="2715840"/>
          </a:xfrm>
        </p:grpSpPr>
        <mc:AlternateContent xmlns:mc="http://schemas.openxmlformats.org/markup-compatibility/2006" xmlns:p14="http://schemas.microsoft.com/office/powerpoint/2010/main">
          <mc:Choice Requires="p14">
            <p:contentPart p14:bwMode="auto" r:id="rId540">
              <p14:nvContentPartPr>
                <p14:cNvPr id="401" name="Ink 400">
                  <a:extLst>
                    <a:ext uri="{FF2B5EF4-FFF2-40B4-BE49-F238E27FC236}">
                      <a16:creationId xmlns:a16="http://schemas.microsoft.com/office/drawing/2014/main" id="{EDF87A38-B5E0-C2AE-4904-C9DC6412B4AE}"/>
                    </a:ext>
                  </a:extLst>
                </p14:cNvPr>
                <p14:cNvContentPartPr/>
                <p14:nvPr/>
              </p14:nvContentPartPr>
              <p14:xfrm>
                <a:off x="8008310" y="2607157"/>
                <a:ext cx="137520" cy="959040"/>
              </p14:xfrm>
            </p:contentPart>
          </mc:Choice>
          <mc:Fallback xmlns="">
            <p:pic>
              <p:nvPicPr>
                <p:cNvPr id="401" name="Ink 400">
                  <a:extLst>
                    <a:ext uri="{FF2B5EF4-FFF2-40B4-BE49-F238E27FC236}">
                      <a16:creationId xmlns:a16="http://schemas.microsoft.com/office/drawing/2014/main" id="{EDF87A38-B5E0-C2AE-4904-C9DC6412B4AE}"/>
                    </a:ext>
                  </a:extLst>
                </p:cNvPr>
                <p:cNvPicPr/>
                <p:nvPr/>
              </p:nvPicPr>
              <p:blipFill>
                <a:blip r:embed="rId541"/>
                <a:stretch>
                  <a:fillRect/>
                </a:stretch>
              </p:blipFill>
              <p:spPr>
                <a:xfrm>
                  <a:off x="7990670" y="2589157"/>
                  <a:ext cx="173160" cy="994680"/>
                </a:xfrm>
                <a:prstGeom prst="rect">
                  <a:avLst/>
                </a:prstGeom>
              </p:spPr>
            </p:pic>
          </mc:Fallback>
        </mc:AlternateContent>
        <mc:AlternateContent xmlns:mc="http://schemas.openxmlformats.org/markup-compatibility/2006" xmlns:p14="http://schemas.microsoft.com/office/powerpoint/2010/main">
          <mc:Choice Requires="p14">
            <p:contentPart p14:bwMode="auto" r:id="rId542">
              <p14:nvContentPartPr>
                <p14:cNvPr id="402" name="Ink 401">
                  <a:extLst>
                    <a:ext uri="{FF2B5EF4-FFF2-40B4-BE49-F238E27FC236}">
                      <a16:creationId xmlns:a16="http://schemas.microsoft.com/office/drawing/2014/main" id="{6B4D86C5-981E-4049-C366-09D0070B0D31}"/>
                    </a:ext>
                  </a:extLst>
                </p14:cNvPr>
                <p14:cNvContentPartPr/>
                <p14:nvPr/>
              </p14:nvContentPartPr>
              <p14:xfrm>
                <a:off x="7992110" y="2648917"/>
                <a:ext cx="592560" cy="874440"/>
              </p14:xfrm>
            </p:contentPart>
          </mc:Choice>
          <mc:Fallback xmlns="">
            <p:pic>
              <p:nvPicPr>
                <p:cNvPr id="402" name="Ink 401">
                  <a:extLst>
                    <a:ext uri="{FF2B5EF4-FFF2-40B4-BE49-F238E27FC236}">
                      <a16:creationId xmlns:a16="http://schemas.microsoft.com/office/drawing/2014/main" id="{6B4D86C5-981E-4049-C366-09D0070B0D31}"/>
                    </a:ext>
                  </a:extLst>
                </p:cNvPr>
                <p:cNvPicPr/>
                <p:nvPr/>
              </p:nvPicPr>
              <p:blipFill>
                <a:blip r:embed="rId543"/>
                <a:stretch>
                  <a:fillRect/>
                </a:stretch>
              </p:blipFill>
              <p:spPr>
                <a:xfrm>
                  <a:off x="7974110" y="2631277"/>
                  <a:ext cx="628200" cy="910080"/>
                </a:xfrm>
                <a:prstGeom prst="rect">
                  <a:avLst/>
                </a:prstGeom>
              </p:spPr>
            </p:pic>
          </mc:Fallback>
        </mc:AlternateContent>
        <mc:AlternateContent xmlns:mc="http://schemas.openxmlformats.org/markup-compatibility/2006" xmlns:p14="http://schemas.microsoft.com/office/powerpoint/2010/main">
          <mc:Choice Requires="p14">
            <p:contentPart p14:bwMode="auto" r:id="rId544">
              <p14:nvContentPartPr>
                <p14:cNvPr id="403" name="Ink 402">
                  <a:extLst>
                    <a:ext uri="{FF2B5EF4-FFF2-40B4-BE49-F238E27FC236}">
                      <a16:creationId xmlns:a16="http://schemas.microsoft.com/office/drawing/2014/main" id="{AE6002E6-42C0-8F19-0D78-5689FDABC3A1}"/>
                    </a:ext>
                  </a:extLst>
                </p14:cNvPr>
                <p14:cNvContentPartPr/>
                <p14:nvPr/>
              </p14:nvContentPartPr>
              <p14:xfrm>
                <a:off x="8109830" y="2980837"/>
                <a:ext cx="115920" cy="39600"/>
              </p14:xfrm>
            </p:contentPart>
          </mc:Choice>
          <mc:Fallback xmlns="">
            <p:pic>
              <p:nvPicPr>
                <p:cNvPr id="403" name="Ink 402">
                  <a:extLst>
                    <a:ext uri="{FF2B5EF4-FFF2-40B4-BE49-F238E27FC236}">
                      <a16:creationId xmlns:a16="http://schemas.microsoft.com/office/drawing/2014/main" id="{AE6002E6-42C0-8F19-0D78-5689FDABC3A1}"/>
                    </a:ext>
                  </a:extLst>
                </p:cNvPr>
                <p:cNvPicPr/>
                <p:nvPr/>
              </p:nvPicPr>
              <p:blipFill>
                <a:blip r:embed="rId545"/>
                <a:stretch>
                  <a:fillRect/>
                </a:stretch>
              </p:blipFill>
              <p:spPr>
                <a:xfrm>
                  <a:off x="8092190" y="2963197"/>
                  <a:ext cx="15156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546">
              <p14:nvContentPartPr>
                <p14:cNvPr id="404" name="Ink 403">
                  <a:extLst>
                    <a:ext uri="{FF2B5EF4-FFF2-40B4-BE49-F238E27FC236}">
                      <a16:creationId xmlns:a16="http://schemas.microsoft.com/office/drawing/2014/main" id="{B4AC2ABF-19F3-1911-C5F7-A90650ECABB9}"/>
                    </a:ext>
                  </a:extLst>
                </p14:cNvPr>
                <p14:cNvContentPartPr/>
                <p14:nvPr/>
              </p14:nvContentPartPr>
              <p14:xfrm>
                <a:off x="7980950" y="3324277"/>
                <a:ext cx="152640" cy="24840"/>
              </p14:xfrm>
            </p:contentPart>
          </mc:Choice>
          <mc:Fallback xmlns="">
            <p:pic>
              <p:nvPicPr>
                <p:cNvPr id="404" name="Ink 403">
                  <a:extLst>
                    <a:ext uri="{FF2B5EF4-FFF2-40B4-BE49-F238E27FC236}">
                      <a16:creationId xmlns:a16="http://schemas.microsoft.com/office/drawing/2014/main" id="{B4AC2ABF-19F3-1911-C5F7-A90650ECABB9}"/>
                    </a:ext>
                  </a:extLst>
                </p:cNvPr>
                <p:cNvPicPr/>
                <p:nvPr/>
              </p:nvPicPr>
              <p:blipFill>
                <a:blip r:embed="rId547"/>
                <a:stretch>
                  <a:fillRect/>
                </a:stretch>
              </p:blipFill>
              <p:spPr>
                <a:xfrm>
                  <a:off x="7962950" y="3306637"/>
                  <a:ext cx="18828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548">
              <p14:nvContentPartPr>
                <p14:cNvPr id="405" name="Ink 404">
                  <a:extLst>
                    <a:ext uri="{FF2B5EF4-FFF2-40B4-BE49-F238E27FC236}">
                      <a16:creationId xmlns:a16="http://schemas.microsoft.com/office/drawing/2014/main" id="{4DEE50EF-DA6A-EB1C-63C9-F07D27D3D63D}"/>
                    </a:ext>
                  </a:extLst>
                </p14:cNvPr>
                <p14:cNvContentPartPr/>
                <p14:nvPr/>
              </p14:nvContentPartPr>
              <p14:xfrm>
                <a:off x="8001110" y="3358477"/>
                <a:ext cx="27360" cy="480240"/>
              </p14:xfrm>
            </p:contentPart>
          </mc:Choice>
          <mc:Fallback xmlns="">
            <p:pic>
              <p:nvPicPr>
                <p:cNvPr id="405" name="Ink 404">
                  <a:extLst>
                    <a:ext uri="{FF2B5EF4-FFF2-40B4-BE49-F238E27FC236}">
                      <a16:creationId xmlns:a16="http://schemas.microsoft.com/office/drawing/2014/main" id="{4DEE50EF-DA6A-EB1C-63C9-F07D27D3D63D}"/>
                    </a:ext>
                  </a:extLst>
                </p:cNvPr>
                <p:cNvPicPr/>
                <p:nvPr/>
              </p:nvPicPr>
              <p:blipFill>
                <a:blip r:embed="rId549"/>
                <a:stretch>
                  <a:fillRect/>
                </a:stretch>
              </p:blipFill>
              <p:spPr>
                <a:xfrm>
                  <a:off x="7983470" y="3340837"/>
                  <a:ext cx="63000" cy="515880"/>
                </a:xfrm>
                <a:prstGeom prst="rect">
                  <a:avLst/>
                </a:prstGeom>
              </p:spPr>
            </p:pic>
          </mc:Fallback>
        </mc:AlternateContent>
        <mc:AlternateContent xmlns:mc="http://schemas.openxmlformats.org/markup-compatibility/2006" xmlns:p14="http://schemas.microsoft.com/office/powerpoint/2010/main">
          <mc:Choice Requires="p14">
            <p:contentPart p14:bwMode="auto" r:id="rId550">
              <p14:nvContentPartPr>
                <p14:cNvPr id="406" name="Ink 405">
                  <a:extLst>
                    <a:ext uri="{FF2B5EF4-FFF2-40B4-BE49-F238E27FC236}">
                      <a16:creationId xmlns:a16="http://schemas.microsoft.com/office/drawing/2014/main" id="{F5B58A17-B11A-8A6A-1197-F62B1D1F93ED}"/>
                    </a:ext>
                  </a:extLst>
                </p14:cNvPr>
                <p14:cNvContentPartPr/>
                <p14:nvPr/>
              </p14:nvContentPartPr>
              <p14:xfrm>
                <a:off x="7971230" y="3822877"/>
                <a:ext cx="171360" cy="21960"/>
              </p14:xfrm>
            </p:contentPart>
          </mc:Choice>
          <mc:Fallback xmlns="">
            <p:pic>
              <p:nvPicPr>
                <p:cNvPr id="406" name="Ink 405">
                  <a:extLst>
                    <a:ext uri="{FF2B5EF4-FFF2-40B4-BE49-F238E27FC236}">
                      <a16:creationId xmlns:a16="http://schemas.microsoft.com/office/drawing/2014/main" id="{F5B58A17-B11A-8A6A-1197-F62B1D1F93ED}"/>
                    </a:ext>
                  </a:extLst>
                </p:cNvPr>
                <p:cNvPicPr/>
                <p:nvPr/>
              </p:nvPicPr>
              <p:blipFill>
                <a:blip r:embed="rId551"/>
                <a:stretch>
                  <a:fillRect/>
                </a:stretch>
              </p:blipFill>
              <p:spPr>
                <a:xfrm>
                  <a:off x="7953590" y="3804877"/>
                  <a:ext cx="20700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552">
              <p14:nvContentPartPr>
                <p14:cNvPr id="407" name="Ink 406">
                  <a:extLst>
                    <a:ext uri="{FF2B5EF4-FFF2-40B4-BE49-F238E27FC236}">
                      <a16:creationId xmlns:a16="http://schemas.microsoft.com/office/drawing/2014/main" id="{E166AEA2-28B8-2C57-8FC8-58711843EB67}"/>
                    </a:ext>
                  </a:extLst>
                </p14:cNvPr>
                <p14:cNvContentPartPr/>
                <p14:nvPr/>
              </p14:nvContentPartPr>
              <p14:xfrm>
                <a:off x="7959710" y="3845197"/>
                <a:ext cx="129960" cy="44640"/>
              </p14:xfrm>
            </p:contentPart>
          </mc:Choice>
          <mc:Fallback xmlns="">
            <p:pic>
              <p:nvPicPr>
                <p:cNvPr id="407" name="Ink 406">
                  <a:extLst>
                    <a:ext uri="{FF2B5EF4-FFF2-40B4-BE49-F238E27FC236}">
                      <a16:creationId xmlns:a16="http://schemas.microsoft.com/office/drawing/2014/main" id="{E166AEA2-28B8-2C57-8FC8-58711843EB67}"/>
                    </a:ext>
                  </a:extLst>
                </p:cNvPr>
                <p:cNvPicPr/>
                <p:nvPr/>
              </p:nvPicPr>
              <p:blipFill>
                <a:blip r:embed="rId553"/>
                <a:stretch>
                  <a:fillRect/>
                </a:stretch>
              </p:blipFill>
              <p:spPr>
                <a:xfrm>
                  <a:off x="7941710" y="3827557"/>
                  <a:ext cx="16560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554">
              <p14:nvContentPartPr>
                <p14:cNvPr id="408" name="Ink 407">
                  <a:extLst>
                    <a:ext uri="{FF2B5EF4-FFF2-40B4-BE49-F238E27FC236}">
                      <a16:creationId xmlns:a16="http://schemas.microsoft.com/office/drawing/2014/main" id="{3E389CD8-AF3B-E934-D421-A8E45FFA6358}"/>
                    </a:ext>
                  </a:extLst>
                </p14:cNvPr>
                <p14:cNvContentPartPr/>
                <p14:nvPr/>
              </p14:nvContentPartPr>
              <p14:xfrm>
                <a:off x="8098670" y="3834397"/>
                <a:ext cx="81360" cy="136800"/>
              </p14:xfrm>
            </p:contentPart>
          </mc:Choice>
          <mc:Fallback xmlns="">
            <p:pic>
              <p:nvPicPr>
                <p:cNvPr id="408" name="Ink 407">
                  <a:extLst>
                    <a:ext uri="{FF2B5EF4-FFF2-40B4-BE49-F238E27FC236}">
                      <a16:creationId xmlns:a16="http://schemas.microsoft.com/office/drawing/2014/main" id="{3E389CD8-AF3B-E934-D421-A8E45FFA6358}"/>
                    </a:ext>
                  </a:extLst>
                </p:cNvPr>
                <p:cNvPicPr/>
                <p:nvPr/>
              </p:nvPicPr>
              <p:blipFill>
                <a:blip r:embed="rId555"/>
                <a:stretch>
                  <a:fillRect/>
                </a:stretch>
              </p:blipFill>
              <p:spPr>
                <a:xfrm>
                  <a:off x="8080670" y="3816757"/>
                  <a:ext cx="11700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556">
              <p14:nvContentPartPr>
                <p14:cNvPr id="409" name="Ink 408">
                  <a:extLst>
                    <a:ext uri="{FF2B5EF4-FFF2-40B4-BE49-F238E27FC236}">
                      <a16:creationId xmlns:a16="http://schemas.microsoft.com/office/drawing/2014/main" id="{F09800D9-E2A7-3935-9E50-00A9F2D1C49C}"/>
                    </a:ext>
                  </a:extLst>
                </p14:cNvPr>
                <p14:cNvContentPartPr/>
                <p14:nvPr/>
              </p14:nvContentPartPr>
              <p14:xfrm>
                <a:off x="7413230" y="2913157"/>
                <a:ext cx="236880" cy="28800"/>
              </p14:xfrm>
            </p:contentPart>
          </mc:Choice>
          <mc:Fallback xmlns="">
            <p:pic>
              <p:nvPicPr>
                <p:cNvPr id="409" name="Ink 408">
                  <a:extLst>
                    <a:ext uri="{FF2B5EF4-FFF2-40B4-BE49-F238E27FC236}">
                      <a16:creationId xmlns:a16="http://schemas.microsoft.com/office/drawing/2014/main" id="{F09800D9-E2A7-3935-9E50-00A9F2D1C49C}"/>
                    </a:ext>
                  </a:extLst>
                </p:cNvPr>
                <p:cNvPicPr/>
                <p:nvPr/>
              </p:nvPicPr>
              <p:blipFill>
                <a:blip r:embed="rId557"/>
                <a:stretch>
                  <a:fillRect/>
                </a:stretch>
              </p:blipFill>
              <p:spPr>
                <a:xfrm>
                  <a:off x="7395590" y="2895157"/>
                  <a:ext cx="2725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558">
              <p14:nvContentPartPr>
                <p14:cNvPr id="411" name="Ink 410">
                  <a:extLst>
                    <a:ext uri="{FF2B5EF4-FFF2-40B4-BE49-F238E27FC236}">
                      <a16:creationId xmlns:a16="http://schemas.microsoft.com/office/drawing/2014/main" id="{3833EDD9-1964-8FD8-AAC1-853D65AB1126}"/>
                    </a:ext>
                  </a:extLst>
                </p14:cNvPr>
                <p14:cNvContentPartPr/>
                <p14:nvPr/>
              </p14:nvContentPartPr>
              <p14:xfrm>
                <a:off x="7640750" y="2922157"/>
                <a:ext cx="394920" cy="12600"/>
              </p14:xfrm>
            </p:contentPart>
          </mc:Choice>
          <mc:Fallback xmlns="">
            <p:pic>
              <p:nvPicPr>
                <p:cNvPr id="411" name="Ink 410">
                  <a:extLst>
                    <a:ext uri="{FF2B5EF4-FFF2-40B4-BE49-F238E27FC236}">
                      <a16:creationId xmlns:a16="http://schemas.microsoft.com/office/drawing/2014/main" id="{3833EDD9-1964-8FD8-AAC1-853D65AB1126}"/>
                    </a:ext>
                  </a:extLst>
                </p:cNvPr>
                <p:cNvPicPr/>
                <p:nvPr/>
              </p:nvPicPr>
              <p:blipFill>
                <a:blip r:embed="rId559"/>
                <a:stretch>
                  <a:fillRect/>
                </a:stretch>
              </p:blipFill>
              <p:spPr>
                <a:xfrm>
                  <a:off x="7622750" y="2904517"/>
                  <a:ext cx="43056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560">
              <p14:nvContentPartPr>
                <p14:cNvPr id="413" name="Ink 412">
                  <a:extLst>
                    <a:ext uri="{FF2B5EF4-FFF2-40B4-BE49-F238E27FC236}">
                      <a16:creationId xmlns:a16="http://schemas.microsoft.com/office/drawing/2014/main" id="{54B1D876-C6D0-0E03-73D9-66FE585890F2}"/>
                    </a:ext>
                  </a:extLst>
                </p14:cNvPr>
                <p14:cNvContentPartPr/>
                <p14:nvPr/>
              </p14:nvContentPartPr>
              <p14:xfrm>
                <a:off x="7736510" y="2395477"/>
                <a:ext cx="46080" cy="536040"/>
              </p14:xfrm>
            </p:contentPart>
          </mc:Choice>
          <mc:Fallback xmlns="">
            <p:pic>
              <p:nvPicPr>
                <p:cNvPr id="413" name="Ink 412">
                  <a:extLst>
                    <a:ext uri="{FF2B5EF4-FFF2-40B4-BE49-F238E27FC236}">
                      <a16:creationId xmlns:a16="http://schemas.microsoft.com/office/drawing/2014/main" id="{54B1D876-C6D0-0E03-73D9-66FE585890F2}"/>
                    </a:ext>
                  </a:extLst>
                </p:cNvPr>
                <p:cNvPicPr/>
                <p:nvPr/>
              </p:nvPicPr>
              <p:blipFill>
                <a:blip r:embed="rId561"/>
                <a:stretch>
                  <a:fillRect/>
                </a:stretch>
              </p:blipFill>
              <p:spPr>
                <a:xfrm>
                  <a:off x="7718870" y="2377837"/>
                  <a:ext cx="81720"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562">
              <p14:nvContentPartPr>
                <p14:cNvPr id="414" name="Ink 413">
                  <a:extLst>
                    <a:ext uri="{FF2B5EF4-FFF2-40B4-BE49-F238E27FC236}">
                      <a16:creationId xmlns:a16="http://schemas.microsoft.com/office/drawing/2014/main" id="{8E9005BC-89FE-86B4-CA55-0CF3D8E80F0F}"/>
                    </a:ext>
                  </a:extLst>
                </p14:cNvPr>
                <p14:cNvContentPartPr/>
                <p14:nvPr/>
              </p14:nvContentPartPr>
              <p14:xfrm>
                <a:off x="7751990" y="2399797"/>
                <a:ext cx="221040" cy="18720"/>
              </p14:xfrm>
            </p:contentPart>
          </mc:Choice>
          <mc:Fallback xmlns="">
            <p:pic>
              <p:nvPicPr>
                <p:cNvPr id="414" name="Ink 413">
                  <a:extLst>
                    <a:ext uri="{FF2B5EF4-FFF2-40B4-BE49-F238E27FC236}">
                      <a16:creationId xmlns:a16="http://schemas.microsoft.com/office/drawing/2014/main" id="{8E9005BC-89FE-86B4-CA55-0CF3D8E80F0F}"/>
                    </a:ext>
                  </a:extLst>
                </p:cNvPr>
                <p:cNvPicPr/>
                <p:nvPr/>
              </p:nvPicPr>
              <p:blipFill>
                <a:blip r:embed="rId563"/>
                <a:stretch>
                  <a:fillRect/>
                </a:stretch>
              </p:blipFill>
              <p:spPr>
                <a:xfrm>
                  <a:off x="7733990" y="2382157"/>
                  <a:ext cx="25668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564">
              <p14:nvContentPartPr>
                <p14:cNvPr id="415" name="Ink 414">
                  <a:extLst>
                    <a:ext uri="{FF2B5EF4-FFF2-40B4-BE49-F238E27FC236}">
                      <a16:creationId xmlns:a16="http://schemas.microsoft.com/office/drawing/2014/main" id="{89F303B1-B24D-BDDC-CF70-D5E9E002CB13}"/>
                    </a:ext>
                  </a:extLst>
                </p14:cNvPr>
                <p14:cNvContentPartPr/>
                <p14:nvPr/>
              </p14:nvContentPartPr>
              <p14:xfrm>
                <a:off x="8027750" y="2276317"/>
                <a:ext cx="278280" cy="136800"/>
              </p14:xfrm>
            </p:contentPart>
          </mc:Choice>
          <mc:Fallback xmlns="">
            <p:pic>
              <p:nvPicPr>
                <p:cNvPr id="415" name="Ink 414">
                  <a:extLst>
                    <a:ext uri="{FF2B5EF4-FFF2-40B4-BE49-F238E27FC236}">
                      <a16:creationId xmlns:a16="http://schemas.microsoft.com/office/drawing/2014/main" id="{89F303B1-B24D-BDDC-CF70-D5E9E002CB13}"/>
                    </a:ext>
                  </a:extLst>
                </p:cNvPr>
                <p:cNvPicPr/>
                <p:nvPr/>
              </p:nvPicPr>
              <p:blipFill>
                <a:blip r:embed="rId565"/>
                <a:stretch>
                  <a:fillRect/>
                </a:stretch>
              </p:blipFill>
              <p:spPr>
                <a:xfrm>
                  <a:off x="8009750" y="2258677"/>
                  <a:ext cx="31392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566">
              <p14:nvContentPartPr>
                <p14:cNvPr id="416" name="Ink 415">
                  <a:extLst>
                    <a:ext uri="{FF2B5EF4-FFF2-40B4-BE49-F238E27FC236}">
                      <a16:creationId xmlns:a16="http://schemas.microsoft.com/office/drawing/2014/main" id="{2C281A14-A262-CD7A-F1AF-9CA3B308352D}"/>
                    </a:ext>
                  </a:extLst>
                </p14:cNvPr>
                <p14:cNvContentPartPr/>
                <p14:nvPr/>
              </p14:nvContentPartPr>
              <p14:xfrm>
                <a:off x="8294150" y="2325277"/>
                <a:ext cx="258120" cy="79560"/>
              </p14:xfrm>
            </p:contentPart>
          </mc:Choice>
          <mc:Fallback xmlns="">
            <p:pic>
              <p:nvPicPr>
                <p:cNvPr id="416" name="Ink 415">
                  <a:extLst>
                    <a:ext uri="{FF2B5EF4-FFF2-40B4-BE49-F238E27FC236}">
                      <a16:creationId xmlns:a16="http://schemas.microsoft.com/office/drawing/2014/main" id="{2C281A14-A262-CD7A-F1AF-9CA3B308352D}"/>
                    </a:ext>
                  </a:extLst>
                </p:cNvPr>
                <p:cNvPicPr/>
                <p:nvPr/>
              </p:nvPicPr>
              <p:blipFill>
                <a:blip r:embed="rId567"/>
                <a:stretch>
                  <a:fillRect/>
                </a:stretch>
              </p:blipFill>
              <p:spPr>
                <a:xfrm>
                  <a:off x="8276150" y="2307277"/>
                  <a:ext cx="29376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568">
              <p14:nvContentPartPr>
                <p14:cNvPr id="417" name="Ink 416">
                  <a:extLst>
                    <a:ext uri="{FF2B5EF4-FFF2-40B4-BE49-F238E27FC236}">
                      <a16:creationId xmlns:a16="http://schemas.microsoft.com/office/drawing/2014/main" id="{CFB6F827-2D38-745D-3F1C-DD74E8476000}"/>
                    </a:ext>
                  </a:extLst>
                </p14:cNvPr>
                <p14:cNvContentPartPr/>
                <p14:nvPr/>
              </p14:nvContentPartPr>
              <p14:xfrm>
                <a:off x="8623550" y="2329237"/>
                <a:ext cx="113040" cy="736920"/>
              </p14:xfrm>
            </p:contentPart>
          </mc:Choice>
          <mc:Fallback xmlns="">
            <p:pic>
              <p:nvPicPr>
                <p:cNvPr id="417" name="Ink 416">
                  <a:extLst>
                    <a:ext uri="{FF2B5EF4-FFF2-40B4-BE49-F238E27FC236}">
                      <a16:creationId xmlns:a16="http://schemas.microsoft.com/office/drawing/2014/main" id="{CFB6F827-2D38-745D-3F1C-DD74E8476000}"/>
                    </a:ext>
                  </a:extLst>
                </p:cNvPr>
                <p:cNvPicPr/>
                <p:nvPr/>
              </p:nvPicPr>
              <p:blipFill>
                <a:blip r:embed="rId569"/>
                <a:stretch>
                  <a:fillRect/>
                </a:stretch>
              </p:blipFill>
              <p:spPr>
                <a:xfrm>
                  <a:off x="8605550" y="2311237"/>
                  <a:ext cx="148680" cy="772560"/>
                </a:xfrm>
                <a:prstGeom prst="rect">
                  <a:avLst/>
                </a:prstGeom>
              </p:spPr>
            </p:pic>
          </mc:Fallback>
        </mc:AlternateContent>
        <mc:AlternateContent xmlns:mc="http://schemas.openxmlformats.org/markup-compatibility/2006" xmlns:p14="http://schemas.microsoft.com/office/powerpoint/2010/main">
          <mc:Choice Requires="p14">
            <p:contentPart p14:bwMode="auto" r:id="rId570">
              <p14:nvContentPartPr>
                <p14:cNvPr id="418" name="Ink 417">
                  <a:extLst>
                    <a:ext uri="{FF2B5EF4-FFF2-40B4-BE49-F238E27FC236}">
                      <a16:creationId xmlns:a16="http://schemas.microsoft.com/office/drawing/2014/main" id="{8303C5D7-3169-301C-F6AB-E827D5E979C8}"/>
                    </a:ext>
                  </a:extLst>
                </p14:cNvPr>
                <p14:cNvContentPartPr/>
                <p14:nvPr/>
              </p14:nvContentPartPr>
              <p14:xfrm>
                <a:off x="8561990" y="3029077"/>
                <a:ext cx="777240" cy="61200"/>
              </p14:xfrm>
            </p:contentPart>
          </mc:Choice>
          <mc:Fallback xmlns="">
            <p:pic>
              <p:nvPicPr>
                <p:cNvPr id="418" name="Ink 417">
                  <a:extLst>
                    <a:ext uri="{FF2B5EF4-FFF2-40B4-BE49-F238E27FC236}">
                      <a16:creationId xmlns:a16="http://schemas.microsoft.com/office/drawing/2014/main" id="{8303C5D7-3169-301C-F6AB-E827D5E979C8}"/>
                    </a:ext>
                  </a:extLst>
                </p:cNvPr>
                <p:cNvPicPr/>
                <p:nvPr/>
              </p:nvPicPr>
              <p:blipFill>
                <a:blip r:embed="rId571"/>
                <a:stretch>
                  <a:fillRect/>
                </a:stretch>
              </p:blipFill>
              <p:spPr>
                <a:xfrm>
                  <a:off x="8544350" y="3011077"/>
                  <a:ext cx="8128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572">
              <p14:nvContentPartPr>
                <p14:cNvPr id="419" name="Ink 418">
                  <a:extLst>
                    <a:ext uri="{FF2B5EF4-FFF2-40B4-BE49-F238E27FC236}">
                      <a16:creationId xmlns:a16="http://schemas.microsoft.com/office/drawing/2014/main" id="{3C76D131-6913-1BEB-0F9E-C256572DA622}"/>
                    </a:ext>
                  </a:extLst>
                </p14:cNvPr>
                <p14:cNvContentPartPr/>
                <p14:nvPr/>
              </p14:nvContentPartPr>
              <p14:xfrm>
                <a:off x="9161750" y="3016837"/>
                <a:ext cx="142920" cy="102600"/>
              </p14:xfrm>
            </p:contentPart>
          </mc:Choice>
          <mc:Fallback xmlns="">
            <p:pic>
              <p:nvPicPr>
                <p:cNvPr id="419" name="Ink 418">
                  <a:extLst>
                    <a:ext uri="{FF2B5EF4-FFF2-40B4-BE49-F238E27FC236}">
                      <a16:creationId xmlns:a16="http://schemas.microsoft.com/office/drawing/2014/main" id="{3C76D131-6913-1BEB-0F9E-C256572DA622}"/>
                    </a:ext>
                  </a:extLst>
                </p:cNvPr>
                <p:cNvPicPr/>
                <p:nvPr/>
              </p:nvPicPr>
              <p:blipFill>
                <a:blip r:embed="rId573"/>
                <a:stretch>
                  <a:fillRect/>
                </a:stretch>
              </p:blipFill>
              <p:spPr>
                <a:xfrm>
                  <a:off x="9143750" y="2998837"/>
                  <a:ext cx="17856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574">
              <p14:nvContentPartPr>
                <p14:cNvPr id="420" name="Ink 419">
                  <a:extLst>
                    <a:ext uri="{FF2B5EF4-FFF2-40B4-BE49-F238E27FC236}">
                      <a16:creationId xmlns:a16="http://schemas.microsoft.com/office/drawing/2014/main" id="{C2BCFA68-8F51-9F76-0A4D-E8D6117A26A4}"/>
                    </a:ext>
                  </a:extLst>
                </p14:cNvPr>
                <p14:cNvContentPartPr/>
                <p14:nvPr/>
              </p14:nvContentPartPr>
              <p14:xfrm>
                <a:off x="9283790" y="2997757"/>
                <a:ext cx="10800" cy="2160"/>
              </p14:xfrm>
            </p:contentPart>
          </mc:Choice>
          <mc:Fallback xmlns="">
            <p:pic>
              <p:nvPicPr>
                <p:cNvPr id="420" name="Ink 419">
                  <a:extLst>
                    <a:ext uri="{FF2B5EF4-FFF2-40B4-BE49-F238E27FC236}">
                      <a16:creationId xmlns:a16="http://schemas.microsoft.com/office/drawing/2014/main" id="{C2BCFA68-8F51-9F76-0A4D-E8D6117A26A4}"/>
                    </a:ext>
                  </a:extLst>
                </p:cNvPr>
                <p:cNvPicPr/>
                <p:nvPr/>
              </p:nvPicPr>
              <p:blipFill>
                <a:blip r:embed="rId575"/>
                <a:stretch>
                  <a:fillRect/>
                </a:stretch>
              </p:blipFill>
              <p:spPr>
                <a:xfrm>
                  <a:off x="9265790" y="2979757"/>
                  <a:ext cx="4644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576">
              <p14:nvContentPartPr>
                <p14:cNvPr id="422" name="Ink 421">
                  <a:extLst>
                    <a:ext uri="{FF2B5EF4-FFF2-40B4-BE49-F238E27FC236}">
                      <a16:creationId xmlns:a16="http://schemas.microsoft.com/office/drawing/2014/main" id="{7FA2EE8F-DC1B-A24D-AF3C-343FDE2B364C}"/>
                    </a:ext>
                  </a:extLst>
                </p14:cNvPr>
                <p14:cNvContentPartPr/>
                <p14:nvPr/>
              </p14:nvContentPartPr>
              <p14:xfrm>
                <a:off x="8204870" y="3245437"/>
                <a:ext cx="79560" cy="19800"/>
              </p14:xfrm>
            </p:contentPart>
          </mc:Choice>
          <mc:Fallback xmlns="">
            <p:pic>
              <p:nvPicPr>
                <p:cNvPr id="422" name="Ink 421">
                  <a:extLst>
                    <a:ext uri="{FF2B5EF4-FFF2-40B4-BE49-F238E27FC236}">
                      <a16:creationId xmlns:a16="http://schemas.microsoft.com/office/drawing/2014/main" id="{7FA2EE8F-DC1B-A24D-AF3C-343FDE2B364C}"/>
                    </a:ext>
                  </a:extLst>
                </p:cNvPr>
                <p:cNvPicPr/>
                <p:nvPr/>
              </p:nvPicPr>
              <p:blipFill>
                <a:blip r:embed="rId577"/>
                <a:stretch>
                  <a:fillRect/>
                </a:stretch>
              </p:blipFill>
              <p:spPr>
                <a:xfrm>
                  <a:off x="8186870" y="3227437"/>
                  <a:ext cx="1152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578">
              <p14:nvContentPartPr>
                <p14:cNvPr id="423" name="Ink 422">
                  <a:extLst>
                    <a:ext uri="{FF2B5EF4-FFF2-40B4-BE49-F238E27FC236}">
                      <a16:creationId xmlns:a16="http://schemas.microsoft.com/office/drawing/2014/main" id="{0817E784-BEE7-53E4-EA5A-F61D50FCE10F}"/>
                    </a:ext>
                  </a:extLst>
                </p14:cNvPr>
                <p14:cNvContentPartPr/>
                <p14:nvPr/>
              </p14:nvContentPartPr>
              <p14:xfrm>
                <a:off x="8243030" y="3183517"/>
                <a:ext cx="8640" cy="160200"/>
              </p14:xfrm>
            </p:contentPart>
          </mc:Choice>
          <mc:Fallback xmlns="">
            <p:pic>
              <p:nvPicPr>
                <p:cNvPr id="423" name="Ink 422">
                  <a:extLst>
                    <a:ext uri="{FF2B5EF4-FFF2-40B4-BE49-F238E27FC236}">
                      <a16:creationId xmlns:a16="http://schemas.microsoft.com/office/drawing/2014/main" id="{0817E784-BEE7-53E4-EA5A-F61D50FCE10F}"/>
                    </a:ext>
                  </a:extLst>
                </p:cNvPr>
                <p:cNvPicPr/>
                <p:nvPr/>
              </p:nvPicPr>
              <p:blipFill>
                <a:blip r:embed="rId579"/>
                <a:stretch>
                  <a:fillRect/>
                </a:stretch>
              </p:blipFill>
              <p:spPr>
                <a:xfrm>
                  <a:off x="8225390" y="3165877"/>
                  <a:ext cx="4428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580">
              <p14:nvContentPartPr>
                <p14:cNvPr id="425" name="Ink 424">
                  <a:extLst>
                    <a:ext uri="{FF2B5EF4-FFF2-40B4-BE49-F238E27FC236}">
                      <a16:creationId xmlns:a16="http://schemas.microsoft.com/office/drawing/2014/main" id="{EB950460-18D1-6B87-00CB-189AA56A7B72}"/>
                    </a:ext>
                  </a:extLst>
                </p14:cNvPr>
                <p14:cNvContentPartPr/>
                <p14:nvPr/>
              </p14:nvContentPartPr>
              <p14:xfrm>
                <a:off x="8171030" y="3247957"/>
                <a:ext cx="75240" cy="29160"/>
              </p14:xfrm>
            </p:contentPart>
          </mc:Choice>
          <mc:Fallback xmlns="">
            <p:pic>
              <p:nvPicPr>
                <p:cNvPr id="425" name="Ink 424">
                  <a:extLst>
                    <a:ext uri="{FF2B5EF4-FFF2-40B4-BE49-F238E27FC236}">
                      <a16:creationId xmlns:a16="http://schemas.microsoft.com/office/drawing/2014/main" id="{EB950460-18D1-6B87-00CB-189AA56A7B72}"/>
                    </a:ext>
                  </a:extLst>
                </p:cNvPr>
                <p:cNvPicPr/>
                <p:nvPr/>
              </p:nvPicPr>
              <p:blipFill>
                <a:blip r:embed="rId581"/>
                <a:stretch>
                  <a:fillRect/>
                </a:stretch>
              </p:blipFill>
              <p:spPr>
                <a:xfrm>
                  <a:off x="8153390" y="3230317"/>
                  <a:ext cx="1108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582">
              <p14:nvContentPartPr>
                <p14:cNvPr id="427" name="Ink 426">
                  <a:extLst>
                    <a:ext uri="{FF2B5EF4-FFF2-40B4-BE49-F238E27FC236}">
                      <a16:creationId xmlns:a16="http://schemas.microsoft.com/office/drawing/2014/main" id="{0385342C-822A-7D20-76C9-AC1D29CD0BCF}"/>
                    </a:ext>
                  </a:extLst>
                </p14:cNvPr>
                <p14:cNvContentPartPr/>
                <p14:nvPr/>
              </p14:nvContentPartPr>
              <p14:xfrm>
                <a:off x="7538510" y="1743517"/>
                <a:ext cx="325440" cy="320760"/>
              </p14:xfrm>
            </p:contentPart>
          </mc:Choice>
          <mc:Fallback xmlns="">
            <p:pic>
              <p:nvPicPr>
                <p:cNvPr id="427" name="Ink 426">
                  <a:extLst>
                    <a:ext uri="{FF2B5EF4-FFF2-40B4-BE49-F238E27FC236}">
                      <a16:creationId xmlns:a16="http://schemas.microsoft.com/office/drawing/2014/main" id="{0385342C-822A-7D20-76C9-AC1D29CD0BCF}"/>
                    </a:ext>
                  </a:extLst>
                </p:cNvPr>
                <p:cNvPicPr/>
                <p:nvPr/>
              </p:nvPicPr>
              <p:blipFill>
                <a:blip r:embed="rId583"/>
                <a:stretch>
                  <a:fillRect/>
                </a:stretch>
              </p:blipFill>
              <p:spPr>
                <a:xfrm>
                  <a:off x="7520510" y="1725517"/>
                  <a:ext cx="36108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584">
              <p14:nvContentPartPr>
                <p14:cNvPr id="428" name="Ink 427">
                  <a:extLst>
                    <a:ext uri="{FF2B5EF4-FFF2-40B4-BE49-F238E27FC236}">
                      <a16:creationId xmlns:a16="http://schemas.microsoft.com/office/drawing/2014/main" id="{7149642A-0B76-6849-8DE6-42348B2D8A4D}"/>
                    </a:ext>
                  </a:extLst>
                </p14:cNvPr>
                <p14:cNvContentPartPr/>
                <p14:nvPr/>
              </p14:nvContentPartPr>
              <p14:xfrm>
                <a:off x="7769270" y="1949797"/>
                <a:ext cx="165600" cy="142200"/>
              </p14:xfrm>
            </p:contentPart>
          </mc:Choice>
          <mc:Fallback xmlns="">
            <p:pic>
              <p:nvPicPr>
                <p:cNvPr id="428" name="Ink 427">
                  <a:extLst>
                    <a:ext uri="{FF2B5EF4-FFF2-40B4-BE49-F238E27FC236}">
                      <a16:creationId xmlns:a16="http://schemas.microsoft.com/office/drawing/2014/main" id="{7149642A-0B76-6849-8DE6-42348B2D8A4D}"/>
                    </a:ext>
                  </a:extLst>
                </p:cNvPr>
                <p:cNvPicPr/>
                <p:nvPr/>
              </p:nvPicPr>
              <p:blipFill>
                <a:blip r:embed="rId585"/>
                <a:stretch>
                  <a:fillRect/>
                </a:stretch>
              </p:blipFill>
              <p:spPr>
                <a:xfrm>
                  <a:off x="7751270" y="1932157"/>
                  <a:ext cx="20124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586">
              <p14:nvContentPartPr>
                <p14:cNvPr id="430" name="Ink 429">
                  <a:extLst>
                    <a:ext uri="{FF2B5EF4-FFF2-40B4-BE49-F238E27FC236}">
                      <a16:creationId xmlns:a16="http://schemas.microsoft.com/office/drawing/2014/main" id="{0407919F-FDDB-FE77-7CF6-1692A57EEFA8}"/>
                    </a:ext>
                  </a:extLst>
                </p14:cNvPr>
                <p14:cNvContentPartPr/>
                <p14:nvPr/>
              </p14:nvContentPartPr>
              <p14:xfrm>
                <a:off x="7055390" y="1648117"/>
                <a:ext cx="127440" cy="156600"/>
              </p14:xfrm>
            </p:contentPart>
          </mc:Choice>
          <mc:Fallback xmlns="">
            <p:pic>
              <p:nvPicPr>
                <p:cNvPr id="430" name="Ink 429">
                  <a:extLst>
                    <a:ext uri="{FF2B5EF4-FFF2-40B4-BE49-F238E27FC236}">
                      <a16:creationId xmlns:a16="http://schemas.microsoft.com/office/drawing/2014/main" id="{0407919F-FDDB-FE77-7CF6-1692A57EEFA8}"/>
                    </a:ext>
                  </a:extLst>
                </p:cNvPr>
                <p:cNvPicPr/>
                <p:nvPr/>
              </p:nvPicPr>
              <p:blipFill>
                <a:blip r:embed="rId587"/>
                <a:stretch>
                  <a:fillRect/>
                </a:stretch>
              </p:blipFill>
              <p:spPr>
                <a:xfrm>
                  <a:off x="7037750" y="1630477"/>
                  <a:ext cx="1630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588">
              <p14:nvContentPartPr>
                <p14:cNvPr id="431" name="Ink 430">
                  <a:extLst>
                    <a:ext uri="{FF2B5EF4-FFF2-40B4-BE49-F238E27FC236}">
                      <a16:creationId xmlns:a16="http://schemas.microsoft.com/office/drawing/2014/main" id="{9B3EE3A8-59FC-D807-B277-BAE50AECC478}"/>
                    </a:ext>
                  </a:extLst>
                </p14:cNvPr>
                <p14:cNvContentPartPr/>
                <p14:nvPr/>
              </p14:nvContentPartPr>
              <p14:xfrm>
                <a:off x="7178150" y="1693477"/>
                <a:ext cx="78480" cy="89280"/>
              </p14:xfrm>
            </p:contentPart>
          </mc:Choice>
          <mc:Fallback xmlns="">
            <p:pic>
              <p:nvPicPr>
                <p:cNvPr id="431" name="Ink 430">
                  <a:extLst>
                    <a:ext uri="{FF2B5EF4-FFF2-40B4-BE49-F238E27FC236}">
                      <a16:creationId xmlns:a16="http://schemas.microsoft.com/office/drawing/2014/main" id="{9B3EE3A8-59FC-D807-B277-BAE50AECC478}"/>
                    </a:ext>
                  </a:extLst>
                </p:cNvPr>
                <p:cNvPicPr/>
                <p:nvPr/>
              </p:nvPicPr>
              <p:blipFill>
                <a:blip r:embed="rId589"/>
                <a:stretch>
                  <a:fillRect/>
                </a:stretch>
              </p:blipFill>
              <p:spPr>
                <a:xfrm>
                  <a:off x="7160510" y="1675837"/>
                  <a:ext cx="11412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590">
              <p14:nvContentPartPr>
                <p14:cNvPr id="432" name="Ink 431">
                  <a:extLst>
                    <a:ext uri="{FF2B5EF4-FFF2-40B4-BE49-F238E27FC236}">
                      <a16:creationId xmlns:a16="http://schemas.microsoft.com/office/drawing/2014/main" id="{4C82EEB5-D276-D5FF-FDA7-716535C0ABE9}"/>
                    </a:ext>
                  </a:extLst>
                </p14:cNvPr>
                <p14:cNvContentPartPr/>
                <p14:nvPr/>
              </p14:nvContentPartPr>
              <p14:xfrm>
                <a:off x="7237190" y="1740637"/>
                <a:ext cx="35640" cy="41040"/>
              </p14:xfrm>
            </p:contentPart>
          </mc:Choice>
          <mc:Fallback xmlns="">
            <p:pic>
              <p:nvPicPr>
                <p:cNvPr id="432" name="Ink 431">
                  <a:extLst>
                    <a:ext uri="{FF2B5EF4-FFF2-40B4-BE49-F238E27FC236}">
                      <a16:creationId xmlns:a16="http://schemas.microsoft.com/office/drawing/2014/main" id="{4C82EEB5-D276-D5FF-FDA7-716535C0ABE9}"/>
                    </a:ext>
                  </a:extLst>
                </p:cNvPr>
                <p:cNvPicPr/>
                <p:nvPr/>
              </p:nvPicPr>
              <p:blipFill>
                <a:blip r:embed="rId591"/>
                <a:stretch>
                  <a:fillRect/>
                </a:stretch>
              </p:blipFill>
              <p:spPr>
                <a:xfrm>
                  <a:off x="7219550" y="1722997"/>
                  <a:ext cx="7128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592">
              <p14:nvContentPartPr>
                <p14:cNvPr id="433" name="Ink 432">
                  <a:extLst>
                    <a:ext uri="{FF2B5EF4-FFF2-40B4-BE49-F238E27FC236}">
                      <a16:creationId xmlns:a16="http://schemas.microsoft.com/office/drawing/2014/main" id="{19CB872F-E602-60EA-F1AE-E30EE753BC55}"/>
                    </a:ext>
                  </a:extLst>
                </p14:cNvPr>
                <p14:cNvContentPartPr/>
                <p14:nvPr/>
              </p14:nvContentPartPr>
              <p14:xfrm>
                <a:off x="7256630" y="1651717"/>
                <a:ext cx="42840" cy="120240"/>
              </p14:xfrm>
            </p:contentPart>
          </mc:Choice>
          <mc:Fallback xmlns="">
            <p:pic>
              <p:nvPicPr>
                <p:cNvPr id="433" name="Ink 432">
                  <a:extLst>
                    <a:ext uri="{FF2B5EF4-FFF2-40B4-BE49-F238E27FC236}">
                      <a16:creationId xmlns:a16="http://schemas.microsoft.com/office/drawing/2014/main" id="{19CB872F-E602-60EA-F1AE-E30EE753BC55}"/>
                    </a:ext>
                  </a:extLst>
                </p:cNvPr>
                <p:cNvPicPr/>
                <p:nvPr/>
              </p:nvPicPr>
              <p:blipFill>
                <a:blip r:embed="rId593"/>
                <a:stretch>
                  <a:fillRect/>
                </a:stretch>
              </p:blipFill>
              <p:spPr>
                <a:xfrm>
                  <a:off x="7238990" y="1634077"/>
                  <a:ext cx="7848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594">
              <p14:nvContentPartPr>
                <p14:cNvPr id="434" name="Ink 433">
                  <a:extLst>
                    <a:ext uri="{FF2B5EF4-FFF2-40B4-BE49-F238E27FC236}">
                      <a16:creationId xmlns:a16="http://schemas.microsoft.com/office/drawing/2014/main" id="{9E42696E-E921-1E5E-C507-4FD44142ECF3}"/>
                    </a:ext>
                  </a:extLst>
                </p14:cNvPr>
                <p14:cNvContentPartPr/>
                <p14:nvPr/>
              </p14:nvContentPartPr>
              <p14:xfrm>
                <a:off x="7331150" y="1645237"/>
                <a:ext cx="65160" cy="80280"/>
              </p14:xfrm>
            </p:contentPart>
          </mc:Choice>
          <mc:Fallback xmlns="">
            <p:pic>
              <p:nvPicPr>
                <p:cNvPr id="434" name="Ink 433">
                  <a:extLst>
                    <a:ext uri="{FF2B5EF4-FFF2-40B4-BE49-F238E27FC236}">
                      <a16:creationId xmlns:a16="http://schemas.microsoft.com/office/drawing/2014/main" id="{9E42696E-E921-1E5E-C507-4FD44142ECF3}"/>
                    </a:ext>
                  </a:extLst>
                </p:cNvPr>
                <p:cNvPicPr/>
                <p:nvPr/>
              </p:nvPicPr>
              <p:blipFill>
                <a:blip r:embed="rId595"/>
                <a:stretch>
                  <a:fillRect/>
                </a:stretch>
              </p:blipFill>
              <p:spPr>
                <a:xfrm>
                  <a:off x="7313510" y="1627597"/>
                  <a:ext cx="10080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596">
              <p14:nvContentPartPr>
                <p14:cNvPr id="435" name="Ink 434">
                  <a:extLst>
                    <a:ext uri="{FF2B5EF4-FFF2-40B4-BE49-F238E27FC236}">
                      <a16:creationId xmlns:a16="http://schemas.microsoft.com/office/drawing/2014/main" id="{073CA3B7-8AFA-1615-DECA-C3A660BCD919}"/>
                    </a:ext>
                  </a:extLst>
                </p14:cNvPr>
                <p14:cNvContentPartPr/>
                <p14:nvPr/>
              </p14:nvContentPartPr>
              <p14:xfrm>
                <a:off x="7431230" y="1575397"/>
                <a:ext cx="85320" cy="100440"/>
              </p14:xfrm>
            </p:contentPart>
          </mc:Choice>
          <mc:Fallback xmlns="">
            <p:pic>
              <p:nvPicPr>
                <p:cNvPr id="435" name="Ink 434">
                  <a:extLst>
                    <a:ext uri="{FF2B5EF4-FFF2-40B4-BE49-F238E27FC236}">
                      <a16:creationId xmlns:a16="http://schemas.microsoft.com/office/drawing/2014/main" id="{073CA3B7-8AFA-1615-DECA-C3A660BCD919}"/>
                    </a:ext>
                  </a:extLst>
                </p:cNvPr>
                <p:cNvPicPr/>
                <p:nvPr/>
              </p:nvPicPr>
              <p:blipFill>
                <a:blip r:embed="rId597"/>
                <a:stretch>
                  <a:fillRect/>
                </a:stretch>
              </p:blipFill>
              <p:spPr>
                <a:xfrm>
                  <a:off x="7413230" y="1557757"/>
                  <a:ext cx="12096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598">
              <p14:nvContentPartPr>
                <p14:cNvPr id="436" name="Ink 435">
                  <a:extLst>
                    <a:ext uri="{FF2B5EF4-FFF2-40B4-BE49-F238E27FC236}">
                      <a16:creationId xmlns:a16="http://schemas.microsoft.com/office/drawing/2014/main" id="{989BEB66-A436-080D-6588-57CC1C53FE32}"/>
                    </a:ext>
                  </a:extLst>
                </p14:cNvPr>
                <p14:cNvContentPartPr/>
                <p14:nvPr/>
              </p14:nvContentPartPr>
              <p14:xfrm>
                <a:off x="7561910" y="1543717"/>
                <a:ext cx="216720" cy="104760"/>
              </p14:xfrm>
            </p:contentPart>
          </mc:Choice>
          <mc:Fallback xmlns="">
            <p:pic>
              <p:nvPicPr>
                <p:cNvPr id="436" name="Ink 435">
                  <a:extLst>
                    <a:ext uri="{FF2B5EF4-FFF2-40B4-BE49-F238E27FC236}">
                      <a16:creationId xmlns:a16="http://schemas.microsoft.com/office/drawing/2014/main" id="{989BEB66-A436-080D-6588-57CC1C53FE32}"/>
                    </a:ext>
                  </a:extLst>
                </p:cNvPr>
                <p:cNvPicPr/>
                <p:nvPr/>
              </p:nvPicPr>
              <p:blipFill>
                <a:blip r:embed="rId599"/>
                <a:stretch>
                  <a:fillRect/>
                </a:stretch>
              </p:blipFill>
              <p:spPr>
                <a:xfrm>
                  <a:off x="7543910" y="1526077"/>
                  <a:ext cx="25236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600">
              <p14:nvContentPartPr>
                <p14:cNvPr id="437" name="Ink 436">
                  <a:extLst>
                    <a:ext uri="{FF2B5EF4-FFF2-40B4-BE49-F238E27FC236}">
                      <a16:creationId xmlns:a16="http://schemas.microsoft.com/office/drawing/2014/main" id="{D07B157D-18C7-E8D0-0E68-C2A319AC8504}"/>
                    </a:ext>
                  </a:extLst>
                </p14:cNvPr>
                <p14:cNvContentPartPr/>
                <p14:nvPr/>
              </p14:nvContentPartPr>
              <p14:xfrm>
                <a:off x="7809950" y="1463437"/>
                <a:ext cx="66960" cy="169200"/>
              </p14:xfrm>
            </p:contentPart>
          </mc:Choice>
          <mc:Fallback xmlns="">
            <p:pic>
              <p:nvPicPr>
                <p:cNvPr id="437" name="Ink 436">
                  <a:extLst>
                    <a:ext uri="{FF2B5EF4-FFF2-40B4-BE49-F238E27FC236}">
                      <a16:creationId xmlns:a16="http://schemas.microsoft.com/office/drawing/2014/main" id="{D07B157D-18C7-E8D0-0E68-C2A319AC8504}"/>
                    </a:ext>
                  </a:extLst>
                </p:cNvPr>
                <p:cNvPicPr/>
                <p:nvPr/>
              </p:nvPicPr>
              <p:blipFill>
                <a:blip r:embed="rId601"/>
                <a:stretch>
                  <a:fillRect/>
                </a:stretch>
              </p:blipFill>
              <p:spPr>
                <a:xfrm>
                  <a:off x="7792310" y="1445437"/>
                  <a:ext cx="10260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602">
              <p14:nvContentPartPr>
                <p14:cNvPr id="438" name="Ink 437">
                  <a:extLst>
                    <a:ext uri="{FF2B5EF4-FFF2-40B4-BE49-F238E27FC236}">
                      <a16:creationId xmlns:a16="http://schemas.microsoft.com/office/drawing/2014/main" id="{97A98520-C44D-B18F-1329-2367955BA2A2}"/>
                    </a:ext>
                  </a:extLst>
                </p14:cNvPr>
                <p14:cNvContentPartPr/>
                <p14:nvPr/>
              </p14:nvContentPartPr>
              <p14:xfrm>
                <a:off x="7830470" y="1523917"/>
                <a:ext cx="52200" cy="26280"/>
              </p14:xfrm>
            </p:contentPart>
          </mc:Choice>
          <mc:Fallback xmlns="">
            <p:pic>
              <p:nvPicPr>
                <p:cNvPr id="438" name="Ink 437">
                  <a:extLst>
                    <a:ext uri="{FF2B5EF4-FFF2-40B4-BE49-F238E27FC236}">
                      <a16:creationId xmlns:a16="http://schemas.microsoft.com/office/drawing/2014/main" id="{97A98520-C44D-B18F-1329-2367955BA2A2}"/>
                    </a:ext>
                  </a:extLst>
                </p:cNvPr>
                <p:cNvPicPr/>
                <p:nvPr/>
              </p:nvPicPr>
              <p:blipFill>
                <a:blip r:embed="rId603"/>
                <a:stretch>
                  <a:fillRect/>
                </a:stretch>
              </p:blipFill>
              <p:spPr>
                <a:xfrm>
                  <a:off x="7812470" y="1505917"/>
                  <a:ext cx="878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604">
              <p14:nvContentPartPr>
                <p14:cNvPr id="440" name="Ink 439">
                  <a:extLst>
                    <a:ext uri="{FF2B5EF4-FFF2-40B4-BE49-F238E27FC236}">
                      <a16:creationId xmlns:a16="http://schemas.microsoft.com/office/drawing/2014/main" id="{25169784-B25C-0BD0-E1F3-3EB0413ED7C1}"/>
                    </a:ext>
                  </a:extLst>
                </p14:cNvPr>
                <p14:cNvContentPartPr/>
                <p14:nvPr/>
              </p14:nvContentPartPr>
              <p14:xfrm>
                <a:off x="8082830" y="1480717"/>
                <a:ext cx="48960" cy="164160"/>
              </p14:xfrm>
            </p:contentPart>
          </mc:Choice>
          <mc:Fallback xmlns="">
            <p:pic>
              <p:nvPicPr>
                <p:cNvPr id="440" name="Ink 439">
                  <a:extLst>
                    <a:ext uri="{FF2B5EF4-FFF2-40B4-BE49-F238E27FC236}">
                      <a16:creationId xmlns:a16="http://schemas.microsoft.com/office/drawing/2014/main" id="{25169784-B25C-0BD0-E1F3-3EB0413ED7C1}"/>
                    </a:ext>
                  </a:extLst>
                </p:cNvPr>
                <p:cNvPicPr/>
                <p:nvPr/>
              </p:nvPicPr>
              <p:blipFill>
                <a:blip r:embed="rId605"/>
                <a:stretch>
                  <a:fillRect/>
                </a:stretch>
              </p:blipFill>
              <p:spPr>
                <a:xfrm>
                  <a:off x="8065190" y="1462717"/>
                  <a:ext cx="8460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606">
              <p14:nvContentPartPr>
                <p14:cNvPr id="441" name="Ink 440">
                  <a:extLst>
                    <a:ext uri="{FF2B5EF4-FFF2-40B4-BE49-F238E27FC236}">
                      <a16:creationId xmlns:a16="http://schemas.microsoft.com/office/drawing/2014/main" id="{F1AA157B-A756-967C-F04D-7370BD69FE06}"/>
                    </a:ext>
                  </a:extLst>
                </p14:cNvPr>
                <p14:cNvContentPartPr/>
                <p14:nvPr/>
              </p14:nvContentPartPr>
              <p14:xfrm>
                <a:off x="8059790" y="1553437"/>
                <a:ext cx="144360" cy="42480"/>
              </p14:xfrm>
            </p:contentPart>
          </mc:Choice>
          <mc:Fallback xmlns="">
            <p:pic>
              <p:nvPicPr>
                <p:cNvPr id="441" name="Ink 440">
                  <a:extLst>
                    <a:ext uri="{FF2B5EF4-FFF2-40B4-BE49-F238E27FC236}">
                      <a16:creationId xmlns:a16="http://schemas.microsoft.com/office/drawing/2014/main" id="{F1AA157B-A756-967C-F04D-7370BD69FE06}"/>
                    </a:ext>
                  </a:extLst>
                </p:cNvPr>
                <p:cNvPicPr/>
                <p:nvPr/>
              </p:nvPicPr>
              <p:blipFill>
                <a:blip r:embed="rId607"/>
                <a:stretch>
                  <a:fillRect/>
                </a:stretch>
              </p:blipFill>
              <p:spPr>
                <a:xfrm>
                  <a:off x="8041790" y="1535797"/>
                  <a:ext cx="18000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608">
              <p14:nvContentPartPr>
                <p14:cNvPr id="442" name="Ink 441">
                  <a:extLst>
                    <a:ext uri="{FF2B5EF4-FFF2-40B4-BE49-F238E27FC236}">
                      <a16:creationId xmlns:a16="http://schemas.microsoft.com/office/drawing/2014/main" id="{F105E77D-D9FB-754D-EB40-C71FC5417460}"/>
                    </a:ext>
                  </a:extLst>
                </p14:cNvPr>
                <p14:cNvContentPartPr/>
                <p14:nvPr/>
              </p14:nvContentPartPr>
              <p14:xfrm>
                <a:off x="8200550" y="1539397"/>
                <a:ext cx="68760" cy="73080"/>
              </p14:xfrm>
            </p:contentPart>
          </mc:Choice>
          <mc:Fallback xmlns="">
            <p:pic>
              <p:nvPicPr>
                <p:cNvPr id="442" name="Ink 441">
                  <a:extLst>
                    <a:ext uri="{FF2B5EF4-FFF2-40B4-BE49-F238E27FC236}">
                      <a16:creationId xmlns:a16="http://schemas.microsoft.com/office/drawing/2014/main" id="{F105E77D-D9FB-754D-EB40-C71FC5417460}"/>
                    </a:ext>
                  </a:extLst>
                </p:cNvPr>
                <p:cNvPicPr/>
                <p:nvPr/>
              </p:nvPicPr>
              <p:blipFill>
                <a:blip r:embed="rId609"/>
                <a:stretch>
                  <a:fillRect/>
                </a:stretch>
              </p:blipFill>
              <p:spPr>
                <a:xfrm>
                  <a:off x="8182910" y="1521757"/>
                  <a:ext cx="10440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610">
              <p14:nvContentPartPr>
                <p14:cNvPr id="443" name="Ink 442">
                  <a:extLst>
                    <a:ext uri="{FF2B5EF4-FFF2-40B4-BE49-F238E27FC236}">
                      <a16:creationId xmlns:a16="http://schemas.microsoft.com/office/drawing/2014/main" id="{69112C07-1340-54E7-3F8B-34958E8178E5}"/>
                    </a:ext>
                  </a:extLst>
                </p14:cNvPr>
                <p14:cNvContentPartPr/>
                <p14:nvPr/>
              </p14:nvContentPartPr>
              <p14:xfrm>
                <a:off x="8395670" y="1510237"/>
                <a:ext cx="73800" cy="74520"/>
              </p14:xfrm>
            </p:contentPart>
          </mc:Choice>
          <mc:Fallback xmlns="">
            <p:pic>
              <p:nvPicPr>
                <p:cNvPr id="443" name="Ink 442">
                  <a:extLst>
                    <a:ext uri="{FF2B5EF4-FFF2-40B4-BE49-F238E27FC236}">
                      <a16:creationId xmlns:a16="http://schemas.microsoft.com/office/drawing/2014/main" id="{69112C07-1340-54E7-3F8B-34958E8178E5}"/>
                    </a:ext>
                  </a:extLst>
                </p:cNvPr>
                <p:cNvPicPr/>
                <p:nvPr/>
              </p:nvPicPr>
              <p:blipFill>
                <a:blip r:embed="rId611"/>
                <a:stretch>
                  <a:fillRect/>
                </a:stretch>
              </p:blipFill>
              <p:spPr>
                <a:xfrm>
                  <a:off x="8378030" y="1492237"/>
                  <a:ext cx="10944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612">
              <p14:nvContentPartPr>
                <p14:cNvPr id="444" name="Ink 443">
                  <a:extLst>
                    <a:ext uri="{FF2B5EF4-FFF2-40B4-BE49-F238E27FC236}">
                      <a16:creationId xmlns:a16="http://schemas.microsoft.com/office/drawing/2014/main" id="{34C1E008-6E62-18AF-DFEC-F24B46BB2669}"/>
                    </a:ext>
                  </a:extLst>
                </p14:cNvPr>
                <p14:cNvContentPartPr/>
                <p14:nvPr/>
              </p14:nvContentPartPr>
              <p14:xfrm>
                <a:off x="8550830" y="1522837"/>
                <a:ext cx="56880" cy="85680"/>
              </p14:xfrm>
            </p:contentPart>
          </mc:Choice>
          <mc:Fallback xmlns="">
            <p:pic>
              <p:nvPicPr>
                <p:cNvPr id="444" name="Ink 443">
                  <a:extLst>
                    <a:ext uri="{FF2B5EF4-FFF2-40B4-BE49-F238E27FC236}">
                      <a16:creationId xmlns:a16="http://schemas.microsoft.com/office/drawing/2014/main" id="{34C1E008-6E62-18AF-DFEC-F24B46BB2669}"/>
                    </a:ext>
                  </a:extLst>
                </p:cNvPr>
                <p:cNvPicPr/>
                <p:nvPr/>
              </p:nvPicPr>
              <p:blipFill>
                <a:blip r:embed="rId613"/>
                <a:stretch>
                  <a:fillRect/>
                </a:stretch>
              </p:blipFill>
              <p:spPr>
                <a:xfrm>
                  <a:off x="8532830" y="1505197"/>
                  <a:ext cx="9252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614">
              <p14:nvContentPartPr>
                <p14:cNvPr id="445" name="Ink 444">
                  <a:extLst>
                    <a:ext uri="{FF2B5EF4-FFF2-40B4-BE49-F238E27FC236}">
                      <a16:creationId xmlns:a16="http://schemas.microsoft.com/office/drawing/2014/main" id="{431DEEB3-5177-ECB7-0857-7CAD18D5C378}"/>
                    </a:ext>
                  </a:extLst>
                </p14:cNvPr>
                <p14:cNvContentPartPr/>
                <p14:nvPr/>
              </p14:nvContentPartPr>
              <p14:xfrm>
                <a:off x="8650190" y="1418437"/>
                <a:ext cx="25920" cy="156600"/>
              </p14:xfrm>
            </p:contentPart>
          </mc:Choice>
          <mc:Fallback xmlns="">
            <p:pic>
              <p:nvPicPr>
                <p:cNvPr id="445" name="Ink 444">
                  <a:extLst>
                    <a:ext uri="{FF2B5EF4-FFF2-40B4-BE49-F238E27FC236}">
                      <a16:creationId xmlns:a16="http://schemas.microsoft.com/office/drawing/2014/main" id="{431DEEB3-5177-ECB7-0857-7CAD18D5C378}"/>
                    </a:ext>
                  </a:extLst>
                </p:cNvPr>
                <p:cNvPicPr/>
                <p:nvPr/>
              </p:nvPicPr>
              <p:blipFill>
                <a:blip r:embed="rId615"/>
                <a:stretch>
                  <a:fillRect/>
                </a:stretch>
              </p:blipFill>
              <p:spPr>
                <a:xfrm>
                  <a:off x="8632190" y="1400437"/>
                  <a:ext cx="6156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616">
              <p14:nvContentPartPr>
                <p14:cNvPr id="446" name="Ink 445">
                  <a:extLst>
                    <a:ext uri="{FF2B5EF4-FFF2-40B4-BE49-F238E27FC236}">
                      <a16:creationId xmlns:a16="http://schemas.microsoft.com/office/drawing/2014/main" id="{27151E63-4E21-F5FF-E0DA-881151A43658}"/>
                    </a:ext>
                  </a:extLst>
                </p14:cNvPr>
                <p14:cNvContentPartPr/>
                <p14:nvPr/>
              </p14:nvContentPartPr>
              <p14:xfrm>
                <a:off x="8830190" y="1420957"/>
                <a:ext cx="39240" cy="145440"/>
              </p14:xfrm>
            </p:contentPart>
          </mc:Choice>
          <mc:Fallback xmlns="">
            <p:pic>
              <p:nvPicPr>
                <p:cNvPr id="446" name="Ink 445">
                  <a:extLst>
                    <a:ext uri="{FF2B5EF4-FFF2-40B4-BE49-F238E27FC236}">
                      <a16:creationId xmlns:a16="http://schemas.microsoft.com/office/drawing/2014/main" id="{27151E63-4E21-F5FF-E0DA-881151A43658}"/>
                    </a:ext>
                  </a:extLst>
                </p:cNvPr>
                <p:cNvPicPr/>
                <p:nvPr/>
              </p:nvPicPr>
              <p:blipFill>
                <a:blip r:embed="rId617"/>
                <a:stretch>
                  <a:fillRect/>
                </a:stretch>
              </p:blipFill>
              <p:spPr>
                <a:xfrm>
                  <a:off x="8812550" y="1403317"/>
                  <a:ext cx="7488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618">
              <p14:nvContentPartPr>
                <p14:cNvPr id="447" name="Ink 446">
                  <a:extLst>
                    <a:ext uri="{FF2B5EF4-FFF2-40B4-BE49-F238E27FC236}">
                      <a16:creationId xmlns:a16="http://schemas.microsoft.com/office/drawing/2014/main" id="{AADAFC03-3547-DA37-23D6-61127E0D53CF}"/>
                    </a:ext>
                  </a:extLst>
                </p14:cNvPr>
                <p14:cNvContentPartPr/>
                <p14:nvPr/>
              </p14:nvContentPartPr>
              <p14:xfrm>
                <a:off x="8808590" y="1477117"/>
                <a:ext cx="170640" cy="73080"/>
              </p14:xfrm>
            </p:contentPart>
          </mc:Choice>
          <mc:Fallback xmlns="">
            <p:pic>
              <p:nvPicPr>
                <p:cNvPr id="447" name="Ink 446">
                  <a:extLst>
                    <a:ext uri="{FF2B5EF4-FFF2-40B4-BE49-F238E27FC236}">
                      <a16:creationId xmlns:a16="http://schemas.microsoft.com/office/drawing/2014/main" id="{AADAFC03-3547-DA37-23D6-61127E0D53CF}"/>
                    </a:ext>
                  </a:extLst>
                </p:cNvPr>
                <p:cNvPicPr/>
                <p:nvPr/>
              </p:nvPicPr>
              <p:blipFill>
                <a:blip r:embed="rId619"/>
                <a:stretch>
                  <a:fillRect/>
                </a:stretch>
              </p:blipFill>
              <p:spPr>
                <a:xfrm>
                  <a:off x="8790590" y="1459477"/>
                  <a:ext cx="20628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620">
              <p14:nvContentPartPr>
                <p14:cNvPr id="448" name="Ink 447">
                  <a:extLst>
                    <a:ext uri="{FF2B5EF4-FFF2-40B4-BE49-F238E27FC236}">
                      <a16:creationId xmlns:a16="http://schemas.microsoft.com/office/drawing/2014/main" id="{4AF7000B-7819-E6AE-6F08-1F54BEF1C686}"/>
                    </a:ext>
                  </a:extLst>
                </p14:cNvPr>
                <p14:cNvContentPartPr/>
                <p14:nvPr/>
              </p14:nvContentPartPr>
              <p14:xfrm>
                <a:off x="9098030" y="1459837"/>
                <a:ext cx="85680" cy="223560"/>
              </p14:xfrm>
            </p:contentPart>
          </mc:Choice>
          <mc:Fallback xmlns="">
            <p:pic>
              <p:nvPicPr>
                <p:cNvPr id="448" name="Ink 447">
                  <a:extLst>
                    <a:ext uri="{FF2B5EF4-FFF2-40B4-BE49-F238E27FC236}">
                      <a16:creationId xmlns:a16="http://schemas.microsoft.com/office/drawing/2014/main" id="{4AF7000B-7819-E6AE-6F08-1F54BEF1C686}"/>
                    </a:ext>
                  </a:extLst>
                </p:cNvPr>
                <p:cNvPicPr/>
                <p:nvPr/>
              </p:nvPicPr>
              <p:blipFill>
                <a:blip r:embed="rId621"/>
                <a:stretch>
                  <a:fillRect/>
                </a:stretch>
              </p:blipFill>
              <p:spPr>
                <a:xfrm>
                  <a:off x="9080390" y="1442197"/>
                  <a:ext cx="12132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622">
              <p14:nvContentPartPr>
                <p14:cNvPr id="450" name="Ink 449">
                  <a:extLst>
                    <a:ext uri="{FF2B5EF4-FFF2-40B4-BE49-F238E27FC236}">
                      <a16:creationId xmlns:a16="http://schemas.microsoft.com/office/drawing/2014/main" id="{8C3B483B-A8C0-D79C-E146-0C66ADA983F1}"/>
                    </a:ext>
                  </a:extLst>
                </p14:cNvPr>
                <p14:cNvContentPartPr/>
                <p14:nvPr/>
              </p14:nvContentPartPr>
              <p14:xfrm>
                <a:off x="9248510" y="1467397"/>
                <a:ext cx="120600" cy="93600"/>
              </p14:xfrm>
            </p:contentPart>
          </mc:Choice>
          <mc:Fallback xmlns="">
            <p:pic>
              <p:nvPicPr>
                <p:cNvPr id="450" name="Ink 449">
                  <a:extLst>
                    <a:ext uri="{FF2B5EF4-FFF2-40B4-BE49-F238E27FC236}">
                      <a16:creationId xmlns:a16="http://schemas.microsoft.com/office/drawing/2014/main" id="{8C3B483B-A8C0-D79C-E146-0C66ADA983F1}"/>
                    </a:ext>
                  </a:extLst>
                </p:cNvPr>
                <p:cNvPicPr/>
                <p:nvPr/>
              </p:nvPicPr>
              <p:blipFill>
                <a:blip r:embed="rId623"/>
                <a:stretch>
                  <a:fillRect/>
                </a:stretch>
              </p:blipFill>
              <p:spPr>
                <a:xfrm>
                  <a:off x="9230870" y="1449757"/>
                  <a:ext cx="15624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624">
              <p14:nvContentPartPr>
                <p14:cNvPr id="452" name="Ink 451">
                  <a:extLst>
                    <a:ext uri="{FF2B5EF4-FFF2-40B4-BE49-F238E27FC236}">
                      <a16:creationId xmlns:a16="http://schemas.microsoft.com/office/drawing/2014/main" id="{2089422B-A206-CCDE-32D9-0C97A6CCEFA2}"/>
                    </a:ext>
                  </a:extLst>
                </p14:cNvPr>
                <p14:cNvContentPartPr/>
                <p14:nvPr/>
              </p14:nvContentPartPr>
              <p14:xfrm>
                <a:off x="7430150" y="2173717"/>
                <a:ext cx="135720" cy="63720"/>
              </p14:xfrm>
            </p:contentPart>
          </mc:Choice>
          <mc:Fallback xmlns="">
            <p:pic>
              <p:nvPicPr>
                <p:cNvPr id="452" name="Ink 451">
                  <a:extLst>
                    <a:ext uri="{FF2B5EF4-FFF2-40B4-BE49-F238E27FC236}">
                      <a16:creationId xmlns:a16="http://schemas.microsoft.com/office/drawing/2014/main" id="{2089422B-A206-CCDE-32D9-0C97A6CCEFA2}"/>
                    </a:ext>
                  </a:extLst>
                </p:cNvPr>
                <p:cNvPicPr/>
                <p:nvPr/>
              </p:nvPicPr>
              <p:blipFill>
                <a:blip r:embed="rId625"/>
                <a:stretch>
                  <a:fillRect/>
                </a:stretch>
              </p:blipFill>
              <p:spPr>
                <a:xfrm>
                  <a:off x="7412150" y="2155717"/>
                  <a:ext cx="17136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626">
              <p14:nvContentPartPr>
                <p14:cNvPr id="453" name="Ink 452">
                  <a:extLst>
                    <a:ext uri="{FF2B5EF4-FFF2-40B4-BE49-F238E27FC236}">
                      <a16:creationId xmlns:a16="http://schemas.microsoft.com/office/drawing/2014/main" id="{2192FB65-96E0-A39F-C934-CE9C09F286AE}"/>
                    </a:ext>
                  </a:extLst>
                </p14:cNvPr>
                <p14:cNvContentPartPr/>
                <p14:nvPr/>
              </p14:nvContentPartPr>
              <p14:xfrm>
                <a:off x="7768190" y="2099557"/>
                <a:ext cx="88560" cy="3240"/>
              </p14:xfrm>
            </p:contentPart>
          </mc:Choice>
          <mc:Fallback xmlns="">
            <p:pic>
              <p:nvPicPr>
                <p:cNvPr id="453" name="Ink 452">
                  <a:extLst>
                    <a:ext uri="{FF2B5EF4-FFF2-40B4-BE49-F238E27FC236}">
                      <a16:creationId xmlns:a16="http://schemas.microsoft.com/office/drawing/2014/main" id="{2192FB65-96E0-A39F-C934-CE9C09F286AE}"/>
                    </a:ext>
                  </a:extLst>
                </p:cNvPr>
                <p:cNvPicPr/>
                <p:nvPr/>
              </p:nvPicPr>
              <p:blipFill>
                <a:blip r:embed="rId627"/>
                <a:stretch>
                  <a:fillRect/>
                </a:stretch>
              </p:blipFill>
              <p:spPr>
                <a:xfrm>
                  <a:off x="7750190" y="2081557"/>
                  <a:ext cx="1242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628">
              <p14:nvContentPartPr>
                <p14:cNvPr id="454" name="Ink 453">
                  <a:extLst>
                    <a:ext uri="{FF2B5EF4-FFF2-40B4-BE49-F238E27FC236}">
                      <a16:creationId xmlns:a16="http://schemas.microsoft.com/office/drawing/2014/main" id="{061586CC-AB2A-AF2E-7220-449F6CC4CBB1}"/>
                    </a:ext>
                  </a:extLst>
                </p14:cNvPr>
                <p14:cNvContentPartPr/>
                <p14:nvPr/>
              </p14:nvContentPartPr>
              <p14:xfrm>
                <a:off x="8114510" y="2062477"/>
                <a:ext cx="130680" cy="6840"/>
              </p14:xfrm>
            </p:contentPart>
          </mc:Choice>
          <mc:Fallback xmlns="">
            <p:pic>
              <p:nvPicPr>
                <p:cNvPr id="454" name="Ink 453">
                  <a:extLst>
                    <a:ext uri="{FF2B5EF4-FFF2-40B4-BE49-F238E27FC236}">
                      <a16:creationId xmlns:a16="http://schemas.microsoft.com/office/drawing/2014/main" id="{061586CC-AB2A-AF2E-7220-449F6CC4CBB1}"/>
                    </a:ext>
                  </a:extLst>
                </p:cNvPr>
                <p:cNvPicPr/>
                <p:nvPr/>
              </p:nvPicPr>
              <p:blipFill>
                <a:blip r:embed="rId629"/>
                <a:stretch>
                  <a:fillRect/>
                </a:stretch>
              </p:blipFill>
              <p:spPr>
                <a:xfrm>
                  <a:off x="8096510" y="2044837"/>
                  <a:ext cx="1663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630">
              <p14:nvContentPartPr>
                <p14:cNvPr id="455" name="Ink 454">
                  <a:extLst>
                    <a:ext uri="{FF2B5EF4-FFF2-40B4-BE49-F238E27FC236}">
                      <a16:creationId xmlns:a16="http://schemas.microsoft.com/office/drawing/2014/main" id="{A09B1CCC-7610-C815-0DD4-79D2107BEABE}"/>
                    </a:ext>
                  </a:extLst>
                </p14:cNvPr>
                <p14:cNvContentPartPr/>
                <p14:nvPr/>
              </p14:nvContentPartPr>
              <p14:xfrm>
                <a:off x="8385230" y="2048077"/>
                <a:ext cx="133560" cy="12240"/>
              </p14:xfrm>
            </p:contentPart>
          </mc:Choice>
          <mc:Fallback xmlns="">
            <p:pic>
              <p:nvPicPr>
                <p:cNvPr id="455" name="Ink 454">
                  <a:extLst>
                    <a:ext uri="{FF2B5EF4-FFF2-40B4-BE49-F238E27FC236}">
                      <a16:creationId xmlns:a16="http://schemas.microsoft.com/office/drawing/2014/main" id="{A09B1CCC-7610-C815-0DD4-79D2107BEABE}"/>
                    </a:ext>
                  </a:extLst>
                </p:cNvPr>
                <p:cNvPicPr/>
                <p:nvPr/>
              </p:nvPicPr>
              <p:blipFill>
                <a:blip r:embed="rId631"/>
                <a:stretch>
                  <a:fillRect/>
                </a:stretch>
              </p:blipFill>
              <p:spPr>
                <a:xfrm>
                  <a:off x="8367590" y="2030077"/>
                  <a:ext cx="1692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632">
              <p14:nvContentPartPr>
                <p14:cNvPr id="456" name="Ink 455">
                  <a:extLst>
                    <a:ext uri="{FF2B5EF4-FFF2-40B4-BE49-F238E27FC236}">
                      <a16:creationId xmlns:a16="http://schemas.microsoft.com/office/drawing/2014/main" id="{F94E333B-1041-1470-DDE4-F14DC316096F}"/>
                    </a:ext>
                  </a:extLst>
                </p14:cNvPr>
                <p14:cNvContentPartPr/>
                <p14:nvPr/>
              </p14:nvContentPartPr>
              <p14:xfrm>
                <a:off x="8765750" y="2020357"/>
                <a:ext cx="142560" cy="4320"/>
              </p14:xfrm>
            </p:contentPart>
          </mc:Choice>
          <mc:Fallback xmlns="">
            <p:pic>
              <p:nvPicPr>
                <p:cNvPr id="456" name="Ink 455">
                  <a:extLst>
                    <a:ext uri="{FF2B5EF4-FFF2-40B4-BE49-F238E27FC236}">
                      <a16:creationId xmlns:a16="http://schemas.microsoft.com/office/drawing/2014/main" id="{F94E333B-1041-1470-DDE4-F14DC316096F}"/>
                    </a:ext>
                  </a:extLst>
                </p:cNvPr>
                <p:cNvPicPr/>
                <p:nvPr/>
              </p:nvPicPr>
              <p:blipFill>
                <a:blip r:embed="rId633"/>
                <a:stretch>
                  <a:fillRect/>
                </a:stretch>
              </p:blipFill>
              <p:spPr>
                <a:xfrm>
                  <a:off x="8747750" y="2002357"/>
                  <a:ext cx="17820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634">
              <p14:nvContentPartPr>
                <p14:cNvPr id="457" name="Ink 456">
                  <a:extLst>
                    <a:ext uri="{FF2B5EF4-FFF2-40B4-BE49-F238E27FC236}">
                      <a16:creationId xmlns:a16="http://schemas.microsoft.com/office/drawing/2014/main" id="{3E4077C9-FB31-D262-9A94-804D4361F0AB}"/>
                    </a:ext>
                  </a:extLst>
                </p14:cNvPr>
                <p14:cNvContentPartPr/>
                <p14:nvPr/>
              </p14:nvContentPartPr>
              <p14:xfrm>
                <a:off x="8987870" y="2015317"/>
                <a:ext cx="74520" cy="6120"/>
              </p14:xfrm>
            </p:contentPart>
          </mc:Choice>
          <mc:Fallback xmlns="">
            <p:pic>
              <p:nvPicPr>
                <p:cNvPr id="457" name="Ink 456">
                  <a:extLst>
                    <a:ext uri="{FF2B5EF4-FFF2-40B4-BE49-F238E27FC236}">
                      <a16:creationId xmlns:a16="http://schemas.microsoft.com/office/drawing/2014/main" id="{3E4077C9-FB31-D262-9A94-804D4361F0AB}"/>
                    </a:ext>
                  </a:extLst>
                </p:cNvPr>
                <p:cNvPicPr/>
                <p:nvPr/>
              </p:nvPicPr>
              <p:blipFill>
                <a:blip r:embed="rId635"/>
                <a:stretch>
                  <a:fillRect/>
                </a:stretch>
              </p:blipFill>
              <p:spPr>
                <a:xfrm>
                  <a:off x="8970230" y="1997677"/>
                  <a:ext cx="11016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636">
              <p14:nvContentPartPr>
                <p14:cNvPr id="458" name="Ink 457">
                  <a:extLst>
                    <a:ext uri="{FF2B5EF4-FFF2-40B4-BE49-F238E27FC236}">
                      <a16:creationId xmlns:a16="http://schemas.microsoft.com/office/drawing/2014/main" id="{A04A3122-F875-0117-4F0D-946F4281E522}"/>
                    </a:ext>
                  </a:extLst>
                </p14:cNvPr>
                <p14:cNvContentPartPr/>
                <p14:nvPr/>
              </p14:nvContentPartPr>
              <p14:xfrm>
                <a:off x="9195950" y="2018557"/>
                <a:ext cx="7200" cy="53280"/>
              </p14:xfrm>
            </p:contentPart>
          </mc:Choice>
          <mc:Fallback xmlns="">
            <p:pic>
              <p:nvPicPr>
                <p:cNvPr id="458" name="Ink 457">
                  <a:extLst>
                    <a:ext uri="{FF2B5EF4-FFF2-40B4-BE49-F238E27FC236}">
                      <a16:creationId xmlns:a16="http://schemas.microsoft.com/office/drawing/2014/main" id="{A04A3122-F875-0117-4F0D-946F4281E522}"/>
                    </a:ext>
                  </a:extLst>
                </p:cNvPr>
                <p:cNvPicPr/>
                <p:nvPr/>
              </p:nvPicPr>
              <p:blipFill>
                <a:blip r:embed="rId637"/>
                <a:stretch>
                  <a:fillRect/>
                </a:stretch>
              </p:blipFill>
              <p:spPr>
                <a:xfrm>
                  <a:off x="9178310" y="2000917"/>
                  <a:ext cx="4284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638">
              <p14:nvContentPartPr>
                <p14:cNvPr id="459" name="Ink 458">
                  <a:extLst>
                    <a:ext uri="{FF2B5EF4-FFF2-40B4-BE49-F238E27FC236}">
                      <a16:creationId xmlns:a16="http://schemas.microsoft.com/office/drawing/2014/main" id="{9426A54E-F489-7150-4B4C-1843C1EFF9B3}"/>
                    </a:ext>
                  </a:extLst>
                </p14:cNvPr>
                <p14:cNvContentPartPr/>
                <p14:nvPr/>
              </p14:nvContentPartPr>
              <p14:xfrm>
                <a:off x="9176510" y="2074717"/>
                <a:ext cx="20160" cy="166680"/>
              </p14:xfrm>
            </p:contentPart>
          </mc:Choice>
          <mc:Fallback xmlns="">
            <p:pic>
              <p:nvPicPr>
                <p:cNvPr id="459" name="Ink 458">
                  <a:extLst>
                    <a:ext uri="{FF2B5EF4-FFF2-40B4-BE49-F238E27FC236}">
                      <a16:creationId xmlns:a16="http://schemas.microsoft.com/office/drawing/2014/main" id="{9426A54E-F489-7150-4B4C-1843C1EFF9B3}"/>
                    </a:ext>
                  </a:extLst>
                </p:cNvPr>
                <p:cNvPicPr/>
                <p:nvPr/>
              </p:nvPicPr>
              <p:blipFill>
                <a:blip r:embed="rId639"/>
                <a:stretch>
                  <a:fillRect/>
                </a:stretch>
              </p:blipFill>
              <p:spPr>
                <a:xfrm>
                  <a:off x="9158510" y="2057077"/>
                  <a:ext cx="5580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640">
              <p14:nvContentPartPr>
                <p14:cNvPr id="460" name="Ink 459">
                  <a:extLst>
                    <a:ext uri="{FF2B5EF4-FFF2-40B4-BE49-F238E27FC236}">
                      <a16:creationId xmlns:a16="http://schemas.microsoft.com/office/drawing/2014/main" id="{E862149E-DB09-2BF6-EA39-7A3FB59FC5B1}"/>
                    </a:ext>
                  </a:extLst>
                </p14:cNvPr>
                <p14:cNvContentPartPr/>
                <p14:nvPr/>
              </p14:nvContentPartPr>
              <p14:xfrm>
                <a:off x="9164630" y="2455957"/>
                <a:ext cx="11160" cy="219240"/>
              </p14:xfrm>
            </p:contentPart>
          </mc:Choice>
          <mc:Fallback xmlns="">
            <p:pic>
              <p:nvPicPr>
                <p:cNvPr id="460" name="Ink 459">
                  <a:extLst>
                    <a:ext uri="{FF2B5EF4-FFF2-40B4-BE49-F238E27FC236}">
                      <a16:creationId xmlns:a16="http://schemas.microsoft.com/office/drawing/2014/main" id="{E862149E-DB09-2BF6-EA39-7A3FB59FC5B1}"/>
                    </a:ext>
                  </a:extLst>
                </p:cNvPr>
                <p:cNvPicPr/>
                <p:nvPr/>
              </p:nvPicPr>
              <p:blipFill>
                <a:blip r:embed="rId641"/>
                <a:stretch>
                  <a:fillRect/>
                </a:stretch>
              </p:blipFill>
              <p:spPr>
                <a:xfrm>
                  <a:off x="9146630" y="2438317"/>
                  <a:ext cx="4680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642">
              <p14:nvContentPartPr>
                <p14:cNvPr id="461" name="Ink 460">
                  <a:extLst>
                    <a:ext uri="{FF2B5EF4-FFF2-40B4-BE49-F238E27FC236}">
                      <a16:creationId xmlns:a16="http://schemas.microsoft.com/office/drawing/2014/main" id="{A3072A6D-5656-7033-8BEB-CC2E059788ED}"/>
                    </a:ext>
                  </a:extLst>
                </p14:cNvPr>
                <p14:cNvContentPartPr/>
                <p14:nvPr/>
              </p14:nvContentPartPr>
              <p14:xfrm>
                <a:off x="9203510" y="2829997"/>
                <a:ext cx="45000" cy="155880"/>
              </p14:xfrm>
            </p:contentPart>
          </mc:Choice>
          <mc:Fallback xmlns="">
            <p:pic>
              <p:nvPicPr>
                <p:cNvPr id="461" name="Ink 460">
                  <a:extLst>
                    <a:ext uri="{FF2B5EF4-FFF2-40B4-BE49-F238E27FC236}">
                      <a16:creationId xmlns:a16="http://schemas.microsoft.com/office/drawing/2014/main" id="{A3072A6D-5656-7033-8BEB-CC2E059788ED}"/>
                    </a:ext>
                  </a:extLst>
                </p:cNvPr>
                <p:cNvPicPr/>
                <p:nvPr/>
              </p:nvPicPr>
              <p:blipFill>
                <a:blip r:embed="rId643"/>
                <a:stretch>
                  <a:fillRect/>
                </a:stretch>
              </p:blipFill>
              <p:spPr>
                <a:xfrm>
                  <a:off x="9185510" y="2811997"/>
                  <a:ext cx="8064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644">
              <p14:nvContentPartPr>
                <p14:cNvPr id="462" name="Ink 461">
                  <a:extLst>
                    <a:ext uri="{FF2B5EF4-FFF2-40B4-BE49-F238E27FC236}">
                      <a16:creationId xmlns:a16="http://schemas.microsoft.com/office/drawing/2014/main" id="{3DEEE209-8145-F9C9-97B1-3AD137A73AD2}"/>
                    </a:ext>
                  </a:extLst>
                </p14:cNvPr>
                <p14:cNvContentPartPr/>
                <p14:nvPr/>
              </p14:nvContentPartPr>
              <p14:xfrm>
                <a:off x="9285230" y="3043477"/>
                <a:ext cx="31320" cy="228600"/>
              </p14:xfrm>
            </p:contentPart>
          </mc:Choice>
          <mc:Fallback xmlns="">
            <p:pic>
              <p:nvPicPr>
                <p:cNvPr id="462" name="Ink 461">
                  <a:extLst>
                    <a:ext uri="{FF2B5EF4-FFF2-40B4-BE49-F238E27FC236}">
                      <a16:creationId xmlns:a16="http://schemas.microsoft.com/office/drawing/2014/main" id="{3DEEE209-8145-F9C9-97B1-3AD137A73AD2}"/>
                    </a:ext>
                  </a:extLst>
                </p:cNvPr>
                <p:cNvPicPr/>
                <p:nvPr/>
              </p:nvPicPr>
              <p:blipFill>
                <a:blip r:embed="rId645"/>
                <a:stretch>
                  <a:fillRect/>
                </a:stretch>
              </p:blipFill>
              <p:spPr>
                <a:xfrm>
                  <a:off x="9267230" y="3025477"/>
                  <a:ext cx="6696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646">
              <p14:nvContentPartPr>
                <p14:cNvPr id="463" name="Ink 462">
                  <a:extLst>
                    <a:ext uri="{FF2B5EF4-FFF2-40B4-BE49-F238E27FC236}">
                      <a16:creationId xmlns:a16="http://schemas.microsoft.com/office/drawing/2014/main" id="{90D20627-4827-EA8E-F7CF-75EED3CC1681}"/>
                    </a:ext>
                  </a:extLst>
                </p14:cNvPr>
                <p14:cNvContentPartPr/>
                <p14:nvPr/>
              </p14:nvContentPartPr>
              <p14:xfrm>
                <a:off x="9318710" y="3419317"/>
                <a:ext cx="6840" cy="149760"/>
              </p14:xfrm>
            </p:contentPart>
          </mc:Choice>
          <mc:Fallback xmlns="">
            <p:pic>
              <p:nvPicPr>
                <p:cNvPr id="463" name="Ink 462">
                  <a:extLst>
                    <a:ext uri="{FF2B5EF4-FFF2-40B4-BE49-F238E27FC236}">
                      <a16:creationId xmlns:a16="http://schemas.microsoft.com/office/drawing/2014/main" id="{90D20627-4827-EA8E-F7CF-75EED3CC1681}"/>
                    </a:ext>
                  </a:extLst>
                </p:cNvPr>
                <p:cNvPicPr/>
                <p:nvPr/>
              </p:nvPicPr>
              <p:blipFill>
                <a:blip r:embed="rId647"/>
                <a:stretch>
                  <a:fillRect/>
                </a:stretch>
              </p:blipFill>
              <p:spPr>
                <a:xfrm>
                  <a:off x="9300710" y="3401317"/>
                  <a:ext cx="4248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648">
              <p14:nvContentPartPr>
                <p14:cNvPr id="464" name="Ink 463">
                  <a:extLst>
                    <a:ext uri="{FF2B5EF4-FFF2-40B4-BE49-F238E27FC236}">
                      <a16:creationId xmlns:a16="http://schemas.microsoft.com/office/drawing/2014/main" id="{491514E6-159B-10FB-0EE8-CFD63B195AE7}"/>
                    </a:ext>
                  </a:extLst>
                </p14:cNvPr>
                <p14:cNvContentPartPr/>
                <p14:nvPr/>
              </p14:nvContentPartPr>
              <p14:xfrm>
                <a:off x="9343550" y="3737917"/>
                <a:ext cx="8640" cy="52560"/>
              </p14:xfrm>
            </p:contentPart>
          </mc:Choice>
          <mc:Fallback xmlns="">
            <p:pic>
              <p:nvPicPr>
                <p:cNvPr id="464" name="Ink 463">
                  <a:extLst>
                    <a:ext uri="{FF2B5EF4-FFF2-40B4-BE49-F238E27FC236}">
                      <a16:creationId xmlns:a16="http://schemas.microsoft.com/office/drawing/2014/main" id="{491514E6-159B-10FB-0EE8-CFD63B195AE7}"/>
                    </a:ext>
                  </a:extLst>
                </p:cNvPr>
                <p:cNvPicPr/>
                <p:nvPr/>
              </p:nvPicPr>
              <p:blipFill>
                <a:blip r:embed="rId649"/>
                <a:stretch>
                  <a:fillRect/>
                </a:stretch>
              </p:blipFill>
              <p:spPr>
                <a:xfrm>
                  <a:off x="9325910" y="3720277"/>
                  <a:ext cx="4428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650">
              <p14:nvContentPartPr>
                <p14:cNvPr id="465" name="Ink 464">
                  <a:extLst>
                    <a:ext uri="{FF2B5EF4-FFF2-40B4-BE49-F238E27FC236}">
                      <a16:creationId xmlns:a16="http://schemas.microsoft.com/office/drawing/2014/main" id="{F9201F99-D54E-214C-BB00-409433D59CE5}"/>
                    </a:ext>
                  </a:extLst>
                </p14:cNvPr>
                <p14:cNvContentPartPr/>
                <p14:nvPr/>
              </p14:nvContentPartPr>
              <p14:xfrm>
                <a:off x="9321590" y="3995677"/>
                <a:ext cx="13680" cy="38880"/>
              </p14:xfrm>
            </p:contentPart>
          </mc:Choice>
          <mc:Fallback xmlns="">
            <p:pic>
              <p:nvPicPr>
                <p:cNvPr id="465" name="Ink 464">
                  <a:extLst>
                    <a:ext uri="{FF2B5EF4-FFF2-40B4-BE49-F238E27FC236}">
                      <a16:creationId xmlns:a16="http://schemas.microsoft.com/office/drawing/2014/main" id="{F9201F99-D54E-214C-BB00-409433D59CE5}"/>
                    </a:ext>
                  </a:extLst>
                </p:cNvPr>
                <p:cNvPicPr/>
                <p:nvPr/>
              </p:nvPicPr>
              <p:blipFill>
                <a:blip r:embed="rId651"/>
                <a:stretch>
                  <a:fillRect/>
                </a:stretch>
              </p:blipFill>
              <p:spPr>
                <a:xfrm>
                  <a:off x="9303590" y="3978037"/>
                  <a:ext cx="4932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652">
              <p14:nvContentPartPr>
                <p14:cNvPr id="466" name="Ink 465">
                  <a:extLst>
                    <a:ext uri="{FF2B5EF4-FFF2-40B4-BE49-F238E27FC236}">
                      <a16:creationId xmlns:a16="http://schemas.microsoft.com/office/drawing/2014/main" id="{355D93AC-B963-7B8B-4187-3B551A2F4E0B}"/>
                    </a:ext>
                  </a:extLst>
                </p14:cNvPr>
                <p14:cNvContentPartPr/>
                <p14:nvPr/>
              </p14:nvContentPartPr>
              <p14:xfrm>
                <a:off x="8877350" y="3986317"/>
                <a:ext cx="462240" cy="91080"/>
              </p14:xfrm>
            </p:contentPart>
          </mc:Choice>
          <mc:Fallback xmlns="">
            <p:pic>
              <p:nvPicPr>
                <p:cNvPr id="466" name="Ink 465">
                  <a:extLst>
                    <a:ext uri="{FF2B5EF4-FFF2-40B4-BE49-F238E27FC236}">
                      <a16:creationId xmlns:a16="http://schemas.microsoft.com/office/drawing/2014/main" id="{355D93AC-B963-7B8B-4187-3B551A2F4E0B}"/>
                    </a:ext>
                  </a:extLst>
                </p:cNvPr>
                <p:cNvPicPr/>
                <p:nvPr/>
              </p:nvPicPr>
              <p:blipFill>
                <a:blip r:embed="rId653"/>
                <a:stretch>
                  <a:fillRect/>
                </a:stretch>
              </p:blipFill>
              <p:spPr>
                <a:xfrm>
                  <a:off x="8859710" y="3968677"/>
                  <a:ext cx="49788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654">
              <p14:nvContentPartPr>
                <p14:cNvPr id="467" name="Ink 466">
                  <a:extLst>
                    <a:ext uri="{FF2B5EF4-FFF2-40B4-BE49-F238E27FC236}">
                      <a16:creationId xmlns:a16="http://schemas.microsoft.com/office/drawing/2014/main" id="{A96D39F2-D455-9829-2F96-5D01E92A7A53}"/>
                    </a:ext>
                  </a:extLst>
                </p14:cNvPr>
                <p14:cNvContentPartPr/>
                <p14:nvPr/>
              </p14:nvContentPartPr>
              <p14:xfrm>
                <a:off x="8701310" y="4080997"/>
                <a:ext cx="40320" cy="15480"/>
              </p14:xfrm>
            </p:contentPart>
          </mc:Choice>
          <mc:Fallback xmlns="">
            <p:pic>
              <p:nvPicPr>
                <p:cNvPr id="467" name="Ink 466">
                  <a:extLst>
                    <a:ext uri="{FF2B5EF4-FFF2-40B4-BE49-F238E27FC236}">
                      <a16:creationId xmlns:a16="http://schemas.microsoft.com/office/drawing/2014/main" id="{A96D39F2-D455-9829-2F96-5D01E92A7A53}"/>
                    </a:ext>
                  </a:extLst>
                </p:cNvPr>
                <p:cNvPicPr/>
                <p:nvPr/>
              </p:nvPicPr>
              <p:blipFill>
                <a:blip r:embed="rId655"/>
                <a:stretch>
                  <a:fillRect/>
                </a:stretch>
              </p:blipFill>
              <p:spPr>
                <a:xfrm>
                  <a:off x="8683310" y="4062997"/>
                  <a:ext cx="7596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656">
              <p14:nvContentPartPr>
                <p14:cNvPr id="468" name="Ink 467">
                  <a:extLst>
                    <a:ext uri="{FF2B5EF4-FFF2-40B4-BE49-F238E27FC236}">
                      <a16:creationId xmlns:a16="http://schemas.microsoft.com/office/drawing/2014/main" id="{31A0AF1A-B323-0C1E-8F93-3F84DBAADE12}"/>
                    </a:ext>
                  </a:extLst>
                </p14:cNvPr>
                <p14:cNvContentPartPr/>
                <p14:nvPr/>
              </p14:nvContentPartPr>
              <p14:xfrm>
                <a:off x="8546150" y="4027357"/>
                <a:ext cx="11520" cy="13680"/>
              </p14:xfrm>
            </p:contentPart>
          </mc:Choice>
          <mc:Fallback xmlns="">
            <p:pic>
              <p:nvPicPr>
                <p:cNvPr id="468" name="Ink 467">
                  <a:extLst>
                    <a:ext uri="{FF2B5EF4-FFF2-40B4-BE49-F238E27FC236}">
                      <a16:creationId xmlns:a16="http://schemas.microsoft.com/office/drawing/2014/main" id="{31A0AF1A-B323-0C1E-8F93-3F84DBAADE12}"/>
                    </a:ext>
                  </a:extLst>
                </p:cNvPr>
                <p:cNvPicPr/>
                <p:nvPr/>
              </p:nvPicPr>
              <p:blipFill>
                <a:blip r:embed="rId657"/>
                <a:stretch>
                  <a:fillRect/>
                </a:stretch>
              </p:blipFill>
              <p:spPr>
                <a:xfrm>
                  <a:off x="8528510" y="4009357"/>
                  <a:ext cx="4716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658">
              <p14:nvContentPartPr>
                <p14:cNvPr id="469" name="Ink 468">
                  <a:extLst>
                    <a:ext uri="{FF2B5EF4-FFF2-40B4-BE49-F238E27FC236}">
                      <a16:creationId xmlns:a16="http://schemas.microsoft.com/office/drawing/2014/main" id="{19D11D62-2C67-DC91-7AF6-F2885D2ECC76}"/>
                    </a:ext>
                  </a:extLst>
                </p14:cNvPr>
                <p14:cNvContentPartPr/>
                <p14:nvPr/>
              </p14:nvContentPartPr>
              <p14:xfrm>
                <a:off x="8214590" y="4056157"/>
                <a:ext cx="180000" cy="30600"/>
              </p14:xfrm>
            </p:contentPart>
          </mc:Choice>
          <mc:Fallback xmlns="">
            <p:pic>
              <p:nvPicPr>
                <p:cNvPr id="469" name="Ink 468">
                  <a:extLst>
                    <a:ext uri="{FF2B5EF4-FFF2-40B4-BE49-F238E27FC236}">
                      <a16:creationId xmlns:a16="http://schemas.microsoft.com/office/drawing/2014/main" id="{19D11D62-2C67-DC91-7AF6-F2885D2ECC76}"/>
                    </a:ext>
                  </a:extLst>
                </p:cNvPr>
                <p:cNvPicPr/>
                <p:nvPr/>
              </p:nvPicPr>
              <p:blipFill>
                <a:blip r:embed="rId659"/>
                <a:stretch>
                  <a:fillRect/>
                </a:stretch>
              </p:blipFill>
              <p:spPr>
                <a:xfrm>
                  <a:off x="8196950" y="4038517"/>
                  <a:ext cx="2156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660">
              <p14:nvContentPartPr>
                <p14:cNvPr id="470" name="Ink 469">
                  <a:extLst>
                    <a:ext uri="{FF2B5EF4-FFF2-40B4-BE49-F238E27FC236}">
                      <a16:creationId xmlns:a16="http://schemas.microsoft.com/office/drawing/2014/main" id="{98153D5E-F006-696C-03D7-B58FF7520D47}"/>
                    </a:ext>
                  </a:extLst>
                </p14:cNvPr>
                <p14:cNvContentPartPr/>
                <p14:nvPr/>
              </p14:nvContentPartPr>
              <p14:xfrm>
                <a:off x="8012630" y="4091077"/>
                <a:ext cx="360" cy="360"/>
              </p14:xfrm>
            </p:contentPart>
          </mc:Choice>
          <mc:Fallback xmlns="">
            <p:pic>
              <p:nvPicPr>
                <p:cNvPr id="470" name="Ink 469">
                  <a:extLst>
                    <a:ext uri="{FF2B5EF4-FFF2-40B4-BE49-F238E27FC236}">
                      <a16:creationId xmlns:a16="http://schemas.microsoft.com/office/drawing/2014/main" id="{98153D5E-F006-696C-03D7-B58FF7520D47}"/>
                    </a:ext>
                  </a:extLst>
                </p:cNvPr>
                <p:cNvPicPr/>
                <p:nvPr/>
              </p:nvPicPr>
              <p:blipFill>
                <a:blip r:embed="rId661"/>
                <a:stretch>
                  <a:fillRect/>
                </a:stretch>
              </p:blipFill>
              <p:spPr>
                <a:xfrm>
                  <a:off x="7994630" y="407343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62">
              <p14:nvContentPartPr>
                <p14:cNvPr id="471" name="Ink 470">
                  <a:extLst>
                    <a:ext uri="{FF2B5EF4-FFF2-40B4-BE49-F238E27FC236}">
                      <a16:creationId xmlns:a16="http://schemas.microsoft.com/office/drawing/2014/main" id="{EEA9DDD0-F2F5-DCE1-E72D-004E615F999C}"/>
                    </a:ext>
                  </a:extLst>
                </p14:cNvPr>
                <p14:cNvContentPartPr/>
                <p14:nvPr/>
              </p14:nvContentPartPr>
              <p14:xfrm>
                <a:off x="7943510" y="4089277"/>
                <a:ext cx="24840" cy="5760"/>
              </p14:xfrm>
            </p:contentPart>
          </mc:Choice>
          <mc:Fallback xmlns="">
            <p:pic>
              <p:nvPicPr>
                <p:cNvPr id="471" name="Ink 470">
                  <a:extLst>
                    <a:ext uri="{FF2B5EF4-FFF2-40B4-BE49-F238E27FC236}">
                      <a16:creationId xmlns:a16="http://schemas.microsoft.com/office/drawing/2014/main" id="{EEA9DDD0-F2F5-DCE1-E72D-004E615F999C}"/>
                    </a:ext>
                  </a:extLst>
                </p:cNvPr>
                <p:cNvPicPr/>
                <p:nvPr/>
              </p:nvPicPr>
              <p:blipFill>
                <a:blip r:embed="rId663"/>
                <a:stretch>
                  <a:fillRect/>
                </a:stretch>
              </p:blipFill>
              <p:spPr>
                <a:xfrm>
                  <a:off x="7925870" y="4071277"/>
                  <a:ext cx="604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664">
              <p14:nvContentPartPr>
                <p14:cNvPr id="472" name="Ink 471">
                  <a:extLst>
                    <a:ext uri="{FF2B5EF4-FFF2-40B4-BE49-F238E27FC236}">
                      <a16:creationId xmlns:a16="http://schemas.microsoft.com/office/drawing/2014/main" id="{56B76695-0A13-C716-C957-711819B43041}"/>
                    </a:ext>
                  </a:extLst>
                </p14:cNvPr>
                <p14:cNvContentPartPr/>
                <p14:nvPr/>
              </p14:nvContentPartPr>
              <p14:xfrm>
                <a:off x="7782950" y="4125997"/>
                <a:ext cx="30240" cy="8280"/>
              </p14:xfrm>
            </p:contentPart>
          </mc:Choice>
          <mc:Fallback xmlns="">
            <p:pic>
              <p:nvPicPr>
                <p:cNvPr id="472" name="Ink 471">
                  <a:extLst>
                    <a:ext uri="{FF2B5EF4-FFF2-40B4-BE49-F238E27FC236}">
                      <a16:creationId xmlns:a16="http://schemas.microsoft.com/office/drawing/2014/main" id="{56B76695-0A13-C716-C957-711819B43041}"/>
                    </a:ext>
                  </a:extLst>
                </p:cNvPr>
                <p:cNvPicPr/>
                <p:nvPr/>
              </p:nvPicPr>
              <p:blipFill>
                <a:blip r:embed="rId665"/>
                <a:stretch>
                  <a:fillRect/>
                </a:stretch>
              </p:blipFill>
              <p:spPr>
                <a:xfrm>
                  <a:off x="7764950" y="4108357"/>
                  <a:ext cx="658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666">
              <p14:nvContentPartPr>
                <p14:cNvPr id="473" name="Ink 472">
                  <a:extLst>
                    <a:ext uri="{FF2B5EF4-FFF2-40B4-BE49-F238E27FC236}">
                      <a16:creationId xmlns:a16="http://schemas.microsoft.com/office/drawing/2014/main" id="{A3290F59-FA30-64B8-7C9C-C5AAF3397B46}"/>
                    </a:ext>
                  </a:extLst>
                </p14:cNvPr>
                <p14:cNvContentPartPr/>
                <p14:nvPr/>
              </p14:nvContentPartPr>
              <p14:xfrm>
                <a:off x="7479830" y="2261917"/>
                <a:ext cx="17640" cy="48600"/>
              </p14:xfrm>
            </p:contentPart>
          </mc:Choice>
          <mc:Fallback xmlns="">
            <p:pic>
              <p:nvPicPr>
                <p:cNvPr id="473" name="Ink 472">
                  <a:extLst>
                    <a:ext uri="{FF2B5EF4-FFF2-40B4-BE49-F238E27FC236}">
                      <a16:creationId xmlns:a16="http://schemas.microsoft.com/office/drawing/2014/main" id="{A3290F59-FA30-64B8-7C9C-C5AAF3397B46}"/>
                    </a:ext>
                  </a:extLst>
                </p:cNvPr>
                <p:cNvPicPr/>
                <p:nvPr/>
              </p:nvPicPr>
              <p:blipFill>
                <a:blip r:embed="rId667"/>
                <a:stretch>
                  <a:fillRect/>
                </a:stretch>
              </p:blipFill>
              <p:spPr>
                <a:xfrm>
                  <a:off x="7461830" y="2244277"/>
                  <a:ext cx="5328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668">
              <p14:nvContentPartPr>
                <p14:cNvPr id="474" name="Ink 473">
                  <a:extLst>
                    <a:ext uri="{FF2B5EF4-FFF2-40B4-BE49-F238E27FC236}">
                      <a16:creationId xmlns:a16="http://schemas.microsoft.com/office/drawing/2014/main" id="{6D7F981E-D0C4-21D0-7E30-06628B109580}"/>
                    </a:ext>
                  </a:extLst>
                </p14:cNvPr>
                <p14:cNvContentPartPr/>
                <p14:nvPr/>
              </p14:nvContentPartPr>
              <p14:xfrm>
                <a:off x="7544630" y="2483677"/>
                <a:ext cx="9720" cy="139680"/>
              </p14:xfrm>
            </p:contentPart>
          </mc:Choice>
          <mc:Fallback xmlns="">
            <p:pic>
              <p:nvPicPr>
                <p:cNvPr id="474" name="Ink 473">
                  <a:extLst>
                    <a:ext uri="{FF2B5EF4-FFF2-40B4-BE49-F238E27FC236}">
                      <a16:creationId xmlns:a16="http://schemas.microsoft.com/office/drawing/2014/main" id="{6D7F981E-D0C4-21D0-7E30-06628B109580}"/>
                    </a:ext>
                  </a:extLst>
                </p:cNvPr>
                <p:cNvPicPr/>
                <p:nvPr/>
              </p:nvPicPr>
              <p:blipFill>
                <a:blip r:embed="rId669"/>
                <a:stretch>
                  <a:fillRect/>
                </a:stretch>
              </p:blipFill>
              <p:spPr>
                <a:xfrm>
                  <a:off x="7526990" y="2465677"/>
                  <a:ext cx="4536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670">
              <p14:nvContentPartPr>
                <p14:cNvPr id="475" name="Ink 474">
                  <a:extLst>
                    <a:ext uri="{FF2B5EF4-FFF2-40B4-BE49-F238E27FC236}">
                      <a16:creationId xmlns:a16="http://schemas.microsoft.com/office/drawing/2014/main" id="{73B213BA-9739-56CC-8F22-951101A24B3B}"/>
                    </a:ext>
                  </a:extLst>
                </p14:cNvPr>
                <p14:cNvContentPartPr/>
                <p14:nvPr/>
              </p14:nvContentPartPr>
              <p14:xfrm>
                <a:off x="7555070" y="2812357"/>
                <a:ext cx="34920" cy="167760"/>
              </p14:xfrm>
            </p:contentPart>
          </mc:Choice>
          <mc:Fallback xmlns="">
            <p:pic>
              <p:nvPicPr>
                <p:cNvPr id="475" name="Ink 474">
                  <a:extLst>
                    <a:ext uri="{FF2B5EF4-FFF2-40B4-BE49-F238E27FC236}">
                      <a16:creationId xmlns:a16="http://schemas.microsoft.com/office/drawing/2014/main" id="{73B213BA-9739-56CC-8F22-951101A24B3B}"/>
                    </a:ext>
                  </a:extLst>
                </p:cNvPr>
                <p:cNvPicPr/>
                <p:nvPr/>
              </p:nvPicPr>
              <p:blipFill>
                <a:blip r:embed="rId671"/>
                <a:stretch>
                  <a:fillRect/>
                </a:stretch>
              </p:blipFill>
              <p:spPr>
                <a:xfrm>
                  <a:off x="7537070" y="2794357"/>
                  <a:ext cx="7056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672">
              <p14:nvContentPartPr>
                <p14:cNvPr id="476" name="Ink 475">
                  <a:extLst>
                    <a:ext uri="{FF2B5EF4-FFF2-40B4-BE49-F238E27FC236}">
                      <a16:creationId xmlns:a16="http://schemas.microsoft.com/office/drawing/2014/main" id="{B4E5B673-7B54-0311-ACF5-5BFE9D217890}"/>
                    </a:ext>
                  </a:extLst>
                </p14:cNvPr>
                <p14:cNvContentPartPr/>
                <p14:nvPr/>
              </p14:nvContentPartPr>
              <p14:xfrm>
                <a:off x="7602230" y="3004957"/>
                <a:ext cx="4680" cy="149040"/>
              </p14:xfrm>
            </p:contentPart>
          </mc:Choice>
          <mc:Fallback xmlns="">
            <p:pic>
              <p:nvPicPr>
                <p:cNvPr id="476" name="Ink 475">
                  <a:extLst>
                    <a:ext uri="{FF2B5EF4-FFF2-40B4-BE49-F238E27FC236}">
                      <a16:creationId xmlns:a16="http://schemas.microsoft.com/office/drawing/2014/main" id="{B4E5B673-7B54-0311-ACF5-5BFE9D217890}"/>
                    </a:ext>
                  </a:extLst>
                </p:cNvPr>
                <p:cNvPicPr/>
                <p:nvPr/>
              </p:nvPicPr>
              <p:blipFill>
                <a:blip r:embed="rId673"/>
                <a:stretch>
                  <a:fillRect/>
                </a:stretch>
              </p:blipFill>
              <p:spPr>
                <a:xfrm>
                  <a:off x="7584590" y="2987317"/>
                  <a:ext cx="4032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674">
              <p14:nvContentPartPr>
                <p14:cNvPr id="477" name="Ink 476">
                  <a:extLst>
                    <a:ext uri="{FF2B5EF4-FFF2-40B4-BE49-F238E27FC236}">
                      <a16:creationId xmlns:a16="http://schemas.microsoft.com/office/drawing/2014/main" id="{0B4AF1E3-1606-260E-273A-728CC4F23078}"/>
                    </a:ext>
                  </a:extLst>
                </p14:cNvPr>
                <p14:cNvContentPartPr/>
                <p14:nvPr/>
              </p14:nvContentPartPr>
              <p14:xfrm>
                <a:off x="7637150" y="3261277"/>
                <a:ext cx="28800" cy="183240"/>
              </p14:xfrm>
            </p:contentPart>
          </mc:Choice>
          <mc:Fallback xmlns="">
            <p:pic>
              <p:nvPicPr>
                <p:cNvPr id="477" name="Ink 476">
                  <a:extLst>
                    <a:ext uri="{FF2B5EF4-FFF2-40B4-BE49-F238E27FC236}">
                      <a16:creationId xmlns:a16="http://schemas.microsoft.com/office/drawing/2014/main" id="{0B4AF1E3-1606-260E-273A-728CC4F23078}"/>
                    </a:ext>
                  </a:extLst>
                </p:cNvPr>
                <p:cNvPicPr/>
                <p:nvPr/>
              </p:nvPicPr>
              <p:blipFill>
                <a:blip r:embed="rId675"/>
                <a:stretch>
                  <a:fillRect/>
                </a:stretch>
              </p:blipFill>
              <p:spPr>
                <a:xfrm>
                  <a:off x="7619510" y="3243637"/>
                  <a:ext cx="6444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676">
              <p14:nvContentPartPr>
                <p14:cNvPr id="478" name="Ink 477">
                  <a:extLst>
                    <a:ext uri="{FF2B5EF4-FFF2-40B4-BE49-F238E27FC236}">
                      <a16:creationId xmlns:a16="http://schemas.microsoft.com/office/drawing/2014/main" id="{D48D8583-46A5-E4AF-DD18-ACB3FA1AA76C}"/>
                    </a:ext>
                  </a:extLst>
                </p14:cNvPr>
                <p14:cNvContentPartPr/>
                <p14:nvPr/>
              </p14:nvContentPartPr>
              <p14:xfrm>
                <a:off x="7694390" y="3560797"/>
                <a:ext cx="33840" cy="259920"/>
              </p14:xfrm>
            </p:contentPart>
          </mc:Choice>
          <mc:Fallback xmlns="">
            <p:pic>
              <p:nvPicPr>
                <p:cNvPr id="478" name="Ink 477">
                  <a:extLst>
                    <a:ext uri="{FF2B5EF4-FFF2-40B4-BE49-F238E27FC236}">
                      <a16:creationId xmlns:a16="http://schemas.microsoft.com/office/drawing/2014/main" id="{D48D8583-46A5-E4AF-DD18-ACB3FA1AA76C}"/>
                    </a:ext>
                  </a:extLst>
                </p:cNvPr>
                <p:cNvPicPr/>
                <p:nvPr/>
              </p:nvPicPr>
              <p:blipFill>
                <a:blip r:embed="rId677"/>
                <a:stretch>
                  <a:fillRect/>
                </a:stretch>
              </p:blipFill>
              <p:spPr>
                <a:xfrm>
                  <a:off x="7676390" y="3543157"/>
                  <a:ext cx="6948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678">
              <p14:nvContentPartPr>
                <p14:cNvPr id="479" name="Ink 478">
                  <a:extLst>
                    <a:ext uri="{FF2B5EF4-FFF2-40B4-BE49-F238E27FC236}">
                      <a16:creationId xmlns:a16="http://schemas.microsoft.com/office/drawing/2014/main" id="{323B4ACC-4330-2539-AFF9-B9638EB52961}"/>
                    </a:ext>
                  </a:extLst>
                </p14:cNvPr>
                <p14:cNvContentPartPr/>
                <p14:nvPr/>
              </p14:nvContentPartPr>
              <p14:xfrm>
                <a:off x="7754870" y="3863917"/>
                <a:ext cx="14760" cy="124920"/>
              </p14:xfrm>
            </p:contentPart>
          </mc:Choice>
          <mc:Fallback xmlns="">
            <p:pic>
              <p:nvPicPr>
                <p:cNvPr id="479" name="Ink 478">
                  <a:extLst>
                    <a:ext uri="{FF2B5EF4-FFF2-40B4-BE49-F238E27FC236}">
                      <a16:creationId xmlns:a16="http://schemas.microsoft.com/office/drawing/2014/main" id="{323B4ACC-4330-2539-AFF9-B9638EB52961}"/>
                    </a:ext>
                  </a:extLst>
                </p:cNvPr>
                <p:cNvPicPr/>
                <p:nvPr/>
              </p:nvPicPr>
              <p:blipFill>
                <a:blip r:embed="rId679"/>
                <a:stretch>
                  <a:fillRect/>
                </a:stretch>
              </p:blipFill>
              <p:spPr>
                <a:xfrm>
                  <a:off x="7737230" y="3846277"/>
                  <a:ext cx="5040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680">
              <p14:nvContentPartPr>
                <p14:cNvPr id="480" name="Ink 479">
                  <a:extLst>
                    <a:ext uri="{FF2B5EF4-FFF2-40B4-BE49-F238E27FC236}">
                      <a16:creationId xmlns:a16="http://schemas.microsoft.com/office/drawing/2014/main" id="{1EAB5D5A-2E59-67C8-2194-31CADD82CF83}"/>
                    </a:ext>
                  </a:extLst>
                </p14:cNvPr>
                <p14:cNvContentPartPr/>
                <p14:nvPr/>
              </p14:nvContentPartPr>
              <p14:xfrm>
                <a:off x="7777190" y="4000717"/>
                <a:ext cx="14040" cy="81360"/>
              </p14:xfrm>
            </p:contentPart>
          </mc:Choice>
          <mc:Fallback xmlns="">
            <p:pic>
              <p:nvPicPr>
                <p:cNvPr id="480" name="Ink 479">
                  <a:extLst>
                    <a:ext uri="{FF2B5EF4-FFF2-40B4-BE49-F238E27FC236}">
                      <a16:creationId xmlns:a16="http://schemas.microsoft.com/office/drawing/2014/main" id="{1EAB5D5A-2E59-67C8-2194-31CADD82CF83}"/>
                    </a:ext>
                  </a:extLst>
                </p:cNvPr>
                <p:cNvPicPr/>
                <p:nvPr/>
              </p:nvPicPr>
              <p:blipFill>
                <a:blip r:embed="rId681"/>
                <a:stretch>
                  <a:fillRect/>
                </a:stretch>
              </p:blipFill>
              <p:spPr>
                <a:xfrm>
                  <a:off x="7759550" y="3982717"/>
                  <a:ext cx="4968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682">
              <p14:nvContentPartPr>
                <p14:cNvPr id="481" name="Ink 480">
                  <a:extLst>
                    <a:ext uri="{FF2B5EF4-FFF2-40B4-BE49-F238E27FC236}">
                      <a16:creationId xmlns:a16="http://schemas.microsoft.com/office/drawing/2014/main" id="{F7BD4910-2AA4-497F-9D45-7D51B0296563}"/>
                    </a:ext>
                  </a:extLst>
                </p14:cNvPr>
                <p14:cNvContentPartPr/>
                <p14:nvPr/>
              </p14:nvContentPartPr>
              <p14:xfrm>
                <a:off x="7816790" y="4093237"/>
                <a:ext cx="6840" cy="11520"/>
              </p14:xfrm>
            </p:contentPart>
          </mc:Choice>
          <mc:Fallback xmlns="">
            <p:pic>
              <p:nvPicPr>
                <p:cNvPr id="481" name="Ink 480">
                  <a:extLst>
                    <a:ext uri="{FF2B5EF4-FFF2-40B4-BE49-F238E27FC236}">
                      <a16:creationId xmlns:a16="http://schemas.microsoft.com/office/drawing/2014/main" id="{F7BD4910-2AA4-497F-9D45-7D51B0296563}"/>
                    </a:ext>
                  </a:extLst>
                </p:cNvPr>
                <p:cNvPicPr/>
                <p:nvPr/>
              </p:nvPicPr>
              <p:blipFill>
                <a:blip r:embed="rId683"/>
                <a:stretch>
                  <a:fillRect/>
                </a:stretch>
              </p:blipFill>
              <p:spPr>
                <a:xfrm>
                  <a:off x="7798790" y="4075237"/>
                  <a:ext cx="42480" cy="47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84">
            <p14:nvContentPartPr>
              <p14:cNvPr id="483" name="Ink 482">
                <a:extLst>
                  <a:ext uri="{FF2B5EF4-FFF2-40B4-BE49-F238E27FC236}">
                    <a16:creationId xmlns:a16="http://schemas.microsoft.com/office/drawing/2014/main" id="{F5991A06-3025-5200-9542-722F04793FF8}"/>
                  </a:ext>
                </a:extLst>
              </p14:cNvPr>
              <p14:cNvContentPartPr/>
              <p14:nvPr/>
            </p14:nvContentPartPr>
            <p14:xfrm>
              <a:off x="6091310" y="297397"/>
              <a:ext cx="45720" cy="306000"/>
            </p14:xfrm>
          </p:contentPart>
        </mc:Choice>
        <mc:Fallback xmlns="">
          <p:pic>
            <p:nvPicPr>
              <p:cNvPr id="483" name="Ink 482">
                <a:extLst>
                  <a:ext uri="{FF2B5EF4-FFF2-40B4-BE49-F238E27FC236}">
                    <a16:creationId xmlns:a16="http://schemas.microsoft.com/office/drawing/2014/main" id="{F5991A06-3025-5200-9542-722F04793FF8}"/>
                  </a:ext>
                </a:extLst>
              </p:cNvPr>
              <p:cNvPicPr/>
              <p:nvPr/>
            </p:nvPicPr>
            <p:blipFill>
              <a:blip r:embed="rId685"/>
              <a:stretch>
                <a:fillRect/>
              </a:stretch>
            </p:blipFill>
            <p:spPr>
              <a:xfrm>
                <a:off x="6073310" y="279757"/>
                <a:ext cx="8136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686">
            <p14:nvContentPartPr>
              <p14:cNvPr id="484" name="Ink 483">
                <a:extLst>
                  <a:ext uri="{FF2B5EF4-FFF2-40B4-BE49-F238E27FC236}">
                    <a16:creationId xmlns:a16="http://schemas.microsoft.com/office/drawing/2014/main" id="{886CB277-2FE5-8F1C-6D90-D262CDE11706}"/>
                  </a:ext>
                </a:extLst>
              </p14:cNvPr>
              <p14:cNvContentPartPr/>
              <p14:nvPr/>
            </p14:nvContentPartPr>
            <p14:xfrm>
              <a:off x="6074750" y="231157"/>
              <a:ext cx="2180880" cy="404640"/>
            </p14:xfrm>
          </p:contentPart>
        </mc:Choice>
        <mc:Fallback xmlns="">
          <p:pic>
            <p:nvPicPr>
              <p:cNvPr id="484" name="Ink 483">
                <a:extLst>
                  <a:ext uri="{FF2B5EF4-FFF2-40B4-BE49-F238E27FC236}">
                    <a16:creationId xmlns:a16="http://schemas.microsoft.com/office/drawing/2014/main" id="{886CB277-2FE5-8F1C-6D90-D262CDE11706}"/>
                  </a:ext>
                </a:extLst>
              </p:cNvPr>
              <p:cNvPicPr/>
              <p:nvPr/>
            </p:nvPicPr>
            <p:blipFill>
              <a:blip r:embed="rId687"/>
              <a:stretch>
                <a:fillRect/>
              </a:stretch>
            </p:blipFill>
            <p:spPr>
              <a:xfrm>
                <a:off x="6056750" y="213157"/>
                <a:ext cx="221652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688">
            <p14:nvContentPartPr>
              <p14:cNvPr id="485" name="Ink 484">
                <a:extLst>
                  <a:ext uri="{FF2B5EF4-FFF2-40B4-BE49-F238E27FC236}">
                    <a16:creationId xmlns:a16="http://schemas.microsoft.com/office/drawing/2014/main" id="{97E3FCBF-CC2E-53BE-1112-54866E3944EF}"/>
                  </a:ext>
                </a:extLst>
              </p14:cNvPr>
              <p14:cNvContentPartPr/>
              <p14:nvPr/>
            </p14:nvContentPartPr>
            <p14:xfrm>
              <a:off x="6241070" y="741637"/>
              <a:ext cx="1757160" cy="501120"/>
            </p14:xfrm>
          </p:contentPart>
        </mc:Choice>
        <mc:Fallback xmlns="">
          <p:pic>
            <p:nvPicPr>
              <p:cNvPr id="485" name="Ink 484">
                <a:extLst>
                  <a:ext uri="{FF2B5EF4-FFF2-40B4-BE49-F238E27FC236}">
                    <a16:creationId xmlns:a16="http://schemas.microsoft.com/office/drawing/2014/main" id="{97E3FCBF-CC2E-53BE-1112-54866E3944EF}"/>
                  </a:ext>
                </a:extLst>
              </p:cNvPr>
              <p:cNvPicPr/>
              <p:nvPr/>
            </p:nvPicPr>
            <p:blipFill>
              <a:blip r:embed="rId689"/>
              <a:stretch>
                <a:fillRect/>
              </a:stretch>
            </p:blipFill>
            <p:spPr>
              <a:xfrm>
                <a:off x="6223430" y="723997"/>
                <a:ext cx="1792800" cy="536760"/>
              </a:xfrm>
              <a:prstGeom prst="rect">
                <a:avLst/>
              </a:prstGeom>
            </p:spPr>
          </p:pic>
        </mc:Fallback>
      </mc:AlternateContent>
    </p:spTree>
    <p:extLst>
      <p:ext uri="{BB962C8B-B14F-4D97-AF65-F5344CB8AC3E}">
        <p14:creationId xmlns:p14="http://schemas.microsoft.com/office/powerpoint/2010/main" val="1325278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E31C1-7710-311B-F0D6-F40AF855251F}"/>
              </a:ext>
            </a:extLst>
          </p:cNvPr>
          <p:cNvSpPr>
            <a:spLocks noGrp="1"/>
          </p:cNvSpPr>
          <p:nvPr>
            <p:ph type="title"/>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41" name="Ink 40">
                <a:extLst>
                  <a:ext uri="{FF2B5EF4-FFF2-40B4-BE49-F238E27FC236}">
                    <a16:creationId xmlns:a16="http://schemas.microsoft.com/office/drawing/2014/main" id="{B207BA44-DCFF-437E-5C1B-35C528FD47DD}"/>
                  </a:ext>
                </a:extLst>
              </p14:cNvPr>
              <p14:cNvContentPartPr/>
              <p14:nvPr/>
            </p14:nvContentPartPr>
            <p14:xfrm>
              <a:off x="8398550" y="1955917"/>
              <a:ext cx="277920" cy="343800"/>
            </p14:xfrm>
          </p:contentPart>
        </mc:Choice>
        <mc:Fallback xmlns="">
          <p:pic>
            <p:nvPicPr>
              <p:cNvPr id="41" name="Ink 40">
                <a:extLst>
                  <a:ext uri="{FF2B5EF4-FFF2-40B4-BE49-F238E27FC236}">
                    <a16:creationId xmlns:a16="http://schemas.microsoft.com/office/drawing/2014/main" id="{B207BA44-DCFF-437E-5C1B-35C528FD47DD}"/>
                  </a:ext>
                </a:extLst>
              </p:cNvPr>
              <p:cNvPicPr/>
              <p:nvPr/>
            </p:nvPicPr>
            <p:blipFill>
              <a:blip r:embed="rId3"/>
              <a:stretch>
                <a:fillRect/>
              </a:stretch>
            </p:blipFill>
            <p:spPr>
              <a:xfrm>
                <a:off x="8380550" y="1938277"/>
                <a:ext cx="313560" cy="379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2" name="Ink 41">
                <a:extLst>
                  <a:ext uri="{FF2B5EF4-FFF2-40B4-BE49-F238E27FC236}">
                    <a16:creationId xmlns:a16="http://schemas.microsoft.com/office/drawing/2014/main" id="{19527A8A-E1BD-6CE3-FAB4-476AF262DB59}"/>
                  </a:ext>
                </a:extLst>
              </p14:cNvPr>
              <p14:cNvContentPartPr/>
              <p14:nvPr/>
            </p14:nvContentPartPr>
            <p14:xfrm>
              <a:off x="8777270" y="2242477"/>
              <a:ext cx="149040" cy="124920"/>
            </p14:xfrm>
          </p:contentPart>
        </mc:Choice>
        <mc:Fallback xmlns="">
          <p:pic>
            <p:nvPicPr>
              <p:cNvPr id="42" name="Ink 41">
                <a:extLst>
                  <a:ext uri="{FF2B5EF4-FFF2-40B4-BE49-F238E27FC236}">
                    <a16:creationId xmlns:a16="http://schemas.microsoft.com/office/drawing/2014/main" id="{19527A8A-E1BD-6CE3-FAB4-476AF262DB59}"/>
                  </a:ext>
                </a:extLst>
              </p:cNvPr>
              <p:cNvPicPr/>
              <p:nvPr/>
            </p:nvPicPr>
            <p:blipFill>
              <a:blip r:embed="rId5"/>
              <a:stretch>
                <a:fillRect/>
              </a:stretch>
            </p:blipFill>
            <p:spPr>
              <a:xfrm>
                <a:off x="8759630" y="2224837"/>
                <a:ext cx="18468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a:extLst>
                  <a:ext uri="{FF2B5EF4-FFF2-40B4-BE49-F238E27FC236}">
                    <a16:creationId xmlns:a16="http://schemas.microsoft.com/office/drawing/2014/main" id="{9A3127E4-4657-542D-22E8-9B40A39C3C7C}"/>
                  </a:ext>
                </a:extLst>
              </p14:cNvPr>
              <p14:cNvContentPartPr/>
              <p14:nvPr/>
            </p14:nvContentPartPr>
            <p14:xfrm>
              <a:off x="8980670" y="2251117"/>
              <a:ext cx="196200" cy="83880"/>
            </p14:xfrm>
          </p:contentPart>
        </mc:Choice>
        <mc:Fallback xmlns="">
          <p:pic>
            <p:nvPicPr>
              <p:cNvPr id="43" name="Ink 42">
                <a:extLst>
                  <a:ext uri="{FF2B5EF4-FFF2-40B4-BE49-F238E27FC236}">
                    <a16:creationId xmlns:a16="http://schemas.microsoft.com/office/drawing/2014/main" id="{9A3127E4-4657-542D-22E8-9B40A39C3C7C}"/>
                  </a:ext>
                </a:extLst>
              </p:cNvPr>
              <p:cNvPicPr/>
              <p:nvPr/>
            </p:nvPicPr>
            <p:blipFill>
              <a:blip r:embed="rId7"/>
              <a:stretch>
                <a:fillRect/>
              </a:stretch>
            </p:blipFill>
            <p:spPr>
              <a:xfrm>
                <a:off x="8962670" y="2233117"/>
                <a:ext cx="23184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4" name="Ink 43">
                <a:extLst>
                  <a:ext uri="{FF2B5EF4-FFF2-40B4-BE49-F238E27FC236}">
                    <a16:creationId xmlns:a16="http://schemas.microsoft.com/office/drawing/2014/main" id="{C292F7BB-0F09-9F38-BBCE-8CBB558FA95B}"/>
                  </a:ext>
                </a:extLst>
              </p14:cNvPr>
              <p14:cNvContentPartPr/>
              <p14:nvPr/>
            </p14:nvContentPartPr>
            <p14:xfrm>
              <a:off x="9302510" y="2072197"/>
              <a:ext cx="27000" cy="245520"/>
            </p14:xfrm>
          </p:contentPart>
        </mc:Choice>
        <mc:Fallback xmlns="">
          <p:pic>
            <p:nvPicPr>
              <p:cNvPr id="44" name="Ink 43">
                <a:extLst>
                  <a:ext uri="{FF2B5EF4-FFF2-40B4-BE49-F238E27FC236}">
                    <a16:creationId xmlns:a16="http://schemas.microsoft.com/office/drawing/2014/main" id="{C292F7BB-0F09-9F38-BBCE-8CBB558FA95B}"/>
                  </a:ext>
                </a:extLst>
              </p:cNvPr>
              <p:cNvPicPr/>
              <p:nvPr/>
            </p:nvPicPr>
            <p:blipFill>
              <a:blip r:embed="rId9"/>
              <a:stretch>
                <a:fillRect/>
              </a:stretch>
            </p:blipFill>
            <p:spPr>
              <a:xfrm>
                <a:off x="9284870" y="2054557"/>
                <a:ext cx="6264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5" name="Ink 44">
                <a:extLst>
                  <a:ext uri="{FF2B5EF4-FFF2-40B4-BE49-F238E27FC236}">
                    <a16:creationId xmlns:a16="http://schemas.microsoft.com/office/drawing/2014/main" id="{2967FF53-14C6-451D-C039-E31B349D6797}"/>
                  </a:ext>
                </a:extLst>
              </p14:cNvPr>
              <p14:cNvContentPartPr/>
              <p14:nvPr/>
            </p14:nvContentPartPr>
            <p14:xfrm>
              <a:off x="9229790" y="2184157"/>
              <a:ext cx="286560" cy="96120"/>
            </p14:xfrm>
          </p:contentPart>
        </mc:Choice>
        <mc:Fallback xmlns="">
          <p:pic>
            <p:nvPicPr>
              <p:cNvPr id="45" name="Ink 44">
                <a:extLst>
                  <a:ext uri="{FF2B5EF4-FFF2-40B4-BE49-F238E27FC236}">
                    <a16:creationId xmlns:a16="http://schemas.microsoft.com/office/drawing/2014/main" id="{2967FF53-14C6-451D-C039-E31B349D6797}"/>
                  </a:ext>
                </a:extLst>
              </p:cNvPr>
              <p:cNvPicPr/>
              <p:nvPr/>
            </p:nvPicPr>
            <p:blipFill>
              <a:blip r:embed="rId11"/>
              <a:stretch>
                <a:fillRect/>
              </a:stretch>
            </p:blipFill>
            <p:spPr>
              <a:xfrm>
                <a:off x="9211790" y="2166157"/>
                <a:ext cx="32220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 name="Ink 3">
                <a:extLst>
                  <a:ext uri="{FF2B5EF4-FFF2-40B4-BE49-F238E27FC236}">
                    <a16:creationId xmlns:a16="http://schemas.microsoft.com/office/drawing/2014/main" id="{1096A65C-7F71-6190-9155-27B2D4D70A7F}"/>
                  </a:ext>
                </a:extLst>
              </p14:cNvPr>
              <p14:cNvContentPartPr/>
              <p14:nvPr/>
            </p14:nvContentPartPr>
            <p14:xfrm>
              <a:off x="4621430" y="1793917"/>
              <a:ext cx="178920" cy="1941120"/>
            </p14:xfrm>
          </p:contentPart>
        </mc:Choice>
        <mc:Fallback xmlns="">
          <p:pic>
            <p:nvPicPr>
              <p:cNvPr id="4" name="Ink 3">
                <a:extLst>
                  <a:ext uri="{FF2B5EF4-FFF2-40B4-BE49-F238E27FC236}">
                    <a16:creationId xmlns:a16="http://schemas.microsoft.com/office/drawing/2014/main" id="{1096A65C-7F71-6190-9155-27B2D4D70A7F}"/>
                  </a:ext>
                </a:extLst>
              </p:cNvPr>
              <p:cNvPicPr/>
              <p:nvPr/>
            </p:nvPicPr>
            <p:blipFill>
              <a:blip r:embed="rId13"/>
              <a:stretch>
                <a:fillRect/>
              </a:stretch>
            </p:blipFill>
            <p:spPr>
              <a:xfrm>
                <a:off x="4603790" y="1775917"/>
                <a:ext cx="214560" cy="1976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 name="Ink 4">
                <a:extLst>
                  <a:ext uri="{FF2B5EF4-FFF2-40B4-BE49-F238E27FC236}">
                    <a16:creationId xmlns:a16="http://schemas.microsoft.com/office/drawing/2014/main" id="{2312CD75-F330-1EFA-593F-FE997E883A20}"/>
                  </a:ext>
                </a:extLst>
              </p14:cNvPr>
              <p14:cNvContentPartPr/>
              <p14:nvPr/>
            </p14:nvContentPartPr>
            <p14:xfrm>
              <a:off x="4720430" y="1895077"/>
              <a:ext cx="1688760" cy="1877040"/>
            </p14:xfrm>
          </p:contentPart>
        </mc:Choice>
        <mc:Fallback xmlns="">
          <p:pic>
            <p:nvPicPr>
              <p:cNvPr id="5" name="Ink 4">
                <a:extLst>
                  <a:ext uri="{FF2B5EF4-FFF2-40B4-BE49-F238E27FC236}">
                    <a16:creationId xmlns:a16="http://schemas.microsoft.com/office/drawing/2014/main" id="{2312CD75-F330-1EFA-593F-FE997E883A20}"/>
                  </a:ext>
                </a:extLst>
              </p:cNvPr>
              <p:cNvPicPr/>
              <p:nvPr/>
            </p:nvPicPr>
            <p:blipFill>
              <a:blip r:embed="rId15"/>
              <a:stretch>
                <a:fillRect/>
              </a:stretch>
            </p:blipFill>
            <p:spPr>
              <a:xfrm>
                <a:off x="4702790" y="1877437"/>
                <a:ext cx="1724400" cy="1912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 name="Ink 5">
                <a:extLst>
                  <a:ext uri="{FF2B5EF4-FFF2-40B4-BE49-F238E27FC236}">
                    <a16:creationId xmlns:a16="http://schemas.microsoft.com/office/drawing/2014/main" id="{61B70491-1EB7-9FFE-C9AD-EB94A07F6BFB}"/>
                  </a:ext>
                </a:extLst>
              </p14:cNvPr>
              <p14:cNvContentPartPr/>
              <p14:nvPr/>
            </p14:nvContentPartPr>
            <p14:xfrm>
              <a:off x="4893230" y="2478277"/>
              <a:ext cx="340920" cy="82440"/>
            </p14:xfrm>
          </p:contentPart>
        </mc:Choice>
        <mc:Fallback xmlns="">
          <p:pic>
            <p:nvPicPr>
              <p:cNvPr id="6" name="Ink 5">
                <a:extLst>
                  <a:ext uri="{FF2B5EF4-FFF2-40B4-BE49-F238E27FC236}">
                    <a16:creationId xmlns:a16="http://schemas.microsoft.com/office/drawing/2014/main" id="{61B70491-1EB7-9FFE-C9AD-EB94A07F6BFB}"/>
                  </a:ext>
                </a:extLst>
              </p:cNvPr>
              <p:cNvPicPr/>
              <p:nvPr/>
            </p:nvPicPr>
            <p:blipFill>
              <a:blip r:embed="rId17"/>
              <a:stretch>
                <a:fillRect/>
              </a:stretch>
            </p:blipFill>
            <p:spPr>
              <a:xfrm>
                <a:off x="4875230" y="2460277"/>
                <a:ext cx="3765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 name="Ink 7">
                <a:extLst>
                  <a:ext uri="{FF2B5EF4-FFF2-40B4-BE49-F238E27FC236}">
                    <a16:creationId xmlns:a16="http://schemas.microsoft.com/office/drawing/2014/main" id="{F154D8EC-2E7D-84D5-E99B-29CF42932904}"/>
                  </a:ext>
                </a:extLst>
              </p14:cNvPr>
              <p14:cNvContentPartPr/>
              <p14:nvPr/>
            </p14:nvContentPartPr>
            <p14:xfrm>
              <a:off x="5041910" y="2993797"/>
              <a:ext cx="312840" cy="32760"/>
            </p14:xfrm>
          </p:contentPart>
        </mc:Choice>
        <mc:Fallback xmlns="">
          <p:pic>
            <p:nvPicPr>
              <p:cNvPr id="8" name="Ink 7">
                <a:extLst>
                  <a:ext uri="{FF2B5EF4-FFF2-40B4-BE49-F238E27FC236}">
                    <a16:creationId xmlns:a16="http://schemas.microsoft.com/office/drawing/2014/main" id="{F154D8EC-2E7D-84D5-E99B-29CF42932904}"/>
                  </a:ext>
                </a:extLst>
              </p:cNvPr>
              <p:cNvPicPr/>
              <p:nvPr/>
            </p:nvPicPr>
            <p:blipFill>
              <a:blip r:embed="rId19"/>
              <a:stretch>
                <a:fillRect/>
              </a:stretch>
            </p:blipFill>
            <p:spPr>
              <a:xfrm>
                <a:off x="5023910" y="2975797"/>
                <a:ext cx="34848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 name="Ink 8">
                <a:extLst>
                  <a:ext uri="{FF2B5EF4-FFF2-40B4-BE49-F238E27FC236}">
                    <a16:creationId xmlns:a16="http://schemas.microsoft.com/office/drawing/2014/main" id="{3291E589-7688-4676-E70E-C685A4D816D7}"/>
                  </a:ext>
                </a:extLst>
              </p14:cNvPr>
              <p14:cNvContentPartPr/>
              <p14:nvPr/>
            </p14:nvContentPartPr>
            <p14:xfrm>
              <a:off x="5183030" y="2881477"/>
              <a:ext cx="66600" cy="345240"/>
            </p14:xfrm>
          </p:contentPart>
        </mc:Choice>
        <mc:Fallback xmlns="">
          <p:pic>
            <p:nvPicPr>
              <p:cNvPr id="9" name="Ink 8">
                <a:extLst>
                  <a:ext uri="{FF2B5EF4-FFF2-40B4-BE49-F238E27FC236}">
                    <a16:creationId xmlns:a16="http://schemas.microsoft.com/office/drawing/2014/main" id="{3291E589-7688-4676-E70E-C685A4D816D7}"/>
                  </a:ext>
                </a:extLst>
              </p:cNvPr>
              <p:cNvPicPr/>
              <p:nvPr/>
            </p:nvPicPr>
            <p:blipFill>
              <a:blip r:embed="rId21"/>
              <a:stretch>
                <a:fillRect/>
              </a:stretch>
            </p:blipFill>
            <p:spPr>
              <a:xfrm>
                <a:off x="5165030" y="2863477"/>
                <a:ext cx="10224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 name="Ink 9">
                <a:extLst>
                  <a:ext uri="{FF2B5EF4-FFF2-40B4-BE49-F238E27FC236}">
                    <a16:creationId xmlns:a16="http://schemas.microsoft.com/office/drawing/2014/main" id="{EF020F8B-9541-5CD0-7A6D-538522C5EAB4}"/>
                  </a:ext>
                </a:extLst>
              </p14:cNvPr>
              <p14:cNvContentPartPr/>
              <p14:nvPr/>
            </p14:nvContentPartPr>
            <p14:xfrm>
              <a:off x="3248390" y="2551357"/>
              <a:ext cx="1420920" cy="163080"/>
            </p14:xfrm>
          </p:contentPart>
        </mc:Choice>
        <mc:Fallback xmlns="">
          <p:pic>
            <p:nvPicPr>
              <p:cNvPr id="10" name="Ink 9">
                <a:extLst>
                  <a:ext uri="{FF2B5EF4-FFF2-40B4-BE49-F238E27FC236}">
                    <a16:creationId xmlns:a16="http://schemas.microsoft.com/office/drawing/2014/main" id="{EF020F8B-9541-5CD0-7A6D-538522C5EAB4}"/>
                  </a:ext>
                </a:extLst>
              </p:cNvPr>
              <p:cNvPicPr/>
              <p:nvPr/>
            </p:nvPicPr>
            <p:blipFill>
              <a:blip r:embed="rId23"/>
              <a:stretch>
                <a:fillRect/>
              </a:stretch>
            </p:blipFill>
            <p:spPr>
              <a:xfrm>
                <a:off x="3230390" y="2533717"/>
                <a:ext cx="145656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1" name="Ink 10">
                <a:extLst>
                  <a:ext uri="{FF2B5EF4-FFF2-40B4-BE49-F238E27FC236}">
                    <a16:creationId xmlns:a16="http://schemas.microsoft.com/office/drawing/2014/main" id="{7578C4E7-E54A-6DA7-9556-760E0E3108E1}"/>
                  </a:ext>
                </a:extLst>
              </p14:cNvPr>
              <p14:cNvContentPartPr/>
              <p14:nvPr/>
            </p14:nvContentPartPr>
            <p14:xfrm>
              <a:off x="3123830" y="2693557"/>
              <a:ext cx="145440" cy="1382760"/>
            </p14:xfrm>
          </p:contentPart>
        </mc:Choice>
        <mc:Fallback xmlns="">
          <p:pic>
            <p:nvPicPr>
              <p:cNvPr id="11" name="Ink 10">
                <a:extLst>
                  <a:ext uri="{FF2B5EF4-FFF2-40B4-BE49-F238E27FC236}">
                    <a16:creationId xmlns:a16="http://schemas.microsoft.com/office/drawing/2014/main" id="{7578C4E7-E54A-6DA7-9556-760E0E3108E1}"/>
                  </a:ext>
                </a:extLst>
              </p:cNvPr>
              <p:cNvPicPr/>
              <p:nvPr/>
            </p:nvPicPr>
            <p:blipFill>
              <a:blip r:embed="rId25"/>
              <a:stretch>
                <a:fillRect/>
              </a:stretch>
            </p:blipFill>
            <p:spPr>
              <a:xfrm>
                <a:off x="3106190" y="2675557"/>
                <a:ext cx="181080" cy="1418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 name="Ink 12">
                <a:extLst>
                  <a:ext uri="{FF2B5EF4-FFF2-40B4-BE49-F238E27FC236}">
                    <a16:creationId xmlns:a16="http://schemas.microsoft.com/office/drawing/2014/main" id="{CA77C821-13F6-D036-0BB8-CD288BC82B83}"/>
                  </a:ext>
                </a:extLst>
              </p14:cNvPr>
              <p14:cNvContentPartPr/>
              <p14:nvPr/>
            </p14:nvContentPartPr>
            <p14:xfrm>
              <a:off x="3020870" y="3972637"/>
              <a:ext cx="244440" cy="442440"/>
            </p14:xfrm>
          </p:contentPart>
        </mc:Choice>
        <mc:Fallback xmlns="">
          <p:pic>
            <p:nvPicPr>
              <p:cNvPr id="13" name="Ink 12">
                <a:extLst>
                  <a:ext uri="{FF2B5EF4-FFF2-40B4-BE49-F238E27FC236}">
                    <a16:creationId xmlns:a16="http://schemas.microsoft.com/office/drawing/2014/main" id="{CA77C821-13F6-D036-0BB8-CD288BC82B83}"/>
                  </a:ext>
                </a:extLst>
              </p:cNvPr>
              <p:cNvPicPr/>
              <p:nvPr/>
            </p:nvPicPr>
            <p:blipFill>
              <a:blip r:embed="rId27"/>
              <a:stretch>
                <a:fillRect/>
              </a:stretch>
            </p:blipFill>
            <p:spPr>
              <a:xfrm>
                <a:off x="3003230" y="3954997"/>
                <a:ext cx="280080" cy="4780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4" name="Ink 13">
                <a:extLst>
                  <a:ext uri="{FF2B5EF4-FFF2-40B4-BE49-F238E27FC236}">
                    <a16:creationId xmlns:a16="http://schemas.microsoft.com/office/drawing/2014/main" id="{335B1F84-AC38-C27C-BAAC-AD8F237B4F20}"/>
                  </a:ext>
                </a:extLst>
              </p14:cNvPr>
              <p14:cNvContentPartPr/>
              <p14:nvPr/>
            </p14:nvContentPartPr>
            <p14:xfrm>
              <a:off x="3073790" y="4008277"/>
              <a:ext cx="555840" cy="445680"/>
            </p14:xfrm>
          </p:contentPart>
        </mc:Choice>
        <mc:Fallback xmlns="">
          <p:pic>
            <p:nvPicPr>
              <p:cNvPr id="14" name="Ink 13">
                <a:extLst>
                  <a:ext uri="{FF2B5EF4-FFF2-40B4-BE49-F238E27FC236}">
                    <a16:creationId xmlns:a16="http://schemas.microsoft.com/office/drawing/2014/main" id="{335B1F84-AC38-C27C-BAAC-AD8F237B4F20}"/>
                  </a:ext>
                </a:extLst>
              </p:cNvPr>
              <p:cNvPicPr/>
              <p:nvPr/>
            </p:nvPicPr>
            <p:blipFill>
              <a:blip r:embed="rId29"/>
              <a:stretch>
                <a:fillRect/>
              </a:stretch>
            </p:blipFill>
            <p:spPr>
              <a:xfrm>
                <a:off x="3055790" y="3990637"/>
                <a:ext cx="591480" cy="4813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 name="Ink 14">
                <a:extLst>
                  <a:ext uri="{FF2B5EF4-FFF2-40B4-BE49-F238E27FC236}">
                    <a16:creationId xmlns:a16="http://schemas.microsoft.com/office/drawing/2014/main" id="{C4F22133-4022-830E-41DF-7E9321595161}"/>
                  </a:ext>
                </a:extLst>
              </p14:cNvPr>
              <p14:cNvContentPartPr/>
              <p14:nvPr/>
            </p14:nvContentPartPr>
            <p14:xfrm>
              <a:off x="3309230" y="4426237"/>
              <a:ext cx="108360" cy="749160"/>
            </p14:xfrm>
          </p:contentPart>
        </mc:Choice>
        <mc:Fallback xmlns="">
          <p:pic>
            <p:nvPicPr>
              <p:cNvPr id="15" name="Ink 14">
                <a:extLst>
                  <a:ext uri="{FF2B5EF4-FFF2-40B4-BE49-F238E27FC236}">
                    <a16:creationId xmlns:a16="http://schemas.microsoft.com/office/drawing/2014/main" id="{C4F22133-4022-830E-41DF-7E9321595161}"/>
                  </a:ext>
                </a:extLst>
              </p:cNvPr>
              <p:cNvPicPr/>
              <p:nvPr/>
            </p:nvPicPr>
            <p:blipFill>
              <a:blip r:embed="rId31"/>
              <a:stretch>
                <a:fillRect/>
              </a:stretch>
            </p:blipFill>
            <p:spPr>
              <a:xfrm>
                <a:off x="3291230" y="4408237"/>
                <a:ext cx="144000" cy="7848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7" name="Ink 16">
                <a:extLst>
                  <a:ext uri="{FF2B5EF4-FFF2-40B4-BE49-F238E27FC236}">
                    <a16:creationId xmlns:a16="http://schemas.microsoft.com/office/drawing/2014/main" id="{4489E6CD-27B2-6C6E-9DB1-5486ABA1860E}"/>
                  </a:ext>
                </a:extLst>
              </p14:cNvPr>
              <p14:cNvContentPartPr/>
              <p14:nvPr/>
            </p14:nvContentPartPr>
            <p14:xfrm>
              <a:off x="4261430" y="3260197"/>
              <a:ext cx="536400" cy="73800"/>
            </p14:xfrm>
          </p:contentPart>
        </mc:Choice>
        <mc:Fallback xmlns="">
          <p:pic>
            <p:nvPicPr>
              <p:cNvPr id="17" name="Ink 16">
                <a:extLst>
                  <a:ext uri="{FF2B5EF4-FFF2-40B4-BE49-F238E27FC236}">
                    <a16:creationId xmlns:a16="http://schemas.microsoft.com/office/drawing/2014/main" id="{4489E6CD-27B2-6C6E-9DB1-5486ABA1860E}"/>
                  </a:ext>
                </a:extLst>
              </p:cNvPr>
              <p:cNvPicPr/>
              <p:nvPr/>
            </p:nvPicPr>
            <p:blipFill>
              <a:blip r:embed="rId33"/>
              <a:stretch>
                <a:fillRect/>
              </a:stretch>
            </p:blipFill>
            <p:spPr>
              <a:xfrm>
                <a:off x="4243790" y="3242557"/>
                <a:ext cx="57204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 name="Ink 17">
                <a:extLst>
                  <a:ext uri="{FF2B5EF4-FFF2-40B4-BE49-F238E27FC236}">
                    <a16:creationId xmlns:a16="http://schemas.microsoft.com/office/drawing/2014/main" id="{C382F6BD-3DA9-0E1B-5B60-E15FED6598C4}"/>
                  </a:ext>
                </a:extLst>
              </p14:cNvPr>
              <p14:cNvContentPartPr/>
              <p14:nvPr/>
            </p14:nvContentPartPr>
            <p14:xfrm>
              <a:off x="4258550" y="3392677"/>
              <a:ext cx="252000" cy="945360"/>
            </p14:xfrm>
          </p:contentPart>
        </mc:Choice>
        <mc:Fallback xmlns="">
          <p:pic>
            <p:nvPicPr>
              <p:cNvPr id="18" name="Ink 17">
                <a:extLst>
                  <a:ext uri="{FF2B5EF4-FFF2-40B4-BE49-F238E27FC236}">
                    <a16:creationId xmlns:a16="http://schemas.microsoft.com/office/drawing/2014/main" id="{C382F6BD-3DA9-0E1B-5B60-E15FED6598C4}"/>
                  </a:ext>
                </a:extLst>
              </p:cNvPr>
              <p:cNvPicPr/>
              <p:nvPr/>
            </p:nvPicPr>
            <p:blipFill>
              <a:blip r:embed="rId35"/>
              <a:stretch>
                <a:fillRect/>
              </a:stretch>
            </p:blipFill>
            <p:spPr>
              <a:xfrm>
                <a:off x="4240550" y="3374677"/>
                <a:ext cx="287640" cy="981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9" name="Ink 18">
                <a:extLst>
                  <a:ext uri="{FF2B5EF4-FFF2-40B4-BE49-F238E27FC236}">
                    <a16:creationId xmlns:a16="http://schemas.microsoft.com/office/drawing/2014/main" id="{0E56BE10-160B-44B4-4EAF-34C03E8F41D7}"/>
                  </a:ext>
                </a:extLst>
              </p14:cNvPr>
              <p14:cNvContentPartPr/>
              <p14:nvPr/>
            </p14:nvContentPartPr>
            <p14:xfrm>
              <a:off x="4298870" y="4206637"/>
              <a:ext cx="406800" cy="78480"/>
            </p14:xfrm>
          </p:contentPart>
        </mc:Choice>
        <mc:Fallback xmlns="">
          <p:pic>
            <p:nvPicPr>
              <p:cNvPr id="19" name="Ink 18">
                <a:extLst>
                  <a:ext uri="{FF2B5EF4-FFF2-40B4-BE49-F238E27FC236}">
                    <a16:creationId xmlns:a16="http://schemas.microsoft.com/office/drawing/2014/main" id="{0E56BE10-160B-44B4-4EAF-34C03E8F41D7}"/>
                  </a:ext>
                </a:extLst>
              </p:cNvPr>
              <p:cNvPicPr/>
              <p:nvPr/>
            </p:nvPicPr>
            <p:blipFill>
              <a:blip r:embed="rId37"/>
              <a:stretch>
                <a:fillRect/>
              </a:stretch>
            </p:blipFill>
            <p:spPr>
              <a:xfrm>
                <a:off x="4281230" y="4188997"/>
                <a:ext cx="4424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0" name="Ink 19">
                <a:extLst>
                  <a:ext uri="{FF2B5EF4-FFF2-40B4-BE49-F238E27FC236}">
                    <a16:creationId xmlns:a16="http://schemas.microsoft.com/office/drawing/2014/main" id="{2EFDC177-D238-FF80-3C62-20926F3D9914}"/>
                  </a:ext>
                </a:extLst>
              </p14:cNvPr>
              <p14:cNvContentPartPr/>
              <p14:nvPr/>
            </p14:nvContentPartPr>
            <p14:xfrm>
              <a:off x="4232630" y="4348117"/>
              <a:ext cx="263520" cy="140400"/>
            </p14:xfrm>
          </p:contentPart>
        </mc:Choice>
        <mc:Fallback xmlns="">
          <p:pic>
            <p:nvPicPr>
              <p:cNvPr id="20" name="Ink 19">
                <a:extLst>
                  <a:ext uri="{FF2B5EF4-FFF2-40B4-BE49-F238E27FC236}">
                    <a16:creationId xmlns:a16="http://schemas.microsoft.com/office/drawing/2014/main" id="{2EFDC177-D238-FF80-3C62-20926F3D9914}"/>
                  </a:ext>
                </a:extLst>
              </p:cNvPr>
              <p:cNvPicPr/>
              <p:nvPr/>
            </p:nvPicPr>
            <p:blipFill>
              <a:blip r:embed="rId39"/>
              <a:stretch>
                <a:fillRect/>
              </a:stretch>
            </p:blipFill>
            <p:spPr>
              <a:xfrm>
                <a:off x="4214630" y="4330117"/>
                <a:ext cx="2991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1" name="Ink 20">
                <a:extLst>
                  <a:ext uri="{FF2B5EF4-FFF2-40B4-BE49-F238E27FC236}">
                    <a16:creationId xmlns:a16="http://schemas.microsoft.com/office/drawing/2014/main" id="{B7F8E579-9835-58D6-A158-286E1F3DA4C0}"/>
                  </a:ext>
                </a:extLst>
              </p14:cNvPr>
              <p14:cNvContentPartPr/>
              <p14:nvPr/>
            </p14:nvContentPartPr>
            <p14:xfrm>
              <a:off x="4517390" y="4241557"/>
              <a:ext cx="145440" cy="291600"/>
            </p14:xfrm>
          </p:contentPart>
        </mc:Choice>
        <mc:Fallback xmlns="">
          <p:pic>
            <p:nvPicPr>
              <p:cNvPr id="21" name="Ink 20">
                <a:extLst>
                  <a:ext uri="{FF2B5EF4-FFF2-40B4-BE49-F238E27FC236}">
                    <a16:creationId xmlns:a16="http://schemas.microsoft.com/office/drawing/2014/main" id="{B7F8E579-9835-58D6-A158-286E1F3DA4C0}"/>
                  </a:ext>
                </a:extLst>
              </p:cNvPr>
              <p:cNvPicPr/>
              <p:nvPr/>
            </p:nvPicPr>
            <p:blipFill>
              <a:blip r:embed="rId41"/>
              <a:stretch>
                <a:fillRect/>
              </a:stretch>
            </p:blipFill>
            <p:spPr>
              <a:xfrm>
                <a:off x="4499390" y="4223917"/>
                <a:ext cx="18108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2" name="Ink 21">
                <a:extLst>
                  <a:ext uri="{FF2B5EF4-FFF2-40B4-BE49-F238E27FC236}">
                    <a16:creationId xmlns:a16="http://schemas.microsoft.com/office/drawing/2014/main" id="{7CC283F8-A41A-EE75-5551-29D7ED750977}"/>
                  </a:ext>
                </a:extLst>
              </p14:cNvPr>
              <p14:cNvContentPartPr/>
              <p14:nvPr/>
            </p14:nvContentPartPr>
            <p14:xfrm>
              <a:off x="3128510" y="5209957"/>
              <a:ext cx="572040" cy="60840"/>
            </p14:xfrm>
          </p:contentPart>
        </mc:Choice>
        <mc:Fallback xmlns="">
          <p:pic>
            <p:nvPicPr>
              <p:cNvPr id="22" name="Ink 21">
                <a:extLst>
                  <a:ext uri="{FF2B5EF4-FFF2-40B4-BE49-F238E27FC236}">
                    <a16:creationId xmlns:a16="http://schemas.microsoft.com/office/drawing/2014/main" id="{7CC283F8-A41A-EE75-5551-29D7ED750977}"/>
                  </a:ext>
                </a:extLst>
              </p:cNvPr>
              <p:cNvPicPr/>
              <p:nvPr/>
            </p:nvPicPr>
            <p:blipFill>
              <a:blip r:embed="rId43"/>
              <a:stretch>
                <a:fillRect/>
              </a:stretch>
            </p:blipFill>
            <p:spPr>
              <a:xfrm>
                <a:off x="3110870" y="5191957"/>
                <a:ext cx="60768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3" name="Ink 22">
                <a:extLst>
                  <a:ext uri="{FF2B5EF4-FFF2-40B4-BE49-F238E27FC236}">
                    <a16:creationId xmlns:a16="http://schemas.microsoft.com/office/drawing/2014/main" id="{7FFDF521-B590-8E7F-3754-5977B1F50B7F}"/>
                  </a:ext>
                </a:extLst>
              </p14:cNvPr>
              <p14:cNvContentPartPr/>
              <p14:nvPr/>
            </p14:nvContentPartPr>
            <p14:xfrm>
              <a:off x="3231110" y="5208517"/>
              <a:ext cx="315720" cy="90720"/>
            </p14:xfrm>
          </p:contentPart>
        </mc:Choice>
        <mc:Fallback xmlns="">
          <p:pic>
            <p:nvPicPr>
              <p:cNvPr id="23" name="Ink 22">
                <a:extLst>
                  <a:ext uri="{FF2B5EF4-FFF2-40B4-BE49-F238E27FC236}">
                    <a16:creationId xmlns:a16="http://schemas.microsoft.com/office/drawing/2014/main" id="{7FFDF521-B590-8E7F-3754-5977B1F50B7F}"/>
                  </a:ext>
                </a:extLst>
              </p:cNvPr>
              <p:cNvPicPr/>
              <p:nvPr/>
            </p:nvPicPr>
            <p:blipFill>
              <a:blip r:embed="rId45"/>
              <a:stretch>
                <a:fillRect/>
              </a:stretch>
            </p:blipFill>
            <p:spPr>
              <a:xfrm>
                <a:off x="3213110" y="5190517"/>
                <a:ext cx="35136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4" name="Ink 23">
                <a:extLst>
                  <a:ext uri="{FF2B5EF4-FFF2-40B4-BE49-F238E27FC236}">
                    <a16:creationId xmlns:a16="http://schemas.microsoft.com/office/drawing/2014/main" id="{30A0E5DB-1006-B012-4F74-07DB64AE2840}"/>
                  </a:ext>
                </a:extLst>
              </p14:cNvPr>
              <p14:cNvContentPartPr/>
              <p14:nvPr/>
            </p14:nvContentPartPr>
            <p14:xfrm>
              <a:off x="3399230" y="5221117"/>
              <a:ext cx="189360" cy="299520"/>
            </p14:xfrm>
          </p:contentPart>
        </mc:Choice>
        <mc:Fallback xmlns="">
          <p:pic>
            <p:nvPicPr>
              <p:cNvPr id="24" name="Ink 23">
                <a:extLst>
                  <a:ext uri="{FF2B5EF4-FFF2-40B4-BE49-F238E27FC236}">
                    <a16:creationId xmlns:a16="http://schemas.microsoft.com/office/drawing/2014/main" id="{30A0E5DB-1006-B012-4F74-07DB64AE2840}"/>
                  </a:ext>
                </a:extLst>
              </p:cNvPr>
              <p:cNvPicPr/>
              <p:nvPr/>
            </p:nvPicPr>
            <p:blipFill>
              <a:blip r:embed="rId47"/>
              <a:stretch>
                <a:fillRect/>
              </a:stretch>
            </p:blipFill>
            <p:spPr>
              <a:xfrm>
                <a:off x="3381590" y="5203477"/>
                <a:ext cx="22500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5" name="Ink 24">
                <a:extLst>
                  <a:ext uri="{FF2B5EF4-FFF2-40B4-BE49-F238E27FC236}">
                    <a16:creationId xmlns:a16="http://schemas.microsoft.com/office/drawing/2014/main" id="{6B8175DF-014B-28BC-9A6A-5B7CA57316E2}"/>
                  </a:ext>
                </a:extLst>
              </p14:cNvPr>
              <p14:cNvContentPartPr/>
              <p14:nvPr/>
            </p14:nvContentPartPr>
            <p14:xfrm>
              <a:off x="2923310" y="3915037"/>
              <a:ext cx="696240" cy="114840"/>
            </p14:xfrm>
          </p:contentPart>
        </mc:Choice>
        <mc:Fallback xmlns="">
          <p:pic>
            <p:nvPicPr>
              <p:cNvPr id="25" name="Ink 24">
                <a:extLst>
                  <a:ext uri="{FF2B5EF4-FFF2-40B4-BE49-F238E27FC236}">
                    <a16:creationId xmlns:a16="http://schemas.microsoft.com/office/drawing/2014/main" id="{6B8175DF-014B-28BC-9A6A-5B7CA57316E2}"/>
                  </a:ext>
                </a:extLst>
              </p:cNvPr>
              <p:cNvPicPr/>
              <p:nvPr/>
            </p:nvPicPr>
            <p:blipFill>
              <a:blip r:embed="rId49"/>
              <a:stretch>
                <a:fillRect/>
              </a:stretch>
            </p:blipFill>
            <p:spPr>
              <a:xfrm>
                <a:off x="2905670" y="3897397"/>
                <a:ext cx="73188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6" name="Ink 25">
                <a:extLst>
                  <a:ext uri="{FF2B5EF4-FFF2-40B4-BE49-F238E27FC236}">
                    <a16:creationId xmlns:a16="http://schemas.microsoft.com/office/drawing/2014/main" id="{122182E6-1225-0F39-D0C2-D8448C3B012F}"/>
                  </a:ext>
                </a:extLst>
              </p14:cNvPr>
              <p14:cNvContentPartPr/>
              <p14:nvPr/>
            </p14:nvContentPartPr>
            <p14:xfrm>
              <a:off x="2755190" y="2039797"/>
              <a:ext cx="1202040" cy="1005480"/>
            </p14:xfrm>
          </p:contentPart>
        </mc:Choice>
        <mc:Fallback xmlns="">
          <p:pic>
            <p:nvPicPr>
              <p:cNvPr id="26" name="Ink 25">
                <a:extLst>
                  <a:ext uri="{FF2B5EF4-FFF2-40B4-BE49-F238E27FC236}">
                    <a16:creationId xmlns:a16="http://schemas.microsoft.com/office/drawing/2014/main" id="{122182E6-1225-0F39-D0C2-D8448C3B012F}"/>
                  </a:ext>
                </a:extLst>
              </p:cNvPr>
              <p:cNvPicPr/>
              <p:nvPr/>
            </p:nvPicPr>
            <p:blipFill>
              <a:blip r:embed="rId51"/>
              <a:stretch>
                <a:fillRect/>
              </a:stretch>
            </p:blipFill>
            <p:spPr>
              <a:xfrm>
                <a:off x="2737550" y="2022157"/>
                <a:ext cx="1237680" cy="10411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7" name="Ink 26">
                <a:extLst>
                  <a:ext uri="{FF2B5EF4-FFF2-40B4-BE49-F238E27FC236}">
                    <a16:creationId xmlns:a16="http://schemas.microsoft.com/office/drawing/2014/main" id="{1A6B17E4-E55A-358D-DD71-E6C8420D19B8}"/>
                  </a:ext>
                </a:extLst>
              </p14:cNvPr>
              <p14:cNvContentPartPr/>
              <p14:nvPr/>
            </p14:nvContentPartPr>
            <p14:xfrm>
              <a:off x="3741230" y="1995157"/>
              <a:ext cx="291240" cy="240120"/>
            </p14:xfrm>
          </p:contentPart>
        </mc:Choice>
        <mc:Fallback xmlns="">
          <p:pic>
            <p:nvPicPr>
              <p:cNvPr id="27" name="Ink 26">
                <a:extLst>
                  <a:ext uri="{FF2B5EF4-FFF2-40B4-BE49-F238E27FC236}">
                    <a16:creationId xmlns:a16="http://schemas.microsoft.com/office/drawing/2014/main" id="{1A6B17E4-E55A-358D-DD71-E6C8420D19B8}"/>
                  </a:ext>
                </a:extLst>
              </p:cNvPr>
              <p:cNvPicPr/>
              <p:nvPr/>
            </p:nvPicPr>
            <p:blipFill>
              <a:blip r:embed="rId53"/>
              <a:stretch>
                <a:fillRect/>
              </a:stretch>
            </p:blipFill>
            <p:spPr>
              <a:xfrm>
                <a:off x="3723590" y="1977157"/>
                <a:ext cx="32688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EED184DF-E152-3272-548F-D7E4373AD334}"/>
                  </a:ext>
                </a:extLst>
              </p14:cNvPr>
              <p14:cNvContentPartPr/>
              <p14:nvPr/>
            </p14:nvContentPartPr>
            <p14:xfrm>
              <a:off x="3111950" y="1434997"/>
              <a:ext cx="235080" cy="280800"/>
            </p14:xfrm>
          </p:contentPart>
        </mc:Choice>
        <mc:Fallback xmlns="">
          <p:pic>
            <p:nvPicPr>
              <p:cNvPr id="29" name="Ink 28">
                <a:extLst>
                  <a:ext uri="{FF2B5EF4-FFF2-40B4-BE49-F238E27FC236}">
                    <a16:creationId xmlns:a16="http://schemas.microsoft.com/office/drawing/2014/main" id="{EED184DF-E152-3272-548F-D7E4373AD334}"/>
                  </a:ext>
                </a:extLst>
              </p:cNvPr>
              <p:cNvPicPr/>
              <p:nvPr/>
            </p:nvPicPr>
            <p:blipFill>
              <a:blip r:embed="rId55"/>
              <a:stretch>
                <a:fillRect/>
              </a:stretch>
            </p:blipFill>
            <p:spPr>
              <a:xfrm>
                <a:off x="3094310" y="1416997"/>
                <a:ext cx="27072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E99AF74B-5BAC-B061-997A-D92F2D4CAA16}"/>
                  </a:ext>
                </a:extLst>
              </p14:cNvPr>
              <p14:cNvContentPartPr/>
              <p14:nvPr/>
            </p14:nvContentPartPr>
            <p14:xfrm>
              <a:off x="3124550" y="1206037"/>
              <a:ext cx="11160" cy="18360"/>
            </p14:xfrm>
          </p:contentPart>
        </mc:Choice>
        <mc:Fallback xmlns="">
          <p:pic>
            <p:nvPicPr>
              <p:cNvPr id="30" name="Ink 29">
                <a:extLst>
                  <a:ext uri="{FF2B5EF4-FFF2-40B4-BE49-F238E27FC236}">
                    <a16:creationId xmlns:a16="http://schemas.microsoft.com/office/drawing/2014/main" id="{E99AF74B-5BAC-B061-997A-D92F2D4CAA16}"/>
                  </a:ext>
                </a:extLst>
              </p:cNvPr>
              <p:cNvPicPr/>
              <p:nvPr/>
            </p:nvPicPr>
            <p:blipFill>
              <a:blip r:embed="rId57"/>
              <a:stretch>
                <a:fillRect/>
              </a:stretch>
            </p:blipFill>
            <p:spPr>
              <a:xfrm>
                <a:off x="3106550" y="1188397"/>
                <a:ext cx="4680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Ink 30">
                <a:extLst>
                  <a:ext uri="{FF2B5EF4-FFF2-40B4-BE49-F238E27FC236}">
                    <a16:creationId xmlns:a16="http://schemas.microsoft.com/office/drawing/2014/main" id="{D442E24E-C450-E61C-E858-BFE5F4DDD4B0}"/>
                  </a:ext>
                </a:extLst>
              </p14:cNvPr>
              <p14:cNvContentPartPr/>
              <p14:nvPr/>
            </p14:nvContentPartPr>
            <p14:xfrm>
              <a:off x="3396710" y="1545877"/>
              <a:ext cx="158040" cy="228240"/>
            </p14:xfrm>
          </p:contentPart>
        </mc:Choice>
        <mc:Fallback xmlns="">
          <p:pic>
            <p:nvPicPr>
              <p:cNvPr id="31" name="Ink 30">
                <a:extLst>
                  <a:ext uri="{FF2B5EF4-FFF2-40B4-BE49-F238E27FC236}">
                    <a16:creationId xmlns:a16="http://schemas.microsoft.com/office/drawing/2014/main" id="{D442E24E-C450-E61C-E858-BFE5F4DDD4B0}"/>
                  </a:ext>
                </a:extLst>
              </p:cNvPr>
              <p:cNvPicPr/>
              <p:nvPr/>
            </p:nvPicPr>
            <p:blipFill>
              <a:blip r:embed="rId59"/>
              <a:stretch>
                <a:fillRect/>
              </a:stretch>
            </p:blipFill>
            <p:spPr>
              <a:xfrm>
                <a:off x="3378710" y="1527877"/>
                <a:ext cx="19368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3" name="Ink 32">
                <a:extLst>
                  <a:ext uri="{FF2B5EF4-FFF2-40B4-BE49-F238E27FC236}">
                    <a16:creationId xmlns:a16="http://schemas.microsoft.com/office/drawing/2014/main" id="{AC92CDFA-F474-0C06-AA4C-2593615A866C}"/>
                  </a:ext>
                </a:extLst>
              </p14:cNvPr>
              <p14:cNvContentPartPr/>
              <p14:nvPr/>
            </p14:nvContentPartPr>
            <p14:xfrm>
              <a:off x="4221830" y="1387837"/>
              <a:ext cx="162720" cy="1149480"/>
            </p14:xfrm>
          </p:contentPart>
        </mc:Choice>
        <mc:Fallback xmlns="">
          <p:pic>
            <p:nvPicPr>
              <p:cNvPr id="33" name="Ink 32">
                <a:extLst>
                  <a:ext uri="{FF2B5EF4-FFF2-40B4-BE49-F238E27FC236}">
                    <a16:creationId xmlns:a16="http://schemas.microsoft.com/office/drawing/2014/main" id="{AC92CDFA-F474-0C06-AA4C-2593615A866C}"/>
                  </a:ext>
                </a:extLst>
              </p:cNvPr>
              <p:cNvPicPr/>
              <p:nvPr/>
            </p:nvPicPr>
            <p:blipFill>
              <a:blip r:embed="rId61"/>
              <a:stretch>
                <a:fillRect/>
              </a:stretch>
            </p:blipFill>
            <p:spPr>
              <a:xfrm>
                <a:off x="4203830" y="1369837"/>
                <a:ext cx="198360" cy="1185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4" name="Ink 33">
                <a:extLst>
                  <a:ext uri="{FF2B5EF4-FFF2-40B4-BE49-F238E27FC236}">
                    <a16:creationId xmlns:a16="http://schemas.microsoft.com/office/drawing/2014/main" id="{E703D394-30D9-B8BF-EB89-2974FA52665C}"/>
                  </a:ext>
                </a:extLst>
              </p14:cNvPr>
              <p14:cNvContentPartPr/>
              <p14:nvPr/>
            </p14:nvContentPartPr>
            <p14:xfrm>
              <a:off x="4250630" y="1319797"/>
              <a:ext cx="753480" cy="69840"/>
            </p14:xfrm>
          </p:contentPart>
        </mc:Choice>
        <mc:Fallback xmlns="">
          <p:pic>
            <p:nvPicPr>
              <p:cNvPr id="34" name="Ink 33">
                <a:extLst>
                  <a:ext uri="{FF2B5EF4-FFF2-40B4-BE49-F238E27FC236}">
                    <a16:creationId xmlns:a16="http://schemas.microsoft.com/office/drawing/2014/main" id="{E703D394-30D9-B8BF-EB89-2974FA52665C}"/>
                  </a:ext>
                </a:extLst>
              </p:cNvPr>
              <p:cNvPicPr/>
              <p:nvPr/>
            </p:nvPicPr>
            <p:blipFill>
              <a:blip r:embed="rId63"/>
              <a:stretch>
                <a:fillRect/>
              </a:stretch>
            </p:blipFill>
            <p:spPr>
              <a:xfrm>
                <a:off x="4232990" y="1301797"/>
                <a:ext cx="7891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5" name="Ink 34">
                <a:extLst>
                  <a:ext uri="{FF2B5EF4-FFF2-40B4-BE49-F238E27FC236}">
                    <a16:creationId xmlns:a16="http://schemas.microsoft.com/office/drawing/2014/main" id="{2EE45890-C0C6-8487-081C-1EEE55284C48}"/>
                  </a:ext>
                </a:extLst>
              </p14:cNvPr>
              <p14:cNvContentPartPr/>
              <p14:nvPr/>
            </p14:nvContentPartPr>
            <p14:xfrm>
              <a:off x="5117150" y="1057357"/>
              <a:ext cx="386640" cy="285120"/>
            </p14:xfrm>
          </p:contentPart>
        </mc:Choice>
        <mc:Fallback xmlns="">
          <p:pic>
            <p:nvPicPr>
              <p:cNvPr id="35" name="Ink 34">
                <a:extLst>
                  <a:ext uri="{FF2B5EF4-FFF2-40B4-BE49-F238E27FC236}">
                    <a16:creationId xmlns:a16="http://schemas.microsoft.com/office/drawing/2014/main" id="{2EE45890-C0C6-8487-081C-1EEE55284C48}"/>
                  </a:ext>
                </a:extLst>
              </p:cNvPr>
              <p:cNvPicPr/>
              <p:nvPr/>
            </p:nvPicPr>
            <p:blipFill>
              <a:blip r:embed="rId65"/>
              <a:stretch>
                <a:fillRect/>
              </a:stretch>
            </p:blipFill>
            <p:spPr>
              <a:xfrm>
                <a:off x="5099510" y="1039357"/>
                <a:ext cx="42228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6" name="Ink 35">
                <a:extLst>
                  <a:ext uri="{FF2B5EF4-FFF2-40B4-BE49-F238E27FC236}">
                    <a16:creationId xmlns:a16="http://schemas.microsoft.com/office/drawing/2014/main" id="{BADA51E7-3499-93C4-C871-B78A281F802A}"/>
                  </a:ext>
                </a:extLst>
              </p14:cNvPr>
              <p14:cNvContentPartPr/>
              <p14:nvPr/>
            </p14:nvContentPartPr>
            <p14:xfrm>
              <a:off x="5550230" y="1168237"/>
              <a:ext cx="1184400" cy="57960"/>
            </p14:xfrm>
          </p:contentPart>
        </mc:Choice>
        <mc:Fallback xmlns="">
          <p:pic>
            <p:nvPicPr>
              <p:cNvPr id="36" name="Ink 35">
                <a:extLst>
                  <a:ext uri="{FF2B5EF4-FFF2-40B4-BE49-F238E27FC236}">
                    <a16:creationId xmlns:a16="http://schemas.microsoft.com/office/drawing/2014/main" id="{BADA51E7-3499-93C4-C871-B78A281F802A}"/>
                  </a:ext>
                </a:extLst>
              </p:cNvPr>
              <p:cNvPicPr/>
              <p:nvPr/>
            </p:nvPicPr>
            <p:blipFill>
              <a:blip r:embed="rId67"/>
              <a:stretch>
                <a:fillRect/>
              </a:stretch>
            </p:blipFill>
            <p:spPr>
              <a:xfrm>
                <a:off x="5532590" y="1150237"/>
                <a:ext cx="122004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7" name="Ink 36">
                <a:extLst>
                  <a:ext uri="{FF2B5EF4-FFF2-40B4-BE49-F238E27FC236}">
                    <a16:creationId xmlns:a16="http://schemas.microsoft.com/office/drawing/2014/main" id="{DF6335B9-0C57-C0F2-828C-F3BCD062BC0B}"/>
                  </a:ext>
                </a:extLst>
              </p14:cNvPr>
              <p14:cNvContentPartPr/>
              <p14:nvPr/>
            </p14:nvContentPartPr>
            <p14:xfrm>
              <a:off x="6811310" y="1157797"/>
              <a:ext cx="92520" cy="1526400"/>
            </p14:xfrm>
          </p:contentPart>
        </mc:Choice>
        <mc:Fallback xmlns="">
          <p:pic>
            <p:nvPicPr>
              <p:cNvPr id="37" name="Ink 36">
                <a:extLst>
                  <a:ext uri="{FF2B5EF4-FFF2-40B4-BE49-F238E27FC236}">
                    <a16:creationId xmlns:a16="http://schemas.microsoft.com/office/drawing/2014/main" id="{DF6335B9-0C57-C0F2-828C-F3BCD062BC0B}"/>
                  </a:ext>
                </a:extLst>
              </p:cNvPr>
              <p:cNvPicPr/>
              <p:nvPr/>
            </p:nvPicPr>
            <p:blipFill>
              <a:blip r:embed="rId69"/>
              <a:stretch>
                <a:fillRect/>
              </a:stretch>
            </p:blipFill>
            <p:spPr>
              <a:xfrm>
                <a:off x="6793310" y="1140157"/>
                <a:ext cx="128160" cy="1562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8" name="Ink 37">
                <a:extLst>
                  <a:ext uri="{FF2B5EF4-FFF2-40B4-BE49-F238E27FC236}">
                    <a16:creationId xmlns:a16="http://schemas.microsoft.com/office/drawing/2014/main" id="{15C85513-289B-464F-EDBB-E23321C3F095}"/>
                  </a:ext>
                </a:extLst>
              </p14:cNvPr>
              <p14:cNvContentPartPr/>
              <p14:nvPr/>
            </p14:nvContentPartPr>
            <p14:xfrm>
              <a:off x="6477590" y="2690677"/>
              <a:ext cx="1378440" cy="38880"/>
            </p14:xfrm>
          </p:contentPart>
        </mc:Choice>
        <mc:Fallback xmlns="">
          <p:pic>
            <p:nvPicPr>
              <p:cNvPr id="38" name="Ink 37">
                <a:extLst>
                  <a:ext uri="{FF2B5EF4-FFF2-40B4-BE49-F238E27FC236}">
                    <a16:creationId xmlns:a16="http://schemas.microsoft.com/office/drawing/2014/main" id="{15C85513-289B-464F-EDBB-E23321C3F095}"/>
                  </a:ext>
                </a:extLst>
              </p:cNvPr>
              <p:cNvPicPr/>
              <p:nvPr/>
            </p:nvPicPr>
            <p:blipFill>
              <a:blip r:embed="rId71"/>
              <a:stretch>
                <a:fillRect/>
              </a:stretch>
            </p:blipFill>
            <p:spPr>
              <a:xfrm>
                <a:off x="6459950" y="2673037"/>
                <a:ext cx="141408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9" name="Ink 38">
                <a:extLst>
                  <a:ext uri="{FF2B5EF4-FFF2-40B4-BE49-F238E27FC236}">
                    <a16:creationId xmlns:a16="http://schemas.microsoft.com/office/drawing/2014/main" id="{F53BC4B4-940B-6D6C-50EB-889607DB6686}"/>
                  </a:ext>
                </a:extLst>
              </p14:cNvPr>
              <p14:cNvContentPartPr/>
              <p14:nvPr/>
            </p14:nvContentPartPr>
            <p14:xfrm>
              <a:off x="7780790" y="2642077"/>
              <a:ext cx="117000" cy="117720"/>
            </p14:xfrm>
          </p:contentPart>
        </mc:Choice>
        <mc:Fallback xmlns="">
          <p:pic>
            <p:nvPicPr>
              <p:cNvPr id="39" name="Ink 38">
                <a:extLst>
                  <a:ext uri="{FF2B5EF4-FFF2-40B4-BE49-F238E27FC236}">
                    <a16:creationId xmlns:a16="http://schemas.microsoft.com/office/drawing/2014/main" id="{F53BC4B4-940B-6D6C-50EB-889607DB6686}"/>
                  </a:ext>
                </a:extLst>
              </p:cNvPr>
              <p:cNvPicPr/>
              <p:nvPr/>
            </p:nvPicPr>
            <p:blipFill>
              <a:blip r:embed="rId73"/>
              <a:stretch>
                <a:fillRect/>
              </a:stretch>
            </p:blipFill>
            <p:spPr>
              <a:xfrm>
                <a:off x="7763150" y="2624077"/>
                <a:ext cx="1526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C21F6CA3-A9D2-50D3-2932-EA7C9100F023}"/>
                  </a:ext>
                </a:extLst>
              </p14:cNvPr>
              <p14:cNvContentPartPr/>
              <p14:nvPr/>
            </p14:nvContentPartPr>
            <p14:xfrm>
              <a:off x="4189070" y="1382077"/>
              <a:ext cx="85680" cy="77040"/>
            </p14:xfrm>
          </p:contentPart>
        </mc:Choice>
        <mc:Fallback xmlns="">
          <p:pic>
            <p:nvPicPr>
              <p:cNvPr id="47" name="Ink 46">
                <a:extLst>
                  <a:ext uri="{FF2B5EF4-FFF2-40B4-BE49-F238E27FC236}">
                    <a16:creationId xmlns:a16="http://schemas.microsoft.com/office/drawing/2014/main" id="{C21F6CA3-A9D2-50D3-2932-EA7C9100F023}"/>
                  </a:ext>
                </a:extLst>
              </p:cNvPr>
              <p:cNvPicPr/>
              <p:nvPr/>
            </p:nvPicPr>
            <p:blipFill>
              <a:blip r:embed="rId75"/>
              <a:stretch>
                <a:fillRect/>
              </a:stretch>
            </p:blipFill>
            <p:spPr>
              <a:xfrm>
                <a:off x="4171430" y="1364437"/>
                <a:ext cx="1213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E6D424C0-BE56-62F5-89CC-79E3A96BB03B}"/>
                  </a:ext>
                </a:extLst>
              </p14:cNvPr>
              <p14:cNvContentPartPr/>
              <p14:nvPr/>
            </p14:nvContentPartPr>
            <p14:xfrm>
              <a:off x="5847590" y="4328317"/>
              <a:ext cx="277920" cy="318960"/>
            </p14:xfrm>
          </p:contentPart>
        </mc:Choice>
        <mc:Fallback xmlns="">
          <p:pic>
            <p:nvPicPr>
              <p:cNvPr id="48" name="Ink 47">
                <a:extLst>
                  <a:ext uri="{FF2B5EF4-FFF2-40B4-BE49-F238E27FC236}">
                    <a16:creationId xmlns:a16="http://schemas.microsoft.com/office/drawing/2014/main" id="{E6D424C0-BE56-62F5-89CC-79E3A96BB03B}"/>
                  </a:ext>
                </a:extLst>
              </p:cNvPr>
              <p:cNvPicPr/>
              <p:nvPr/>
            </p:nvPicPr>
            <p:blipFill>
              <a:blip r:embed="rId77"/>
              <a:stretch>
                <a:fillRect/>
              </a:stretch>
            </p:blipFill>
            <p:spPr>
              <a:xfrm>
                <a:off x="5829950" y="4310317"/>
                <a:ext cx="31356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841B9A54-6DEE-0A82-D3EA-488248398424}"/>
                  </a:ext>
                </a:extLst>
              </p14:cNvPr>
              <p14:cNvContentPartPr/>
              <p14:nvPr/>
            </p14:nvContentPartPr>
            <p14:xfrm>
              <a:off x="6263750" y="4544317"/>
              <a:ext cx="128520" cy="155520"/>
            </p14:xfrm>
          </p:contentPart>
        </mc:Choice>
        <mc:Fallback xmlns="">
          <p:pic>
            <p:nvPicPr>
              <p:cNvPr id="49" name="Ink 48">
                <a:extLst>
                  <a:ext uri="{FF2B5EF4-FFF2-40B4-BE49-F238E27FC236}">
                    <a16:creationId xmlns:a16="http://schemas.microsoft.com/office/drawing/2014/main" id="{841B9A54-6DEE-0A82-D3EA-488248398424}"/>
                  </a:ext>
                </a:extLst>
              </p:cNvPr>
              <p:cNvPicPr/>
              <p:nvPr/>
            </p:nvPicPr>
            <p:blipFill>
              <a:blip r:embed="rId79"/>
              <a:stretch>
                <a:fillRect/>
              </a:stretch>
            </p:blipFill>
            <p:spPr>
              <a:xfrm>
                <a:off x="6245750" y="4526317"/>
                <a:ext cx="16416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C01CB85F-1819-6BF3-814A-89C25434F0C0}"/>
                  </a:ext>
                </a:extLst>
              </p14:cNvPr>
              <p14:cNvContentPartPr/>
              <p14:nvPr/>
            </p14:nvContentPartPr>
            <p14:xfrm>
              <a:off x="6495590" y="4512637"/>
              <a:ext cx="146880" cy="125280"/>
            </p14:xfrm>
          </p:contentPart>
        </mc:Choice>
        <mc:Fallback xmlns="">
          <p:pic>
            <p:nvPicPr>
              <p:cNvPr id="50" name="Ink 49">
                <a:extLst>
                  <a:ext uri="{FF2B5EF4-FFF2-40B4-BE49-F238E27FC236}">
                    <a16:creationId xmlns:a16="http://schemas.microsoft.com/office/drawing/2014/main" id="{C01CB85F-1819-6BF3-814A-89C25434F0C0}"/>
                  </a:ext>
                </a:extLst>
              </p:cNvPr>
              <p:cNvPicPr/>
              <p:nvPr/>
            </p:nvPicPr>
            <p:blipFill>
              <a:blip r:embed="rId81"/>
              <a:stretch>
                <a:fillRect/>
              </a:stretch>
            </p:blipFill>
            <p:spPr>
              <a:xfrm>
                <a:off x="6477950" y="4494997"/>
                <a:ext cx="18252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CA052096-2AB4-47B9-A472-6EF995122C17}"/>
                  </a:ext>
                </a:extLst>
              </p14:cNvPr>
              <p14:cNvContentPartPr/>
              <p14:nvPr/>
            </p14:nvContentPartPr>
            <p14:xfrm>
              <a:off x="6738590" y="4416517"/>
              <a:ext cx="62280" cy="287640"/>
            </p14:xfrm>
          </p:contentPart>
        </mc:Choice>
        <mc:Fallback xmlns="">
          <p:pic>
            <p:nvPicPr>
              <p:cNvPr id="51" name="Ink 50">
                <a:extLst>
                  <a:ext uri="{FF2B5EF4-FFF2-40B4-BE49-F238E27FC236}">
                    <a16:creationId xmlns:a16="http://schemas.microsoft.com/office/drawing/2014/main" id="{CA052096-2AB4-47B9-A472-6EF995122C17}"/>
                  </a:ext>
                </a:extLst>
              </p:cNvPr>
              <p:cNvPicPr/>
              <p:nvPr/>
            </p:nvPicPr>
            <p:blipFill>
              <a:blip r:embed="rId83"/>
              <a:stretch>
                <a:fillRect/>
              </a:stretch>
            </p:blipFill>
            <p:spPr>
              <a:xfrm>
                <a:off x="6720950" y="4398517"/>
                <a:ext cx="9792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226ECE9F-8966-5FC7-0129-9DAC8A048247}"/>
                  </a:ext>
                </a:extLst>
              </p14:cNvPr>
              <p14:cNvContentPartPr/>
              <p14:nvPr/>
            </p14:nvContentPartPr>
            <p14:xfrm>
              <a:off x="6727790" y="4580677"/>
              <a:ext cx="130320" cy="37080"/>
            </p14:xfrm>
          </p:contentPart>
        </mc:Choice>
        <mc:Fallback xmlns="">
          <p:pic>
            <p:nvPicPr>
              <p:cNvPr id="52" name="Ink 51">
                <a:extLst>
                  <a:ext uri="{FF2B5EF4-FFF2-40B4-BE49-F238E27FC236}">
                    <a16:creationId xmlns:a16="http://schemas.microsoft.com/office/drawing/2014/main" id="{226ECE9F-8966-5FC7-0129-9DAC8A048247}"/>
                  </a:ext>
                </a:extLst>
              </p:cNvPr>
              <p:cNvPicPr/>
              <p:nvPr/>
            </p:nvPicPr>
            <p:blipFill>
              <a:blip r:embed="rId85"/>
              <a:stretch>
                <a:fillRect/>
              </a:stretch>
            </p:blipFill>
            <p:spPr>
              <a:xfrm>
                <a:off x="6709790" y="4562677"/>
                <a:ext cx="16596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1" name="Ink 60">
                <a:extLst>
                  <a:ext uri="{FF2B5EF4-FFF2-40B4-BE49-F238E27FC236}">
                    <a16:creationId xmlns:a16="http://schemas.microsoft.com/office/drawing/2014/main" id="{8C2FA670-E98F-2912-45AE-34B9207ED338}"/>
                  </a:ext>
                </a:extLst>
              </p14:cNvPr>
              <p14:cNvContentPartPr/>
              <p14:nvPr/>
            </p14:nvContentPartPr>
            <p14:xfrm>
              <a:off x="5156390" y="4788757"/>
              <a:ext cx="3759120" cy="264600"/>
            </p14:xfrm>
          </p:contentPart>
        </mc:Choice>
        <mc:Fallback xmlns="">
          <p:pic>
            <p:nvPicPr>
              <p:cNvPr id="61" name="Ink 60">
                <a:extLst>
                  <a:ext uri="{FF2B5EF4-FFF2-40B4-BE49-F238E27FC236}">
                    <a16:creationId xmlns:a16="http://schemas.microsoft.com/office/drawing/2014/main" id="{8C2FA670-E98F-2912-45AE-34B9207ED338}"/>
                  </a:ext>
                </a:extLst>
              </p:cNvPr>
              <p:cNvPicPr/>
              <p:nvPr/>
            </p:nvPicPr>
            <p:blipFill>
              <a:blip r:embed="rId87"/>
              <a:stretch>
                <a:fillRect/>
              </a:stretch>
            </p:blipFill>
            <p:spPr>
              <a:xfrm>
                <a:off x="5138750" y="4770757"/>
                <a:ext cx="379476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6" name="Ink 65">
                <a:extLst>
                  <a:ext uri="{FF2B5EF4-FFF2-40B4-BE49-F238E27FC236}">
                    <a16:creationId xmlns:a16="http://schemas.microsoft.com/office/drawing/2014/main" id="{7B06C5AA-DF6A-FCA4-22E3-56AB295DB986}"/>
                  </a:ext>
                </a:extLst>
              </p14:cNvPr>
              <p14:cNvContentPartPr/>
              <p14:nvPr/>
            </p14:nvContentPartPr>
            <p14:xfrm>
              <a:off x="5201030" y="727597"/>
              <a:ext cx="120960" cy="270000"/>
            </p14:xfrm>
          </p:contentPart>
        </mc:Choice>
        <mc:Fallback xmlns="">
          <p:pic>
            <p:nvPicPr>
              <p:cNvPr id="66" name="Ink 65">
                <a:extLst>
                  <a:ext uri="{FF2B5EF4-FFF2-40B4-BE49-F238E27FC236}">
                    <a16:creationId xmlns:a16="http://schemas.microsoft.com/office/drawing/2014/main" id="{7B06C5AA-DF6A-FCA4-22E3-56AB295DB986}"/>
                  </a:ext>
                </a:extLst>
              </p:cNvPr>
              <p:cNvPicPr/>
              <p:nvPr/>
            </p:nvPicPr>
            <p:blipFill>
              <a:blip r:embed="rId89"/>
              <a:stretch>
                <a:fillRect/>
              </a:stretch>
            </p:blipFill>
            <p:spPr>
              <a:xfrm>
                <a:off x="5183390" y="709597"/>
                <a:ext cx="15660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7" name="Ink 66">
                <a:extLst>
                  <a:ext uri="{FF2B5EF4-FFF2-40B4-BE49-F238E27FC236}">
                    <a16:creationId xmlns:a16="http://schemas.microsoft.com/office/drawing/2014/main" id="{209FEFD7-C0AA-6618-7696-DEA3827847DC}"/>
                  </a:ext>
                </a:extLst>
              </p14:cNvPr>
              <p14:cNvContentPartPr/>
              <p14:nvPr/>
            </p14:nvContentPartPr>
            <p14:xfrm>
              <a:off x="5238110" y="710677"/>
              <a:ext cx="207000" cy="186480"/>
            </p14:xfrm>
          </p:contentPart>
        </mc:Choice>
        <mc:Fallback xmlns="">
          <p:pic>
            <p:nvPicPr>
              <p:cNvPr id="67" name="Ink 66">
                <a:extLst>
                  <a:ext uri="{FF2B5EF4-FFF2-40B4-BE49-F238E27FC236}">
                    <a16:creationId xmlns:a16="http://schemas.microsoft.com/office/drawing/2014/main" id="{209FEFD7-C0AA-6618-7696-DEA3827847DC}"/>
                  </a:ext>
                </a:extLst>
              </p:cNvPr>
              <p:cNvPicPr/>
              <p:nvPr/>
            </p:nvPicPr>
            <p:blipFill>
              <a:blip r:embed="rId91"/>
              <a:stretch>
                <a:fillRect/>
              </a:stretch>
            </p:blipFill>
            <p:spPr>
              <a:xfrm>
                <a:off x="5220110" y="692677"/>
                <a:ext cx="24264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8" name="Ink 67">
                <a:extLst>
                  <a:ext uri="{FF2B5EF4-FFF2-40B4-BE49-F238E27FC236}">
                    <a16:creationId xmlns:a16="http://schemas.microsoft.com/office/drawing/2014/main" id="{929DB5D6-C6BE-AC70-1088-BDE5EAC806BC}"/>
                  </a:ext>
                </a:extLst>
              </p14:cNvPr>
              <p14:cNvContentPartPr/>
              <p14:nvPr/>
            </p14:nvContentPartPr>
            <p14:xfrm>
              <a:off x="5515670" y="755677"/>
              <a:ext cx="85320" cy="204120"/>
            </p14:xfrm>
          </p:contentPart>
        </mc:Choice>
        <mc:Fallback xmlns="">
          <p:pic>
            <p:nvPicPr>
              <p:cNvPr id="68" name="Ink 67">
                <a:extLst>
                  <a:ext uri="{FF2B5EF4-FFF2-40B4-BE49-F238E27FC236}">
                    <a16:creationId xmlns:a16="http://schemas.microsoft.com/office/drawing/2014/main" id="{929DB5D6-C6BE-AC70-1088-BDE5EAC806BC}"/>
                  </a:ext>
                </a:extLst>
              </p:cNvPr>
              <p:cNvPicPr/>
              <p:nvPr/>
            </p:nvPicPr>
            <p:blipFill>
              <a:blip r:embed="rId93"/>
              <a:stretch>
                <a:fillRect/>
              </a:stretch>
            </p:blipFill>
            <p:spPr>
              <a:xfrm>
                <a:off x="5498030" y="738037"/>
                <a:ext cx="12096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9" name="Ink 68">
                <a:extLst>
                  <a:ext uri="{FF2B5EF4-FFF2-40B4-BE49-F238E27FC236}">
                    <a16:creationId xmlns:a16="http://schemas.microsoft.com/office/drawing/2014/main" id="{807A24B3-388E-F4CA-B745-2ADC3A4C749D}"/>
                  </a:ext>
                </a:extLst>
              </p14:cNvPr>
              <p14:cNvContentPartPr/>
              <p14:nvPr/>
            </p14:nvContentPartPr>
            <p14:xfrm>
              <a:off x="5544470" y="839197"/>
              <a:ext cx="153360" cy="64800"/>
            </p14:xfrm>
          </p:contentPart>
        </mc:Choice>
        <mc:Fallback xmlns="">
          <p:pic>
            <p:nvPicPr>
              <p:cNvPr id="69" name="Ink 68">
                <a:extLst>
                  <a:ext uri="{FF2B5EF4-FFF2-40B4-BE49-F238E27FC236}">
                    <a16:creationId xmlns:a16="http://schemas.microsoft.com/office/drawing/2014/main" id="{807A24B3-388E-F4CA-B745-2ADC3A4C749D}"/>
                  </a:ext>
                </a:extLst>
              </p:cNvPr>
              <p:cNvPicPr/>
              <p:nvPr/>
            </p:nvPicPr>
            <p:blipFill>
              <a:blip r:embed="rId95"/>
              <a:stretch>
                <a:fillRect/>
              </a:stretch>
            </p:blipFill>
            <p:spPr>
              <a:xfrm>
                <a:off x="5526830" y="821197"/>
                <a:ext cx="18900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1" name="Ink 70">
                <a:extLst>
                  <a:ext uri="{FF2B5EF4-FFF2-40B4-BE49-F238E27FC236}">
                    <a16:creationId xmlns:a16="http://schemas.microsoft.com/office/drawing/2014/main" id="{3BE357CE-E412-5600-9456-9B15527CB9C5}"/>
                  </a:ext>
                </a:extLst>
              </p14:cNvPr>
              <p14:cNvContentPartPr/>
              <p14:nvPr/>
            </p14:nvContentPartPr>
            <p14:xfrm>
              <a:off x="9087230" y="4752397"/>
              <a:ext cx="78840" cy="25920"/>
            </p14:xfrm>
          </p:contentPart>
        </mc:Choice>
        <mc:Fallback xmlns="">
          <p:pic>
            <p:nvPicPr>
              <p:cNvPr id="71" name="Ink 70">
                <a:extLst>
                  <a:ext uri="{FF2B5EF4-FFF2-40B4-BE49-F238E27FC236}">
                    <a16:creationId xmlns:a16="http://schemas.microsoft.com/office/drawing/2014/main" id="{3BE357CE-E412-5600-9456-9B15527CB9C5}"/>
                  </a:ext>
                </a:extLst>
              </p:cNvPr>
              <p:cNvPicPr/>
              <p:nvPr/>
            </p:nvPicPr>
            <p:blipFill>
              <a:blip r:embed="rId97"/>
              <a:stretch>
                <a:fillRect/>
              </a:stretch>
            </p:blipFill>
            <p:spPr>
              <a:xfrm>
                <a:off x="9069230" y="4734397"/>
                <a:ext cx="1144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2" name="Ink 71">
                <a:extLst>
                  <a:ext uri="{FF2B5EF4-FFF2-40B4-BE49-F238E27FC236}">
                    <a16:creationId xmlns:a16="http://schemas.microsoft.com/office/drawing/2014/main" id="{4E07A409-572F-D545-6DFA-15367AC7C890}"/>
                  </a:ext>
                </a:extLst>
              </p14:cNvPr>
              <p14:cNvContentPartPr/>
              <p14:nvPr/>
            </p14:nvContentPartPr>
            <p14:xfrm>
              <a:off x="9151670" y="4816117"/>
              <a:ext cx="84960" cy="34200"/>
            </p14:xfrm>
          </p:contentPart>
        </mc:Choice>
        <mc:Fallback xmlns="">
          <p:pic>
            <p:nvPicPr>
              <p:cNvPr id="72" name="Ink 71">
                <a:extLst>
                  <a:ext uri="{FF2B5EF4-FFF2-40B4-BE49-F238E27FC236}">
                    <a16:creationId xmlns:a16="http://schemas.microsoft.com/office/drawing/2014/main" id="{4E07A409-572F-D545-6DFA-15367AC7C890}"/>
                  </a:ext>
                </a:extLst>
              </p:cNvPr>
              <p:cNvPicPr/>
              <p:nvPr/>
            </p:nvPicPr>
            <p:blipFill>
              <a:blip r:embed="rId99"/>
              <a:stretch>
                <a:fillRect/>
              </a:stretch>
            </p:blipFill>
            <p:spPr>
              <a:xfrm>
                <a:off x="9133670" y="4798477"/>
                <a:ext cx="12060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4" name="Ink 73">
                <a:extLst>
                  <a:ext uri="{FF2B5EF4-FFF2-40B4-BE49-F238E27FC236}">
                    <a16:creationId xmlns:a16="http://schemas.microsoft.com/office/drawing/2014/main" id="{32D983BE-8254-12F3-601A-E0B0476409DD}"/>
                  </a:ext>
                </a:extLst>
              </p14:cNvPr>
              <p14:cNvContentPartPr/>
              <p14:nvPr/>
            </p14:nvContentPartPr>
            <p14:xfrm>
              <a:off x="4980350" y="4502557"/>
              <a:ext cx="261000" cy="311400"/>
            </p14:xfrm>
          </p:contentPart>
        </mc:Choice>
        <mc:Fallback xmlns="">
          <p:pic>
            <p:nvPicPr>
              <p:cNvPr id="74" name="Ink 73">
                <a:extLst>
                  <a:ext uri="{FF2B5EF4-FFF2-40B4-BE49-F238E27FC236}">
                    <a16:creationId xmlns:a16="http://schemas.microsoft.com/office/drawing/2014/main" id="{32D983BE-8254-12F3-601A-E0B0476409DD}"/>
                  </a:ext>
                </a:extLst>
              </p:cNvPr>
              <p:cNvPicPr/>
              <p:nvPr/>
            </p:nvPicPr>
            <p:blipFill>
              <a:blip r:embed="rId101"/>
              <a:stretch>
                <a:fillRect/>
              </a:stretch>
            </p:blipFill>
            <p:spPr>
              <a:xfrm>
                <a:off x="4962710" y="4484917"/>
                <a:ext cx="29664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5" name="Ink 74">
                <a:extLst>
                  <a:ext uri="{FF2B5EF4-FFF2-40B4-BE49-F238E27FC236}">
                    <a16:creationId xmlns:a16="http://schemas.microsoft.com/office/drawing/2014/main" id="{0F84B26D-C7D8-860F-0294-F69E28DC5686}"/>
                  </a:ext>
                </a:extLst>
              </p14:cNvPr>
              <p14:cNvContentPartPr/>
              <p14:nvPr/>
            </p14:nvContentPartPr>
            <p14:xfrm>
              <a:off x="5317310" y="4592917"/>
              <a:ext cx="12600" cy="179280"/>
            </p14:xfrm>
          </p:contentPart>
        </mc:Choice>
        <mc:Fallback xmlns="">
          <p:pic>
            <p:nvPicPr>
              <p:cNvPr id="75" name="Ink 74">
                <a:extLst>
                  <a:ext uri="{FF2B5EF4-FFF2-40B4-BE49-F238E27FC236}">
                    <a16:creationId xmlns:a16="http://schemas.microsoft.com/office/drawing/2014/main" id="{0F84B26D-C7D8-860F-0294-F69E28DC5686}"/>
                  </a:ext>
                </a:extLst>
              </p:cNvPr>
              <p:cNvPicPr/>
              <p:nvPr/>
            </p:nvPicPr>
            <p:blipFill>
              <a:blip r:embed="rId103"/>
              <a:stretch>
                <a:fillRect/>
              </a:stretch>
            </p:blipFill>
            <p:spPr>
              <a:xfrm>
                <a:off x="5299310" y="4575277"/>
                <a:ext cx="4824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6" name="Ink 75">
                <a:extLst>
                  <a:ext uri="{FF2B5EF4-FFF2-40B4-BE49-F238E27FC236}">
                    <a16:creationId xmlns:a16="http://schemas.microsoft.com/office/drawing/2014/main" id="{E4A988DD-CA64-3AA3-9862-49A4B9E30DDA}"/>
                  </a:ext>
                </a:extLst>
              </p14:cNvPr>
              <p14:cNvContentPartPr/>
              <p14:nvPr/>
            </p14:nvContentPartPr>
            <p14:xfrm>
              <a:off x="5333150" y="4493557"/>
              <a:ext cx="137880" cy="207360"/>
            </p14:xfrm>
          </p:contentPart>
        </mc:Choice>
        <mc:Fallback xmlns="">
          <p:pic>
            <p:nvPicPr>
              <p:cNvPr id="76" name="Ink 75">
                <a:extLst>
                  <a:ext uri="{FF2B5EF4-FFF2-40B4-BE49-F238E27FC236}">
                    <a16:creationId xmlns:a16="http://schemas.microsoft.com/office/drawing/2014/main" id="{E4A988DD-CA64-3AA3-9862-49A4B9E30DDA}"/>
                  </a:ext>
                </a:extLst>
              </p:cNvPr>
              <p:cNvPicPr/>
              <p:nvPr/>
            </p:nvPicPr>
            <p:blipFill>
              <a:blip r:embed="rId105"/>
              <a:stretch>
                <a:fillRect/>
              </a:stretch>
            </p:blipFill>
            <p:spPr>
              <a:xfrm>
                <a:off x="5315150" y="4475917"/>
                <a:ext cx="17352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7" name="Ink 76">
                <a:extLst>
                  <a:ext uri="{FF2B5EF4-FFF2-40B4-BE49-F238E27FC236}">
                    <a16:creationId xmlns:a16="http://schemas.microsoft.com/office/drawing/2014/main" id="{CEAFB712-685F-2262-AFD3-3C69313412CC}"/>
                  </a:ext>
                </a:extLst>
              </p14:cNvPr>
              <p14:cNvContentPartPr/>
              <p14:nvPr/>
            </p14:nvContentPartPr>
            <p14:xfrm>
              <a:off x="5508110" y="4516237"/>
              <a:ext cx="86400" cy="158760"/>
            </p14:xfrm>
          </p:contentPart>
        </mc:Choice>
        <mc:Fallback xmlns="">
          <p:pic>
            <p:nvPicPr>
              <p:cNvPr id="77" name="Ink 76">
                <a:extLst>
                  <a:ext uri="{FF2B5EF4-FFF2-40B4-BE49-F238E27FC236}">
                    <a16:creationId xmlns:a16="http://schemas.microsoft.com/office/drawing/2014/main" id="{CEAFB712-685F-2262-AFD3-3C69313412CC}"/>
                  </a:ext>
                </a:extLst>
              </p:cNvPr>
              <p:cNvPicPr/>
              <p:nvPr/>
            </p:nvPicPr>
            <p:blipFill>
              <a:blip r:embed="rId107"/>
              <a:stretch>
                <a:fillRect/>
              </a:stretch>
            </p:blipFill>
            <p:spPr>
              <a:xfrm>
                <a:off x="5490470" y="4498237"/>
                <a:ext cx="12204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8" name="Ink 77">
                <a:extLst>
                  <a:ext uri="{FF2B5EF4-FFF2-40B4-BE49-F238E27FC236}">
                    <a16:creationId xmlns:a16="http://schemas.microsoft.com/office/drawing/2014/main" id="{DA179D17-D55D-7E29-6AE6-3250DF7D557B}"/>
                  </a:ext>
                </a:extLst>
              </p14:cNvPr>
              <p14:cNvContentPartPr/>
              <p14:nvPr/>
            </p14:nvContentPartPr>
            <p14:xfrm>
              <a:off x="5539070" y="4510477"/>
              <a:ext cx="144000" cy="223200"/>
            </p14:xfrm>
          </p:contentPart>
        </mc:Choice>
        <mc:Fallback xmlns="">
          <p:pic>
            <p:nvPicPr>
              <p:cNvPr id="78" name="Ink 77">
                <a:extLst>
                  <a:ext uri="{FF2B5EF4-FFF2-40B4-BE49-F238E27FC236}">
                    <a16:creationId xmlns:a16="http://schemas.microsoft.com/office/drawing/2014/main" id="{DA179D17-D55D-7E29-6AE6-3250DF7D557B}"/>
                  </a:ext>
                </a:extLst>
              </p:cNvPr>
              <p:cNvPicPr/>
              <p:nvPr/>
            </p:nvPicPr>
            <p:blipFill>
              <a:blip r:embed="rId109"/>
              <a:stretch>
                <a:fillRect/>
              </a:stretch>
            </p:blipFill>
            <p:spPr>
              <a:xfrm>
                <a:off x="5521430" y="4492477"/>
                <a:ext cx="17964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9" name="Ink 78">
                <a:extLst>
                  <a:ext uri="{FF2B5EF4-FFF2-40B4-BE49-F238E27FC236}">
                    <a16:creationId xmlns:a16="http://schemas.microsoft.com/office/drawing/2014/main" id="{16FC3AD7-B2EC-9A46-F69F-DE4BE7B6F0B1}"/>
                  </a:ext>
                </a:extLst>
              </p14:cNvPr>
              <p14:cNvContentPartPr/>
              <p14:nvPr/>
            </p14:nvContentPartPr>
            <p14:xfrm>
              <a:off x="5795390" y="4538557"/>
              <a:ext cx="92520" cy="47880"/>
            </p14:xfrm>
          </p:contentPart>
        </mc:Choice>
        <mc:Fallback xmlns="">
          <p:pic>
            <p:nvPicPr>
              <p:cNvPr id="79" name="Ink 78">
                <a:extLst>
                  <a:ext uri="{FF2B5EF4-FFF2-40B4-BE49-F238E27FC236}">
                    <a16:creationId xmlns:a16="http://schemas.microsoft.com/office/drawing/2014/main" id="{16FC3AD7-B2EC-9A46-F69F-DE4BE7B6F0B1}"/>
                  </a:ext>
                </a:extLst>
              </p:cNvPr>
              <p:cNvPicPr/>
              <p:nvPr/>
            </p:nvPicPr>
            <p:blipFill>
              <a:blip r:embed="rId111"/>
              <a:stretch>
                <a:fillRect/>
              </a:stretch>
            </p:blipFill>
            <p:spPr>
              <a:xfrm>
                <a:off x="5777750" y="4520557"/>
                <a:ext cx="128160" cy="83520"/>
              </a:xfrm>
              <a:prstGeom prst="rect">
                <a:avLst/>
              </a:prstGeom>
            </p:spPr>
          </p:pic>
        </mc:Fallback>
      </mc:AlternateContent>
      <p:grpSp>
        <p:nvGrpSpPr>
          <p:cNvPr id="84" name="Group 83">
            <a:extLst>
              <a:ext uri="{FF2B5EF4-FFF2-40B4-BE49-F238E27FC236}">
                <a16:creationId xmlns:a16="http://schemas.microsoft.com/office/drawing/2014/main" id="{0461D976-6E8F-F551-688E-45969A1B6ECE}"/>
              </a:ext>
            </a:extLst>
          </p:cNvPr>
          <p:cNvGrpSpPr/>
          <p:nvPr/>
        </p:nvGrpSpPr>
        <p:grpSpPr>
          <a:xfrm>
            <a:off x="9613190" y="4375477"/>
            <a:ext cx="487800" cy="544680"/>
            <a:chOff x="9613190" y="4375477"/>
            <a:chExt cx="487800" cy="544680"/>
          </a:xfrm>
        </p:grpSpPr>
        <mc:AlternateContent xmlns:mc="http://schemas.openxmlformats.org/markup-compatibility/2006" xmlns:p14="http://schemas.microsoft.com/office/powerpoint/2010/main">
          <mc:Choice Requires="p14">
            <p:contentPart p14:bwMode="auto" r:id="rId112">
              <p14:nvContentPartPr>
                <p14:cNvPr id="81" name="Ink 80">
                  <a:extLst>
                    <a:ext uri="{FF2B5EF4-FFF2-40B4-BE49-F238E27FC236}">
                      <a16:creationId xmlns:a16="http://schemas.microsoft.com/office/drawing/2014/main" id="{1DD02B99-2AFF-9502-31AC-DF5D745834A9}"/>
                    </a:ext>
                  </a:extLst>
                </p14:cNvPr>
                <p14:cNvContentPartPr/>
                <p14:nvPr/>
              </p14:nvContentPartPr>
              <p14:xfrm>
                <a:off x="9613190" y="4540357"/>
                <a:ext cx="128520" cy="276840"/>
              </p14:xfrm>
            </p:contentPart>
          </mc:Choice>
          <mc:Fallback xmlns="">
            <p:pic>
              <p:nvPicPr>
                <p:cNvPr id="81" name="Ink 80">
                  <a:extLst>
                    <a:ext uri="{FF2B5EF4-FFF2-40B4-BE49-F238E27FC236}">
                      <a16:creationId xmlns:a16="http://schemas.microsoft.com/office/drawing/2014/main" id="{1DD02B99-2AFF-9502-31AC-DF5D745834A9}"/>
                    </a:ext>
                  </a:extLst>
                </p:cNvPr>
                <p:cNvPicPr/>
                <p:nvPr/>
              </p:nvPicPr>
              <p:blipFill>
                <a:blip r:embed="rId113"/>
                <a:stretch>
                  <a:fillRect/>
                </a:stretch>
              </p:blipFill>
              <p:spPr>
                <a:xfrm>
                  <a:off x="9595550" y="4522717"/>
                  <a:ext cx="16416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2" name="Ink 81">
                  <a:extLst>
                    <a:ext uri="{FF2B5EF4-FFF2-40B4-BE49-F238E27FC236}">
                      <a16:creationId xmlns:a16="http://schemas.microsoft.com/office/drawing/2014/main" id="{BED9C308-6BB6-D8A7-1AEC-913DFA09D350}"/>
                    </a:ext>
                  </a:extLst>
                </p14:cNvPr>
                <p14:cNvContentPartPr/>
                <p14:nvPr/>
              </p14:nvContentPartPr>
              <p14:xfrm>
                <a:off x="9614270" y="4375477"/>
                <a:ext cx="36720" cy="44640"/>
              </p14:xfrm>
            </p:contentPart>
          </mc:Choice>
          <mc:Fallback xmlns="">
            <p:pic>
              <p:nvPicPr>
                <p:cNvPr id="82" name="Ink 81">
                  <a:extLst>
                    <a:ext uri="{FF2B5EF4-FFF2-40B4-BE49-F238E27FC236}">
                      <a16:creationId xmlns:a16="http://schemas.microsoft.com/office/drawing/2014/main" id="{BED9C308-6BB6-D8A7-1AEC-913DFA09D350}"/>
                    </a:ext>
                  </a:extLst>
                </p:cNvPr>
                <p:cNvPicPr/>
                <p:nvPr/>
              </p:nvPicPr>
              <p:blipFill>
                <a:blip r:embed="rId115"/>
                <a:stretch>
                  <a:fillRect/>
                </a:stretch>
              </p:blipFill>
              <p:spPr>
                <a:xfrm>
                  <a:off x="9596270" y="4357837"/>
                  <a:ext cx="7236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3" name="Ink 82">
                  <a:extLst>
                    <a:ext uri="{FF2B5EF4-FFF2-40B4-BE49-F238E27FC236}">
                      <a16:creationId xmlns:a16="http://schemas.microsoft.com/office/drawing/2014/main" id="{7781910A-87B3-D887-EF20-0F99CFC79F59}"/>
                    </a:ext>
                  </a:extLst>
                </p14:cNvPr>
                <p14:cNvContentPartPr/>
                <p14:nvPr/>
              </p14:nvContentPartPr>
              <p14:xfrm>
                <a:off x="9918830" y="4640797"/>
                <a:ext cx="182160" cy="279360"/>
              </p14:xfrm>
            </p:contentPart>
          </mc:Choice>
          <mc:Fallback xmlns="">
            <p:pic>
              <p:nvPicPr>
                <p:cNvPr id="83" name="Ink 82">
                  <a:extLst>
                    <a:ext uri="{FF2B5EF4-FFF2-40B4-BE49-F238E27FC236}">
                      <a16:creationId xmlns:a16="http://schemas.microsoft.com/office/drawing/2014/main" id="{7781910A-87B3-D887-EF20-0F99CFC79F59}"/>
                    </a:ext>
                  </a:extLst>
                </p:cNvPr>
                <p:cNvPicPr/>
                <p:nvPr/>
              </p:nvPicPr>
              <p:blipFill>
                <a:blip r:embed="rId117"/>
                <a:stretch>
                  <a:fillRect/>
                </a:stretch>
              </p:blipFill>
              <p:spPr>
                <a:xfrm>
                  <a:off x="9900830" y="4623157"/>
                  <a:ext cx="217800" cy="315000"/>
                </a:xfrm>
                <a:prstGeom prst="rect">
                  <a:avLst/>
                </a:prstGeom>
              </p:spPr>
            </p:pic>
          </mc:Fallback>
        </mc:AlternateContent>
      </p:grpSp>
      <p:grpSp>
        <p:nvGrpSpPr>
          <p:cNvPr id="106" name="Group 105">
            <a:extLst>
              <a:ext uri="{FF2B5EF4-FFF2-40B4-BE49-F238E27FC236}">
                <a16:creationId xmlns:a16="http://schemas.microsoft.com/office/drawing/2014/main" id="{E343B9C7-1ACF-9590-8E00-3470DF1ABA0C}"/>
              </a:ext>
            </a:extLst>
          </p:cNvPr>
          <p:cNvGrpSpPr/>
          <p:nvPr/>
        </p:nvGrpSpPr>
        <p:grpSpPr>
          <a:xfrm>
            <a:off x="6880070" y="5203837"/>
            <a:ext cx="3175920" cy="1291320"/>
            <a:chOff x="6880070" y="5203837"/>
            <a:chExt cx="3175920" cy="1291320"/>
          </a:xfrm>
        </p:grpSpPr>
        <mc:AlternateContent xmlns:mc="http://schemas.openxmlformats.org/markup-compatibility/2006" xmlns:p14="http://schemas.microsoft.com/office/powerpoint/2010/main">
          <mc:Choice Requires="p14">
            <p:contentPart p14:bwMode="auto" r:id="rId118">
              <p14:nvContentPartPr>
                <p14:cNvPr id="62" name="Ink 61">
                  <a:extLst>
                    <a:ext uri="{FF2B5EF4-FFF2-40B4-BE49-F238E27FC236}">
                      <a16:creationId xmlns:a16="http://schemas.microsoft.com/office/drawing/2014/main" id="{5FCF58B9-3CB0-6C4B-D0F9-BB7EC09ED983}"/>
                    </a:ext>
                  </a:extLst>
                </p14:cNvPr>
                <p14:cNvContentPartPr/>
                <p14:nvPr/>
              </p14:nvContentPartPr>
              <p14:xfrm>
                <a:off x="6950630" y="5231197"/>
                <a:ext cx="103680" cy="281160"/>
              </p14:xfrm>
            </p:contentPart>
          </mc:Choice>
          <mc:Fallback xmlns="">
            <p:pic>
              <p:nvPicPr>
                <p:cNvPr id="62" name="Ink 61">
                  <a:extLst>
                    <a:ext uri="{FF2B5EF4-FFF2-40B4-BE49-F238E27FC236}">
                      <a16:creationId xmlns:a16="http://schemas.microsoft.com/office/drawing/2014/main" id="{5FCF58B9-3CB0-6C4B-D0F9-BB7EC09ED983}"/>
                    </a:ext>
                  </a:extLst>
                </p:cNvPr>
                <p:cNvPicPr/>
                <p:nvPr/>
              </p:nvPicPr>
              <p:blipFill>
                <a:blip r:embed="rId119"/>
                <a:stretch>
                  <a:fillRect/>
                </a:stretch>
              </p:blipFill>
              <p:spPr>
                <a:xfrm>
                  <a:off x="6932990" y="5213197"/>
                  <a:ext cx="13932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3" name="Ink 62">
                  <a:extLst>
                    <a:ext uri="{FF2B5EF4-FFF2-40B4-BE49-F238E27FC236}">
                      <a16:creationId xmlns:a16="http://schemas.microsoft.com/office/drawing/2014/main" id="{B8103DA2-9E04-1463-F366-4B50BA561999}"/>
                    </a:ext>
                  </a:extLst>
                </p14:cNvPr>
                <p14:cNvContentPartPr/>
                <p14:nvPr/>
              </p14:nvContentPartPr>
              <p14:xfrm>
                <a:off x="6936950" y="5203837"/>
                <a:ext cx="321480" cy="226440"/>
              </p14:xfrm>
            </p:contentPart>
          </mc:Choice>
          <mc:Fallback xmlns="">
            <p:pic>
              <p:nvPicPr>
                <p:cNvPr id="63" name="Ink 62">
                  <a:extLst>
                    <a:ext uri="{FF2B5EF4-FFF2-40B4-BE49-F238E27FC236}">
                      <a16:creationId xmlns:a16="http://schemas.microsoft.com/office/drawing/2014/main" id="{B8103DA2-9E04-1463-F366-4B50BA561999}"/>
                    </a:ext>
                  </a:extLst>
                </p:cNvPr>
                <p:cNvPicPr/>
                <p:nvPr/>
              </p:nvPicPr>
              <p:blipFill>
                <a:blip r:embed="rId121"/>
                <a:stretch>
                  <a:fillRect/>
                </a:stretch>
              </p:blipFill>
              <p:spPr>
                <a:xfrm>
                  <a:off x="6919310" y="5185837"/>
                  <a:ext cx="35712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4" name="Ink 63">
                  <a:extLst>
                    <a:ext uri="{FF2B5EF4-FFF2-40B4-BE49-F238E27FC236}">
                      <a16:creationId xmlns:a16="http://schemas.microsoft.com/office/drawing/2014/main" id="{81A337DB-63A7-D235-B700-216783B67F1C}"/>
                    </a:ext>
                  </a:extLst>
                </p14:cNvPr>
                <p14:cNvContentPartPr/>
                <p14:nvPr/>
              </p14:nvContentPartPr>
              <p14:xfrm>
                <a:off x="7340870" y="5307517"/>
                <a:ext cx="132480" cy="266400"/>
              </p14:xfrm>
            </p:contentPart>
          </mc:Choice>
          <mc:Fallback xmlns="">
            <p:pic>
              <p:nvPicPr>
                <p:cNvPr id="64" name="Ink 63">
                  <a:extLst>
                    <a:ext uri="{FF2B5EF4-FFF2-40B4-BE49-F238E27FC236}">
                      <a16:creationId xmlns:a16="http://schemas.microsoft.com/office/drawing/2014/main" id="{81A337DB-63A7-D235-B700-216783B67F1C}"/>
                    </a:ext>
                  </a:extLst>
                </p:cNvPr>
                <p:cNvPicPr/>
                <p:nvPr/>
              </p:nvPicPr>
              <p:blipFill>
                <a:blip r:embed="rId123"/>
                <a:stretch>
                  <a:fillRect/>
                </a:stretch>
              </p:blipFill>
              <p:spPr>
                <a:xfrm>
                  <a:off x="7322870" y="5289517"/>
                  <a:ext cx="16812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5" name="Ink 64">
                  <a:extLst>
                    <a:ext uri="{FF2B5EF4-FFF2-40B4-BE49-F238E27FC236}">
                      <a16:creationId xmlns:a16="http://schemas.microsoft.com/office/drawing/2014/main" id="{7598B797-D2AA-4638-61A2-9157DDFBEED9}"/>
                    </a:ext>
                  </a:extLst>
                </p14:cNvPr>
                <p14:cNvContentPartPr/>
                <p14:nvPr/>
              </p14:nvContentPartPr>
              <p14:xfrm>
                <a:off x="7358510" y="5405077"/>
                <a:ext cx="124560" cy="115920"/>
              </p14:xfrm>
            </p:contentPart>
          </mc:Choice>
          <mc:Fallback xmlns="">
            <p:pic>
              <p:nvPicPr>
                <p:cNvPr id="65" name="Ink 64">
                  <a:extLst>
                    <a:ext uri="{FF2B5EF4-FFF2-40B4-BE49-F238E27FC236}">
                      <a16:creationId xmlns:a16="http://schemas.microsoft.com/office/drawing/2014/main" id="{7598B797-D2AA-4638-61A2-9157DDFBEED9}"/>
                    </a:ext>
                  </a:extLst>
                </p:cNvPr>
                <p:cNvPicPr/>
                <p:nvPr/>
              </p:nvPicPr>
              <p:blipFill>
                <a:blip r:embed="rId125"/>
                <a:stretch>
                  <a:fillRect/>
                </a:stretch>
              </p:blipFill>
              <p:spPr>
                <a:xfrm>
                  <a:off x="7340870" y="5387437"/>
                  <a:ext cx="16020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5" name="Ink 84">
                  <a:extLst>
                    <a:ext uri="{FF2B5EF4-FFF2-40B4-BE49-F238E27FC236}">
                      <a16:creationId xmlns:a16="http://schemas.microsoft.com/office/drawing/2014/main" id="{049896D2-08DE-F1AE-177E-BDC056D2B147}"/>
                    </a:ext>
                  </a:extLst>
                </p14:cNvPr>
                <p14:cNvContentPartPr/>
                <p14:nvPr/>
              </p14:nvContentPartPr>
              <p14:xfrm>
                <a:off x="6880070" y="6042997"/>
                <a:ext cx="203400" cy="249840"/>
              </p14:xfrm>
            </p:contentPart>
          </mc:Choice>
          <mc:Fallback xmlns="">
            <p:pic>
              <p:nvPicPr>
                <p:cNvPr id="85" name="Ink 84">
                  <a:extLst>
                    <a:ext uri="{FF2B5EF4-FFF2-40B4-BE49-F238E27FC236}">
                      <a16:creationId xmlns:a16="http://schemas.microsoft.com/office/drawing/2014/main" id="{049896D2-08DE-F1AE-177E-BDC056D2B147}"/>
                    </a:ext>
                  </a:extLst>
                </p:cNvPr>
                <p:cNvPicPr/>
                <p:nvPr/>
              </p:nvPicPr>
              <p:blipFill>
                <a:blip r:embed="rId127"/>
                <a:stretch>
                  <a:fillRect/>
                </a:stretch>
              </p:blipFill>
              <p:spPr>
                <a:xfrm>
                  <a:off x="6862430" y="6025357"/>
                  <a:ext cx="239040" cy="2854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6" name="Ink 85">
                  <a:extLst>
                    <a:ext uri="{FF2B5EF4-FFF2-40B4-BE49-F238E27FC236}">
                      <a16:creationId xmlns:a16="http://schemas.microsoft.com/office/drawing/2014/main" id="{D6C455F8-FDE2-E0F9-A420-7EE8DBDA4962}"/>
                    </a:ext>
                  </a:extLst>
                </p14:cNvPr>
                <p14:cNvContentPartPr/>
                <p14:nvPr/>
              </p14:nvContentPartPr>
              <p14:xfrm>
                <a:off x="7170950" y="6169357"/>
                <a:ext cx="78480" cy="122040"/>
              </p14:xfrm>
            </p:contentPart>
          </mc:Choice>
          <mc:Fallback xmlns="">
            <p:pic>
              <p:nvPicPr>
                <p:cNvPr id="86" name="Ink 85">
                  <a:extLst>
                    <a:ext uri="{FF2B5EF4-FFF2-40B4-BE49-F238E27FC236}">
                      <a16:creationId xmlns:a16="http://schemas.microsoft.com/office/drawing/2014/main" id="{D6C455F8-FDE2-E0F9-A420-7EE8DBDA4962}"/>
                    </a:ext>
                  </a:extLst>
                </p:cNvPr>
                <p:cNvPicPr/>
                <p:nvPr/>
              </p:nvPicPr>
              <p:blipFill>
                <a:blip r:embed="rId129"/>
                <a:stretch>
                  <a:fillRect/>
                </a:stretch>
              </p:blipFill>
              <p:spPr>
                <a:xfrm>
                  <a:off x="7152950" y="6151357"/>
                  <a:ext cx="11412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7" name="Ink 86">
                  <a:extLst>
                    <a:ext uri="{FF2B5EF4-FFF2-40B4-BE49-F238E27FC236}">
                      <a16:creationId xmlns:a16="http://schemas.microsoft.com/office/drawing/2014/main" id="{2F8141E0-CA73-2F8D-96E8-C87DDF0DB30A}"/>
                    </a:ext>
                  </a:extLst>
                </p14:cNvPr>
                <p14:cNvContentPartPr/>
                <p14:nvPr/>
              </p14:nvContentPartPr>
              <p14:xfrm>
                <a:off x="7361750" y="6120757"/>
                <a:ext cx="189000" cy="100800"/>
              </p14:xfrm>
            </p:contentPart>
          </mc:Choice>
          <mc:Fallback xmlns="">
            <p:pic>
              <p:nvPicPr>
                <p:cNvPr id="87" name="Ink 86">
                  <a:extLst>
                    <a:ext uri="{FF2B5EF4-FFF2-40B4-BE49-F238E27FC236}">
                      <a16:creationId xmlns:a16="http://schemas.microsoft.com/office/drawing/2014/main" id="{2F8141E0-CA73-2F8D-96E8-C87DDF0DB30A}"/>
                    </a:ext>
                  </a:extLst>
                </p:cNvPr>
                <p:cNvPicPr/>
                <p:nvPr/>
              </p:nvPicPr>
              <p:blipFill>
                <a:blip r:embed="rId131"/>
                <a:stretch>
                  <a:fillRect/>
                </a:stretch>
              </p:blipFill>
              <p:spPr>
                <a:xfrm>
                  <a:off x="7344110" y="6102757"/>
                  <a:ext cx="2246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8" name="Ink 87">
                  <a:extLst>
                    <a:ext uri="{FF2B5EF4-FFF2-40B4-BE49-F238E27FC236}">
                      <a16:creationId xmlns:a16="http://schemas.microsoft.com/office/drawing/2014/main" id="{0A4878CF-7A95-8A41-ADB6-7A5A39CED73B}"/>
                    </a:ext>
                  </a:extLst>
                </p14:cNvPr>
                <p14:cNvContentPartPr/>
                <p14:nvPr/>
              </p14:nvContentPartPr>
              <p14:xfrm>
                <a:off x="7649030" y="5965597"/>
                <a:ext cx="53280" cy="212040"/>
              </p14:xfrm>
            </p:contentPart>
          </mc:Choice>
          <mc:Fallback xmlns="">
            <p:pic>
              <p:nvPicPr>
                <p:cNvPr id="88" name="Ink 87">
                  <a:extLst>
                    <a:ext uri="{FF2B5EF4-FFF2-40B4-BE49-F238E27FC236}">
                      <a16:creationId xmlns:a16="http://schemas.microsoft.com/office/drawing/2014/main" id="{0A4878CF-7A95-8A41-ADB6-7A5A39CED73B}"/>
                    </a:ext>
                  </a:extLst>
                </p:cNvPr>
                <p:cNvPicPr/>
                <p:nvPr/>
              </p:nvPicPr>
              <p:blipFill>
                <a:blip r:embed="rId133"/>
                <a:stretch>
                  <a:fillRect/>
                </a:stretch>
              </p:blipFill>
              <p:spPr>
                <a:xfrm>
                  <a:off x="7631390" y="5947597"/>
                  <a:ext cx="8892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9" name="Ink 88">
                  <a:extLst>
                    <a:ext uri="{FF2B5EF4-FFF2-40B4-BE49-F238E27FC236}">
                      <a16:creationId xmlns:a16="http://schemas.microsoft.com/office/drawing/2014/main" id="{EF831484-89A8-8CDB-3B49-1EBC6FCDA907}"/>
                    </a:ext>
                  </a:extLst>
                </p14:cNvPr>
                <p14:cNvContentPartPr/>
                <p14:nvPr/>
              </p14:nvContentPartPr>
              <p14:xfrm>
                <a:off x="7628870" y="6058837"/>
                <a:ext cx="83520" cy="32760"/>
              </p14:xfrm>
            </p:contentPart>
          </mc:Choice>
          <mc:Fallback xmlns="">
            <p:pic>
              <p:nvPicPr>
                <p:cNvPr id="89" name="Ink 88">
                  <a:extLst>
                    <a:ext uri="{FF2B5EF4-FFF2-40B4-BE49-F238E27FC236}">
                      <a16:creationId xmlns:a16="http://schemas.microsoft.com/office/drawing/2014/main" id="{EF831484-89A8-8CDB-3B49-1EBC6FCDA907}"/>
                    </a:ext>
                  </a:extLst>
                </p:cNvPr>
                <p:cNvPicPr/>
                <p:nvPr/>
              </p:nvPicPr>
              <p:blipFill>
                <a:blip r:embed="rId135"/>
                <a:stretch>
                  <a:fillRect/>
                </a:stretch>
              </p:blipFill>
              <p:spPr>
                <a:xfrm>
                  <a:off x="7610870" y="6041197"/>
                  <a:ext cx="11916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0" name="Ink 89">
                  <a:extLst>
                    <a:ext uri="{FF2B5EF4-FFF2-40B4-BE49-F238E27FC236}">
                      <a16:creationId xmlns:a16="http://schemas.microsoft.com/office/drawing/2014/main" id="{6F370656-F93B-FFE1-5E3E-29172A1D13F6}"/>
                    </a:ext>
                  </a:extLst>
                </p14:cNvPr>
                <p14:cNvContentPartPr/>
                <p14:nvPr/>
              </p14:nvContentPartPr>
              <p14:xfrm>
                <a:off x="7818590" y="6108517"/>
                <a:ext cx="19440" cy="12600"/>
              </p14:xfrm>
            </p:contentPart>
          </mc:Choice>
          <mc:Fallback xmlns="">
            <p:pic>
              <p:nvPicPr>
                <p:cNvPr id="90" name="Ink 89">
                  <a:extLst>
                    <a:ext uri="{FF2B5EF4-FFF2-40B4-BE49-F238E27FC236}">
                      <a16:creationId xmlns:a16="http://schemas.microsoft.com/office/drawing/2014/main" id="{6F370656-F93B-FFE1-5E3E-29172A1D13F6}"/>
                    </a:ext>
                  </a:extLst>
                </p:cNvPr>
                <p:cNvPicPr/>
                <p:nvPr/>
              </p:nvPicPr>
              <p:blipFill>
                <a:blip r:embed="rId137"/>
                <a:stretch>
                  <a:fillRect/>
                </a:stretch>
              </p:blipFill>
              <p:spPr>
                <a:xfrm>
                  <a:off x="7800950" y="6090877"/>
                  <a:ext cx="5508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1" name="Ink 90">
                  <a:extLst>
                    <a:ext uri="{FF2B5EF4-FFF2-40B4-BE49-F238E27FC236}">
                      <a16:creationId xmlns:a16="http://schemas.microsoft.com/office/drawing/2014/main" id="{5D2FFB97-B713-9B8D-8C6F-EE92E6E9023F}"/>
                    </a:ext>
                  </a:extLst>
                </p14:cNvPr>
                <p14:cNvContentPartPr/>
                <p14:nvPr/>
              </p14:nvContentPartPr>
              <p14:xfrm>
                <a:off x="7882670" y="6140197"/>
                <a:ext cx="24120" cy="15120"/>
              </p14:xfrm>
            </p:contentPart>
          </mc:Choice>
          <mc:Fallback xmlns="">
            <p:pic>
              <p:nvPicPr>
                <p:cNvPr id="91" name="Ink 90">
                  <a:extLst>
                    <a:ext uri="{FF2B5EF4-FFF2-40B4-BE49-F238E27FC236}">
                      <a16:creationId xmlns:a16="http://schemas.microsoft.com/office/drawing/2014/main" id="{5D2FFB97-B713-9B8D-8C6F-EE92E6E9023F}"/>
                    </a:ext>
                  </a:extLst>
                </p:cNvPr>
                <p:cNvPicPr/>
                <p:nvPr/>
              </p:nvPicPr>
              <p:blipFill>
                <a:blip r:embed="rId139"/>
                <a:stretch>
                  <a:fillRect/>
                </a:stretch>
              </p:blipFill>
              <p:spPr>
                <a:xfrm>
                  <a:off x="7864670" y="6122197"/>
                  <a:ext cx="597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5" name="Ink 94">
                  <a:extLst>
                    <a:ext uri="{FF2B5EF4-FFF2-40B4-BE49-F238E27FC236}">
                      <a16:creationId xmlns:a16="http://schemas.microsoft.com/office/drawing/2014/main" id="{79376E44-9889-4E2E-9D46-B4CFC1CA6141}"/>
                    </a:ext>
                  </a:extLst>
                </p14:cNvPr>
                <p14:cNvContentPartPr/>
                <p14:nvPr/>
              </p14:nvContentPartPr>
              <p14:xfrm>
                <a:off x="8548310" y="5669677"/>
                <a:ext cx="35280" cy="43200"/>
              </p14:xfrm>
            </p:contentPart>
          </mc:Choice>
          <mc:Fallback xmlns="">
            <p:pic>
              <p:nvPicPr>
                <p:cNvPr id="95" name="Ink 94">
                  <a:extLst>
                    <a:ext uri="{FF2B5EF4-FFF2-40B4-BE49-F238E27FC236}">
                      <a16:creationId xmlns:a16="http://schemas.microsoft.com/office/drawing/2014/main" id="{79376E44-9889-4E2E-9D46-B4CFC1CA6141}"/>
                    </a:ext>
                  </a:extLst>
                </p:cNvPr>
                <p:cNvPicPr/>
                <p:nvPr/>
              </p:nvPicPr>
              <p:blipFill>
                <a:blip r:embed="rId141"/>
                <a:stretch>
                  <a:fillRect/>
                </a:stretch>
              </p:blipFill>
              <p:spPr>
                <a:xfrm>
                  <a:off x="8530670" y="5652037"/>
                  <a:ext cx="7092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2" name="Ink 91">
                  <a:extLst>
                    <a:ext uri="{FF2B5EF4-FFF2-40B4-BE49-F238E27FC236}">
                      <a16:creationId xmlns:a16="http://schemas.microsoft.com/office/drawing/2014/main" id="{C5DBA422-72AB-42DE-AFFE-126D09427FA2}"/>
                    </a:ext>
                  </a:extLst>
                </p14:cNvPr>
                <p14:cNvContentPartPr/>
                <p14:nvPr/>
              </p14:nvContentPartPr>
              <p14:xfrm>
                <a:off x="8136110" y="6012037"/>
                <a:ext cx="199080" cy="30240"/>
              </p14:xfrm>
            </p:contentPart>
          </mc:Choice>
          <mc:Fallback xmlns="">
            <p:pic>
              <p:nvPicPr>
                <p:cNvPr id="92" name="Ink 91">
                  <a:extLst>
                    <a:ext uri="{FF2B5EF4-FFF2-40B4-BE49-F238E27FC236}">
                      <a16:creationId xmlns:a16="http://schemas.microsoft.com/office/drawing/2014/main" id="{C5DBA422-72AB-42DE-AFFE-126D09427FA2}"/>
                    </a:ext>
                  </a:extLst>
                </p:cNvPr>
                <p:cNvPicPr/>
                <p:nvPr/>
              </p:nvPicPr>
              <p:blipFill>
                <a:blip r:embed="rId143"/>
                <a:stretch>
                  <a:fillRect/>
                </a:stretch>
              </p:blipFill>
              <p:spPr>
                <a:xfrm>
                  <a:off x="8118110" y="5994397"/>
                  <a:ext cx="23472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4" name="Ink 93">
                  <a:extLst>
                    <a:ext uri="{FF2B5EF4-FFF2-40B4-BE49-F238E27FC236}">
                      <a16:creationId xmlns:a16="http://schemas.microsoft.com/office/drawing/2014/main" id="{B238364E-6F13-3280-D663-93B16A87BA10}"/>
                    </a:ext>
                  </a:extLst>
                </p14:cNvPr>
                <p14:cNvContentPartPr/>
                <p14:nvPr/>
              </p14:nvContentPartPr>
              <p14:xfrm>
                <a:off x="8527430" y="5879557"/>
                <a:ext cx="128160" cy="208800"/>
              </p14:xfrm>
            </p:contentPart>
          </mc:Choice>
          <mc:Fallback xmlns="">
            <p:pic>
              <p:nvPicPr>
                <p:cNvPr id="94" name="Ink 93">
                  <a:extLst>
                    <a:ext uri="{FF2B5EF4-FFF2-40B4-BE49-F238E27FC236}">
                      <a16:creationId xmlns:a16="http://schemas.microsoft.com/office/drawing/2014/main" id="{B238364E-6F13-3280-D663-93B16A87BA10}"/>
                    </a:ext>
                  </a:extLst>
                </p:cNvPr>
                <p:cNvPicPr/>
                <p:nvPr/>
              </p:nvPicPr>
              <p:blipFill>
                <a:blip r:embed="rId145"/>
                <a:stretch>
                  <a:fillRect/>
                </a:stretch>
              </p:blipFill>
              <p:spPr>
                <a:xfrm>
                  <a:off x="8509790" y="5861557"/>
                  <a:ext cx="16380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6" name="Ink 95">
                  <a:extLst>
                    <a:ext uri="{FF2B5EF4-FFF2-40B4-BE49-F238E27FC236}">
                      <a16:creationId xmlns:a16="http://schemas.microsoft.com/office/drawing/2014/main" id="{CE09D106-90BE-3565-C415-381B57D50D19}"/>
                    </a:ext>
                  </a:extLst>
                </p14:cNvPr>
                <p14:cNvContentPartPr/>
                <p14:nvPr/>
              </p14:nvContentPartPr>
              <p14:xfrm>
                <a:off x="8771150" y="5977117"/>
                <a:ext cx="93600" cy="181800"/>
              </p14:xfrm>
            </p:contentPart>
          </mc:Choice>
          <mc:Fallback xmlns="">
            <p:pic>
              <p:nvPicPr>
                <p:cNvPr id="96" name="Ink 95">
                  <a:extLst>
                    <a:ext uri="{FF2B5EF4-FFF2-40B4-BE49-F238E27FC236}">
                      <a16:creationId xmlns:a16="http://schemas.microsoft.com/office/drawing/2014/main" id="{CE09D106-90BE-3565-C415-381B57D50D19}"/>
                    </a:ext>
                  </a:extLst>
                </p:cNvPr>
                <p:cNvPicPr/>
                <p:nvPr/>
              </p:nvPicPr>
              <p:blipFill>
                <a:blip r:embed="rId147"/>
                <a:stretch>
                  <a:fillRect/>
                </a:stretch>
              </p:blipFill>
              <p:spPr>
                <a:xfrm>
                  <a:off x="8753510" y="5959477"/>
                  <a:ext cx="12924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8" name="Ink 97">
                  <a:extLst>
                    <a:ext uri="{FF2B5EF4-FFF2-40B4-BE49-F238E27FC236}">
                      <a16:creationId xmlns:a16="http://schemas.microsoft.com/office/drawing/2014/main" id="{F460AC55-A1CE-2EBB-F26F-94BE4E7BCD1D}"/>
                    </a:ext>
                  </a:extLst>
                </p14:cNvPr>
                <p14:cNvContentPartPr/>
                <p14:nvPr/>
              </p14:nvContentPartPr>
              <p14:xfrm>
                <a:off x="9046190" y="5821237"/>
                <a:ext cx="72720" cy="214200"/>
              </p14:xfrm>
            </p:contentPart>
          </mc:Choice>
          <mc:Fallback xmlns="">
            <p:pic>
              <p:nvPicPr>
                <p:cNvPr id="98" name="Ink 97">
                  <a:extLst>
                    <a:ext uri="{FF2B5EF4-FFF2-40B4-BE49-F238E27FC236}">
                      <a16:creationId xmlns:a16="http://schemas.microsoft.com/office/drawing/2014/main" id="{F460AC55-A1CE-2EBB-F26F-94BE4E7BCD1D}"/>
                    </a:ext>
                  </a:extLst>
                </p:cNvPr>
                <p:cNvPicPr/>
                <p:nvPr/>
              </p:nvPicPr>
              <p:blipFill>
                <a:blip r:embed="rId149"/>
                <a:stretch>
                  <a:fillRect/>
                </a:stretch>
              </p:blipFill>
              <p:spPr>
                <a:xfrm>
                  <a:off x="9028190" y="5803597"/>
                  <a:ext cx="10836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9" name="Ink 98">
                  <a:extLst>
                    <a:ext uri="{FF2B5EF4-FFF2-40B4-BE49-F238E27FC236}">
                      <a16:creationId xmlns:a16="http://schemas.microsoft.com/office/drawing/2014/main" id="{163903AB-50DE-F52A-6355-0E108881B70C}"/>
                    </a:ext>
                  </a:extLst>
                </p14:cNvPr>
                <p14:cNvContentPartPr/>
                <p14:nvPr/>
              </p14:nvContentPartPr>
              <p14:xfrm>
                <a:off x="9057710" y="5769757"/>
                <a:ext cx="162360" cy="171360"/>
              </p14:xfrm>
            </p:contentPart>
          </mc:Choice>
          <mc:Fallback xmlns="">
            <p:pic>
              <p:nvPicPr>
                <p:cNvPr id="99" name="Ink 98">
                  <a:extLst>
                    <a:ext uri="{FF2B5EF4-FFF2-40B4-BE49-F238E27FC236}">
                      <a16:creationId xmlns:a16="http://schemas.microsoft.com/office/drawing/2014/main" id="{163903AB-50DE-F52A-6355-0E108881B70C}"/>
                    </a:ext>
                  </a:extLst>
                </p:cNvPr>
                <p:cNvPicPr/>
                <p:nvPr/>
              </p:nvPicPr>
              <p:blipFill>
                <a:blip r:embed="rId151"/>
                <a:stretch>
                  <a:fillRect/>
                </a:stretch>
              </p:blipFill>
              <p:spPr>
                <a:xfrm>
                  <a:off x="9040070" y="5751757"/>
                  <a:ext cx="19800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0" name="Ink 99">
                  <a:extLst>
                    <a:ext uri="{FF2B5EF4-FFF2-40B4-BE49-F238E27FC236}">
                      <a16:creationId xmlns:a16="http://schemas.microsoft.com/office/drawing/2014/main" id="{01B79D89-8BD1-3D97-3DB6-FBD92B9F8C40}"/>
                    </a:ext>
                  </a:extLst>
                </p14:cNvPr>
                <p14:cNvContentPartPr/>
                <p14:nvPr/>
              </p14:nvContentPartPr>
              <p14:xfrm>
                <a:off x="9368030" y="5821237"/>
                <a:ext cx="85680" cy="259200"/>
              </p14:xfrm>
            </p:contentPart>
          </mc:Choice>
          <mc:Fallback xmlns="">
            <p:pic>
              <p:nvPicPr>
                <p:cNvPr id="100" name="Ink 99">
                  <a:extLst>
                    <a:ext uri="{FF2B5EF4-FFF2-40B4-BE49-F238E27FC236}">
                      <a16:creationId xmlns:a16="http://schemas.microsoft.com/office/drawing/2014/main" id="{01B79D89-8BD1-3D97-3DB6-FBD92B9F8C40}"/>
                    </a:ext>
                  </a:extLst>
                </p:cNvPr>
                <p:cNvPicPr/>
                <p:nvPr/>
              </p:nvPicPr>
              <p:blipFill>
                <a:blip r:embed="rId153"/>
                <a:stretch>
                  <a:fillRect/>
                </a:stretch>
              </p:blipFill>
              <p:spPr>
                <a:xfrm>
                  <a:off x="9350030" y="5803237"/>
                  <a:ext cx="12132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1" name="Ink 100">
                  <a:extLst>
                    <a:ext uri="{FF2B5EF4-FFF2-40B4-BE49-F238E27FC236}">
                      <a16:creationId xmlns:a16="http://schemas.microsoft.com/office/drawing/2014/main" id="{09CFBAF6-1CDE-72F6-A4C3-6BA4B6E6FAE1}"/>
                    </a:ext>
                  </a:extLst>
                </p14:cNvPr>
                <p14:cNvContentPartPr/>
                <p14:nvPr/>
              </p14:nvContentPartPr>
              <p14:xfrm>
                <a:off x="9359030" y="5957677"/>
                <a:ext cx="74880" cy="72360"/>
              </p14:xfrm>
            </p:contentPart>
          </mc:Choice>
          <mc:Fallback xmlns="">
            <p:pic>
              <p:nvPicPr>
                <p:cNvPr id="101" name="Ink 100">
                  <a:extLst>
                    <a:ext uri="{FF2B5EF4-FFF2-40B4-BE49-F238E27FC236}">
                      <a16:creationId xmlns:a16="http://schemas.microsoft.com/office/drawing/2014/main" id="{09CFBAF6-1CDE-72F6-A4C3-6BA4B6E6FAE1}"/>
                    </a:ext>
                  </a:extLst>
                </p:cNvPr>
                <p:cNvPicPr/>
                <p:nvPr/>
              </p:nvPicPr>
              <p:blipFill>
                <a:blip r:embed="rId155"/>
                <a:stretch>
                  <a:fillRect/>
                </a:stretch>
              </p:blipFill>
              <p:spPr>
                <a:xfrm>
                  <a:off x="9341390" y="5939677"/>
                  <a:ext cx="11052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3" name="Ink 102">
                  <a:extLst>
                    <a:ext uri="{FF2B5EF4-FFF2-40B4-BE49-F238E27FC236}">
                      <a16:creationId xmlns:a16="http://schemas.microsoft.com/office/drawing/2014/main" id="{9197909F-F846-DEF1-DFF9-5F590C21F8E3}"/>
                    </a:ext>
                  </a:extLst>
                </p14:cNvPr>
                <p14:cNvContentPartPr/>
                <p14:nvPr/>
              </p14:nvContentPartPr>
              <p14:xfrm>
                <a:off x="8901110" y="5417677"/>
                <a:ext cx="831600" cy="1077480"/>
              </p14:xfrm>
            </p:contentPart>
          </mc:Choice>
          <mc:Fallback xmlns="">
            <p:pic>
              <p:nvPicPr>
                <p:cNvPr id="103" name="Ink 102">
                  <a:extLst>
                    <a:ext uri="{FF2B5EF4-FFF2-40B4-BE49-F238E27FC236}">
                      <a16:creationId xmlns:a16="http://schemas.microsoft.com/office/drawing/2014/main" id="{9197909F-F846-DEF1-DFF9-5F590C21F8E3}"/>
                    </a:ext>
                  </a:extLst>
                </p:cNvPr>
                <p:cNvPicPr/>
                <p:nvPr/>
              </p:nvPicPr>
              <p:blipFill>
                <a:blip r:embed="rId157"/>
                <a:stretch>
                  <a:fillRect/>
                </a:stretch>
              </p:blipFill>
              <p:spPr>
                <a:xfrm>
                  <a:off x="8883470" y="5400037"/>
                  <a:ext cx="867240" cy="11131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4" name="Ink 103">
                  <a:extLst>
                    <a:ext uri="{FF2B5EF4-FFF2-40B4-BE49-F238E27FC236}">
                      <a16:creationId xmlns:a16="http://schemas.microsoft.com/office/drawing/2014/main" id="{6698BA52-D94D-1EE2-C38F-D299289E0299}"/>
                    </a:ext>
                  </a:extLst>
                </p14:cNvPr>
                <p14:cNvContentPartPr/>
                <p14:nvPr/>
              </p14:nvContentPartPr>
              <p14:xfrm>
                <a:off x="9506270" y="5228677"/>
                <a:ext cx="530280" cy="401040"/>
              </p14:xfrm>
            </p:contentPart>
          </mc:Choice>
          <mc:Fallback xmlns="">
            <p:pic>
              <p:nvPicPr>
                <p:cNvPr id="104" name="Ink 103">
                  <a:extLst>
                    <a:ext uri="{FF2B5EF4-FFF2-40B4-BE49-F238E27FC236}">
                      <a16:creationId xmlns:a16="http://schemas.microsoft.com/office/drawing/2014/main" id="{6698BA52-D94D-1EE2-C38F-D299289E0299}"/>
                    </a:ext>
                  </a:extLst>
                </p:cNvPr>
                <p:cNvPicPr/>
                <p:nvPr/>
              </p:nvPicPr>
              <p:blipFill>
                <a:blip r:embed="rId159"/>
                <a:stretch>
                  <a:fillRect/>
                </a:stretch>
              </p:blipFill>
              <p:spPr>
                <a:xfrm>
                  <a:off x="9488270" y="5210677"/>
                  <a:ext cx="565920" cy="4366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5" name="Ink 104">
                  <a:extLst>
                    <a:ext uri="{FF2B5EF4-FFF2-40B4-BE49-F238E27FC236}">
                      <a16:creationId xmlns:a16="http://schemas.microsoft.com/office/drawing/2014/main" id="{7E28A02B-6321-E142-D58E-36CCFDDEB63B}"/>
                    </a:ext>
                  </a:extLst>
                </p14:cNvPr>
                <p14:cNvContentPartPr/>
                <p14:nvPr/>
              </p14:nvContentPartPr>
              <p14:xfrm>
                <a:off x="9843590" y="5232637"/>
                <a:ext cx="212400" cy="155520"/>
              </p14:xfrm>
            </p:contentPart>
          </mc:Choice>
          <mc:Fallback xmlns="">
            <p:pic>
              <p:nvPicPr>
                <p:cNvPr id="105" name="Ink 104">
                  <a:extLst>
                    <a:ext uri="{FF2B5EF4-FFF2-40B4-BE49-F238E27FC236}">
                      <a16:creationId xmlns:a16="http://schemas.microsoft.com/office/drawing/2014/main" id="{7E28A02B-6321-E142-D58E-36CCFDDEB63B}"/>
                    </a:ext>
                  </a:extLst>
                </p:cNvPr>
                <p:cNvPicPr/>
                <p:nvPr/>
              </p:nvPicPr>
              <p:blipFill>
                <a:blip r:embed="rId161"/>
                <a:stretch>
                  <a:fillRect/>
                </a:stretch>
              </p:blipFill>
              <p:spPr>
                <a:xfrm>
                  <a:off x="9825590" y="5214997"/>
                  <a:ext cx="248040" cy="191160"/>
                </a:xfrm>
                <a:prstGeom prst="rect">
                  <a:avLst/>
                </a:prstGeom>
              </p:spPr>
            </p:pic>
          </mc:Fallback>
        </mc:AlternateContent>
      </p:grpSp>
      <p:grpSp>
        <p:nvGrpSpPr>
          <p:cNvPr id="121" name="Group 120">
            <a:extLst>
              <a:ext uri="{FF2B5EF4-FFF2-40B4-BE49-F238E27FC236}">
                <a16:creationId xmlns:a16="http://schemas.microsoft.com/office/drawing/2014/main" id="{CDBA138A-1EB8-F725-6446-46DCFB12A7B4}"/>
              </a:ext>
            </a:extLst>
          </p:cNvPr>
          <p:cNvGrpSpPr/>
          <p:nvPr/>
        </p:nvGrpSpPr>
        <p:grpSpPr>
          <a:xfrm>
            <a:off x="10334270" y="4705237"/>
            <a:ext cx="1229760" cy="745200"/>
            <a:chOff x="10334270" y="4705237"/>
            <a:chExt cx="1229760" cy="745200"/>
          </a:xfrm>
        </p:grpSpPr>
        <mc:AlternateContent xmlns:mc="http://schemas.openxmlformats.org/markup-compatibility/2006" xmlns:p14="http://schemas.microsoft.com/office/powerpoint/2010/main">
          <mc:Choice Requires="p14">
            <p:contentPart p14:bwMode="auto" r:id="rId162">
              <p14:nvContentPartPr>
                <p14:cNvPr id="107" name="Ink 106">
                  <a:extLst>
                    <a:ext uri="{FF2B5EF4-FFF2-40B4-BE49-F238E27FC236}">
                      <a16:creationId xmlns:a16="http://schemas.microsoft.com/office/drawing/2014/main" id="{F5D83C25-474B-C54B-CB82-7D6BA65217BE}"/>
                    </a:ext>
                  </a:extLst>
                </p14:cNvPr>
                <p14:cNvContentPartPr/>
                <p14:nvPr/>
              </p14:nvContentPartPr>
              <p14:xfrm>
                <a:off x="10334270" y="5174317"/>
                <a:ext cx="18720" cy="276120"/>
              </p14:xfrm>
            </p:contentPart>
          </mc:Choice>
          <mc:Fallback xmlns="">
            <p:pic>
              <p:nvPicPr>
                <p:cNvPr id="107" name="Ink 106">
                  <a:extLst>
                    <a:ext uri="{FF2B5EF4-FFF2-40B4-BE49-F238E27FC236}">
                      <a16:creationId xmlns:a16="http://schemas.microsoft.com/office/drawing/2014/main" id="{F5D83C25-474B-C54B-CB82-7D6BA65217BE}"/>
                    </a:ext>
                  </a:extLst>
                </p:cNvPr>
                <p:cNvPicPr/>
                <p:nvPr/>
              </p:nvPicPr>
              <p:blipFill>
                <a:blip r:embed="rId163"/>
                <a:stretch>
                  <a:fillRect/>
                </a:stretch>
              </p:blipFill>
              <p:spPr>
                <a:xfrm>
                  <a:off x="10316630" y="5156677"/>
                  <a:ext cx="5436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8" name="Ink 107">
                  <a:extLst>
                    <a:ext uri="{FF2B5EF4-FFF2-40B4-BE49-F238E27FC236}">
                      <a16:creationId xmlns:a16="http://schemas.microsoft.com/office/drawing/2014/main" id="{83720659-80C8-DEF0-64D8-6E3B19F7BE8D}"/>
                    </a:ext>
                  </a:extLst>
                </p14:cNvPr>
                <p14:cNvContentPartPr/>
                <p14:nvPr/>
              </p14:nvContentPartPr>
              <p14:xfrm>
                <a:off x="10337150" y="5191957"/>
                <a:ext cx="144720" cy="219240"/>
              </p14:xfrm>
            </p:contentPart>
          </mc:Choice>
          <mc:Fallback xmlns="">
            <p:pic>
              <p:nvPicPr>
                <p:cNvPr id="108" name="Ink 107">
                  <a:extLst>
                    <a:ext uri="{FF2B5EF4-FFF2-40B4-BE49-F238E27FC236}">
                      <a16:creationId xmlns:a16="http://schemas.microsoft.com/office/drawing/2014/main" id="{83720659-80C8-DEF0-64D8-6E3B19F7BE8D}"/>
                    </a:ext>
                  </a:extLst>
                </p:cNvPr>
                <p:cNvPicPr/>
                <p:nvPr/>
              </p:nvPicPr>
              <p:blipFill>
                <a:blip r:embed="rId165"/>
                <a:stretch>
                  <a:fillRect/>
                </a:stretch>
              </p:blipFill>
              <p:spPr>
                <a:xfrm>
                  <a:off x="10319510" y="5173957"/>
                  <a:ext cx="18036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9" name="Ink 108">
                  <a:extLst>
                    <a:ext uri="{FF2B5EF4-FFF2-40B4-BE49-F238E27FC236}">
                      <a16:creationId xmlns:a16="http://schemas.microsoft.com/office/drawing/2014/main" id="{2F35953E-2023-5F75-75FE-7B76BEFFBEBA}"/>
                    </a:ext>
                  </a:extLst>
                </p14:cNvPr>
                <p14:cNvContentPartPr/>
                <p14:nvPr/>
              </p14:nvContentPartPr>
              <p14:xfrm>
                <a:off x="10351190" y="5289157"/>
                <a:ext cx="113400" cy="63360"/>
              </p14:xfrm>
            </p:contentPart>
          </mc:Choice>
          <mc:Fallback xmlns="">
            <p:pic>
              <p:nvPicPr>
                <p:cNvPr id="109" name="Ink 108">
                  <a:extLst>
                    <a:ext uri="{FF2B5EF4-FFF2-40B4-BE49-F238E27FC236}">
                      <a16:creationId xmlns:a16="http://schemas.microsoft.com/office/drawing/2014/main" id="{2F35953E-2023-5F75-75FE-7B76BEFFBEBA}"/>
                    </a:ext>
                  </a:extLst>
                </p:cNvPr>
                <p:cNvPicPr/>
                <p:nvPr/>
              </p:nvPicPr>
              <p:blipFill>
                <a:blip r:embed="rId167"/>
                <a:stretch>
                  <a:fillRect/>
                </a:stretch>
              </p:blipFill>
              <p:spPr>
                <a:xfrm>
                  <a:off x="10333190" y="5271157"/>
                  <a:ext cx="14904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0" name="Ink 109">
                  <a:extLst>
                    <a:ext uri="{FF2B5EF4-FFF2-40B4-BE49-F238E27FC236}">
                      <a16:creationId xmlns:a16="http://schemas.microsoft.com/office/drawing/2014/main" id="{D47ADB30-017C-5211-4C33-6142F01079EE}"/>
                    </a:ext>
                  </a:extLst>
                </p14:cNvPr>
                <p14:cNvContentPartPr/>
                <p14:nvPr/>
              </p14:nvContentPartPr>
              <p14:xfrm>
                <a:off x="10512470" y="5231557"/>
                <a:ext cx="223920" cy="118440"/>
              </p14:xfrm>
            </p:contentPart>
          </mc:Choice>
          <mc:Fallback xmlns="">
            <p:pic>
              <p:nvPicPr>
                <p:cNvPr id="110" name="Ink 109">
                  <a:extLst>
                    <a:ext uri="{FF2B5EF4-FFF2-40B4-BE49-F238E27FC236}">
                      <a16:creationId xmlns:a16="http://schemas.microsoft.com/office/drawing/2014/main" id="{D47ADB30-017C-5211-4C33-6142F01079EE}"/>
                    </a:ext>
                  </a:extLst>
                </p:cNvPr>
                <p:cNvPicPr/>
                <p:nvPr/>
              </p:nvPicPr>
              <p:blipFill>
                <a:blip r:embed="rId169"/>
                <a:stretch>
                  <a:fillRect/>
                </a:stretch>
              </p:blipFill>
              <p:spPr>
                <a:xfrm>
                  <a:off x="10494830" y="5213557"/>
                  <a:ext cx="2595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1" name="Ink 110">
                  <a:extLst>
                    <a:ext uri="{FF2B5EF4-FFF2-40B4-BE49-F238E27FC236}">
                      <a16:creationId xmlns:a16="http://schemas.microsoft.com/office/drawing/2014/main" id="{A8304863-B010-F0B8-5EE3-05A87D37B004}"/>
                    </a:ext>
                  </a:extLst>
                </p14:cNvPr>
                <p14:cNvContentPartPr/>
                <p14:nvPr/>
              </p14:nvContentPartPr>
              <p14:xfrm>
                <a:off x="10782110" y="5181157"/>
                <a:ext cx="82440" cy="140040"/>
              </p14:xfrm>
            </p:contentPart>
          </mc:Choice>
          <mc:Fallback xmlns="">
            <p:pic>
              <p:nvPicPr>
                <p:cNvPr id="111" name="Ink 110">
                  <a:extLst>
                    <a:ext uri="{FF2B5EF4-FFF2-40B4-BE49-F238E27FC236}">
                      <a16:creationId xmlns:a16="http://schemas.microsoft.com/office/drawing/2014/main" id="{A8304863-B010-F0B8-5EE3-05A87D37B004}"/>
                    </a:ext>
                  </a:extLst>
                </p:cNvPr>
                <p:cNvPicPr/>
                <p:nvPr/>
              </p:nvPicPr>
              <p:blipFill>
                <a:blip r:embed="rId171"/>
                <a:stretch>
                  <a:fillRect/>
                </a:stretch>
              </p:blipFill>
              <p:spPr>
                <a:xfrm>
                  <a:off x="10764470" y="5163517"/>
                  <a:ext cx="11808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2" name="Ink 111">
                  <a:extLst>
                    <a:ext uri="{FF2B5EF4-FFF2-40B4-BE49-F238E27FC236}">
                      <a16:creationId xmlns:a16="http://schemas.microsoft.com/office/drawing/2014/main" id="{5F6A4256-EFBC-0384-4593-36B0F9834BAC}"/>
                    </a:ext>
                  </a:extLst>
                </p14:cNvPr>
                <p14:cNvContentPartPr/>
                <p14:nvPr/>
              </p14:nvContentPartPr>
              <p14:xfrm>
                <a:off x="10802630" y="5154157"/>
                <a:ext cx="115920" cy="102600"/>
              </p14:xfrm>
            </p:contentPart>
          </mc:Choice>
          <mc:Fallback xmlns="">
            <p:pic>
              <p:nvPicPr>
                <p:cNvPr id="112" name="Ink 111">
                  <a:extLst>
                    <a:ext uri="{FF2B5EF4-FFF2-40B4-BE49-F238E27FC236}">
                      <a16:creationId xmlns:a16="http://schemas.microsoft.com/office/drawing/2014/main" id="{5F6A4256-EFBC-0384-4593-36B0F9834BAC}"/>
                    </a:ext>
                  </a:extLst>
                </p:cNvPr>
                <p:cNvPicPr/>
                <p:nvPr/>
              </p:nvPicPr>
              <p:blipFill>
                <a:blip r:embed="rId173"/>
                <a:stretch>
                  <a:fillRect/>
                </a:stretch>
              </p:blipFill>
              <p:spPr>
                <a:xfrm>
                  <a:off x="10784990" y="5136517"/>
                  <a:ext cx="15156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3" name="Ink 112">
                  <a:extLst>
                    <a:ext uri="{FF2B5EF4-FFF2-40B4-BE49-F238E27FC236}">
                      <a16:creationId xmlns:a16="http://schemas.microsoft.com/office/drawing/2014/main" id="{C82DC760-3707-AD40-9D15-8BD02C67D07A}"/>
                    </a:ext>
                  </a:extLst>
                </p14:cNvPr>
                <p14:cNvContentPartPr/>
                <p14:nvPr/>
              </p14:nvContentPartPr>
              <p14:xfrm>
                <a:off x="10954550" y="5141197"/>
                <a:ext cx="39240" cy="61560"/>
              </p14:xfrm>
            </p:contentPart>
          </mc:Choice>
          <mc:Fallback xmlns="">
            <p:pic>
              <p:nvPicPr>
                <p:cNvPr id="113" name="Ink 112">
                  <a:extLst>
                    <a:ext uri="{FF2B5EF4-FFF2-40B4-BE49-F238E27FC236}">
                      <a16:creationId xmlns:a16="http://schemas.microsoft.com/office/drawing/2014/main" id="{C82DC760-3707-AD40-9D15-8BD02C67D07A}"/>
                    </a:ext>
                  </a:extLst>
                </p:cNvPr>
                <p:cNvPicPr/>
                <p:nvPr/>
              </p:nvPicPr>
              <p:blipFill>
                <a:blip r:embed="rId175"/>
                <a:stretch>
                  <a:fillRect/>
                </a:stretch>
              </p:blipFill>
              <p:spPr>
                <a:xfrm>
                  <a:off x="10936910" y="5123557"/>
                  <a:ext cx="748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4" name="Ink 113">
                  <a:extLst>
                    <a:ext uri="{FF2B5EF4-FFF2-40B4-BE49-F238E27FC236}">
                      <a16:creationId xmlns:a16="http://schemas.microsoft.com/office/drawing/2014/main" id="{A767391C-6848-96A5-37A1-91482AFB9E21}"/>
                    </a:ext>
                  </a:extLst>
                </p14:cNvPr>
                <p14:cNvContentPartPr/>
                <p14:nvPr/>
              </p14:nvContentPartPr>
              <p14:xfrm>
                <a:off x="10935470" y="5004037"/>
                <a:ext cx="3240" cy="7560"/>
              </p14:xfrm>
            </p:contentPart>
          </mc:Choice>
          <mc:Fallback xmlns="">
            <p:pic>
              <p:nvPicPr>
                <p:cNvPr id="114" name="Ink 113">
                  <a:extLst>
                    <a:ext uri="{FF2B5EF4-FFF2-40B4-BE49-F238E27FC236}">
                      <a16:creationId xmlns:a16="http://schemas.microsoft.com/office/drawing/2014/main" id="{A767391C-6848-96A5-37A1-91482AFB9E21}"/>
                    </a:ext>
                  </a:extLst>
                </p:cNvPr>
                <p:cNvPicPr/>
                <p:nvPr/>
              </p:nvPicPr>
              <p:blipFill>
                <a:blip r:embed="rId177"/>
                <a:stretch>
                  <a:fillRect/>
                </a:stretch>
              </p:blipFill>
              <p:spPr>
                <a:xfrm>
                  <a:off x="10917830" y="4986397"/>
                  <a:ext cx="388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5" name="Ink 114">
                  <a:extLst>
                    <a:ext uri="{FF2B5EF4-FFF2-40B4-BE49-F238E27FC236}">
                      <a16:creationId xmlns:a16="http://schemas.microsoft.com/office/drawing/2014/main" id="{2F2C103D-C484-BD3D-1DD8-CBBA7F191100}"/>
                    </a:ext>
                  </a:extLst>
                </p14:cNvPr>
                <p14:cNvContentPartPr/>
                <p14:nvPr/>
              </p14:nvContentPartPr>
              <p14:xfrm>
                <a:off x="11067230" y="4928797"/>
                <a:ext cx="100440" cy="318240"/>
              </p14:xfrm>
            </p:contentPart>
          </mc:Choice>
          <mc:Fallback xmlns="">
            <p:pic>
              <p:nvPicPr>
                <p:cNvPr id="115" name="Ink 114">
                  <a:extLst>
                    <a:ext uri="{FF2B5EF4-FFF2-40B4-BE49-F238E27FC236}">
                      <a16:creationId xmlns:a16="http://schemas.microsoft.com/office/drawing/2014/main" id="{2F2C103D-C484-BD3D-1DD8-CBBA7F191100}"/>
                    </a:ext>
                  </a:extLst>
                </p:cNvPr>
                <p:cNvPicPr/>
                <p:nvPr/>
              </p:nvPicPr>
              <p:blipFill>
                <a:blip r:embed="rId179"/>
                <a:stretch>
                  <a:fillRect/>
                </a:stretch>
              </p:blipFill>
              <p:spPr>
                <a:xfrm>
                  <a:off x="11049230" y="4910797"/>
                  <a:ext cx="136080" cy="3538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6" name="Ink 115">
                  <a:extLst>
                    <a:ext uri="{FF2B5EF4-FFF2-40B4-BE49-F238E27FC236}">
                      <a16:creationId xmlns:a16="http://schemas.microsoft.com/office/drawing/2014/main" id="{B3D95686-3F7F-03D5-2932-4D71F2DFD997}"/>
                    </a:ext>
                  </a:extLst>
                </p14:cNvPr>
                <p14:cNvContentPartPr/>
                <p14:nvPr/>
              </p14:nvContentPartPr>
              <p14:xfrm>
                <a:off x="10922150" y="5025997"/>
                <a:ext cx="66240" cy="221040"/>
              </p14:xfrm>
            </p:contentPart>
          </mc:Choice>
          <mc:Fallback xmlns="">
            <p:pic>
              <p:nvPicPr>
                <p:cNvPr id="116" name="Ink 115">
                  <a:extLst>
                    <a:ext uri="{FF2B5EF4-FFF2-40B4-BE49-F238E27FC236}">
                      <a16:creationId xmlns:a16="http://schemas.microsoft.com/office/drawing/2014/main" id="{B3D95686-3F7F-03D5-2932-4D71F2DFD997}"/>
                    </a:ext>
                  </a:extLst>
                </p:cNvPr>
                <p:cNvPicPr/>
                <p:nvPr/>
              </p:nvPicPr>
              <p:blipFill>
                <a:blip r:embed="rId181"/>
                <a:stretch>
                  <a:fillRect/>
                </a:stretch>
              </p:blipFill>
              <p:spPr>
                <a:xfrm>
                  <a:off x="10904510" y="5008357"/>
                  <a:ext cx="10188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7" name="Ink 116">
                  <a:extLst>
                    <a:ext uri="{FF2B5EF4-FFF2-40B4-BE49-F238E27FC236}">
                      <a16:creationId xmlns:a16="http://schemas.microsoft.com/office/drawing/2014/main" id="{D77D7CBF-2FF5-41E7-9C5A-C783588C5C99}"/>
                    </a:ext>
                  </a:extLst>
                </p14:cNvPr>
                <p14:cNvContentPartPr/>
                <p14:nvPr/>
              </p14:nvContentPartPr>
              <p14:xfrm>
                <a:off x="10987310" y="4705237"/>
                <a:ext cx="24120" cy="55800"/>
              </p14:xfrm>
            </p:contentPart>
          </mc:Choice>
          <mc:Fallback xmlns="">
            <p:pic>
              <p:nvPicPr>
                <p:cNvPr id="117" name="Ink 116">
                  <a:extLst>
                    <a:ext uri="{FF2B5EF4-FFF2-40B4-BE49-F238E27FC236}">
                      <a16:creationId xmlns:a16="http://schemas.microsoft.com/office/drawing/2014/main" id="{D77D7CBF-2FF5-41E7-9C5A-C783588C5C99}"/>
                    </a:ext>
                  </a:extLst>
                </p:cNvPr>
                <p:cNvPicPr/>
                <p:nvPr/>
              </p:nvPicPr>
              <p:blipFill>
                <a:blip r:embed="rId183"/>
                <a:stretch>
                  <a:fillRect/>
                </a:stretch>
              </p:blipFill>
              <p:spPr>
                <a:xfrm>
                  <a:off x="10969670" y="4687597"/>
                  <a:ext cx="5976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8" name="Ink 117">
                  <a:extLst>
                    <a:ext uri="{FF2B5EF4-FFF2-40B4-BE49-F238E27FC236}">
                      <a16:creationId xmlns:a16="http://schemas.microsoft.com/office/drawing/2014/main" id="{B70E06F0-EC43-5649-1243-DB5442698D9F}"/>
                    </a:ext>
                  </a:extLst>
                </p14:cNvPr>
                <p14:cNvContentPartPr/>
                <p14:nvPr/>
              </p14:nvContentPartPr>
              <p14:xfrm>
                <a:off x="11242190" y="4851757"/>
                <a:ext cx="96840" cy="321480"/>
              </p14:xfrm>
            </p:contentPart>
          </mc:Choice>
          <mc:Fallback xmlns="">
            <p:pic>
              <p:nvPicPr>
                <p:cNvPr id="118" name="Ink 117">
                  <a:extLst>
                    <a:ext uri="{FF2B5EF4-FFF2-40B4-BE49-F238E27FC236}">
                      <a16:creationId xmlns:a16="http://schemas.microsoft.com/office/drawing/2014/main" id="{B70E06F0-EC43-5649-1243-DB5442698D9F}"/>
                    </a:ext>
                  </a:extLst>
                </p:cNvPr>
                <p:cNvPicPr/>
                <p:nvPr/>
              </p:nvPicPr>
              <p:blipFill>
                <a:blip r:embed="rId185"/>
                <a:stretch>
                  <a:fillRect/>
                </a:stretch>
              </p:blipFill>
              <p:spPr>
                <a:xfrm>
                  <a:off x="11224550" y="4833757"/>
                  <a:ext cx="132480" cy="3571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9" name="Ink 118">
                  <a:extLst>
                    <a:ext uri="{FF2B5EF4-FFF2-40B4-BE49-F238E27FC236}">
                      <a16:creationId xmlns:a16="http://schemas.microsoft.com/office/drawing/2014/main" id="{B58DD003-50BF-F318-6AE8-C2D05AB5CCE1}"/>
                    </a:ext>
                  </a:extLst>
                </p14:cNvPr>
                <p14:cNvContentPartPr/>
                <p14:nvPr/>
              </p14:nvContentPartPr>
              <p14:xfrm>
                <a:off x="11243990" y="4944637"/>
                <a:ext cx="320040" cy="350640"/>
              </p14:xfrm>
            </p:contentPart>
          </mc:Choice>
          <mc:Fallback xmlns="">
            <p:pic>
              <p:nvPicPr>
                <p:cNvPr id="119" name="Ink 118">
                  <a:extLst>
                    <a:ext uri="{FF2B5EF4-FFF2-40B4-BE49-F238E27FC236}">
                      <a16:creationId xmlns:a16="http://schemas.microsoft.com/office/drawing/2014/main" id="{B58DD003-50BF-F318-6AE8-C2D05AB5CCE1}"/>
                    </a:ext>
                  </a:extLst>
                </p:cNvPr>
                <p:cNvPicPr/>
                <p:nvPr/>
              </p:nvPicPr>
              <p:blipFill>
                <a:blip r:embed="rId187"/>
                <a:stretch>
                  <a:fillRect/>
                </a:stretch>
              </p:blipFill>
              <p:spPr>
                <a:xfrm>
                  <a:off x="11225990" y="4926997"/>
                  <a:ext cx="35568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20" name="Ink 119">
                  <a:extLst>
                    <a:ext uri="{FF2B5EF4-FFF2-40B4-BE49-F238E27FC236}">
                      <a16:creationId xmlns:a16="http://schemas.microsoft.com/office/drawing/2014/main" id="{5135AAE5-AC5D-15FD-BE2D-8319BFF83E61}"/>
                    </a:ext>
                  </a:extLst>
                </p14:cNvPr>
                <p14:cNvContentPartPr/>
                <p14:nvPr/>
              </p14:nvContentPartPr>
              <p14:xfrm>
                <a:off x="10831790" y="4746637"/>
                <a:ext cx="66240" cy="294480"/>
              </p14:xfrm>
            </p:contentPart>
          </mc:Choice>
          <mc:Fallback xmlns="">
            <p:pic>
              <p:nvPicPr>
                <p:cNvPr id="120" name="Ink 119">
                  <a:extLst>
                    <a:ext uri="{FF2B5EF4-FFF2-40B4-BE49-F238E27FC236}">
                      <a16:creationId xmlns:a16="http://schemas.microsoft.com/office/drawing/2014/main" id="{5135AAE5-AC5D-15FD-BE2D-8319BFF83E61}"/>
                    </a:ext>
                  </a:extLst>
                </p:cNvPr>
                <p:cNvPicPr/>
                <p:nvPr/>
              </p:nvPicPr>
              <p:blipFill>
                <a:blip r:embed="rId189"/>
                <a:stretch>
                  <a:fillRect/>
                </a:stretch>
              </p:blipFill>
              <p:spPr>
                <a:xfrm>
                  <a:off x="10814150" y="4728637"/>
                  <a:ext cx="101880" cy="330120"/>
                </a:xfrm>
                <a:prstGeom prst="rect">
                  <a:avLst/>
                </a:prstGeom>
              </p:spPr>
            </p:pic>
          </mc:Fallback>
        </mc:AlternateContent>
      </p:grpSp>
    </p:spTree>
    <p:extLst>
      <p:ext uri="{BB962C8B-B14F-4D97-AF65-F5344CB8AC3E}">
        <p14:creationId xmlns:p14="http://schemas.microsoft.com/office/powerpoint/2010/main" val="1306337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Let’s</a:t>
            </a:r>
            <a:r>
              <a:rPr spc="-40" dirty="0"/>
              <a:t> </a:t>
            </a:r>
            <a:r>
              <a:rPr dirty="0"/>
              <a:t>talk</a:t>
            </a:r>
            <a:r>
              <a:rPr spc="-40" dirty="0"/>
              <a:t> </a:t>
            </a:r>
            <a:r>
              <a:rPr dirty="0"/>
              <a:t>about</a:t>
            </a:r>
            <a:r>
              <a:rPr spc="-20" dirty="0"/>
              <a:t> </a:t>
            </a:r>
            <a:r>
              <a:rPr dirty="0"/>
              <a:t>a</a:t>
            </a:r>
            <a:r>
              <a:rPr spc="-30" dirty="0"/>
              <a:t> </a:t>
            </a:r>
            <a:r>
              <a:rPr dirty="0"/>
              <a:t>real</a:t>
            </a:r>
            <a:r>
              <a:rPr spc="-45" dirty="0"/>
              <a:t> </a:t>
            </a:r>
            <a:r>
              <a:rPr dirty="0"/>
              <a:t>world</a:t>
            </a:r>
            <a:r>
              <a:rPr spc="-40" dirty="0"/>
              <a:t> </a:t>
            </a:r>
            <a:r>
              <a:rPr spc="-10" dirty="0"/>
              <a:t>system</a:t>
            </a:r>
          </a:p>
        </p:txBody>
      </p:sp>
      <p:sp>
        <p:nvSpPr>
          <p:cNvPr id="3" name="object 3"/>
          <p:cNvSpPr txBox="1"/>
          <p:nvPr/>
        </p:nvSpPr>
        <p:spPr>
          <a:xfrm>
            <a:off x="612140" y="3532123"/>
            <a:ext cx="10283825" cy="249428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Let’s</a:t>
            </a:r>
            <a:r>
              <a:rPr sz="1800" spc="-35" dirty="0">
                <a:latin typeface="Arial"/>
                <a:cs typeface="Arial"/>
              </a:rPr>
              <a:t> </a:t>
            </a:r>
            <a:r>
              <a:rPr sz="1800" dirty="0">
                <a:latin typeface="Arial"/>
                <a:cs typeface="Arial"/>
              </a:rPr>
              <a:t>imagine</a:t>
            </a:r>
            <a:r>
              <a:rPr sz="1800" spc="-10" dirty="0">
                <a:latin typeface="Arial"/>
                <a:cs typeface="Arial"/>
              </a:rPr>
              <a:t> </a:t>
            </a:r>
            <a:r>
              <a:rPr sz="1800" dirty="0">
                <a:latin typeface="Arial"/>
                <a:cs typeface="Arial"/>
              </a:rPr>
              <a:t>a</a:t>
            </a:r>
            <a:r>
              <a:rPr sz="1800" spc="-35" dirty="0">
                <a:latin typeface="Arial"/>
                <a:cs typeface="Arial"/>
              </a:rPr>
              <a:t> </a:t>
            </a:r>
            <a:r>
              <a:rPr sz="1800" dirty="0">
                <a:latin typeface="Arial"/>
                <a:cs typeface="Arial"/>
              </a:rPr>
              <a:t>system</a:t>
            </a:r>
            <a:r>
              <a:rPr sz="1800" spc="-10" dirty="0">
                <a:latin typeface="Arial"/>
                <a:cs typeface="Arial"/>
              </a:rPr>
              <a:t> </a:t>
            </a:r>
            <a:r>
              <a:rPr sz="1800" dirty="0">
                <a:latin typeface="Arial"/>
                <a:cs typeface="Arial"/>
              </a:rPr>
              <a:t>where</a:t>
            </a:r>
            <a:r>
              <a:rPr sz="1800" spc="15" dirty="0">
                <a:latin typeface="Arial"/>
                <a:cs typeface="Arial"/>
              </a:rPr>
              <a:t> </a:t>
            </a:r>
            <a:r>
              <a:rPr sz="1800" dirty="0">
                <a:latin typeface="Arial"/>
                <a:cs typeface="Arial"/>
              </a:rPr>
              <a:t>we</a:t>
            </a:r>
            <a:r>
              <a:rPr sz="1800" spc="-5" dirty="0">
                <a:latin typeface="Arial"/>
                <a:cs typeface="Arial"/>
              </a:rPr>
              <a:t> </a:t>
            </a:r>
            <a:r>
              <a:rPr sz="1800" dirty="0">
                <a:latin typeface="Arial"/>
                <a:cs typeface="Arial"/>
              </a:rPr>
              <a:t>would</a:t>
            </a:r>
            <a:r>
              <a:rPr sz="1800" spc="10" dirty="0">
                <a:latin typeface="Arial"/>
                <a:cs typeface="Arial"/>
              </a:rPr>
              <a:t> </a:t>
            </a:r>
            <a:r>
              <a:rPr sz="1800" dirty="0">
                <a:latin typeface="Arial"/>
                <a:cs typeface="Arial"/>
              </a:rPr>
              <a:t>like</a:t>
            </a:r>
            <a:r>
              <a:rPr sz="1800" spc="-20" dirty="0">
                <a:latin typeface="Arial"/>
                <a:cs typeface="Arial"/>
              </a:rPr>
              <a:t> </a:t>
            </a:r>
            <a:r>
              <a:rPr sz="1800" dirty="0">
                <a:latin typeface="Arial"/>
                <a:cs typeface="Arial"/>
              </a:rPr>
              <a:t>to</a:t>
            </a:r>
            <a:r>
              <a:rPr sz="1800" spc="-35" dirty="0">
                <a:latin typeface="Arial"/>
                <a:cs typeface="Arial"/>
              </a:rPr>
              <a:t> </a:t>
            </a:r>
            <a:r>
              <a:rPr sz="1800" dirty="0">
                <a:latin typeface="Arial"/>
                <a:cs typeface="Arial"/>
              </a:rPr>
              <a:t>send</a:t>
            </a:r>
            <a:r>
              <a:rPr sz="1800" spc="-35" dirty="0">
                <a:latin typeface="Arial"/>
                <a:cs typeface="Arial"/>
              </a:rPr>
              <a:t> </a:t>
            </a:r>
            <a:r>
              <a:rPr sz="1800" dirty="0">
                <a:latin typeface="Arial"/>
                <a:cs typeface="Arial"/>
              </a:rPr>
              <a:t>information</a:t>
            </a:r>
            <a:r>
              <a:rPr sz="1800" spc="-15" dirty="0">
                <a:latin typeface="Arial"/>
                <a:cs typeface="Arial"/>
              </a:rPr>
              <a:t> </a:t>
            </a:r>
            <a:r>
              <a:rPr sz="1800" dirty="0">
                <a:latin typeface="Arial"/>
                <a:cs typeface="Arial"/>
              </a:rPr>
              <a:t>from</a:t>
            </a:r>
            <a:r>
              <a:rPr sz="1800" spc="-40" dirty="0">
                <a:latin typeface="Arial"/>
                <a:cs typeface="Arial"/>
              </a:rPr>
              <a:t> </a:t>
            </a:r>
            <a:r>
              <a:rPr sz="1800" dirty="0">
                <a:latin typeface="Arial"/>
                <a:cs typeface="Arial"/>
              </a:rPr>
              <a:t>one</a:t>
            </a:r>
            <a:r>
              <a:rPr sz="1800" spc="-20" dirty="0">
                <a:latin typeface="Arial"/>
                <a:cs typeface="Arial"/>
              </a:rPr>
              <a:t> </a:t>
            </a:r>
            <a:r>
              <a:rPr sz="1800" dirty="0">
                <a:latin typeface="Arial"/>
                <a:cs typeface="Arial"/>
              </a:rPr>
              <a:t>place</a:t>
            </a:r>
            <a:r>
              <a:rPr sz="1800" spc="-20" dirty="0">
                <a:latin typeface="Arial"/>
                <a:cs typeface="Arial"/>
              </a:rPr>
              <a:t> </a:t>
            </a:r>
            <a:r>
              <a:rPr sz="1800" dirty="0">
                <a:latin typeface="Arial"/>
                <a:cs typeface="Arial"/>
              </a:rPr>
              <a:t>to</a:t>
            </a:r>
            <a:r>
              <a:rPr sz="1800" spc="-40" dirty="0">
                <a:latin typeface="Arial"/>
                <a:cs typeface="Arial"/>
              </a:rPr>
              <a:t> </a:t>
            </a:r>
            <a:r>
              <a:rPr sz="1800" dirty="0">
                <a:latin typeface="Arial"/>
                <a:cs typeface="Arial"/>
              </a:rPr>
              <a:t>another</a:t>
            </a:r>
            <a:r>
              <a:rPr sz="1800" spc="-15" dirty="0">
                <a:latin typeface="Arial"/>
                <a:cs typeface="Arial"/>
              </a:rPr>
              <a:t> </a:t>
            </a:r>
            <a:r>
              <a:rPr sz="1800" dirty="0">
                <a:latin typeface="Arial"/>
                <a:cs typeface="Arial"/>
              </a:rPr>
              <a:t>using</a:t>
            </a:r>
            <a:r>
              <a:rPr sz="1800" spc="-20" dirty="0">
                <a:latin typeface="Arial"/>
                <a:cs typeface="Arial"/>
              </a:rPr>
              <a:t> </a:t>
            </a:r>
            <a:r>
              <a:rPr sz="1800" spc="-10" dirty="0">
                <a:latin typeface="Arial"/>
                <a:cs typeface="Arial"/>
              </a:rPr>
              <a:t>light.</a:t>
            </a:r>
            <a:endParaRPr sz="1800">
              <a:latin typeface="Arial"/>
              <a:cs typeface="Arial"/>
            </a:endParaRPr>
          </a:p>
          <a:p>
            <a:pPr marL="12700" marR="1554480">
              <a:lnSpc>
                <a:spcPct val="200000"/>
              </a:lnSpc>
            </a:pPr>
            <a:r>
              <a:rPr sz="1800" dirty="0">
                <a:latin typeface="Arial"/>
                <a:cs typeface="Arial"/>
              </a:rPr>
              <a:t>Seems</a:t>
            </a:r>
            <a:r>
              <a:rPr sz="1800" spc="-25" dirty="0">
                <a:latin typeface="Arial"/>
                <a:cs typeface="Arial"/>
              </a:rPr>
              <a:t> </a:t>
            </a:r>
            <a:r>
              <a:rPr sz="1800" dirty="0">
                <a:latin typeface="Arial"/>
                <a:cs typeface="Arial"/>
              </a:rPr>
              <a:t>easy, right?</a:t>
            </a:r>
            <a:r>
              <a:rPr sz="1800" spc="-15" dirty="0">
                <a:latin typeface="Arial"/>
                <a:cs typeface="Arial"/>
              </a:rPr>
              <a:t> </a:t>
            </a:r>
            <a:r>
              <a:rPr sz="1800" dirty="0">
                <a:latin typeface="Arial"/>
                <a:cs typeface="Arial"/>
              </a:rPr>
              <a:t>We</a:t>
            </a:r>
            <a:r>
              <a:rPr sz="1800" spc="-30" dirty="0">
                <a:latin typeface="Arial"/>
                <a:cs typeface="Arial"/>
              </a:rPr>
              <a:t> </a:t>
            </a:r>
            <a:r>
              <a:rPr sz="1800" dirty="0">
                <a:latin typeface="Arial"/>
                <a:cs typeface="Arial"/>
              </a:rPr>
              <a:t>just</a:t>
            </a:r>
            <a:r>
              <a:rPr sz="1800" spc="-20" dirty="0">
                <a:latin typeface="Arial"/>
                <a:cs typeface="Arial"/>
              </a:rPr>
              <a:t> </a:t>
            </a:r>
            <a:r>
              <a:rPr sz="1800" dirty="0">
                <a:latin typeface="Arial"/>
                <a:cs typeface="Arial"/>
              </a:rPr>
              <a:t>flash</a:t>
            </a:r>
            <a:r>
              <a:rPr sz="1800" spc="-30" dirty="0">
                <a:latin typeface="Arial"/>
                <a:cs typeface="Arial"/>
              </a:rPr>
              <a:t> </a:t>
            </a:r>
            <a:r>
              <a:rPr sz="1800" dirty="0">
                <a:latin typeface="Arial"/>
                <a:cs typeface="Arial"/>
              </a:rPr>
              <a:t>an</a:t>
            </a:r>
            <a:r>
              <a:rPr sz="1800" spc="-30" dirty="0">
                <a:latin typeface="Arial"/>
                <a:cs typeface="Arial"/>
              </a:rPr>
              <a:t> </a:t>
            </a:r>
            <a:r>
              <a:rPr sz="1800" dirty="0">
                <a:latin typeface="Arial"/>
                <a:cs typeface="Arial"/>
              </a:rPr>
              <a:t>LED,</a:t>
            </a:r>
            <a:r>
              <a:rPr sz="1800" spc="-20" dirty="0">
                <a:latin typeface="Arial"/>
                <a:cs typeface="Arial"/>
              </a:rPr>
              <a:t> </a:t>
            </a:r>
            <a:r>
              <a:rPr sz="1800" dirty="0">
                <a:latin typeface="Arial"/>
                <a:cs typeface="Arial"/>
              </a:rPr>
              <a:t>detect</a:t>
            </a:r>
            <a:r>
              <a:rPr sz="1800" spc="-20" dirty="0">
                <a:latin typeface="Arial"/>
                <a:cs typeface="Arial"/>
              </a:rPr>
              <a:t> </a:t>
            </a:r>
            <a:r>
              <a:rPr sz="1800" dirty="0">
                <a:latin typeface="Arial"/>
                <a:cs typeface="Arial"/>
              </a:rPr>
              <a:t>those</a:t>
            </a:r>
            <a:r>
              <a:rPr sz="1800" spc="-15" dirty="0">
                <a:latin typeface="Arial"/>
                <a:cs typeface="Arial"/>
              </a:rPr>
              <a:t> </a:t>
            </a:r>
            <a:r>
              <a:rPr sz="1800" dirty="0">
                <a:latin typeface="Arial"/>
                <a:cs typeface="Arial"/>
              </a:rPr>
              <a:t>flashes,</a:t>
            </a:r>
            <a:r>
              <a:rPr sz="1800" spc="-20" dirty="0">
                <a:latin typeface="Arial"/>
                <a:cs typeface="Arial"/>
              </a:rPr>
              <a:t> </a:t>
            </a:r>
            <a:r>
              <a:rPr sz="1800" dirty="0">
                <a:latin typeface="Arial"/>
                <a:cs typeface="Arial"/>
              </a:rPr>
              <a:t>and</a:t>
            </a:r>
            <a:r>
              <a:rPr sz="1800" spc="-15" dirty="0">
                <a:latin typeface="Arial"/>
                <a:cs typeface="Arial"/>
              </a:rPr>
              <a:t> </a:t>
            </a:r>
            <a:r>
              <a:rPr sz="1800" dirty="0">
                <a:latin typeface="Arial"/>
                <a:cs typeface="Arial"/>
              </a:rPr>
              <a:t>then</a:t>
            </a:r>
            <a:r>
              <a:rPr sz="1800" spc="-30" dirty="0">
                <a:latin typeface="Arial"/>
                <a:cs typeface="Arial"/>
              </a:rPr>
              <a:t> </a:t>
            </a:r>
            <a:r>
              <a:rPr sz="1800" dirty="0">
                <a:latin typeface="Arial"/>
                <a:cs typeface="Arial"/>
              </a:rPr>
              <a:t>we</a:t>
            </a:r>
            <a:r>
              <a:rPr sz="1800" spc="5" dirty="0">
                <a:latin typeface="Arial"/>
                <a:cs typeface="Arial"/>
              </a:rPr>
              <a:t> </a:t>
            </a:r>
            <a:r>
              <a:rPr sz="1800" dirty="0">
                <a:latin typeface="Arial"/>
                <a:cs typeface="Arial"/>
              </a:rPr>
              <a:t>are</a:t>
            </a:r>
            <a:r>
              <a:rPr sz="1800" spc="-15" dirty="0">
                <a:latin typeface="Arial"/>
                <a:cs typeface="Arial"/>
              </a:rPr>
              <a:t> </a:t>
            </a:r>
            <a:r>
              <a:rPr sz="1800" spc="-10" dirty="0">
                <a:latin typeface="Arial"/>
                <a:cs typeface="Arial"/>
              </a:rPr>
              <a:t>done. </a:t>
            </a:r>
            <a:r>
              <a:rPr sz="1800" dirty="0">
                <a:latin typeface="Arial"/>
                <a:cs typeface="Arial"/>
              </a:rPr>
              <a:t>But</a:t>
            </a:r>
            <a:r>
              <a:rPr sz="1800" spc="-20" dirty="0">
                <a:latin typeface="Arial"/>
                <a:cs typeface="Arial"/>
              </a:rPr>
              <a:t> </a:t>
            </a:r>
            <a:r>
              <a:rPr sz="1800" dirty="0">
                <a:latin typeface="Arial"/>
                <a:cs typeface="Arial"/>
              </a:rPr>
              <a:t>how</a:t>
            </a:r>
            <a:r>
              <a:rPr sz="1800" spc="-20" dirty="0">
                <a:latin typeface="Arial"/>
                <a:cs typeface="Arial"/>
              </a:rPr>
              <a:t> </a:t>
            </a:r>
            <a:r>
              <a:rPr sz="1800" dirty="0">
                <a:latin typeface="Arial"/>
                <a:cs typeface="Arial"/>
              </a:rPr>
              <a:t>much</a:t>
            </a:r>
            <a:r>
              <a:rPr sz="1800" spc="-15" dirty="0">
                <a:latin typeface="Arial"/>
                <a:cs typeface="Arial"/>
              </a:rPr>
              <a:t> </a:t>
            </a:r>
            <a:r>
              <a:rPr sz="1800" dirty="0">
                <a:latin typeface="Arial"/>
                <a:cs typeface="Arial"/>
              </a:rPr>
              <a:t>data</a:t>
            </a:r>
            <a:r>
              <a:rPr sz="1800" spc="-25" dirty="0">
                <a:latin typeface="Arial"/>
                <a:cs typeface="Arial"/>
              </a:rPr>
              <a:t> </a:t>
            </a:r>
            <a:r>
              <a:rPr sz="1800" dirty="0">
                <a:latin typeface="Arial"/>
                <a:cs typeface="Arial"/>
              </a:rPr>
              <a:t>could</a:t>
            </a:r>
            <a:r>
              <a:rPr sz="1800" spc="-15" dirty="0">
                <a:latin typeface="Arial"/>
                <a:cs typeface="Arial"/>
              </a:rPr>
              <a:t> </a:t>
            </a:r>
            <a:r>
              <a:rPr sz="1800" dirty="0">
                <a:latin typeface="Arial"/>
                <a:cs typeface="Arial"/>
              </a:rPr>
              <a:t>we</a:t>
            </a:r>
            <a:r>
              <a:rPr sz="1800" spc="10" dirty="0">
                <a:latin typeface="Arial"/>
                <a:cs typeface="Arial"/>
              </a:rPr>
              <a:t> </a:t>
            </a:r>
            <a:r>
              <a:rPr sz="1800" dirty="0">
                <a:latin typeface="Arial"/>
                <a:cs typeface="Arial"/>
              </a:rPr>
              <a:t>send</a:t>
            </a:r>
            <a:r>
              <a:rPr sz="1800" spc="-15" dirty="0">
                <a:latin typeface="Arial"/>
                <a:cs typeface="Arial"/>
              </a:rPr>
              <a:t> </a:t>
            </a:r>
            <a:r>
              <a:rPr sz="1800" dirty="0">
                <a:latin typeface="Arial"/>
                <a:cs typeface="Arial"/>
              </a:rPr>
              <a:t>with</a:t>
            </a:r>
            <a:r>
              <a:rPr sz="1800" spc="10" dirty="0">
                <a:latin typeface="Arial"/>
                <a:cs typeface="Arial"/>
              </a:rPr>
              <a:t> </a:t>
            </a:r>
            <a:r>
              <a:rPr sz="1800" dirty="0">
                <a:latin typeface="Arial"/>
                <a:cs typeface="Arial"/>
              </a:rPr>
              <a:t>such</a:t>
            </a:r>
            <a:r>
              <a:rPr sz="1800" spc="-15" dirty="0">
                <a:latin typeface="Arial"/>
                <a:cs typeface="Arial"/>
              </a:rPr>
              <a:t> </a:t>
            </a:r>
            <a:r>
              <a:rPr sz="1800" dirty="0">
                <a:latin typeface="Arial"/>
                <a:cs typeface="Arial"/>
              </a:rPr>
              <a:t>a</a:t>
            </a:r>
            <a:r>
              <a:rPr sz="1800" spc="-25" dirty="0">
                <a:latin typeface="Arial"/>
                <a:cs typeface="Arial"/>
              </a:rPr>
              <a:t> </a:t>
            </a:r>
            <a:r>
              <a:rPr sz="1800" spc="-10" dirty="0">
                <a:latin typeface="Arial"/>
                <a:cs typeface="Arial"/>
              </a:rPr>
              <a:t>signal?</a:t>
            </a:r>
            <a:endParaRPr sz="1800">
              <a:latin typeface="Arial"/>
              <a:cs typeface="Arial"/>
            </a:endParaRPr>
          </a:p>
          <a:p>
            <a:pPr marL="12700" marR="6709409">
              <a:lnSpc>
                <a:spcPct val="200000"/>
              </a:lnSpc>
            </a:pPr>
            <a:r>
              <a:rPr sz="1800" dirty="0">
                <a:latin typeface="Arial"/>
                <a:cs typeface="Arial"/>
              </a:rPr>
              <a:t>What</a:t>
            </a:r>
            <a:r>
              <a:rPr sz="1800" spc="-45" dirty="0">
                <a:latin typeface="Arial"/>
                <a:cs typeface="Arial"/>
              </a:rPr>
              <a:t> </a:t>
            </a:r>
            <a:r>
              <a:rPr sz="1800" dirty="0">
                <a:latin typeface="Arial"/>
                <a:cs typeface="Arial"/>
              </a:rPr>
              <a:t>components</a:t>
            </a:r>
            <a:r>
              <a:rPr sz="1800" spc="-35" dirty="0">
                <a:latin typeface="Arial"/>
                <a:cs typeface="Arial"/>
              </a:rPr>
              <a:t> </a:t>
            </a:r>
            <a:r>
              <a:rPr sz="1800" dirty="0">
                <a:latin typeface="Arial"/>
                <a:cs typeface="Arial"/>
              </a:rPr>
              <a:t>would</a:t>
            </a:r>
            <a:r>
              <a:rPr sz="1800" spc="-5" dirty="0">
                <a:latin typeface="Arial"/>
                <a:cs typeface="Arial"/>
              </a:rPr>
              <a:t> </a:t>
            </a:r>
            <a:r>
              <a:rPr sz="1800" dirty="0">
                <a:latin typeface="Arial"/>
                <a:cs typeface="Arial"/>
              </a:rPr>
              <a:t>we</a:t>
            </a:r>
            <a:r>
              <a:rPr sz="1800" spc="-5" dirty="0">
                <a:latin typeface="Arial"/>
                <a:cs typeface="Arial"/>
              </a:rPr>
              <a:t> </a:t>
            </a:r>
            <a:r>
              <a:rPr sz="1800" spc="-10" dirty="0">
                <a:latin typeface="Arial"/>
                <a:cs typeface="Arial"/>
              </a:rPr>
              <a:t>need? </a:t>
            </a:r>
            <a:r>
              <a:rPr sz="1800" dirty="0">
                <a:latin typeface="Arial"/>
                <a:cs typeface="Arial"/>
              </a:rPr>
              <a:t>How</a:t>
            </a:r>
            <a:r>
              <a:rPr sz="1800" spc="-25" dirty="0">
                <a:latin typeface="Arial"/>
                <a:cs typeface="Arial"/>
              </a:rPr>
              <a:t> </a:t>
            </a:r>
            <a:r>
              <a:rPr sz="1800" dirty="0">
                <a:latin typeface="Arial"/>
                <a:cs typeface="Arial"/>
              </a:rPr>
              <a:t>can</a:t>
            </a:r>
            <a:r>
              <a:rPr sz="1800" spc="-30" dirty="0">
                <a:latin typeface="Arial"/>
                <a:cs typeface="Arial"/>
              </a:rPr>
              <a:t> </a:t>
            </a:r>
            <a:r>
              <a:rPr sz="1800" dirty="0">
                <a:latin typeface="Arial"/>
                <a:cs typeface="Arial"/>
              </a:rPr>
              <a:t>we</a:t>
            </a:r>
            <a:r>
              <a:rPr sz="1800" spc="-5" dirty="0">
                <a:latin typeface="Arial"/>
                <a:cs typeface="Arial"/>
              </a:rPr>
              <a:t> </a:t>
            </a:r>
            <a:r>
              <a:rPr sz="1800" dirty="0">
                <a:latin typeface="Arial"/>
                <a:cs typeface="Arial"/>
              </a:rPr>
              <a:t>accomplish</a:t>
            </a:r>
            <a:r>
              <a:rPr sz="1800" spc="-10" dirty="0">
                <a:latin typeface="Arial"/>
                <a:cs typeface="Arial"/>
              </a:rPr>
              <a:t> </a:t>
            </a:r>
            <a:r>
              <a:rPr sz="1800" spc="-20" dirty="0">
                <a:latin typeface="Arial"/>
                <a:cs typeface="Arial"/>
              </a:rPr>
              <a:t>this?</a:t>
            </a:r>
            <a:endParaRPr sz="1800">
              <a:latin typeface="Arial"/>
              <a:cs typeface="Arial"/>
            </a:endParaRPr>
          </a:p>
        </p:txBody>
      </p:sp>
      <p:grpSp>
        <p:nvGrpSpPr>
          <p:cNvPr id="4" name="object 4"/>
          <p:cNvGrpSpPr/>
          <p:nvPr/>
        </p:nvGrpSpPr>
        <p:grpSpPr>
          <a:xfrm>
            <a:off x="444500" y="1587500"/>
            <a:ext cx="939800" cy="939800"/>
            <a:chOff x="444500" y="1587500"/>
            <a:chExt cx="939800" cy="939800"/>
          </a:xfrm>
        </p:grpSpPr>
        <p:sp>
          <p:nvSpPr>
            <p:cNvPr id="5" name="object 5"/>
            <p:cNvSpPr/>
            <p:nvPr/>
          </p:nvSpPr>
          <p:spPr>
            <a:xfrm>
              <a:off x="457200"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6" name="object 6"/>
            <p:cNvSpPr/>
            <p:nvPr/>
          </p:nvSpPr>
          <p:spPr>
            <a:xfrm>
              <a:off x="457200"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7" name="object 7"/>
          <p:cNvSpPr txBox="1"/>
          <p:nvPr/>
        </p:nvSpPr>
        <p:spPr>
          <a:xfrm>
            <a:off x="538130" y="1925827"/>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grpSp>
        <p:nvGrpSpPr>
          <p:cNvPr id="8" name="object 8"/>
          <p:cNvGrpSpPr/>
          <p:nvPr/>
        </p:nvGrpSpPr>
        <p:grpSpPr>
          <a:xfrm>
            <a:off x="1617002" y="1587500"/>
            <a:ext cx="939800" cy="939800"/>
            <a:chOff x="1617002" y="1587500"/>
            <a:chExt cx="939800" cy="939800"/>
          </a:xfrm>
        </p:grpSpPr>
        <p:sp>
          <p:nvSpPr>
            <p:cNvPr id="9" name="object 9"/>
            <p:cNvSpPr/>
            <p:nvPr/>
          </p:nvSpPr>
          <p:spPr>
            <a:xfrm>
              <a:off x="1629702"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0" name="object 10"/>
            <p:cNvSpPr/>
            <p:nvPr/>
          </p:nvSpPr>
          <p:spPr>
            <a:xfrm>
              <a:off x="1629702"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1" name="object 11"/>
          <p:cNvSpPr txBox="1"/>
          <p:nvPr/>
        </p:nvSpPr>
        <p:spPr>
          <a:xfrm>
            <a:off x="1712157" y="1712468"/>
            <a:ext cx="749300" cy="666750"/>
          </a:xfrm>
          <a:prstGeom prst="rect">
            <a:avLst/>
          </a:prstGeom>
        </p:spPr>
        <p:txBody>
          <a:bodyPr vert="horz" wrap="square" lIns="0" tIns="13335" rIns="0" bIns="0" rtlCol="0">
            <a:spAutoFit/>
          </a:bodyPr>
          <a:lstStyle/>
          <a:p>
            <a:pPr marL="12700" marR="5080" algn="ctr">
              <a:lnSpc>
                <a:spcPct val="100000"/>
              </a:lnSpc>
              <a:spcBef>
                <a:spcPts val="105"/>
              </a:spcBef>
            </a:pPr>
            <a:r>
              <a:rPr sz="1400" dirty="0">
                <a:solidFill>
                  <a:srgbClr val="FFFFFF"/>
                </a:solidFill>
                <a:latin typeface="Calibri"/>
                <a:cs typeface="Calibri"/>
              </a:rPr>
              <a:t>Digital</a:t>
            </a:r>
            <a:r>
              <a:rPr sz="1400" spc="-40"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Analog Converter</a:t>
            </a:r>
            <a:endParaRPr sz="1400">
              <a:latin typeface="Calibri"/>
              <a:cs typeface="Calibri"/>
            </a:endParaRPr>
          </a:p>
        </p:txBody>
      </p:sp>
      <p:grpSp>
        <p:nvGrpSpPr>
          <p:cNvPr id="12" name="object 12"/>
          <p:cNvGrpSpPr/>
          <p:nvPr/>
        </p:nvGrpSpPr>
        <p:grpSpPr>
          <a:xfrm>
            <a:off x="2875699" y="1587500"/>
            <a:ext cx="939800" cy="939800"/>
            <a:chOff x="2875699" y="1587500"/>
            <a:chExt cx="939800" cy="939800"/>
          </a:xfrm>
        </p:grpSpPr>
        <p:sp>
          <p:nvSpPr>
            <p:cNvPr id="13" name="object 13"/>
            <p:cNvSpPr/>
            <p:nvPr/>
          </p:nvSpPr>
          <p:spPr>
            <a:xfrm>
              <a:off x="2888399"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4" name="object 14"/>
            <p:cNvSpPr/>
            <p:nvPr/>
          </p:nvSpPr>
          <p:spPr>
            <a:xfrm>
              <a:off x="2888399"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5" name="object 15"/>
          <p:cNvSpPr txBox="1"/>
          <p:nvPr/>
        </p:nvSpPr>
        <p:spPr>
          <a:xfrm>
            <a:off x="3098873" y="1712468"/>
            <a:ext cx="492125" cy="666750"/>
          </a:xfrm>
          <a:prstGeom prst="rect">
            <a:avLst/>
          </a:prstGeom>
        </p:spPr>
        <p:txBody>
          <a:bodyPr vert="horz" wrap="square" lIns="0" tIns="13335" rIns="0" bIns="0" rtlCol="0">
            <a:spAutoFit/>
          </a:bodyPr>
          <a:lstStyle/>
          <a:p>
            <a:pPr algn="ctr">
              <a:lnSpc>
                <a:spcPct val="100000"/>
              </a:lnSpc>
              <a:spcBef>
                <a:spcPts val="105"/>
              </a:spcBef>
            </a:pPr>
            <a:r>
              <a:rPr sz="1400" spc="-25" dirty="0">
                <a:solidFill>
                  <a:srgbClr val="FFFFFF"/>
                </a:solidFill>
                <a:latin typeface="Calibri"/>
                <a:cs typeface="Calibri"/>
              </a:rPr>
              <a:t>LED</a:t>
            </a:r>
            <a:endParaRPr sz="1400">
              <a:latin typeface="Calibri"/>
              <a:cs typeface="Calibri"/>
            </a:endParaRPr>
          </a:p>
          <a:p>
            <a:pPr marL="12700" marR="5080" indent="-635" algn="ctr">
              <a:lnSpc>
                <a:spcPct val="100000"/>
              </a:lnSpc>
            </a:pPr>
            <a:r>
              <a:rPr sz="1400" spc="-10" dirty="0">
                <a:solidFill>
                  <a:srgbClr val="FFFFFF"/>
                </a:solidFill>
                <a:latin typeface="Calibri"/>
                <a:cs typeface="Calibri"/>
              </a:rPr>
              <a:t>Driver Circuit</a:t>
            </a:r>
            <a:endParaRPr sz="1400">
              <a:latin typeface="Calibri"/>
              <a:cs typeface="Calibri"/>
            </a:endParaRPr>
          </a:p>
        </p:txBody>
      </p:sp>
      <p:grpSp>
        <p:nvGrpSpPr>
          <p:cNvPr id="16" name="object 16"/>
          <p:cNvGrpSpPr/>
          <p:nvPr/>
        </p:nvGrpSpPr>
        <p:grpSpPr>
          <a:xfrm>
            <a:off x="4125455" y="1587500"/>
            <a:ext cx="939800" cy="939800"/>
            <a:chOff x="4125455" y="1587500"/>
            <a:chExt cx="939800" cy="939800"/>
          </a:xfrm>
        </p:grpSpPr>
        <p:sp>
          <p:nvSpPr>
            <p:cNvPr id="17" name="object 17"/>
            <p:cNvSpPr/>
            <p:nvPr/>
          </p:nvSpPr>
          <p:spPr>
            <a:xfrm>
              <a:off x="4138155"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8" name="object 18"/>
            <p:cNvSpPr/>
            <p:nvPr/>
          </p:nvSpPr>
          <p:spPr>
            <a:xfrm>
              <a:off x="4138155"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9" name="object 19"/>
          <p:cNvSpPr txBox="1"/>
          <p:nvPr/>
        </p:nvSpPr>
        <p:spPr>
          <a:xfrm>
            <a:off x="4446158" y="1925827"/>
            <a:ext cx="29718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LED</a:t>
            </a:r>
            <a:endParaRPr sz="1400">
              <a:latin typeface="Calibri"/>
              <a:cs typeface="Calibri"/>
            </a:endParaRPr>
          </a:p>
        </p:txBody>
      </p:sp>
      <p:grpSp>
        <p:nvGrpSpPr>
          <p:cNvPr id="20" name="object 20"/>
          <p:cNvGrpSpPr/>
          <p:nvPr/>
        </p:nvGrpSpPr>
        <p:grpSpPr>
          <a:xfrm>
            <a:off x="7344371" y="1587500"/>
            <a:ext cx="939800" cy="939800"/>
            <a:chOff x="7344371" y="1587500"/>
            <a:chExt cx="939800" cy="939800"/>
          </a:xfrm>
        </p:grpSpPr>
        <p:sp>
          <p:nvSpPr>
            <p:cNvPr id="21" name="object 21"/>
            <p:cNvSpPr/>
            <p:nvPr/>
          </p:nvSpPr>
          <p:spPr>
            <a:xfrm>
              <a:off x="7357071"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2" name="object 22"/>
            <p:cNvSpPr/>
            <p:nvPr/>
          </p:nvSpPr>
          <p:spPr>
            <a:xfrm>
              <a:off x="7357071"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3" name="object 23"/>
          <p:cNvSpPr txBox="1"/>
          <p:nvPr/>
        </p:nvSpPr>
        <p:spPr>
          <a:xfrm>
            <a:off x="7700134" y="1925827"/>
            <a:ext cx="226695"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PD</a:t>
            </a:r>
            <a:endParaRPr sz="1400">
              <a:latin typeface="Calibri"/>
              <a:cs typeface="Calibri"/>
            </a:endParaRPr>
          </a:p>
        </p:txBody>
      </p:sp>
      <p:grpSp>
        <p:nvGrpSpPr>
          <p:cNvPr id="24" name="object 24"/>
          <p:cNvGrpSpPr/>
          <p:nvPr/>
        </p:nvGrpSpPr>
        <p:grpSpPr>
          <a:xfrm>
            <a:off x="9712108" y="1587500"/>
            <a:ext cx="939800" cy="939800"/>
            <a:chOff x="9712108" y="1587500"/>
            <a:chExt cx="939800" cy="939800"/>
          </a:xfrm>
        </p:grpSpPr>
        <p:sp>
          <p:nvSpPr>
            <p:cNvPr id="25" name="object 25"/>
            <p:cNvSpPr/>
            <p:nvPr/>
          </p:nvSpPr>
          <p:spPr>
            <a:xfrm>
              <a:off x="9724808"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6" name="object 26"/>
            <p:cNvSpPr/>
            <p:nvPr/>
          </p:nvSpPr>
          <p:spPr>
            <a:xfrm>
              <a:off x="9724808"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7" name="object 27"/>
          <p:cNvSpPr txBox="1"/>
          <p:nvPr/>
        </p:nvSpPr>
        <p:spPr>
          <a:xfrm>
            <a:off x="9807254" y="1712468"/>
            <a:ext cx="749300" cy="666750"/>
          </a:xfrm>
          <a:prstGeom prst="rect">
            <a:avLst/>
          </a:prstGeom>
        </p:spPr>
        <p:txBody>
          <a:bodyPr vert="horz" wrap="square" lIns="0" tIns="13335" rIns="0" bIns="0" rtlCol="0">
            <a:spAutoFit/>
          </a:bodyPr>
          <a:lstStyle/>
          <a:p>
            <a:pPr marL="12065" marR="5080" indent="-1905" algn="ctr">
              <a:lnSpc>
                <a:spcPct val="100000"/>
              </a:lnSpc>
              <a:spcBef>
                <a:spcPts val="105"/>
              </a:spcBef>
            </a:pPr>
            <a:r>
              <a:rPr sz="1400" dirty="0">
                <a:solidFill>
                  <a:srgbClr val="FFFFFF"/>
                </a:solidFill>
                <a:latin typeface="Calibri"/>
                <a:cs typeface="Calibri"/>
              </a:rPr>
              <a:t>Analog</a:t>
            </a:r>
            <a:r>
              <a:rPr sz="1400" spc="-45"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Digital Converter</a:t>
            </a:r>
            <a:endParaRPr sz="1400">
              <a:latin typeface="Calibri"/>
              <a:cs typeface="Calibri"/>
            </a:endParaRPr>
          </a:p>
        </p:txBody>
      </p:sp>
      <p:grpSp>
        <p:nvGrpSpPr>
          <p:cNvPr id="28" name="object 28"/>
          <p:cNvGrpSpPr/>
          <p:nvPr/>
        </p:nvGrpSpPr>
        <p:grpSpPr>
          <a:xfrm>
            <a:off x="8539619" y="1592948"/>
            <a:ext cx="939800" cy="939800"/>
            <a:chOff x="8539619" y="1592948"/>
            <a:chExt cx="939800" cy="939800"/>
          </a:xfrm>
        </p:grpSpPr>
        <p:sp>
          <p:nvSpPr>
            <p:cNvPr id="29" name="object 29"/>
            <p:cNvSpPr/>
            <p:nvPr/>
          </p:nvSpPr>
          <p:spPr>
            <a:xfrm>
              <a:off x="8552319" y="1605648"/>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0" name="object 30"/>
            <p:cNvSpPr/>
            <p:nvPr/>
          </p:nvSpPr>
          <p:spPr>
            <a:xfrm>
              <a:off x="8552319" y="1605648"/>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1" name="object 31"/>
          <p:cNvSpPr txBox="1"/>
          <p:nvPr/>
        </p:nvSpPr>
        <p:spPr>
          <a:xfrm>
            <a:off x="8662171" y="1931277"/>
            <a:ext cx="69278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Amplifier</a:t>
            </a:r>
            <a:endParaRPr sz="1400">
              <a:latin typeface="Calibri"/>
              <a:cs typeface="Calibri"/>
            </a:endParaRPr>
          </a:p>
        </p:txBody>
      </p:sp>
      <p:grpSp>
        <p:nvGrpSpPr>
          <p:cNvPr id="32" name="object 32"/>
          <p:cNvGrpSpPr/>
          <p:nvPr/>
        </p:nvGrpSpPr>
        <p:grpSpPr>
          <a:xfrm>
            <a:off x="10829823" y="1597329"/>
            <a:ext cx="939800" cy="939800"/>
            <a:chOff x="10829823" y="1597329"/>
            <a:chExt cx="939800" cy="939800"/>
          </a:xfrm>
        </p:grpSpPr>
        <p:sp>
          <p:nvSpPr>
            <p:cNvPr id="33" name="object 33"/>
            <p:cNvSpPr/>
            <p:nvPr/>
          </p:nvSpPr>
          <p:spPr>
            <a:xfrm>
              <a:off x="10842523" y="16100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4" name="object 34"/>
            <p:cNvSpPr/>
            <p:nvPr/>
          </p:nvSpPr>
          <p:spPr>
            <a:xfrm>
              <a:off x="10842523" y="16100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5" name="object 35"/>
          <p:cNvSpPr txBox="1"/>
          <p:nvPr/>
        </p:nvSpPr>
        <p:spPr>
          <a:xfrm>
            <a:off x="10923452" y="1935660"/>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sp>
        <p:nvSpPr>
          <p:cNvPr id="36" name="object 36"/>
          <p:cNvSpPr/>
          <p:nvPr/>
        </p:nvSpPr>
        <p:spPr>
          <a:xfrm>
            <a:off x="304800" y="1371600"/>
            <a:ext cx="4876800" cy="1371600"/>
          </a:xfrm>
          <a:custGeom>
            <a:avLst/>
            <a:gdLst/>
            <a:ahLst/>
            <a:cxnLst/>
            <a:rect l="l" t="t" r="r" b="b"/>
            <a:pathLst>
              <a:path w="4876800" h="1371600">
                <a:moveTo>
                  <a:pt x="0" y="0"/>
                </a:moveTo>
                <a:lnTo>
                  <a:pt x="4876800" y="0"/>
                </a:lnTo>
                <a:lnTo>
                  <a:pt x="48768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sp>
        <p:nvSpPr>
          <p:cNvPr id="37" name="object 37"/>
          <p:cNvSpPr/>
          <p:nvPr/>
        </p:nvSpPr>
        <p:spPr>
          <a:xfrm>
            <a:off x="7239000" y="1361770"/>
            <a:ext cx="4800600" cy="1371600"/>
          </a:xfrm>
          <a:custGeom>
            <a:avLst/>
            <a:gdLst/>
            <a:ahLst/>
            <a:cxnLst/>
            <a:rect l="l" t="t" r="r" b="b"/>
            <a:pathLst>
              <a:path w="4800600" h="1371600">
                <a:moveTo>
                  <a:pt x="0" y="0"/>
                </a:moveTo>
                <a:lnTo>
                  <a:pt x="4800600" y="0"/>
                </a:lnTo>
                <a:lnTo>
                  <a:pt x="48006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grpSp>
        <p:nvGrpSpPr>
          <p:cNvPr id="38" name="object 38"/>
          <p:cNvGrpSpPr/>
          <p:nvPr/>
        </p:nvGrpSpPr>
        <p:grpSpPr>
          <a:xfrm>
            <a:off x="5245100" y="1968500"/>
            <a:ext cx="1877695" cy="177800"/>
            <a:chOff x="5245100" y="1968500"/>
            <a:chExt cx="1877695" cy="177800"/>
          </a:xfrm>
        </p:grpSpPr>
        <p:sp>
          <p:nvSpPr>
            <p:cNvPr id="39" name="object 39"/>
            <p:cNvSpPr/>
            <p:nvPr/>
          </p:nvSpPr>
          <p:spPr>
            <a:xfrm>
              <a:off x="5257800" y="1981200"/>
              <a:ext cx="1852295" cy="152400"/>
            </a:xfrm>
            <a:custGeom>
              <a:avLst/>
              <a:gdLst/>
              <a:ahLst/>
              <a:cxnLst/>
              <a:rect l="l" t="t" r="r" b="b"/>
              <a:pathLst>
                <a:path w="1852295" h="152400">
                  <a:moveTo>
                    <a:pt x="1775955" y="0"/>
                  </a:moveTo>
                  <a:lnTo>
                    <a:pt x="1775955" y="38100"/>
                  </a:lnTo>
                  <a:lnTo>
                    <a:pt x="0" y="38100"/>
                  </a:lnTo>
                  <a:lnTo>
                    <a:pt x="0" y="114300"/>
                  </a:lnTo>
                  <a:lnTo>
                    <a:pt x="1775955" y="114300"/>
                  </a:lnTo>
                  <a:lnTo>
                    <a:pt x="1775955" y="152400"/>
                  </a:lnTo>
                  <a:lnTo>
                    <a:pt x="1852155" y="76200"/>
                  </a:lnTo>
                  <a:lnTo>
                    <a:pt x="1775955" y="0"/>
                  </a:lnTo>
                  <a:close/>
                </a:path>
              </a:pathLst>
            </a:custGeom>
            <a:solidFill>
              <a:srgbClr val="4F81BC"/>
            </a:solidFill>
          </p:spPr>
          <p:txBody>
            <a:bodyPr wrap="square" lIns="0" tIns="0" rIns="0" bIns="0" rtlCol="0"/>
            <a:lstStyle/>
            <a:p>
              <a:endParaRPr/>
            </a:p>
          </p:txBody>
        </p:sp>
        <p:sp>
          <p:nvSpPr>
            <p:cNvPr id="40" name="object 40"/>
            <p:cNvSpPr/>
            <p:nvPr/>
          </p:nvSpPr>
          <p:spPr>
            <a:xfrm>
              <a:off x="5257800" y="1981200"/>
              <a:ext cx="1852295" cy="152400"/>
            </a:xfrm>
            <a:custGeom>
              <a:avLst/>
              <a:gdLst/>
              <a:ahLst/>
              <a:cxnLst/>
              <a:rect l="l" t="t" r="r" b="b"/>
              <a:pathLst>
                <a:path w="1852295" h="152400">
                  <a:moveTo>
                    <a:pt x="0" y="38100"/>
                  </a:moveTo>
                  <a:lnTo>
                    <a:pt x="1775955" y="38100"/>
                  </a:lnTo>
                  <a:lnTo>
                    <a:pt x="1775955" y="0"/>
                  </a:lnTo>
                  <a:lnTo>
                    <a:pt x="1852155" y="76200"/>
                  </a:lnTo>
                  <a:lnTo>
                    <a:pt x="1775955" y="152400"/>
                  </a:lnTo>
                  <a:lnTo>
                    <a:pt x="1775955" y="114300"/>
                  </a:lnTo>
                  <a:lnTo>
                    <a:pt x="0" y="114300"/>
                  </a:lnTo>
                  <a:lnTo>
                    <a:pt x="0" y="38100"/>
                  </a:lnTo>
                  <a:close/>
                </a:path>
              </a:pathLst>
            </a:custGeom>
            <a:ln w="25400">
              <a:solidFill>
                <a:srgbClr val="1C334E"/>
              </a:solidFill>
            </a:ln>
          </p:spPr>
          <p:txBody>
            <a:bodyPr wrap="square" lIns="0" tIns="0" rIns="0" bIns="0" rtlCol="0"/>
            <a:lstStyle/>
            <a:p>
              <a:endParaRPr/>
            </a:p>
          </p:txBody>
        </p:sp>
      </p:grpSp>
      <p:grpSp>
        <p:nvGrpSpPr>
          <p:cNvPr id="46" name="Group 45">
            <a:extLst>
              <a:ext uri="{FF2B5EF4-FFF2-40B4-BE49-F238E27FC236}">
                <a16:creationId xmlns:a16="http://schemas.microsoft.com/office/drawing/2014/main" id="{D3AC2C6F-08D9-D232-EB1E-72A50D5EE29D}"/>
              </a:ext>
            </a:extLst>
          </p:cNvPr>
          <p:cNvGrpSpPr/>
          <p:nvPr/>
        </p:nvGrpSpPr>
        <p:grpSpPr>
          <a:xfrm>
            <a:off x="601576" y="796873"/>
            <a:ext cx="565920" cy="402840"/>
            <a:chOff x="601576" y="796873"/>
            <a:chExt cx="565920" cy="402840"/>
          </a:xfrm>
        </p:grpSpPr>
        <mc:AlternateContent xmlns:mc="http://schemas.openxmlformats.org/markup-compatibility/2006" xmlns:p14="http://schemas.microsoft.com/office/powerpoint/2010/main">
          <mc:Choice Requires="p14">
            <p:contentPart p14:bwMode="auto" r:id="rId2">
              <p14:nvContentPartPr>
                <p14:cNvPr id="41" name="Ink 40">
                  <a:extLst>
                    <a:ext uri="{FF2B5EF4-FFF2-40B4-BE49-F238E27FC236}">
                      <a16:creationId xmlns:a16="http://schemas.microsoft.com/office/drawing/2014/main" id="{91F155C3-A7BB-A8FA-3692-642917EEAD43}"/>
                    </a:ext>
                  </a:extLst>
                </p14:cNvPr>
                <p14:cNvContentPartPr/>
                <p14:nvPr/>
              </p14:nvContentPartPr>
              <p14:xfrm>
                <a:off x="610576" y="870673"/>
                <a:ext cx="61560" cy="329040"/>
              </p14:xfrm>
            </p:contentPart>
          </mc:Choice>
          <mc:Fallback xmlns="">
            <p:pic>
              <p:nvPicPr>
                <p:cNvPr id="41" name="Ink 40">
                  <a:extLst>
                    <a:ext uri="{FF2B5EF4-FFF2-40B4-BE49-F238E27FC236}">
                      <a16:creationId xmlns:a16="http://schemas.microsoft.com/office/drawing/2014/main" id="{91F155C3-A7BB-A8FA-3692-642917EEAD43}"/>
                    </a:ext>
                  </a:extLst>
                </p:cNvPr>
                <p:cNvPicPr/>
                <p:nvPr/>
              </p:nvPicPr>
              <p:blipFill>
                <a:blip r:embed="rId3"/>
                <a:stretch>
                  <a:fillRect/>
                </a:stretch>
              </p:blipFill>
              <p:spPr>
                <a:xfrm>
                  <a:off x="592576" y="852673"/>
                  <a:ext cx="9720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2" name="Ink 41">
                  <a:extLst>
                    <a:ext uri="{FF2B5EF4-FFF2-40B4-BE49-F238E27FC236}">
                      <a16:creationId xmlns:a16="http://schemas.microsoft.com/office/drawing/2014/main" id="{477406DE-DECF-D24C-7A32-054646F2C1B7}"/>
                    </a:ext>
                  </a:extLst>
                </p14:cNvPr>
                <p14:cNvContentPartPr/>
                <p14:nvPr/>
              </p14:nvContentPartPr>
              <p14:xfrm>
                <a:off x="601576" y="828553"/>
                <a:ext cx="169200" cy="294120"/>
              </p14:xfrm>
            </p:contentPart>
          </mc:Choice>
          <mc:Fallback xmlns="">
            <p:pic>
              <p:nvPicPr>
                <p:cNvPr id="42" name="Ink 41">
                  <a:extLst>
                    <a:ext uri="{FF2B5EF4-FFF2-40B4-BE49-F238E27FC236}">
                      <a16:creationId xmlns:a16="http://schemas.microsoft.com/office/drawing/2014/main" id="{477406DE-DECF-D24C-7A32-054646F2C1B7}"/>
                    </a:ext>
                  </a:extLst>
                </p:cNvPr>
                <p:cNvPicPr/>
                <p:nvPr/>
              </p:nvPicPr>
              <p:blipFill>
                <a:blip r:embed="rId5"/>
                <a:stretch>
                  <a:fillRect/>
                </a:stretch>
              </p:blipFill>
              <p:spPr>
                <a:xfrm>
                  <a:off x="583576" y="810553"/>
                  <a:ext cx="20484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a:extLst>
                    <a:ext uri="{FF2B5EF4-FFF2-40B4-BE49-F238E27FC236}">
                      <a16:creationId xmlns:a16="http://schemas.microsoft.com/office/drawing/2014/main" id="{BBAB2710-ECAA-55F9-82A5-2BC66F79EF26}"/>
                    </a:ext>
                  </a:extLst>
                </p14:cNvPr>
                <p14:cNvContentPartPr/>
                <p14:nvPr/>
              </p14:nvContentPartPr>
              <p14:xfrm>
                <a:off x="655936" y="1009273"/>
                <a:ext cx="79200" cy="101520"/>
              </p14:xfrm>
            </p:contentPart>
          </mc:Choice>
          <mc:Fallback xmlns="">
            <p:pic>
              <p:nvPicPr>
                <p:cNvPr id="43" name="Ink 42">
                  <a:extLst>
                    <a:ext uri="{FF2B5EF4-FFF2-40B4-BE49-F238E27FC236}">
                      <a16:creationId xmlns:a16="http://schemas.microsoft.com/office/drawing/2014/main" id="{BBAB2710-ECAA-55F9-82A5-2BC66F79EF26}"/>
                    </a:ext>
                  </a:extLst>
                </p:cNvPr>
                <p:cNvPicPr/>
                <p:nvPr/>
              </p:nvPicPr>
              <p:blipFill>
                <a:blip r:embed="rId7"/>
                <a:stretch>
                  <a:fillRect/>
                </a:stretch>
              </p:blipFill>
              <p:spPr>
                <a:xfrm>
                  <a:off x="637936" y="991273"/>
                  <a:ext cx="1148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4" name="Ink 43">
                  <a:extLst>
                    <a:ext uri="{FF2B5EF4-FFF2-40B4-BE49-F238E27FC236}">
                      <a16:creationId xmlns:a16="http://schemas.microsoft.com/office/drawing/2014/main" id="{568D04AD-0BBE-4E3E-C09E-69D7A7F8758E}"/>
                    </a:ext>
                  </a:extLst>
                </p14:cNvPr>
                <p14:cNvContentPartPr/>
                <p14:nvPr/>
              </p14:nvContentPartPr>
              <p14:xfrm>
                <a:off x="878776" y="893353"/>
                <a:ext cx="148680" cy="183600"/>
              </p14:xfrm>
            </p:contentPart>
          </mc:Choice>
          <mc:Fallback xmlns="">
            <p:pic>
              <p:nvPicPr>
                <p:cNvPr id="44" name="Ink 43">
                  <a:extLst>
                    <a:ext uri="{FF2B5EF4-FFF2-40B4-BE49-F238E27FC236}">
                      <a16:creationId xmlns:a16="http://schemas.microsoft.com/office/drawing/2014/main" id="{568D04AD-0BBE-4E3E-C09E-69D7A7F8758E}"/>
                    </a:ext>
                  </a:extLst>
                </p:cNvPr>
                <p:cNvPicPr/>
                <p:nvPr/>
              </p:nvPicPr>
              <p:blipFill>
                <a:blip r:embed="rId9"/>
                <a:stretch>
                  <a:fillRect/>
                </a:stretch>
              </p:blipFill>
              <p:spPr>
                <a:xfrm>
                  <a:off x="860776" y="875713"/>
                  <a:ext cx="1843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5" name="Ink 44">
                  <a:extLst>
                    <a:ext uri="{FF2B5EF4-FFF2-40B4-BE49-F238E27FC236}">
                      <a16:creationId xmlns:a16="http://schemas.microsoft.com/office/drawing/2014/main" id="{E3220280-B20F-327E-AC29-C8562CD3C443}"/>
                    </a:ext>
                  </a:extLst>
                </p14:cNvPr>
                <p14:cNvContentPartPr/>
                <p14:nvPr/>
              </p14:nvContentPartPr>
              <p14:xfrm>
                <a:off x="1040416" y="796873"/>
                <a:ext cx="127080" cy="258840"/>
              </p14:xfrm>
            </p:contentPart>
          </mc:Choice>
          <mc:Fallback xmlns="">
            <p:pic>
              <p:nvPicPr>
                <p:cNvPr id="45" name="Ink 44">
                  <a:extLst>
                    <a:ext uri="{FF2B5EF4-FFF2-40B4-BE49-F238E27FC236}">
                      <a16:creationId xmlns:a16="http://schemas.microsoft.com/office/drawing/2014/main" id="{E3220280-B20F-327E-AC29-C8562CD3C443}"/>
                    </a:ext>
                  </a:extLst>
                </p:cNvPr>
                <p:cNvPicPr/>
                <p:nvPr/>
              </p:nvPicPr>
              <p:blipFill>
                <a:blip r:embed="rId11"/>
                <a:stretch>
                  <a:fillRect/>
                </a:stretch>
              </p:blipFill>
              <p:spPr>
                <a:xfrm>
                  <a:off x="1022416" y="779233"/>
                  <a:ext cx="162720" cy="294480"/>
                </a:xfrm>
                <a:prstGeom prst="rect">
                  <a:avLst/>
                </a:prstGeom>
              </p:spPr>
            </p:pic>
          </mc:Fallback>
        </mc:AlternateContent>
      </p:grpSp>
      <p:grpSp>
        <p:nvGrpSpPr>
          <p:cNvPr id="53" name="Group 52">
            <a:extLst>
              <a:ext uri="{FF2B5EF4-FFF2-40B4-BE49-F238E27FC236}">
                <a16:creationId xmlns:a16="http://schemas.microsoft.com/office/drawing/2014/main" id="{6E2B7FC2-BD56-92E2-B812-4E821D8D8811}"/>
              </a:ext>
            </a:extLst>
          </p:cNvPr>
          <p:cNvGrpSpPr/>
          <p:nvPr/>
        </p:nvGrpSpPr>
        <p:grpSpPr>
          <a:xfrm>
            <a:off x="1732696" y="893353"/>
            <a:ext cx="635400" cy="318240"/>
            <a:chOff x="1732696" y="893353"/>
            <a:chExt cx="635400" cy="318240"/>
          </a:xfrm>
        </p:grpSpPr>
        <mc:AlternateContent xmlns:mc="http://schemas.openxmlformats.org/markup-compatibility/2006" xmlns:p14="http://schemas.microsoft.com/office/powerpoint/2010/main">
          <mc:Choice Requires="p14">
            <p:contentPart p14:bwMode="auto" r:id="rId12">
              <p14:nvContentPartPr>
                <p14:cNvPr id="47" name="Ink 46">
                  <a:extLst>
                    <a:ext uri="{FF2B5EF4-FFF2-40B4-BE49-F238E27FC236}">
                      <a16:creationId xmlns:a16="http://schemas.microsoft.com/office/drawing/2014/main" id="{1A027718-2BD6-DD97-DE57-B7C48501821F}"/>
                    </a:ext>
                  </a:extLst>
                </p14:cNvPr>
                <p14:cNvContentPartPr/>
                <p14:nvPr/>
              </p14:nvContentPartPr>
              <p14:xfrm>
                <a:off x="1732696" y="947353"/>
                <a:ext cx="115920" cy="264240"/>
              </p14:xfrm>
            </p:contentPart>
          </mc:Choice>
          <mc:Fallback xmlns="">
            <p:pic>
              <p:nvPicPr>
                <p:cNvPr id="47" name="Ink 46">
                  <a:extLst>
                    <a:ext uri="{FF2B5EF4-FFF2-40B4-BE49-F238E27FC236}">
                      <a16:creationId xmlns:a16="http://schemas.microsoft.com/office/drawing/2014/main" id="{1A027718-2BD6-DD97-DE57-B7C48501821F}"/>
                    </a:ext>
                  </a:extLst>
                </p:cNvPr>
                <p:cNvPicPr/>
                <p:nvPr/>
              </p:nvPicPr>
              <p:blipFill>
                <a:blip r:embed="rId13"/>
                <a:stretch>
                  <a:fillRect/>
                </a:stretch>
              </p:blipFill>
              <p:spPr>
                <a:xfrm>
                  <a:off x="1715056" y="929713"/>
                  <a:ext cx="15156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8" name="Ink 47">
                  <a:extLst>
                    <a:ext uri="{FF2B5EF4-FFF2-40B4-BE49-F238E27FC236}">
                      <a16:creationId xmlns:a16="http://schemas.microsoft.com/office/drawing/2014/main" id="{4575D809-2D3F-238E-0656-2FF4D1BF317E}"/>
                    </a:ext>
                  </a:extLst>
                </p14:cNvPr>
                <p14:cNvContentPartPr/>
                <p14:nvPr/>
              </p14:nvContentPartPr>
              <p14:xfrm>
                <a:off x="1747096" y="950233"/>
                <a:ext cx="158400" cy="242640"/>
              </p14:xfrm>
            </p:contentPart>
          </mc:Choice>
          <mc:Fallback xmlns="">
            <p:pic>
              <p:nvPicPr>
                <p:cNvPr id="48" name="Ink 47">
                  <a:extLst>
                    <a:ext uri="{FF2B5EF4-FFF2-40B4-BE49-F238E27FC236}">
                      <a16:creationId xmlns:a16="http://schemas.microsoft.com/office/drawing/2014/main" id="{4575D809-2D3F-238E-0656-2FF4D1BF317E}"/>
                    </a:ext>
                  </a:extLst>
                </p:cNvPr>
                <p:cNvPicPr/>
                <p:nvPr/>
              </p:nvPicPr>
              <p:blipFill>
                <a:blip r:embed="rId15"/>
                <a:stretch>
                  <a:fillRect/>
                </a:stretch>
              </p:blipFill>
              <p:spPr>
                <a:xfrm>
                  <a:off x="1729456" y="932233"/>
                  <a:ext cx="19404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9" name="Ink 48">
                  <a:extLst>
                    <a:ext uri="{FF2B5EF4-FFF2-40B4-BE49-F238E27FC236}">
                      <a16:creationId xmlns:a16="http://schemas.microsoft.com/office/drawing/2014/main" id="{9F80872B-8CAE-8C99-1236-CDF0EE42C3CF}"/>
                    </a:ext>
                  </a:extLst>
                </p14:cNvPr>
                <p14:cNvContentPartPr/>
                <p14:nvPr/>
              </p14:nvContentPartPr>
              <p14:xfrm>
                <a:off x="1963456" y="893353"/>
                <a:ext cx="34920" cy="280800"/>
              </p14:xfrm>
            </p:contentPart>
          </mc:Choice>
          <mc:Fallback xmlns="">
            <p:pic>
              <p:nvPicPr>
                <p:cNvPr id="49" name="Ink 48">
                  <a:extLst>
                    <a:ext uri="{FF2B5EF4-FFF2-40B4-BE49-F238E27FC236}">
                      <a16:creationId xmlns:a16="http://schemas.microsoft.com/office/drawing/2014/main" id="{9F80872B-8CAE-8C99-1236-CDF0EE42C3CF}"/>
                    </a:ext>
                  </a:extLst>
                </p:cNvPr>
                <p:cNvPicPr/>
                <p:nvPr/>
              </p:nvPicPr>
              <p:blipFill>
                <a:blip r:embed="rId17"/>
                <a:stretch>
                  <a:fillRect/>
                </a:stretch>
              </p:blipFill>
              <p:spPr>
                <a:xfrm>
                  <a:off x="1945816" y="875353"/>
                  <a:ext cx="7056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0" name="Ink 49">
                  <a:extLst>
                    <a:ext uri="{FF2B5EF4-FFF2-40B4-BE49-F238E27FC236}">
                      <a16:creationId xmlns:a16="http://schemas.microsoft.com/office/drawing/2014/main" id="{9743A5CF-B6F9-8173-88A5-F3FC6F222194}"/>
                    </a:ext>
                  </a:extLst>
                </p14:cNvPr>
                <p14:cNvContentPartPr/>
                <p14:nvPr/>
              </p14:nvContentPartPr>
              <p14:xfrm>
                <a:off x="1959136" y="957073"/>
                <a:ext cx="203040" cy="180720"/>
              </p14:xfrm>
            </p:contentPart>
          </mc:Choice>
          <mc:Fallback xmlns="">
            <p:pic>
              <p:nvPicPr>
                <p:cNvPr id="50" name="Ink 49">
                  <a:extLst>
                    <a:ext uri="{FF2B5EF4-FFF2-40B4-BE49-F238E27FC236}">
                      <a16:creationId xmlns:a16="http://schemas.microsoft.com/office/drawing/2014/main" id="{9743A5CF-B6F9-8173-88A5-F3FC6F222194}"/>
                    </a:ext>
                  </a:extLst>
                </p:cNvPr>
                <p:cNvPicPr/>
                <p:nvPr/>
              </p:nvPicPr>
              <p:blipFill>
                <a:blip r:embed="rId19"/>
                <a:stretch>
                  <a:fillRect/>
                </a:stretch>
              </p:blipFill>
              <p:spPr>
                <a:xfrm>
                  <a:off x="1941496" y="939433"/>
                  <a:ext cx="23868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1" name="Ink 50">
                  <a:extLst>
                    <a:ext uri="{FF2B5EF4-FFF2-40B4-BE49-F238E27FC236}">
                      <a16:creationId xmlns:a16="http://schemas.microsoft.com/office/drawing/2014/main" id="{39A80D72-EBA6-B803-67DC-B7B10B78DCB2}"/>
                    </a:ext>
                  </a:extLst>
                </p14:cNvPr>
                <p14:cNvContentPartPr/>
                <p14:nvPr/>
              </p14:nvContentPartPr>
              <p14:xfrm>
                <a:off x="1998376" y="1052833"/>
                <a:ext cx="131400" cy="51840"/>
              </p14:xfrm>
            </p:contentPart>
          </mc:Choice>
          <mc:Fallback xmlns="">
            <p:pic>
              <p:nvPicPr>
                <p:cNvPr id="51" name="Ink 50">
                  <a:extLst>
                    <a:ext uri="{FF2B5EF4-FFF2-40B4-BE49-F238E27FC236}">
                      <a16:creationId xmlns:a16="http://schemas.microsoft.com/office/drawing/2014/main" id="{39A80D72-EBA6-B803-67DC-B7B10B78DCB2}"/>
                    </a:ext>
                  </a:extLst>
                </p:cNvPr>
                <p:cNvPicPr/>
                <p:nvPr/>
              </p:nvPicPr>
              <p:blipFill>
                <a:blip r:embed="rId21"/>
                <a:stretch>
                  <a:fillRect/>
                </a:stretch>
              </p:blipFill>
              <p:spPr>
                <a:xfrm>
                  <a:off x="1980736" y="1034833"/>
                  <a:ext cx="16704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2" name="Ink 51">
                  <a:extLst>
                    <a:ext uri="{FF2B5EF4-FFF2-40B4-BE49-F238E27FC236}">
                      <a16:creationId xmlns:a16="http://schemas.microsoft.com/office/drawing/2014/main" id="{07DC064A-112B-C4CC-434F-D4D0F7AB49BC}"/>
                    </a:ext>
                  </a:extLst>
                </p14:cNvPr>
                <p14:cNvContentPartPr/>
                <p14:nvPr/>
              </p14:nvContentPartPr>
              <p14:xfrm>
                <a:off x="2187736" y="909553"/>
                <a:ext cx="180360" cy="151200"/>
              </p14:xfrm>
            </p:contentPart>
          </mc:Choice>
          <mc:Fallback xmlns="">
            <p:pic>
              <p:nvPicPr>
                <p:cNvPr id="52" name="Ink 51">
                  <a:extLst>
                    <a:ext uri="{FF2B5EF4-FFF2-40B4-BE49-F238E27FC236}">
                      <a16:creationId xmlns:a16="http://schemas.microsoft.com/office/drawing/2014/main" id="{07DC064A-112B-C4CC-434F-D4D0F7AB49BC}"/>
                    </a:ext>
                  </a:extLst>
                </p:cNvPr>
                <p:cNvPicPr/>
                <p:nvPr/>
              </p:nvPicPr>
              <p:blipFill>
                <a:blip r:embed="rId23"/>
                <a:stretch>
                  <a:fillRect/>
                </a:stretch>
              </p:blipFill>
              <p:spPr>
                <a:xfrm>
                  <a:off x="2169736" y="891553"/>
                  <a:ext cx="216000" cy="186840"/>
                </a:xfrm>
                <a:prstGeom prst="rect">
                  <a:avLst/>
                </a:prstGeom>
              </p:spPr>
            </p:pic>
          </mc:Fallback>
        </mc:AlternateContent>
      </p:grpSp>
      <p:grpSp>
        <p:nvGrpSpPr>
          <p:cNvPr id="71" name="Group 70">
            <a:extLst>
              <a:ext uri="{FF2B5EF4-FFF2-40B4-BE49-F238E27FC236}">
                <a16:creationId xmlns:a16="http://schemas.microsoft.com/office/drawing/2014/main" id="{1EB243EE-1716-C960-A50E-C1CDA7F92DAF}"/>
              </a:ext>
            </a:extLst>
          </p:cNvPr>
          <p:cNvGrpSpPr/>
          <p:nvPr/>
        </p:nvGrpSpPr>
        <p:grpSpPr>
          <a:xfrm>
            <a:off x="3024736" y="700033"/>
            <a:ext cx="1141560" cy="580680"/>
            <a:chOff x="3024736" y="700033"/>
            <a:chExt cx="1141560" cy="580680"/>
          </a:xfrm>
        </p:grpSpPr>
        <mc:AlternateContent xmlns:mc="http://schemas.openxmlformats.org/markup-compatibility/2006" xmlns:p14="http://schemas.microsoft.com/office/powerpoint/2010/main">
          <mc:Choice Requires="p14">
            <p:contentPart p14:bwMode="auto" r:id="rId24">
              <p14:nvContentPartPr>
                <p14:cNvPr id="54" name="Ink 53">
                  <a:extLst>
                    <a:ext uri="{FF2B5EF4-FFF2-40B4-BE49-F238E27FC236}">
                      <a16:creationId xmlns:a16="http://schemas.microsoft.com/office/drawing/2014/main" id="{490BE895-29BC-06D6-7955-3176788E3DF2}"/>
                    </a:ext>
                  </a:extLst>
                </p14:cNvPr>
                <p14:cNvContentPartPr/>
                <p14:nvPr/>
              </p14:nvContentPartPr>
              <p14:xfrm>
                <a:off x="3024736" y="700033"/>
                <a:ext cx="185040" cy="257040"/>
              </p14:xfrm>
            </p:contentPart>
          </mc:Choice>
          <mc:Fallback xmlns="">
            <p:pic>
              <p:nvPicPr>
                <p:cNvPr id="54" name="Ink 53">
                  <a:extLst>
                    <a:ext uri="{FF2B5EF4-FFF2-40B4-BE49-F238E27FC236}">
                      <a16:creationId xmlns:a16="http://schemas.microsoft.com/office/drawing/2014/main" id="{490BE895-29BC-06D6-7955-3176788E3DF2}"/>
                    </a:ext>
                  </a:extLst>
                </p:cNvPr>
                <p:cNvPicPr/>
                <p:nvPr/>
              </p:nvPicPr>
              <p:blipFill>
                <a:blip r:embed="rId25"/>
                <a:stretch>
                  <a:fillRect/>
                </a:stretch>
              </p:blipFill>
              <p:spPr>
                <a:xfrm>
                  <a:off x="3006736" y="682033"/>
                  <a:ext cx="22068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5" name="Ink 54">
                  <a:extLst>
                    <a:ext uri="{FF2B5EF4-FFF2-40B4-BE49-F238E27FC236}">
                      <a16:creationId xmlns:a16="http://schemas.microsoft.com/office/drawing/2014/main" id="{4E050E12-5B95-E3F4-492E-9E8913D709A5}"/>
                    </a:ext>
                  </a:extLst>
                </p14:cNvPr>
                <p14:cNvContentPartPr/>
                <p14:nvPr/>
              </p14:nvContentPartPr>
              <p14:xfrm>
                <a:off x="3271336" y="780673"/>
                <a:ext cx="59400" cy="182880"/>
              </p14:xfrm>
            </p:contentPart>
          </mc:Choice>
          <mc:Fallback xmlns="">
            <p:pic>
              <p:nvPicPr>
                <p:cNvPr id="55" name="Ink 54">
                  <a:extLst>
                    <a:ext uri="{FF2B5EF4-FFF2-40B4-BE49-F238E27FC236}">
                      <a16:creationId xmlns:a16="http://schemas.microsoft.com/office/drawing/2014/main" id="{4E050E12-5B95-E3F4-492E-9E8913D709A5}"/>
                    </a:ext>
                  </a:extLst>
                </p:cNvPr>
                <p:cNvPicPr/>
                <p:nvPr/>
              </p:nvPicPr>
              <p:blipFill>
                <a:blip r:embed="rId27"/>
                <a:stretch>
                  <a:fillRect/>
                </a:stretch>
              </p:blipFill>
              <p:spPr>
                <a:xfrm>
                  <a:off x="3253696" y="762673"/>
                  <a:ext cx="9504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6" name="Ink 55">
                  <a:extLst>
                    <a:ext uri="{FF2B5EF4-FFF2-40B4-BE49-F238E27FC236}">
                      <a16:creationId xmlns:a16="http://schemas.microsoft.com/office/drawing/2014/main" id="{57551060-A674-ED92-B48E-897BD658FF4F}"/>
                    </a:ext>
                  </a:extLst>
                </p14:cNvPr>
                <p14:cNvContentPartPr/>
                <p14:nvPr/>
              </p14:nvContentPartPr>
              <p14:xfrm>
                <a:off x="3299776" y="708313"/>
                <a:ext cx="106920" cy="135720"/>
              </p14:xfrm>
            </p:contentPart>
          </mc:Choice>
          <mc:Fallback xmlns="">
            <p:pic>
              <p:nvPicPr>
                <p:cNvPr id="56" name="Ink 55">
                  <a:extLst>
                    <a:ext uri="{FF2B5EF4-FFF2-40B4-BE49-F238E27FC236}">
                      <a16:creationId xmlns:a16="http://schemas.microsoft.com/office/drawing/2014/main" id="{57551060-A674-ED92-B48E-897BD658FF4F}"/>
                    </a:ext>
                  </a:extLst>
                </p:cNvPr>
                <p:cNvPicPr/>
                <p:nvPr/>
              </p:nvPicPr>
              <p:blipFill>
                <a:blip r:embed="rId29"/>
                <a:stretch>
                  <a:fillRect/>
                </a:stretch>
              </p:blipFill>
              <p:spPr>
                <a:xfrm>
                  <a:off x="3281776" y="690313"/>
                  <a:ext cx="14256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7" name="Ink 56">
                  <a:extLst>
                    <a:ext uri="{FF2B5EF4-FFF2-40B4-BE49-F238E27FC236}">
                      <a16:creationId xmlns:a16="http://schemas.microsoft.com/office/drawing/2014/main" id="{98D34B76-A745-7B43-6F36-E8074B2F8E2B}"/>
                    </a:ext>
                  </a:extLst>
                </p14:cNvPr>
                <p14:cNvContentPartPr/>
                <p14:nvPr/>
              </p14:nvContentPartPr>
              <p14:xfrm>
                <a:off x="3486256" y="725233"/>
                <a:ext cx="42840" cy="176040"/>
              </p14:xfrm>
            </p:contentPart>
          </mc:Choice>
          <mc:Fallback xmlns="">
            <p:pic>
              <p:nvPicPr>
                <p:cNvPr id="57" name="Ink 56">
                  <a:extLst>
                    <a:ext uri="{FF2B5EF4-FFF2-40B4-BE49-F238E27FC236}">
                      <a16:creationId xmlns:a16="http://schemas.microsoft.com/office/drawing/2014/main" id="{98D34B76-A745-7B43-6F36-E8074B2F8E2B}"/>
                    </a:ext>
                  </a:extLst>
                </p:cNvPr>
                <p:cNvPicPr/>
                <p:nvPr/>
              </p:nvPicPr>
              <p:blipFill>
                <a:blip r:embed="rId31"/>
                <a:stretch>
                  <a:fillRect/>
                </a:stretch>
              </p:blipFill>
              <p:spPr>
                <a:xfrm>
                  <a:off x="3468256" y="707233"/>
                  <a:ext cx="7848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8" name="Ink 57">
                  <a:extLst>
                    <a:ext uri="{FF2B5EF4-FFF2-40B4-BE49-F238E27FC236}">
                      <a16:creationId xmlns:a16="http://schemas.microsoft.com/office/drawing/2014/main" id="{983EF942-663A-2641-D3E4-ABE83F026448}"/>
                    </a:ext>
                  </a:extLst>
                </p14:cNvPr>
                <p14:cNvContentPartPr/>
                <p14:nvPr/>
              </p14:nvContentPartPr>
              <p14:xfrm>
                <a:off x="3440536" y="712993"/>
                <a:ext cx="79560" cy="32040"/>
              </p14:xfrm>
            </p:contentPart>
          </mc:Choice>
          <mc:Fallback xmlns="">
            <p:pic>
              <p:nvPicPr>
                <p:cNvPr id="58" name="Ink 57">
                  <a:extLst>
                    <a:ext uri="{FF2B5EF4-FFF2-40B4-BE49-F238E27FC236}">
                      <a16:creationId xmlns:a16="http://schemas.microsoft.com/office/drawing/2014/main" id="{983EF942-663A-2641-D3E4-ABE83F026448}"/>
                    </a:ext>
                  </a:extLst>
                </p:cNvPr>
                <p:cNvPicPr/>
                <p:nvPr/>
              </p:nvPicPr>
              <p:blipFill>
                <a:blip r:embed="rId33"/>
                <a:stretch>
                  <a:fillRect/>
                </a:stretch>
              </p:blipFill>
              <p:spPr>
                <a:xfrm>
                  <a:off x="3422536" y="694993"/>
                  <a:ext cx="11520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9" name="Ink 58">
                  <a:extLst>
                    <a:ext uri="{FF2B5EF4-FFF2-40B4-BE49-F238E27FC236}">
                      <a16:creationId xmlns:a16="http://schemas.microsoft.com/office/drawing/2014/main" id="{D9F493DD-800F-CEBA-3943-9F7FC604C74E}"/>
                    </a:ext>
                  </a:extLst>
                </p14:cNvPr>
                <p14:cNvContentPartPr/>
                <p14:nvPr/>
              </p14:nvContentPartPr>
              <p14:xfrm>
                <a:off x="3507856" y="878593"/>
                <a:ext cx="55800" cy="43920"/>
              </p14:xfrm>
            </p:contentPart>
          </mc:Choice>
          <mc:Fallback xmlns="">
            <p:pic>
              <p:nvPicPr>
                <p:cNvPr id="59" name="Ink 58">
                  <a:extLst>
                    <a:ext uri="{FF2B5EF4-FFF2-40B4-BE49-F238E27FC236}">
                      <a16:creationId xmlns:a16="http://schemas.microsoft.com/office/drawing/2014/main" id="{D9F493DD-800F-CEBA-3943-9F7FC604C74E}"/>
                    </a:ext>
                  </a:extLst>
                </p:cNvPr>
                <p:cNvPicPr/>
                <p:nvPr/>
              </p:nvPicPr>
              <p:blipFill>
                <a:blip r:embed="rId35"/>
                <a:stretch>
                  <a:fillRect/>
                </a:stretch>
              </p:blipFill>
              <p:spPr>
                <a:xfrm>
                  <a:off x="3489856" y="860953"/>
                  <a:ext cx="914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0" name="Ink 59">
                  <a:extLst>
                    <a:ext uri="{FF2B5EF4-FFF2-40B4-BE49-F238E27FC236}">
                      <a16:creationId xmlns:a16="http://schemas.microsoft.com/office/drawing/2014/main" id="{B8A98827-E0A9-9938-D867-8FD5B5EE4BCF}"/>
                    </a:ext>
                  </a:extLst>
                </p14:cNvPr>
                <p14:cNvContentPartPr/>
                <p14:nvPr/>
              </p14:nvContentPartPr>
              <p14:xfrm>
                <a:off x="3595696" y="702553"/>
                <a:ext cx="127440" cy="178200"/>
              </p14:xfrm>
            </p:contentPart>
          </mc:Choice>
          <mc:Fallback xmlns="">
            <p:pic>
              <p:nvPicPr>
                <p:cNvPr id="60" name="Ink 59">
                  <a:extLst>
                    <a:ext uri="{FF2B5EF4-FFF2-40B4-BE49-F238E27FC236}">
                      <a16:creationId xmlns:a16="http://schemas.microsoft.com/office/drawing/2014/main" id="{B8A98827-E0A9-9938-D867-8FD5B5EE4BCF}"/>
                    </a:ext>
                  </a:extLst>
                </p:cNvPr>
                <p:cNvPicPr/>
                <p:nvPr/>
              </p:nvPicPr>
              <p:blipFill>
                <a:blip r:embed="rId37"/>
                <a:stretch>
                  <a:fillRect/>
                </a:stretch>
              </p:blipFill>
              <p:spPr>
                <a:xfrm>
                  <a:off x="3578056" y="684913"/>
                  <a:ext cx="16308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2" name="Ink 61">
                  <a:extLst>
                    <a:ext uri="{FF2B5EF4-FFF2-40B4-BE49-F238E27FC236}">
                      <a16:creationId xmlns:a16="http://schemas.microsoft.com/office/drawing/2014/main" id="{55D74049-3AAF-EEB0-3A99-EE466281813C}"/>
                    </a:ext>
                  </a:extLst>
                </p14:cNvPr>
                <p14:cNvContentPartPr/>
                <p14:nvPr/>
              </p14:nvContentPartPr>
              <p14:xfrm>
                <a:off x="3307696" y="1147873"/>
                <a:ext cx="240840" cy="42120"/>
              </p14:xfrm>
            </p:contentPart>
          </mc:Choice>
          <mc:Fallback xmlns="">
            <p:pic>
              <p:nvPicPr>
                <p:cNvPr id="62" name="Ink 61">
                  <a:extLst>
                    <a:ext uri="{FF2B5EF4-FFF2-40B4-BE49-F238E27FC236}">
                      <a16:creationId xmlns:a16="http://schemas.microsoft.com/office/drawing/2014/main" id="{55D74049-3AAF-EEB0-3A99-EE466281813C}"/>
                    </a:ext>
                  </a:extLst>
                </p:cNvPr>
                <p:cNvPicPr/>
                <p:nvPr/>
              </p:nvPicPr>
              <p:blipFill>
                <a:blip r:embed="rId39"/>
                <a:stretch>
                  <a:fillRect/>
                </a:stretch>
              </p:blipFill>
              <p:spPr>
                <a:xfrm>
                  <a:off x="3289696" y="1130233"/>
                  <a:ext cx="27648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3" name="Ink 62">
                  <a:extLst>
                    <a:ext uri="{FF2B5EF4-FFF2-40B4-BE49-F238E27FC236}">
                      <a16:creationId xmlns:a16="http://schemas.microsoft.com/office/drawing/2014/main" id="{726CA2DF-A200-5D81-865F-764C9B31024C}"/>
                    </a:ext>
                  </a:extLst>
                </p14:cNvPr>
                <p14:cNvContentPartPr/>
                <p14:nvPr/>
              </p14:nvContentPartPr>
              <p14:xfrm>
                <a:off x="3474016" y="1131313"/>
                <a:ext cx="110520" cy="126000"/>
              </p14:xfrm>
            </p:contentPart>
          </mc:Choice>
          <mc:Fallback xmlns="">
            <p:pic>
              <p:nvPicPr>
                <p:cNvPr id="63" name="Ink 62">
                  <a:extLst>
                    <a:ext uri="{FF2B5EF4-FFF2-40B4-BE49-F238E27FC236}">
                      <a16:creationId xmlns:a16="http://schemas.microsoft.com/office/drawing/2014/main" id="{726CA2DF-A200-5D81-865F-764C9B31024C}"/>
                    </a:ext>
                  </a:extLst>
                </p:cNvPr>
                <p:cNvPicPr/>
                <p:nvPr/>
              </p:nvPicPr>
              <p:blipFill>
                <a:blip r:embed="rId41"/>
                <a:stretch>
                  <a:fillRect/>
                </a:stretch>
              </p:blipFill>
              <p:spPr>
                <a:xfrm>
                  <a:off x="3456016" y="1113313"/>
                  <a:ext cx="14616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4" name="Ink 63">
                  <a:extLst>
                    <a:ext uri="{FF2B5EF4-FFF2-40B4-BE49-F238E27FC236}">
                      <a16:creationId xmlns:a16="http://schemas.microsoft.com/office/drawing/2014/main" id="{23EFF675-52C6-D87D-3551-661C500F7796}"/>
                    </a:ext>
                  </a:extLst>
                </p14:cNvPr>
                <p14:cNvContentPartPr/>
                <p14:nvPr/>
              </p14:nvContentPartPr>
              <p14:xfrm>
                <a:off x="3679936" y="1120873"/>
                <a:ext cx="158040" cy="159840"/>
              </p14:xfrm>
            </p:contentPart>
          </mc:Choice>
          <mc:Fallback xmlns="">
            <p:pic>
              <p:nvPicPr>
                <p:cNvPr id="64" name="Ink 63">
                  <a:extLst>
                    <a:ext uri="{FF2B5EF4-FFF2-40B4-BE49-F238E27FC236}">
                      <a16:creationId xmlns:a16="http://schemas.microsoft.com/office/drawing/2014/main" id="{23EFF675-52C6-D87D-3551-661C500F7796}"/>
                    </a:ext>
                  </a:extLst>
                </p:cNvPr>
                <p:cNvPicPr/>
                <p:nvPr/>
              </p:nvPicPr>
              <p:blipFill>
                <a:blip r:embed="rId43"/>
                <a:stretch>
                  <a:fillRect/>
                </a:stretch>
              </p:blipFill>
              <p:spPr>
                <a:xfrm>
                  <a:off x="3662296" y="1103233"/>
                  <a:ext cx="1936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5" name="Ink 64">
                  <a:extLst>
                    <a:ext uri="{FF2B5EF4-FFF2-40B4-BE49-F238E27FC236}">
                      <a16:creationId xmlns:a16="http://schemas.microsoft.com/office/drawing/2014/main" id="{E6235793-D9C4-54B8-0E8E-09C35DF971BA}"/>
                    </a:ext>
                  </a:extLst>
                </p14:cNvPr>
                <p14:cNvContentPartPr/>
                <p14:nvPr/>
              </p14:nvContentPartPr>
              <p14:xfrm>
                <a:off x="3833656" y="1124833"/>
                <a:ext cx="36360" cy="108360"/>
              </p14:xfrm>
            </p:contentPart>
          </mc:Choice>
          <mc:Fallback xmlns="">
            <p:pic>
              <p:nvPicPr>
                <p:cNvPr id="65" name="Ink 64">
                  <a:extLst>
                    <a:ext uri="{FF2B5EF4-FFF2-40B4-BE49-F238E27FC236}">
                      <a16:creationId xmlns:a16="http://schemas.microsoft.com/office/drawing/2014/main" id="{E6235793-D9C4-54B8-0E8E-09C35DF971BA}"/>
                    </a:ext>
                  </a:extLst>
                </p:cNvPr>
                <p:cNvPicPr/>
                <p:nvPr/>
              </p:nvPicPr>
              <p:blipFill>
                <a:blip r:embed="rId45"/>
                <a:stretch>
                  <a:fillRect/>
                </a:stretch>
              </p:blipFill>
              <p:spPr>
                <a:xfrm>
                  <a:off x="3815656" y="1107193"/>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6" name="Ink 65">
                  <a:extLst>
                    <a:ext uri="{FF2B5EF4-FFF2-40B4-BE49-F238E27FC236}">
                      <a16:creationId xmlns:a16="http://schemas.microsoft.com/office/drawing/2014/main" id="{9ACD0507-41B0-AF0D-072D-D4A41EADAB5C}"/>
                    </a:ext>
                  </a:extLst>
                </p14:cNvPr>
                <p14:cNvContentPartPr/>
                <p14:nvPr/>
              </p14:nvContentPartPr>
              <p14:xfrm>
                <a:off x="3854176" y="1059673"/>
                <a:ext cx="100080" cy="78840"/>
              </p14:xfrm>
            </p:contentPart>
          </mc:Choice>
          <mc:Fallback xmlns="">
            <p:pic>
              <p:nvPicPr>
                <p:cNvPr id="66" name="Ink 65">
                  <a:extLst>
                    <a:ext uri="{FF2B5EF4-FFF2-40B4-BE49-F238E27FC236}">
                      <a16:creationId xmlns:a16="http://schemas.microsoft.com/office/drawing/2014/main" id="{9ACD0507-41B0-AF0D-072D-D4A41EADAB5C}"/>
                    </a:ext>
                  </a:extLst>
                </p:cNvPr>
                <p:cNvPicPr/>
                <p:nvPr/>
              </p:nvPicPr>
              <p:blipFill>
                <a:blip r:embed="rId47"/>
                <a:stretch>
                  <a:fillRect/>
                </a:stretch>
              </p:blipFill>
              <p:spPr>
                <a:xfrm>
                  <a:off x="3836176" y="1041673"/>
                  <a:ext cx="13572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7" name="Ink 66">
                  <a:extLst>
                    <a:ext uri="{FF2B5EF4-FFF2-40B4-BE49-F238E27FC236}">
                      <a16:creationId xmlns:a16="http://schemas.microsoft.com/office/drawing/2014/main" id="{1BE98CCE-3945-0664-60DF-74667EAA6AD3}"/>
                    </a:ext>
                  </a:extLst>
                </p14:cNvPr>
                <p14:cNvContentPartPr/>
                <p14:nvPr/>
              </p14:nvContentPartPr>
              <p14:xfrm>
                <a:off x="3871816" y="1155433"/>
                <a:ext cx="77400" cy="54720"/>
              </p14:xfrm>
            </p:contentPart>
          </mc:Choice>
          <mc:Fallback xmlns="">
            <p:pic>
              <p:nvPicPr>
                <p:cNvPr id="67" name="Ink 66">
                  <a:extLst>
                    <a:ext uri="{FF2B5EF4-FFF2-40B4-BE49-F238E27FC236}">
                      <a16:creationId xmlns:a16="http://schemas.microsoft.com/office/drawing/2014/main" id="{1BE98CCE-3945-0664-60DF-74667EAA6AD3}"/>
                    </a:ext>
                  </a:extLst>
                </p:cNvPr>
                <p:cNvPicPr/>
                <p:nvPr/>
              </p:nvPicPr>
              <p:blipFill>
                <a:blip r:embed="rId49"/>
                <a:stretch>
                  <a:fillRect/>
                </a:stretch>
              </p:blipFill>
              <p:spPr>
                <a:xfrm>
                  <a:off x="3854176" y="1137433"/>
                  <a:ext cx="11304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8" name="Ink 67">
                  <a:extLst>
                    <a:ext uri="{FF2B5EF4-FFF2-40B4-BE49-F238E27FC236}">
                      <a16:creationId xmlns:a16="http://schemas.microsoft.com/office/drawing/2014/main" id="{2CE41736-F832-9FC9-ED8D-958E5F9E61EF}"/>
                    </a:ext>
                  </a:extLst>
                </p14:cNvPr>
                <p14:cNvContentPartPr/>
                <p14:nvPr/>
              </p14:nvContentPartPr>
              <p14:xfrm>
                <a:off x="3920056" y="1173073"/>
                <a:ext cx="89640" cy="65160"/>
              </p14:xfrm>
            </p:contentPart>
          </mc:Choice>
          <mc:Fallback xmlns="">
            <p:pic>
              <p:nvPicPr>
                <p:cNvPr id="68" name="Ink 67">
                  <a:extLst>
                    <a:ext uri="{FF2B5EF4-FFF2-40B4-BE49-F238E27FC236}">
                      <a16:creationId xmlns:a16="http://schemas.microsoft.com/office/drawing/2014/main" id="{2CE41736-F832-9FC9-ED8D-958E5F9E61EF}"/>
                    </a:ext>
                  </a:extLst>
                </p:cNvPr>
                <p:cNvPicPr/>
                <p:nvPr/>
              </p:nvPicPr>
              <p:blipFill>
                <a:blip r:embed="rId51"/>
                <a:stretch>
                  <a:fillRect/>
                </a:stretch>
              </p:blipFill>
              <p:spPr>
                <a:xfrm>
                  <a:off x="3902416" y="1155433"/>
                  <a:ext cx="12528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9" name="Ink 68">
                  <a:extLst>
                    <a:ext uri="{FF2B5EF4-FFF2-40B4-BE49-F238E27FC236}">
                      <a16:creationId xmlns:a16="http://schemas.microsoft.com/office/drawing/2014/main" id="{6A4694AC-3976-AEB9-3A2A-5A423AF98EE1}"/>
                    </a:ext>
                  </a:extLst>
                </p14:cNvPr>
                <p14:cNvContentPartPr/>
                <p14:nvPr/>
              </p14:nvContentPartPr>
              <p14:xfrm>
                <a:off x="4033816" y="1033393"/>
                <a:ext cx="60840" cy="168480"/>
              </p14:xfrm>
            </p:contentPart>
          </mc:Choice>
          <mc:Fallback xmlns="">
            <p:pic>
              <p:nvPicPr>
                <p:cNvPr id="69" name="Ink 68">
                  <a:extLst>
                    <a:ext uri="{FF2B5EF4-FFF2-40B4-BE49-F238E27FC236}">
                      <a16:creationId xmlns:a16="http://schemas.microsoft.com/office/drawing/2014/main" id="{6A4694AC-3976-AEB9-3A2A-5A423AF98EE1}"/>
                    </a:ext>
                  </a:extLst>
                </p:cNvPr>
                <p:cNvPicPr/>
                <p:nvPr/>
              </p:nvPicPr>
              <p:blipFill>
                <a:blip r:embed="rId53"/>
                <a:stretch>
                  <a:fillRect/>
                </a:stretch>
              </p:blipFill>
              <p:spPr>
                <a:xfrm>
                  <a:off x="4015816" y="1015393"/>
                  <a:ext cx="9648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0" name="Ink 69">
                  <a:extLst>
                    <a:ext uri="{FF2B5EF4-FFF2-40B4-BE49-F238E27FC236}">
                      <a16:creationId xmlns:a16="http://schemas.microsoft.com/office/drawing/2014/main" id="{25A19FB7-D9B3-CDCE-D440-4B795F080374}"/>
                    </a:ext>
                  </a:extLst>
                </p14:cNvPr>
                <p14:cNvContentPartPr/>
                <p14:nvPr/>
              </p14:nvContentPartPr>
              <p14:xfrm>
                <a:off x="4010056" y="1037713"/>
                <a:ext cx="156240" cy="185040"/>
              </p14:xfrm>
            </p:contentPart>
          </mc:Choice>
          <mc:Fallback xmlns="">
            <p:pic>
              <p:nvPicPr>
                <p:cNvPr id="70" name="Ink 69">
                  <a:extLst>
                    <a:ext uri="{FF2B5EF4-FFF2-40B4-BE49-F238E27FC236}">
                      <a16:creationId xmlns:a16="http://schemas.microsoft.com/office/drawing/2014/main" id="{25A19FB7-D9B3-CDCE-D440-4B795F080374}"/>
                    </a:ext>
                  </a:extLst>
                </p:cNvPr>
                <p:cNvPicPr/>
                <p:nvPr/>
              </p:nvPicPr>
              <p:blipFill>
                <a:blip r:embed="rId55"/>
                <a:stretch>
                  <a:fillRect/>
                </a:stretch>
              </p:blipFill>
              <p:spPr>
                <a:xfrm>
                  <a:off x="3992416" y="1019713"/>
                  <a:ext cx="191880" cy="220680"/>
                </a:xfrm>
                <a:prstGeom prst="rect">
                  <a:avLst/>
                </a:prstGeom>
              </p:spPr>
            </p:pic>
          </mc:Fallback>
        </mc:AlternateContent>
      </p:grpSp>
      <p:grpSp>
        <p:nvGrpSpPr>
          <p:cNvPr id="83" name="Group 82">
            <a:extLst>
              <a:ext uri="{FF2B5EF4-FFF2-40B4-BE49-F238E27FC236}">
                <a16:creationId xmlns:a16="http://schemas.microsoft.com/office/drawing/2014/main" id="{3F448838-1B11-5EF9-8AA9-4A5BD415834B}"/>
              </a:ext>
            </a:extLst>
          </p:cNvPr>
          <p:cNvGrpSpPr/>
          <p:nvPr/>
        </p:nvGrpSpPr>
        <p:grpSpPr>
          <a:xfrm>
            <a:off x="7659376" y="740353"/>
            <a:ext cx="296640" cy="270360"/>
            <a:chOff x="7659376" y="740353"/>
            <a:chExt cx="296640" cy="270360"/>
          </a:xfrm>
        </p:grpSpPr>
        <mc:AlternateContent xmlns:mc="http://schemas.openxmlformats.org/markup-compatibility/2006" xmlns:p14="http://schemas.microsoft.com/office/powerpoint/2010/main">
          <mc:Choice Requires="p14">
            <p:contentPart p14:bwMode="auto" r:id="rId56">
              <p14:nvContentPartPr>
                <p14:cNvPr id="72" name="Ink 71">
                  <a:extLst>
                    <a:ext uri="{FF2B5EF4-FFF2-40B4-BE49-F238E27FC236}">
                      <a16:creationId xmlns:a16="http://schemas.microsoft.com/office/drawing/2014/main" id="{0692F0FC-AC40-185F-2ADD-2C82410F6209}"/>
                    </a:ext>
                  </a:extLst>
                </p14:cNvPr>
                <p14:cNvContentPartPr/>
                <p14:nvPr/>
              </p14:nvContentPartPr>
              <p14:xfrm>
                <a:off x="7679896" y="763033"/>
                <a:ext cx="50760" cy="247680"/>
              </p14:xfrm>
            </p:contentPart>
          </mc:Choice>
          <mc:Fallback xmlns="">
            <p:pic>
              <p:nvPicPr>
                <p:cNvPr id="72" name="Ink 71">
                  <a:extLst>
                    <a:ext uri="{FF2B5EF4-FFF2-40B4-BE49-F238E27FC236}">
                      <a16:creationId xmlns:a16="http://schemas.microsoft.com/office/drawing/2014/main" id="{0692F0FC-AC40-185F-2ADD-2C82410F6209}"/>
                    </a:ext>
                  </a:extLst>
                </p:cNvPr>
                <p:cNvPicPr/>
                <p:nvPr/>
              </p:nvPicPr>
              <p:blipFill>
                <a:blip r:embed="rId57"/>
                <a:stretch>
                  <a:fillRect/>
                </a:stretch>
              </p:blipFill>
              <p:spPr>
                <a:xfrm>
                  <a:off x="7661896" y="745033"/>
                  <a:ext cx="8640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3" name="Ink 72">
                  <a:extLst>
                    <a:ext uri="{FF2B5EF4-FFF2-40B4-BE49-F238E27FC236}">
                      <a16:creationId xmlns:a16="http://schemas.microsoft.com/office/drawing/2014/main" id="{E8244604-076B-C7F9-1124-52E13E813C9F}"/>
                    </a:ext>
                  </a:extLst>
                </p14:cNvPr>
                <p14:cNvContentPartPr/>
                <p14:nvPr/>
              </p14:nvContentPartPr>
              <p14:xfrm>
                <a:off x="7659376" y="756553"/>
                <a:ext cx="170640" cy="138240"/>
              </p14:xfrm>
            </p:contentPart>
          </mc:Choice>
          <mc:Fallback xmlns="">
            <p:pic>
              <p:nvPicPr>
                <p:cNvPr id="73" name="Ink 72">
                  <a:extLst>
                    <a:ext uri="{FF2B5EF4-FFF2-40B4-BE49-F238E27FC236}">
                      <a16:creationId xmlns:a16="http://schemas.microsoft.com/office/drawing/2014/main" id="{E8244604-076B-C7F9-1124-52E13E813C9F}"/>
                    </a:ext>
                  </a:extLst>
                </p:cNvPr>
                <p:cNvPicPr/>
                <p:nvPr/>
              </p:nvPicPr>
              <p:blipFill>
                <a:blip r:embed="rId59"/>
                <a:stretch>
                  <a:fillRect/>
                </a:stretch>
              </p:blipFill>
              <p:spPr>
                <a:xfrm>
                  <a:off x="7641376" y="738553"/>
                  <a:ext cx="20628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4" name="Ink 73">
                  <a:extLst>
                    <a:ext uri="{FF2B5EF4-FFF2-40B4-BE49-F238E27FC236}">
                      <a16:creationId xmlns:a16="http://schemas.microsoft.com/office/drawing/2014/main" id="{D82ED29B-2488-B124-7CCC-872C395CA8EE}"/>
                    </a:ext>
                  </a:extLst>
                </p14:cNvPr>
                <p14:cNvContentPartPr/>
                <p14:nvPr/>
              </p14:nvContentPartPr>
              <p14:xfrm>
                <a:off x="7864216" y="772033"/>
                <a:ext cx="30600" cy="189720"/>
              </p14:xfrm>
            </p:contentPart>
          </mc:Choice>
          <mc:Fallback xmlns="">
            <p:pic>
              <p:nvPicPr>
                <p:cNvPr id="74" name="Ink 73">
                  <a:extLst>
                    <a:ext uri="{FF2B5EF4-FFF2-40B4-BE49-F238E27FC236}">
                      <a16:creationId xmlns:a16="http://schemas.microsoft.com/office/drawing/2014/main" id="{D82ED29B-2488-B124-7CCC-872C395CA8EE}"/>
                    </a:ext>
                  </a:extLst>
                </p:cNvPr>
                <p:cNvPicPr/>
                <p:nvPr/>
              </p:nvPicPr>
              <p:blipFill>
                <a:blip r:embed="rId61"/>
                <a:stretch>
                  <a:fillRect/>
                </a:stretch>
              </p:blipFill>
              <p:spPr>
                <a:xfrm>
                  <a:off x="7846576" y="754033"/>
                  <a:ext cx="6624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5" name="Ink 74">
                  <a:extLst>
                    <a:ext uri="{FF2B5EF4-FFF2-40B4-BE49-F238E27FC236}">
                      <a16:creationId xmlns:a16="http://schemas.microsoft.com/office/drawing/2014/main" id="{D6173A8E-EA18-23A7-0EDC-DFD76E466DB4}"/>
                    </a:ext>
                  </a:extLst>
                </p14:cNvPr>
                <p14:cNvContentPartPr/>
                <p14:nvPr/>
              </p14:nvContentPartPr>
              <p14:xfrm>
                <a:off x="7832896" y="740353"/>
                <a:ext cx="123120" cy="239040"/>
              </p14:xfrm>
            </p:contentPart>
          </mc:Choice>
          <mc:Fallback xmlns="">
            <p:pic>
              <p:nvPicPr>
                <p:cNvPr id="75" name="Ink 74">
                  <a:extLst>
                    <a:ext uri="{FF2B5EF4-FFF2-40B4-BE49-F238E27FC236}">
                      <a16:creationId xmlns:a16="http://schemas.microsoft.com/office/drawing/2014/main" id="{D6173A8E-EA18-23A7-0EDC-DFD76E466DB4}"/>
                    </a:ext>
                  </a:extLst>
                </p:cNvPr>
                <p:cNvPicPr/>
                <p:nvPr/>
              </p:nvPicPr>
              <p:blipFill>
                <a:blip r:embed="rId63"/>
                <a:stretch>
                  <a:fillRect/>
                </a:stretch>
              </p:blipFill>
              <p:spPr>
                <a:xfrm>
                  <a:off x="7815256" y="722353"/>
                  <a:ext cx="158760" cy="274680"/>
                </a:xfrm>
                <a:prstGeom prst="rect">
                  <a:avLst/>
                </a:prstGeom>
              </p:spPr>
            </p:pic>
          </mc:Fallback>
        </mc:AlternateContent>
      </p:grpSp>
      <p:grpSp>
        <p:nvGrpSpPr>
          <p:cNvPr id="82" name="Group 81">
            <a:extLst>
              <a:ext uri="{FF2B5EF4-FFF2-40B4-BE49-F238E27FC236}">
                <a16:creationId xmlns:a16="http://schemas.microsoft.com/office/drawing/2014/main" id="{5F2B6014-E002-FD02-3550-839DEC469C7C}"/>
              </a:ext>
            </a:extLst>
          </p:cNvPr>
          <p:cNvGrpSpPr/>
          <p:nvPr/>
        </p:nvGrpSpPr>
        <p:grpSpPr>
          <a:xfrm>
            <a:off x="8385496" y="779953"/>
            <a:ext cx="875520" cy="249120"/>
            <a:chOff x="8385496" y="779953"/>
            <a:chExt cx="875520" cy="249120"/>
          </a:xfrm>
        </p:grpSpPr>
        <mc:AlternateContent xmlns:mc="http://schemas.openxmlformats.org/markup-compatibility/2006" xmlns:p14="http://schemas.microsoft.com/office/powerpoint/2010/main">
          <mc:Choice Requires="p14">
            <p:contentPart p14:bwMode="auto" r:id="rId64">
              <p14:nvContentPartPr>
                <p14:cNvPr id="76" name="Ink 75">
                  <a:extLst>
                    <a:ext uri="{FF2B5EF4-FFF2-40B4-BE49-F238E27FC236}">
                      <a16:creationId xmlns:a16="http://schemas.microsoft.com/office/drawing/2014/main" id="{88FF1871-3180-7F3A-9F0A-A715EDB8CB20}"/>
                    </a:ext>
                  </a:extLst>
                </p14:cNvPr>
                <p14:cNvContentPartPr/>
                <p14:nvPr/>
              </p14:nvContentPartPr>
              <p14:xfrm>
                <a:off x="8385496" y="856273"/>
                <a:ext cx="379800" cy="23400"/>
              </p14:xfrm>
            </p:contentPart>
          </mc:Choice>
          <mc:Fallback xmlns="">
            <p:pic>
              <p:nvPicPr>
                <p:cNvPr id="76" name="Ink 75">
                  <a:extLst>
                    <a:ext uri="{FF2B5EF4-FFF2-40B4-BE49-F238E27FC236}">
                      <a16:creationId xmlns:a16="http://schemas.microsoft.com/office/drawing/2014/main" id="{88FF1871-3180-7F3A-9F0A-A715EDB8CB20}"/>
                    </a:ext>
                  </a:extLst>
                </p:cNvPr>
                <p:cNvPicPr/>
                <p:nvPr/>
              </p:nvPicPr>
              <p:blipFill>
                <a:blip r:embed="rId65"/>
                <a:stretch>
                  <a:fillRect/>
                </a:stretch>
              </p:blipFill>
              <p:spPr>
                <a:xfrm>
                  <a:off x="8367856" y="838273"/>
                  <a:ext cx="41544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77" name="Ink 76">
                  <a:extLst>
                    <a:ext uri="{FF2B5EF4-FFF2-40B4-BE49-F238E27FC236}">
                      <a16:creationId xmlns:a16="http://schemas.microsoft.com/office/drawing/2014/main" id="{E89E0BAD-3834-C2DD-1B72-4689706E0FD4}"/>
                    </a:ext>
                  </a:extLst>
                </p14:cNvPr>
                <p14:cNvContentPartPr/>
                <p14:nvPr/>
              </p14:nvContentPartPr>
              <p14:xfrm>
                <a:off x="8683576" y="811633"/>
                <a:ext cx="87480" cy="138600"/>
              </p14:xfrm>
            </p:contentPart>
          </mc:Choice>
          <mc:Fallback xmlns="">
            <p:pic>
              <p:nvPicPr>
                <p:cNvPr id="77" name="Ink 76">
                  <a:extLst>
                    <a:ext uri="{FF2B5EF4-FFF2-40B4-BE49-F238E27FC236}">
                      <a16:creationId xmlns:a16="http://schemas.microsoft.com/office/drawing/2014/main" id="{E89E0BAD-3834-C2DD-1B72-4689706E0FD4}"/>
                    </a:ext>
                  </a:extLst>
                </p:cNvPr>
                <p:cNvPicPr/>
                <p:nvPr/>
              </p:nvPicPr>
              <p:blipFill>
                <a:blip r:embed="rId67"/>
                <a:stretch>
                  <a:fillRect/>
                </a:stretch>
              </p:blipFill>
              <p:spPr>
                <a:xfrm>
                  <a:off x="8665576" y="793993"/>
                  <a:ext cx="12312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78" name="Ink 77">
                  <a:extLst>
                    <a:ext uri="{FF2B5EF4-FFF2-40B4-BE49-F238E27FC236}">
                      <a16:creationId xmlns:a16="http://schemas.microsoft.com/office/drawing/2014/main" id="{6924EC8B-6436-BBA8-1D36-6C8F5D534092}"/>
                    </a:ext>
                  </a:extLst>
                </p14:cNvPr>
                <p14:cNvContentPartPr/>
                <p14:nvPr/>
              </p14:nvContentPartPr>
              <p14:xfrm>
                <a:off x="8924416" y="779953"/>
                <a:ext cx="83520" cy="249120"/>
              </p14:xfrm>
            </p:contentPart>
          </mc:Choice>
          <mc:Fallback xmlns="">
            <p:pic>
              <p:nvPicPr>
                <p:cNvPr id="78" name="Ink 77">
                  <a:extLst>
                    <a:ext uri="{FF2B5EF4-FFF2-40B4-BE49-F238E27FC236}">
                      <a16:creationId xmlns:a16="http://schemas.microsoft.com/office/drawing/2014/main" id="{6924EC8B-6436-BBA8-1D36-6C8F5D534092}"/>
                    </a:ext>
                  </a:extLst>
                </p:cNvPr>
                <p:cNvPicPr/>
                <p:nvPr/>
              </p:nvPicPr>
              <p:blipFill>
                <a:blip r:embed="rId69"/>
                <a:stretch>
                  <a:fillRect/>
                </a:stretch>
              </p:blipFill>
              <p:spPr>
                <a:xfrm>
                  <a:off x="8906416" y="761953"/>
                  <a:ext cx="11916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9" name="Ink 78">
                  <a:extLst>
                    <a:ext uri="{FF2B5EF4-FFF2-40B4-BE49-F238E27FC236}">
                      <a16:creationId xmlns:a16="http://schemas.microsoft.com/office/drawing/2014/main" id="{9BD42BAF-68B7-3430-48D2-AD28B473F3AE}"/>
                    </a:ext>
                  </a:extLst>
                </p14:cNvPr>
                <p14:cNvContentPartPr/>
                <p14:nvPr/>
              </p14:nvContentPartPr>
              <p14:xfrm>
                <a:off x="8917576" y="801193"/>
                <a:ext cx="122040" cy="213840"/>
              </p14:xfrm>
            </p:contentPart>
          </mc:Choice>
          <mc:Fallback xmlns="">
            <p:pic>
              <p:nvPicPr>
                <p:cNvPr id="79" name="Ink 78">
                  <a:extLst>
                    <a:ext uri="{FF2B5EF4-FFF2-40B4-BE49-F238E27FC236}">
                      <a16:creationId xmlns:a16="http://schemas.microsoft.com/office/drawing/2014/main" id="{9BD42BAF-68B7-3430-48D2-AD28B473F3AE}"/>
                    </a:ext>
                  </a:extLst>
                </p:cNvPr>
                <p:cNvPicPr/>
                <p:nvPr/>
              </p:nvPicPr>
              <p:blipFill>
                <a:blip r:embed="rId71"/>
                <a:stretch>
                  <a:fillRect/>
                </a:stretch>
              </p:blipFill>
              <p:spPr>
                <a:xfrm>
                  <a:off x="8899576" y="783193"/>
                  <a:ext cx="15768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0" name="Ink 79">
                  <a:extLst>
                    <a:ext uri="{FF2B5EF4-FFF2-40B4-BE49-F238E27FC236}">
                      <a16:creationId xmlns:a16="http://schemas.microsoft.com/office/drawing/2014/main" id="{A0168E30-6CD8-9471-9E8C-AB5E63780613}"/>
                    </a:ext>
                  </a:extLst>
                </p14:cNvPr>
                <p14:cNvContentPartPr/>
                <p14:nvPr/>
              </p14:nvContentPartPr>
              <p14:xfrm>
                <a:off x="8941696" y="923233"/>
                <a:ext cx="319320" cy="92520"/>
              </p14:xfrm>
            </p:contentPart>
          </mc:Choice>
          <mc:Fallback xmlns="">
            <p:pic>
              <p:nvPicPr>
                <p:cNvPr id="80" name="Ink 79">
                  <a:extLst>
                    <a:ext uri="{FF2B5EF4-FFF2-40B4-BE49-F238E27FC236}">
                      <a16:creationId xmlns:a16="http://schemas.microsoft.com/office/drawing/2014/main" id="{A0168E30-6CD8-9471-9E8C-AB5E63780613}"/>
                    </a:ext>
                  </a:extLst>
                </p:cNvPr>
                <p:cNvPicPr/>
                <p:nvPr/>
              </p:nvPicPr>
              <p:blipFill>
                <a:blip r:embed="rId73"/>
                <a:stretch>
                  <a:fillRect/>
                </a:stretch>
              </p:blipFill>
              <p:spPr>
                <a:xfrm>
                  <a:off x="8923696" y="905593"/>
                  <a:ext cx="354960" cy="128160"/>
                </a:xfrm>
                <a:prstGeom prst="rect">
                  <a:avLst/>
                </a:prstGeom>
              </p:spPr>
            </p:pic>
          </mc:Fallback>
        </mc:AlternateContent>
      </p:grpSp>
      <p:grpSp>
        <p:nvGrpSpPr>
          <p:cNvPr id="103" name="Group 102">
            <a:extLst>
              <a:ext uri="{FF2B5EF4-FFF2-40B4-BE49-F238E27FC236}">
                <a16:creationId xmlns:a16="http://schemas.microsoft.com/office/drawing/2014/main" id="{52B4B41B-3638-5DF2-D090-52313F195C85}"/>
              </a:ext>
            </a:extLst>
          </p:cNvPr>
          <p:cNvGrpSpPr/>
          <p:nvPr/>
        </p:nvGrpSpPr>
        <p:grpSpPr>
          <a:xfrm>
            <a:off x="9324736" y="827833"/>
            <a:ext cx="2476080" cy="367200"/>
            <a:chOff x="9324736" y="827833"/>
            <a:chExt cx="2476080" cy="367200"/>
          </a:xfrm>
        </p:grpSpPr>
        <mc:AlternateContent xmlns:mc="http://schemas.openxmlformats.org/markup-compatibility/2006" xmlns:p14="http://schemas.microsoft.com/office/powerpoint/2010/main">
          <mc:Choice Requires="p14">
            <p:contentPart p14:bwMode="auto" r:id="rId74">
              <p14:nvContentPartPr>
                <p14:cNvPr id="84" name="Ink 83">
                  <a:extLst>
                    <a:ext uri="{FF2B5EF4-FFF2-40B4-BE49-F238E27FC236}">
                      <a16:creationId xmlns:a16="http://schemas.microsoft.com/office/drawing/2014/main" id="{CE17F47C-FC7D-C9F1-6FB2-61AD0017CC27}"/>
                    </a:ext>
                  </a:extLst>
                </p14:cNvPr>
                <p14:cNvContentPartPr/>
                <p14:nvPr/>
              </p14:nvContentPartPr>
              <p14:xfrm>
                <a:off x="9324736" y="927553"/>
                <a:ext cx="43200" cy="190080"/>
              </p14:xfrm>
            </p:contentPart>
          </mc:Choice>
          <mc:Fallback xmlns="">
            <p:pic>
              <p:nvPicPr>
                <p:cNvPr id="84" name="Ink 83">
                  <a:extLst>
                    <a:ext uri="{FF2B5EF4-FFF2-40B4-BE49-F238E27FC236}">
                      <a16:creationId xmlns:a16="http://schemas.microsoft.com/office/drawing/2014/main" id="{CE17F47C-FC7D-C9F1-6FB2-61AD0017CC27}"/>
                    </a:ext>
                  </a:extLst>
                </p:cNvPr>
                <p:cNvPicPr/>
                <p:nvPr/>
              </p:nvPicPr>
              <p:blipFill>
                <a:blip r:embed="rId75"/>
                <a:stretch>
                  <a:fillRect/>
                </a:stretch>
              </p:blipFill>
              <p:spPr>
                <a:xfrm>
                  <a:off x="9306736" y="909553"/>
                  <a:ext cx="7884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85" name="Ink 84">
                  <a:extLst>
                    <a:ext uri="{FF2B5EF4-FFF2-40B4-BE49-F238E27FC236}">
                      <a16:creationId xmlns:a16="http://schemas.microsoft.com/office/drawing/2014/main" id="{8406EFBB-A33C-D2F2-A19E-50252B7E0F04}"/>
                    </a:ext>
                  </a:extLst>
                </p14:cNvPr>
                <p14:cNvContentPartPr/>
                <p14:nvPr/>
              </p14:nvContentPartPr>
              <p14:xfrm>
                <a:off x="9354976" y="864913"/>
                <a:ext cx="76680" cy="117360"/>
              </p14:xfrm>
            </p:contentPart>
          </mc:Choice>
          <mc:Fallback xmlns="">
            <p:pic>
              <p:nvPicPr>
                <p:cNvPr id="85" name="Ink 84">
                  <a:extLst>
                    <a:ext uri="{FF2B5EF4-FFF2-40B4-BE49-F238E27FC236}">
                      <a16:creationId xmlns:a16="http://schemas.microsoft.com/office/drawing/2014/main" id="{8406EFBB-A33C-D2F2-A19E-50252B7E0F04}"/>
                    </a:ext>
                  </a:extLst>
                </p:cNvPr>
                <p:cNvPicPr/>
                <p:nvPr/>
              </p:nvPicPr>
              <p:blipFill>
                <a:blip r:embed="rId77"/>
                <a:stretch>
                  <a:fillRect/>
                </a:stretch>
              </p:blipFill>
              <p:spPr>
                <a:xfrm>
                  <a:off x="9336976" y="847273"/>
                  <a:ext cx="11232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86" name="Ink 85">
                  <a:extLst>
                    <a:ext uri="{FF2B5EF4-FFF2-40B4-BE49-F238E27FC236}">
                      <a16:creationId xmlns:a16="http://schemas.microsoft.com/office/drawing/2014/main" id="{655A0E06-D860-2351-E768-27B40C6173F2}"/>
                    </a:ext>
                  </a:extLst>
                </p14:cNvPr>
                <p14:cNvContentPartPr/>
                <p14:nvPr/>
              </p14:nvContentPartPr>
              <p14:xfrm>
                <a:off x="9562696" y="925753"/>
                <a:ext cx="83160" cy="28800"/>
              </p14:xfrm>
            </p:contentPart>
          </mc:Choice>
          <mc:Fallback xmlns="">
            <p:pic>
              <p:nvPicPr>
                <p:cNvPr id="86" name="Ink 85">
                  <a:extLst>
                    <a:ext uri="{FF2B5EF4-FFF2-40B4-BE49-F238E27FC236}">
                      <a16:creationId xmlns:a16="http://schemas.microsoft.com/office/drawing/2014/main" id="{655A0E06-D860-2351-E768-27B40C6173F2}"/>
                    </a:ext>
                  </a:extLst>
                </p:cNvPr>
                <p:cNvPicPr/>
                <p:nvPr/>
              </p:nvPicPr>
              <p:blipFill>
                <a:blip r:embed="rId79"/>
                <a:stretch>
                  <a:fillRect/>
                </a:stretch>
              </p:blipFill>
              <p:spPr>
                <a:xfrm>
                  <a:off x="9544696" y="908113"/>
                  <a:ext cx="11880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87" name="Ink 86">
                  <a:extLst>
                    <a:ext uri="{FF2B5EF4-FFF2-40B4-BE49-F238E27FC236}">
                      <a16:creationId xmlns:a16="http://schemas.microsoft.com/office/drawing/2014/main" id="{B2BBD0EA-E868-4254-847A-1D8CD46C7CEC}"/>
                    </a:ext>
                  </a:extLst>
                </p14:cNvPr>
                <p14:cNvContentPartPr/>
                <p14:nvPr/>
              </p14:nvContentPartPr>
              <p14:xfrm>
                <a:off x="9602296" y="973633"/>
                <a:ext cx="59760" cy="15120"/>
              </p14:xfrm>
            </p:contentPart>
          </mc:Choice>
          <mc:Fallback xmlns="">
            <p:pic>
              <p:nvPicPr>
                <p:cNvPr id="87" name="Ink 86">
                  <a:extLst>
                    <a:ext uri="{FF2B5EF4-FFF2-40B4-BE49-F238E27FC236}">
                      <a16:creationId xmlns:a16="http://schemas.microsoft.com/office/drawing/2014/main" id="{B2BBD0EA-E868-4254-847A-1D8CD46C7CEC}"/>
                    </a:ext>
                  </a:extLst>
                </p:cNvPr>
                <p:cNvPicPr/>
                <p:nvPr/>
              </p:nvPicPr>
              <p:blipFill>
                <a:blip r:embed="rId81"/>
                <a:stretch>
                  <a:fillRect/>
                </a:stretch>
              </p:blipFill>
              <p:spPr>
                <a:xfrm>
                  <a:off x="9584296" y="955633"/>
                  <a:ext cx="9540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8" name="Ink 87">
                  <a:extLst>
                    <a:ext uri="{FF2B5EF4-FFF2-40B4-BE49-F238E27FC236}">
                      <a16:creationId xmlns:a16="http://schemas.microsoft.com/office/drawing/2014/main" id="{C210F52A-2F45-1267-21EE-936F2EDD6322}"/>
                    </a:ext>
                  </a:extLst>
                </p14:cNvPr>
                <p14:cNvContentPartPr/>
                <p14:nvPr/>
              </p14:nvContentPartPr>
              <p14:xfrm>
                <a:off x="9514456" y="932593"/>
                <a:ext cx="391680" cy="29160"/>
              </p14:xfrm>
            </p:contentPart>
          </mc:Choice>
          <mc:Fallback xmlns="">
            <p:pic>
              <p:nvPicPr>
                <p:cNvPr id="88" name="Ink 87">
                  <a:extLst>
                    <a:ext uri="{FF2B5EF4-FFF2-40B4-BE49-F238E27FC236}">
                      <a16:creationId xmlns:a16="http://schemas.microsoft.com/office/drawing/2014/main" id="{C210F52A-2F45-1267-21EE-936F2EDD6322}"/>
                    </a:ext>
                  </a:extLst>
                </p:cNvPr>
                <p:cNvPicPr/>
                <p:nvPr/>
              </p:nvPicPr>
              <p:blipFill>
                <a:blip r:embed="rId83"/>
                <a:stretch>
                  <a:fillRect/>
                </a:stretch>
              </p:blipFill>
              <p:spPr>
                <a:xfrm>
                  <a:off x="9496456" y="914593"/>
                  <a:ext cx="42732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89" name="Ink 88">
                  <a:extLst>
                    <a:ext uri="{FF2B5EF4-FFF2-40B4-BE49-F238E27FC236}">
                      <a16:creationId xmlns:a16="http://schemas.microsoft.com/office/drawing/2014/main" id="{97A1BF90-FC67-F4B8-BCBE-09B42D6DF360}"/>
                    </a:ext>
                  </a:extLst>
                </p14:cNvPr>
                <p14:cNvContentPartPr/>
                <p14:nvPr/>
              </p14:nvContentPartPr>
              <p14:xfrm>
                <a:off x="9725056" y="863833"/>
                <a:ext cx="169200" cy="126720"/>
              </p14:xfrm>
            </p:contentPart>
          </mc:Choice>
          <mc:Fallback xmlns="">
            <p:pic>
              <p:nvPicPr>
                <p:cNvPr id="89" name="Ink 88">
                  <a:extLst>
                    <a:ext uri="{FF2B5EF4-FFF2-40B4-BE49-F238E27FC236}">
                      <a16:creationId xmlns:a16="http://schemas.microsoft.com/office/drawing/2014/main" id="{97A1BF90-FC67-F4B8-BCBE-09B42D6DF360}"/>
                    </a:ext>
                  </a:extLst>
                </p:cNvPr>
                <p:cNvPicPr/>
                <p:nvPr/>
              </p:nvPicPr>
              <p:blipFill>
                <a:blip r:embed="rId85"/>
                <a:stretch>
                  <a:fillRect/>
                </a:stretch>
              </p:blipFill>
              <p:spPr>
                <a:xfrm>
                  <a:off x="9707416" y="845833"/>
                  <a:ext cx="2048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90" name="Ink 89">
                  <a:extLst>
                    <a:ext uri="{FF2B5EF4-FFF2-40B4-BE49-F238E27FC236}">
                      <a16:creationId xmlns:a16="http://schemas.microsoft.com/office/drawing/2014/main" id="{C23103C1-38DB-133A-1FAE-A453244DB06C}"/>
                    </a:ext>
                  </a:extLst>
                </p14:cNvPr>
                <p14:cNvContentPartPr/>
                <p14:nvPr/>
              </p14:nvContentPartPr>
              <p14:xfrm>
                <a:off x="10059856" y="857353"/>
                <a:ext cx="23400" cy="219240"/>
              </p14:xfrm>
            </p:contentPart>
          </mc:Choice>
          <mc:Fallback xmlns="">
            <p:pic>
              <p:nvPicPr>
                <p:cNvPr id="90" name="Ink 89">
                  <a:extLst>
                    <a:ext uri="{FF2B5EF4-FFF2-40B4-BE49-F238E27FC236}">
                      <a16:creationId xmlns:a16="http://schemas.microsoft.com/office/drawing/2014/main" id="{C23103C1-38DB-133A-1FAE-A453244DB06C}"/>
                    </a:ext>
                  </a:extLst>
                </p:cNvPr>
                <p:cNvPicPr/>
                <p:nvPr/>
              </p:nvPicPr>
              <p:blipFill>
                <a:blip r:embed="rId87"/>
                <a:stretch>
                  <a:fillRect/>
                </a:stretch>
              </p:blipFill>
              <p:spPr>
                <a:xfrm>
                  <a:off x="10041856" y="839353"/>
                  <a:ext cx="5904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91" name="Ink 90">
                  <a:extLst>
                    <a:ext uri="{FF2B5EF4-FFF2-40B4-BE49-F238E27FC236}">
                      <a16:creationId xmlns:a16="http://schemas.microsoft.com/office/drawing/2014/main" id="{3AAB9262-7B16-75CD-72EC-05CEDC7CFF4E}"/>
                    </a:ext>
                  </a:extLst>
                </p14:cNvPr>
                <p14:cNvContentPartPr/>
                <p14:nvPr/>
              </p14:nvContentPartPr>
              <p14:xfrm>
                <a:off x="10100176" y="877513"/>
                <a:ext cx="130680" cy="156960"/>
              </p14:xfrm>
            </p:contentPart>
          </mc:Choice>
          <mc:Fallback xmlns="">
            <p:pic>
              <p:nvPicPr>
                <p:cNvPr id="91" name="Ink 90">
                  <a:extLst>
                    <a:ext uri="{FF2B5EF4-FFF2-40B4-BE49-F238E27FC236}">
                      <a16:creationId xmlns:a16="http://schemas.microsoft.com/office/drawing/2014/main" id="{3AAB9262-7B16-75CD-72EC-05CEDC7CFF4E}"/>
                    </a:ext>
                  </a:extLst>
                </p:cNvPr>
                <p:cNvPicPr/>
                <p:nvPr/>
              </p:nvPicPr>
              <p:blipFill>
                <a:blip r:embed="rId89"/>
                <a:stretch>
                  <a:fillRect/>
                </a:stretch>
              </p:blipFill>
              <p:spPr>
                <a:xfrm>
                  <a:off x="10082536" y="859873"/>
                  <a:ext cx="16632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92" name="Ink 91">
                  <a:extLst>
                    <a:ext uri="{FF2B5EF4-FFF2-40B4-BE49-F238E27FC236}">
                      <a16:creationId xmlns:a16="http://schemas.microsoft.com/office/drawing/2014/main" id="{ED9E2E83-3405-A504-FE65-99377B0269B5}"/>
                    </a:ext>
                  </a:extLst>
                </p14:cNvPr>
                <p14:cNvContentPartPr/>
                <p14:nvPr/>
              </p14:nvContentPartPr>
              <p14:xfrm>
                <a:off x="10098376" y="979393"/>
                <a:ext cx="106200" cy="8280"/>
              </p14:xfrm>
            </p:contentPart>
          </mc:Choice>
          <mc:Fallback xmlns="">
            <p:pic>
              <p:nvPicPr>
                <p:cNvPr id="92" name="Ink 91">
                  <a:extLst>
                    <a:ext uri="{FF2B5EF4-FFF2-40B4-BE49-F238E27FC236}">
                      <a16:creationId xmlns:a16="http://schemas.microsoft.com/office/drawing/2014/main" id="{ED9E2E83-3405-A504-FE65-99377B0269B5}"/>
                    </a:ext>
                  </a:extLst>
                </p:cNvPr>
                <p:cNvPicPr/>
                <p:nvPr/>
              </p:nvPicPr>
              <p:blipFill>
                <a:blip r:embed="rId91"/>
                <a:stretch>
                  <a:fillRect/>
                </a:stretch>
              </p:blipFill>
              <p:spPr>
                <a:xfrm>
                  <a:off x="10080736" y="961393"/>
                  <a:ext cx="14184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93" name="Ink 92">
                  <a:extLst>
                    <a:ext uri="{FF2B5EF4-FFF2-40B4-BE49-F238E27FC236}">
                      <a16:creationId xmlns:a16="http://schemas.microsoft.com/office/drawing/2014/main" id="{80EE7E1D-5CCC-F99A-6CFA-A14DD7BE2D2C}"/>
                    </a:ext>
                  </a:extLst>
                </p14:cNvPr>
                <p14:cNvContentPartPr/>
                <p14:nvPr/>
              </p14:nvContentPartPr>
              <p14:xfrm>
                <a:off x="10331656" y="901273"/>
                <a:ext cx="27720" cy="146160"/>
              </p14:xfrm>
            </p:contentPart>
          </mc:Choice>
          <mc:Fallback xmlns="">
            <p:pic>
              <p:nvPicPr>
                <p:cNvPr id="93" name="Ink 92">
                  <a:extLst>
                    <a:ext uri="{FF2B5EF4-FFF2-40B4-BE49-F238E27FC236}">
                      <a16:creationId xmlns:a16="http://schemas.microsoft.com/office/drawing/2014/main" id="{80EE7E1D-5CCC-F99A-6CFA-A14DD7BE2D2C}"/>
                    </a:ext>
                  </a:extLst>
                </p:cNvPr>
                <p:cNvPicPr/>
                <p:nvPr/>
              </p:nvPicPr>
              <p:blipFill>
                <a:blip r:embed="rId93"/>
                <a:stretch>
                  <a:fillRect/>
                </a:stretch>
              </p:blipFill>
              <p:spPr>
                <a:xfrm>
                  <a:off x="10313656" y="883633"/>
                  <a:ext cx="6336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94" name="Ink 93">
                  <a:extLst>
                    <a:ext uri="{FF2B5EF4-FFF2-40B4-BE49-F238E27FC236}">
                      <a16:creationId xmlns:a16="http://schemas.microsoft.com/office/drawing/2014/main" id="{B0F1B9DA-0EF3-BF45-D608-89E5FE4B76F7}"/>
                    </a:ext>
                  </a:extLst>
                </p14:cNvPr>
                <p14:cNvContentPartPr/>
                <p14:nvPr/>
              </p14:nvContentPartPr>
              <p14:xfrm>
                <a:off x="10322656" y="891913"/>
                <a:ext cx="131760" cy="172800"/>
              </p14:xfrm>
            </p:contentPart>
          </mc:Choice>
          <mc:Fallback xmlns="">
            <p:pic>
              <p:nvPicPr>
                <p:cNvPr id="94" name="Ink 93">
                  <a:extLst>
                    <a:ext uri="{FF2B5EF4-FFF2-40B4-BE49-F238E27FC236}">
                      <a16:creationId xmlns:a16="http://schemas.microsoft.com/office/drawing/2014/main" id="{B0F1B9DA-0EF3-BF45-D608-89E5FE4B76F7}"/>
                    </a:ext>
                  </a:extLst>
                </p:cNvPr>
                <p:cNvPicPr/>
                <p:nvPr/>
              </p:nvPicPr>
              <p:blipFill>
                <a:blip r:embed="rId95"/>
                <a:stretch>
                  <a:fillRect/>
                </a:stretch>
              </p:blipFill>
              <p:spPr>
                <a:xfrm>
                  <a:off x="10304656" y="873913"/>
                  <a:ext cx="16740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95" name="Ink 94">
                  <a:extLst>
                    <a:ext uri="{FF2B5EF4-FFF2-40B4-BE49-F238E27FC236}">
                      <a16:creationId xmlns:a16="http://schemas.microsoft.com/office/drawing/2014/main" id="{475EC00C-7D0C-A931-520B-1024CB0FB309}"/>
                    </a:ext>
                  </a:extLst>
                </p14:cNvPr>
                <p14:cNvContentPartPr/>
                <p14:nvPr/>
              </p14:nvContentPartPr>
              <p14:xfrm>
                <a:off x="10550896" y="901633"/>
                <a:ext cx="167040" cy="157320"/>
              </p14:xfrm>
            </p:contentPart>
          </mc:Choice>
          <mc:Fallback xmlns="">
            <p:pic>
              <p:nvPicPr>
                <p:cNvPr id="95" name="Ink 94">
                  <a:extLst>
                    <a:ext uri="{FF2B5EF4-FFF2-40B4-BE49-F238E27FC236}">
                      <a16:creationId xmlns:a16="http://schemas.microsoft.com/office/drawing/2014/main" id="{475EC00C-7D0C-A931-520B-1024CB0FB309}"/>
                    </a:ext>
                  </a:extLst>
                </p:cNvPr>
                <p:cNvPicPr/>
                <p:nvPr/>
              </p:nvPicPr>
              <p:blipFill>
                <a:blip r:embed="rId97"/>
                <a:stretch>
                  <a:fillRect/>
                </a:stretch>
              </p:blipFill>
              <p:spPr>
                <a:xfrm>
                  <a:off x="10533256" y="883993"/>
                  <a:ext cx="20268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96" name="Ink 95">
                  <a:extLst>
                    <a:ext uri="{FF2B5EF4-FFF2-40B4-BE49-F238E27FC236}">
                      <a16:creationId xmlns:a16="http://schemas.microsoft.com/office/drawing/2014/main" id="{B1F2B096-738D-9399-D5B5-A0181CDDB41B}"/>
                    </a:ext>
                  </a:extLst>
                </p14:cNvPr>
                <p14:cNvContentPartPr/>
                <p14:nvPr/>
              </p14:nvContentPartPr>
              <p14:xfrm>
                <a:off x="10836016" y="981913"/>
                <a:ext cx="269640" cy="17280"/>
              </p14:xfrm>
            </p:contentPart>
          </mc:Choice>
          <mc:Fallback xmlns="">
            <p:pic>
              <p:nvPicPr>
                <p:cNvPr id="96" name="Ink 95">
                  <a:extLst>
                    <a:ext uri="{FF2B5EF4-FFF2-40B4-BE49-F238E27FC236}">
                      <a16:creationId xmlns:a16="http://schemas.microsoft.com/office/drawing/2014/main" id="{B1F2B096-738D-9399-D5B5-A0181CDDB41B}"/>
                    </a:ext>
                  </a:extLst>
                </p:cNvPr>
                <p:cNvPicPr/>
                <p:nvPr/>
              </p:nvPicPr>
              <p:blipFill>
                <a:blip r:embed="rId99"/>
                <a:stretch>
                  <a:fillRect/>
                </a:stretch>
              </p:blipFill>
              <p:spPr>
                <a:xfrm>
                  <a:off x="10818016" y="964273"/>
                  <a:ext cx="30528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97" name="Ink 96">
                  <a:extLst>
                    <a:ext uri="{FF2B5EF4-FFF2-40B4-BE49-F238E27FC236}">
                      <a16:creationId xmlns:a16="http://schemas.microsoft.com/office/drawing/2014/main" id="{D70601BB-DA01-2218-9C4E-BD7DCFA43A0C}"/>
                    </a:ext>
                  </a:extLst>
                </p14:cNvPr>
                <p14:cNvContentPartPr/>
                <p14:nvPr/>
              </p14:nvContentPartPr>
              <p14:xfrm>
                <a:off x="11071816" y="891913"/>
                <a:ext cx="100440" cy="194760"/>
              </p14:xfrm>
            </p:contentPart>
          </mc:Choice>
          <mc:Fallback xmlns="">
            <p:pic>
              <p:nvPicPr>
                <p:cNvPr id="97" name="Ink 96">
                  <a:extLst>
                    <a:ext uri="{FF2B5EF4-FFF2-40B4-BE49-F238E27FC236}">
                      <a16:creationId xmlns:a16="http://schemas.microsoft.com/office/drawing/2014/main" id="{D70601BB-DA01-2218-9C4E-BD7DCFA43A0C}"/>
                    </a:ext>
                  </a:extLst>
                </p:cNvPr>
                <p:cNvPicPr/>
                <p:nvPr/>
              </p:nvPicPr>
              <p:blipFill>
                <a:blip r:embed="rId101"/>
                <a:stretch>
                  <a:fillRect/>
                </a:stretch>
              </p:blipFill>
              <p:spPr>
                <a:xfrm>
                  <a:off x="11054176" y="873913"/>
                  <a:ext cx="13608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98" name="Ink 97">
                  <a:extLst>
                    <a:ext uri="{FF2B5EF4-FFF2-40B4-BE49-F238E27FC236}">
                      <a16:creationId xmlns:a16="http://schemas.microsoft.com/office/drawing/2014/main" id="{1B25DB16-A1E4-86FE-6107-0847A88C9BD4}"/>
                    </a:ext>
                  </a:extLst>
                </p14:cNvPr>
                <p14:cNvContentPartPr/>
                <p14:nvPr/>
              </p14:nvContentPartPr>
              <p14:xfrm>
                <a:off x="11275216" y="979033"/>
                <a:ext cx="64440" cy="216000"/>
              </p14:xfrm>
            </p:contentPart>
          </mc:Choice>
          <mc:Fallback xmlns="">
            <p:pic>
              <p:nvPicPr>
                <p:cNvPr id="98" name="Ink 97">
                  <a:extLst>
                    <a:ext uri="{FF2B5EF4-FFF2-40B4-BE49-F238E27FC236}">
                      <a16:creationId xmlns:a16="http://schemas.microsoft.com/office/drawing/2014/main" id="{1B25DB16-A1E4-86FE-6107-0847A88C9BD4}"/>
                    </a:ext>
                  </a:extLst>
                </p:cNvPr>
                <p:cNvPicPr/>
                <p:nvPr/>
              </p:nvPicPr>
              <p:blipFill>
                <a:blip r:embed="rId103"/>
                <a:stretch>
                  <a:fillRect/>
                </a:stretch>
              </p:blipFill>
              <p:spPr>
                <a:xfrm>
                  <a:off x="11257216" y="961393"/>
                  <a:ext cx="10008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99" name="Ink 98">
                  <a:extLst>
                    <a:ext uri="{FF2B5EF4-FFF2-40B4-BE49-F238E27FC236}">
                      <a16:creationId xmlns:a16="http://schemas.microsoft.com/office/drawing/2014/main" id="{ACC98577-6627-D662-2EF3-A238F9A06FCE}"/>
                    </a:ext>
                  </a:extLst>
                </p14:cNvPr>
                <p14:cNvContentPartPr/>
                <p14:nvPr/>
              </p14:nvContentPartPr>
              <p14:xfrm>
                <a:off x="11266576" y="946633"/>
                <a:ext cx="158040" cy="169560"/>
              </p14:xfrm>
            </p:contentPart>
          </mc:Choice>
          <mc:Fallback xmlns="">
            <p:pic>
              <p:nvPicPr>
                <p:cNvPr id="99" name="Ink 98">
                  <a:extLst>
                    <a:ext uri="{FF2B5EF4-FFF2-40B4-BE49-F238E27FC236}">
                      <a16:creationId xmlns:a16="http://schemas.microsoft.com/office/drawing/2014/main" id="{ACC98577-6627-D662-2EF3-A238F9A06FCE}"/>
                    </a:ext>
                  </a:extLst>
                </p:cNvPr>
                <p:cNvPicPr/>
                <p:nvPr/>
              </p:nvPicPr>
              <p:blipFill>
                <a:blip r:embed="rId105"/>
                <a:stretch>
                  <a:fillRect/>
                </a:stretch>
              </p:blipFill>
              <p:spPr>
                <a:xfrm>
                  <a:off x="11248936" y="928993"/>
                  <a:ext cx="19368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00" name="Ink 99">
                  <a:extLst>
                    <a:ext uri="{FF2B5EF4-FFF2-40B4-BE49-F238E27FC236}">
                      <a16:creationId xmlns:a16="http://schemas.microsoft.com/office/drawing/2014/main" id="{E5846AE0-3374-48F2-55B3-36A3091D4EFF}"/>
                    </a:ext>
                  </a:extLst>
                </p14:cNvPr>
                <p14:cNvContentPartPr/>
                <p14:nvPr/>
              </p14:nvContentPartPr>
              <p14:xfrm>
                <a:off x="11312296" y="1033393"/>
                <a:ext cx="122400" cy="30240"/>
              </p14:xfrm>
            </p:contentPart>
          </mc:Choice>
          <mc:Fallback xmlns="">
            <p:pic>
              <p:nvPicPr>
                <p:cNvPr id="100" name="Ink 99">
                  <a:extLst>
                    <a:ext uri="{FF2B5EF4-FFF2-40B4-BE49-F238E27FC236}">
                      <a16:creationId xmlns:a16="http://schemas.microsoft.com/office/drawing/2014/main" id="{E5846AE0-3374-48F2-55B3-36A3091D4EFF}"/>
                    </a:ext>
                  </a:extLst>
                </p:cNvPr>
                <p:cNvPicPr/>
                <p:nvPr/>
              </p:nvPicPr>
              <p:blipFill>
                <a:blip r:embed="rId107"/>
                <a:stretch>
                  <a:fillRect/>
                </a:stretch>
              </p:blipFill>
              <p:spPr>
                <a:xfrm>
                  <a:off x="11294656" y="1015393"/>
                  <a:ext cx="15804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01" name="Ink 100">
                  <a:extLst>
                    <a:ext uri="{FF2B5EF4-FFF2-40B4-BE49-F238E27FC236}">
                      <a16:creationId xmlns:a16="http://schemas.microsoft.com/office/drawing/2014/main" id="{A9E9FAB3-58BE-B71B-54CE-C023C472F4EE}"/>
                    </a:ext>
                  </a:extLst>
                </p14:cNvPr>
                <p14:cNvContentPartPr/>
                <p14:nvPr/>
              </p14:nvContentPartPr>
              <p14:xfrm>
                <a:off x="11497696" y="973633"/>
                <a:ext cx="59400" cy="129600"/>
              </p14:xfrm>
            </p:contentPart>
          </mc:Choice>
          <mc:Fallback xmlns="">
            <p:pic>
              <p:nvPicPr>
                <p:cNvPr id="101" name="Ink 100">
                  <a:extLst>
                    <a:ext uri="{FF2B5EF4-FFF2-40B4-BE49-F238E27FC236}">
                      <a16:creationId xmlns:a16="http://schemas.microsoft.com/office/drawing/2014/main" id="{A9E9FAB3-58BE-B71B-54CE-C023C472F4EE}"/>
                    </a:ext>
                  </a:extLst>
                </p:cNvPr>
                <p:cNvPicPr/>
                <p:nvPr/>
              </p:nvPicPr>
              <p:blipFill>
                <a:blip r:embed="rId109"/>
                <a:stretch>
                  <a:fillRect/>
                </a:stretch>
              </p:blipFill>
              <p:spPr>
                <a:xfrm>
                  <a:off x="11480056" y="955633"/>
                  <a:ext cx="9504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02" name="Ink 101">
                  <a:extLst>
                    <a:ext uri="{FF2B5EF4-FFF2-40B4-BE49-F238E27FC236}">
                      <a16:creationId xmlns:a16="http://schemas.microsoft.com/office/drawing/2014/main" id="{6D1D49EC-20A2-1563-5A13-3B62FDAA2869}"/>
                    </a:ext>
                  </a:extLst>
                </p14:cNvPr>
                <p14:cNvContentPartPr/>
                <p14:nvPr/>
              </p14:nvContentPartPr>
              <p14:xfrm>
                <a:off x="11647816" y="827833"/>
                <a:ext cx="153000" cy="232560"/>
              </p14:xfrm>
            </p:contentPart>
          </mc:Choice>
          <mc:Fallback xmlns="">
            <p:pic>
              <p:nvPicPr>
                <p:cNvPr id="102" name="Ink 101">
                  <a:extLst>
                    <a:ext uri="{FF2B5EF4-FFF2-40B4-BE49-F238E27FC236}">
                      <a16:creationId xmlns:a16="http://schemas.microsoft.com/office/drawing/2014/main" id="{6D1D49EC-20A2-1563-5A13-3B62FDAA2869}"/>
                    </a:ext>
                  </a:extLst>
                </p:cNvPr>
                <p:cNvPicPr/>
                <p:nvPr/>
              </p:nvPicPr>
              <p:blipFill>
                <a:blip r:embed="rId111"/>
                <a:stretch>
                  <a:fillRect/>
                </a:stretch>
              </p:blipFill>
              <p:spPr>
                <a:xfrm>
                  <a:off x="11630176" y="809833"/>
                  <a:ext cx="188640" cy="268200"/>
                </a:xfrm>
                <a:prstGeom prst="rect">
                  <a:avLst/>
                </a:prstGeom>
              </p:spPr>
            </p:pic>
          </mc:Fallback>
        </mc:AlternateContent>
      </p:grpSp>
      <p:grpSp>
        <p:nvGrpSpPr>
          <p:cNvPr id="124" name="Group 123">
            <a:extLst>
              <a:ext uri="{FF2B5EF4-FFF2-40B4-BE49-F238E27FC236}">
                <a16:creationId xmlns:a16="http://schemas.microsoft.com/office/drawing/2014/main" id="{3F8888A0-3E31-6EDA-7DB2-E43605EB3BD4}"/>
              </a:ext>
            </a:extLst>
          </p:cNvPr>
          <p:cNvGrpSpPr/>
          <p:nvPr/>
        </p:nvGrpSpPr>
        <p:grpSpPr>
          <a:xfrm>
            <a:off x="6344656" y="4647073"/>
            <a:ext cx="1425240" cy="1848600"/>
            <a:chOff x="6344656" y="4647073"/>
            <a:chExt cx="1425240" cy="1848600"/>
          </a:xfrm>
        </p:grpSpPr>
        <mc:AlternateContent xmlns:mc="http://schemas.openxmlformats.org/markup-compatibility/2006" xmlns:p14="http://schemas.microsoft.com/office/powerpoint/2010/main">
          <mc:Choice Requires="p14">
            <p:contentPart p14:bwMode="auto" r:id="rId112">
              <p14:nvContentPartPr>
                <p14:cNvPr id="104" name="Ink 103">
                  <a:extLst>
                    <a:ext uri="{FF2B5EF4-FFF2-40B4-BE49-F238E27FC236}">
                      <a16:creationId xmlns:a16="http://schemas.microsoft.com/office/drawing/2014/main" id="{9DB933BC-2173-6AF7-4D8B-8D406676D6BA}"/>
                    </a:ext>
                  </a:extLst>
                </p14:cNvPr>
                <p14:cNvContentPartPr/>
                <p14:nvPr/>
              </p14:nvContentPartPr>
              <p14:xfrm>
                <a:off x="6395776" y="5298673"/>
                <a:ext cx="762120" cy="129240"/>
              </p14:xfrm>
            </p:contentPart>
          </mc:Choice>
          <mc:Fallback xmlns="">
            <p:pic>
              <p:nvPicPr>
                <p:cNvPr id="104" name="Ink 103">
                  <a:extLst>
                    <a:ext uri="{FF2B5EF4-FFF2-40B4-BE49-F238E27FC236}">
                      <a16:creationId xmlns:a16="http://schemas.microsoft.com/office/drawing/2014/main" id="{9DB933BC-2173-6AF7-4D8B-8D406676D6BA}"/>
                    </a:ext>
                  </a:extLst>
                </p:cNvPr>
                <p:cNvPicPr/>
                <p:nvPr/>
              </p:nvPicPr>
              <p:blipFill>
                <a:blip r:embed="rId113"/>
                <a:stretch>
                  <a:fillRect/>
                </a:stretch>
              </p:blipFill>
              <p:spPr>
                <a:xfrm>
                  <a:off x="6377776" y="5281033"/>
                  <a:ext cx="79776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05" name="Ink 104">
                  <a:extLst>
                    <a:ext uri="{FF2B5EF4-FFF2-40B4-BE49-F238E27FC236}">
                      <a16:creationId xmlns:a16="http://schemas.microsoft.com/office/drawing/2014/main" id="{EF0DFC37-492E-E610-EB3C-E42774D4B7CA}"/>
                    </a:ext>
                  </a:extLst>
                </p14:cNvPr>
                <p14:cNvContentPartPr/>
                <p14:nvPr/>
              </p14:nvContentPartPr>
              <p14:xfrm>
                <a:off x="6344656" y="5430073"/>
                <a:ext cx="554760" cy="299520"/>
              </p14:xfrm>
            </p:contentPart>
          </mc:Choice>
          <mc:Fallback xmlns="">
            <p:pic>
              <p:nvPicPr>
                <p:cNvPr id="105" name="Ink 104">
                  <a:extLst>
                    <a:ext uri="{FF2B5EF4-FFF2-40B4-BE49-F238E27FC236}">
                      <a16:creationId xmlns:a16="http://schemas.microsoft.com/office/drawing/2014/main" id="{EF0DFC37-492E-E610-EB3C-E42774D4B7CA}"/>
                    </a:ext>
                  </a:extLst>
                </p:cNvPr>
                <p:cNvPicPr/>
                <p:nvPr/>
              </p:nvPicPr>
              <p:blipFill>
                <a:blip r:embed="rId115"/>
                <a:stretch>
                  <a:fillRect/>
                </a:stretch>
              </p:blipFill>
              <p:spPr>
                <a:xfrm>
                  <a:off x="6327016" y="5412433"/>
                  <a:ext cx="59040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06" name="Ink 105">
                  <a:extLst>
                    <a:ext uri="{FF2B5EF4-FFF2-40B4-BE49-F238E27FC236}">
                      <a16:creationId xmlns:a16="http://schemas.microsoft.com/office/drawing/2014/main" id="{DD943A1F-5C68-EB54-778D-8619D0F90720}"/>
                    </a:ext>
                  </a:extLst>
                </p14:cNvPr>
                <p14:cNvContentPartPr/>
                <p14:nvPr/>
              </p14:nvContentPartPr>
              <p14:xfrm>
                <a:off x="6845056" y="5300113"/>
                <a:ext cx="278640" cy="592560"/>
              </p14:xfrm>
            </p:contentPart>
          </mc:Choice>
          <mc:Fallback xmlns="">
            <p:pic>
              <p:nvPicPr>
                <p:cNvPr id="106" name="Ink 105">
                  <a:extLst>
                    <a:ext uri="{FF2B5EF4-FFF2-40B4-BE49-F238E27FC236}">
                      <a16:creationId xmlns:a16="http://schemas.microsoft.com/office/drawing/2014/main" id="{DD943A1F-5C68-EB54-778D-8619D0F90720}"/>
                    </a:ext>
                  </a:extLst>
                </p:cNvPr>
                <p:cNvPicPr/>
                <p:nvPr/>
              </p:nvPicPr>
              <p:blipFill>
                <a:blip r:embed="rId117"/>
                <a:stretch>
                  <a:fillRect/>
                </a:stretch>
              </p:blipFill>
              <p:spPr>
                <a:xfrm>
                  <a:off x="6827416" y="5282473"/>
                  <a:ext cx="314280" cy="6282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07" name="Ink 106">
                  <a:extLst>
                    <a:ext uri="{FF2B5EF4-FFF2-40B4-BE49-F238E27FC236}">
                      <a16:creationId xmlns:a16="http://schemas.microsoft.com/office/drawing/2014/main" id="{CA375D07-178B-9F78-3A30-F399760ED53E}"/>
                    </a:ext>
                  </a:extLst>
                </p14:cNvPr>
                <p14:cNvContentPartPr/>
                <p14:nvPr/>
              </p14:nvContentPartPr>
              <p14:xfrm>
                <a:off x="6702496" y="4679833"/>
                <a:ext cx="131400" cy="637200"/>
              </p14:xfrm>
            </p:contentPart>
          </mc:Choice>
          <mc:Fallback xmlns="">
            <p:pic>
              <p:nvPicPr>
                <p:cNvPr id="107" name="Ink 106">
                  <a:extLst>
                    <a:ext uri="{FF2B5EF4-FFF2-40B4-BE49-F238E27FC236}">
                      <a16:creationId xmlns:a16="http://schemas.microsoft.com/office/drawing/2014/main" id="{CA375D07-178B-9F78-3A30-F399760ED53E}"/>
                    </a:ext>
                  </a:extLst>
                </p:cNvPr>
                <p:cNvPicPr/>
                <p:nvPr/>
              </p:nvPicPr>
              <p:blipFill>
                <a:blip r:embed="rId119"/>
                <a:stretch>
                  <a:fillRect/>
                </a:stretch>
              </p:blipFill>
              <p:spPr>
                <a:xfrm>
                  <a:off x="6684856" y="4662193"/>
                  <a:ext cx="167040" cy="6728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08" name="Ink 107">
                  <a:extLst>
                    <a:ext uri="{FF2B5EF4-FFF2-40B4-BE49-F238E27FC236}">
                      <a16:creationId xmlns:a16="http://schemas.microsoft.com/office/drawing/2014/main" id="{9C129FA8-11A3-015C-3B97-9DB4FA5DFD77}"/>
                    </a:ext>
                  </a:extLst>
                </p14:cNvPr>
                <p14:cNvContentPartPr/>
                <p14:nvPr/>
              </p14:nvContentPartPr>
              <p14:xfrm>
                <a:off x="6884296" y="5859193"/>
                <a:ext cx="163080" cy="636480"/>
              </p14:xfrm>
            </p:contentPart>
          </mc:Choice>
          <mc:Fallback xmlns="">
            <p:pic>
              <p:nvPicPr>
                <p:cNvPr id="108" name="Ink 107">
                  <a:extLst>
                    <a:ext uri="{FF2B5EF4-FFF2-40B4-BE49-F238E27FC236}">
                      <a16:creationId xmlns:a16="http://schemas.microsoft.com/office/drawing/2014/main" id="{9C129FA8-11A3-015C-3B97-9DB4FA5DFD77}"/>
                    </a:ext>
                  </a:extLst>
                </p:cNvPr>
                <p:cNvPicPr/>
                <p:nvPr/>
              </p:nvPicPr>
              <p:blipFill>
                <a:blip r:embed="rId121"/>
                <a:stretch>
                  <a:fillRect/>
                </a:stretch>
              </p:blipFill>
              <p:spPr>
                <a:xfrm>
                  <a:off x="6866296" y="5841553"/>
                  <a:ext cx="198720" cy="6721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09" name="Ink 108">
                  <a:extLst>
                    <a:ext uri="{FF2B5EF4-FFF2-40B4-BE49-F238E27FC236}">
                      <a16:creationId xmlns:a16="http://schemas.microsoft.com/office/drawing/2014/main" id="{0C2181F1-C6F7-BA05-126D-BBD666F62FFE}"/>
                    </a:ext>
                  </a:extLst>
                </p14:cNvPr>
                <p14:cNvContentPartPr/>
                <p14:nvPr/>
              </p14:nvContentPartPr>
              <p14:xfrm>
                <a:off x="7132696" y="5486953"/>
                <a:ext cx="215280" cy="306360"/>
              </p14:xfrm>
            </p:contentPart>
          </mc:Choice>
          <mc:Fallback xmlns="">
            <p:pic>
              <p:nvPicPr>
                <p:cNvPr id="109" name="Ink 108">
                  <a:extLst>
                    <a:ext uri="{FF2B5EF4-FFF2-40B4-BE49-F238E27FC236}">
                      <a16:creationId xmlns:a16="http://schemas.microsoft.com/office/drawing/2014/main" id="{0C2181F1-C6F7-BA05-126D-BBD666F62FFE}"/>
                    </a:ext>
                  </a:extLst>
                </p:cNvPr>
                <p:cNvPicPr/>
                <p:nvPr/>
              </p:nvPicPr>
              <p:blipFill>
                <a:blip r:embed="rId123"/>
                <a:stretch>
                  <a:fillRect/>
                </a:stretch>
              </p:blipFill>
              <p:spPr>
                <a:xfrm>
                  <a:off x="7115056" y="5469313"/>
                  <a:ext cx="250920" cy="342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10" name="Ink 109">
                  <a:extLst>
                    <a:ext uri="{FF2B5EF4-FFF2-40B4-BE49-F238E27FC236}">
                      <a16:creationId xmlns:a16="http://schemas.microsoft.com/office/drawing/2014/main" id="{03CF4973-47A7-FD5C-13DD-A3F2A5CBA895}"/>
                    </a:ext>
                  </a:extLst>
                </p14:cNvPr>
                <p14:cNvContentPartPr/>
                <p14:nvPr/>
              </p14:nvContentPartPr>
              <p14:xfrm>
                <a:off x="7190656" y="5495233"/>
                <a:ext cx="177120" cy="167400"/>
              </p14:xfrm>
            </p:contentPart>
          </mc:Choice>
          <mc:Fallback xmlns="">
            <p:pic>
              <p:nvPicPr>
                <p:cNvPr id="110" name="Ink 109">
                  <a:extLst>
                    <a:ext uri="{FF2B5EF4-FFF2-40B4-BE49-F238E27FC236}">
                      <a16:creationId xmlns:a16="http://schemas.microsoft.com/office/drawing/2014/main" id="{03CF4973-47A7-FD5C-13DD-A3F2A5CBA895}"/>
                    </a:ext>
                  </a:extLst>
                </p:cNvPr>
                <p:cNvPicPr/>
                <p:nvPr/>
              </p:nvPicPr>
              <p:blipFill>
                <a:blip r:embed="rId125"/>
                <a:stretch>
                  <a:fillRect/>
                </a:stretch>
              </p:blipFill>
              <p:spPr>
                <a:xfrm>
                  <a:off x="7172656" y="5477593"/>
                  <a:ext cx="21276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11" name="Ink 110">
                  <a:extLst>
                    <a:ext uri="{FF2B5EF4-FFF2-40B4-BE49-F238E27FC236}">
                      <a16:creationId xmlns:a16="http://schemas.microsoft.com/office/drawing/2014/main" id="{27041DD5-387B-ABD3-F268-7F6B6EE8BA41}"/>
                    </a:ext>
                  </a:extLst>
                </p14:cNvPr>
                <p14:cNvContentPartPr/>
                <p14:nvPr/>
              </p14:nvContentPartPr>
              <p14:xfrm>
                <a:off x="7234216" y="5711593"/>
                <a:ext cx="244800" cy="358560"/>
              </p14:xfrm>
            </p:contentPart>
          </mc:Choice>
          <mc:Fallback xmlns="">
            <p:pic>
              <p:nvPicPr>
                <p:cNvPr id="111" name="Ink 110">
                  <a:extLst>
                    <a:ext uri="{FF2B5EF4-FFF2-40B4-BE49-F238E27FC236}">
                      <a16:creationId xmlns:a16="http://schemas.microsoft.com/office/drawing/2014/main" id="{27041DD5-387B-ABD3-F268-7F6B6EE8BA41}"/>
                    </a:ext>
                  </a:extLst>
                </p:cNvPr>
                <p:cNvPicPr/>
                <p:nvPr/>
              </p:nvPicPr>
              <p:blipFill>
                <a:blip r:embed="rId127"/>
                <a:stretch>
                  <a:fillRect/>
                </a:stretch>
              </p:blipFill>
              <p:spPr>
                <a:xfrm>
                  <a:off x="7216216" y="5693953"/>
                  <a:ext cx="280440" cy="3942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12" name="Ink 111">
                  <a:extLst>
                    <a:ext uri="{FF2B5EF4-FFF2-40B4-BE49-F238E27FC236}">
                      <a16:creationId xmlns:a16="http://schemas.microsoft.com/office/drawing/2014/main" id="{65A07820-F8C9-4C51-F96C-2DEAEF583875}"/>
                    </a:ext>
                  </a:extLst>
                </p14:cNvPr>
                <p14:cNvContentPartPr/>
                <p14:nvPr/>
              </p14:nvContentPartPr>
              <p14:xfrm>
                <a:off x="7311616" y="5763793"/>
                <a:ext cx="195480" cy="204840"/>
              </p14:xfrm>
            </p:contentPart>
          </mc:Choice>
          <mc:Fallback xmlns="">
            <p:pic>
              <p:nvPicPr>
                <p:cNvPr id="112" name="Ink 111">
                  <a:extLst>
                    <a:ext uri="{FF2B5EF4-FFF2-40B4-BE49-F238E27FC236}">
                      <a16:creationId xmlns:a16="http://schemas.microsoft.com/office/drawing/2014/main" id="{65A07820-F8C9-4C51-F96C-2DEAEF583875}"/>
                    </a:ext>
                  </a:extLst>
                </p:cNvPr>
                <p:cNvPicPr/>
                <p:nvPr/>
              </p:nvPicPr>
              <p:blipFill>
                <a:blip r:embed="rId129"/>
                <a:stretch>
                  <a:fillRect/>
                </a:stretch>
              </p:blipFill>
              <p:spPr>
                <a:xfrm>
                  <a:off x="7293976" y="5745793"/>
                  <a:ext cx="23112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13" name="Ink 112">
                  <a:extLst>
                    <a:ext uri="{FF2B5EF4-FFF2-40B4-BE49-F238E27FC236}">
                      <a16:creationId xmlns:a16="http://schemas.microsoft.com/office/drawing/2014/main" id="{153C3B00-F2C5-A5A5-24C8-36E462B3530E}"/>
                    </a:ext>
                  </a:extLst>
                </p14:cNvPr>
                <p14:cNvContentPartPr/>
                <p14:nvPr/>
              </p14:nvContentPartPr>
              <p14:xfrm>
                <a:off x="7129096" y="4732033"/>
                <a:ext cx="239760" cy="229320"/>
              </p14:xfrm>
            </p:contentPart>
          </mc:Choice>
          <mc:Fallback xmlns="">
            <p:pic>
              <p:nvPicPr>
                <p:cNvPr id="113" name="Ink 112">
                  <a:extLst>
                    <a:ext uri="{FF2B5EF4-FFF2-40B4-BE49-F238E27FC236}">
                      <a16:creationId xmlns:a16="http://schemas.microsoft.com/office/drawing/2014/main" id="{153C3B00-F2C5-A5A5-24C8-36E462B3530E}"/>
                    </a:ext>
                  </a:extLst>
                </p:cNvPr>
                <p:cNvPicPr/>
                <p:nvPr/>
              </p:nvPicPr>
              <p:blipFill>
                <a:blip r:embed="rId131"/>
                <a:stretch>
                  <a:fillRect/>
                </a:stretch>
              </p:blipFill>
              <p:spPr>
                <a:xfrm>
                  <a:off x="7111456" y="4714033"/>
                  <a:ext cx="27540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14" name="Ink 113">
                  <a:extLst>
                    <a:ext uri="{FF2B5EF4-FFF2-40B4-BE49-F238E27FC236}">
                      <a16:creationId xmlns:a16="http://schemas.microsoft.com/office/drawing/2014/main" id="{89229B42-4C4F-8634-C3A3-BBE588A1F404}"/>
                    </a:ext>
                  </a:extLst>
                </p14:cNvPr>
                <p14:cNvContentPartPr/>
                <p14:nvPr/>
              </p14:nvContentPartPr>
              <p14:xfrm>
                <a:off x="7365976" y="4798993"/>
                <a:ext cx="52200" cy="123840"/>
              </p14:xfrm>
            </p:contentPart>
          </mc:Choice>
          <mc:Fallback xmlns="">
            <p:pic>
              <p:nvPicPr>
                <p:cNvPr id="114" name="Ink 113">
                  <a:extLst>
                    <a:ext uri="{FF2B5EF4-FFF2-40B4-BE49-F238E27FC236}">
                      <a16:creationId xmlns:a16="http://schemas.microsoft.com/office/drawing/2014/main" id="{89229B42-4C4F-8634-C3A3-BBE588A1F404}"/>
                    </a:ext>
                  </a:extLst>
                </p:cNvPr>
                <p:cNvPicPr/>
                <p:nvPr/>
              </p:nvPicPr>
              <p:blipFill>
                <a:blip r:embed="rId133"/>
                <a:stretch>
                  <a:fillRect/>
                </a:stretch>
              </p:blipFill>
              <p:spPr>
                <a:xfrm>
                  <a:off x="7348336" y="4780993"/>
                  <a:ext cx="8784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15" name="Ink 114">
                  <a:extLst>
                    <a:ext uri="{FF2B5EF4-FFF2-40B4-BE49-F238E27FC236}">
                      <a16:creationId xmlns:a16="http://schemas.microsoft.com/office/drawing/2014/main" id="{2B648730-0CCB-913F-1D2B-9A2D85C8C8D0}"/>
                    </a:ext>
                  </a:extLst>
                </p14:cNvPr>
                <p14:cNvContentPartPr/>
                <p14:nvPr/>
              </p14:nvContentPartPr>
              <p14:xfrm>
                <a:off x="7365976" y="4647073"/>
                <a:ext cx="115560" cy="46080"/>
              </p14:xfrm>
            </p:contentPart>
          </mc:Choice>
          <mc:Fallback xmlns="">
            <p:pic>
              <p:nvPicPr>
                <p:cNvPr id="115" name="Ink 114">
                  <a:extLst>
                    <a:ext uri="{FF2B5EF4-FFF2-40B4-BE49-F238E27FC236}">
                      <a16:creationId xmlns:a16="http://schemas.microsoft.com/office/drawing/2014/main" id="{2B648730-0CCB-913F-1D2B-9A2D85C8C8D0}"/>
                    </a:ext>
                  </a:extLst>
                </p:cNvPr>
                <p:cNvPicPr/>
                <p:nvPr/>
              </p:nvPicPr>
              <p:blipFill>
                <a:blip r:embed="rId135"/>
                <a:stretch>
                  <a:fillRect/>
                </a:stretch>
              </p:blipFill>
              <p:spPr>
                <a:xfrm>
                  <a:off x="7347976" y="4629433"/>
                  <a:ext cx="15120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16" name="Ink 115">
                  <a:extLst>
                    <a:ext uri="{FF2B5EF4-FFF2-40B4-BE49-F238E27FC236}">
                      <a16:creationId xmlns:a16="http://schemas.microsoft.com/office/drawing/2014/main" id="{0428B15F-28C0-44AC-0FC3-3BFDC5862AE1}"/>
                    </a:ext>
                  </a:extLst>
                </p14:cNvPr>
                <p14:cNvContentPartPr/>
                <p14:nvPr/>
              </p14:nvContentPartPr>
              <p14:xfrm>
                <a:off x="7362736" y="4811593"/>
                <a:ext cx="156600" cy="117360"/>
              </p14:xfrm>
            </p:contentPart>
          </mc:Choice>
          <mc:Fallback xmlns="">
            <p:pic>
              <p:nvPicPr>
                <p:cNvPr id="116" name="Ink 115">
                  <a:extLst>
                    <a:ext uri="{FF2B5EF4-FFF2-40B4-BE49-F238E27FC236}">
                      <a16:creationId xmlns:a16="http://schemas.microsoft.com/office/drawing/2014/main" id="{0428B15F-28C0-44AC-0FC3-3BFDC5862AE1}"/>
                    </a:ext>
                  </a:extLst>
                </p:cNvPr>
                <p:cNvPicPr/>
                <p:nvPr/>
              </p:nvPicPr>
              <p:blipFill>
                <a:blip r:embed="rId137"/>
                <a:stretch>
                  <a:fillRect/>
                </a:stretch>
              </p:blipFill>
              <p:spPr>
                <a:xfrm>
                  <a:off x="7345096" y="4793953"/>
                  <a:ext cx="19224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17" name="Ink 116">
                  <a:extLst>
                    <a:ext uri="{FF2B5EF4-FFF2-40B4-BE49-F238E27FC236}">
                      <a16:creationId xmlns:a16="http://schemas.microsoft.com/office/drawing/2014/main" id="{CB87C543-2C3F-6EA0-6004-F4151B1A8FC5}"/>
                    </a:ext>
                  </a:extLst>
                </p14:cNvPr>
                <p14:cNvContentPartPr/>
                <p14:nvPr/>
              </p14:nvContentPartPr>
              <p14:xfrm>
                <a:off x="7602136" y="4710073"/>
                <a:ext cx="51120" cy="234000"/>
              </p14:xfrm>
            </p:contentPart>
          </mc:Choice>
          <mc:Fallback xmlns="">
            <p:pic>
              <p:nvPicPr>
                <p:cNvPr id="117" name="Ink 116">
                  <a:extLst>
                    <a:ext uri="{FF2B5EF4-FFF2-40B4-BE49-F238E27FC236}">
                      <a16:creationId xmlns:a16="http://schemas.microsoft.com/office/drawing/2014/main" id="{CB87C543-2C3F-6EA0-6004-F4151B1A8FC5}"/>
                    </a:ext>
                  </a:extLst>
                </p:cNvPr>
                <p:cNvPicPr/>
                <p:nvPr/>
              </p:nvPicPr>
              <p:blipFill>
                <a:blip r:embed="rId139"/>
                <a:stretch>
                  <a:fillRect/>
                </a:stretch>
              </p:blipFill>
              <p:spPr>
                <a:xfrm>
                  <a:off x="7584496" y="4692073"/>
                  <a:ext cx="8676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18" name="Ink 117">
                  <a:extLst>
                    <a:ext uri="{FF2B5EF4-FFF2-40B4-BE49-F238E27FC236}">
                      <a16:creationId xmlns:a16="http://schemas.microsoft.com/office/drawing/2014/main" id="{43E512C6-0ABF-2CB7-1647-518D50D3E88F}"/>
                    </a:ext>
                  </a:extLst>
                </p14:cNvPr>
                <p14:cNvContentPartPr/>
                <p14:nvPr/>
              </p14:nvContentPartPr>
              <p14:xfrm>
                <a:off x="7607536" y="4709713"/>
                <a:ext cx="162360" cy="239040"/>
              </p14:xfrm>
            </p:contentPart>
          </mc:Choice>
          <mc:Fallback xmlns="">
            <p:pic>
              <p:nvPicPr>
                <p:cNvPr id="118" name="Ink 117">
                  <a:extLst>
                    <a:ext uri="{FF2B5EF4-FFF2-40B4-BE49-F238E27FC236}">
                      <a16:creationId xmlns:a16="http://schemas.microsoft.com/office/drawing/2014/main" id="{43E512C6-0ABF-2CB7-1647-518D50D3E88F}"/>
                    </a:ext>
                  </a:extLst>
                </p:cNvPr>
                <p:cNvPicPr/>
                <p:nvPr/>
              </p:nvPicPr>
              <p:blipFill>
                <a:blip r:embed="rId141"/>
                <a:stretch>
                  <a:fillRect/>
                </a:stretch>
              </p:blipFill>
              <p:spPr>
                <a:xfrm>
                  <a:off x="7589536" y="4691713"/>
                  <a:ext cx="198000" cy="274680"/>
                </a:xfrm>
                <a:prstGeom prst="rect">
                  <a:avLst/>
                </a:prstGeom>
              </p:spPr>
            </p:pic>
          </mc:Fallback>
        </mc:AlternateContent>
      </p:grpSp>
      <p:grpSp>
        <p:nvGrpSpPr>
          <p:cNvPr id="136" name="Group 135">
            <a:extLst>
              <a:ext uri="{FF2B5EF4-FFF2-40B4-BE49-F238E27FC236}">
                <a16:creationId xmlns:a16="http://schemas.microsoft.com/office/drawing/2014/main" id="{D36989D1-43ED-C4B3-28ED-21BC032E9BBE}"/>
              </a:ext>
            </a:extLst>
          </p:cNvPr>
          <p:cNvGrpSpPr/>
          <p:nvPr/>
        </p:nvGrpSpPr>
        <p:grpSpPr>
          <a:xfrm>
            <a:off x="8879776" y="4321633"/>
            <a:ext cx="1483920" cy="2037960"/>
            <a:chOff x="8879776" y="4321633"/>
            <a:chExt cx="1483920" cy="2037960"/>
          </a:xfrm>
        </p:grpSpPr>
        <mc:AlternateContent xmlns:mc="http://schemas.openxmlformats.org/markup-compatibility/2006" xmlns:p14="http://schemas.microsoft.com/office/powerpoint/2010/main">
          <mc:Choice Requires="p14">
            <p:contentPart p14:bwMode="auto" r:id="rId142">
              <p14:nvContentPartPr>
                <p14:cNvPr id="119" name="Ink 118">
                  <a:extLst>
                    <a:ext uri="{FF2B5EF4-FFF2-40B4-BE49-F238E27FC236}">
                      <a16:creationId xmlns:a16="http://schemas.microsoft.com/office/drawing/2014/main" id="{8CB9DAB9-98BD-D841-BDA8-6E8F261E1C23}"/>
                    </a:ext>
                  </a:extLst>
                </p14:cNvPr>
                <p14:cNvContentPartPr/>
                <p14:nvPr/>
              </p14:nvContentPartPr>
              <p14:xfrm>
                <a:off x="9581416" y="4999873"/>
                <a:ext cx="166680" cy="557640"/>
              </p14:xfrm>
            </p:contentPart>
          </mc:Choice>
          <mc:Fallback xmlns="">
            <p:pic>
              <p:nvPicPr>
                <p:cNvPr id="119" name="Ink 118">
                  <a:extLst>
                    <a:ext uri="{FF2B5EF4-FFF2-40B4-BE49-F238E27FC236}">
                      <a16:creationId xmlns:a16="http://schemas.microsoft.com/office/drawing/2014/main" id="{8CB9DAB9-98BD-D841-BDA8-6E8F261E1C23}"/>
                    </a:ext>
                  </a:extLst>
                </p:cNvPr>
                <p:cNvPicPr/>
                <p:nvPr/>
              </p:nvPicPr>
              <p:blipFill>
                <a:blip r:embed="rId143"/>
                <a:stretch>
                  <a:fillRect/>
                </a:stretch>
              </p:blipFill>
              <p:spPr>
                <a:xfrm>
                  <a:off x="9563776" y="4982233"/>
                  <a:ext cx="202320" cy="5932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20" name="Ink 119">
                  <a:extLst>
                    <a:ext uri="{FF2B5EF4-FFF2-40B4-BE49-F238E27FC236}">
                      <a16:creationId xmlns:a16="http://schemas.microsoft.com/office/drawing/2014/main" id="{E895D647-8710-B62A-BA05-D3B68A377482}"/>
                    </a:ext>
                  </a:extLst>
                </p14:cNvPr>
                <p14:cNvContentPartPr/>
                <p14:nvPr/>
              </p14:nvContentPartPr>
              <p14:xfrm>
                <a:off x="9555856" y="5050273"/>
                <a:ext cx="527760" cy="571680"/>
              </p14:xfrm>
            </p:contentPart>
          </mc:Choice>
          <mc:Fallback xmlns="">
            <p:pic>
              <p:nvPicPr>
                <p:cNvPr id="120" name="Ink 119">
                  <a:extLst>
                    <a:ext uri="{FF2B5EF4-FFF2-40B4-BE49-F238E27FC236}">
                      <a16:creationId xmlns:a16="http://schemas.microsoft.com/office/drawing/2014/main" id="{E895D647-8710-B62A-BA05-D3B68A377482}"/>
                    </a:ext>
                  </a:extLst>
                </p:cNvPr>
                <p:cNvPicPr/>
                <p:nvPr/>
              </p:nvPicPr>
              <p:blipFill>
                <a:blip r:embed="rId145"/>
                <a:stretch>
                  <a:fillRect/>
                </a:stretch>
              </p:blipFill>
              <p:spPr>
                <a:xfrm>
                  <a:off x="9537856" y="5032633"/>
                  <a:ext cx="563400" cy="6073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21" name="Ink 120">
                  <a:extLst>
                    <a:ext uri="{FF2B5EF4-FFF2-40B4-BE49-F238E27FC236}">
                      <a16:creationId xmlns:a16="http://schemas.microsoft.com/office/drawing/2014/main" id="{F3828460-3B8B-7765-CC01-A7F033CC550A}"/>
                    </a:ext>
                  </a:extLst>
                </p14:cNvPr>
                <p14:cNvContentPartPr/>
                <p14:nvPr/>
              </p14:nvContentPartPr>
              <p14:xfrm>
                <a:off x="9357136" y="5020393"/>
                <a:ext cx="761760" cy="117360"/>
              </p14:xfrm>
            </p:contentPart>
          </mc:Choice>
          <mc:Fallback xmlns="">
            <p:pic>
              <p:nvPicPr>
                <p:cNvPr id="121" name="Ink 120">
                  <a:extLst>
                    <a:ext uri="{FF2B5EF4-FFF2-40B4-BE49-F238E27FC236}">
                      <a16:creationId xmlns:a16="http://schemas.microsoft.com/office/drawing/2014/main" id="{F3828460-3B8B-7765-CC01-A7F033CC550A}"/>
                    </a:ext>
                  </a:extLst>
                </p:cNvPr>
                <p:cNvPicPr/>
                <p:nvPr/>
              </p:nvPicPr>
              <p:blipFill>
                <a:blip r:embed="rId147"/>
                <a:stretch>
                  <a:fillRect/>
                </a:stretch>
              </p:blipFill>
              <p:spPr>
                <a:xfrm>
                  <a:off x="9339136" y="5002753"/>
                  <a:ext cx="79740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22" name="Ink 121">
                  <a:extLst>
                    <a:ext uri="{FF2B5EF4-FFF2-40B4-BE49-F238E27FC236}">
                      <a16:creationId xmlns:a16="http://schemas.microsoft.com/office/drawing/2014/main" id="{873C8C23-8BAE-036C-C339-6499ED99F53E}"/>
                    </a:ext>
                  </a:extLst>
                </p14:cNvPr>
                <p14:cNvContentPartPr/>
                <p14:nvPr/>
              </p14:nvContentPartPr>
              <p14:xfrm>
                <a:off x="9608056" y="4321633"/>
                <a:ext cx="109080" cy="786600"/>
              </p14:xfrm>
            </p:contentPart>
          </mc:Choice>
          <mc:Fallback xmlns="">
            <p:pic>
              <p:nvPicPr>
                <p:cNvPr id="122" name="Ink 121">
                  <a:extLst>
                    <a:ext uri="{FF2B5EF4-FFF2-40B4-BE49-F238E27FC236}">
                      <a16:creationId xmlns:a16="http://schemas.microsoft.com/office/drawing/2014/main" id="{873C8C23-8BAE-036C-C339-6499ED99F53E}"/>
                    </a:ext>
                  </a:extLst>
                </p:cNvPr>
                <p:cNvPicPr/>
                <p:nvPr/>
              </p:nvPicPr>
              <p:blipFill>
                <a:blip r:embed="rId149"/>
                <a:stretch>
                  <a:fillRect/>
                </a:stretch>
              </p:blipFill>
              <p:spPr>
                <a:xfrm>
                  <a:off x="9590056" y="4303993"/>
                  <a:ext cx="144720" cy="8222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25" name="Ink 124">
                  <a:extLst>
                    <a:ext uri="{FF2B5EF4-FFF2-40B4-BE49-F238E27FC236}">
                      <a16:creationId xmlns:a16="http://schemas.microsoft.com/office/drawing/2014/main" id="{54E6CC75-4B67-9BE4-EE9D-78351FE97A69}"/>
                    </a:ext>
                  </a:extLst>
                </p14:cNvPr>
                <p14:cNvContentPartPr/>
                <p14:nvPr/>
              </p14:nvContentPartPr>
              <p14:xfrm>
                <a:off x="9820096" y="5635633"/>
                <a:ext cx="153720" cy="723960"/>
              </p14:xfrm>
            </p:contentPart>
          </mc:Choice>
          <mc:Fallback xmlns="">
            <p:pic>
              <p:nvPicPr>
                <p:cNvPr id="125" name="Ink 124">
                  <a:extLst>
                    <a:ext uri="{FF2B5EF4-FFF2-40B4-BE49-F238E27FC236}">
                      <a16:creationId xmlns:a16="http://schemas.microsoft.com/office/drawing/2014/main" id="{54E6CC75-4B67-9BE4-EE9D-78351FE97A69}"/>
                    </a:ext>
                  </a:extLst>
                </p:cNvPr>
                <p:cNvPicPr/>
                <p:nvPr/>
              </p:nvPicPr>
              <p:blipFill>
                <a:blip r:embed="rId151"/>
                <a:stretch>
                  <a:fillRect/>
                </a:stretch>
              </p:blipFill>
              <p:spPr>
                <a:xfrm>
                  <a:off x="9802096" y="5617993"/>
                  <a:ext cx="189360" cy="7596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27" name="Ink 126">
                  <a:extLst>
                    <a:ext uri="{FF2B5EF4-FFF2-40B4-BE49-F238E27FC236}">
                      <a16:creationId xmlns:a16="http://schemas.microsoft.com/office/drawing/2014/main" id="{7479F959-CBB1-BD9A-369B-1444361F7D82}"/>
                    </a:ext>
                  </a:extLst>
                </p14:cNvPr>
                <p14:cNvContentPartPr/>
                <p14:nvPr/>
              </p14:nvContentPartPr>
              <p14:xfrm>
                <a:off x="8879776" y="4947313"/>
                <a:ext cx="284400" cy="160200"/>
              </p14:xfrm>
            </p:contentPart>
          </mc:Choice>
          <mc:Fallback xmlns="">
            <p:pic>
              <p:nvPicPr>
                <p:cNvPr id="127" name="Ink 126">
                  <a:extLst>
                    <a:ext uri="{FF2B5EF4-FFF2-40B4-BE49-F238E27FC236}">
                      <a16:creationId xmlns:a16="http://schemas.microsoft.com/office/drawing/2014/main" id="{7479F959-CBB1-BD9A-369B-1444361F7D82}"/>
                    </a:ext>
                  </a:extLst>
                </p:cNvPr>
                <p:cNvPicPr/>
                <p:nvPr/>
              </p:nvPicPr>
              <p:blipFill>
                <a:blip r:embed="rId153"/>
                <a:stretch>
                  <a:fillRect/>
                </a:stretch>
              </p:blipFill>
              <p:spPr>
                <a:xfrm>
                  <a:off x="8862136" y="4929313"/>
                  <a:ext cx="32004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28" name="Ink 127">
                  <a:extLst>
                    <a:ext uri="{FF2B5EF4-FFF2-40B4-BE49-F238E27FC236}">
                      <a16:creationId xmlns:a16="http://schemas.microsoft.com/office/drawing/2014/main" id="{37822840-E262-2039-A805-6E1BE3380D61}"/>
                    </a:ext>
                  </a:extLst>
                </p14:cNvPr>
                <p14:cNvContentPartPr/>
                <p14:nvPr/>
              </p14:nvContentPartPr>
              <p14:xfrm>
                <a:off x="9046456" y="4961713"/>
                <a:ext cx="150480" cy="248760"/>
              </p14:xfrm>
            </p:contentPart>
          </mc:Choice>
          <mc:Fallback xmlns="">
            <p:pic>
              <p:nvPicPr>
                <p:cNvPr id="128" name="Ink 127">
                  <a:extLst>
                    <a:ext uri="{FF2B5EF4-FFF2-40B4-BE49-F238E27FC236}">
                      <a16:creationId xmlns:a16="http://schemas.microsoft.com/office/drawing/2014/main" id="{37822840-E262-2039-A805-6E1BE3380D61}"/>
                    </a:ext>
                  </a:extLst>
                </p:cNvPr>
                <p:cNvPicPr/>
                <p:nvPr/>
              </p:nvPicPr>
              <p:blipFill>
                <a:blip r:embed="rId155"/>
                <a:stretch>
                  <a:fillRect/>
                </a:stretch>
              </p:blipFill>
              <p:spPr>
                <a:xfrm>
                  <a:off x="9028456" y="4944073"/>
                  <a:ext cx="18612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29" name="Ink 128">
                  <a:extLst>
                    <a:ext uri="{FF2B5EF4-FFF2-40B4-BE49-F238E27FC236}">
                      <a16:creationId xmlns:a16="http://schemas.microsoft.com/office/drawing/2014/main" id="{C1594F9C-BD9C-A4D8-FBBC-6115416D4CA2}"/>
                    </a:ext>
                  </a:extLst>
                </p14:cNvPr>
                <p14:cNvContentPartPr/>
                <p14:nvPr/>
              </p14:nvContentPartPr>
              <p14:xfrm>
                <a:off x="8934136" y="5325673"/>
                <a:ext cx="340200" cy="171000"/>
              </p14:xfrm>
            </p:contentPart>
          </mc:Choice>
          <mc:Fallback xmlns="">
            <p:pic>
              <p:nvPicPr>
                <p:cNvPr id="129" name="Ink 128">
                  <a:extLst>
                    <a:ext uri="{FF2B5EF4-FFF2-40B4-BE49-F238E27FC236}">
                      <a16:creationId xmlns:a16="http://schemas.microsoft.com/office/drawing/2014/main" id="{C1594F9C-BD9C-A4D8-FBBC-6115416D4CA2}"/>
                    </a:ext>
                  </a:extLst>
                </p:cNvPr>
                <p:cNvPicPr/>
                <p:nvPr/>
              </p:nvPicPr>
              <p:blipFill>
                <a:blip r:embed="rId157"/>
                <a:stretch>
                  <a:fillRect/>
                </a:stretch>
              </p:blipFill>
              <p:spPr>
                <a:xfrm>
                  <a:off x="8916136" y="5307673"/>
                  <a:ext cx="37584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30" name="Ink 129">
                  <a:extLst>
                    <a:ext uri="{FF2B5EF4-FFF2-40B4-BE49-F238E27FC236}">
                      <a16:creationId xmlns:a16="http://schemas.microsoft.com/office/drawing/2014/main" id="{CF8EC930-0B58-2D1D-B707-051938FFF1D8}"/>
                    </a:ext>
                  </a:extLst>
                </p14:cNvPr>
                <p14:cNvContentPartPr/>
                <p14:nvPr/>
              </p14:nvContentPartPr>
              <p14:xfrm>
                <a:off x="9156616" y="5353393"/>
                <a:ext cx="121320" cy="191520"/>
              </p14:xfrm>
            </p:contentPart>
          </mc:Choice>
          <mc:Fallback xmlns="">
            <p:pic>
              <p:nvPicPr>
                <p:cNvPr id="130" name="Ink 129">
                  <a:extLst>
                    <a:ext uri="{FF2B5EF4-FFF2-40B4-BE49-F238E27FC236}">
                      <a16:creationId xmlns:a16="http://schemas.microsoft.com/office/drawing/2014/main" id="{CF8EC930-0B58-2D1D-B707-051938FFF1D8}"/>
                    </a:ext>
                  </a:extLst>
                </p:cNvPr>
                <p:cNvPicPr/>
                <p:nvPr/>
              </p:nvPicPr>
              <p:blipFill>
                <a:blip r:embed="rId159"/>
                <a:stretch>
                  <a:fillRect/>
                </a:stretch>
              </p:blipFill>
              <p:spPr>
                <a:xfrm>
                  <a:off x="9138616" y="5335393"/>
                  <a:ext cx="15696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31" name="Ink 130">
                  <a:extLst>
                    <a:ext uri="{FF2B5EF4-FFF2-40B4-BE49-F238E27FC236}">
                      <a16:creationId xmlns:a16="http://schemas.microsoft.com/office/drawing/2014/main" id="{3D334E7A-8E87-9428-1D53-E2BD0034477E}"/>
                    </a:ext>
                  </a:extLst>
                </p14:cNvPr>
                <p14:cNvContentPartPr/>
                <p14:nvPr/>
              </p14:nvContentPartPr>
              <p14:xfrm>
                <a:off x="9996856" y="4486873"/>
                <a:ext cx="78840" cy="268200"/>
              </p14:xfrm>
            </p:contentPart>
          </mc:Choice>
          <mc:Fallback xmlns="">
            <p:pic>
              <p:nvPicPr>
                <p:cNvPr id="131" name="Ink 130">
                  <a:extLst>
                    <a:ext uri="{FF2B5EF4-FFF2-40B4-BE49-F238E27FC236}">
                      <a16:creationId xmlns:a16="http://schemas.microsoft.com/office/drawing/2014/main" id="{3D334E7A-8E87-9428-1D53-E2BD0034477E}"/>
                    </a:ext>
                  </a:extLst>
                </p:cNvPr>
                <p:cNvPicPr/>
                <p:nvPr/>
              </p:nvPicPr>
              <p:blipFill>
                <a:blip r:embed="rId161"/>
                <a:stretch>
                  <a:fillRect/>
                </a:stretch>
              </p:blipFill>
              <p:spPr>
                <a:xfrm>
                  <a:off x="9979216" y="4469233"/>
                  <a:ext cx="11448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32" name="Ink 131">
                  <a:extLst>
                    <a:ext uri="{FF2B5EF4-FFF2-40B4-BE49-F238E27FC236}">
                      <a16:creationId xmlns:a16="http://schemas.microsoft.com/office/drawing/2014/main" id="{1AA17CE4-B98A-7BB8-1CC3-49BF733A4828}"/>
                    </a:ext>
                  </a:extLst>
                </p14:cNvPr>
                <p14:cNvContentPartPr/>
                <p14:nvPr/>
              </p14:nvContentPartPr>
              <p14:xfrm>
                <a:off x="9939256" y="4492633"/>
                <a:ext cx="213480" cy="130680"/>
              </p14:xfrm>
            </p:contentPart>
          </mc:Choice>
          <mc:Fallback xmlns="">
            <p:pic>
              <p:nvPicPr>
                <p:cNvPr id="132" name="Ink 131">
                  <a:extLst>
                    <a:ext uri="{FF2B5EF4-FFF2-40B4-BE49-F238E27FC236}">
                      <a16:creationId xmlns:a16="http://schemas.microsoft.com/office/drawing/2014/main" id="{1AA17CE4-B98A-7BB8-1CC3-49BF733A4828}"/>
                    </a:ext>
                  </a:extLst>
                </p:cNvPr>
                <p:cNvPicPr/>
                <p:nvPr/>
              </p:nvPicPr>
              <p:blipFill>
                <a:blip r:embed="rId163"/>
                <a:stretch>
                  <a:fillRect/>
                </a:stretch>
              </p:blipFill>
              <p:spPr>
                <a:xfrm>
                  <a:off x="9921616" y="4474993"/>
                  <a:ext cx="24912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33" name="Ink 132">
                  <a:extLst>
                    <a:ext uri="{FF2B5EF4-FFF2-40B4-BE49-F238E27FC236}">
                      <a16:creationId xmlns:a16="http://schemas.microsoft.com/office/drawing/2014/main" id="{1E631688-9BC2-C5FB-3BDA-FCCECE9306A4}"/>
                    </a:ext>
                  </a:extLst>
                </p14:cNvPr>
                <p14:cNvContentPartPr/>
                <p14:nvPr/>
              </p14:nvContentPartPr>
              <p14:xfrm>
                <a:off x="10191256" y="4495513"/>
                <a:ext cx="62640" cy="241200"/>
              </p14:xfrm>
            </p:contentPart>
          </mc:Choice>
          <mc:Fallback xmlns="">
            <p:pic>
              <p:nvPicPr>
                <p:cNvPr id="133" name="Ink 132">
                  <a:extLst>
                    <a:ext uri="{FF2B5EF4-FFF2-40B4-BE49-F238E27FC236}">
                      <a16:creationId xmlns:a16="http://schemas.microsoft.com/office/drawing/2014/main" id="{1E631688-9BC2-C5FB-3BDA-FCCECE9306A4}"/>
                    </a:ext>
                  </a:extLst>
                </p:cNvPr>
                <p:cNvPicPr/>
                <p:nvPr/>
              </p:nvPicPr>
              <p:blipFill>
                <a:blip r:embed="rId165"/>
                <a:stretch>
                  <a:fillRect/>
                </a:stretch>
              </p:blipFill>
              <p:spPr>
                <a:xfrm>
                  <a:off x="10173616" y="4477513"/>
                  <a:ext cx="9828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34" name="Ink 133">
                  <a:extLst>
                    <a:ext uri="{FF2B5EF4-FFF2-40B4-BE49-F238E27FC236}">
                      <a16:creationId xmlns:a16="http://schemas.microsoft.com/office/drawing/2014/main" id="{6F39AF6B-490F-397A-7C9D-276BEC6785E4}"/>
                    </a:ext>
                  </a:extLst>
                </p14:cNvPr>
                <p14:cNvContentPartPr/>
                <p14:nvPr/>
              </p14:nvContentPartPr>
              <p14:xfrm>
                <a:off x="10198816" y="4485793"/>
                <a:ext cx="164880" cy="273240"/>
              </p14:xfrm>
            </p:contentPart>
          </mc:Choice>
          <mc:Fallback xmlns="">
            <p:pic>
              <p:nvPicPr>
                <p:cNvPr id="134" name="Ink 133">
                  <a:extLst>
                    <a:ext uri="{FF2B5EF4-FFF2-40B4-BE49-F238E27FC236}">
                      <a16:creationId xmlns:a16="http://schemas.microsoft.com/office/drawing/2014/main" id="{6F39AF6B-490F-397A-7C9D-276BEC6785E4}"/>
                    </a:ext>
                  </a:extLst>
                </p:cNvPr>
                <p:cNvPicPr/>
                <p:nvPr/>
              </p:nvPicPr>
              <p:blipFill>
                <a:blip r:embed="rId167"/>
                <a:stretch>
                  <a:fillRect/>
                </a:stretch>
              </p:blipFill>
              <p:spPr>
                <a:xfrm>
                  <a:off x="10180816" y="4468153"/>
                  <a:ext cx="200520" cy="308880"/>
                </a:xfrm>
                <a:prstGeom prst="rect">
                  <a:avLst/>
                </a:prstGeom>
              </p:spPr>
            </p:pic>
          </mc:Fallback>
        </mc:AlternateContent>
      </p:grpSp>
      <p:grpSp>
        <p:nvGrpSpPr>
          <p:cNvPr id="155" name="Group 154">
            <a:extLst>
              <a:ext uri="{FF2B5EF4-FFF2-40B4-BE49-F238E27FC236}">
                <a16:creationId xmlns:a16="http://schemas.microsoft.com/office/drawing/2014/main" id="{5818313E-717D-2BEB-D64A-94551944121B}"/>
              </a:ext>
            </a:extLst>
          </p:cNvPr>
          <p:cNvGrpSpPr/>
          <p:nvPr/>
        </p:nvGrpSpPr>
        <p:grpSpPr>
          <a:xfrm>
            <a:off x="4433776" y="5131993"/>
            <a:ext cx="1356840" cy="446040"/>
            <a:chOff x="4433776" y="5131993"/>
            <a:chExt cx="1356840" cy="446040"/>
          </a:xfrm>
        </p:grpSpPr>
        <mc:AlternateContent xmlns:mc="http://schemas.openxmlformats.org/markup-compatibility/2006" xmlns:p14="http://schemas.microsoft.com/office/powerpoint/2010/main">
          <mc:Choice Requires="p14">
            <p:contentPart p14:bwMode="auto" r:id="rId168">
              <p14:nvContentPartPr>
                <p14:cNvPr id="137" name="Ink 136">
                  <a:extLst>
                    <a:ext uri="{FF2B5EF4-FFF2-40B4-BE49-F238E27FC236}">
                      <a16:creationId xmlns:a16="http://schemas.microsoft.com/office/drawing/2014/main" id="{90E4EB85-3EB0-FC2C-ED4C-B7AAF28EE2D6}"/>
                    </a:ext>
                  </a:extLst>
                </p14:cNvPr>
                <p14:cNvContentPartPr/>
                <p14:nvPr/>
              </p14:nvContentPartPr>
              <p14:xfrm>
                <a:off x="4464736" y="5294353"/>
                <a:ext cx="7920" cy="283680"/>
              </p14:xfrm>
            </p:contentPart>
          </mc:Choice>
          <mc:Fallback xmlns="">
            <p:pic>
              <p:nvPicPr>
                <p:cNvPr id="137" name="Ink 136">
                  <a:extLst>
                    <a:ext uri="{FF2B5EF4-FFF2-40B4-BE49-F238E27FC236}">
                      <a16:creationId xmlns:a16="http://schemas.microsoft.com/office/drawing/2014/main" id="{90E4EB85-3EB0-FC2C-ED4C-B7AAF28EE2D6}"/>
                    </a:ext>
                  </a:extLst>
                </p:cNvPr>
                <p:cNvPicPr/>
                <p:nvPr/>
              </p:nvPicPr>
              <p:blipFill>
                <a:blip r:embed="rId169"/>
                <a:stretch>
                  <a:fillRect/>
                </a:stretch>
              </p:blipFill>
              <p:spPr>
                <a:xfrm>
                  <a:off x="4447096" y="5276713"/>
                  <a:ext cx="4356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38" name="Ink 137">
                  <a:extLst>
                    <a:ext uri="{FF2B5EF4-FFF2-40B4-BE49-F238E27FC236}">
                      <a16:creationId xmlns:a16="http://schemas.microsoft.com/office/drawing/2014/main" id="{F1FE2810-57A6-A133-6739-493DC256E33A}"/>
                    </a:ext>
                  </a:extLst>
                </p14:cNvPr>
                <p14:cNvContentPartPr/>
                <p14:nvPr/>
              </p14:nvContentPartPr>
              <p14:xfrm>
                <a:off x="4433776" y="5131993"/>
                <a:ext cx="9720" cy="34560"/>
              </p14:xfrm>
            </p:contentPart>
          </mc:Choice>
          <mc:Fallback xmlns="">
            <p:pic>
              <p:nvPicPr>
                <p:cNvPr id="138" name="Ink 137">
                  <a:extLst>
                    <a:ext uri="{FF2B5EF4-FFF2-40B4-BE49-F238E27FC236}">
                      <a16:creationId xmlns:a16="http://schemas.microsoft.com/office/drawing/2014/main" id="{F1FE2810-57A6-A133-6739-493DC256E33A}"/>
                    </a:ext>
                  </a:extLst>
                </p:cNvPr>
                <p:cNvPicPr/>
                <p:nvPr/>
              </p:nvPicPr>
              <p:blipFill>
                <a:blip r:embed="rId171"/>
                <a:stretch>
                  <a:fillRect/>
                </a:stretch>
              </p:blipFill>
              <p:spPr>
                <a:xfrm>
                  <a:off x="4415776" y="5114353"/>
                  <a:ext cx="4536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39" name="Ink 138">
                  <a:extLst>
                    <a:ext uri="{FF2B5EF4-FFF2-40B4-BE49-F238E27FC236}">
                      <a16:creationId xmlns:a16="http://schemas.microsoft.com/office/drawing/2014/main" id="{AAFFFE6A-2968-1EBF-4DAF-A501AADD590D}"/>
                    </a:ext>
                  </a:extLst>
                </p14:cNvPr>
                <p14:cNvContentPartPr/>
                <p14:nvPr/>
              </p14:nvContentPartPr>
              <p14:xfrm>
                <a:off x="4582816" y="5328193"/>
                <a:ext cx="157680" cy="112320"/>
              </p14:xfrm>
            </p:contentPart>
          </mc:Choice>
          <mc:Fallback xmlns="">
            <p:pic>
              <p:nvPicPr>
                <p:cNvPr id="139" name="Ink 138">
                  <a:extLst>
                    <a:ext uri="{FF2B5EF4-FFF2-40B4-BE49-F238E27FC236}">
                      <a16:creationId xmlns:a16="http://schemas.microsoft.com/office/drawing/2014/main" id="{AAFFFE6A-2968-1EBF-4DAF-A501AADD590D}"/>
                    </a:ext>
                  </a:extLst>
                </p:cNvPr>
                <p:cNvPicPr/>
                <p:nvPr/>
              </p:nvPicPr>
              <p:blipFill>
                <a:blip r:embed="rId173"/>
                <a:stretch>
                  <a:fillRect/>
                </a:stretch>
              </p:blipFill>
              <p:spPr>
                <a:xfrm>
                  <a:off x="4565176" y="5310193"/>
                  <a:ext cx="19332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40" name="Ink 139">
                  <a:extLst>
                    <a:ext uri="{FF2B5EF4-FFF2-40B4-BE49-F238E27FC236}">
                      <a16:creationId xmlns:a16="http://schemas.microsoft.com/office/drawing/2014/main" id="{0B01E0AA-DC68-5A2C-D384-ABB04733FDEF}"/>
                    </a:ext>
                  </a:extLst>
                </p14:cNvPr>
                <p14:cNvContentPartPr/>
                <p14:nvPr/>
              </p14:nvContentPartPr>
              <p14:xfrm>
                <a:off x="4822576" y="5263393"/>
                <a:ext cx="90360" cy="189720"/>
              </p14:xfrm>
            </p:contentPart>
          </mc:Choice>
          <mc:Fallback xmlns="">
            <p:pic>
              <p:nvPicPr>
                <p:cNvPr id="140" name="Ink 139">
                  <a:extLst>
                    <a:ext uri="{FF2B5EF4-FFF2-40B4-BE49-F238E27FC236}">
                      <a16:creationId xmlns:a16="http://schemas.microsoft.com/office/drawing/2014/main" id="{0B01E0AA-DC68-5A2C-D384-ABB04733FDEF}"/>
                    </a:ext>
                  </a:extLst>
                </p:cNvPr>
                <p:cNvPicPr/>
                <p:nvPr/>
              </p:nvPicPr>
              <p:blipFill>
                <a:blip r:embed="rId175"/>
                <a:stretch>
                  <a:fillRect/>
                </a:stretch>
              </p:blipFill>
              <p:spPr>
                <a:xfrm>
                  <a:off x="4804576" y="5245753"/>
                  <a:ext cx="12600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41" name="Ink 140">
                  <a:extLst>
                    <a:ext uri="{FF2B5EF4-FFF2-40B4-BE49-F238E27FC236}">
                      <a16:creationId xmlns:a16="http://schemas.microsoft.com/office/drawing/2014/main" id="{68ECC384-D590-EEF5-58E3-54AAFAE1B767}"/>
                    </a:ext>
                  </a:extLst>
                </p14:cNvPr>
                <p14:cNvContentPartPr/>
                <p14:nvPr/>
              </p14:nvContentPartPr>
              <p14:xfrm>
                <a:off x="4964056" y="5290753"/>
                <a:ext cx="70200" cy="104040"/>
              </p14:xfrm>
            </p:contentPart>
          </mc:Choice>
          <mc:Fallback xmlns="">
            <p:pic>
              <p:nvPicPr>
                <p:cNvPr id="141" name="Ink 140">
                  <a:extLst>
                    <a:ext uri="{FF2B5EF4-FFF2-40B4-BE49-F238E27FC236}">
                      <a16:creationId xmlns:a16="http://schemas.microsoft.com/office/drawing/2014/main" id="{68ECC384-D590-EEF5-58E3-54AAFAE1B767}"/>
                    </a:ext>
                  </a:extLst>
                </p:cNvPr>
                <p:cNvPicPr/>
                <p:nvPr/>
              </p:nvPicPr>
              <p:blipFill>
                <a:blip r:embed="rId177"/>
                <a:stretch>
                  <a:fillRect/>
                </a:stretch>
              </p:blipFill>
              <p:spPr>
                <a:xfrm>
                  <a:off x="4946056" y="5273113"/>
                  <a:ext cx="10584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42" name="Ink 141">
                  <a:extLst>
                    <a:ext uri="{FF2B5EF4-FFF2-40B4-BE49-F238E27FC236}">
                      <a16:creationId xmlns:a16="http://schemas.microsoft.com/office/drawing/2014/main" id="{AF14B264-EA7D-588F-5168-7139F046036F}"/>
                    </a:ext>
                  </a:extLst>
                </p14:cNvPr>
                <p14:cNvContentPartPr/>
                <p14:nvPr/>
              </p14:nvContentPartPr>
              <p14:xfrm>
                <a:off x="5115616" y="5251873"/>
                <a:ext cx="58320" cy="136080"/>
              </p14:xfrm>
            </p:contentPart>
          </mc:Choice>
          <mc:Fallback xmlns="">
            <p:pic>
              <p:nvPicPr>
                <p:cNvPr id="142" name="Ink 141">
                  <a:extLst>
                    <a:ext uri="{FF2B5EF4-FFF2-40B4-BE49-F238E27FC236}">
                      <a16:creationId xmlns:a16="http://schemas.microsoft.com/office/drawing/2014/main" id="{AF14B264-EA7D-588F-5168-7139F046036F}"/>
                    </a:ext>
                  </a:extLst>
                </p:cNvPr>
                <p:cNvPicPr/>
                <p:nvPr/>
              </p:nvPicPr>
              <p:blipFill>
                <a:blip r:embed="rId179"/>
                <a:stretch>
                  <a:fillRect/>
                </a:stretch>
              </p:blipFill>
              <p:spPr>
                <a:xfrm>
                  <a:off x="5097976" y="5234233"/>
                  <a:ext cx="9396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43" name="Ink 142">
                  <a:extLst>
                    <a:ext uri="{FF2B5EF4-FFF2-40B4-BE49-F238E27FC236}">
                      <a16:creationId xmlns:a16="http://schemas.microsoft.com/office/drawing/2014/main" id="{DB7DA538-6D95-944F-5211-1F9C05A86E97}"/>
                    </a:ext>
                  </a:extLst>
                </p14:cNvPr>
                <p14:cNvContentPartPr/>
                <p14:nvPr/>
              </p14:nvContentPartPr>
              <p14:xfrm>
                <a:off x="5227936" y="5259433"/>
                <a:ext cx="146160" cy="149040"/>
              </p14:xfrm>
            </p:contentPart>
          </mc:Choice>
          <mc:Fallback xmlns="">
            <p:pic>
              <p:nvPicPr>
                <p:cNvPr id="143" name="Ink 142">
                  <a:extLst>
                    <a:ext uri="{FF2B5EF4-FFF2-40B4-BE49-F238E27FC236}">
                      <a16:creationId xmlns:a16="http://schemas.microsoft.com/office/drawing/2014/main" id="{DB7DA538-6D95-944F-5211-1F9C05A86E97}"/>
                    </a:ext>
                  </a:extLst>
                </p:cNvPr>
                <p:cNvPicPr/>
                <p:nvPr/>
              </p:nvPicPr>
              <p:blipFill>
                <a:blip r:embed="rId181"/>
                <a:stretch>
                  <a:fillRect/>
                </a:stretch>
              </p:blipFill>
              <p:spPr>
                <a:xfrm>
                  <a:off x="5209936" y="5241793"/>
                  <a:ext cx="18180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44" name="Ink 143">
                  <a:extLst>
                    <a:ext uri="{FF2B5EF4-FFF2-40B4-BE49-F238E27FC236}">
                      <a16:creationId xmlns:a16="http://schemas.microsoft.com/office/drawing/2014/main" id="{9321AFCF-2CB1-883B-75BA-65A5FDC80582}"/>
                    </a:ext>
                  </a:extLst>
                </p14:cNvPr>
                <p14:cNvContentPartPr/>
                <p14:nvPr/>
              </p14:nvContentPartPr>
              <p14:xfrm>
                <a:off x="5512696" y="5212633"/>
                <a:ext cx="81720" cy="178560"/>
              </p14:xfrm>
            </p:contentPart>
          </mc:Choice>
          <mc:Fallback xmlns="">
            <p:pic>
              <p:nvPicPr>
                <p:cNvPr id="144" name="Ink 143">
                  <a:extLst>
                    <a:ext uri="{FF2B5EF4-FFF2-40B4-BE49-F238E27FC236}">
                      <a16:creationId xmlns:a16="http://schemas.microsoft.com/office/drawing/2014/main" id="{9321AFCF-2CB1-883B-75BA-65A5FDC80582}"/>
                    </a:ext>
                  </a:extLst>
                </p:cNvPr>
                <p:cNvPicPr/>
                <p:nvPr/>
              </p:nvPicPr>
              <p:blipFill>
                <a:blip r:embed="rId183"/>
                <a:stretch>
                  <a:fillRect/>
                </a:stretch>
              </p:blipFill>
              <p:spPr>
                <a:xfrm>
                  <a:off x="5494696" y="5194993"/>
                  <a:ext cx="11736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45" name="Ink 144">
                  <a:extLst>
                    <a:ext uri="{FF2B5EF4-FFF2-40B4-BE49-F238E27FC236}">
                      <a16:creationId xmlns:a16="http://schemas.microsoft.com/office/drawing/2014/main" id="{28C82C84-7B0D-0D6C-703B-406A5435319C}"/>
                    </a:ext>
                  </a:extLst>
                </p14:cNvPr>
                <p14:cNvContentPartPr/>
                <p14:nvPr/>
              </p14:nvContentPartPr>
              <p14:xfrm>
                <a:off x="5654176" y="5219833"/>
                <a:ext cx="136440" cy="152640"/>
              </p14:xfrm>
            </p:contentPart>
          </mc:Choice>
          <mc:Fallback xmlns="">
            <p:pic>
              <p:nvPicPr>
                <p:cNvPr id="145" name="Ink 144">
                  <a:extLst>
                    <a:ext uri="{FF2B5EF4-FFF2-40B4-BE49-F238E27FC236}">
                      <a16:creationId xmlns:a16="http://schemas.microsoft.com/office/drawing/2014/main" id="{28C82C84-7B0D-0D6C-703B-406A5435319C}"/>
                    </a:ext>
                  </a:extLst>
                </p:cNvPr>
                <p:cNvPicPr/>
                <p:nvPr/>
              </p:nvPicPr>
              <p:blipFill>
                <a:blip r:embed="rId185"/>
                <a:stretch>
                  <a:fillRect/>
                </a:stretch>
              </p:blipFill>
              <p:spPr>
                <a:xfrm>
                  <a:off x="5636176" y="5201833"/>
                  <a:ext cx="172080" cy="188280"/>
                </a:xfrm>
                <a:prstGeom prst="rect">
                  <a:avLst/>
                </a:prstGeom>
              </p:spPr>
            </p:pic>
          </mc:Fallback>
        </mc:AlternateContent>
      </p:grpSp>
      <p:grpSp>
        <p:nvGrpSpPr>
          <p:cNvPr id="154" name="Group 153">
            <a:extLst>
              <a:ext uri="{FF2B5EF4-FFF2-40B4-BE49-F238E27FC236}">
                <a16:creationId xmlns:a16="http://schemas.microsoft.com/office/drawing/2014/main" id="{924599B6-F2CA-8282-6E6D-1BD5502589FE}"/>
              </a:ext>
            </a:extLst>
          </p:cNvPr>
          <p:cNvGrpSpPr/>
          <p:nvPr/>
        </p:nvGrpSpPr>
        <p:grpSpPr>
          <a:xfrm>
            <a:off x="4179616" y="5789713"/>
            <a:ext cx="807480" cy="327600"/>
            <a:chOff x="4179616" y="5789713"/>
            <a:chExt cx="807480" cy="327600"/>
          </a:xfrm>
        </p:grpSpPr>
        <mc:AlternateContent xmlns:mc="http://schemas.openxmlformats.org/markup-compatibility/2006" xmlns:p14="http://schemas.microsoft.com/office/powerpoint/2010/main">
          <mc:Choice Requires="p14">
            <p:contentPart p14:bwMode="auto" r:id="rId186">
              <p14:nvContentPartPr>
                <p14:cNvPr id="146" name="Ink 145">
                  <a:extLst>
                    <a:ext uri="{FF2B5EF4-FFF2-40B4-BE49-F238E27FC236}">
                      <a16:creationId xmlns:a16="http://schemas.microsoft.com/office/drawing/2014/main" id="{C6FBDEB7-4CE9-F20C-76DC-B8DE5E1148A9}"/>
                    </a:ext>
                  </a:extLst>
                </p14:cNvPr>
                <p14:cNvContentPartPr/>
                <p14:nvPr/>
              </p14:nvContentPartPr>
              <p14:xfrm>
                <a:off x="4179616" y="5913193"/>
                <a:ext cx="119520" cy="204120"/>
              </p14:xfrm>
            </p:contentPart>
          </mc:Choice>
          <mc:Fallback xmlns="">
            <p:pic>
              <p:nvPicPr>
                <p:cNvPr id="146" name="Ink 145">
                  <a:extLst>
                    <a:ext uri="{FF2B5EF4-FFF2-40B4-BE49-F238E27FC236}">
                      <a16:creationId xmlns:a16="http://schemas.microsoft.com/office/drawing/2014/main" id="{C6FBDEB7-4CE9-F20C-76DC-B8DE5E1148A9}"/>
                    </a:ext>
                  </a:extLst>
                </p:cNvPr>
                <p:cNvPicPr/>
                <p:nvPr/>
              </p:nvPicPr>
              <p:blipFill>
                <a:blip r:embed="rId187"/>
                <a:stretch>
                  <a:fillRect/>
                </a:stretch>
              </p:blipFill>
              <p:spPr>
                <a:xfrm>
                  <a:off x="4161616" y="5895553"/>
                  <a:ext cx="15516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47" name="Ink 146">
                  <a:extLst>
                    <a:ext uri="{FF2B5EF4-FFF2-40B4-BE49-F238E27FC236}">
                      <a16:creationId xmlns:a16="http://schemas.microsoft.com/office/drawing/2014/main" id="{A9283A1F-8FAC-967C-1C23-A68735246F45}"/>
                    </a:ext>
                  </a:extLst>
                </p14:cNvPr>
                <p14:cNvContentPartPr/>
                <p14:nvPr/>
              </p14:nvContentPartPr>
              <p14:xfrm>
                <a:off x="4366456" y="5918233"/>
                <a:ext cx="104760" cy="108360"/>
              </p14:xfrm>
            </p:contentPart>
          </mc:Choice>
          <mc:Fallback xmlns="">
            <p:pic>
              <p:nvPicPr>
                <p:cNvPr id="147" name="Ink 146">
                  <a:extLst>
                    <a:ext uri="{FF2B5EF4-FFF2-40B4-BE49-F238E27FC236}">
                      <a16:creationId xmlns:a16="http://schemas.microsoft.com/office/drawing/2014/main" id="{A9283A1F-8FAC-967C-1C23-A68735246F45}"/>
                    </a:ext>
                  </a:extLst>
                </p:cNvPr>
                <p:cNvPicPr/>
                <p:nvPr/>
              </p:nvPicPr>
              <p:blipFill>
                <a:blip r:embed="rId189"/>
                <a:stretch>
                  <a:fillRect/>
                </a:stretch>
              </p:blipFill>
              <p:spPr>
                <a:xfrm>
                  <a:off x="4348816" y="5900233"/>
                  <a:ext cx="1404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48" name="Ink 147">
                  <a:extLst>
                    <a:ext uri="{FF2B5EF4-FFF2-40B4-BE49-F238E27FC236}">
                      <a16:creationId xmlns:a16="http://schemas.microsoft.com/office/drawing/2014/main" id="{5C78FCE7-F03C-2554-45A8-9CF8F895CF2B}"/>
                    </a:ext>
                  </a:extLst>
                </p14:cNvPr>
                <p14:cNvContentPartPr/>
                <p14:nvPr/>
              </p14:nvContentPartPr>
              <p14:xfrm>
                <a:off x="4565176" y="5925793"/>
                <a:ext cx="18000" cy="67680"/>
              </p14:xfrm>
            </p:contentPart>
          </mc:Choice>
          <mc:Fallback xmlns="">
            <p:pic>
              <p:nvPicPr>
                <p:cNvPr id="148" name="Ink 147">
                  <a:extLst>
                    <a:ext uri="{FF2B5EF4-FFF2-40B4-BE49-F238E27FC236}">
                      <a16:creationId xmlns:a16="http://schemas.microsoft.com/office/drawing/2014/main" id="{5C78FCE7-F03C-2554-45A8-9CF8F895CF2B}"/>
                    </a:ext>
                  </a:extLst>
                </p:cNvPr>
                <p:cNvPicPr/>
                <p:nvPr/>
              </p:nvPicPr>
              <p:blipFill>
                <a:blip r:embed="rId191"/>
                <a:stretch>
                  <a:fillRect/>
                </a:stretch>
              </p:blipFill>
              <p:spPr>
                <a:xfrm>
                  <a:off x="4547176" y="5908153"/>
                  <a:ext cx="5364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49" name="Ink 148">
                  <a:extLst>
                    <a:ext uri="{FF2B5EF4-FFF2-40B4-BE49-F238E27FC236}">
                      <a16:creationId xmlns:a16="http://schemas.microsoft.com/office/drawing/2014/main" id="{C60B60AD-2002-6300-0C43-0CDB09A9A277}"/>
                    </a:ext>
                  </a:extLst>
                </p14:cNvPr>
                <p14:cNvContentPartPr/>
                <p14:nvPr/>
              </p14:nvContentPartPr>
              <p14:xfrm>
                <a:off x="4543576" y="5822113"/>
                <a:ext cx="34560" cy="45360"/>
              </p14:xfrm>
            </p:contentPart>
          </mc:Choice>
          <mc:Fallback xmlns="">
            <p:pic>
              <p:nvPicPr>
                <p:cNvPr id="149" name="Ink 148">
                  <a:extLst>
                    <a:ext uri="{FF2B5EF4-FFF2-40B4-BE49-F238E27FC236}">
                      <a16:creationId xmlns:a16="http://schemas.microsoft.com/office/drawing/2014/main" id="{C60B60AD-2002-6300-0C43-0CDB09A9A277}"/>
                    </a:ext>
                  </a:extLst>
                </p:cNvPr>
                <p:cNvPicPr/>
                <p:nvPr/>
              </p:nvPicPr>
              <p:blipFill>
                <a:blip r:embed="rId193"/>
                <a:stretch>
                  <a:fillRect/>
                </a:stretch>
              </p:blipFill>
              <p:spPr>
                <a:xfrm>
                  <a:off x="4525936" y="5804473"/>
                  <a:ext cx="7020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50" name="Ink 149">
                  <a:extLst>
                    <a:ext uri="{FF2B5EF4-FFF2-40B4-BE49-F238E27FC236}">
                      <a16:creationId xmlns:a16="http://schemas.microsoft.com/office/drawing/2014/main" id="{34CEDD72-3578-C8E1-E1A5-232F29B3781E}"/>
                    </a:ext>
                  </a:extLst>
                </p14:cNvPr>
                <p14:cNvContentPartPr/>
                <p14:nvPr/>
              </p14:nvContentPartPr>
              <p14:xfrm>
                <a:off x="4678576" y="5789713"/>
                <a:ext cx="308520" cy="232920"/>
              </p14:xfrm>
            </p:contentPart>
          </mc:Choice>
          <mc:Fallback xmlns="">
            <p:pic>
              <p:nvPicPr>
                <p:cNvPr id="150" name="Ink 149">
                  <a:extLst>
                    <a:ext uri="{FF2B5EF4-FFF2-40B4-BE49-F238E27FC236}">
                      <a16:creationId xmlns:a16="http://schemas.microsoft.com/office/drawing/2014/main" id="{34CEDD72-3578-C8E1-E1A5-232F29B3781E}"/>
                    </a:ext>
                  </a:extLst>
                </p:cNvPr>
                <p:cNvPicPr/>
                <p:nvPr/>
              </p:nvPicPr>
              <p:blipFill>
                <a:blip r:embed="rId195"/>
                <a:stretch>
                  <a:fillRect/>
                </a:stretch>
              </p:blipFill>
              <p:spPr>
                <a:xfrm>
                  <a:off x="4660936" y="5771713"/>
                  <a:ext cx="344160" cy="268560"/>
                </a:xfrm>
                <a:prstGeom prst="rect">
                  <a:avLst/>
                </a:prstGeom>
              </p:spPr>
            </p:pic>
          </mc:Fallback>
        </mc:AlternateContent>
      </p:grpSp>
      <p:grpSp>
        <p:nvGrpSpPr>
          <p:cNvPr id="162" name="Group 161">
            <a:extLst>
              <a:ext uri="{FF2B5EF4-FFF2-40B4-BE49-F238E27FC236}">
                <a16:creationId xmlns:a16="http://schemas.microsoft.com/office/drawing/2014/main" id="{EFD4ED15-905E-EEBE-6CDF-2AC4D53E143A}"/>
              </a:ext>
            </a:extLst>
          </p:cNvPr>
          <p:cNvGrpSpPr/>
          <p:nvPr/>
        </p:nvGrpSpPr>
        <p:grpSpPr>
          <a:xfrm>
            <a:off x="5073856" y="5751553"/>
            <a:ext cx="931680" cy="241200"/>
            <a:chOff x="5073856" y="5751553"/>
            <a:chExt cx="931680" cy="241200"/>
          </a:xfrm>
        </p:grpSpPr>
        <mc:AlternateContent xmlns:mc="http://schemas.openxmlformats.org/markup-compatibility/2006" xmlns:p14="http://schemas.microsoft.com/office/powerpoint/2010/main">
          <mc:Choice Requires="p14">
            <p:contentPart p14:bwMode="auto" r:id="rId196">
              <p14:nvContentPartPr>
                <p14:cNvPr id="156" name="Ink 155">
                  <a:extLst>
                    <a:ext uri="{FF2B5EF4-FFF2-40B4-BE49-F238E27FC236}">
                      <a16:creationId xmlns:a16="http://schemas.microsoft.com/office/drawing/2014/main" id="{3142BAF1-3365-C647-B545-C08A3CC36845}"/>
                    </a:ext>
                  </a:extLst>
                </p14:cNvPr>
                <p14:cNvContentPartPr/>
                <p14:nvPr/>
              </p14:nvContentPartPr>
              <p14:xfrm>
                <a:off x="5138296" y="5751553"/>
                <a:ext cx="85680" cy="223920"/>
              </p14:xfrm>
            </p:contentPart>
          </mc:Choice>
          <mc:Fallback xmlns="">
            <p:pic>
              <p:nvPicPr>
                <p:cNvPr id="156" name="Ink 155">
                  <a:extLst>
                    <a:ext uri="{FF2B5EF4-FFF2-40B4-BE49-F238E27FC236}">
                      <a16:creationId xmlns:a16="http://schemas.microsoft.com/office/drawing/2014/main" id="{3142BAF1-3365-C647-B545-C08A3CC36845}"/>
                    </a:ext>
                  </a:extLst>
                </p:cNvPr>
                <p:cNvPicPr/>
                <p:nvPr/>
              </p:nvPicPr>
              <p:blipFill>
                <a:blip r:embed="rId197"/>
                <a:stretch>
                  <a:fillRect/>
                </a:stretch>
              </p:blipFill>
              <p:spPr>
                <a:xfrm>
                  <a:off x="5120296" y="5733913"/>
                  <a:ext cx="12132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57" name="Ink 156">
                  <a:extLst>
                    <a:ext uri="{FF2B5EF4-FFF2-40B4-BE49-F238E27FC236}">
                      <a16:creationId xmlns:a16="http://schemas.microsoft.com/office/drawing/2014/main" id="{FAA1833E-45AD-4472-7F41-22067D37418D}"/>
                    </a:ext>
                  </a:extLst>
                </p14:cNvPr>
                <p14:cNvContentPartPr/>
                <p14:nvPr/>
              </p14:nvContentPartPr>
              <p14:xfrm>
                <a:off x="5073856" y="5799073"/>
                <a:ext cx="172800" cy="34920"/>
              </p14:xfrm>
            </p:contentPart>
          </mc:Choice>
          <mc:Fallback xmlns="">
            <p:pic>
              <p:nvPicPr>
                <p:cNvPr id="157" name="Ink 156">
                  <a:extLst>
                    <a:ext uri="{FF2B5EF4-FFF2-40B4-BE49-F238E27FC236}">
                      <a16:creationId xmlns:a16="http://schemas.microsoft.com/office/drawing/2014/main" id="{FAA1833E-45AD-4472-7F41-22067D37418D}"/>
                    </a:ext>
                  </a:extLst>
                </p:cNvPr>
                <p:cNvPicPr/>
                <p:nvPr/>
              </p:nvPicPr>
              <p:blipFill>
                <a:blip r:embed="rId199"/>
                <a:stretch>
                  <a:fillRect/>
                </a:stretch>
              </p:blipFill>
              <p:spPr>
                <a:xfrm>
                  <a:off x="5056216" y="5781433"/>
                  <a:ext cx="20844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58" name="Ink 157">
                  <a:extLst>
                    <a:ext uri="{FF2B5EF4-FFF2-40B4-BE49-F238E27FC236}">
                      <a16:creationId xmlns:a16="http://schemas.microsoft.com/office/drawing/2014/main" id="{06131C7F-3390-D14C-DE04-544CC620D6EB}"/>
                    </a:ext>
                  </a:extLst>
                </p14:cNvPr>
                <p14:cNvContentPartPr/>
                <p14:nvPr/>
              </p14:nvContentPartPr>
              <p14:xfrm>
                <a:off x="5352136" y="5798713"/>
                <a:ext cx="146520" cy="117000"/>
              </p14:xfrm>
            </p:contentPart>
          </mc:Choice>
          <mc:Fallback xmlns="">
            <p:pic>
              <p:nvPicPr>
                <p:cNvPr id="158" name="Ink 157">
                  <a:extLst>
                    <a:ext uri="{FF2B5EF4-FFF2-40B4-BE49-F238E27FC236}">
                      <a16:creationId xmlns:a16="http://schemas.microsoft.com/office/drawing/2014/main" id="{06131C7F-3390-D14C-DE04-544CC620D6EB}"/>
                    </a:ext>
                  </a:extLst>
                </p:cNvPr>
                <p:cNvPicPr/>
                <p:nvPr/>
              </p:nvPicPr>
              <p:blipFill>
                <a:blip r:embed="rId201"/>
                <a:stretch>
                  <a:fillRect/>
                </a:stretch>
              </p:blipFill>
              <p:spPr>
                <a:xfrm>
                  <a:off x="5334496" y="5780713"/>
                  <a:ext cx="18216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59" name="Ink 158">
                  <a:extLst>
                    <a:ext uri="{FF2B5EF4-FFF2-40B4-BE49-F238E27FC236}">
                      <a16:creationId xmlns:a16="http://schemas.microsoft.com/office/drawing/2014/main" id="{181FD6F0-8A90-60B7-885E-0C8104E78DF2}"/>
                    </a:ext>
                  </a:extLst>
                </p14:cNvPr>
                <p14:cNvContentPartPr/>
                <p14:nvPr/>
              </p14:nvContentPartPr>
              <p14:xfrm>
                <a:off x="5552296" y="5789353"/>
                <a:ext cx="100440" cy="127800"/>
              </p14:xfrm>
            </p:contentPart>
          </mc:Choice>
          <mc:Fallback xmlns="">
            <p:pic>
              <p:nvPicPr>
                <p:cNvPr id="159" name="Ink 158">
                  <a:extLst>
                    <a:ext uri="{FF2B5EF4-FFF2-40B4-BE49-F238E27FC236}">
                      <a16:creationId xmlns:a16="http://schemas.microsoft.com/office/drawing/2014/main" id="{181FD6F0-8A90-60B7-885E-0C8104E78DF2}"/>
                    </a:ext>
                  </a:extLst>
                </p:cNvPr>
                <p:cNvPicPr/>
                <p:nvPr/>
              </p:nvPicPr>
              <p:blipFill>
                <a:blip r:embed="rId203"/>
                <a:stretch>
                  <a:fillRect/>
                </a:stretch>
              </p:blipFill>
              <p:spPr>
                <a:xfrm>
                  <a:off x="5534656" y="5771713"/>
                  <a:ext cx="1360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60" name="Ink 159">
                  <a:extLst>
                    <a:ext uri="{FF2B5EF4-FFF2-40B4-BE49-F238E27FC236}">
                      <a16:creationId xmlns:a16="http://schemas.microsoft.com/office/drawing/2014/main" id="{AB367A97-AFF8-7DB7-AB46-BE1B77E46E97}"/>
                    </a:ext>
                  </a:extLst>
                </p14:cNvPr>
                <p14:cNvContentPartPr/>
                <p14:nvPr/>
              </p14:nvContentPartPr>
              <p14:xfrm>
                <a:off x="5760376" y="5777473"/>
                <a:ext cx="104400" cy="160200"/>
              </p14:xfrm>
            </p:contentPart>
          </mc:Choice>
          <mc:Fallback xmlns="">
            <p:pic>
              <p:nvPicPr>
                <p:cNvPr id="160" name="Ink 159">
                  <a:extLst>
                    <a:ext uri="{FF2B5EF4-FFF2-40B4-BE49-F238E27FC236}">
                      <a16:creationId xmlns:a16="http://schemas.microsoft.com/office/drawing/2014/main" id="{AB367A97-AFF8-7DB7-AB46-BE1B77E46E97}"/>
                    </a:ext>
                  </a:extLst>
                </p:cNvPr>
                <p:cNvPicPr/>
                <p:nvPr/>
              </p:nvPicPr>
              <p:blipFill>
                <a:blip r:embed="rId205"/>
                <a:stretch>
                  <a:fillRect/>
                </a:stretch>
              </p:blipFill>
              <p:spPr>
                <a:xfrm>
                  <a:off x="5742736" y="5759833"/>
                  <a:ext cx="14004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61" name="Ink 160">
                  <a:extLst>
                    <a:ext uri="{FF2B5EF4-FFF2-40B4-BE49-F238E27FC236}">
                      <a16:creationId xmlns:a16="http://schemas.microsoft.com/office/drawing/2014/main" id="{98F4E919-8D80-30EE-8A46-D70051533234}"/>
                    </a:ext>
                  </a:extLst>
                </p14:cNvPr>
                <p14:cNvContentPartPr/>
                <p14:nvPr/>
              </p14:nvContentPartPr>
              <p14:xfrm>
                <a:off x="5915536" y="5776033"/>
                <a:ext cx="90000" cy="216720"/>
              </p14:xfrm>
            </p:contentPart>
          </mc:Choice>
          <mc:Fallback xmlns="">
            <p:pic>
              <p:nvPicPr>
                <p:cNvPr id="161" name="Ink 160">
                  <a:extLst>
                    <a:ext uri="{FF2B5EF4-FFF2-40B4-BE49-F238E27FC236}">
                      <a16:creationId xmlns:a16="http://schemas.microsoft.com/office/drawing/2014/main" id="{98F4E919-8D80-30EE-8A46-D70051533234}"/>
                    </a:ext>
                  </a:extLst>
                </p:cNvPr>
                <p:cNvPicPr/>
                <p:nvPr/>
              </p:nvPicPr>
              <p:blipFill>
                <a:blip r:embed="rId207"/>
                <a:stretch>
                  <a:fillRect/>
                </a:stretch>
              </p:blipFill>
              <p:spPr>
                <a:xfrm>
                  <a:off x="5897536" y="5758393"/>
                  <a:ext cx="125640" cy="252360"/>
                </a:xfrm>
                <a:prstGeom prst="rect">
                  <a:avLst/>
                </a:prstGeom>
              </p:spPr>
            </p:pic>
          </mc:Fallback>
        </mc:AlternateContent>
      </p:grpSp>
      <p:grpSp>
        <p:nvGrpSpPr>
          <p:cNvPr id="168" name="Group 167">
            <a:extLst>
              <a:ext uri="{FF2B5EF4-FFF2-40B4-BE49-F238E27FC236}">
                <a16:creationId xmlns:a16="http://schemas.microsoft.com/office/drawing/2014/main" id="{D5EC6B26-A66D-E65B-7AB6-114146A42CA9}"/>
              </a:ext>
            </a:extLst>
          </p:cNvPr>
          <p:cNvGrpSpPr/>
          <p:nvPr/>
        </p:nvGrpSpPr>
        <p:grpSpPr>
          <a:xfrm>
            <a:off x="10533616" y="4685593"/>
            <a:ext cx="432000" cy="317880"/>
            <a:chOff x="10533616" y="4685593"/>
            <a:chExt cx="432000" cy="317880"/>
          </a:xfrm>
        </p:grpSpPr>
        <mc:AlternateContent xmlns:mc="http://schemas.openxmlformats.org/markup-compatibility/2006" xmlns:p14="http://schemas.microsoft.com/office/powerpoint/2010/main">
          <mc:Choice Requires="p14">
            <p:contentPart p14:bwMode="auto" r:id="rId208">
              <p14:nvContentPartPr>
                <p14:cNvPr id="163" name="Ink 162">
                  <a:extLst>
                    <a:ext uri="{FF2B5EF4-FFF2-40B4-BE49-F238E27FC236}">
                      <a16:creationId xmlns:a16="http://schemas.microsoft.com/office/drawing/2014/main" id="{8118F8BB-E19C-4D7A-AE71-4468C4C426E1}"/>
                    </a:ext>
                  </a:extLst>
                </p14:cNvPr>
                <p14:cNvContentPartPr/>
                <p14:nvPr/>
              </p14:nvContentPartPr>
              <p14:xfrm>
                <a:off x="10546936" y="4826353"/>
                <a:ext cx="15120" cy="177120"/>
              </p14:xfrm>
            </p:contentPart>
          </mc:Choice>
          <mc:Fallback xmlns="">
            <p:pic>
              <p:nvPicPr>
                <p:cNvPr id="163" name="Ink 162">
                  <a:extLst>
                    <a:ext uri="{FF2B5EF4-FFF2-40B4-BE49-F238E27FC236}">
                      <a16:creationId xmlns:a16="http://schemas.microsoft.com/office/drawing/2014/main" id="{8118F8BB-E19C-4D7A-AE71-4468C4C426E1}"/>
                    </a:ext>
                  </a:extLst>
                </p:cNvPr>
                <p:cNvPicPr/>
                <p:nvPr/>
              </p:nvPicPr>
              <p:blipFill>
                <a:blip r:embed="rId209"/>
                <a:stretch>
                  <a:fillRect/>
                </a:stretch>
              </p:blipFill>
              <p:spPr>
                <a:xfrm>
                  <a:off x="10529296" y="4808713"/>
                  <a:ext cx="5076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64" name="Ink 163">
                  <a:extLst>
                    <a:ext uri="{FF2B5EF4-FFF2-40B4-BE49-F238E27FC236}">
                      <a16:creationId xmlns:a16="http://schemas.microsoft.com/office/drawing/2014/main" id="{9D95DC0B-A449-FE10-736A-DC8D16BE1F6F}"/>
                    </a:ext>
                  </a:extLst>
                </p14:cNvPr>
                <p14:cNvContentPartPr/>
                <p14:nvPr/>
              </p14:nvContentPartPr>
              <p14:xfrm>
                <a:off x="10533616" y="4685593"/>
                <a:ext cx="10440" cy="9720"/>
              </p14:xfrm>
            </p:contentPart>
          </mc:Choice>
          <mc:Fallback xmlns="">
            <p:pic>
              <p:nvPicPr>
                <p:cNvPr id="164" name="Ink 163">
                  <a:extLst>
                    <a:ext uri="{FF2B5EF4-FFF2-40B4-BE49-F238E27FC236}">
                      <a16:creationId xmlns:a16="http://schemas.microsoft.com/office/drawing/2014/main" id="{9D95DC0B-A449-FE10-736A-DC8D16BE1F6F}"/>
                    </a:ext>
                  </a:extLst>
                </p:cNvPr>
                <p:cNvPicPr/>
                <p:nvPr/>
              </p:nvPicPr>
              <p:blipFill>
                <a:blip r:embed="rId211"/>
                <a:stretch>
                  <a:fillRect/>
                </a:stretch>
              </p:blipFill>
              <p:spPr>
                <a:xfrm>
                  <a:off x="10515616" y="4667953"/>
                  <a:ext cx="4608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65" name="Ink 164">
                  <a:extLst>
                    <a:ext uri="{FF2B5EF4-FFF2-40B4-BE49-F238E27FC236}">
                      <a16:creationId xmlns:a16="http://schemas.microsoft.com/office/drawing/2014/main" id="{F34E748C-C0D3-2769-EF7C-2A62B16BE7E4}"/>
                    </a:ext>
                  </a:extLst>
                </p14:cNvPr>
                <p14:cNvContentPartPr/>
                <p14:nvPr/>
              </p14:nvContentPartPr>
              <p14:xfrm>
                <a:off x="10691656" y="4835713"/>
                <a:ext cx="144360" cy="116280"/>
              </p14:xfrm>
            </p:contentPart>
          </mc:Choice>
          <mc:Fallback xmlns="">
            <p:pic>
              <p:nvPicPr>
                <p:cNvPr id="165" name="Ink 164">
                  <a:extLst>
                    <a:ext uri="{FF2B5EF4-FFF2-40B4-BE49-F238E27FC236}">
                      <a16:creationId xmlns:a16="http://schemas.microsoft.com/office/drawing/2014/main" id="{F34E748C-C0D3-2769-EF7C-2A62B16BE7E4}"/>
                    </a:ext>
                  </a:extLst>
                </p:cNvPr>
                <p:cNvPicPr/>
                <p:nvPr/>
              </p:nvPicPr>
              <p:blipFill>
                <a:blip r:embed="rId213"/>
                <a:stretch>
                  <a:fillRect/>
                </a:stretch>
              </p:blipFill>
              <p:spPr>
                <a:xfrm>
                  <a:off x="10674016" y="4817713"/>
                  <a:ext cx="18000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66" name="Ink 165">
                  <a:extLst>
                    <a:ext uri="{FF2B5EF4-FFF2-40B4-BE49-F238E27FC236}">
                      <a16:creationId xmlns:a16="http://schemas.microsoft.com/office/drawing/2014/main" id="{09AA07CF-1928-2337-E176-08898D3EFAFE}"/>
                    </a:ext>
                  </a:extLst>
                </p14:cNvPr>
                <p14:cNvContentPartPr/>
                <p14:nvPr/>
              </p14:nvContentPartPr>
              <p14:xfrm>
                <a:off x="10911616" y="4819873"/>
                <a:ext cx="54000" cy="134280"/>
              </p14:xfrm>
            </p:contentPart>
          </mc:Choice>
          <mc:Fallback xmlns="">
            <p:pic>
              <p:nvPicPr>
                <p:cNvPr id="166" name="Ink 165">
                  <a:extLst>
                    <a:ext uri="{FF2B5EF4-FFF2-40B4-BE49-F238E27FC236}">
                      <a16:creationId xmlns:a16="http://schemas.microsoft.com/office/drawing/2014/main" id="{09AA07CF-1928-2337-E176-08898D3EFAFE}"/>
                    </a:ext>
                  </a:extLst>
                </p:cNvPr>
                <p:cNvPicPr/>
                <p:nvPr/>
              </p:nvPicPr>
              <p:blipFill>
                <a:blip r:embed="rId215"/>
                <a:stretch>
                  <a:fillRect/>
                </a:stretch>
              </p:blipFill>
              <p:spPr>
                <a:xfrm>
                  <a:off x="10893616" y="4802233"/>
                  <a:ext cx="89640" cy="169920"/>
                </a:xfrm>
                <a:prstGeom prst="rect">
                  <a:avLst/>
                </a:prstGeom>
              </p:spPr>
            </p:pic>
          </mc:Fallback>
        </mc:AlternateContent>
      </p:grpSp>
      <p:grpSp>
        <p:nvGrpSpPr>
          <p:cNvPr id="197" name="Group 196">
            <a:extLst>
              <a:ext uri="{FF2B5EF4-FFF2-40B4-BE49-F238E27FC236}">
                <a16:creationId xmlns:a16="http://schemas.microsoft.com/office/drawing/2014/main" id="{2AD28139-FFAB-991B-94A9-C00D8E20B680}"/>
              </a:ext>
            </a:extLst>
          </p:cNvPr>
          <p:cNvGrpSpPr/>
          <p:nvPr/>
        </p:nvGrpSpPr>
        <p:grpSpPr>
          <a:xfrm>
            <a:off x="11040136" y="4806913"/>
            <a:ext cx="779760" cy="205200"/>
            <a:chOff x="11040136" y="4806913"/>
            <a:chExt cx="779760" cy="205200"/>
          </a:xfrm>
        </p:grpSpPr>
        <mc:AlternateContent xmlns:mc="http://schemas.openxmlformats.org/markup-compatibility/2006" xmlns:p14="http://schemas.microsoft.com/office/powerpoint/2010/main">
          <mc:Choice Requires="p14">
            <p:contentPart p14:bwMode="auto" r:id="rId216">
              <p14:nvContentPartPr>
                <p14:cNvPr id="169" name="Ink 168">
                  <a:extLst>
                    <a:ext uri="{FF2B5EF4-FFF2-40B4-BE49-F238E27FC236}">
                      <a16:creationId xmlns:a16="http://schemas.microsoft.com/office/drawing/2014/main" id="{B554FB92-D8EF-A678-9327-901AB957DFD6}"/>
                    </a:ext>
                  </a:extLst>
                </p14:cNvPr>
                <p14:cNvContentPartPr/>
                <p14:nvPr/>
              </p14:nvContentPartPr>
              <p14:xfrm>
                <a:off x="11040136" y="4806913"/>
                <a:ext cx="153720" cy="185400"/>
              </p14:xfrm>
            </p:contentPart>
          </mc:Choice>
          <mc:Fallback xmlns="">
            <p:pic>
              <p:nvPicPr>
                <p:cNvPr id="169" name="Ink 168">
                  <a:extLst>
                    <a:ext uri="{FF2B5EF4-FFF2-40B4-BE49-F238E27FC236}">
                      <a16:creationId xmlns:a16="http://schemas.microsoft.com/office/drawing/2014/main" id="{B554FB92-D8EF-A678-9327-901AB957DFD6}"/>
                    </a:ext>
                  </a:extLst>
                </p:cNvPr>
                <p:cNvPicPr/>
                <p:nvPr/>
              </p:nvPicPr>
              <p:blipFill>
                <a:blip r:embed="rId217"/>
                <a:stretch>
                  <a:fillRect/>
                </a:stretch>
              </p:blipFill>
              <p:spPr>
                <a:xfrm>
                  <a:off x="11022496" y="4789273"/>
                  <a:ext cx="18936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70" name="Ink 169">
                  <a:extLst>
                    <a:ext uri="{FF2B5EF4-FFF2-40B4-BE49-F238E27FC236}">
                      <a16:creationId xmlns:a16="http://schemas.microsoft.com/office/drawing/2014/main" id="{B1D3CFAC-D0D9-2912-7F87-A37B7A24C90A}"/>
                    </a:ext>
                  </a:extLst>
                </p14:cNvPr>
                <p14:cNvContentPartPr/>
                <p14:nvPr/>
              </p14:nvContentPartPr>
              <p14:xfrm>
                <a:off x="11214376" y="4858033"/>
                <a:ext cx="110880" cy="119880"/>
              </p14:xfrm>
            </p:contentPart>
          </mc:Choice>
          <mc:Fallback xmlns="">
            <p:pic>
              <p:nvPicPr>
                <p:cNvPr id="170" name="Ink 169">
                  <a:extLst>
                    <a:ext uri="{FF2B5EF4-FFF2-40B4-BE49-F238E27FC236}">
                      <a16:creationId xmlns:a16="http://schemas.microsoft.com/office/drawing/2014/main" id="{B1D3CFAC-D0D9-2912-7F87-A37B7A24C90A}"/>
                    </a:ext>
                  </a:extLst>
                </p:cNvPr>
                <p:cNvPicPr/>
                <p:nvPr/>
              </p:nvPicPr>
              <p:blipFill>
                <a:blip r:embed="rId219"/>
                <a:stretch>
                  <a:fillRect/>
                </a:stretch>
              </p:blipFill>
              <p:spPr>
                <a:xfrm>
                  <a:off x="11196376" y="4840033"/>
                  <a:ext cx="14652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71" name="Ink 170">
                  <a:extLst>
                    <a:ext uri="{FF2B5EF4-FFF2-40B4-BE49-F238E27FC236}">
                      <a16:creationId xmlns:a16="http://schemas.microsoft.com/office/drawing/2014/main" id="{E119CBA1-6394-0BA7-6955-4D9FA70AAC25}"/>
                    </a:ext>
                  </a:extLst>
                </p14:cNvPr>
                <p14:cNvContentPartPr/>
                <p14:nvPr/>
              </p14:nvContentPartPr>
              <p14:xfrm>
                <a:off x="11374576" y="4859473"/>
                <a:ext cx="156960" cy="109440"/>
              </p14:xfrm>
            </p:contentPart>
          </mc:Choice>
          <mc:Fallback xmlns="">
            <p:pic>
              <p:nvPicPr>
                <p:cNvPr id="171" name="Ink 170">
                  <a:extLst>
                    <a:ext uri="{FF2B5EF4-FFF2-40B4-BE49-F238E27FC236}">
                      <a16:creationId xmlns:a16="http://schemas.microsoft.com/office/drawing/2014/main" id="{E119CBA1-6394-0BA7-6955-4D9FA70AAC25}"/>
                    </a:ext>
                  </a:extLst>
                </p:cNvPr>
                <p:cNvPicPr/>
                <p:nvPr/>
              </p:nvPicPr>
              <p:blipFill>
                <a:blip r:embed="rId221"/>
                <a:stretch>
                  <a:fillRect/>
                </a:stretch>
              </p:blipFill>
              <p:spPr>
                <a:xfrm>
                  <a:off x="11356936" y="4841833"/>
                  <a:ext cx="1926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72" name="Ink 171">
                  <a:extLst>
                    <a:ext uri="{FF2B5EF4-FFF2-40B4-BE49-F238E27FC236}">
                      <a16:creationId xmlns:a16="http://schemas.microsoft.com/office/drawing/2014/main" id="{9ED85A24-F910-8EAA-687E-EEED48EB1B14}"/>
                    </a:ext>
                  </a:extLst>
                </p14:cNvPr>
                <p14:cNvContentPartPr/>
                <p14:nvPr/>
              </p14:nvContentPartPr>
              <p14:xfrm>
                <a:off x="11594896" y="4839313"/>
                <a:ext cx="45000" cy="135360"/>
              </p14:xfrm>
            </p:contentPart>
          </mc:Choice>
          <mc:Fallback xmlns="">
            <p:pic>
              <p:nvPicPr>
                <p:cNvPr id="172" name="Ink 171">
                  <a:extLst>
                    <a:ext uri="{FF2B5EF4-FFF2-40B4-BE49-F238E27FC236}">
                      <a16:creationId xmlns:a16="http://schemas.microsoft.com/office/drawing/2014/main" id="{9ED85A24-F910-8EAA-687E-EEED48EB1B14}"/>
                    </a:ext>
                  </a:extLst>
                </p:cNvPr>
                <p:cNvPicPr/>
                <p:nvPr/>
              </p:nvPicPr>
              <p:blipFill>
                <a:blip r:embed="rId223"/>
                <a:stretch>
                  <a:fillRect/>
                </a:stretch>
              </p:blipFill>
              <p:spPr>
                <a:xfrm>
                  <a:off x="11577256" y="4821313"/>
                  <a:ext cx="806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73" name="Ink 172">
                  <a:extLst>
                    <a:ext uri="{FF2B5EF4-FFF2-40B4-BE49-F238E27FC236}">
                      <a16:creationId xmlns:a16="http://schemas.microsoft.com/office/drawing/2014/main" id="{5CE4AF5F-F2FF-73B3-7C1D-48D235CC3156}"/>
                    </a:ext>
                  </a:extLst>
                </p14:cNvPr>
                <p14:cNvContentPartPr/>
                <p14:nvPr/>
              </p14:nvContentPartPr>
              <p14:xfrm>
                <a:off x="11703616" y="4833193"/>
                <a:ext cx="116280" cy="178920"/>
              </p14:xfrm>
            </p:contentPart>
          </mc:Choice>
          <mc:Fallback xmlns="">
            <p:pic>
              <p:nvPicPr>
                <p:cNvPr id="173" name="Ink 172">
                  <a:extLst>
                    <a:ext uri="{FF2B5EF4-FFF2-40B4-BE49-F238E27FC236}">
                      <a16:creationId xmlns:a16="http://schemas.microsoft.com/office/drawing/2014/main" id="{5CE4AF5F-F2FF-73B3-7C1D-48D235CC3156}"/>
                    </a:ext>
                  </a:extLst>
                </p:cNvPr>
                <p:cNvPicPr/>
                <p:nvPr/>
              </p:nvPicPr>
              <p:blipFill>
                <a:blip r:embed="rId225"/>
                <a:stretch>
                  <a:fillRect/>
                </a:stretch>
              </p:blipFill>
              <p:spPr>
                <a:xfrm>
                  <a:off x="11685976" y="4815193"/>
                  <a:ext cx="151920" cy="214560"/>
                </a:xfrm>
                <a:prstGeom prst="rect">
                  <a:avLst/>
                </a:prstGeom>
              </p:spPr>
            </p:pic>
          </mc:Fallback>
        </mc:AlternateContent>
      </p:grpSp>
      <p:grpSp>
        <p:nvGrpSpPr>
          <p:cNvPr id="196" name="Group 195">
            <a:extLst>
              <a:ext uri="{FF2B5EF4-FFF2-40B4-BE49-F238E27FC236}">
                <a16:creationId xmlns:a16="http://schemas.microsoft.com/office/drawing/2014/main" id="{D6D6AB74-68B7-E73A-6E18-ABE7A0616CE7}"/>
              </a:ext>
            </a:extLst>
          </p:cNvPr>
          <p:cNvGrpSpPr/>
          <p:nvPr/>
        </p:nvGrpSpPr>
        <p:grpSpPr>
          <a:xfrm>
            <a:off x="10758616" y="5184193"/>
            <a:ext cx="750240" cy="278640"/>
            <a:chOff x="10758616" y="5184193"/>
            <a:chExt cx="750240" cy="278640"/>
          </a:xfrm>
        </p:grpSpPr>
        <mc:AlternateContent xmlns:mc="http://schemas.openxmlformats.org/markup-compatibility/2006" xmlns:p14="http://schemas.microsoft.com/office/powerpoint/2010/main">
          <mc:Choice Requires="p14">
            <p:contentPart p14:bwMode="auto" r:id="rId226">
              <p14:nvContentPartPr>
                <p14:cNvPr id="174" name="Ink 173">
                  <a:extLst>
                    <a:ext uri="{FF2B5EF4-FFF2-40B4-BE49-F238E27FC236}">
                      <a16:creationId xmlns:a16="http://schemas.microsoft.com/office/drawing/2014/main" id="{53A8123F-72C1-7416-D4C5-CDB49A3C11A9}"/>
                    </a:ext>
                  </a:extLst>
                </p14:cNvPr>
                <p14:cNvContentPartPr/>
                <p14:nvPr/>
              </p14:nvContentPartPr>
              <p14:xfrm>
                <a:off x="10758616" y="5258713"/>
                <a:ext cx="136080" cy="204120"/>
              </p14:xfrm>
            </p:contentPart>
          </mc:Choice>
          <mc:Fallback xmlns="">
            <p:pic>
              <p:nvPicPr>
                <p:cNvPr id="174" name="Ink 173">
                  <a:extLst>
                    <a:ext uri="{FF2B5EF4-FFF2-40B4-BE49-F238E27FC236}">
                      <a16:creationId xmlns:a16="http://schemas.microsoft.com/office/drawing/2014/main" id="{53A8123F-72C1-7416-D4C5-CDB49A3C11A9}"/>
                    </a:ext>
                  </a:extLst>
                </p:cNvPr>
                <p:cNvPicPr/>
                <p:nvPr/>
              </p:nvPicPr>
              <p:blipFill>
                <a:blip r:embed="rId227"/>
                <a:stretch>
                  <a:fillRect/>
                </a:stretch>
              </p:blipFill>
              <p:spPr>
                <a:xfrm>
                  <a:off x="10740616" y="5241073"/>
                  <a:ext cx="17172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75" name="Ink 174">
                  <a:extLst>
                    <a:ext uri="{FF2B5EF4-FFF2-40B4-BE49-F238E27FC236}">
                      <a16:creationId xmlns:a16="http://schemas.microsoft.com/office/drawing/2014/main" id="{F2BA681B-68AE-D8A7-CF0A-4860FD308D6D}"/>
                    </a:ext>
                  </a:extLst>
                </p14:cNvPr>
                <p14:cNvContentPartPr/>
                <p14:nvPr/>
              </p14:nvContentPartPr>
              <p14:xfrm>
                <a:off x="10992976" y="5286793"/>
                <a:ext cx="199440" cy="114120"/>
              </p14:xfrm>
            </p:contentPart>
          </mc:Choice>
          <mc:Fallback xmlns="">
            <p:pic>
              <p:nvPicPr>
                <p:cNvPr id="175" name="Ink 174">
                  <a:extLst>
                    <a:ext uri="{FF2B5EF4-FFF2-40B4-BE49-F238E27FC236}">
                      <a16:creationId xmlns:a16="http://schemas.microsoft.com/office/drawing/2014/main" id="{F2BA681B-68AE-D8A7-CF0A-4860FD308D6D}"/>
                    </a:ext>
                  </a:extLst>
                </p:cNvPr>
                <p:cNvPicPr/>
                <p:nvPr/>
              </p:nvPicPr>
              <p:blipFill>
                <a:blip r:embed="rId229"/>
                <a:stretch>
                  <a:fillRect/>
                </a:stretch>
              </p:blipFill>
              <p:spPr>
                <a:xfrm>
                  <a:off x="10975336" y="5268793"/>
                  <a:ext cx="23508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76" name="Ink 175">
                  <a:extLst>
                    <a:ext uri="{FF2B5EF4-FFF2-40B4-BE49-F238E27FC236}">
                      <a16:creationId xmlns:a16="http://schemas.microsoft.com/office/drawing/2014/main" id="{C9207704-CCF9-E5A5-6DCA-1F6246BACFEB}"/>
                    </a:ext>
                  </a:extLst>
                </p14:cNvPr>
                <p14:cNvContentPartPr/>
                <p14:nvPr/>
              </p14:nvContentPartPr>
              <p14:xfrm>
                <a:off x="11235256" y="5314153"/>
                <a:ext cx="36360" cy="84960"/>
              </p14:xfrm>
            </p:contentPart>
          </mc:Choice>
          <mc:Fallback xmlns="">
            <p:pic>
              <p:nvPicPr>
                <p:cNvPr id="176" name="Ink 175">
                  <a:extLst>
                    <a:ext uri="{FF2B5EF4-FFF2-40B4-BE49-F238E27FC236}">
                      <a16:creationId xmlns:a16="http://schemas.microsoft.com/office/drawing/2014/main" id="{C9207704-CCF9-E5A5-6DCA-1F6246BACFEB}"/>
                    </a:ext>
                  </a:extLst>
                </p:cNvPr>
                <p:cNvPicPr/>
                <p:nvPr/>
              </p:nvPicPr>
              <p:blipFill>
                <a:blip r:embed="rId231"/>
                <a:stretch>
                  <a:fillRect/>
                </a:stretch>
              </p:blipFill>
              <p:spPr>
                <a:xfrm>
                  <a:off x="11217256" y="5296153"/>
                  <a:ext cx="720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77" name="Ink 176">
                  <a:extLst>
                    <a:ext uri="{FF2B5EF4-FFF2-40B4-BE49-F238E27FC236}">
                      <a16:creationId xmlns:a16="http://schemas.microsoft.com/office/drawing/2014/main" id="{42120FD9-4949-6AD8-103B-3AD918E2BB60}"/>
                    </a:ext>
                  </a:extLst>
                </p14:cNvPr>
                <p14:cNvContentPartPr/>
                <p14:nvPr/>
              </p14:nvContentPartPr>
              <p14:xfrm>
                <a:off x="11238856" y="5184193"/>
                <a:ext cx="15120" cy="56520"/>
              </p14:xfrm>
            </p:contentPart>
          </mc:Choice>
          <mc:Fallback xmlns="">
            <p:pic>
              <p:nvPicPr>
                <p:cNvPr id="177" name="Ink 176">
                  <a:extLst>
                    <a:ext uri="{FF2B5EF4-FFF2-40B4-BE49-F238E27FC236}">
                      <a16:creationId xmlns:a16="http://schemas.microsoft.com/office/drawing/2014/main" id="{42120FD9-4949-6AD8-103B-3AD918E2BB60}"/>
                    </a:ext>
                  </a:extLst>
                </p:cNvPr>
                <p:cNvPicPr/>
                <p:nvPr/>
              </p:nvPicPr>
              <p:blipFill>
                <a:blip r:embed="rId233"/>
                <a:stretch>
                  <a:fillRect/>
                </a:stretch>
              </p:blipFill>
              <p:spPr>
                <a:xfrm>
                  <a:off x="11221216" y="5166193"/>
                  <a:ext cx="5076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78" name="Ink 177">
                  <a:extLst>
                    <a:ext uri="{FF2B5EF4-FFF2-40B4-BE49-F238E27FC236}">
                      <a16:creationId xmlns:a16="http://schemas.microsoft.com/office/drawing/2014/main" id="{2ACAFCA8-A63A-6A9F-EB95-EE5C5E97422B}"/>
                    </a:ext>
                  </a:extLst>
                </p14:cNvPr>
                <p14:cNvContentPartPr/>
                <p14:nvPr/>
              </p14:nvContentPartPr>
              <p14:xfrm>
                <a:off x="11374936" y="5287153"/>
                <a:ext cx="133920" cy="92160"/>
              </p14:xfrm>
            </p:contentPart>
          </mc:Choice>
          <mc:Fallback xmlns="">
            <p:pic>
              <p:nvPicPr>
                <p:cNvPr id="178" name="Ink 177">
                  <a:extLst>
                    <a:ext uri="{FF2B5EF4-FFF2-40B4-BE49-F238E27FC236}">
                      <a16:creationId xmlns:a16="http://schemas.microsoft.com/office/drawing/2014/main" id="{2ACAFCA8-A63A-6A9F-EB95-EE5C5E97422B}"/>
                    </a:ext>
                  </a:extLst>
                </p:cNvPr>
                <p:cNvPicPr/>
                <p:nvPr/>
              </p:nvPicPr>
              <p:blipFill>
                <a:blip r:embed="rId235"/>
                <a:stretch>
                  <a:fillRect/>
                </a:stretch>
              </p:blipFill>
              <p:spPr>
                <a:xfrm>
                  <a:off x="11357296" y="5269513"/>
                  <a:ext cx="169560" cy="127800"/>
                </a:xfrm>
                <a:prstGeom prst="rect">
                  <a:avLst/>
                </a:prstGeom>
              </p:spPr>
            </p:pic>
          </mc:Fallback>
        </mc:AlternateContent>
      </p:grpSp>
      <p:grpSp>
        <p:nvGrpSpPr>
          <p:cNvPr id="195" name="Group 194">
            <a:extLst>
              <a:ext uri="{FF2B5EF4-FFF2-40B4-BE49-F238E27FC236}">
                <a16:creationId xmlns:a16="http://schemas.microsoft.com/office/drawing/2014/main" id="{04DFB702-DB90-8B1E-7B99-EF1FF4718AA9}"/>
              </a:ext>
            </a:extLst>
          </p:cNvPr>
          <p:cNvGrpSpPr/>
          <p:nvPr/>
        </p:nvGrpSpPr>
        <p:grpSpPr>
          <a:xfrm>
            <a:off x="10816936" y="5591713"/>
            <a:ext cx="330840" cy="300240"/>
            <a:chOff x="10816936" y="5591713"/>
            <a:chExt cx="330840" cy="300240"/>
          </a:xfrm>
        </p:grpSpPr>
        <mc:AlternateContent xmlns:mc="http://schemas.openxmlformats.org/markup-compatibility/2006" xmlns:p14="http://schemas.microsoft.com/office/powerpoint/2010/main">
          <mc:Choice Requires="p14">
            <p:contentPart p14:bwMode="auto" r:id="rId236">
              <p14:nvContentPartPr>
                <p14:cNvPr id="179" name="Ink 178">
                  <a:extLst>
                    <a:ext uri="{FF2B5EF4-FFF2-40B4-BE49-F238E27FC236}">
                      <a16:creationId xmlns:a16="http://schemas.microsoft.com/office/drawing/2014/main" id="{2C622DF0-2CEB-FACC-3242-24C269DF49A1}"/>
                    </a:ext>
                  </a:extLst>
                </p14:cNvPr>
                <p14:cNvContentPartPr/>
                <p14:nvPr/>
              </p14:nvContentPartPr>
              <p14:xfrm>
                <a:off x="10816936" y="5679193"/>
                <a:ext cx="114120" cy="148320"/>
              </p14:xfrm>
            </p:contentPart>
          </mc:Choice>
          <mc:Fallback xmlns="">
            <p:pic>
              <p:nvPicPr>
                <p:cNvPr id="179" name="Ink 178">
                  <a:extLst>
                    <a:ext uri="{FF2B5EF4-FFF2-40B4-BE49-F238E27FC236}">
                      <a16:creationId xmlns:a16="http://schemas.microsoft.com/office/drawing/2014/main" id="{2C622DF0-2CEB-FACC-3242-24C269DF49A1}"/>
                    </a:ext>
                  </a:extLst>
                </p:cNvPr>
                <p:cNvPicPr/>
                <p:nvPr/>
              </p:nvPicPr>
              <p:blipFill>
                <a:blip r:embed="rId237"/>
                <a:stretch>
                  <a:fillRect/>
                </a:stretch>
              </p:blipFill>
              <p:spPr>
                <a:xfrm>
                  <a:off x="10799296" y="5661193"/>
                  <a:ext cx="14976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80" name="Ink 179">
                  <a:extLst>
                    <a:ext uri="{FF2B5EF4-FFF2-40B4-BE49-F238E27FC236}">
                      <a16:creationId xmlns:a16="http://schemas.microsoft.com/office/drawing/2014/main" id="{899F6AEB-6225-C2F5-E94C-1ABCF35E1159}"/>
                    </a:ext>
                  </a:extLst>
                </p14:cNvPr>
                <p14:cNvContentPartPr/>
                <p14:nvPr/>
              </p14:nvContentPartPr>
              <p14:xfrm>
                <a:off x="11069296" y="5591713"/>
                <a:ext cx="46440" cy="300240"/>
              </p14:xfrm>
            </p:contentPart>
          </mc:Choice>
          <mc:Fallback xmlns="">
            <p:pic>
              <p:nvPicPr>
                <p:cNvPr id="180" name="Ink 179">
                  <a:extLst>
                    <a:ext uri="{FF2B5EF4-FFF2-40B4-BE49-F238E27FC236}">
                      <a16:creationId xmlns:a16="http://schemas.microsoft.com/office/drawing/2014/main" id="{899F6AEB-6225-C2F5-E94C-1ABCF35E1159}"/>
                    </a:ext>
                  </a:extLst>
                </p:cNvPr>
                <p:cNvPicPr/>
                <p:nvPr/>
              </p:nvPicPr>
              <p:blipFill>
                <a:blip r:embed="rId239"/>
                <a:stretch>
                  <a:fillRect/>
                </a:stretch>
              </p:blipFill>
              <p:spPr>
                <a:xfrm>
                  <a:off x="11051656" y="5573713"/>
                  <a:ext cx="82080" cy="3358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81" name="Ink 180">
                  <a:extLst>
                    <a:ext uri="{FF2B5EF4-FFF2-40B4-BE49-F238E27FC236}">
                      <a16:creationId xmlns:a16="http://schemas.microsoft.com/office/drawing/2014/main" id="{37FE8B95-E227-0D03-CE6E-CE266259AE30}"/>
                    </a:ext>
                  </a:extLst>
                </p14:cNvPr>
                <p14:cNvContentPartPr/>
                <p14:nvPr/>
              </p14:nvContentPartPr>
              <p14:xfrm>
                <a:off x="11038696" y="5739673"/>
                <a:ext cx="109080" cy="58680"/>
              </p14:xfrm>
            </p:contentPart>
          </mc:Choice>
          <mc:Fallback xmlns="">
            <p:pic>
              <p:nvPicPr>
                <p:cNvPr id="181" name="Ink 180">
                  <a:extLst>
                    <a:ext uri="{FF2B5EF4-FFF2-40B4-BE49-F238E27FC236}">
                      <a16:creationId xmlns:a16="http://schemas.microsoft.com/office/drawing/2014/main" id="{37FE8B95-E227-0D03-CE6E-CE266259AE30}"/>
                    </a:ext>
                  </a:extLst>
                </p:cNvPr>
                <p:cNvPicPr/>
                <p:nvPr/>
              </p:nvPicPr>
              <p:blipFill>
                <a:blip r:embed="rId241"/>
                <a:stretch>
                  <a:fillRect/>
                </a:stretch>
              </p:blipFill>
              <p:spPr>
                <a:xfrm>
                  <a:off x="11020696" y="5722033"/>
                  <a:ext cx="144720" cy="94320"/>
                </a:xfrm>
                <a:prstGeom prst="rect">
                  <a:avLst/>
                </a:prstGeom>
              </p:spPr>
            </p:pic>
          </mc:Fallback>
        </mc:AlternateContent>
      </p:grpSp>
      <p:grpSp>
        <p:nvGrpSpPr>
          <p:cNvPr id="194" name="Group 193">
            <a:extLst>
              <a:ext uri="{FF2B5EF4-FFF2-40B4-BE49-F238E27FC236}">
                <a16:creationId xmlns:a16="http://schemas.microsoft.com/office/drawing/2014/main" id="{1EA62195-3C44-1F93-EA11-07EE73E2F3D6}"/>
              </a:ext>
            </a:extLst>
          </p:cNvPr>
          <p:cNvGrpSpPr/>
          <p:nvPr/>
        </p:nvGrpSpPr>
        <p:grpSpPr>
          <a:xfrm>
            <a:off x="10551616" y="6105793"/>
            <a:ext cx="357480" cy="462240"/>
            <a:chOff x="10551616" y="6105793"/>
            <a:chExt cx="357480" cy="462240"/>
          </a:xfrm>
        </p:grpSpPr>
        <mc:AlternateContent xmlns:mc="http://schemas.openxmlformats.org/markup-compatibility/2006" xmlns:p14="http://schemas.microsoft.com/office/powerpoint/2010/main">
          <mc:Choice Requires="p14">
            <p:contentPart p14:bwMode="auto" r:id="rId242">
              <p14:nvContentPartPr>
                <p14:cNvPr id="182" name="Ink 181">
                  <a:extLst>
                    <a:ext uri="{FF2B5EF4-FFF2-40B4-BE49-F238E27FC236}">
                      <a16:creationId xmlns:a16="http://schemas.microsoft.com/office/drawing/2014/main" id="{586FB7FA-EDC9-B6EB-8B2E-D4E02FE53F4C}"/>
                    </a:ext>
                  </a:extLst>
                </p14:cNvPr>
                <p14:cNvContentPartPr/>
                <p14:nvPr/>
              </p14:nvContentPartPr>
              <p14:xfrm>
                <a:off x="10551616" y="6105793"/>
                <a:ext cx="108720" cy="263160"/>
              </p14:xfrm>
            </p:contentPart>
          </mc:Choice>
          <mc:Fallback xmlns="">
            <p:pic>
              <p:nvPicPr>
                <p:cNvPr id="182" name="Ink 181">
                  <a:extLst>
                    <a:ext uri="{FF2B5EF4-FFF2-40B4-BE49-F238E27FC236}">
                      <a16:creationId xmlns:a16="http://schemas.microsoft.com/office/drawing/2014/main" id="{586FB7FA-EDC9-B6EB-8B2E-D4E02FE53F4C}"/>
                    </a:ext>
                  </a:extLst>
                </p:cNvPr>
                <p:cNvPicPr/>
                <p:nvPr/>
              </p:nvPicPr>
              <p:blipFill>
                <a:blip r:embed="rId243"/>
                <a:stretch>
                  <a:fillRect/>
                </a:stretch>
              </p:blipFill>
              <p:spPr>
                <a:xfrm>
                  <a:off x="10533616" y="6088153"/>
                  <a:ext cx="14436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83" name="Ink 182">
                  <a:extLst>
                    <a:ext uri="{FF2B5EF4-FFF2-40B4-BE49-F238E27FC236}">
                      <a16:creationId xmlns:a16="http://schemas.microsoft.com/office/drawing/2014/main" id="{86588010-D634-1EB0-D1D9-F4A453084DF3}"/>
                    </a:ext>
                  </a:extLst>
                </p14:cNvPr>
                <p14:cNvContentPartPr/>
                <p14:nvPr/>
              </p14:nvContentPartPr>
              <p14:xfrm>
                <a:off x="10765096" y="6255913"/>
                <a:ext cx="134640" cy="92520"/>
              </p14:xfrm>
            </p:contentPart>
          </mc:Choice>
          <mc:Fallback xmlns="">
            <p:pic>
              <p:nvPicPr>
                <p:cNvPr id="183" name="Ink 182">
                  <a:extLst>
                    <a:ext uri="{FF2B5EF4-FFF2-40B4-BE49-F238E27FC236}">
                      <a16:creationId xmlns:a16="http://schemas.microsoft.com/office/drawing/2014/main" id="{86588010-D634-1EB0-D1D9-F4A453084DF3}"/>
                    </a:ext>
                  </a:extLst>
                </p:cNvPr>
                <p:cNvPicPr/>
                <p:nvPr/>
              </p:nvPicPr>
              <p:blipFill>
                <a:blip r:embed="rId245"/>
                <a:stretch>
                  <a:fillRect/>
                </a:stretch>
              </p:blipFill>
              <p:spPr>
                <a:xfrm>
                  <a:off x="10747456" y="6238273"/>
                  <a:ext cx="17028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84" name="Ink 183">
                  <a:extLst>
                    <a:ext uri="{FF2B5EF4-FFF2-40B4-BE49-F238E27FC236}">
                      <a16:creationId xmlns:a16="http://schemas.microsoft.com/office/drawing/2014/main" id="{51367923-222C-9D42-C0F9-C0EF8F401CA7}"/>
                    </a:ext>
                  </a:extLst>
                </p14:cNvPr>
                <p14:cNvContentPartPr/>
                <p14:nvPr/>
              </p14:nvContentPartPr>
              <p14:xfrm>
                <a:off x="10775536" y="6280033"/>
                <a:ext cx="64080" cy="288000"/>
              </p14:xfrm>
            </p:contentPart>
          </mc:Choice>
          <mc:Fallback xmlns="">
            <p:pic>
              <p:nvPicPr>
                <p:cNvPr id="184" name="Ink 183">
                  <a:extLst>
                    <a:ext uri="{FF2B5EF4-FFF2-40B4-BE49-F238E27FC236}">
                      <a16:creationId xmlns:a16="http://schemas.microsoft.com/office/drawing/2014/main" id="{51367923-222C-9D42-C0F9-C0EF8F401CA7}"/>
                    </a:ext>
                  </a:extLst>
                </p:cNvPr>
                <p:cNvPicPr/>
                <p:nvPr/>
              </p:nvPicPr>
              <p:blipFill>
                <a:blip r:embed="rId247"/>
                <a:stretch>
                  <a:fillRect/>
                </a:stretch>
              </p:blipFill>
              <p:spPr>
                <a:xfrm>
                  <a:off x="10757536" y="6262393"/>
                  <a:ext cx="9972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85" name="Ink 184">
                  <a:extLst>
                    <a:ext uri="{FF2B5EF4-FFF2-40B4-BE49-F238E27FC236}">
                      <a16:creationId xmlns:a16="http://schemas.microsoft.com/office/drawing/2014/main" id="{3692F3D3-6268-C817-248B-3A1618776C67}"/>
                    </a:ext>
                  </a:extLst>
                </p14:cNvPr>
                <p14:cNvContentPartPr/>
                <p14:nvPr/>
              </p14:nvContentPartPr>
              <p14:xfrm>
                <a:off x="10838176" y="6313513"/>
                <a:ext cx="70920" cy="59400"/>
              </p14:xfrm>
            </p:contentPart>
          </mc:Choice>
          <mc:Fallback xmlns="">
            <p:pic>
              <p:nvPicPr>
                <p:cNvPr id="185" name="Ink 184">
                  <a:extLst>
                    <a:ext uri="{FF2B5EF4-FFF2-40B4-BE49-F238E27FC236}">
                      <a16:creationId xmlns:a16="http://schemas.microsoft.com/office/drawing/2014/main" id="{3692F3D3-6268-C817-248B-3A1618776C67}"/>
                    </a:ext>
                  </a:extLst>
                </p:cNvPr>
                <p:cNvPicPr/>
                <p:nvPr/>
              </p:nvPicPr>
              <p:blipFill>
                <a:blip r:embed="rId249"/>
                <a:stretch>
                  <a:fillRect/>
                </a:stretch>
              </p:blipFill>
              <p:spPr>
                <a:xfrm>
                  <a:off x="10820176" y="6295513"/>
                  <a:ext cx="106560" cy="95040"/>
                </a:xfrm>
                <a:prstGeom prst="rect">
                  <a:avLst/>
                </a:prstGeom>
              </p:spPr>
            </p:pic>
          </mc:Fallback>
        </mc:AlternateContent>
      </p:grpSp>
      <p:grpSp>
        <p:nvGrpSpPr>
          <p:cNvPr id="193" name="Group 192">
            <a:extLst>
              <a:ext uri="{FF2B5EF4-FFF2-40B4-BE49-F238E27FC236}">
                <a16:creationId xmlns:a16="http://schemas.microsoft.com/office/drawing/2014/main" id="{4B9BCEA5-1C6D-FF4A-4F3D-0DEA09F40FD0}"/>
              </a:ext>
            </a:extLst>
          </p:cNvPr>
          <p:cNvGrpSpPr/>
          <p:nvPr/>
        </p:nvGrpSpPr>
        <p:grpSpPr>
          <a:xfrm>
            <a:off x="11103496" y="6136393"/>
            <a:ext cx="713520" cy="296280"/>
            <a:chOff x="11103496" y="6136393"/>
            <a:chExt cx="713520" cy="296280"/>
          </a:xfrm>
        </p:grpSpPr>
        <mc:AlternateContent xmlns:mc="http://schemas.openxmlformats.org/markup-compatibility/2006" xmlns:p14="http://schemas.microsoft.com/office/powerpoint/2010/main">
          <mc:Choice Requires="p14">
            <p:contentPart p14:bwMode="auto" r:id="rId250">
              <p14:nvContentPartPr>
                <p14:cNvPr id="186" name="Ink 185">
                  <a:extLst>
                    <a:ext uri="{FF2B5EF4-FFF2-40B4-BE49-F238E27FC236}">
                      <a16:creationId xmlns:a16="http://schemas.microsoft.com/office/drawing/2014/main" id="{74CB19EC-A379-2B46-739E-7F11A418333A}"/>
                    </a:ext>
                  </a:extLst>
                </p14:cNvPr>
                <p14:cNvContentPartPr/>
                <p14:nvPr/>
              </p14:nvContentPartPr>
              <p14:xfrm>
                <a:off x="11103496" y="6171673"/>
                <a:ext cx="42120" cy="185040"/>
              </p14:xfrm>
            </p:contentPart>
          </mc:Choice>
          <mc:Fallback xmlns="">
            <p:pic>
              <p:nvPicPr>
                <p:cNvPr id="186" name="Ink 185">
                  <a:extLst>
                    <a:ext uri="{FF2B5EF4-FFF2-40B4-BE49-F238E27FC236}">
                      <a16:creationId xmlns:a16="http://schemas.microsoft.com/office/drawing/2014/main" id="{74CB19EC-A379-2B46-739E-7F11A418333A}"/>
                    </a:ext>
                  </a:extLst>
                </p:cNvPr>
                <p:cNvPicPr/>
                <p:nvPr/>
              </p:nvPicPr>
              <p:blipFill>
                <a:blip r:embed="rId251"/>
                <a:stretch>
                  <a:fillRect/>
                </a:stretch>
              </p:blipFill>
              <p:spPr>
                <a:xfrm>
                  <a:off x="11085496" y="6154033"/>
                  <a:ext cx="7776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87" name="Ink 186">
                  <a:extLst>
                    <a:ext uri="{FF2B5EF4-FFF2-40B4-BE49-F238E27FC236}">
                      <a16:creationId xmlns:a16="http://schemas.microsoft.com/office/drawing/2014/main" id="{79D96E0D-84C3-23D9-6E29-714D46A026A4}"/>
                    </a:ext>
                  </a:extLst>
                </p14:cNvPr>
                <p14:cNvContentPartPr/>
                <p14:nvPr/>
              </p14:nvContentPartPr>
              <p14:xfrm>
                <a:off x="11124736" y="6136393"/>
                <a:ext cx="96120" cy="213120"/>
              </p14:xfrm>
            </p:contentPart>
          </mc:Choice>
          <mc:Fallback xmlns="">
            <p:pic>
              <p:nvPicPr>
                <p:cNvPr id="187" name="Ink 186">
                  <a:extLst>
                    <a:ext uri="{FF2B5EF4-FFF2-40B4-BE49-F238E27FC236}">
                      <a16:creationId xmlns:a16="http://schemas.microsoft.com/office/drawing/2014/main" id="{79D96E0D-84C3-23D9-6E29-714D46A026A4}"/>
                    </a:ext>
                  </a:extLst>
                </p:cNvPr>
                <p:cNvPicPr/>
                <p:nvPr/>
              </p:nvPicPr>
              <p:blipFill>
                <a:blip r:embed="rId253"/>
                <a:stretch>
                  <a:fillRect/>
                </a:stretch>
              </p:blipFill>
              <p:spPr>
                <a:xfrm>
                  <a:off x="11106736" y="6118753"/>
                  <a:ext cx="13176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88" name="Ink 187">
                  <a:extLst>
                    <a:ext uri="{FF2B5EF4-FFF2-40B4-BE49-F238E27FC236}">
                      <a16:creationId xmlns:a16="http://schemas.microsoft.com/office/drawing/2014/main" id="{A8E044CF-842F-4492-5BA0-2DB6344C05D6}"/>
                    </a:ext>
                  </a:extLst>
                </p14:cNvPr>
                <p14:cNvContentPartPr/>
                <p14:nvPr/>
              </p14:nvContentPartPr>
              <p14:xfrm>
                <a:off x="11122216" y="6260233"/>
                <a:ext cx="96120" cy="38160"/>
              </p14:xfrm>
            </p:contentPart>
          </mc:Choice>
          <mc:Fallback xmlns="">
            <p:pic>
              <p:nvPicPr>
                <p:cNvPr id="188" name="Ink 187">
                  <a:extLst>
                    <a:ext uri="{FF2B5EF4-FFF2-40B4-BE49-F238E27FC236}">
                      <a16:creationId xmlns:a16="http://schemas.microsoft.com/office/drawing/2014/main" id="{A8E044CF-842F-4492-5BA0-2DB6344C05D6}"/>
                    </a:ext>
                  </a:extLst>
                </p:cNvPr>
                <p:cNvPicPr/>
                <p:nvPr/>
              </p:nvPicPr>
              <p:blipFill>
                <a:blip r:embed="rId255"/>
                <a:stretch>
                  <a:fillRect/>
                </a:stretch>
              </p:blipFill>
              <p:spPr>
                <a:xfrm>
                  <a:off x="11104216" y="6242593"/>
                  <a:ext cx="13176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89" name="Ink 188">
                  <a:extLst>
                    <a:ext uri="{FF2B5EF4-FFF2-40B4-BE49-F238E27FC236}">
                      <a16:creationId xmlns:a16="http://schemas.microsoft.com/office/drawing/2014/main" id="{6435263A-7D6B-847C-AB3C-B1D77FFFB791}"/>
                    </a:ext>
                  </a:extLst>
                </p14:cNvPr>
                <p14:cNvContentPartPr/>
                <p14:nvPr/>
              </p14:nvContentPartPr>
              <p14:xfrm>
                <a:off x="11309776" y="6248353"/>
                <a:ext cx="193320" cy="95760"/>
              </p14:xfrm>
            </p:contentPart>
          </mc:Choice>
          <mc:Fallback xmlns="">
            <p:pic>
              <p:nvPicPr>
                <p:cNvPr id="189" name="Ink 188">
                  <a:extLst>
                    <a:ext uri="{FF2B5EF4-FFF2-40B4-BE49-F238E27FC236}">
                      <a16:creationId xmlns:a16="http://schemas.microsoft.com/office/drawing/2014/main" id="{6435263A-7D6B-847C-AB3C-B1D77FFFB791}"/>
                    </a:ext>
                  </a:extLst>
                </p:cNvPr>
                <p:cNvPicPr/>
                <p:nvPr/>
              </p:nvPicPr>
              <p:blipFill>
                <a:blip r:embed="rId257"/>
                <a:stretch>
                  <a:fillRect/>
                </a:stretch>
              </p:blipFill>
              <p:spPr>
                <a:xfrm>
                  <a:off x="11291776" y="6230713"/>
                  <a:ext cx="2289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90" name="Ink 189">
                  <a:extLst>
                    <a:ext uri="{FF2B5EF4-FFF2-40B4-BE49-F238E27FC236}">
                      <a16:creationId xmlns:a16="http://schemas.microsoft.com/office/drawing/2014/main" id="{28A44D53-E8CF-6947-3356-EE7A0C940758}"/>
                    </a:ext>
                  </a:extLst>
                </p14:cNvPr>
                <p14:cNvContentPartPr/>
                <p14:nvPr/>
              </p14:nvContentPartPr>
              <p14:xfrm>
                <a:off x="11588776" y="6227833"/>
                <a:ext cx="28080" cy="204840"/>
              </p14:xfrm>
            </p:contentPart>
          </mc:Choice>
          <mc:Fallback xmlns="">
            <p:pic>
              <p:nvPicPr>
                <p:cNvPr id="190" name="Ink 189">
                  <a:extLst>
                    <a:ext uri="{FF2B5EF4-FFF2-40B4-BE49-F238E27FC236}">
                      <a16:creationId xmlns:a16="http://schemas.microsoft.com/office/drawing/2014/main" id="{28A44D53-E8CF-6947-3356-EE7A0C940758}"/>
                    </a:ext>
                  </a:extLst>
                </p:cNvPr>
                <p:cNvPicPr/>
                <p:nvPr/>
              </p:nvPicPr>
              <p:blipFill>
                <a:blip r:embed="rId259"/>
                <a:stretch>
                  <a:fillRect/>
                </a:stretch>
              </p:blipFill>
              <p:spPr>
                <a:xfrm>
                  <a:off x="11571136" y="6209833"/>
                  <a:ext cx="6372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91" name="Ink 190">
                  <a:extLst>
                    <a:ext uri="{FF2B5EF4-FFF2-40B4-BE49-F238E27FC236}">
                      <a16:creationId xmlns:a16="http://schemas.microsoft.com/office/drawing/2014/main" id="{538C6A4E-32FD-898B-0A81-04285CB89A91}"/>
                    </a:ext>
                  </a:extLst>
                </p14:cNvPr>
                <p14:cNvContentPartPr/>
                <p14:nvPr/>
              </p14:nvContentPartPr>
              <p14:xfrm>
                <a:off x="11574736" y="6219913"/>
                <a:ext cx="132840" cy="105840"/>
              </p14:xfrm>
            </p:contentPart>
          </mc:Choice>
          <mc:Fallback xmlns="">
            <p:pic>
              <p:nvPicPr>
                <p:cNvPr id="191" name="Ink 190">
                  <a:extLst>
                    <a:ext uri="{FF2B5EF4-FFF2-40B4-BE49-F238E27FC236}">
                      <a16:creationId xmlns:a16="http://schemas.microsoft.com/office/drawing/2014/main" id="{538C6A4E-32FD-898B-0A81-04285CB89A91}"/>
                    </a:ext>
                  </a:extLst>
                </p:cNvPr>
                <p:cNvPicPr/>
                <p:nvPr/>
              </p:nvPicPr>
              <p:blipFill>
                <a:blip r:embed="rId261"/>
                <a:stretch>
                  <a:fillRect/>
                </a:stretch>
              </p:blipFill>
              <p:spPr>
                <a:xfrm>
                  <a:off x="11557096" y="6202273"/>
                  <a:ext cx="16848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92" name="Ink 191">
                  <a:extLst>
                    <a:ext uri="{FF2B5EF4-FFF2-40B4-BE49-F238E27FC236}">
                      <a16:creationId xmlns:a16="http://schemas.microsoft.com/office/drawing/2014/main" id="{66A1AFE9-7F08-1E8F-DE9F-AD16BB3365A4}"/>
                    </a:ext>
                  </a:extLst>
                </p14:cNvPr>
                <p14:cNvContentPartPr/>
                <p14:nvPr/>
              </p14:nvContentPartPr>
              <p14:xfrm>
                <a:off x="11816296" y="6274273"/>
                <a:ext cx="720" cy="720"/>
              </p14:xfrm>
            </p:contentPart>
          </mc:Choice>
          <mc:Fallback xmlns="">
            <p:pic>
              <p:nvPicPr>
                <p:cNvPr id="192" name="Ink 191">
                  <a:extLst>
                    <a:ext uri="{FF2B5EF4-FFF2-40B4-BE49-F238E27FC236}">
                      <a16:creationId xmlns:a16="http://schemas.microsoft.com/office/drawing/2014/main" id="{66A1AFE9-7F08-1E8F-DE9F-AD16BB3365A4}"/>
                    </a:ext>
                  </a:extLst>
                </p:cNvPr>
                <p:cNvPicPr/>
                <p:nvPr/>
              </p:nvPicPr>
              <p:blipFill>
                <a:blip r:embed="rId263"/>
                <a:stretch>
                  <a:fillRect/>
                </a:stretch>
              </p:blipFill>
              <p:spPr>
                <a:xfrm>
                  <a:off x="11798656" y="6256633"/>
                  <a:ext cx="36360" cy="36360"/>
                </a:xfrm>
                <a:prstGeom prst="rect">
                  <a:avLst/>
                </a:prstGeom>
              </p:spPr>
            </p:pic>
          </mc:Fallback>
        </mc:AlternateContent>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What</a:t>
            </a:r>
            <a:r>
              <a:rPr spc="-25" dirty="0"/>
              <a:t> </a:t>
            </a:r>
            <a:r>
              <a:rPr dirty="0"/>
              <a:t>is</a:t>
            </a:r>
            <a:r>
              <a:rPr spc="-25" dirty="0"/>
              <a:t> </a:t>
            </a:r>
            <a:r>
              <a:rPr spc="-10" dirty="0"/>
              <a:t>noise?</a:t>
            </a:r>
          </a:p>
        </p:txBody>
      </p:sp>
      <p:pic>
        <p:nvPicPr>
          <p:cNvPr id="3" name="object 3"/>
          <p:cNvPicPr/>
          <p:nvPr/>
        </p:nvPicPr>
        <p:blipFill>
          <a:blip r:embed="rId2" cstate="print"/>
          <a:stretch>
            <a:fillRect/>
          </a:stretch>
        </p:blipFill>
        <p:spPr>
          <a:xfrm>
            <a:off x="1066099" y="914057"/>
            <a:ext cx="9488221" cy="502036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4765">
              <a:lnSpc>
                <a:spcPct val="100000"/>
              </a:lnSpc>
              <a:spcBef>
                <a:spcPts val="100"/>
              </a:spcBef>
            </a:pPr>
            <a:r>
              <a:rPr dirty="0"/>
              <a:t>Types</a:t>
            </a:r>
            <a:r>
              <a:rPr spc="165" dirty="0"/>
              <a:t> </a:t>
            </a:r>
            <a:r>
              <a:rPr dirty="0"/>
              <a:t>of</a:t>
            </a:r>
            <a:r>
              <a:rPr spc="140" dirty="0"/>
              <a:t> </a:t>
            </a:r>
            <a:r>
              <a:rPr spc="-20" dirty="0"/>
              <a:t>Noise</a:t>
            </a:r>
          </a:p>
        </p:txBody>
      </p:sp>
      <p:sp>
        <p:nvSpPr>
          <p:cNvPr id="3" name="object 3"/>
          <p:cNvSpPr txBox="1"/>
          <p:nvPr/>
        </p:nvSpPr>
        <p:spPr>
          <a:xfrm>
            <a:off x="921263" y="957224"/>
            <a:ext cx="9436735" cy="4649470"/>
          </a:xfrm>
          <a:prstGeom prst="rect">
            <a:avLst/>
          </a:prstGeom>
        </p:spPr>
        <p:txBody>
          <a:bodyPr vert="horz" wrap="square" lIns="0" tIns="64135" rIns="0" bIns="0" rtlCol="0">
            <a:spAutoFit/>
          </a:bodyPr>
          <a:lstStyle/>
          <a:p>
            <a:pPr marL="240029" indent="-227329">
              <a:lnSpc>
                <a:spcPct val="100000"/>
              </a:lnSpc>
              <a:spcBef>
                <a:spcPts val="505"/>
              </a:spcBef>
              <a:buFont typeface="Arial"/>
              <a:buChar char="•"/>
              <a:tabLst>
                <a:tab pos="240029" algn="l"/>
              </a:tabLst>
            </a:pPr>
            <a:r>
              <a:rPr sz="2800" dirty="0">
                <a:latin typeface="Calibri"/>
                <a:cs typeface="Calibri"/>
              </a:rPr>
              <a:t>Noise</a:t>
            </a:r>
            <a:r>
              <a:rPr sz="2800" spc="-40" dirty="0">
                <a:latin typeface="Calibri"/>
                <a:cs typeface="Calibri"/>
              </a:rPr>
              <a:t> </a:t>
            </a:r>
            <a:r>
              <a:rPr sz="2800" dirty="0">
                <a:latin typeface="Calibri"/>
                <a:cs typeface="Calibri"/>
              </a:rPr>
              <a:t>refers</a:t>
            </a:r>
            <a:r>
              <a:rPr sz="2800" spc="-35" dirty="0">
                <a:latin typeface="Calibri"/>
                <a:cs typeface="Calibri"/>
              </a:rPr>
              <a:t> </a:t>
            </a:r>
            <a:r>
              <a:rPr sz="2800" dirty="0">
                <a:latin typeface="Calibri"/>
                <a:cs typeface="Calibri"/>
              </a:rPr>
              <a:t>to</a:t>
            </a:r>
            <a:r>
              <a:rPr sz="2800" spc="-50" dirty="0">
                <a:latin typeface="Calibri"/>
                <a:cs typeface="Calibri"/>
              </a:rPr>
              <a:t> </a:t>
            </a:r>
            <a:r>
              <a:rPr sz="2800" dirty="0">
                <a:latin typeface="Calibri"/>
                <a:cs typeface="Calibri"/>
              </a:rPr>
              <a:t>anything</a:t>
            </a:r>
            <a:r>
              <a:rPr sz="2800" spc="-20" dirty="0">
                <a:latin typeface="Calibri"/>
                <a:cs typeface="Calibri"/>
              </a:rPr>
              <a:t> </a:t>
            </a:r>
            <a:r>
              <a:rPr sz="2800" dirty="0">
                <a:latin typeface="Calibri"/>
                <a:cs typeface="Calibri"/>
              </a:rPr>
              <a:t>that</a:t>
            </a:r>
            <a:r>
              <a:rPr sz="2800" spc="-40" dirty="0">
                <a:latin typeface="Calibri"/>
                <a:cs typeface="Calibri"/>
              </a:rPr>
              <a:t> </a:t>
            </a:r>
            <a:r>
              <a:rPr sz="2800" dirty="0">
                <a:latin typeface="Calibri"/>
                <a:cs typeface="Calibri"/>
              </a:rPr>
              <a:t>you</a:t>
            </a:r>
            <a:r>
              <a:rPr sz="2800" spc="-40" dirty="0">
                <a:latin typeface="Calibri"/>
                <a:cs typeface="Calibri"/>
              </a:rPr>
              <a:t> </a:t>
            </a:r>
            <a:r>
              <a:rPr sz="2800" dirty="0">
                <a:latin typeface="Calibri"/>
                <a:cs typeface="Calibri"/>
              </a:rPr>
              <a:t>don’t</a:t>
            </a:r>
            <a:r>
              <a:rPr sz="2800" spc="-30" dirty="0">
                <a:latin typeface="Calibri"/>
                <a:cs typeface="Calibri"/>
              </a:rPr>
              <a:t> </a:t>
            </a:r>
            <a:r>
              <a:rPr sz="2800" dirty="0">
                <a:latin typeface="Calibri"/>
                <a:cs typeface="Calibri"/>
              </a:rPr>
              <a:t>want</a:t>
            </a:r>
            <a:r>
              <a:rPr sz="2800" spc="-35" dirty="0">
                <a:latin typeface="Calibri"/>
                <a:cs typeface="Calibri"/>
              </a:rPr>
              <a:t> </a:t>
            </a:r>
            <a:r>
              <a:rPr sz="2800" dirty="0">
                <a:latin typeface="Calibri"/>
                <a:cs typeface="Calibri"/>
              </a:rPr>
              <a:t>in</a:t>
            </a:r>
            <a:r>
              <a:rPr sz="2800" spc="-40" dirty="0">
                <a:latin typeface="Calibri"/>
                <a:cs typeface="Calibri"/>
              </a:rPr>
              <a:t> </a:t>
            </a:r>
            <a:r>
              <a:rPr sz="2800" dirty="0">
                <a:latin typeface="Calibri"/>
                <a:cs typeface="Calibri"/>
              </a:rPr>
              <a:t>your</a:t>
            </a:r>
            <a:r>
              <a:rPr sz="2800" spc="-40" dirty="0">
                <a:latin typeface="Calibri"/>
                <a:cs typeface="Calibri"/>
              </a:rPr>
              <a:t> </a:t>
            </a:r>
            <a:r>
              <a:rPr sz="2800" spc="-10" dirty="0">
                <a:latin typeface="Calibri"/>
                <a:cs typeface="Calibri"/>
              </a:rPr>
              <a:t>signal</a:t>
            </a:r>
            <a:endParaRPr sz="2800">
              <a:latin typeface="Calibri"/>
              <a:cs typeface="Calibri"/>
            </a:endParaRPr>
          </a:p>
          <a:p>
            <a:pPr marL="240029" marR="5080" indent="-227329">
              <a:lnSpc>
                <a:spcPct val="100000"/>
              </a:lnSpc>
              <a:spcBef>
                <a:spcPts val="409"/>
              </a:spcBef>
              <a:buFont typeface="Arial"/>
              <a:buChar char="•"/>
              <a:tabLst>
                <a:tab pos="241300" algn="l"/>
              </a:tabLst>
            </a:pPr>
            <a:r>
              <a:rPr sz="2800" dirty="0">
                <a:latin typeface="Calibri"/>
                <a:cs typeface="Calibri"/>
              </a:rPr>
              <a:t>It</a:t>
            </a:r>
            <a:r>
              <a:rPr sz="2800" spc="-50" dirty="0">
                <a:latin typeface="Calibri"/>
                <a:cs typeface="Calibri"/>
              </a:rPr>
              <a:t> </a:t>
            </a:r>
            <a:r>
              <a:rPr sz="2800" dirty="0">
                <a:latin typeface="Calibri"/>
                <a:cs typeface="Calibri"/>
              </a:rPr>
              <a:t>can</a:t>
            </a:r>
            <a:r>
              <a:rPr sz="2800" spc="-50" dirty="0">
                <a:latin typeface="Calibri"/>
                <a:cs typeface="Calibri"/>
              </a:rPr>
              <a:t> </a:t>
            </a:r>
            <a:r>
              <a:rPr sz="2800" dirty="0">
                <a:latin typeface="Calibri"/>
                <a:cs typeface="Calibri"/>
              </a:rPr>
              <a:t>have</a:t>
            </a:r>
            <a:r>
              <a:rPr sz="2800" spc="-50" dirty="0">
                <a:latin typeface="Calibri"/>
                <a:cs typeface="Calibri"/>
              </a:rPr>
              <a:t> </a:t>
            </a:r>
            <a:r>
              <a:rPr sz="2800" dirty="0">
                <a:latin typeface="Calibri"/>
                <a:cs typeface="Calibri"/>
              </a:rPr>
              <a:t>many</a:t>
            </a:r>
            <a:r>
              <a:rPr sz="2800" spc="-30" dirty="0">
                <a:latin typeface="Calibri"/>
                <a:cs typeface="Calibri"/>
              </a:rPr>
              <a:t> </a:t>
            </a:r>
            <a:r>
              <a:rPr sz="2800" dirty="0">
                <a:latin typeface="Calibri"/>
                <a:cs typeface="Calibri"/>
              </a:rPr>
              <a:t>different</a:t>
            </a:r>
            <a:r>
              <a:rPr sz="2800" spc="-35" dirty="0">
                <a:latin typeface="Calibri"/>
                <a:cs typeface="Calibri"/>
              </a:rPr>
              <a:t> </a:t>
            </a:r>
            <a:r>
              <a:rPr sz="2800" dirty="0">
                <a:latin typeface="Calibri"/>
                <a:cs typeface="Calibri"/>
              </a:rPr>
              <a:t>sources</a:t>
            </a:r>
            <a:r>
              <a:rPr sz="2800" spc="-25" dirty="0">
                <a:latin typeface="Calibri"/>
                <a:cs typeface="Calibri"/>
              </a:rPr>
              <a:t> </a:t>
            </a:r>
            <a:r>
              <a:rPr sz="2800" dirty="0">
                <a:latin typeface="Calibri"/>
                <a:cs typeface="Calibri"/>
              </a:rPr>
              <a:t>and</a:t>
            </a:r>
            <a:r>
              <a:rPr sz="2800" spc="-40" dirty="0">
                <a:latin typeface="Calibri"/>
                <a:cs typeface="Calibri"/>
              </a:rPr>
              <a:t> </a:t>
            </a:r>
            <a:r>
              <a:rPr sz="2800" dirty="0">
                <a:latin typeface="Calibri"/>
                <a:cs typeface="Calibri"/>
              </a:rPr>
              <a:t>many</a:t>
            </a:r>
            <a:r>
              <a:rPr sz="2800" spc="-30" dirty="0">
                <a:latin typeface="Calibri"/>
                <a:cs typeface="Calibri"/>
              </a:rPr>
              <a:t> </a:t>
            </a:r>
            <a:r>
              <a:rPr sz="2800" dirty="0">
                <a:latin typeface="Calibri"/>
                <a:cs typeface="Calibri"/>
              </a:rPr>
              <a:t>different</a:t>
            </a:r>
            <a:r>
              <a:rPr sz="2800" spc="-35" dirty="0">
                <a:latin typeface="Calibri"/>
                <a:cs typeface="Calibri"/>
              </a:rPr>
              <a:t> </a:t>
            </a:r>
            <a:r>
              <a:rPr sz="2800" spc="-10" dirty="0">
                <a:latin typeface="Calibri"/>
                <a:cs typeface="Calibri"/>
              </a:rPr>
              <a:t>resulting 	</a:t>
            </a:r>
            <a:r>
              <a:rPr sz="2800" dirty="0">
                <a:latin typeface="Calibri"/>
                <a:cs typeface="Calibri"/>
              </a:rPr>
              <a:t>affects</a:t>
            </a:r>
            <a:r>
              <a:rPr sz="2800" spc="-35" dirty="0">
                <a:latin typeface="Calibri"/>
                <a:cs typeface="Calibri"/>
              </a:rPr>
              <a:t> </a:t>
            </a:r>
            <a:r>
              <a:rPr sz="2800" dirty="0">
                <a:latin typeface="Calibri"/>
                <a:cs typeface="Calibri"/>
              </a:rPr>
              <a:t>on</a:t>
            </a:r>
            <a:r>
              <a:rPr sz="2800" spc="-25" dirty="0">
                <a:latin typeface="Calibri"/>
                <a:cs typeface="Calibri"/>
              </a:rPr>
              <a:t> </a:t>
            </a:r>
            <a:r>
              <a:rPr sz="2800" dirty="0">
                <a:latin typeface="Calibri"/>
                <a:cs typeface="Calibri"/>
              </a:rPr>
              <a:t>your</a:t>
            </a:r>
            <a:r>
              <a:rPr sz="2800" spc="-25" dirty="0">
                <a:latin typeface="Calibri"/>
                <a:cs typeface="Calibri"/>
              </a:rPr>
              <a:t> </a:t>
            </a:r>
            <a:r>
              <a:rPr sz="2800" spc="-10" dirty="0">
                <a:latin typeface="Calibri"/>
                <a:cs typeface="Calibri"/>
              </a:rPr>
              <a:t>system</a:t>
            </a:r>
            <a:endParaRPr sz="2800">
              <a:latin typeface="Calibri"/>
              <a:cs typeface="Calibri"/>
            </a:endParaRPr>
          </a:p>
          <a:p>
            <a:pPr>
              <a:lnSpc>
                <a:spcPct val="100000"/>
              </a:lnSpc>
              <a:spcBef>
                <a:spcPts val="735"/>
              </a:spcBef>
              <a:buFont typeface="Arial"/>
              <a:buChar char="•"/>
            </a:pPr>
            <a:endParaRPr sz="2800">
              <a:latin typeface="Calibri"/>
              <a:cs typeface="Calibri"/>
            </a:endParaRPr>
          </a:p>
          <a:p>
            <a:pPr marL="240029" marR="1607185" indent="-227329">
              <a:lnSpc>
                <a:spcPct val="100000"/>
              </a:lnSpc>
              <a:buFont typeface="Arial"/>
              <a:buChar char="•"/>
              <a:tabLst>
                <a:tab pos="241300" algn="l"/>
              </a:tabLst>
            </a:pPr>
            <a:r>
              <a:rPr sz="2800" dirty="0">
                <a:latin typeface="Calibri"/>
                <a:cs typeface="Calibri"/>
              </a:rPr>
              <a:t>At</a:t>
            </a:r>
            <a:r>
              <a:rPr sz="2800" spc="-30" dirty="0">
                <a:latin typeface="Calibri"/>
                <a:cs typeface="Calibri"/>
              </a:rPr>
              <a:t> </a:t>
            </a:r>
            <a:r>
              <a:rPr sz="2800" dirty="0">
                <a:latin typeface="Calibri"/>
                <a:cs typeface="Calibri"/>
              </a:rPr>
              <a:t>the</a:t>
            </a:r>
            <a:r>
              <a:rPr sz="2800" spc="-35" dirty="0">
                <a:latin typeface="Calibri"/>
                <a:cs typeface="Calibri"/>
              </a:rPr>
              <a:t> </a:t>
            </a:r>
            <a:r>
              <a:rPr sz="2800" dirty="0">
                <a:latin typeface="Calibri"/>
                <a:cs typeface="Calibri"/>
              </a:rPr>
              <a:t>component level,</a:t>
            </a:r>
            <a:r>
              <a:rPr sz="2800" spc="-30" dirty="0">
                <a:latin typeface="Calibri"/>
                <a:cs typeface="Calibri"/>
              </a:rPr>
              <a:t> </a:t>
            </a:r>
            <a:r>
              <a:rPr sz="2800" dirty="0">
                <a:latin typeface="Calibri"/>
                <a:cs typeface="Calibri"/>
              </a:rPr>
              <a:t>here</a:t>
            </a:r>
            <a:r>
              <a:rPr sz="2800" spc="-35" dirty="0">
                <a:latin typeface="Calibri"/>
                <a:cs typeface="Calibri"/>
              </a:rPr>
              <a:t> </a:t>
            </a:r>
            <a:r>
              <a:rPr sz="2800" dirty="0">
                <a:latin typeface="Calibri"/>
                <a:cs typeface="Calibri"/>
              </a:rPr>
              <a:t>are</a:t>
            </a:r>
            <a:r>
              <a:rPr sz="2800" spc="-35" dirty="0">
                <a:latin typeface="Calibri"/>
                <a:cs typeface="Calibri"/>
              </a:rPr>
              <a:t> </a:t>
            </a:r>
            <a:r>
              <a:rPr sz="2800" dirty="0">
                <a:latin typeface="Calibri"/>
                <a:cs typeface="Calibri"/>
              </a:rPr>
              <a:t>a</a:t>
            </a:r>
            <a:r>
              <a:rPr sz="2800" spc="-40" dirty="0">
                <a:latin typeface="Calibri"/>
                <a:cs typeface="Calibri"/>
              </a:rPr>
              <a:t> </a:t>
            </a:r>
            <a:r>
              <a:rPr sz="2800" dirty="0">
                <a:latin typeface="Calibri"/>
                <a:cs typeface="Calibri"/>
              </a:rPr>
              <a:t>few</a:t>
            </a:r>
            <a:r>
              <a:rPr sz="2800" spc="-40" dirty="0">
                <a:latin typeface="Calibri"/>
                <a:cs typeface="Calibri"/>
              </a:rPr>
              <a:t> </a:t>
            </a:r>
            <a:r>
              <a:rPr sz="2800" spc="-10" dirty="0">
                <a:latin typeface="Calibri"/>
                <a:cs typeface="Calibri"/>
              </a:rPr>
              <a:t>fundamental 	</a:t>
            </a:r>
            <a:r>
              <a:rPr sz="2800" dirty="0">
                <a:latin typeface="Calibri"/>
                <a:cs typeface="Calibri"/>
              </a:rPr>
              <a:t>mechanisms</a:t>
            </a:r>
            <a:r>
              <a:rPr sz="2800" spc="-50" dirty="0">
                <a:latin typeface="Calibri"/>
                <a:cs typeface="Calibri"/>
              </a:rPr>
              <a:t> </a:t>
            </a:r>
            <a:r>
              <a:rPr sz="2800" dirty="0">
                <a:latin typeface="Calibri"/>
                <a:cs typeface="Calibri"/>
              </a:rPr>
              <a:t>of</a:t>
            </a:r>
            <a:r>
              <a:rPr sz="2800" spc="-75" dirty="0">
                <a:latin typeface="Calibri"/>
                <a:cs typeface="Calibri"/>
              </a:rPr>
              <a:t> </a:t>
            </a:r>
            <a:r>
              <a:rPr sz="2800" spc="-10" dirty="0">
                <a:latin typeface="Calibri"/>
                <a:cs typeface="Calibri"/>
              </a:rPr>
              <a:t>noise:</a:t>
            </a:r>
            <a:endParaRPr sz="2800">
              <a:latin typeface="Calibri"/>
              <a:cs typeface="Calibri"/>
            </a:endParaRPr>
          </a:p>
          <a:p>
            <a:pPr marL="240029" marR="705485" indent="-227329">
              <a:lnSpc>
                <a:spcPct val="100000"/>
              </a:lnSpc>
              <a:spcBef>
                <a:spcPts val="405"/>
              </a:spcBef>
              <a:buFont typeface="Arial"/>
              <a:buChar char="•"/>
              <a:tabLst>
                <a:tab pos="241300" algn="l"/>
                <a:tab pos="1598930" algn="l"/>
              </a:tabLst>
            </a:pPr>
            <a:r>
              <a:rPr sz="2800" spc="-10" dirty="0">
                <a:latin typeface="Calibri"/>
                <a:cs typeface="Calibri"/>
              </a:rPr>
              <a:t>Thermal</a:t>
            </a:r>
            <a:r>
              <a:rPr sz="2800" dirty="0">
                <a:latin typeface="Calibri"/>
                <a:cs typeface="Calibri"/>
              </a:rPr>
              <a:t>	Noise</a:t>
            </a:r>
            <a:r>
              <a:rPr sz="2800" spc="-45" dirty="0">
                <a:latin typeface="Calibri"/>
                <a:cs typeface="Calibri"/>
              </a:rPr>
              <a:t> </a:t>
            </a:r>
            <a:r>
              <a:rPr sz="2800" spc="-20" dirty="0">
                <a:latin typeface="Calibri"/>
                <a:cs typeface="Calibri"/>
              </a:rPr>
              <a:t>(Johnson-</a:t>
            </a:r>
            <a:r>
              <a:rPr sz="2800" dirty="0">
                <a:latin typeface="Calibri"/>
                <a:cs typeface="Calibri"/>
              </a:rPr>
              <a:t>Nyquist):</a:t>
            </a:r>
            <a:r>
              <a:rPr sz="2800" spc="5" dirty="0">
                <a:latin typeface="Calibri"/>
                <a:cs typeface="Calibri"/>
              </a:rPr>
              <a:t> </a:t>
            </a:r>
            <a:r>
              <a:rPr sz="2800" dirty="0">
                <a:latin typeface="Calibri"/>
                <a:cs typeface="Calibri"/>
              </a:rPr>
              <a:t>Arises</a:t>
            </a:r>
            <a:r>
              <a:rPr sz="2800" spc="-45" dirty="0">
                <a:latin typeface="Calibri"/>
                <a:cs typeface="Calibri"/>
              </a:rPr>
              <a:t> </a:t>
            </a:r>
            <a:r>
              <a:rPr sz="2800" dirty="0">
                <a:latin typeface="Calibri"/>
                <a:cs typeface="Calibri"/>
              </a:rPr>
              <a:t>from</a:t>
            </a:r>
            <a:r>
              <a:rPr sz="2800" spc="-45" dirty="0">
                <a:latin typeface="Calibri"/>
                <a:cs typeface="Calibri"/>
              </a:rPr>
              <a:t> </a:t>
            </a:r>
            <a:r>
              <a:rPr sz="2800" dirty="0">
                <a:latin typeface="Calibri"/>
                <a:cs typeface="Calibri"/>
              </a:rPr>
              <a:t>the</a:t>
            </a:r>
            <a:r>
              <a:rPr sz="2800" spc="-45" dirty="0">
                <a:latin typeface="Calibri"/>
                <a:cs typeface="Calibri"/>
              </a:rPr>
              <a:t> </a:t>
            </a:r>
            <a:r>
              <a:rPr sz="2800" spc="-10" dirty="0">
                <a:latin typeface="Calibri"/>
                <a:cs typeface="Calibri"/>
              </a:rPr>
              <a:t>random 	</a:t>
            </a:r>
            <a:r>
              <a:rPr sz="2800" dirty="0">
                <a:latin typeface="Calibri"/>
                <a:cs typeface="Calibri"/>
              </a:rPr>
              <a:t>motion</a:t>
            </a:r>
            <a:r>
              <a:rPr sz="2800" spc="-35" dirty="0">
                <a:latin typeface="Calibri"/>
                <a:cs typeface="Calibri"/>
              </a:rPr>
              <a:t> </a:t>
            </a:r>
            <a:r>
              <a:rPr sz="2800" dirty="0">
                <a:latin typeface="Calibri"/>
                <a:cs typeface="Calibri"/>
              </a:rPr>
              <a:t>of</a:t>
            </a:r>
            <a:r>
              <a:rPr sz="2800" spc="-65" dirty="0">
                <a:latin typeface="Calibri"/>
                <a:cs typeface="Calibri"/>
              </a:rPr>
              <a:t> </a:t>
            </a:r>
            <a:r>
              <a:rPr sz="2800" dirty="0">
                <a:latin typeface="Calibri"/>
                <a:cs typeface="Calibri"/>
              </a:rPr>
              <a:t>charge</a:t>
            </a:r>
            <a:r>
              <a:rPr sz="2800" spc="-55" dirty="0">
                <a:latin typeface="Calibri"/>
                <a:cs typeface="Calibri"/>
              </a:rPr>
              <a:t> </a:t>
            </a:r>
            <a:r>
              <a:rPr sz="2800" dirty="0">
                <a:latin typeface="Calibri"/>
                <a:cs typeface="Calibri"/>
              </a:rPr>
              <a:t>carriers</a:t>
            </a:r>
            <a:r>
              <a:rPr sz="2800" spc="-40" dirty="0">
                <a:latin typeface="Calibri"/>
                <a:cs typeface="Calibri"/>
              </a:rPr>
              <a:t> </a:t>
            </a:r>
            <a:r>
              <a:rPr sz="2800" dirty="0">
                <a:latin typeface="Calibri"/>
                <a:cs typeface="Calibri"/>
              </a:rPr>
              <a:t>in</a:t>
            </a:r>
            <a:r>
              <a:rPr sz="2800" spc="-45" dirty="0">
                <a:latin typeface="Calibri"/>
                <a:cs typeface="Calibri"/>
              </a:rPr>
              <a:t> </a:t>
            </a:r>
            <a:r>
              <a:rPr sz="2800" dirty="0">
                <a:latin typeface="Calibri"/>
                <a:cs typeface="Calibri"/>
              </a:rPr>
              <a:t>resistive</a:t>
            </a:r>
            <a:r>
              <a:rPr sz="2800" spc="-30" dirty="0">
                <a:latin typeface="Calibri"/>
                <a:cs typeface="Calibri"/>
              </a:rPr>
              <a:t> </a:t>
            </a:r>
            <a:r>
              <a:rPr sz="2800" spc="-10" dirty="0">
                <a:latin typeface="Calibri"/>
                <a:cs typeface="Calibri"/>
              </a:rPr>
              <a:t>materials.</a:t>
            </a:r>
            <a:endParaRPr sz="2800">
              <a:latin typeface="Calibri"/>
              <a:cs typeface="Calibri"/>
            </a:endParaRPr>
          </a:p>
          <a:p>
            <a:pPr marL="240029" indent="-227329">
              <a:lnSpc>
                <a:spcPct val="100000"/>
              </a:lnSpc>
              <a:spcBef>
                <a:spcPts val="400"/>
              </a:spcBef>
              <a:buFont typeface="Arial"/>
              <a:buChar char="•"/>
              <a:tabLst>
                <a:tab pos="240029" algn="l"/>
              </a:tabLst>
            </a:pPr>
            <a:r>
              <a:rPr sz="2800" dirty="0">
                <a:latin typeface="Calibri"/>
                <a:cs typeface="Calibri"/>
              </a:rPr>
              <a:t>Flicker</a:t>
            </a:r>
            <a:r>
              <a:rPr sz="2800" spc="-45" dirty="0">
                <a:latin typeface="Calibri"/>
                <a:cs typeface="Calibri"/>
              </a:rPr>
              <a:t> </a:t>
            </a:r>
            <a:r>
              <a:rPr sz="2800" dirty="0">
                <a:latin typeface="Calibri"/>
                <a:cs typeface="Calibri"/>
              </a:rPr>
              <a:t>Noise:</a:t>
            </a:r>
            <a:r>
              <a:rPr sz="2800" spc="-30" dirty="0">
                <a:latin typeface="Calibri"/>
                <a:cs typeface="Calibri"/>
              </a:rPr>
              <a:t> </a:t>
            </a:r>
            <a:r>
              <a:rPr sz="2800" dirty="0">
                <a:latin typeface="Calibri"/>
                <a:cs typeface="Calibri"/>
              </a:rPr>
              <a:t>Generally</a:t>
            </a:r>
            <a:r>
              <a:rPr sz="2800" spc="-55" dirty="0">
                <a:latin typeface="Calibri"/>
                <a:cs typeface="Calibri"/>
              </a:rPr>
              <a:t> </a:t>
            </a:r>
            <a:r>
              <a:rPr sz="2800" dirty="0">
                <a:latin typeface="Calibri"/>
                <a:cs typeface="Calibri"/>
              </a:rPr>
              <a:t>related</a:t>
            </a:r>
            <a:r>
              <a:rPr sz="2800" spc="-55" dirty="0">
                <a:latin typeface="Calibri"/>
                <a:cs typeface="Calibri"/>
              </a:rPr>
              <a:t> </a:t>
            </a:r>
            <a:r>
              <a:rPr sz="2800" dirty="0">
                <a:latin typeface="Calibri"/>
                <a:cs typeface="Calibri"/>
              </a:rPr>
              <a:t>to</a:t>
            </a:r>
            <a:r>
              <a:rPr sz="2800" spc="-35" dirty="0">
                <a:latin typeface="Calibri"/>
                <a:cs typeface="Calibri"/>
              </a:rPr>
              <a:t> </a:t>
            </a:r>
            <a:r>
              <a:rPr sz="2800" dirty="0">
                <a:latin typeface="Calibri"/>
                <a:cs typeface="Calibri"/>
              </a:rPr>
              <a:t>defects</a:t>
            </a:r>
            <a:r>
              <a:rPr sz="2800" spc="-55" dirty="0">
                <a:latin typeface="Calibri"/>
                <a:cs typeface="Calibri"/>
              </a:rPr>
              <a:t> </a:t>
            </a:r>
            <a:r>
              <a:rPr sz="2800" dirty="0">
                <a:latin typeface="Calibri"/>
                <a:cs typeface="Calibri"/>
              </a:rPr>
              <a:t>and</a:t>
            </a:r>
            <a:r>
              <a:rPr sz="2800" spc="-30" dirty="0">
                <a:latin typeface="Calibri"/>
                <a:cs typeface="Calibri"/>
              </a:rPr>
              <a:t> </a:t>
            </a:r>
            <a:r>
              <a:rPr sz="2800" spc="-10" dirty="0">
                <a:latin typeface="Calibri"/>
                <a:cs typeface="Calibri"/>
              </a:rPr>
              <a:t>impurities</a:t>
            </a:r>
            <a:endParaRPr sz="2800">
              <a:latin typeface="Calibri"/>
              <a:cs typeface="Calibri"/>
            </a:endParaRPr>
          </a:p>
          <a:p>
            <a:pPr marL="240029" indent="-227329">
              <a:lnSpc>
                <a:spcPct val="100000"/>
              </a:lnSpc>
              <a:spcBef>
                <a:spcPts val="395"/>
              </a:spcBef>
              <a:buFont typeface="Arial"/>
              <a:buChar char="•"/>
              <a:tabLst>
                <a:tab pos="240029" algn="l"/>
              </a:tabLst>
            </a:pPr>
            <a:r>
              <a:rPr sz="2800" dirty="0">
                <a:latin typeface="Calibri"/>
                <a:cs typeface="Calibri"/>
              </a:rPr>
              <a:t>Shot</a:t>
            </a:r>
            <a:r>
              <a:rPr sz="2800" spc="-45" dirty="0">
                <a:latin typeface="Calibri"/>
                <a:cs typeface="Calibri"/>
              </a:rPr>
              <a:t> </a:t>
            </a:r>
            <a:r>
              <a:rPr sz="2800" dirty="0">
                <a:latin typeface="Calibri"/>
                <a:cs typeface="Calibri"/>
              </a:rPr>
              <a:t>Noise:</a:t>
            </a:r>
            <a:r>
              <a:rPr sz="2800" spc="-35" dirty="0">
                <a:latin typeface="Calibri"/>
                <a:cs typeface="Calibri"/>
              </a:rPr>
              <a:t> </a:t>
            </a:r>
            <a:r>
              <a:rPr sz="2800" dirty="0">
                <a:latin typeface="Calibri"/>
                <a:cs typeface="Calibri"/>
              </a:rPr>
              <a:t>Arises</a:t>
            </a:r>
            <a:r>
              <a:rPr sz="2800" spc="-30" dirty="0">
                <a:latin typeface="Calibri"/>
                <a:cs typeface="Calibri"/>
              </a:rPr>
              <a:t> </a:t>
            </a:r>
            <a:r>
              <a:rPr sz="2800" dirty="0">
                <a:latin typeface="Calibri"/>
                <a:cs typeface="Calibri"/>
              </a:rPr>
              <a:t>from</a:t>
            </a:r>
            <a:r>
              <a:rPr sz="2800" spc="-45" dirty="0">
                <a:latin typeface="Calibri"/>
                <a:cs typeface="Calibri"/>
              </a:rPr>
              <a:t> </a:t>
            </a:r>
            <a:r>
              <a:rPr sz="2800" dirty="0">
                <a:latin typeface="Calibri"/>
                <a:cs typeface="Calibri"/>
              </a:rPr>
              <a:t>the</a:t>
            </a:r>
            <a:r>
              <a:rPr sz="2800" spc="-40" dirty="0">
                <a:latin typeface="Calibri"/>
                <a:cs typeface="Calibri"/>
              </a:rPr>
              <a:t> </a:t>
            </a:r>
            <a:r>
              <a:rPr sz="2800" dirty="0">
                <a:latin typeface="Calibri"/>
                <a:cs typeface="Calibri"/>
              </a:rPr>
              <a:t>discrete</a:t>
            </a:r>
            <a:r>
              <a:rPr sz="2800" spc="-40" dirty="0">
                <a:latin typeface="Calibri"/>
                <a:cs typeface="Calibri"/>
              </a:rPr>
              <a:t> </a:t>
            </a:r>
            <a:r>
              <a:rPr sz="2800" dirty="0">
                <a:latin typeface="Calibri"/>
                <a:cs typeface="Calibri"/>
              </a:rPr>
              <a:t>nature</a:t>
            </a:r>
            <a:r>
              <a:rPr sz="2800" spc="-40" dirty="0">
                <a:latin typeface="Calibri"/>
                <a:cs typeface="Calibri"/>
              </a:rPr>
              <a:t> </a:t>
            </a:r>
            <a:r>
              <a:rPr sz="2800" dirty="0">
                <a:latin typeface="Calibri"/>
                <a:cs typeface="Calibri"/>
              </a:rPr>
              <a:t>of</a:t>
            </a:r>
            <a:r>
              <a:rPr sz="2800" spc="-55" dirty="0">
                <a:latin typeface="Calibri"/>
                <a:cs typeface="Calibri"/>
              </a:rPr>
              <a:t> </a:t>
            </a:r>
            <a:r>
              <a:rPr sz="2800" dirty="0">
                <a:latin typeface="Calibri"/>
                <a:cs typeface="Calibri"/>
              </a:rPr>
              <a:t>charge</a:t>
            </a:r>
            <a:r>
              <a:rPr sz="2800" spc="-55" dirty="0">
                <a:latin typeface="Calibri"/>
                <a:cs typeface="Calibri"/>
              </a:rPr>
              <a:t> </a:t>
            </a:r>
            <a:r>
              <a:rPr sz="2800" spc="-10" dirty="0">
                <a:latin typeface="Calibri"/>
                <a:cs typeface="Calibri"/>
              </a:rPr>
              <a:t>carriers</a:t>
            </a:r>
            <a:endParaRPr sz="2800">
              <a:latin typeface="Calibri"/>
              <a:cs typeface="Calibri"/>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7042387-3E0C-1830-FDEB-549F5B918EC3}"/>
                  </a:ext>
                </a:extLst>
              </p14:cNvPr>
              <p14:cNvContentPartPr/>
              <p14:nvPr/>
            </p14:nvContentPartPr>
            <p14:xfrm>
              <a:off x="1102070" y="3805957"/>
              <a:ext cx="2334240" cy="391320"/>
            </p14:xfrm>
          </p:contentPart>
        </mc:Choice>
        <mc:Fallback xmlns="">
          <p:pic>
            <p:nvPicPr>
              <p:cNvPr id="4" name="Ink 3">
                <a:extLst>
                  <a:ext uri="{FF2B5EF4-FFF2-40B4-BE49-F238E27FC236}">
                    <a16:creationId xmlns:a16="http://schemas.microsoft.com/office/drawing/2014/main" id="{C7042387-3E0C-1830-FDEB-549F5B918EC3}"/>
                  </a:ext>
                </a:extLst>
              </p:cNvPr>
              <p:cNvPicPr/>
              <p:nvPr/>
            </p:nvPicPr>
            <p:blipFill>
              <a:blip r:embed="rId3"/>
              <a:stretch>
                <a:fillRect/>
              </a:stretch>
            </p:blipFill>
            <p:spPr>
              <a:xfrm>
                <a:off x="1048430" y="3698317"/>
                <a:ext cx="2441880" cy="606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DCC08F5-0F49-DC49-CC79-98E83C302705}"/>
                  </a:ext>
                </a:extLst>
              </p14:cNvPr>
              <p14:cNvContentPartPr/>
              <p14:nvPr/>
            </p14:nvContentPartPr>
            <p14:xfrm>
              <a:off x="1053470" y="5194837"/>
              <a:ext cx="1895400" cy="394920"/>
            </p14:xfrm>
          </p:contentPart>
        </mc:Choice>
        <mc:Fallback xmlns="">
          <p:pic>
            <p:nvPicPr>
              <p:cNvPr id="5" name="Ink 4">
                <a:extLst>
                  <a:ext uri="{FF2B5EF4-FFF2-40B4-BE49-F238E27FC236}">
                    <a16:creationId xmlns:a16="http://schemas.microsoft.com/office/drawing/2014/main" id="{6DCC08F5-0F49-DC49-CC79-98E83C302705}"/>
                  </a:ext>
                </a:extLst>
              </p:cNvPr>
              <p:cNvPicPr/>
              <p:nvPr/>
            </p:nvPicPr>
            <p:blipFill>
              <a:blip r:embed="rId5"/>
              <a:stretch>
                <a:fillRect/>
              </a:stretch>
            </p:blipFill>
            <p:spPr>
              <a:xfrm>
                <a:off x="999470" y="5087197"/>
                <a:ext cx="2003040" cy="610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A168758C-4786-20D3-7F4B-BC3A9318EDE6}"/>
                  </a:ext>
                </a:extLst>
              </p14:cNvPr>
              <p14:cNvContentPartPr/>
              <p14:nvPr/>
            </p14:nvContentPartPr>
            <p14:xfrm>
              <a:off x="4869470" y="2125477"/>
              <a:ext cx="2408760" cy="646200"/>
            </p14:xfrm>
          </p:contentPart>
        </mc:Choice>
        <mc:Fallback xmlns="">
          <p:pic>
            <p:nvPicPr>
              <p:cNvPr id="6" name="Ink 5">
                <a:extLst>
                  <a:ext uri="{FF2B5EF4-FFF2-40B4-BE49-F238E27FC236}">
                    <a16:creationId xmlns:a16="http://schemas.microsoft.com/office/drawing/2014/main" id="{A168758C-4786-20D3-7F4B-BC3A9318EDE6}"/>
                  </a:ext>
                </a:extLst>
              </p:cNvPr>
              <p:cNvPicPr/>
              <p:nvPr/>
            </p:nvPicPr>
            <p:blipFill>
              <a:blip r:embed="rId7"/>
              <a:stretch>
                <a:fillRect/>
              </a:stretch>
            </p:blipFill>
            <p:spPr>
              <a:xfrm>
                <a:off x="4851830" y="2107477"/>
                <a:ext cx="2444400" cy="681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8DB048B3-AA16-E81E-9669-A5CE44309B9A}"/>
                  </a:ext>
                </a:extLst>
              </p14:cNvPr>
              <p14:cNvContentPartPr/>
              <p14:nvPr/>
            </p14:nvContentPartPr>
            <p14:xfrm>
              <a:off x="9981110" y="2187037"/>
              <a:ext cx="810360" cy="723960"/>
            </p14:xfrm>
          </p:contentPart>
        </mc:Choice>
        <mc:Fallback xmlns="">
          <p:pic>
            <p:nvPicPr>
              <p:cNvPr id="12" name="Ink 11">
                <a:extLst>
                  <a:ext uri="{FF2B5EF4-FFF2-40B4-BE49-F238E27FC236}">
                    <a16:creationId xmlns:a16="http://schemas.microsoft.com/office/drawing/2014/main" id="{8DB048B3-AA16-E81E-9669-A5CE44309B9A}"/>
                  </a:ext>
                </a:extLst>
              </p:cNvPr>
              <p:cNvPicPr/>
              <p:nvPr/>
            </p:nvPicPr>
            <p:blipFill>
              <a:blip r:embed="rId9"/>
              <a:stretch>
                <a:fillRect/>
              </a:stretch>
            </p:blipFill>
            <p:spPr>
              <a:xfrm>
                <a:off x="9963470" y="2169037"/>
                <a:ext cx="846000" cy="759600"/>
              </a:xfrm>
              <a:prstGeom prst="rect">
                <a:avLst/>
              </a:prstGeom>
            </p:spPr>
          </p:pic>
        </mc:Fallback>
      </mc:AlternateContent>
      <p:grpSp>
        <p:nvGrpSpPr>
          <p:cNvPr id="22" name="Group 21">
            <a:extLst>
              <a:ext uri="{FF2B5EF4-FFF2-40B4-BE49-F238E27FC236}">
                <a16:creationId xmlns:a16="http://schemas.microsoft.com/office/drawing/2014/main" id="{196A8F0F-ADAD-F06A-04CC-296BCEFF6FD2}"/>
              </a:ext>
            </a:extLst>
          </p:cNvPr>
          <p:cNvGrpSpPr/>
          <p:nvPr/>
        </p:nvGrpSpPr>
        <p:grpSpPr>
          <a:xfrm>
            <a:off x="7883030" y="755317"/>
            <a:ext cx="2155680" cy="2161800"/>
            <a:chOff x="7883030" y="755317"/>
            <a:chExt cx="2155680" cy="2161800"/>
          </a:xfrm>
        </p:grpSpPr>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3DF2D180-3EC3-B49A-3B10-A09FC1D04D1F}"/>
                    </a:ext>
                  </a:extLst>
                </p14:cNvPr>
                <p14:cNvContentPartPr/>
                <p14:nvPr/>
              </p14:nvContentPartPr>
              <p14:xfrm>
                <a:off x="7883030" y="1743877"/>
                <a:ext cx="474480" cy="1076400"/>
              </p14:xfrm>
            </p:contentPart>
          </mc:Choice>
          <mc:Fallback xmlns="">
            <p:pic>
              <p:nvPicPr>
                <p:cNvPr id="7" name="Ink 6">
                  <a:extLst>
                    <a:ext uri="{FF2B5EF4-FFF2-40B4-BE49-F238E27FC236}">
                      <a16:creationId xmlns:a16="http://schemas.microsoft.com/office/drawing/2014/main" id="{3DF2D180-3EC3-B49A-3B10-A09FC1D04D1F}"/>
                    </a:ext>
                  </a:extLst>
                </p:cNvPr>
                <p:cNvPicPr/>
                <p:nvPr/>
              </p:nvPicPr>
              <p:blipFill>
                <a:blip r:embed="rId11"/>
                <a:stretch>
                  <a:fillRect/>
                </a:stretch>
              </p:blipFill>
              <p:spPr>
                <a:xfrm>
                  <a:off x="7865390" y="1725877"/>
                  <a:ext cx="510120" cy="1112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5F12FDB9-7187-DE43-9B4F-C496690BA87B}"/>
                    </a:ext>
                  </a:extLst>
                </p14:cNvPr>
                <p14:cNvContentPartPr/>
                <p14:nvPr/>
              </p14:nvContentPartPr>
              <p14:xfrm>
                <a:off x="8319350" y="1699597"/>
                <a:ext cx="103680" cy="789840"/>
              </p14:xfrm>
            </p:contentPart>
          </mc:Choice>
          <mc:Fallback xmlns="">
            <p:pic>
              <p:nvPicPr>
                <p:cNvPr id="8" name="Ink 7">
                  <a:extLst>
                    <a:ext uri="{FF2B5EF4-FFF2-40B4-BE49-F238E27FC236}">
                      <a16:creationId xmlns:a16="http://schemas.microsoft.com/office/drawing/2014/main" id="{5F12FDB9-7187-DE43-9B4F-C496690BA87B}"/>
                    </a:ext>
                  </a:extLst>
                </p:cNvPr>
                <p:cNvPicPr/>
                <p:nvPr/>
              </p:nvPicPr>
              <p:blipFill>
                <a:blip r:embed="rId13"/>
                <a:stretch>
                  <a:fillRect/>
                </a:stretch>
              </p:blipFill>
              <p:spPr>
                <a:xfrm>
                  <a:off x="8301710" y="1681957"/>
                  <a:ext cx="139320" cy="825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A1902C42-72EC-0EB5-1174-035F872F11F8}"/>
                    </a:ext>
                  </a:extLst>
                </p14:cNvPr>
                <p14:cNvContentPartPr/>
                <p14:nvPr/>
              </p14:nvContentPartPr>
              <p14:xfrm>
                <a:off x="8424470" y="1992637"/>
                <a:ext cx="80640" cy="560880"/>
              </p14:xfrm>
            </p:contentPart>
          </mc:Choice>
          <mc:Fallback xmlns="">
            <p:pic>
              <p:nvPicPr>
                <p:cNvPr id="9" name="Ink 8">
                  <a:extLst>
                    <a:ext uri="{FF2B5EF4-FFF2-40B4-BE49-F238E27FC236}">
                      <a16:creationId xmlns:a16="http://schemas.microsoft.com/office/drawing/2014/main" id="{A1902C42-72EC-0EB5-1174-035F872F11F8}"/>
                    </a:ext>
                  </a:extLst>
                </p:cNvPr>
                <p:cNvPicPr/>
                <p:nvPr/>
              </p:nvPicPr>
              <p:blipFill>
                <a:blip r:embed="rId15"/>
                <a:stretch>
                  <a:fillRect/>
                </a:stretch>
              </p:blipFill>
              <p:spPr>
                <a:xfrm>
                  <a:off x="8406470" y="1974997"/>
                  <a:ext cx="116280" cy="596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B7A82DCC-CEE9-3DD5-5223-C5F9759FF209}"/>
                    </a:ext>
                  </a:extLst>
                </p14:cNvPr>
                <p14:cNvContentPartPr/>
                <p14:nvPr/>
              </p14:nvContentPartPr>
              <p14:xfrm>
                <a:off x="8363990" y="2024317"/>
                <a:ext cx="1032120" cy="892800"/>
              </p14:xfrm>
            </p:contentPart>
          </mc:Choice>
          <mc:Fallback xmlns="">
            <p:pic>
              <p:nvPicPr>
                <p:cNvPr id="10" name="Ink 9">
                  <a:extLst>
                    <a:ext uri="{FF2B5EF4-FFF2-40B4-BE49-F238E27FC236}">
                      <a16:creationId xmlns:a16="http://schemas.microsoft.com/office/drawing/2014/main" id="{B7A82DCC-CEE9-3DD5-5223-C5F9759FF209}"/>
                    </a:ext>
                  </a:extLst>
                </p:cNvPr>
                <p:cNvPicPr/>
                <p:nvPr/>
              </p:nvPicPr>
              <p:blipFill>
                <a:blip r:embed="rId17"/>
                <a:stretch>
                  <a:fillRect/>
                </a:stretch>
              </p:blipFill>
              <p:spPr>
                <a:xfrm>
                  <a:off x="8345990" y="2006677"/>
                  <a:ext cx="1067760" cy="928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2FF45CF8-4399-CE3D-D6AD-C2F1D57BDDD0}"/>
                    </a:ext>
                  </a:extLst>
                </p14:cNvPr>
                <p14:cNvContentPartPr/>
                <p14:nvPr/>
              </p14:nvContentPartPr>
              <p14:xfrm>
                <a:off x="9358670" y="1675477"/>
                <a:ext cx="680040" cy="922680"/>
              </p14:xfrm>
            </p:contentPart>
          </mc:Choice>
          <mc:Fallback xmlns="">
            <p:pic>
              <p:nvPicPr>
                <p:cNvPr id="11" name="Ink 10">
                  <a:extLst>
                    <a:ext uri="{FF2B5EF4-FFF2-40B4-BE49-F238E27FC236}">
                      <a16:creationId xmlns:a16="http://schemas.microsoft.com/office/drawing/2014/main" id="{2FF45CF8-4399-CE3D-D6AD-C2F1D57BDDD0}"/>
                    </a:ext>
                  </a:extLst>
                </p:cNvPr>
                <p:cNvPicPr/>
                <p:nvPr/>
              </p:nvPicPr>
              <p:blipFill>
                <a:blip r:embed="rId19"/>
                <a:stretch>
                  <a:fillRect/>
                </a:stretch>
              </p:blipFill>
              <p:spPr>
                <a:xfrm>
                  <a:off x="9340670" y="1657837"/>
                  <a:ext cx="715680" cy="958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ACA09F36-3274-FBFF-A9CA-69BCAF926FB3}"/>
                    </a:ext>
                  </a:extLst>
                </p14:cNvPr>
                <p14:cNvContentPartPr/>
                <p14:nvPr/>
              </p14:nvContentPartPr>
              <p14:xfrm>
                <a:off x="8402150" y="945037"/>
                <a:ext cx="46440" cy="424080"/>
              </p14:xfrm>
            </p:contentPart>
          </mc:Choice>
          <mc:Fallback xmlns="">
            <p:pic>
              <p:nvPicPr>
                <p:cNvPr id="14" name="Ink 13">
                  <a:extLst>
                    <a:ext uri="{FF2B5EF4-FFF2-40B4-BE49-F238E27FC236}">
                      <a16:creationId xmlns:a16="http://schemas.microsoft.com/office/drawing/2014/main" id="{ACA09F36-3274-FBFF-A9CA-69BCAF926FB3}"/>
                    </a:ext>
                  </a:extLst>
                </p:cNvPr>
                <p:cNvPicPr/>
                <p:nvPr/>
              </p:nvPicPr>
              <p:blipFill>
                <a:blip r:embed="rId21"/>
                <a:stretch>
                  <a:fillRect/>
                </a:stretch>
              </p:blipFill>
              <p:spPr>
                <a:xfrm>
                  <a:off x="8384510" y="927037"/>
                  <a:ext cx="82080" cy="459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7D8ED3B4-7AF4-95DC-E5AB-9E56B3A9CA3A}"/>
                    </a:ext>
                  </a:extLst>
                </p14:cNvPr>
                <p14:cNvContentPartPr/>
                <p14:nvPr/>
              </p14:nvContentPartPr>
              <p14:xfrm>
                <a:off x="8225750" y="755317"/>
                <a:ext cx="403920" cy="585000"/>
              </p14:xfrm>
            </p:contentPart>
          </mc:Choice>
          <mc:Fallback xmlns="">
            <p:pic>
              <p:nvPicPr>
                <p:cNvPr id="15" name="Ink 14">
                  <a:extLst>
                    <a:ext uri="{FF2B5EF4-FFF2-40B4-BE49-F238E27FC236}">
                      <a16:creationId xmlns:a16="http://schemas.microsoft.com/office/drawing/2014/main" id="{7D8ED3B4-7AF4-95DC-E5AB-9E56B3A9CA3A}"/>
                    </a:ext>
                  </a:extLst>
                </p:cNvPr>
                <p:cNvPicPr/>
                <p:nvPr/>
              </p:nvPicPr>
              <p:blipFill>
                <a:blip r:embed="rId23"/>
                <a:stretch>
                  <a:fillRect/>
                </a:stretch>
              </p:blipFill>
              <p:spPr>
                <a:xfrm>
                  <a:off x="8207750" y="737677"/>
                  <a:ext cx="439560" cy="6206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091E1957-89EA-948E-E146-29C585400231}"/>
                    </a:ext>
                  </a:extLst>
                </p14:cNvPr>
                <p14:cNvContentPartPr/>
                <p14:nvPr/>
              </p14:nvContentPartPr>
              <p14:xfrm>
                <a:off x="8897150" y="1996237"/>
                <a:ext cx="55080" cy="107640"/>
              </p14:xfrm>
            </p:contentPart>
          </mc:Choice>
          <mc:Fallback xmlns="">
            <p:pic>
              <p:nvPicPr>
                <p:cNvPr id="16" name="Ink 15">
                  <a:extLst>
                    <a:ext uri="{FF2B5EF4-FFF2-40B4-BE49-F238E27FC236}">
                      <a16:creationId xmlns:a16="http://schemas.microsoft.com/office/drawing/2014/main" id="{091E1957-89EA-948E-E146-29C585400231}"/>
                    </a:ext>
                  </a:extLst>
                </p:cNvPr>
                <p:cNvPicPr/>
                <p:nvPr/>
              </p:nvPicPr>
              <p:blipFill>
                <a:blip r:embed="rId25"/>
                <a:stretch>
                  <a:fillRect/>
                </a:stretch>
              </p:blipFill>
              <p:spPr>
                <a:xfrm>
                  <a:off x="8879510" y="1978237"/>
                  <a:ext cx="9072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C3D2A017-D171-E0C3-DBDA-6474FF1E57FD}"/>
                    </a:ext>
                  </a:extLst>
                </p14:cNvPr>
                <p14:cNvContentPartPr/>
                <p14:nvPr/>
              </p14:nvContentPartPr>
              <p14:xfrm>
                <a:off x="8887430" y="2038357"/>
                <a:ext cx="100080" cy="130320"/>
              </p14:xfrm>
            </p:contentPart>
          </mc:Choice>
          <mc:Fallback xmlns="">
            <p:pic>
              <p:nvPicPr>
                <p:cNvPr id="17" name="Ink 16">
                  <a:extLst>
                    <a:ext uri="{FF2B5EF4-FFF2-40B4-BE49-F238E27FC236}">
                      <a16:creationId xmlns:a16="http://schemas.microsoft.com/office/drawing/2014/main" id="{C3D2A017-D171-E0C3-DBDA-6474FF1E57FD}"/>
                    </a:ext>
                  </a:extLst>
                </p:cNvPr>
                <p:cNvPicPr/>
                <p:nvPr/>
              </p:nvPicPr>
              <p:blipFill>
                <a:blip r:embed="rId27"/>
                <a:stretch>
                  <a:fillRect/>
                </a:stretch>
              </p:blipFill>
              <p:spPr>
                <a:xfrm>
                  <a:off x="8869430" y="2020717"/>
                  <a:ext cx="13572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FDD39BEE-74C6-113B-C8AD-1D3129DDFA96}"/>
                    </a:ext>
                  </a:extLst>
                </p14:cNvPr>
                <p14:cNvContentPartPr/>
                <p14:nvPr/>
              </p14:nvContentPartPr>
              <p14:xfrm>
                <a:off x="8767550" y="1844677"/>
                <a:ext cx="379080" cy="462960"/>
              </p14:xfrm>
            </p:contentPart>
          </mc:Choice>
          <mc:Fallback xmlns="">
            <p:pic>
              <p:nvPicPr>
                <p:cNvPr id="18" name="Ink 17">
                  <a:extLst>
                    <a:ext uri="{FF2B5EF4-FFF2-40B4-BE49-F238E27FC236}">
                      <a16:creationId xmlns:a16="http://schemas.microsoft.com/office/drawing/2014/main" id="{FDD39BEE-74C6-113B-C8AD-1D3129DDFA96}"/>
                    </a:ext>
                  </a:extLst>
                </p:cNvPr>
                <p:cNvPicPr/>
                <p:nvPr/>
              </p:nvPicPr>
              <p:blipFill>
                <a:blip r:embed="rId29"/>
                <a:stretch>
                  <a:fillRect/>
                </a:stretch>
              </p:blipFill>
              <p:spPr>
                <a:xfrm>
                  <a:off x="8749550" y="1826677"/>
                  <a:ext cx="414720" cy="498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FE1E2E4A-9E3D-24BD-E65C-AE855BF07109}"/>
                    </a:ext>
                  </a:extLst>
                </p14:cNvPr>
                <p14:cNvContentPartPr/>
                <p14:nvPr/>
              </p14:nvContentPartPr>
              <p14:xfrm>
                <a:off x="9799310" y="1200277"/>
                <a:ext cx="11520" cy="247680"/>
              </p14:xfrm>
            </p:contentPart>
          </mc:Choice>
          <mc:Fallback xmlns="">
            <p:pic>
              <p:nvPicPr>
                <p:cNvPr id="19" name="Ink 18">
                  <a:extLst>
                    <a:ext uri="{FF2B5EF4-FFF2-40B4-BE49-F238E27FC236}">
                      <a16:creationId xmlns:a16="http://schemas.microsoft.com/office/drawing/2014/main" id="{FE1E2E4A-9E3D-24BD-E65C-AE855BF07109}"/>
                    </a:ext>
                  </a:extLst>
                </p:cNvPr>
                <p:cNvPicPr/>
                <p:nvPr/>
              </p:nvPicPr>
              <p:blipFill>
                <a:blip r:embed="rId31"/>
                <a:stretch>
                  <a:fillRect/>
                </a:stretch>
              </p:blipFill>
              <p:spPr>
                <a:xfrm>
                  <a:off x="9781670" y="1182277"/>
                  <a:ext cx="4716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566768CE-996B-F5CA-59FA-3E0DA1B6E009}"/>
                    </a:ext>
                  </a:extLst>
                </p14:cNvPr>
                <p14:cNvContentPartPr/>
                <p14:nvPr/>
              </p14:nvContentPartPr>
              <p14:xfrm>
                <a:off x="9604910" y="1004437"/>
                <a:ext cx="379800" cy="558360"/>
              </p14:xfrm>
            </p:contentPart>
          </mc:Choice>
          <mc:Fallback xmlns="">
            <p:pic>
              <p:nvPicPr>
                <p:cNvPr id="20" name="Ink 19">
                  <a:extLst>
                    <a:ext uri="{FF2B5EF4-FFF2-40B4-BE49-F238E27FC236}">
                      <a16:creationId xmlns:a16="http://schemas.microsoft.com/office/drawing/2014/main" id="{566768CE-996B-F5CA-59FA-3E0DA1B6E009}"/>
                    </a:ext>
                  </a:extLst>
                </p:cNvPr>
                <p:cNvPicPr/>
                <p:nvPr/>
              </p:nvPicPr>
              <p:blipFill>
                <a:blip r:embed="rId33"/>
                <a:stretch>
                  <a:fillRect/>
                </a:stretch>
              </p:blipFill>
              <p:spPr>
                <a:xfrm>
                  <a:off x="9587270" y="986437"/>
                  <a:ext cx="415440" cy="594000"/>
                </a:xfrm>
                <a:prstGeom prst="rect">
                  <a:avLst/>
                </a:prstGeom>
              </p:spPr>
            </p:pic>
          </mc:Fallback>
        </mc:AlternateContent>
      </p:grpSp>
      <p:grpSp>
        <p:nvGrpSpPr>
          <p:cNvPr id="25" name="Group 24">
            <a:extLst>
              <a:ext uri="{FF2B5EF4-FFF2-40B4-BE49-F238E27FC236}">
                <a16:creationId xmlns:a16="http://schemas.microsoft.com/office/drawing/2014/main" id="{CEA42D5D-0486-D003-36BF-BC885D8E36A6}"/>
              </a:ext>
            </a:extLst>
          </p:cNvPr>
          <p:cNvGrpSpPr/>
          <p:nvPr/>
        </p:nvGrpSpPr>
        <p:grpSpPr>
          <a:xfrm>
            <a:off x="10323830" y="1969237"/>
            <a:ext cx="417240" cy="532080"/>
            <a:chOff x="10323830" y="1969237"/>
            <a:chExt cx="417240" cy="532080"/>
          </a:xfrm>
        </p:grpSpPr>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A848323F-4204-4452-9A03-D3A890395CBF}"/>
                    </a:ext>
                  </a:extLst>
                </p14:cNvPr>
                <p14:cNvContentPartPr/>
                <p14:nvPr/>
              </p14:nvContentPartPr>
              <p14:xfrm>
                <a:off x="10468550" y="2198917"/>
                <a:ext cx="83880" cy="131760"/>
              </p14:xfrm>
            </p:contentPart>
          </mc:Choice>
          <mc:Fallback xmlns="">
            <p:pic>
              <p:nvPicPr>
                <p:cNvPr id="23" name="Ink 22">
                  <a:extLst>
                    <a:ext uri="{FF2B5EF4-FFF2-40B4-BE49-F238E27FC236}">
                      <a16:creationId xmlns:a16="http://schemas.microsoft.com/office/drawing/2014/main" id="{A848323F-4204-4452-9A03-D3A890395CBF}"/>
                    </a:ext>
                  </a:extLst>
                </p:cNvPr>
                <p:cNvPicPr/>
                <p:nvPr/>
              </p:nvPicPr>
              <p:blipFill>
                <a:blip r:embed="rId35"/>
                <a:stretch>
                  <a:fillRect/>
                </a:stretch>
              </p:blipFill>
              <p:spPr>
                <a:xfrm>
                  <a:off x="10450910" y="2181277"/>
                  <a:ext cx="11952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C9C42CE8-347C-A329-2F58-D981C34BABEE}"/>
                    </a:ext>
                  </a:extLst>
                </p14:cNvPr>
                <p14:cNvContentPartPr/>
                <p14:nvPr/>
              </p14:nvContentPartPr>
              <p14:xfrm>
                <a:off x="10323830" y="1969237"/>
                <a:ext cx="417240" cy="532080"/>
              </p14:xfrm>
            </p:contentPart>
          </mc:Choice>
          <mc:Fallback xmlns="">
            <p:pic>
              <p:nvPicPr>
                <p:cNvPr id="24" name="Ink 23">
                  <a:extLst>
                    <a:ext uri="{FF2B5EF4-FFF2-40B4-BE49-F238E27FC236}">
                      <a16:creationId xmlns:a16="http://schemas.microsoft.com/office/drawing/2014/main" id="{C9C42CE8-347C-A329-2F58-D981C34BABEE}"/>
                    </a:ext>
                  </a:extLst>
                </p:cNvPr>
                <p:cNvPicPr/>
                <p:nvPr/>
              </p:nvPicPr>
              <p:blipFill>
                <a:blip r:embed="rId37"/>
                <a:stretch>
                  <a:fillRect/>
                </a:stretch>
              </p:blipFill>
              <p:spPr>
                <a:xfrm>
                  <a:off x="10306190" y="1951597"/>
                  <a:ext cx="452880" cy="567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103" name="Ink 102">
                <a:extLst>
                  <a:ext uri="{FF2B5EF4-FFF2-40B4-BE49-F238E27FC236}">
                    <a16:creationId xmlns:a16="http://schemas.microsoft.com/office/drawing/2014/main" id="{1916BBB3-4F53-0A1F-417C-958F2302C509}"/>
                  </a:ext>
                </a:extLst>
              </p14:cNvPr>
              <p14:cNvContentPartPr/>
              <p14:nvPr/>
            </p14:nvContentPartPr>
            <p14:xfrm>
              <a:off x="10159576" y="6181033"/>
              <a:ext cx="844200" cy="424440"/>
            </p14:xfrm>
          </p:contentPart>
        </mc:Choice>
        <mc:Fallback xmlns="">
          <p:pic>
            <p:nvPicPr>
              <p:cNvPr id="103" name="Ink 102">
                <a:extLst>
                  <a:ext uri="{FF2B5EF4-FFF2-40B4-BE49-F238E27FC236}">
                    <a16:creationId xmlns:a16="http://schemas.microsoft.com/office/drawing/2014/main" id="{1916BBB3-4F53-0A1F-417C-958F2302C509}"/>
                  </a:ext>
                </a:extLst>
              </p:cNvPr>
              <p:cNvPicPr/>
              <p:nvPr/>
            </p:nvPicPr>
            <p:blipFill>
              <a:blip r:embed="rId39"/>
              <a:stretch>
                <a:fillRect/>
              </a:stretch>
            </p:blipFill>
            <p:spPr>
              <a:xfrm>
                <a:off x="10105576" y="6073393"/>
                <a:ext cx="951840" cy="6400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04" name="Ink 103">
                <a:extLst>
                  <a:ext uri="{FF2B5EF4-FFF2-40B4-BE49-F238E27FC236}">
                    <a16:creationId xmlns:a16="http://schemas.microsoft.com/office/drawing/2014/main" id="{1AFDF3D2-0924-94EA-B367-33BFB8EF6DF3}"/>
                  </a:ext>
                </a:extLst>
              </p14:cNvPr>
              <p14:cNvContentPartPr/>
              <p14:nvPr/>
            </p14:nvContentPartPr>
            <p14:xfrm>
              <a:off x="1070656" y="4183393"/>
              <a:ext cx="2527920" cy="73440"/>
            </p14:xfrm>
          </p:contentPart>
        </mc:Choice>
        <mc:Fallback xmlns="">
          <p:pic>
            <p:nvPicPr>
              <p:cNvPr id="104" name="Ink 103">
                <a:extLst>
                  <a:ext uri="{FF2B5EF4-FFF2-40B4-BE49-F238E27FC236}">
                    <a16:creationId xmlns:a16="http://schemas.microsoft.com/office/drawing/2014/main" id="{1AFDF3D2-0924-94EA-B367-33BFB8EF6DF3}"/>
                  </a:ext>
                </a:extLst>
              </p:cNvPr>
              <p:cNvPicPr/>
              <p:nvPr/>
            </p:nvPicPr>
            <p:blipFill>
              <a:blip r:embed="rId41"/>
              <a:stretch>
                <a:fillRect/>
              </a:stretch>
            </p:blipFill>
            <p:spPr>
              <a:xfrm>
                <a:off x="1016656" y="4075393"/>
                <a:ext cx="263556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05" name="Ink 104">
                <a:extLst>
                  <a:ext uri="{FF2B5EF4-FFF2-40B4-BE49-F238E27FC236}">
                    <a16:creationId xmlns:a16="http://schemas.microsoft.com/office/drawing/2014/main" id="{02B27504-82C4-A9B0-81BD-93CDB027260C}"/>
                  </a:ext>
                </a:extLst>
              </p14:cNvPr>
              <p14:cNvContentPartPr/>
              <p14:nvPr/>
            </p14:nvContentPartPr>
            <p14:xfrm>
              <a:off x="1028536" y="4268713"/>
              <a:ext cx="2496600" cy="112320"/>
            </p14:xfrm>
          </p:contentPart>
        </mc:Choice>
        <mc:Fallback xmlns="">
          <p:pic>
            <p:nvPicPr>
              <p:cNvPr id="105" name="Ink 104">
                <a:extLst>
                  <a:ext uri="{FF2B5EF4-FFF2-40B4-BE49-F238E27FC236}">
                    <a16:creationId xmlns:a16="http://schemas.microsoft.com/office/drawing/2014/main" id="{02B27504-82C4-A9B0-81BD-93CDB027260C}"/>
                  </a:ext>
                </a:extLst>
              </p:cNvPr>
              <p:cNvPicPr/>
              <p:nvPr/>
            </p:nvPicPr>
            <p:blipFill>
              <a:blip r:embed="rId43"/>
              <a:stretch>
                <a:fillRect/>
              </a:stretch>
            </p:blipFill>
            <p:spPr>
              <a:xfrm>
                <a:off x="974896" y="4161073"/>
                <a:ext cx="2604240" cy="327960"/>
              </a:xfrm>
              <a:prstGeom prst="rect">
                <a:avLst/>
              </a:prstGeom>
            </p:spPr>
          </p:pic>
        </mc:Fallback>
      </mc:AlternateContent>
      <p:grpSp>
        <p:nvGrpSpPr>
          <p:cNvPr id="119" name="Group 118">
            <a:extLst>
              <a:ext uri="{FF2B5EF4-FFF2-40B4-BE49-F238E27FC236}">
                <a16:creationId xmlns:a16="http://schemas.microsoft.com/office/drawing/2014/main" id="{B6DDC9D1-C575-69C6-223F-F0E266482EED}"/>
              </a:ext>
            </a:extLst>
          </p:cNvPr>
          <p:cNvGrpSpPr/>
          <p:nvPr/>
        </p:nvGrpSpPr>
        <p:grpSpPr>
          <a:xfrm>
            <a:off x="307456" y="5877913"/>
            <a:ext cx="2014200" cy="371520"/>
            <a:chOff x="307456" y="5877913"/>
            <a:chExt cx="2014200" cy="371520"/>
          </a:xfrm>
        </p:grpSpPr>
        <mc:AlternateContent xmlns:mc="http://schemas.openxmlformats.org/markup-compatibility/2006" xmlns:p14="http://schemas.microsoft.com/office/powerpoint/2010/main">
          <mc:Choice Requires="p14">
            <p:contentPart p14:bwMode="auto" r:id="rId44">
              <p14:nvContentPartPr>
                <p14:cNvPr id="106" name="Ink 105">
                  <a:extLst>
                    <a:ext uri="{FF2B5EF4-FFF2-40B4-BE49-F238E27FC236}">
                      <a16:creationId xmlns:a16="http://schemas.microsoft.com/office/drawing/2014/main" id="{4CE7C9F2-E92E-093E-1A55-25EE8C4D48E5}"/>
                    </a:ext>
                  </a:extLst>
                </p14:cNvPr>
                <p14:cNvContentPartPr/>
                <p14:nvPr/>
              </p14:nvContentPartPr>
              <p14:xfrm>
                <a:off x="307456" y="5877913"/>
                <a:ext cx="277920" cy="78120"/>
              </p14:xfrm>
            </p:contentPart>
          </mc:Choice>
          <mc:Fallback xmlns="">
            <p:pic>
              <p:nvPicPr>
                <p:cNvPr id="106" name="Ink 105">
                  <a:extLst>
                    <a:ext uri="{FF2B5EF4-FFF2-40B4-BE49-F238E27FC236}">
                      <a16:creationId xmlns:a16="http://schemas.microsoft.com/office/drawing/2014/main" id="{4CE7C9F2-E92E-093E-1A55-25EE8C4D48E5}"/>
                    </a:ext>
                  </a:extLst>
                </p:cNvPr>
                <p:cNvPicPr/>
                <p:nvPr/>
              </p:nvPicPr>
              <p:blipFill>
                <a:blip r:embed="rId45"/>
                <a:stretch>
                  <a:fillRect/>
                </a:stretch>
              </p:blipFill>
              <p:spPr>
                <a:xfrm>
                  <a:off x="289816" y="5859913"/>
                  <a:ext cx="31356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07" name="Ink 106">
                  <a:extLst>
                    <a:ext uri="{FF2B5EF4-FFF2-40B4-BE49-F238E27FC236}">
                      <a16:creationId xmlns:a16="http://schemas.microsoft.com/office/drawing/2014/main" id="{0C89FA5C-EE97-6712-AE80-A341E6ABFE4A}"/>
                    </a:ext>
                  </a:extLst>
                </p14:cNvPr>
                <p14:cNvContentPartPr/>
                <p14:nvPr/>
              </p14:nvContentPartPr>
              <p14:xfrm>
                <a:off x="423736" y="5939113"/>
                <a:ext cx="102600" cy="239040"/>
              </p14:xfrm>
            </p:contentPart>
          </mc:Choice>
          <mc:Fallback xmlns="">
            <p:pic>
              <p:nvPicPr>
                <p:cNvPr id="107" name="Ink 106">
                  <a:extLst>
                    <a:ext uri="{FF2B5EF4-FFF2-40B4-BE49-F238E27FC236}">
                      <a16:creationId xmlns:a16="http://schemas.microsoft.com/office/drawing/2014/main" id="{0C89FA5C-EE97-6712-AE80-A341E6ABFE4A}"/>
                    </a:ext>
                  </a:extLst>
                </p:cNvPr>
                <p:cNvPicPr/>
                <p:nvPr/>
              </p:nvPicPr>
              <p:blipFill>
                <a:blip r:embed="rId47"/>
                <a:stretch>
                  <a:fillRect/>
                </a:stretch>
              </p:blipFill>
              <p:spPr>
                <a:xfrm>
                  <a:off x="406096" y="5921113"/>
                  <a:ext cx="13824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08" name="Ink 107">
                  <a:extLst>
                    <a:ext uri="{FF2B5EF4-FFF2-40B4-BE49-F238E27FC236}">
                      <a16:creationId xmlns:a16="http://schemas.microsoft.com/office/drawing/2014/main" id="{8FA7F1CE-F965-500D-1387-B27D6C7395EF}"/>
                    </a:ext>
                  </a:extLst>
                </p14:cNvPr>
                <p14:cNvContentPartPr/>
                <p14:nvPr/>
              </p14:nvContentPartPr>
              <p14:xfrm>
                <a:off x="615256" y="6004633"/>
                <a:ext cx="386640" cy="177480"/>
              </p14:xfrm>
            </p:contentPart>
          </mc:Choice>
          <mc:Fallback xmlns="">
            <p:pic>
              <p:nvPicPr>
                <p:cNvPr id="108" name="Ink 107">
                  <a:extLst>
                    <a:ext uri="{FF2B5EF4-FFF2-40B4-BE49-F238E27FC236}">
                      <a16:creationId xmlns:a16="http://schemas.microsoft.com/office/drawing/2014/main" id="{8FA7F1CE-F965-500D-1387-B27D6C7395EF}"/>
                    </a:ext>
                  </a:extLst>
                </p:cNvPr>
                <p:cNvPicPr/>
                <p:nvPr/>
              </p:nvPicPr>
              <p:blipFill>
                <a:blip r:embed="rId49"/>
                <a:stretch>
                  <a:fillRect/>
                </a:stretch>
              </p:blipFill>
              <p:spPr>
                <a:xfrm>
                  <a:off x="597256" y="5986993"/>
                  <a:ext cx="42228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09" name="Ink 108">
                  <a:extLst>
                    <a:ext uri="{FF2B5EF4-FFF2-40B4-BE49-F238E27FC236}">
                      <a16:creationId xmlns:a16="http://schemas.microsoft.com/office/drawing/2014/main" id="{004F88C9-C8BC-BE59-4543-8C81F0660BF5}"/>
                    </a:ext>
                  </a:extLst>
                </p14:cNvPr>
                <p14:cNvContentPartPr/>
                <p14:nvPr/>
              </p14:nvContentPartPr>
              <p14:xfrm>
                <a:off x="1052656" y="6062233"/>
                <a:ext cx="67320" cy="187200"/>
              </p14:xfrm>
            </p:contentPart>
          </mc:Choice>
          <mc:Fallback xmlns="">
            <p:pic>
              <p:nvPicPr>
                <p:cNvPr id="109" name="Ink 108">
                  <a:extLst>
                    <a:ext uri="{FF2B5EF4-FFF2-40B4-BE49-F238E27FC236}">
                      <a16:creationId xmlns:a16="http://schemas.microsoft.com/office/drawing/2014/main" id="{004F88C9-C8BC-BE59-4543-8C81F0660BF5}"/>
                    </a:ext>
                  </a:extLst>
                </p:cNvPr>
                <p:cNvPicPr/>
                <p:nvPr/>
              </p:nvPicPr>
              <p:blipFill>
                <a:blip r:embed="rId51"/>
                <a:stretch>
                  <a:fillRect/>
                </a:stretch>
              </p:blipFill>
              <p:spPr>
                <a:xfrm>
                  <a:off x="1035016" y="6044593"/>
                  <a:ext cx="10296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10" name="Ink 109">
                  <a:extLst>
                    <a:ext uri="{FF2B5EF4-FFF2-40B4-BE49-F238E27FC236}">
                      <a16:creationId xmlns:a16="http://schemas.microsoft.com/office/drawing/2014/main" id="{84F02DDD-D366-1C55-7396-8992FBCC515A}"/>
                    </a:ext>
                  </a:extLst>
                </p14:cNvPr>
                <p14:cNvContentPartPr/>
                <p14:nvPr/>
              </p14:nvContentPartPr>
              <p14:xfrm>
                <a:off x="1103416" y="6016153"/>
                <a:ext cx="70560" cy="105120"/>
              </p14:xfrm>
            </p:contentPart>
          </mc:Choice>
          <mc:Fallback xmlns="">
            <p:pic>
              <p:nvPicPr>
                <p:cNvPr id="110" name="Ink 109">
                  <a:extLst>
                    <a:ext uri="{FF2B5EF4-FFF2-40B4-BE49-F238E27FC236}">
                      <a16:creationId xmlns:a16="http://schemas.microsoft.com/office/drawing/2014/main" id="{84F02DDD-D366-1C55-7396-8992FBCC515A}"/>
                    </a:ext>
                  </a:extLst>
                </p:cNvPr>
                <p:cNvPicPr/>
                <p:nvPr/>
              </p:nvPicPr>
              <p:blipFill>
                <a:blip r:embed="rId53"/>
                <a:stretch>
                  <a:fillRect/>
                </a:stretch>
              </p:blipFill>
              <p:spPr>
                <a:xfrm>
                  <a:off x="1085776" y="5998513"/>
                  <a:ext cx="10620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11" name="Ink 110">
                  <a:extLst>
                    <a:ext uri="{FF2B5EF4-FFF2-40B4-BE49-F238E27FC236}">
                      <a16:creationId xmlns:a16="http://schemas.microsoft.com/office/drawing/2014/main" id="{173962A3-20BC-38CF-3E24-2470488DAB33}"/>
                    </a:ext>
                  </a:extLst>
                </p14:cNvPr>
                <p14:cNvContentPartPr/>
                <p14:nvPr/>
              </p14:nvContentPartPr>
              <p14:xfrm>
                <a:off x="1253896" y="6000313"/>
                <a:ext cx="92160" cy="164160"/>
              </p14:xfrm>
            </p:contentPart>
          </mc:Choice>
          <mc:Fallback xmlns="">
            <p:pic>
              <p:nvPicPr>
                <p:cNvPr id="111" name="Ink 110">
                  <a:extLst>
                    <a:ext uri="{FF2B5EF4-FFF2-40B4-BE49-F238E27FC236}">
                      <a16:creationId xmlns:a16="http://schemas.microsoft.com/office/drawing/2014/main" id="{173962A3-20BC-38CF-3E24-2470488DAB33}"/>
                    </a:ext>
                  </a:extLst>
                </p:cNvPr>
                <p:cNvPicPr/>
                <p:nvPr/>
              </p:nvPicPr>
              <p:blipFill>
                <a:blip r:embed="rId55"/>
                <a:stretch>
                  <a:fillRect/>
                </a:stretch>
              </p:blipFill>
              <p:spPr>
                <a:xfrm>
                  <a:off x="1235896" y="5982313"/>
                  <a:ext cx="12780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12" name="Ink 111">
                  <a:extLst>
                    <a:ext uri="{FF2B5EF4-FFF2-40B4-BE49-F238E27FC236}">
                      <a16:creationId xmlns:a16="http://schemas.microsoft.com/office/drawing/2014/main" id="{C037A1D5-1CFD-ABF8-7809-94B28EC7D8FA}"/>
                    </a:ext>
                  </a:extLst>
                </p14:cNvPr>
                <p14:cNvContentPartPr/>
                <p14:nvPr/>
              </p14:nvContentPartPr>
              <p14:xfrm>
                <a:off x="1419496" y="6034513"/>
                <a:ext cx="54720" cy="110160"/>
              </p14:xfrm>
            </p:contentPart>
          </mc:Choice>
          <mc:Fallback xmlns="">
            <p:pic>
              <p:nvPicPr>
                <p:cNvPr id="112" name="Ink 111">
                  <a:extLst>
                    <a:ext uri="{FF2B5EF4-FFF2-40B4-BE49-F238E27FC236}">
                      <a16:creationId xmlns:a16="http://schemas.microsoft.com/office/drawing/2014/main" id="{C037A1D5-1CFD-ABF8-7809-94B28EC7D8FA}"/>
                    </a:ext>
                  </a:extLst>
                </p:cNvPr>
                <p:cNvPicPr/>
                <p:nvPr/>
              </p:nvPicPr>
              <p:blipFill>
                <a:blip r:embed="rId57"/>
                <a:stretch>
                  <a:fillRect/>
                </a:stretch>
              </p:blipFill>
              <p:spPr>
                <a:xfrm>
                  <a:off x="1401856" y="6016513"/>
                  <a:ext cx="9036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13" name="Ink 112">
                  <a:extLst>
                    <a:ext uri="{FF2B5EF4-FFF2-40B4-BE49-F238E27FC236}">
                      <a16:creationId xmlns:a16="http://schemas.microsoft.com/office/drawing/2014/main" id="{AC43DBF4-524E-1A18-E938-F0FCB412BBAF}"/>
                    </a:ext>
                  </a:extLst>
                </p14:cNvPr>
                <p14:cNvContentPartPr/>
                <p14:nvPr/>
              </p14:nvContentPartPr>
              <p14:xfrm>
                <a:off x="1534696" y="6017593"/>
                <a:ext cx="124200" cy="111600"/>
              </p14:xfrm>
            </p:contentPart>
          </mc:Choice>
          <mc:Fallback xmlns="">
            <p:pic>
              <p:nvPicPr>
                <p:cNvPr id="113" name="Ink 112">
                  <a:extLst>
                    <a:ext uri="{FF2B5EF4-FFF2-40B4-BE49-F238E27FC236}">
                      <a16:creationId xmlns:a16="http://schemas.microsoft.com/office/drawing/2014/main" id="{AC43DBF4-524E-1A18-E938-F0FCB412BBAF}"/>
                    </a:ext>
                  </a:extLst>
                </p:cNvPr>
                <p:cNvPicPr/>
                <p:nvPr/>
              </p:nvPicPr>
              <p:blipFill>
                <a:blip r:embed="rId59"/>
                <a:stretch>
                  <a:fillRect/>
                </a:stretch>
              </p:blipFill>
              <p:spPr>
                <a:xfrm>
                  <a:off x="1517056" y="5999593"/>
                  <a:ext cx="15984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14" name="Ink 113">
                  <a:extLst>
                    <a:ext uri="{FF2B5EF4-FFF2-40B4-BE49-F238E27FC236}">
                      <a16:creationId xmlns:a16="http://schemas.microsoft.com/office/drawing/2014/main" id="{45AC9327-7676-7CFF-B6AD-BF1E0CAE0AD4}"/>
                    </a:ext>
                  </a:extLst>
                </p14:cNvPr>
                <p14:cNvContentPartPr/>
                <p14:nvPr/>
              </p14:nvContentPartPr>
              <p14:xfrm>
                <a:off x="1716136" y="5925073"/>
                <a:ext cx="59040" cy="182160"/>
              </p14:xfrm>
            </p:contentPart>
          </mc:Choice>
          <mc:Fallback xmlns="">
            <p:pic>
              <p:nvPicPr>
                <p:cNvPr id="114" name="Ink 113">
                  <a:extLst>
                    <a:ext uri="{FF2B5EF4-FFF2-40B4-BE49-F238E27FC236}">
                      <a16:creationId xmlns:a16="http://schemas.microsoft.com/office/drawing/2014/main" id="{45AC9327-7676-7CFF-B6AD-BF1E0CAE0AD4}"/>
                    </a:ext>
                  </a:extLst>
                </p:cNvPr>
                <p:cNvPicPr/>
                <p:nvPr/>
              </p:nvPicPr>
              <p:blipFill>
                <a:blip r:embed="rId61"/>
                <a:stretch>
                  <a:fillRect/>
                </a:stretch>
              </p:blipFill>
              <p:spPr>
                <a:xfrm>
                  <a:off x="1698136" y="5907073"/>
                  <a:ext cx="9468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15" name="Ink 114">
                  <a:extLst>
                    <a:ext uri="{FF2B5EF4-FFF2-40B4-BE49-F238E27FC236}">
                      <a16:creationId xmlns:a16="http://schemas.microsoft.com/office/drawing/2014/main" id="{370E4FBD-153A-A611-16BC-3B9F107A7D16}"/>
                    </a:ext>
                  </a:extLst>
                </p14:cNvPr>
                <p14:cNvContentPartPr/>
                <p14:nvPr/>
              </p14:nvContentPartPr>
              <p14:xfrm>
                <a:off x="1702096" y="6001033"/>
                <a:ext cx="137520" cy="57600"/>
              </p14:xfrm>
            </p:contentPart>
          </mc:Choice>
          <mc:Fallback xmlns="">
            <p:pic>
              <p:nvPicPr>
                <p:cNvPr id="115" name="Ink 114">
                  <a:extLst>
                    <a:ext uri="{FF2B5EF4-FFF2-40B4-BE49-F238E27FC236}">
                      <a16:creationId xmlns:a16="http://schemas.microsoft.com/office/drawing/2014/main" id="{370E4FBD-153A-A611-16BC-3B9F107A7D16}"/>
                    </a:ext>
                  </a:extLst>
                </p:cNvPr>
                <p:cNvPicPr/>
                <p:nvPr/>
              </p:nvPicPr>
              <p:blipFill>
                <a:blip r:embed="rId63"/>
                <a:stretch>
                  <a:fillRect/>
                </a:stretch>
              </p:blipFill>
              <p:spPr>
                <a:xfrm>
                  <a:off x="1684456" y="5983033"/>
                  <a:ext cx="17316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16" name="Ink 115">
                  <a:extLst>
                    <a:ext uri="{FF2B5EF4-FFF2-40B4-BE49-F238E27FC236}">
                      <a16:creationId xmlns:a16="http://schemas.microsoft.com/office/drawing/2014/main" id="{2D4DE88A-24C7-E894-2D57-AE1D646DC0B5}"/>
                    </a:ext>
                  </a:extLst>
                </p14:cNvPr>
                <p14:cNvContentPartPr/>
                <p14:nvPr/>
              </p14:nvContentPartPr>
              <p14:xfrm>
                <a:off x="1892536" y="5962153"/>
                <a:ext cx="131400" cy="121320"/>
              </p14:xfrm>
            </p:contentPart>
          </mc:Choice>
          <mc:Fallback xmlns="">
            <p:pic>
              <p:nvPicPr>
                <p:cNvPr id="116" name="Ink 115">
                  <a:extLst>
                    <a:ext uri="{FF2B5EF4-FFF2-40B4-BE49-F238E27FC236}">
                      <a16:creationId xmlns:a16="http://schemas.microsoft.com/office/drawing/2014/main" id="{2D4DE88A-24C7-E894-2D57-AE1D646DC0B5}"/>
                    </a:ext>
                  </a:extLst>
                </p:cNvPr>
                <p:cNvPicPr/>
                <p:nvPr/>
              </p:nvPicPr>
              <p:blipFill>
                <a:blip r:embed="rId65"/>
                <a:stretch>
                  <a:fillRect/>
                </a:stretch>
              </p:blipFill>
              <p:spPr>
                <a:xfrm>
                  <a:off x="1874536" y="5944153"/>
                  <a:ext cx="16704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17" name="Ink 116">
                  <a:extLst>
                    <a:ext uri="{FF2B5EF4-FFF2-40B4-BE49-F238E27FC236}">
                      <a16:creationId xmlns:a16="http://schemas.microsoft.com/office/drawing/2014/main" id="{9C622020-99F1-9031-211C-291D85B3FB3C}"/>
                    </a:ext>
                  </a:extLst>
                </p14:cNvPr>
                <p14:cNvContentPartPr/>
                <p14:nvPr/>
              </p14:nvContentPartPr>
              <p14:xfrm>
                <a:off x="2115736" y="5997433"/>
                <a:ext cx="62280" cy="126720"/>
              </p14:xfrm>
            </p:contentPart>
          </mc:Choice>
          <mc:Fallback xmlns="">
            <p:pic>
              <p:nvPicPr>
                <p:cNvPr id="117" name="Ink 116">
                  <a:extLst>
                    <a:ext uri="{FF2B5EF4-FFF2-40B4-BE49-F238E27FC236}">
                      <a16:creationId xmlns:a16="http://schemas.microsoft.com/office/drawing/2014/main" id="{9C622020-99F1-9031-211C-291D85B3FB3C}"/>
                    </a:ext>
                  </a:extLst>
                </p:cNvPr>
                <p:cNvPicPr/>
                <p:nvPr/>
              </p:nvPicPr>
              <p:blipFill>
                <a:blip r:embed="rId67"/>
                <a:stretch>
                  <a:fillRect/>
                </a:stretch>
              </p:blipFill>
              <p:spPr>
                <a:xfrm>
                  <a:off x="2098096" y="5979433"/>
                  <a:ext cx="9792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18" name="Ink 117">
                  <a:extLst>
                    <a:ext uri="{FF2B5EF4-FFF2-40B4-BE49-F238E27FC236}">
                      <a16:creationId xmlns:a16="http://schemas.microsoft.com/office/drawing/2014/main" id="{CED5EDE9-6DAF-AEC2-2948-4D6A746E7758}"/>
                    </a:ext>
                  </a:extLst>
                </p14:cNvPr>
                <p14:cNvContentPartPr/>
                <p14:nvPr/>
              </p14:nvContentPartPr>
              <p14:xfrm>
                <a:off x="2188816" y="5987353"/>
                <a:ext cx="132840" cy="111960"/>
              </p14:xfrm>
            </p:contentPart>
          </mc:Choice>
          <mc:Fallback xmlns="">
            <p:pic>
              <p:nvPicPr>
                <p:cNvPr id="118" name="Ink 117">
                  <a:extLst>
                    <a:ext uri="{FF2B5EF4-FFF2-40B4-BE49-F238E27FC236}">
                      <a16:creationId xmlns:a16="http://schemas.microsoft.com/office/drawing/2014/main" id="{CED5EDE9-6DAF-AEC2-2948-4D6A746E7758}"/>
                    </a:ext>
                  </a:extLst>
                </p:cNvPr>
                <p:cNvPicPr/>
                <p:nvPr/>
              </p:nvPicPr>
              <p:blipFill>
                <a:blip r:embed="rId69"/>
                <a:stretch>
                  <a:fillRect/>
                </a:stretch>
              </p:blipFill>
              <p:spPr>
                <a:xfrm>
                  <a:off x="2170816" y="5969353"/>
                  <a:ext cx="168480" cy="147600"/>
                </a:xfrm>
                <a:prstGeom prst="rect">
                  <a:avLst/>
                </a:prstGeom>
              </p:spPr>
            </p:pic>
          </mc:Fallback>
        </mc:AlternateContent>
      </p:grpSp>
      <p:grpSp>
        <p:nvGrpSpPr>
          <p:cNvPr id="130" name="Group 129">
            <a:extLst>
              <a:ext uri="{FF2B5EF4-FFF2-40B4-BE49-F238E27FC236}">
                <a16:creationId xmlns:a16="http://schemas.microsoft.com/office/drawing/2014/main" id="{01D94801-BC9F-46BA-B0F2-9BABFDE38600}"/>
              </a:ext>
            </a:extLst>
          </p:cNvPr>
          <p:cNvGrpSpPr/>
          <p:nvPr/>
        </p:nvGrpSpPr>
        <p:grpSpPr>
          <a:xfrm>
            <a:off x="2642416" y="5891593"/>
            <a:ext cx="1347120" cy="246960"/>
            <a:chOff x="2642416" y="5891593"/>
            <a:chExt cx="1347120" cy="246960"/>
          </a:xfrm>
        </p:grpSpPr>
        <mc:AlternateContent xmlns:mc="http://schemas.openxmlformats.org/markup-compatibility/2006" xmlns:p14="http://schemas.microsoft.com/office/powerpoint/2010/main">
          <mc:Choice Requires="p14">
            <p:contentPart p14:bwMode="auto" r:id="rId70">
              <p14:nvContentPartPr>
                <p14:cNvPr id="120" name="Ink 119">
                  <a:extLst>
                    <a:ext uri="{FF2B5EF4-FFF2-40B4-BE49-F238E27FC236}">
                      <a16:creationId xmlns:a16="http://schemas.microsoft.com/office/drawing/2014/main" id="{05292279-6FD1-F206-A3B9-F2D665D9D1CB}"/>
                    </a:ext>
                  </a:extLst>
                </p14:cNvPr>
                <p14:cNvContentPartPr/>
                <p14:nvPr/>
              </p14:nvContentPartPr>
              <p14:xfrm>
                <a:off x="2654656" y="5993473"/>
                <a:ext cx="31320" cy="145080"/>
              </p14:xfrm>
            </p:contentPart>
          </mc:Choice>
          <mc:Fallback xmlns="">
            <p:pic>
              <p:nvPicPr>
                <p:cNvPr id="120" name="Ink 119">
                  <a:extLst>
                    <a:ext uri="{FF2B5EF4-FFF2-40B4-BE49-F238E27FC236}">
                      <a16:creationId xmlns:a16="http://schemas.microsoft.com/office/drawing/2014/main" id="{05292279-6FD1-F206-A3B9-F2D665D9D1CB}"/>
                    </a:ext>
                  </a:extLst>
                </p:cNvPr>
                <p:cNvPicPr/>
                <p:nvPr/>
              </p:nvPicPr>
              <p:blipFill>
                <a:blip r:embed="rId71"/>
                <a:stretch>
                  <a:fillRect/>
                </a:stretch>
              </p:blipFill>
              <p:spPr>
                <a:xfrm>
                  <a:off x="2636656" y="5975833"/>
                  <a:ext cx="6696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21" name="Ink 120">
                  <a:extLst>
                    <a:ext uri="{FF2B5EF4-FFF2-40B4-BE49-F238E27FC236}">
                      <a16:creationId xmlns:a16="http://schemas.microsoft.com/office/drawing/2014/main" id="{46EDE113-6CCD-5A7C-DE22-A1FEA2863C9C}"/>
                    </a:ext>
                  </a:extLst>
                </p14:cNvPr>
                <p14:cNvContentPartPr/>
                <p14:nvPr/>
              </p14:nvContentPartPr>
              <p14:xfrm>
                <a:off x="2642416" y="5891593"/>
                <a:ext cx="38520" cy="56880"/>
              </p14:xfrm>
            </p:contentPart>
          </mc:Choice>
          <mc:Fallback xmlns="">
            <p:pic>
              <p:nvPicPr>
                <p:cNvPr id="121" name="Ink 120">
                  <a:extLst>
                    <a:ext uri="{FF2B5EF4-FFF2-40B4-BE49-F238E27FC236}">
                      <a16:creationId xmlns:a16="http://schemas.microsoft.com/office/drawing/2014/main" id="{46EDE113-6CCD-5A7C-DE22-A1FEA2863C9C}"/>
                    </a:ext>
                  </a:extLst>
                </p:cNvPr>
                <p:cNvPicPr/>
                <p:nvPr/>
              </p:nvPicPr>
              <p:blipFill>
                <a:blip r:embed="rId73"/>
                <a:stretch>
                  <a:fillRect/>
                </a:stretch>
              </p:blipFill>
              <p:spPr>
                <a:xfrm>
                  <a:off x="2624776" y="5873593"/>
                  <a:ext cx="741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22" name="Ink 121">
                  <a:extLst>
                    <a:ext uri="{FF2B5EF4-FFF2-40B4-BE49-F238E27FC236}">
                      <a16:creationId xmlns:a16="http://schemas.microsoft.com/office/drawing/2014/main" id="{2B0EB414-D5FA-61DC-1FDB-F7CFD5640F00}"/>
                    </a:ext>
                  </a:extLst>
                </p14:cNvPr>
                <p14:cNvContentPartPr/>
                <p14:nvPr/>
              </p14:nvContentPartPr>
              <p14:xfrm>
                <a:off x="2741056" y="5999593"/>
                <a:ext cx="162720" cy="93960"/>
              </p14:xfrm>
            </p:contentPart>
          </mc:Choice>
          <mc:Fallback xmlns="">
            <p:pic>
              <p:nvPicPr>
                <p:cNvPr id="122" name="Ink 121">
                  <a:extLst>
                    <a:ext uri="{FF2B5EF4-FFF2-40B4-BE49-F238E27FC236}">
                      <a16:creationId xmlns:a16="http://schemas.microsoft.com/office/drawing/2014/main" id="{2B0EB414-D5FA-61DC-1FDB-F7CFD5640F00}"/>
                    </a:ext>
                  </a:extLst>
                </p:cNvPr>
                <p:cNvPicPr/>
                <p:nvPr/>
              </p:nvPicPr>
              <p:blipFill>
                <a:blip r:embed="rId75"/>
                <a:stretch>
                  <a:fillRect/>
                </a:stretch>
              </p:blipFill>
              <p:spPr>
                <a:xfrm>
                  <a:off x="2723056" y="5981593"/>
                  <a:ext cx="19836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23" name="Ink 122">
                  <a:extLst>
                    <a:ext uri="{FF2B5EF4-FFF2-40B4-BE49-F238E27FC236}">
                      <a16:creationId xmlns:a16="http://schemas.microsoft.com/office/drawing/2014/main" id="{76CC04F6-DDDA-0136-EBC8-B8D024908840}"/>
                    </a:ext>
                  </a:extLst>
                </p14:cNvPr>
                <p14:cNvContentPartPr/>
                <p14:nvPr/>
              </p14:nvContentPartPr>
              <p14:xfrm>
                <a:off x="2970376" y="5970433"/>
                <a:ext cx="106920" cy="155880"/>
              </p14:xfrm>
            </p:contentPart>
          </mc:Choice>
          <mc:Fallback xmlns="">
            <p:pic>
              <p:nvPicPr>
                <p:cNvPr id="123" name="Ink 122">
                  <a:extLst>
                    <a:ext uri="{FF2B5EF4-FFF2-40B4-BE49-F238E27FC236}">
                      <a16:creationId xmlns:a16="http://schemas.microsoft.com/office/drawing/2014/main" id="{76CC04F6-DDDA-0136-EBC8-B8D024908840}"/>
                    </a:ext>
                  </a:extLst>
                </p:cNvPr>
                <p:cNvPicPr/>
                <p:nvPr/>
              </p:nvPicPr>
              <p:blipFill>
                <a:blip r:embed="rId77"/>
                <a:stretch>
                  <a:fillRect/>
                </a:stretch>
              </p:blipFill>
              <p:spPr>
                <a:xfrm>
                  <a:off x="2952736" y="5952433"/>
                  <a:ext cx="14256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24" name="Ink 123">
                  <a:extLst>
                    <a:ext uri="{FF2B5EF4-FFF2-40B4-BE49-F238E27FC236}">
                      <a16:creationId xmlns:a16="http://schemas.microsoft.com/office/drawing/2014/main" id="{578F7696-0F03-7DA5-C47E-77166FCC9D4F}"/>
                    </a:ext>
                  </a:extLst>
                </p14:cNvPr>
                <p14:cNvContentPartPr/>
                <p14:nvPr/>
              </p14:nvContentPartPr>
              <p14:xfrm>
                <a:off x="3101056" y="6007873"/>
                <a:ext cx="88200" cy="74160"/>
              </p14:xfrm>
            </p:contentPart>
          </mc:Choice>
          <mc:Fallback xmlns="">
            <p:pic>
              <p:nvPicPr>
                <p:cNvPr id="124" name="Ink 123">
                  <a:extLst>
                    <a:ext uri="{FF2B5EF4-FFF2-40B4-BE49-F238E27FC236}">
                      <a16:creationId xmlns:a16="http://schemas.microsoft.com/office/drawing/2014/main" id="{578F7696-0F03-7DA5-C47E-77166FCC9D4F}"/>
                    </a:ext>
                  </a:extLst>
                </p:cNvPr>
                <p:cNvPicPr/>
                <p:nvPr/>
              </p:nvPicPr>
              <p:blipFill>
                <a:blip r:embed="rId79"/>
                <a:stretch>
                  <a:fillRect/>
                </a:stretch>
              </p:blipFill>
              <p:spPr>
                <a:xfrm>
                  <a:off x="3083416" y="5989873"/>
                  <a:ext cx="12384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25" name="Ink 124">
                  <a:extLst>
                    <a:ext uri="{FF2B5EF4-FFF2-40B4-BE49-F238E27FC236}">
                      <a16:creationId xmlns:a16="http://schemas.microsoft.com/office/drawing/2014/main" id="{FCE3127B-3544-4E3D-287A-0B8DD79875A3}"/>
                    </a:ext>
                  </a:extLst>
                </p14:cNvPr>
                <p14:cNvContentPartPr/>
                <p14:nvPr/>
              </p14:nvContentPartPr>
              <p14:xfrm>
                <a:off x="3241096" y="5956393"/>
                <a:ext cx="89280" cy="138240"/>
              </p14:xfrm>
            </p:contentPart>
          </mc:Choice>
          <mc:Fallback xmlns="">
            <p:pic>
              <p:nvPicPr>
                <p:cNvPr id="125" name="Ink 124">
                  <a:extLst>
                    <a:ext uri="{FF2B5EF4-FFF2-40B4-BE49-F238E27FC236}">
                      <a16:creationId xmlns:a16="http://schemas.microsoft.com/office/drawing/2014/main" id="{FCE3127B-3544-4E3D-287A-0B8DD79875A3}"/>
                    </a:ext>
                  </a:extLst>
                </p:cNvPr>
                <p:cNvPicPr/>
                <p:nvPr/>
              </p:nvPicPr>
              <p:blipFill>
                <a:blip r:embed="rId81"/>
                <a:stretch>
                  <a:fillRect/>
                </a:stretch>
              </p:blipFill>
              <p:spPr>
                <a:xfrm>
                  <a:off x="3223096" y="5938393"/>
                  <a:ext cx="12492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26" name="Ink 125">
                  <a:extLst>
                    <a:ext uri="{FF2B5EF4-FFF2-40B4-BE49-F238E27FC236}">
                      <a16:creationId xmlns:a16="http://schemas.microsoft.com/office/drawing/2014/main" id="{1A8A4797-27C1-98C1-D4B3-A728DEACAC93}"/>
                    </a:ext>
                  </a:extLst>
                </p14:cNvPr>
                <p14:cNvContentPartPr/>
                <p14:nvPr/>
              </p14:nvContentPartPr>
              <p14:xfrm>
                <a:off x="3404536" y="5969713"/>
                <a:ext cx="115560" cy="108720"/>
              </p14:xfrm>
            </p:contentPart>
          </mc:Choice>
          <mc:Fallback xmlns="">
            <p:pic>
              <p:nvPicPr>
                <p:cNvPr id="126" name="Ink 125">
                  <a:extLst>
                    <a:ext uri="{FF2B5EF4-FFF2-40B4-BE49-F238E27FC236}">
                      <a16:creationId xmlns:a16="http://schemas.microsoft.com/office/drawing/2014/main" id="{1A8A4797-27C1-98C1-D4B3-A728DEACAC93}"/>
                    </a:ext>
                  </a:extLst>
                </p:cNvPr>
                <p:cNvPicPr/>
                <p:nvPr/>
              </p:nvPicPr>
              <p:blipFill>
                <a:blip r:embed="rId83"/>
                <a:stretch>
                  <a:fillRect/>
                </a:stretch>
              </p:blipFill>
              <p:spPr>
                <a:xfrm>
                  <a:off x="3386896" y="5951713"/>
                  <a:ext cx="1512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27" name="Ink 126">
                  <a:extLst>
                    <a:ext uri="{FF2B5EF4-FFF2-40B4-BE49-F238E27FC236}">
                      <a16:creationId xmlns:a16="http://schemas.microsoft.com/office/drawing/2014/main" id="{E1D18915-F7B1-031F-39E2-62DD8F367579}"/>
                    </a:ext>
                  </a:extLst>
                </p14:cNvPr>
                <p14:cNvContentPartPr/>
                <p14:nvPr/>
              </p14:nvContentPartPr>
              <p14:xfrm>
                <a:off x="3609736" y="5946313"/>
                <a:ext cx="69120" cy="160920"/>
              </p14:xfrm>
            </p:contentPart>
          </mc:Choice>
          <mc:Fallback xmlns="">
            <p:pic>
              <p:nvPicPr>
                <p:cNvPr id="127" name="Ink 126">
                  <a:extLst>
                    <a:ext uri="{FF2B5EF4-FFF2-40B4-BE49-F238E27FC236}">
                      <a16:creationId xmlns:a16="http://schemas.microsoft.com/office/drawing/2014/main" id="{E1D18915-F7B1-031F-39E2-62DD8F367579}"/>
                    </a:ext>
                  </a:extLst>
                </p:cNvPr>
                <p:cNvPicPr/>
                <p:nvPr/>
              </p:nvPicPr>
              <p:blipFill>
                <a:blip r:embed="rId85"/>
                <a:stretch>
                  <a:fillRect/>
                </a:stretch>
              </p:blipFill>
              <p:spPr>
                <a:xfrm>
                  <a:off x="3592096" y="5928313"/>
                  <a:ext cx="10476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28" name="Ink 127">
                  <a:extLst>
                    <a:ext uri="{FF2B5EF4-FFF2-40B4-BE49-F238E27FC236}">
                      <a16:creationId xmlns:a16="http://schemas.microsoft.com/office/drawing/2014/main" id="{97DE5B2A-8DE6-0E15-30AA-0D9C9EA9F13D}"/>
                    </a:ext>
                  </a:extLst>
                </p14:cNvPr>
                <p14:cNvContentPartPr/>
                <p14:nvPr/>
              </p14:nvContentPartPr>
              <p14:xfrm>
                <a:off x="3766696" y="5974033"/>
                <a:ext cx="139320" cy="118080"/>
              </p14:xfrm>
            </p:contentPart>
          </mc:Choice>
          <mc:Fallback xmlns="">
            <p:pic>
              <p:nvPicPr>
                <p:cNvPr id="128" name="Ink 127">
                  <a:extLst>
                    <a:ext uri="{FF2B5EF4-FFF2-40B4-BE49-F238E27FC236}">
                      <a16:creationId xmlns:a16="http://schemas.microsoft.com/office/drawing/2014/main" id="{97DE5B2A-8DE6-0E15-30AA-0D9C9EA9F13D}"/>
                    </a:ext>
                  </a:extLst>
                </p:cNvPr>
                <p:cNvPicPr/>
                <p:nvPr/>
              </p:nvPicPr>
              <p:blipFill>
                <a:blip r:embed="rId87"/>
                <a:stretch>
                  <a:fillRect/>
                </a:stretch>
              </p:blipFill>
              <p:spPr>
                <a:xfrm>
                  <a:off x="3748696" y="5956033"/>
                  <a:ext cx="17496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29" name="Ink 128">
                  <a:extLst>
                    <a:ext uri="{FF2B5EF4-FFF2-40B4-BE49-F238E27FC236}">
                      <a16:creationId xmlns:a16="http://schemas.microsoft.com/office/drawing/2014/main" id="{7496D799-D16F-0994-C146-205178DEC861}"/>
                    </a:ext>
                  </a:extLst>
                </p14:cNvPr>
                <p14:cNvContentPartPr/>
                <p14:nvPr/>
              </p14:nvContentPartPr>
              <p14:xfrm>
                <a:off x="3932656" y="5972953"/>
                <a:ext cx="56880" cy="162360"/>
              </p14:xfrm>
            </p:contentPart>
          </mc:Choice>
          <mc:Fallback xmlns="">
            <p:pic>
              <p:nvPicPr>
                <p:cNvPr id="129" name="Ink 128">
                  <a:extLst>
                    <a:ext uri="{FF2B5EF4-FFF2-40B4-BE49-F238E27FC236}">
                      <a16:creationId xmlns:a16="http://schemas.microsoft.com/office/drawing/2014/main" id="{7496D799-D16F-0994-C146-205178DEC861}"/>
                    </a:ext>
                  </a:extLst>
                </p:cNvPr>
                <p:cNvPicPr/>
                <p:nvPr/>
              </p:nvPicPr>
              <p:blipFill>
                <a:blip r:embed="rId89"/>
                <a:stretch>
                  <a:fillRect/>
                </a:stretch>
              </p:blipFill>
              <p:spPr>
                <a:xfrm>
                  <a:off x="3915016" y="5955313"/>
                  <a:ext cx="92520" cy="198000"/>
                </a:xfrm>
                <a:prstGeom prst="rect">
                  <a:avLst/>
                </a:prstGeom>
              </p:spPr>
            </p:pic>
          </mc:Fallback>
        </mc:AlternateContent>
      </p:grpSp>
      <p:grpSp>
        <p:nvGrpSpPr>
          <p:cNvPr id="159" name="Group 158">
            <a:extLst>
              <a:ext uri="{FF2B5EF4-FFF2-40B4-BE49-F238E27FC236}">
                <a16:creationId xmlns:a16="http://schemas.microsoft.com/office/drawing/2014/main" id="{ECD2A88B-8192-6274-C3A2-8E1E0730F757}"/>
              </a:ext>
            </a:extLst>
          </p:cNvPr>
          <p:cNvGrpSpPr/>
          <p:nvPr/>
        </p:nvGrpSpPr>
        <p:grpSpPr>
          <a:xfrm>
            <a:off x="4361416" y="5804473"/>
            <a:ext cx="1293480" cy="309240"/>
            <a:chOff x="4361416" y="5804473"/>
            <a:chExt cx="1293480" cy="309240"/>
          </a:xfrm>
        </p:grpSpPr>
        <mc:AlternateContent xmlns:mc="http://schemas.openxmlformats.org/markup-compatibility/2006" xmlns:p14="http://schemas.microsoft.com/office/powerpoint/2010/main">
          <mc:Choice Requires="p14">
            <p:contentPart p14:bwMode="auto" r:id="rId90">
              <p14:nvContentPartPr>
                <p14:cNvPr id="131" name="Ink 130">
                  <a:extLst>
                    <a:ext uri="{FF2B5EF4-FFF2-40B4-BE49-F238E27FC236}">
                      <a16:creationId xmlns:a16="http://schemas.microsoft.com/office/drawing/2014/main" id="{D99BA638-487C-7246-865D-1B5BD01EDC7E}"/>
                    </a:ext>
                  </a:extLst>
                </p14:cNvPr>
                <p14:cNvContentPartPr/>
                <p14:nvPr/>
              </p14:nvContentPartPr>
              <p14:xfrm>
                <a:off x="4441696" y="5841193"/>
                <a:ext cx="21600" cy="272520"/>
              </p14:xfrm>
            </p:contentPart>
          </mc:Choice>
          <mc:Fallback xmlns="">
            <p:pic>
              <p:nvPicPr>
                <p:cNvPr id="131" name="Ink 130">
                  <a:extLst>
                    <a:ext uri="{FF2B5EF4-FFF2-40B4-BE49-F238E27FC236}">
                      <a16:creationId xmlns:a16="http://schemas.microsoft.com/office/drawing/2014/main" id="{D99BA638-487C-7246-865D-1B5BD01EDC7E}"/>
                    </a:ext>
                  </a:extLst>
                </p:cNvPr>
                <p:cNvPicPr/>
                <p:nvPr/>
              </p:nvPicPr>
              <p:blipFill>
                <a:blip r:embed="rId91"/>
                <a:stretch>
                  <a:fillRect/>
                </a:stretch>
              </p:blipFill>
              <p:spPr>
                <a:xfrm>
                  <a:off x="4424056" y="5823193"/>
                  <a:ext cx="5724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32" name="Ink 131">
                  <a:extLst>
                    <a:ext uri="{FF2B5EF4-FFF2-40B4-BE49-F238E27FC236}">
                      <a16:creationId xmlns:a16="http://schemas.microsoft.com/office/drawing/2014/main" id="{A40A3D8F-68AE-642C-D42E-24A0EA46AE52}"/>
                    </a:ext>
                  </a:extLst>
                </p14:cNvPr>
                <p14:cNvContentPartPr/>
                <p14:nvPr/>
              </p14:nvContentPartPr>
              <p14:xfrm>
                <a:off x="4361416" y="5944513"/>
                <a:ext cx="337680" cy="122760"/>
              </p14:xfrm>
            </p:contentPart>
          </mc:Choice>
          <mc:Fallback xmlns="">
            <p:pic>
              <p:nvPicPr>
                <p:cNvPr id="132" name="Ink 131">
                  <a:extLst>
                    <a:ext uri="{FF2B5EF4-FFF2-40B4-BE49-F238E27FC236}">
                      <a16:creationId xmlns:a16="http://schemas.microsoft.com/office/drawing/2014/main" id="{A40A3D8F-68AE-642C-D42E-24A0EA46AE52}"/>
                    </a:ext>
                  </a:extLst>
                </p:cNvPr>
                <p:cNvPicPr/>
                <p:nvPr/>
              </p:nvPicPr>
              <p:blipFill>
                <a:blip r:embed="rId93"/>
                <a:stretch>
                  <a:fillRect/>
                </a:stretch>
              </p:blipFill>
              <p:spPr>
                <a:xfrm>
                  <a:off x="4343416" y="5926513"/>
                  <a:ext cx="37332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33" name="Ink 132">
                  <a:extLst>
                    <a:ext uri="{FF2B5EF4-FFF2-40B4-BE49-F238E27FC236}">
                      <a16:creationId xmlns:a16="http://schemas.microsoft.com/office/drawing/2014/main" id="{DB476175-3316-8969-AD5D-37F157655A60}"/>
                    </a:ext>
                  </a:extLst>
                </p14:cNvPr>
                <p14:cNvContentPartPr/>
                <p14:nvPr/>
              </p14:nvContentPartPr>
              <p14:xfrm>
                <a:off x="4741576" y="5969713"/>
                <a:ext cx="64440" cy="104760"/>
              </p14:xfrm>
            </p:contentPart>
          </mc:Choice>
          <mc:Fallback xmlns="">
            <p:pic>
              <p:nvPicPr>
                <p:cNvPr id="133" name="Ink 132">
                  <a:extLst>
                    <a:ext uri="{FF2B5EF4-FFF2-40B4-BE49-F238E27FC236}">
                      <a16:creationId xmlns:a16="http://schemas.microsoft.com/office/drawing/2014/main" id="{DB476175-3316-8969-AD5D-37F157655A60}"/>
                    </a:ext>
                  </a:extLst>
                </p:cNvPr>
                <p:cNvPicPr/>
                <p:nvPr/>
              </p:nvPicPr>
              <p:blipFill>
                <a:blip r:embed="rId95"/>
                <a:stretch>
                  <a:fillRect/>
                </a:stretch>
              </p:blipFill>
              <p:spPr>
                <a:xfrm>
                  <a:off x="4723936" y="5951713"/>
                  <a:ext cx="10008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34" name="Ink 133">
                  <a:extLst>
                    <a:ext uri="{FF2B5EF4-FFF2-40B4-BE49-F238E27FC236}">
                      <a16:creationId xmlns:a16="http://schemas.microsoft.com/office/drawing/2014/main" id="{73162BD6-32AF-B7E0-6BDE-B7704E97C52C}"/>
                    </a:ext>
                  </a:extLst>
                </p14:cNvPr>
                <p14:cNvContentPartPr/>
                <p14:nvPr/>
              </p14:nvContentPartPr>
              <p14:xfrm>
                <a:off x="4880536" y="5944153"/>
                <a:ext cx="123120" cy="134280"/>
              </p14:xfrm>
            </p:contentPart>
          </mc:Choice>
          <mc:Fallback xmlns="">
            <p:pic>
              <p:nvPicPr>
                <p:cNvPr id="134" name="Ink 133">
                  <a:extLst>
                    <a:ext uri="{FF2B5EF4-FFF2-40B4-BE49-F238E27FC236}">
                      <a16:creationId xmlns:a16="http://schemas.microsoft.com/office/drawing/2014/main" id="{73162BD6-32AF-B7E0-6BDE-B7704E97C52C}"/>
                    </a:ext>
                  </a:extLst>
                </p:cNvPr>
                <p:cNvPicPr/>
                <p:nvPr/>
              </p:nvPicPr>
              <p:blipFill>
                <a:blip r:embed="rId97"/>
                <a:stretch>
                  <a:fillRect/>
                </a:stretch>
              </p:blipFill>
              <p:spPr>
                <a:xfrm>
                  <a:off x="4862896" y="5926513"/>
                  <a:ext cx="15876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35" name="Ink 134">
                  <a:extLst>
                    <a:ext uri="{FF2B5EF4-FFF2-40B4-BE49-F238E27FC236}">
                      <a16:creationId xmlns:a16="http://schemas.microsoft.com/office/drawing/2014/main" id="{1B223C0B-5B49-B699-FF5C-272F7AE48C91}"/>
                    </a:ext>
                  </a:extLst>
                </p14:cNvPr>
                <p14:cNvContentPartPr/>
                <p14:nvPr/>
              </p14:nvContentPartPr>
              <p14:xfrm>
                <a:off x="5150536" y="5951353"/>
                <a:ext cx="227160" cy="129600"/>
              </p14:xfrm>
            </p:contentPart>
          </mc:Choice>
          <mc:Fallback xmlns="">
            <p:pic>
              <p:nvPicPr>
                <p:cNvPr id="135" name="Ink 134">
                  <a:extLst>
                    <a:ext uri="{FF2B5EF4-FFF2-40B4-BE49-F238E27FC236}">
                      <a16:creationId xmlns:a16="http://schemas.microsoft.com/office/drawing/2014/main" id="{1B223C0B-5B49-B699-FF5C-272F7AE48C91}"/>
                    </a:ext>
                  </a:extLst>
                </p:cNvPr>
                <p:cNvPicPr/>
                <p:nvPr/>
              </p:nvPicPr>
              <p:blipFill>
                <a:blip r:embed="rId99"/>
                <a:stretch>
                  <a:fillRect/>
                </a:stretch>
              </p:blipFill>
              <p:spPr>
                <a:xfrm>
                  <a:off x="5132536" y="5933353"/>
                  <a:ext cx="2628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36" name="Ink 135">
                  <a:extLst>
                    <a:ext uri="{FF2B5EF4-FFF2-40B4-BE49-F238E27FC236}">
                      <a16:creationId xmlns:a16="http://schemas.microsoft.com/office/drawing/2014/main" id="{31F15257-7153-FB42-C968-9BD14639991A}"/>
                    </a:ext>
                  </a:extLst>
                </p14:cNvPr>
                <p14:cNvContentPartPr/>
                <p14:nvPr/>
              </p14:nvContentPartPr>
              <p14:xfrm>
                <a:off x="5414776" y="5959633"/>
                <a:ext cx="159120" cy="87120"/>
              </p14:xfrm>
            </p:contentPart>
          </mc:Choice>
          <mc:Fallback xmlns="">
            <p:pic>
              <p:nvPicPr>
                <p:cNvPr id="136" name="Ink 135">
                  <a:extLst>
                    <a:ext uri="{FF2B5EF4-FFF2-40B4-BE49-F238E27FC236}">
                      <a16:creationId xmlns:a16="http://schemas.microsoft.com/office/drawing/2014/main" id="{31F15257-7153-FB42-C968-9BD14639991A}"/>
                    </a:ext>
                  </a:extLst>
                </p:cNvPr>
                <p:cNvPicPr/>
                <p:nvPr/>
              </p:nvPicPr>
              <p:blipFill>
                <a:blip r:embed="rId101"/>
                <a:stretch>
                  <a:fillRect/>
                </a:stretch>
              </p:blipFill>
              <p:spPr>
                <a:xfrm>
                  <a:off x="5396776" y="5941633"/>
                  <a:ext cx="19476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37" name="Ink 136">
                  <a:extLst>
                    <a:ext uri="{FF2B5EF4-FFF2-40B4-BE49-F238E27FC236}">
                      <a16:creationId xmlns:a16="http://schemas.microsoft.com/office/drawing/2014/main" id="{61733866-A4A2-5345-BB2C-21F57D7D58EA}"/>
                    </a:ext>
                  </a:extLst>
                </p14:cNvPr>
                <p14:cNvContentPartPr/>
                <p14:nvPr/>
              </p14:nvContentPartPr>
              <p14:xfrm>
                <a:off x="5624656" y="5804473"/>
                <a:ext cx="30240" cy="285840"/>
              </p14:xfrm>
            </p:contentPart>
          </mc:Choice>
          <mc:Fallback xmlns="">
            <p:pic>
              <p:nvPicPr>
                <p:cNvPr id="137" name="Ink 136">
                  <a:extLst>
                    <a:ext uri="{FF2B5EF4-FFF2-40B4-BE49-F238E27FC236}">
                      <a16:creationId xmlns:a16="http://schemas.microsoft.com/office/drawing/2014/main" id="{61733866-A4A2-5345-BB2C-21F57D7D58EA}"/>
                    </a:ext>
                  </a:extLst>
                </p:cNvPr>
                <p:cNvPicPr/>
                <p:nvPr/>
              </p:nvPicPr>
              <p:blipFill>
                <a:blip r:embed="rId103"/>
                <a:stretch>
                  <a:fillRect/>
                </a:stretch>
              </p:blipFill>
              <p:spPr>
                <a:xfrm>
                  <a:off x="5607016" y="5786473"/>
                  <a:ext cx="65880" cy="321480"/>
                </a:xfrm>
                <a:prstGeom prst="rect">
                  <a:avLst/>
                </a:prstGeom>
              </p:spPr>
            </p:pic>
          </mc:Fallback>
        </mc:AlternateContent>
      </p:grpSp>
      <p:grpSp>
        <p:nvGrpSpPr>
          <p:cNvPr id="158" name="Group 157">
            <a:extLst>
              <a:ext uri="{FF2B5EF4-FFF2-40B4-BE49-F238E27FC236}">
                <a16:creationId xmlns:a16="http://schemas.microsoft.com/office/drawing/2014/main" id="{5B5D831F-608E-0511-A72F-D1E29146EF4A}"/>
              </a:ext>
            </a:extLst>
          </p:cNvPr>
          <p:cNvGrpSpPr/>
          <p:nvPr/>
        </p:nvGrpSpPr>
        <p:grpSpPr>
          <a:xfrm>
            <a:off x="6027136" y="5903473"/>
            <a:ext cx="766800" cy="241920"/>
            <a:chOff x="6027136" y="5903473"/>
            <a:chExt cx="766800" cy="241920"/>
          </a:xfrm>
        </p:grpSpPr>
        <mc:AlternateContent xmlns:mc="http://schemas.openxmlformats.org/markup-compatibility/2006" xmlns:p14="http://schemas.microsoft.com/office/powerpoint/2010/main">
          <mc:Choice Requires="p14">
            <p:contentPart p14:bwMode="auto" r:id="rId104">
              <p14:nvContentPartPr>
                <p14:cNvPr id="138" name="Ink 137">
                  <a:extLst>
                    <a:ext uri="{FF2B5EF4-FFF2-40B4-BE49-F238E27FC236}">
                      <a16:creationId xmlns:a16="http://schemas.microsoft.com/office/drawing/2014/main" id="{EB06D6F5-31FA-FC54-D81D-FC3F09F08EF4}"/>
                    </a:ext>
                  </a:extLst>
                </p14:cNvPr>
                <p14:cNvContentPartPr/>
                <p14:nvPr/>
              </p14:nvContentPartPr>
              <p14:xfrm>
                <a:off x="6027136" y="6018673"/>
                <a:ext cx="214200" cy="126720"/>
              </p14:xfrm>
            </p:contentPart>
          </mc:Choice>
          <mc:Fallback xmlns="">
            <p:pic>
              <p:nvPicPr>
                <p:cNvPr id="138" name="Ink 137">
                  <a:extLst>
                    <a:ext uri="{FF2B5EF4-FFF2-40B4-BE49-F238E27FC236}">
                      <a16:creationId xmlns:a16="http://schemas.microsoft.com/office/drawing/2014/main" id="{EB06D6F5-31FA-FC54-D81D-FC3F09F08EF4}"/>
                    </a:ext>
                  </a:extLst>
                </p:cNvPr>
                <p:cNvPicPr/>
                <p:nvPr/>
              </p:nvPicPr>
              <p:blipFill>
                <a:blip r:embed="rId105"/>
                <a:stretch>
                  <a:fillRect/>
                </a:stretch>
              </p:blipFill>
              <p:spPr>
                <a:xfrm>
                  <a:off x="6009136" y="6001033"/>
                  <a:ext cx="2498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39" name="Ink 138">
                  <a:extLst>
                    <a:ext uri="{FF2B5EF4-FFF2-40B4-BE49-F238E27FC236}">
                      <a16:creationId xmlns:a16="http://schemas.microsoft.com/office/drawing/2014/main" id="{72572EDD-D76D-65D0-DBCA-2BD3E25A2D35}"/>
                    </a:ext>
                  </a:extLst>
                </p14:cNvPr>
                <p14:cNvContentPartPr/>
                <p14:nvPr/>
              </p14:nvContentPartPr>
              <p14:xfrm>
                <a:off x="6298216" y="5982313"/>
                <a:ext cx="78480" cy="140040"/>
              </p14:xfrm>
            </p:contentPart>
          </mc:Choice>
          <mc:Fallback xmlns="">
            <p:pic>
              <p:nvPicPr>
                <p:cNvPr id="139" name="Ink 138">
                  <a:extLst>
                    <a:ext uri="{FF2B5EF4-FFF2-40B4-BE49-F238E27FC236}">
                      <a16:creationId xmlns:a16="http://schemas.microsoft.com/office/drawing/2014/main" id="{72572EDD-D76D-65D0-DBCA-2BD3E25A2D35}"/>
                    </a:ext>
                  </a:extLst>
                </p:cNvPr>
                <p:cNvPicPr/>
                <p:nvPr/>
              </p:nvPicPr>
              <p:blipFill>
                <a:blip r:embed="rId107"/>
                <a:stretch>
                  <a:fillRect/>
                </a:stretch>
              </p:blipFill>
              <p:spPr>
                <a:xfrm>
                  <a:off x="6280576" y="5964313"/>
                  <a:ext cx="11412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40" name="Ink 139">
                  <a:extLst>
                    <a:ext uri="{FF2B5EF4-FFF2-40B4-BE49-F238E27FC236}">
                      <a16:creationId xmlns:a16="http://schemas.microsoft.com/office/drawing/2014/main" id="{5D9AC8AD-37A5-17E2-119B-737F8775B61C}"/>
                    </a:ext>
                  </a:extLst>
                </p14:cNvPr>
                <p14:cNvContentPartPr/>
                <p14:nvPr/>
              </p14:nvContentPartPr>
              <p14:xfrm>
                <a:off x="6453736" y="5970433"/>
                <a:ext cx="23040" cy="121680"/>
              </p14:xfrm>
            </p:contentPart>
          </mc:Choice>
          <mc:Fallback xmlns="">
            <p:pic>
              <p:nvPicPr>
                <p:cNvPr id="140" name="Ink 139">
                  <a:extLst>
                    <a:ext uri="{FF2B5EF4-FFF2-40B4-BE49-F238E27FC236}">
                      <a16:creationId xmlns:a16="http://schemas.microsoft.com/office/drawing/2014/main" id="{5D9AC8AD-37A5-17E2-119B-737F8775B61C}"/>
                    </a:ext>
                  </a:extLst>
                </p:cNvPr>
                <p:cNvPicPr/>
                <p:nvPr/>
              </p:nvPicPr>
              <p:blipFill>
                <a:blip r:embed="rId109"/>
                <a:stretch>
                  <a:fillRect/>
                </a:stretch>
              </p:blipFill>
              <p:spPr>
                <a:xfrm>
                  <a:off x="6435736" y="5952793"/>
                  <a:ext cx="5868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41" name="Ink 140">
                  <a:extLst>
                    <a:ext uri="{FF2B5EF4-FFF2-40B4-BE49-F238E27FC236}">
                      <a16:creationId xmlns:a16="http://schemas.microsoft.com/office/drawing/2014/main" id="{060C3B99-8088-7F2B-697B-93BEF88FA5D3}"/>
                    </a:ext>
                  </a:extLst>
                </p14:cNvPr>
                <p14:cNvContentPartPr/>
                <p14:nvPr/>
              </p14:nvContentPartPr>
              <p14:xfrm>
                <a:off x="6441136" y="5903473"/>
                <a:ext cx="21960" cy="44640"/>
              </p14:xfrm>
            </p:contentPart>
          </mc:Choice>
          <mc:Fallback xmlns="">
            <p:pic>
              <p:nvPicPr>
                <p:cNvPr id="141" name="Ink 140">
                  <a:extLst>
                    <a:ext uri="{FF2B5EF4-FFF2-40B4-BE49-F238E27FC236}">
                      <a16:creationId xmlns:a16="http://schemas.microsoft.com/office/drawing/2014/main" id="{060C3B99-8088-7F2B-697B-93BEF88FA5D3}"/>
                    </a:ext>
                  </a:extLst>
                </p:cNvPr>
                <p:cNvPicPr/>
                <p:nvPr/>
              </p:nvPicPr>
              <p:blipFill>
                <a:blip r:embed="rId111"/>
                <a:stretch>
                  <a:fillRect/>
                </a:stretch>
              </p:blipFill>
              <p:spPr>
                <a:xfrm>
                  <a:off x="6423136" y="5885833"/>
                  <a:ext cx="5760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42" name="Ink 141">
                  <a:extLst>
                    <a:ext uri="{FF2B5EF4-FFF2-40B4-BE49-F238E27FC236}">
                      <a16:creationId xmlns:a16="http://schemas.microsoft.com/office/drawing/2014/main" id="{BD9C3EEE-8E72-C483-8002-6278E53A1F74}"/>
                    </a:ext>
                  </a:extLst>
                </p14:cNvPr>
                <p14:cNvContentPartPr/>
                <p14:nvPr/>
              </p14:nvContentPartPr>
              <p14:xfrm>
                <a:off x="6586936" y="5939113"/>
                <a:ext cx="207000" cy="173880"/>
              </p14:xfrm>
            </p:contentPart>
          </mc:Choice>
          <mc:Fallback xmlns="">
            <p:pic>
              <p:nvPicPr>
                <p:cNvPr id="142" name="Ink 141">
                  <a:extLst>
                    <a:ext uri="{FF2B5EF4-FFF2-40B4-BE49-F238E27FC236}">
                      <a16:creationId xmlns:a16="http://schemas.microsoft.com/office/drawing/2014/main" id="{BD9C3EEE-8E72-C483-8002-6278E53A1F74}"/>
                    </a:ext>
                  </a:extLst>
                </p:cNvPr>
                <p:cNvPicPr/>
                <p:nvPr/>
              </p:nvPicPr>
              <p:blipFill>
                <a:blip r:embed="rId113"/>
                <a:stretch>
                  <a:fillRect/>
                </a:stretch>
              </p:blipFill>
              <p:spPr>
                <a:xfrm>
                  <a:off x="6569296" y="5921113"/>
                  <a:ext cx="242640" cy="209520"/>
                </a:xfrm>
                <a:prstGeom prst="rect">
                  <a:avLst/>
                </a:prstGeom>
              </p:spPr>
            </p:pic>
          </mc:Fallback>
        </mc:AlternateContent>
      </p:grpSp>
      <p:grpSp>
        <p:nvGrpSpPr>
          <p:cNvPr id="157" name="Group 156">
            <a:extLst>
              <a:ext uri="{FF2B5EF4-FFF2-40B4-BE49-F238E27FC236}">
                <a16:creationId xmlns:a16="http://schemas.microsoft.com/office/drawing/2014/main" id="{14A29C93-F1E9-D236-314D-2344928A036B}"/>
              </a:ext>
            </a:extLst>
          </p:cNvPr>
          <p:cNvGrpSpPr/>
          <p:nvPr/>
        </p:nvGrpSpPr>
        <p:grpSpPr>
          <a:xfrm>
            <a:off x="7141696" y="5822833"/>
            <a:ext cx="308520" cy="181440"/>
            <a:chOff x="7141696" y="5822833"/>
            <a:chExt cx="308520" cy="181440"/>
          </a:xfrm>
        </p:grpSpPr>
        <mc:AlternateContent xmlns:mc="http://schemas.openxmlformats.org/markup-compatibility/2006" xmlns:p14="http://schemas.microsoft.com/office/powerpoint/2010/main">
          <mc:Choice Requires="p14">
            <p:contentPart p14:bwMode="auto" r:id="rId114">
              <p14:nvContentPartPr>
                <p14:cNvPr id="143" name="Ink 142">
                  <a:extLst>
                    <a:ext uri="{FF2B5EF4-FFF2-40B4-BE49-F238E27FC236}">
                      <a16:creationId xmlns:a16="http://schemas.microsoft.com/office/drawing/2014/main" id="{CC845C4C-F6E7-B2C5-1227-CF7FE56B1074}"/>
                    </a:ext>
                  </a:extLst>
                </p14:cNvPr>
                <p14:cNvContentPartPr/>
                <p14:nvPr/>
              </p14:nvContentPartPr>
              <p14:xfrm>
                <a:off x="7175176" y="5900953"/>
                <a:ext cx="49680" cy="103320"/>
              </p14:xfrm>
            </p:contentPart>
          </mc:Choice>
          <mc:Fallback xmlns="">
            <p:pic>
              <p:nvPicPr>
                <p:cNvPr id="143" name="Ink 142">
                  <a:extLst>
                    <a:ext uri="{FF2B5EF4-FFF2-40B4-BE49-F238E27FC236}">
                      <a16:creationId xmlns:a16="http://schemas.microsoft.com/office/drawing/2014/main" id="{CC845C4C-F6E7-B2C5-1227-CF7FE56B1074}"/>
                    </a:ext>
                  </a:extLst>
                </p:cNvPr>
                <p:cNvPicPr/>
                <p:nvPr/>
              </p:nvPicPr>
              <p:blipFill>
                <a:blip r:embed="rId115"/>
                <a:stretch>
                  <a:fillRect/>
                </a:stretch>
              </p:blipFill>
              <p:spPr>
                <a:xfrm>
                  <a:off x="7157536" y="5882953"/>
                  <a:ext cx="8532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44" name="Ink 143">
                  <a:extLst>
                    <a:ext uri="{FF2B5EF4-FFF2-40B4-BE49-F238E27FC236}">
                      <a16:creationId xmlns:a16="http://schemas.microsoft.com/office/drawing/2014/main" id="{B267A6D4-5645-7B83-4968-8B4A00B86C92}"/>
                    </a:ext>
                  </a:extLst>
                </p14:cNvPr>
                <p14:cNvContentPartPr/>
                <p14:nvPr/>
              </p14:nvContentPartPr>
              <p14:xfrm>
                <a:off x="7141696" y="5822833"/>
                <a:ext cx="73080" cy="15120"/>
              </p14:xfrm>
            </p:contentPart>
          </mc:Choice>
          <mc:Fallback xmlns="">
            <p:pic>
              <p:nvPicPr>
                <p:cNvPr id="144" name="Ink 143">
                  <a:extLst>
                    <a:ext uri="{FF2B5EF4-FFF2-40B4-BE49-F238E27FC236}">
                      <a16:creationId xmlns:a16="http://schemas.microsoft.com/office/drawing/2014/main" id="{B267A6D4-5645-7B83-4968-8B4A00B86C92}"/>
                    </a:ext>
                  </a:extLst>
                </p:cNvPr>
                <p:cNvPicPr/>
                <p:nvPr/>
              </p:nvPicPr>
              <p:blipFill>
                <a:blip r:embed="rId117"/>
                <a:stretch>
                  <a:fillRect/>
                </a:stretch>
              </p:blipFill>
              <p:spPr>
                <a:xfrm>
                  <a:off x="7123696" y="5804833"/>
                  <a:ext cx="10872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45" name="Ink 144">
                  <a:extLst>
                    <a:ext uri="{FF2B5EF4-FFF2-40B4-BE49-F238E27FC236}">
                      <a16:creationId xmlns:a16="http://schemas.microsoft.com/office/drawing/2014/main" id="{0AAF52B7-11AA-3707-D91E-372CCC2578CF}"/>
                    </a:ext>
                  </a:extLst>
                </p14:cNvPr>
                <p14:cNvContentPartPr/>
                <p14:nvPr/>
              </p14:nvContentPartPr>
              <p14:xfrm>
                <a:off x="7323496" y="5914993"/>
                <a:ext cx="126720" cy="68760"/>
              </p14:xfrm>
            </p:contentPart>
          </mc:Choice>
          <mc:Fallback xmlns="">
            <p:pic>
              <p:nvPicPr>
                <p:cNvPr id="145" name="Ink 144">
                  <a:extLst>
                    <a:ext uri="{FF2B5EF4-FFF2-40B4-BE49-F238E27FC236}">
                      <a16:creationId xmlns:a16="http://schemas.microsoft.com/office/drawing/2014/main" id="{0AAF52B7-11AA-3707-D91E-372CCC2578CF}"/>
                    </a:ext>
                  </a:extLst>
                </p:cNvPr>
                <p:cNvPicPr/>
                <p:nvPr/>
              </p:nvPicPr>
              <p:blipFill>
                <a:blip r:embed="rId119"/>
                <a:stretch>
                  <a:fillRect/>
                </a:stretch>
              </p:blipFill>
              <p:spPr>
                <a:xfrm>
                  <a:off x="7305856" y="5897353"/>
                  <a:ext cx="162360" cy="104400"/>
                </a:xfrm>
                <a:prstGeom prst="rect">
                  <a:avLst/>
                </a:prstGeom>
              </p:spPr>
            </p:pic>
          </mc:Fallback>
        </mc:AlternateContent>
      </p:grpSp>
      <p:grpSp>
        <p:nvGrpSpPr>
          <p:cNvPr id="170" name="Group 169">
            <a:extLst>
              <a:ext uri="{FF2B5EF4-FFF2-40B4-BE49-F238E27FC236}">
                <a16:creationId xmlns:a16="http://schemas.microsoft.com/office/drawing/2014/main" id="{F51EA2CB-202F-AF57-8D67-8063B755E8D9}"/>
              </a:ext>
            </a:extLst>
          </p:cNvPr>
          <p:cNvGrpSpPr/>
          <p:nvPr/>
        </p:nvGrpSpPr>
        <p:grpSpPr>
          <a:xfrm>
            <a:off x="7755856" y="3427033"/>
            <a:ext cx="4445280" cy="3335040"/>
            <a:chOff x="7755856" y="3427033"/>
            <a:chExt cx="4445280" cy="3335040"/>
          </a:xfrm>
        </p:grpSpPr>
        <mc:AlternateContent xmlns:mc="http://schemas.openxmlformats.org/markup-compatibility/2006" xmlns:p14="http://schemas.microsoft.com/office/powerpoint/2010/main">
          <mc:Choice Requires="p14">
            <p:contentPart p14:bwMode="auto" r:id="rId120">
              <p14:nvContentPartPr>
                <p14:cNvPr id="13" name="Ink 12">
                  <a:extLst>
                    <a:ext uri="{FF2B5EF4-FFF2-40B4-BE49-F238E27FC236}">
                      <a16:creationId xmlns:a16="http://schemas.microsoft.com/office/drawing/2014/main" id="{45E7DC2D-3840-45E3-29D5-505578E2BFCF}"/>
                    </a:ext>
                  </a:extLst>
                </p14:cNvPr>
                <p14:cNvContentPartPr/>
                <p14:nvPr/>
              </p14:nvContentPartPr>
              <p14:xfrm>
                <a:off x="9986776" y="3553393"/>
                <a:ext cx="156240" cy="336600"/>
              </p14:xfrm>
            </p:contentPart>
          </mc:Choice>
          <mc:Fallback xmlns="">
            <p:pic>
              <p:nvPicPr>
                <p:cNvPr id="13" name="Ink 12">
                  <a:extLst>
                    <a:ext uri="{FF2B5EF4-FFF2-40B4-BE49-F238E27FC236}">
                      <a16:creationId xmlns:a16="http://schemas.microsoft.com/office/drawing/2014/main" id="{45E7DC2D-3840-45E3-29D5-505578E2BFCF}"/>
                    </a:ext>
                  </a:extLst>
                </p:cNvPr>
                <p:cNvPicPr/>
                <p:nvPr/>
              </p:nvPicPr>
              <p:blipFill>
                <a:blip r:embed="rId121"/>
                <a:stretch>
                  <a:fillRect/>
                </a:stretch>
              </p:blipFill>
              <p:spPr>
                <a:xfrm>
                  <a:off x="9969136" y="3535753"/>
                  <a:ext cx="19188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21" name="Ink 20">
                  <a:extLst>
                    <a:ext uri="{FF2B5EF4-FFF2-40B4-BE49-F238E27FC236}">
                      <a16:creationId xmlns:a16="http://schemas.microsoft.com/office/drawing/2014/main" id="{8CA08A2A-4066-F92D-7F64-ACBE2A0564E8}"/>
                    </a:ext>
                  </a:extLst>
                </p14:cNvPr>
                <p14:cNvContentPartPr/>
                <p14:nvPr/>
              </p14:nvContentPartPr>
              <p14:xfrm>
                <a:off x="10266856" y="3742753"/>
                <a:ext cx="28800" cy="97200"/>
              </p14:xfrm>
            </p:contentPart>
          </mc:Choice>
          <mc:Fallback xmlns="">
            <p:pic>
              <p:nvPicPr>
                <p:cNvPr id="21" name="Ink 20">
                  <a:extLst>
                    <a:ext uri="{FF2B5EF4-FFF2-40B4-BE49-F238E27FC236}">
                      <a16:creationId xmlns:a16="http://schemas.microsoft.com/office/drawing/2014/main" id="{8CA08A2A-4066-F92D-7F64-ACBE2A0564E8}"/>
                    </a:ext>
                  </a:extLst>
                </p:cNvPr>
                <p:cNvPicPr/>
                <p:nvPr/>
              </p:nvPicPr>
              <p:blipFill>
                <a:blip r:embed="rId123"/>
                <a:stretch>
                  <a:fillRect/>
                </a:stretch>
              </p:blipFill>
              <p:spPr>
                <a:xfrm>
                  <a:off x="10249216" y="3725113"/>
                  <a:ext cx="644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30" name="Ink 29">
                  <a:extLst>
                    <a:ext uri="{FF2B5EF4-FFF2-40B4-BE49-F238E27FC236}">
                      <a16:creationId xmlns:a16="http://schemas.microsoft.com/office/drawing/2014/main" id="{BAB3FF8D-C8CF-0437-54FB-4F0F9D30015B}"/>
                    </a:ext>
                  </a:extLst>
                </p14:cNvPr>
                <p14:cNvContentPartPr/>
                <p14:nvPr/>
              </p14:nvContentPartPr>
              <p14:xfrm>
                <a:off x="10261096" y="3623593"/>
                <a:ext cx="9360" cy="38520"/>
              </p14:xfrm>
            </p:contentPart>
          </mc:Choice>
          <mc:Fallback xmlns="">
            <p:pic>
              <p:nvPicPr>
                <p:cNvPr id="30" name="Ink 29">
                  <a:extLst>
                    <a:ext uri="{FF2B5EF4-FFF2-40B4-BE49-F238E27FC236}">
                      <a16:creationId xmlns:a16="http://schemas.microsoft.com/office/drawing/2014/main" id="{BAB3FF8D-C8CF-0437-54FB-4F0F9D30015B}"/>
                    </a:ext>
                  </a:extLst>
                </p:cNvPr>
                <p:cNvPicPr/>
                <p:nvPr/>
              </p:nvPicPr>
              <p:blipFill>
                <a:blip r:embed="rId125"/>
                <a:stretch>
                  <a:fillRect/>
                </a:stretch>
              </p:blipFill>
              <p:spPr>
                <a:xfrm>
                  <a:off x="10243456" y="3605593"/>
                  <a:ext cx="4500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31" name="Ink 30">
                  <a:extLst>
                    <a:ext uri="{FF2B5EF4-FFF2-40B4-BE49-F238E27FC236}">
                      <a16:creationId xmlns:a16="http://schemas.microsoft.com/office/drawing/2014/main" id="{B4396BB9-8C83-F4BD-A6F6-3C8491E4C4A5}"/>
                    </a:ext>
                  </a:extLst>
                </p14:cNvPr>
                <p14:cNvContentPartPr/>
                <p14:nvPr/>
              </p14:nvContentPartPr>
              <p14:xfrm>
                <a:off x="10361176" y="3727993"/>
                <a:ext cx="416880" cy="143640"/>
              </p14:xfrm>
            </p:contentPart>
          </mc:Choice>
          <mc:Fallback xmlns="">
            <p:pic>
              <p:nvPicPr>
                <p:cNvPr id="31" name="Ink 30">
                  <a:extLst>
                    <a:ext uri="{FF2B5EF4-FFF2-40B4-BE49-F238E27FC236}">
                      <a16:creationId xmlns:a16="http://schemas.microsoft.com/office/drawing/2014/main" id="{B4396BB9-8C83-F4BD-A6F6-3C8491E4C4A5}"/>
                    </a:ext>
                  </a:extLst>
                </p:cNvPr>
                <p:cNvPicPr/>
                <p:nvPr/>
              </p:nvPicPr>
              <p:blipFill>
                <a:blip r:embed="rId127"/>
                <a:stretch>
                  <a:fillRect/>
                </a:stretch>
              </p:blipFill>
              <p:spPr>
                <a:xfrm>
                  <a:off x="10343536" y="3709993"/>
                  <a:ext cx="4525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32" name="Ink 31">
                  <a:extLst>
                    <a:ext uri="{FF2B5EF4-FFF2-40B4-BE49-F238E27FC236}">
                      <a16:creationId xmlns:a16="http://schemas.microsoft.com/office/drawing/2014/main" id="{99978C94-6E3F-97E1-01A9-D5929F53332D}"/>
                    </a:ext>
                  </a:extLst>
                </p14:cNvPr>
                <p14:cNvContentPartPr/>
                <p14:nvPr/>
              </p14:nvContentPartPr>
              <p14:xfrm>
                <a:off x="10780936" y="3628633"/>
                <a:ext cx="198000" cy="185040"/>
              </p14:xfrm>
            </p:contentPart>
          </mc:Choice>
          <mc:Fallback xmlns="">
            <p:pic>
              <p:nvPicPr>
                <p:cNvPr id="32" name="Ink 31">
                  <a:extLst>
                    <a:ext uri="{FF2B5EF4-FFF2-40B4-BE49-F238E27FC236}">
                      <a16:creationId xmlns:a16="http://schemas.microsoft.com/office/drawing/2014/main" id="{99978C94-6E3F-97E1-01A9-D5929F53332D}"/>
                    </a:ext>
                  </a:extLst>
                </p:cNvPr>
                <p:cNvPicPr/>
                <p:nvPr/>
              </p:nvPicPr>
              <p:blipFill>
                <a:blip r:embed="rId129"/>
                <a:stretch>
                  <a:fillRect/>
                </a:stretch>
              </p:blipFill>
              <p:spPr>
                <a:xfrm>
                  <a:off x="10763296" y="3610633"/>
                  <a:ext cx="23364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34" name="Ink 33">
                  <a:extLst>
                    <a:ext uri="{FF2B5EF4-FFF2-40B4-BE49-F238E27FC236}">
                      <a16:creationId xmlns:a16="http://schemas.microsoft.com/office/drawing/2014/main" id="{7AF2E6FE-4040-485D-89F6-FA924C58BCC8}"/>
                    </a:ext>
                  </a:extLst>
                </p14:cNvPr>
                <p14:cNvContentPartPr/>
                <p14:nvPr/>
              </p14:nvContentPartPr>
              <p14:xfrm>
                <a:off x="11305456" y="3611353"/>
                <a:ext cx="55440" cy="261000"/>
              </p14:xfrm>
            </p:contentPart>
          </mc:Choice>
          <mc:Fallback xmlns="">
            <p:pic>
              <p:nvPicPr>
                <p:cNvPr id="34" name="Ink 33">
                  <a:extLst>
                    <a:ext uri="{FF2B5EF4-FFF2-40B4-BE49-F238E27FC236}">
                      <a16:creationId xmlns:a16="http://schemas.microsoft.com/office/drawing/2014/main" id="{7AF2E6FE-4040-485D-89F6-FA924C58BCC8}"/>
                    </a:ext>
                  </a:extLst>
                </p:cNvPr>
                <p:cNvPicPr/>
                <p:nvPr/>
              </p:nvPicPr>
              <p:blipFill>
                <a:blip r:embed="rId131"/>
                <a:stretch>
                  <a:fillRect/>
                </a:stretch>
              </p:blipFill>
              <p:spPr>
                <a:xfrm>
                  <a:off x="11287816" y="3593713"/>
                  <a:ext cx="9108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35" name="Ink 34">
                  <a:extLst>
                    <a:ext uri="{FF2B5EF4-FFF2-40B4-BE49-F238E27FC236}">
                      <a16:creationId xmlns:a16="http://schemas.microsoft.com/office/drawing/2014/main" id="{D2A13306-A21F-A2BC-DE99-F8CCC1C975C1}"/>
                    </a:ext>
                  </a:extLst>
                </p14:cNvPr>
                <p14:cNvContentPartPr/>
                <p14:nvPr/>
              </p14:nvContentPartPr>
              <p14:xfrm>
                <a:off x="11273776" y="3765433"/>
                <a:ext cx="182880" cy="33480"/>
              </p14:xfrm>
            </p:contentPart>
          </mc:Choice>
          <mc:Fallback xmlns="">
            <p:pic>
              <p:nvPicPr>
                <p:cNvPr id="35" name="Ink 34">
                  <a:extLst>
                    <a:ext uri="{FF2B5EF4-FFF2-40B4-BE49-F238E27FC236}">
                      <a16:creationId xmlns:a16="http://schemas.microsoft.com/office/drawing/2014/main" id="{D2A13306-A21F-A2BC-DE99-F8CCC1C975C1}"/>
                    </a:ext>
                  </a:extLst>
                </p:cNvPr>
                <p:cNvPicPr/>
                <p:nvPr/>
              </p:nvPicPr>
              <p:blipFill>
                <a:blip r:embed="rId133"/>
                <a:stretch>
                  <a:fillRect/>
                </a:stretch>
              </p:blipFill>
              <p:spPr>
                <a:xfrm>
                  <a:off x="11256136" y="3747793"/>
                  <a:ext cx="21852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36" name="Ink 35">
                  <a:extLst>
                    <a:ext uri="{FF2B5EF4-FFF2-40B4-BE49-F238E27FC236}">
                      <a16:creationId xmlns:a16="http://schemas.microsoft.com/office/drawing/2014/main" id="{A853658D-C03F-2B58-91B0-127AF9B34C86}"/>
                    </a:ext>
                  </a:extLst>
                </p14:cNvPr>
                <p14:cNvContentPartPr/>
                <p14:nvPr/>
              </p14:nvContentPartPr>
              <p14:xfrm>
                <a:off x="11477896" y="3713953"/>
                <a:ext cx="45360" cy="85320"/>
              </p14:xfrm>
            </p:contentPart>
          </mc:Choice>
          <mc:Fallback xmlns="">
            <p:pic>
              <p:nvPicPr>
                <p:cNvPr id="36" name="Ink 35">
                  <a:extLst>
                    <a:ext uri="{FF2B5EF4-FFF2-40B4-BE49-F238E27FC236}">
                      <a16:creationId xmlns:a16="http://schemas.microsoft.com/office/drawing/2014/main" id="{A853658D-C03F-2B58-91B0-127AF9B34C86}"/>
                    </a:ext>
                  </a:extLst>
                </p:cNvPr>
                <p:cNvPicPr/>
                <p:nvPr/>
              </p:nvPicPr>
              <p:blipFill>
                <a:blip r:embed="rId135"/>
                <a:stretch>
                  <a:fillRect/>
                </a:stretch>
              </p:blipFill>
              <p:spPr>
                <a:xfrm>
                  <a:off x="11459896" y="3696313"/>
                  <a:ext cx="8100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37" name="Ink 36">
                  <a:extLst>
                    <a:ext uri="{FF2B5EF4-FFF2-40B4-BE49-F238E27FC236}">
                      <a16:creationId xmlns:a16="http://schemas.microsoft.com/office/drawing/2014/main" id="{8FB129A6-5F0C-4F71-D408-41A4AD66F067}"/>
                    </a:ext>
                  </a:extLst>
                </p14:cNvPr>
                <p14:cNvContentPartPr/>
                <p14:nvPr/>
              </p14:nvContentPartPr>
              <p14:xfrm>
                <a:off x="11565376" y="3722953"/>
                <a:ext cx="72000" cy="106560"/>
              </p14:xfrm>
            </p:contentPart>
          </mc:Choice>
          <mc:Fallback xmlns="">
            <p:pic>
              <p:nvPicPr>
                <p:cNvPr id="37" name="Ink 36">
                  <a:extLst>
                    <a:ext uri="{FF2B5EF4-FFF2-40B4-BE49-F238E27FC236}">
                      <a16:creationId xmlns:a16="http://schemas.microsoft.com/office/drawing/2014/main" id="{8FB129A6-5F0C-4F71-D408-41A4AD66F067}"/>
                    </a:ext>
                  </a:extLst>
                </p:cNvPr>
                <p:cNvPicPr/>
                <p:nvPr/>
              </p:nvPicPr>
              <p:blipFill>
                <a:blip r:embed="rId137"/>
                <a:stretch>
                  <a:fillRect/>
                </a:stretch>
              </p:blipFill>
              <p:spPr>
                <a:xfrm>
                  <a:off x="11547736" y="3705313"/>
                  <a:ext cx="1076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38" name="Ink 37">
                  <a:extLst>
                    <a:ext uri="{FF2B5EF4-FFF2-40B4-BE49-F238E27FC236}">
                      <a16:creationId xmlns:a16="http://schemas.microsoft.com/office/drawing/2014/main" id="{68921042-5F38-CB5C-8D16-34009FA6C8E5}"/>
                    </a:ext>
                  </a:extLst>
                </p14:cNvPr>
                <p14:cNvContentPartPr/>
                <p14:nvPr/>
              </p14:nvContentPartPr>
              <p14:xfrm>
                <a:off x="11684896" y="3695593"/>
                <a:ext cx="193680" cy="115200"/>
              </p14:xfrm>
            </p:contentPart>
          </mc:Choice>
          <mc:Fallback xmlns="">
            <p:pic>
              <p:nvPicPr>
                <p:cNvPr id="38" name="Ink 37">
                  <a:extLst>
                    <a:ext uri="{FF2B5EF4-FFF2-40B4-BE49-F238E27FC236}">
                      <a16:creationId xmlns:a16="http://schemas.microsoft.com/office/drawing/2014/main" id="{68921042-5F38-CB5C-8D16-34009FA6C8E5}"/>
                    </a:ext>
                  </a:extLst>
                </p:cNvPr>
                <p:cNvPicPr/>
                <p:nvPr/>
              </p:nvPicPr>
              <p:blipFill>
                <a:blip r:embed="rId139"/>
                <a:stretch>
                  <a:fillRect/>
                </a:stretch>
              </p:blipFill>
              <p:spPr>
                <a:xfrm>
                  <a:off x="11666896" y="3677593"/>
                  <a:ext cx="22932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39" name="Ink 38">
                  <a:extLst>
                    <a:ext uri="{FF2B5EF4-FFF2-40B4-BE49-F238E27FC236}">
                      <a16:creationId xmlns:a16="http://schemas.microsoft.com/office/drawing/2014/main" id="{7950B11E-F30D-09B8-3165-AB050976BB15}"/>
                    </a:ext>
                  </a:extLst>
                </p14:cNvPr>
                <p14:cNvContentPartPr/>
                <p14:nvPr/>
              </p14:nvContentPartPr>
              <p14:xfrm>
                <a:off x="11337496" y="3563473"/>
                <a:ext cx="41040" cy="101880"/>
              </p14:xfrm>
            </p:contentPart>
          </mc:Choice>
          <mc:Fallback xmlns="">
            <p:pic>
              <p:nvPicPr>
                <p:cNvPr id="39" name="Ink 38">
                  <a:extLst>
                    <a:ext uri="{FF2B5EF4-FFF2-40B4-BE49-F238E27FC236}">
                      <a16:creationId xmlns:a16="http://schemas.microsoft.com/office/drawing/2014/main" id="{7950B11E-F30D-09B8-3165-AB050976BB15}"/>
                    </a:ext>
                  </a:extLst>
                </p:cNvPr>
                <p:cNvPicPr/>
                <p:nvPr/>
              </p:nvPicPr>
              <p:blipFill>
                <a:blip r:embed="rId141"/>
                <a:stretch>
                  <a:fillRect/>
                </a:stretch>
              </p:blipFill>
              <p:spPr>
                <a:xfrm>
                  <a:off x="11319496" y="3545473"/>
                  <a:ext cx="7668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40" name="Ink 39">
                  <a:extLst>
                    <a:ext uri="{FF2B5EF4-FFF2-40B4-BE49-F238E27FC236}">
                      <a16:creationId xmlns:a16="http://schemas.microsoft.com/office/drawing/2014/main" id="{AD6C49EB-F6E9-34D4-A006-9D7E9BABE7D7}"/>
                    </a:ext>
                  </a:extLst>
                </p14:cNvPr>
                <p14:cNvContentPartPr/>
                <p14:nvPr/>
              </p14:nvContentPartPr>
              <p14:xfrm>
                <a:off x="10286296" y="4142353"/>
                <a:ext cx="48600" cy="221400"/>
              </p14:xfrm>
            </p:contentPart>
          </mc:Choice>
          <mc:Fallback xmlns="">
            <p:pic>
              <p:nvPicPr>
                <p:cNvPr id="40" name="Ink 39">
                  <a:extLst>
                    <a:ext uri="{FF2B5EF4-FFF2-40B4-BE49-F238E27FC236}">
                      <a16:creationId xmlns:a16="http://schemas.microsoft.com/office/drawing/2014/main" id="{AD6C49EB-F6E9-34D4-A006-9D7E9BABE7D7}"/>
                    </a:ext>
                  </a:extLst>
                </p:cNvPr>
                <p:cNvPicPr/>
                <p:nvPr/>
              </p:nvPicPr>
              <p:blipFill>
                <a:blip r:embed="rId143"/>
                <a:stretch>
                  <a:fillRect/>
                </a:stretch>
              </p:blipFill>
              <p:spPr>
                <a:xfrm>
                  <a:off x="10268296" y="4124353"/>
                  <a:ext cx="8424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41" name="Ink 40">
                  <a:extLst>
                    <a:ext uri="{FF2B5EF4-FFF2-40B4-BE49-F238E27FC236}">
                      <a16:creationId xmlns:a16="http://schemas.microsoft.com/office/drawing/2014/main" id="{F32152C2-8C23-B58C-9117-82B8B50C5765}"/>
                    </a:ext>
                  </a:extLst>
                </p14:cNvPr>
                <p14:cNvContentPartPr/>
                <p14:nvPr/>
              </p14:nvContentPartPr>
              <p14:xfrm>
                <a:off x="10323376" y="4131193"/>
                <a:ext cx="98640" cy="77400"/>
              </p14:xfrm>
            </p:contentPart>
          </mc:Choice>
          <mc:Fallback xmlns="">
            <p:pic>
              <p:nvPicPr>
                <p:cNvPr id="41" name="Ink 40">
                  <a:extLst>
                    <a:ext uri="{FF2B5EF4-FFF2-40B4-BE49-F238E27FC236}">
                      <a16:creationId xmlns:a16="http://schemas.microsoft.com/office/drawing/2014/main" id="{F32152C2-8C23-B58C-9117-82B8B50C5765}"/>
                    </a:ext>
                  </a:extLst>
                </p:cNvPr>
                <p:cNvPicPr/>
                <p:nvPr/>
              </p:nvPicPr>
              <p:blipFill>
                <a:blip r:embed="rId145"/>
                <a:stretch>
                  <a:fillRect/>
                </a:stretch>
              </p:blipFill>
              <p:spPr>
                <a:xfrm>
                  <a:off x="10305376" y="4113553"/>
                  <a:ext cx="1342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42" name="Ink 41">
                  <a:extLst>
                    <a:ext uri="{FF2B5EF4-FFF2-40B4-BE49-F238E27FC236}">
                      <a16:creationId xmlns:a16="http://schemas.microsoft.com/office/drawing/2014/main" id="{EDA17888-B18F-DE90-FE62-6B1B6E1D62F3}"/>
                    </a:ext>
                  </a:extLst>
                </p14:cNvPr>
                <p14:cNvContentPartPr/>
                <p14:nvPr/>
              </p14:nvContentPartPr>
              <p14:xfrm>
                <a:off x="10468096" y="4158553"/>
                <a:ext cx="146520" cy="203760"/>
              </p14:xfrm>
            </p:contentPart>
          </mc:Choice>
          <mc:Fallback xmlns="">
            <p:pic>
              <p:nvPicPr>
                <p:cNvPr id="42" name="Ink 41">
                  <a:extLst>
                    <a:ext uri="{FF2B5EF4-FFF2-40B4-BE49-F238E27FC236}">
                      <a16:creationId xmlns:a16="http://schemas.microsoft.com/office/drawing/2014/main" id="{EDA17888-B18F-DE90-FE62-6B1B6E1D62F3}"/>
                    </a:ext>
                  </a:extLst>
                </p:cNvPr>
                <p:cNvPicPr/>
                <p:nvPr/>
              </p:nvPicPr>
              <p:blipFill>
                <a:blip r:embed="rId147"/>
                <a:stretch>
                  <a:fillRect/>
                </a:stretch>
              </p:blipFill>
              <p:spPr>
                <a:xfrm>
                  <a:off x="10450096" y="4140553"/>
                  <a:ext cx="18216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45" name="Ink 44">
                  <a:extLst>
                    <a:ext uri="{FF2B5EF4-FFF2-40B4-BE49-F238E27FC236}">
                      <a16:creationId xmlns:a16="http://schemas.microsoft.com/office/drawing/2014/main" id="{14106003-1BD8-AF1C-83D3-816A87701055}"/>
                    </a:ext>
                  </a:extLst>
                </p14:cNvPr>
                <p14:cNvContentPartPr/>
                <p14:nvPr/>
              </p14:nvContentPartPr>
              <p14:xfrm>
                <a:off x="10134736" y="4699993"/>
                <a:ext cx="75960" cy="333720"/>
              </p14:xfrm>
            </p:contentPart>
          </mc:Choice>
          <mc:Fallback xmlns="">
            <p:pic>
              <p:nvPicPr>
                <p:cNvPr id="45" name="Ink 44">
                  <a:extLst>
                    <a:ext uri="{FF2B5EF4-FFF2-40B4-BE49-F238E27FC236}">
                      <a16:creationId xmlns:a16="http://schemas.microsoft.com/office/drawing/2014/main" id="{14106003-1BD8-AF1C-83D3-816A87701055}"/>
                    </a:ext>
                  </a:extLst>
                </p:cNvPr>
                <p:cNvPicPr/>
                <p:nvPr/>
              </p:nvPicPr>
              <p:blipFill>
                <a:blip r:embed="rId149"/>
                <a:stretch>
                  <a:fillRect/>
                </a:stretch>
              </p:blipFill>
              <p:spPr>
                <a:xfrm>
                  <a:off x="10116736" y="4682353"/>
                  <a:ext cx="11160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46" name="Ink 45">
                  <a:extLst>
                    <a:ext uri="{FF2B5EF4-FFF2-40B4-BE49-F238E27FC236}">
                      <a16:creationId xmlns:a16="http://schemas.microsoft.com/office/drawing/2014/main" id="{37F37A04-D729-AFC2-C15A-03CAEADB5AAD}"/>
                    </a:ext>
                  </a:extLst>
                </p14:cNvPr>
                <p14:cNvContentPartPr/>
                <p14:nvPr/>
              </p14:nvContentPartPr>
              <p14:xfrm>
                <a:off x="10058416" y="4687033"/>
                <a:ext cx="192960" cy="45720"/>
              </p14:xfrm>
            </p:contentPart>
          </mc:Choice>
          <mc:Fallback xmlns="">
            <p:pic>
              <p:nvPicPr>
                <p:cNvPr id="46" name="Ink 45">
                  <a:extLst>
                    <a:ext uri="{FF2B5EF4-FFF2-40B4-BE49-F238E27FC236}">
                      <a16:creationId xmlns:a16="http://schemas.microsoft.com/office/drawing/2014/main" id="{37F37A04-D729-AFC2-C15A-03CAEADB5AAD}"/>
                    </a:ext>
                  </a:extLst>
                </p:cNvPr>
                <p:cNvPicPr/>
                <p:nvPr/>
              </p:nvPicPr>
              <p:blipFill>
                <a:blip r:embed="rId151"/>
                <a:stretch>
                  <a:fillRect/>
                </a:stretch>
              </p:blipFill>
              <p:spPr>
                <a:xfrm>
                  <a:off x="10040416" y="4669033"/>
                  <a:ext cx="22860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47" name="Ink 46">
                  <a:extLst>
                    <a:ext uri="{FF2B5EF4-FFF2-40B4-BE49-F238E27FC236}">
                      <a16:creationId xmlns:a16="http://schemas.microsoft.com/office/drawing/2014/main" id="{3619C808-8B7A-27E6-BDC2-598DA96D7D77}"/>
                    </a:ext>
                  </a:extLst>
                </p14:cNvPr>
                <p14:cNvContentPartPr/>
                <p14:nvPr/>
              </p14:nvContentPartPr>
              <p14:xfrm>
                <a:off x="10111696" y="5061793"/>
                <a:ext cx="135720" cy="23400"/>
              </p14:xfrm>
            </p:contentPart>
          </mc:Choice>
          <mc:Fallback xmlns="">
            <p:pic>
              <p:nvPicPr>
                <p:cNvPr id="47" name="Ink 46">
                  <a:extLst>
                    <a:ext uri="{FF2B5EF4-FFF2-40B4-BE49-F238E27FC236}">
                      <a16:creationId xmlns:a16="http://schemas.microsoft.com/office/drawing/2014/main" id="{3619C808-8B7A-27E6-BDC2-598DA96D7D77}"/>
                    </a:ext>
                  </a:extLst>
                </p:cNvPr>
                <p:cNvPicPr/>
                <p:nvPr/>
              </p:nvPicPr>
              <p:blipFill>
                <a:blip r:embed="rId153"/>
                <a:stretch>
                  <a:fillRect/>
                </a:stretch>
              </p:blipFill>
              <p:spPr>
                <a:xfrm>
                  <a:off x="10094056" y="5044153"/>
                  <a:ext cx="17136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49" name="Ink 48">
                  <a:extLst>
                    <a:ext uri="{FF2B5EF4-FFF2-40B4-BE49-F238E27FC236}">
                      <a16:creationId xmlns:a16="http://schemas.microsoft.com/office/drawing/2014/main" id="{8CCC1AEE-F4CA-2E69-470F-9D4DA554EA71}"/>
                    </a:ext>
                  </a:extLst>
                </p14:cNvPr>
                <p14:cNvContentPartPr/>
                <p14:nvPr/>
              </p14:nvContentPartPr>
              <p14:xfrm>
                <a:off x="10352176" y="5136673"/>
                <a:ext cx="17280" cy="2520"/>
              </p14:xfrm>
            </p:contentPart>
          </mc:Choice>
          <mc:Fallback xmlns="">
            <p:pic>
              <p:nvPicPr>
                <p:cNvPr id="49" name="Ink 48">
                  <a:extLst>
                    <a:ext uri="{FF2B5EF4-FFF2-40B4-BE49-F238E27FC236}">
                      <a16:creationId xmlns:a16="http://schemas.microsoft.com/office/drawing/2014/main" id="{8CCC1AEE-F4CA-2E69-470F-9D4DA554EA71}"/>
                    </a:ext>
                  </a:extLst>
                </p:cNvPr>
                <p:cNvPicPr/>
                <p:nvPr/>
              </p:nvPicPr>
              <p:blipFill>
                <a:blip r:embed="rId155"/>
                <a:stretch>
                  <a:fillRect/>
                </a:stretch>
              </p:blipFill>
              <p:spPr>
                <a:xfrm>
                  <a:off x="10334536" y="5119033"/>
                  <a:ext cx="529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50" name="Ink 49">
                  <a:extLst>
                    <a:ext uri="{FF2B5EF4-FFF2-40B4-BE49-F238E27FC236}">
                      <a16:creationId xmlns:a16="http://schemas.microsoft.com/office/drawing/2014/main" id="{872891AE-E77D-0357-574D-B5F2707BF37D}"/>
                    </a:ext>
                  </a:extLst>
                </p14:cNvPr>
                <p14:cNvContentPartPr/>
                <p14:nvPr/>
              </p14:nvContentPartPr>
              <p14:xfrm>
                <a:off x="10343896" y="5020393"/>
                <a:ext cx="78840" cy="240120"/>
              </p14:xfrm>
            </p:contentPart>
          </mc:Choice>
          <mc:Fallback xmlns="">
            <p:pic>
              <p:nvPicPr>
                <p:cNvPr id="50" name="Ink 49">
                  <a:extLst>
                    <a:ext uri="{FF2B5EF4-FFF2-40B4-BE49-F238E27FC236}">
                      <a16:creationId xmlns:a16="http://schemas.microsoft.com/office/drawing/2014/main" id="{872891AE-E77D-0357-574D-B5F2707BF37D}"/>
                    </a:ext>
                  </a:extLst>
                </p:cNvPr>
                <p:cNvPicPr/>
                <p:nvPr/>
              </p:nvPicPr>
              <p:blipFill>
                <a:blip r:embed="rId157"/>
                <a:stretch>
                  <a:fillRect/>
                </a:stretch>
              </p:blipFill>
              <p:spPr>
                <a:xfrm>
                  <a:off x="10325896" y="5002393"/>
                  <a:ext cx="11448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51" name="Ink 50">
                  <a:extLst>
                    <a:ext uri="{FF2B5EF4-FFF2-40B4-BE49-F238E27FC236}">
                      <a16:creationId xmlns:a16="http://schemas.microsoft.com/office/drawing/2014/main" id="{A2BD10EF-5049-6356-20F2-4F3868D4A82B}"/>
                    </a:ext>
                  </a:extLst>
                </p14:cNvPr>
                <p14:cNvContentPartPr/>
                <p14:nvPr/>
              </p14:nvContentPartPr>
              <p14:xfrm>
                <a:off x="10359736" y="4983313"/>
                <a:ext cx="114840" cy="69480"/>
              </p14:xfrm>
            </p:contentPart>
          </mc:Choice>
          <mc:Fallback xmlns="">
            <p:pic>
              <p:nvPicPr>
                <p:cNvPr id="51" name="Ink 50">
                  <a:extLst>
                    <a:ext uri="{FF2B5EF4-FFF2-40B4-BE49-F238E27FC236}">
                      <a16:creationId xmlns:a16="http://schemas.microsoft.com/office/drawing/2014/main" id="{A2BD10EF-5049-6356-20F2-4F3868D4A82B}"/>
                    </a:ext>
                  </a:extLst>
                </p:cNvPr>
                <p:cNvPicPr/>
                <p:nvPr/>
              </p:nvPicPr>
              <p:blipFill>
                <a:blip r:embed="rId159"/>
                <a:stretch>
                  <a:fillRect/>
                </a:stretch>
              </p:blipFill>
              <p:spPr>
                <a:xfrm>
                  <a:off x="10341736" y="4965313"/>
                  <a:ext cx="1504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52" name="Ink 51">
                  <a:extLst>
                    <a:ext uri="{FF2B5EF4-FFF2-40B4-BE49-F238E27FC236}">
                      <a16:creationId xmlns:a16="http://schemas.microsoft.com/office/drawing/2014/main" id="{15C80707-9151-8C51-F5BE-4F4BB7BE206D}"/>
                    </a:ext>
                  </a:extLst>
                </p14:cNvPr>
                <p14:cNvContentPartPr/>
                <p14:nvPr/>
              </p14:nvContentPartPr>
              <p14:xfrm>
                <a:off x="10557736" y="5032633"/>
                <a:ext cx="37080" cy="191520"/>
              </p14:xfrm>
            </p:contentPart>
          </mc:Choice>
          <mc:Fallback xmlns="">
            <p:pic>
              <p:nvPicPr>
                <p:cNvPr id="52" name="Ink 51">
                  <a:extLst>
                    <a:ext uri="{FF2B5EF4-FFF2-40B4-BE49-F238E27FC236}">
                      <a16:creationId xmlns:a16="http://schemas.microsoft.com/office/drawing/2014/main" id="{15C80707-9151-8C51-F5BE-4F4BB7BE206D}"/>
                    </a:ext>
                  </a:extLst>
                </p:cNvPr>
                <p:cNvPicPr/>
                <p:nvPr/>
              </p:nvPicPr>
              <p:blipFill>
                <a:blip r:embed="rId161"/>
                <a:stretch>
                  <a:fillRect/>
                </a:stretch>
              </p:blipFill>
              <p:spPr>
                <a:xfrm>
                  <a:off x="10539736" y="5014633"/>
                  <a:ext cx="727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53" name="Ink 52">
                  <a:extLst>
                    <a:ext uri="{FF2B5EF4-FFF2-40B4-BE49-F238E27FC236}">
                      <a16:creationId xmlns:a16="http://schemas.microsoft.com/office/drawing/2014/main" id="{5AC2E0E0-7F28-2548-BD0C-99DFA0BEE0C1}"/>
                    </a:ext>
                  </a:extLst>
                </p14:cNvPr>
                <p14:cNvContentPartPr/>
                <p14:nvPr/>
              </p14:nvContentPartPr>
              <p14:xfrm>
                <a:off x="10556656" y="5017873"/>
                <a:ext cx="95040" cy="142920"/>
              </p14:xfrm>
            </p:contentPart>
          </mc:Choice>
          <mc:Fallback xmlns="">
            <p:pic>
              <p:nvPicPr>
                <p:cNvPr id="53" name="Ink 52">
                  <a:extLst>
                    <a:ext uri="{FF2B5EF4-FFF2-40B4-BE49-F238E27FC236}">
                      <a16:creationId xmlns:a16="http://schemas.microsoft.com/office/drawing/2014/main" id="{5AC2E0E0-7F28-2548-BD0C-99DFA0BEE0C1}"/>
                    </a:ext>
                  </a:extLst>
                </p:cNvPr>
                <p:cNvPicPr/>
                <p:nvPr/>
              </p:nvPicPr>
              <p:blipFill>
                <a:blip r:embed="rId163"/>
                <a:stretch>
                  <a:fillRect/>
                </a:stretch>
              </p:blipFill>
              <p:spPr>
                <a:xfrm>
                  <a:off x="10538656" y="4999873"/>
                  <a:ext cx="13068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54" name="Ink 53">
                  <a:extLst>
                    <a:ext uri="{FF2B5EF4-FFF2-40B4-BE49-F238E27FC236}">
                      <a16:creationId xmlns:a16="http://schemas.microsoft.com/office/drawing/2014/main" id="{13661E7B-2941-7F8C-3C36-1D3ADA079FAE}"/>
                    </a:ext>
                  </a:extLst>
                </p14:cNvPr>
                <p14:cNvContentPartPr/>
                <p14:nvPr/>
              </p14:nvContentPartPr>
              <p14:xfrm>
                <a:off x="10779856" y="4928233"/>
                <a:ext cx="44640" cy="6480"/>
              </p14:xfrm>
            </p:contentPart>
          </mc:Choice>
          <mc:Fallback xmlns="">
            <p:pic>
              <p:nvPicPr>
                <p:cNvPr id="54" name="Ink 53">
                  <a:extLst>
                    <a:ext uri="{FF2B5EF4-FFF2-40B4-BE49-F238E27FC236}">
                      <a16:creationId xmlns:a16="http://schemas.microsoft.com/office/drawing/2014/main" id="{13661E7B-2941-7F8C-3C36-1D3ADA079FAE}"/>
                    </a:ext>
                  </a:extLst>
                </p:cNvPr>
                <p:cNvPicPr/>
                <p:nvPr/>
              </p:nvPicPr>
              <p:blipFill>
                <a:blip r:embed="rId165"/>
                <a:stretch>
                  <a:fillRect/>
                </a:stretch>
              </p:blipFill>
              <p:spPr>
                <a:xfrm>
                  <a:off x="10762216" y="4910233"/>
                  <a:ext cx="8028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55" name="Ink 54">
                  <a:extLst>
                    <a:ext uri="{FF2B5EF4-FFF2-40B4-BE49-F238E27FC236}">
                      <a16:creationId xmlns:a16="http://schemas.microsoft.com/office/drawing/2014/main" id="{D19A2884-42AD-723C-5047-415115BAC692}"/>
                    </a:ext>
                  </a:extLst>
                </p14:cNvPr>
                <p14:cNvContentPartPr/>
                <p14:nvPr/>
              </p14:nvContentPartPr>
              <p14:xfrm>
                <a:off x="10814056" y="4983673"/>
                <a:ext cx="84600" cy="11880"/>
              </p14:xfrm>
            </p:contentPart>
          </mc:Choice>
          <mc:Fallback xmlns="">
            <p:pic>
              <p:nvPicPr>
                <p:cNvPr id="55" name="Ink 54">
                  <a:extLst>
                    <a:ext uri="{FF2B5EF4-FFF2-40B4-BE49-F238E27FC236}">
                      <a16:creationId xmlns:a16="http://schemas.microsoft.com/office/drawing/2014/main" id="{D19A2884-42AD-723C-5047-415115BAC692}"/>
                    </a:ext>
                  </a:extLst>
                </p:cNvPr>
                <p:cNvPicPr/>
                <p:nvPr/>
              </p:nvPicPr>
              <p:blipFill>
                <a:blip r:embed="rId167"/>
                <a:stretch>
                  <a:fillRect/>
                </a:stretch>
              </p:blipFill>
              <p:spPr>
                <a:xfrm>
                  <a:off x="10796056" y="4966033"/>
                  <a:ext cx="12024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57" name="Ink 56">
                  <a:extLst>
                    <a:ext uri="{FF2B5EF4-FFF2-40B4-BE49-F238E27FC236}">
                      <a16:creationId xmlns:a16="http://schemas.microsoft.com/office/drawing/2014/main" id="{2410A81B-88AD-09DB-DF28-2917DF9BCD97}"/>
                    </a:ext>
                  </a:extLst>
                </p14:cNvPr>
                <p14:cNvContentPartPr/>
                <p14:nvPr/>
              </p14:nvContentPartPr>
              <p14:xfrm>
                <a:off x="11143096" y="4817713"/>
                <a:ext cx="181080" cy="265680"/>
              </p14:xfrm>
            </p:contentPart>
          </mc:Choice>
          <mc:Fallback xmlns="">
            <p:pic>
              <p:nvPicPr>
                <p:cNvPr id="57" name="Ink 56">
                  <a:extLst>
                    <a:ext uri="{FF2B5EF4-FFF2-40B4-BE49-F238E27FC236}">
                      <a16:creationId xmlns:a16="http://schemas.microsoft.com/office/drawing/2014/main" id="{2410A81B-88AD-09DB-DF28-2917DF9BCD97}"/>
                    </a:ext>
                  </a:extLst>
                </p:cNvPr>
                <p:cNvPicPr/>
                <p:nvPr/>
              </p:nvPicPr>
              <p:blipFill>
                <a:blip r:embed="rId169"/>
                <a:stretch>
                  <a:fillRect/>
                </a:stretch>
              </p:blipFill>
              <p:spPr>
                <a:xfrm>
                  <a:off x="11125096" y="4800073"/>
                  <a:ext cx="21672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58" name="Ink 57">
                  <a:extLst>
                    <a:ext uri="{FF2B5EF4-FFF2-40B4-BE49-F238E27FC236}">
                      <a16:creationId xmlns:a16="http://schemas.microsoft.com/office/drawing/2014/main" id="{0CC590D8-56B6-D915-5BE9-E5202307A25A}"/>
                    </a:ext>
                  </a:extLst>
                </p14:cNvPr>
                <p14:cNvContentPartPr/>
                <p14:nvPr/>
              </p14:nvContentPartPr>
              <p14:xfrm>
                <a:off x="11418856" y="4915633"/>
                <a:ext cx="73440" cy="163800"/>
              </p14:xfrm>
            </p:contentPart>
          </mc:Choice>
          <mc:Fallback xmlns="">
            <p:pic>
              <p:nvPicPr>
                <p:cNvPr id="58" name="Ink 57">
                  <a:extLst>
                    <a:ext uri="{FF2B5EF4-FFF2-40B4-BE49-F238E27FC236}">
                      <a16:creationId xmlns:a16="http://schemas.microsoft.com/office/drawing/2014/main" id="{0CC590D8-56B6-D915-5BE9-E5202307A25A}"/>
                    </a:ext>
                  </a:extLst>
                </p:cNvPr>
                <p:cNvPicPr/>
                <p:nvPr/>
              </p:nvPicPr>
              <p:blipFill>
                <a:blip r:embed="rId171"/>
                <a:stretch>
                  <a:fillRect/>
                </a:stretch>
              </p:blipFill>
              <p:spPr>
                <a:xfrm>
                  <a:off x="11400856" y="4897993"/>
                  <a:ext cx="10908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59" name="Ink 58">
                  <a:extLst>
                    <a:ext uri="{FF2B5EF4-FFF2-40B4-BE49-F238E27FC236}">
                      <a16:creationId xmlns:a16="http://schemas.microsoft.com/office/drawing/2014/main" id="{FB7B80F9-334F-0F58-4E72-BC6DF7DA1C1C}"/>
                    </a:ext>
                  </a:extLst>
                </p14:cNvPr>
                <p14:cNvContentPartPr/>
                <p14:nvPr/>
              </p14:nvContentPartPr>
              <p14:xfrm>
                <a:off x="11471416" y="4911313"/>
                <a:ext cx="106200" cy="95760"/>
              </p14:xfrm>
            </p:contentPart>
          </mc:Choice>
          <mc:Fallback xmlns="">
            <p:pic>
              <p:nvPicPr>
                <p:cNvPr id="59" name="Ink 58">
                  <a:extLst>
                    <a:ext uri="{FF2B5EF4-FFF2-40B4-BE49-F238E27FC236}">
                      <a16:creationId xmlns:a16="http://schemas.microsoft.com/office/drawing/2014/main" id="{FB7B80F9-334F-0F58-4E72-BC6DF7DA1C1C}"/>
                    </a:ext>
                  </a:extLst>
                </p:cNvPr>
                <p:cNvPicPr/>
                <p:nvPr/>
              </p:nvPicPr>
              <p:blipFill>
                <a:blip r:embed="rId173"/>
                <a:stretch>
                  <a:fillRect/>
                </a:stretch>
              </p:blipFill>
              <p:spPr>
                <a:xfrm>
                  <a:off x="11453776" y="4893313"/>
                  <a:ext cx="14184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60" name="Ink 59">
                  <a:extLst>
                    <a:ext uri="{FF2B5EF4-FFF2-40B4-BE49-F238E27FC236}">
                      <a16:creationId xmlns:a16="http://schemas.microsoft.com/office/drawing/2014/main" id="{710684D1-564E-564A-0D5F-5AB4D2B3E94E}"/>
                    </a:ext>
                  </a:extLst>
                </p14:cNvPr>
                <p14:cNvContentPartPr/>
                <p14:nvPr/>
              </p14:nvContentPartPr>
              <p14:xfrm>
                <a:off x="11588776" y="4908073"/>
                <a:ext cx="101880" cy="119880"/>
              </p14:xfrm>
            </p:contentPart>
          </mc:Choice>
          <mc:Fallback xmlns="">
            <p:pic>
              <p:nvPicPr>
                <p:cNvPr id="60" name="Ink 59">
                  <a:extLst>
                    <a:ext uri="{FF2B5EF4-FFF2-40B4-BE49-F238E27FC236}">
                      <a16:creationId xmlns:a16="http://schemas.microsoft.com/office/drawing/2014/main" id="{710684D1-564E-564A-0D5F-5AB4D2B3E94E}"/>
                    </a:ext>
                  </a:extLst>
                </p:cNvPr>
                <p:cNvPicPr/>
                <p:nvPr/>
              </p:nvPicPr>
              <p:blipFill>
                <a:blip r:embed="rId175"/>
                <a:stretch>
                  <a:fillRect/>
                </a:stretch>
              </p:blipFill>
              <p:spPr>
                <a:xfrm>
                  <a:off x="11571136" y="4890433"/>
                  <a:ext cx="13752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61" name="Ink 60">
                  <a:extLst>
                    <a:ext uri="{FF2B5EF4-FFF2-40B4-BE49-F238E27FC236}">
                      <a16:creationId xmlns:a16="http://schemas.microsoft.com/office/drawing/2014/main" id="{907F68AB-F487-8A24-DB0F-D963CF241FEB}"/>
                    </a:ext>
                  </a:extLst>
                </p14:cNvPr>
                <p14:cNvContentPartPr/>
                <p14:nvPr/>
              </p14:nvContentPartPr>
              <p14:xfrm>
                <a:off x="11745736" y="4772353"/>
                <a:ext cx="71280" cy="339480"/>
              </p14:xfrm>
            </p:contentPart>
          </mc:Choice>
          <mc:Fallback xmlns="">
            <p:pic>
              <p:nvPicPr>
                <p:cNvPr id="61" name="Ink 60">
                  <a:extLst>
                    <a:ext uri="{FF2B5EF4-FFF2-40B4-BE49-F238E27FC236}">
                      <a16:creationId xmlns:a16="http://schemas.microsoft.com/office/drawing/2014/main" id="{907F68AB-F487-8A24-DB0F-D963CF241FEB}"/>
                    </a:ext>
                  </a:extLst>
                </p:cNvPr>
                <p:cNvPicPr/>
                <p:nvPr/>
              </p:nvPicPr>
              <p:blipFill>
                <a:blip r:embed="rId177"/>
                <a:stretch>
                  <a:fillRect/>
                </a:stretch>
              </p:blipFill>
              <p:spPr>
                <a:xfrm>
                  <a:off x="11727736" y="4754713"/>
                  <a:ext cx="10692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62" name="Ink 61">
                  <a:extLst>
                    <a:ext uri="{FF2B5EF4-FFF2-40B4-BE49-F238E27FC236}">
                      <a16:creationId xmlns:a16="http://schemas.microsoft.com/office/drawing/2014/main" id="{9F551B78-2D9F-6770-6DBB-BC80642DFB37}"/>
                    </a:ext>
                  </a:extLst>
                </p14:cNvPr>
                <p14:cNvContentPartPr/>
                <p14:nvPr/>
              </p14:nvContentPartPr>
              <p14:xfrm>
                <a:off x="11795776" y="4769473"/>
                <a:ext cx="109800" cy="217080"/>
              </p14:xfrm>
            </p:contentPart>
          </mc:Choice>
          <mc:Fallback xmlns="">
            <p:pic>
              <p:nvPicPr>
                <p:cNvPr id="62" name="Ink 61">
                  <a:extLst>
                    <a:ext uri="{FF2B5EF4-FFF2-40B4-BE49-F238E27FC236}">
                      <a16:creationId xmlns:a16="http://schemas.microsoft.com/office/drawing/2014/main" id="{9F551B78-2D9F-6770-6DBB-BC80642DFB37}"/>
                    </a:ext>
                  </a:extLst>
                </p:cNvPr>
                <p:cNvPicPr/>
                <p:nvPr/>
              </p:nvPicPr>
              <p:blipFill>
                <a:blip r:embed="rId179"/>
                <a:stretch>
                  <a:fillRect/>
                </a:stretch>
              </p:blipFill>
              <p:spPr>
                <a:xfrm>
                  <a:off x="11778136" y="4751833"/>
                  <a:ext cx="14544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63" name="Ink 62">
                  <a:extLst>
                    <a:ext uri="{FF2B5EF4-FFF2-40B4-BE49-F238E27FC236}">
                      <a16:creationId xmlns:a16="http://schemas.microsoft.com/office/drawing/2014/main" id="{875FC33E-7CB0-AEDD-5757-FC56C8BA9A0E}"/>
                    </a:ext>
                  </a:extLst>
                </p14:cNvPr>
                <p14:cNvContentPartPr/>
                <p14:nvPr/>
              </p14:nvContentPartPr>
              <p14:xfrm>
                <a:off x="11771656" y="4927153"/>
                <a:ext cx="61200" cy="5040"/>
              </p14:xfrm>
            </p:contentPart>
          </mc:Choice>
          <mc:Fallback xmlns="">
            <p:pic>
              <p:nvPicPr>
                <p:cNvPr id="63" name="Ink 62">
                  <a:extLst>
                    <a:ext uri="{FF2B5EF4-FFF2-40B4-BE49-F238E27FC236}">
                      <a16:creationId xmlns:a16="http://schemas.microsoft.com/office/drawing/2014/main" id="{875FC33E-7CB0-AEDD-5757-FC56C8BA9A0E}"/>
                    </a:ext>
                  </a:extLst>
                </p:cNvPr>
                <p:cNvPicPr/>
                <p:nvPr/>
              </p:nvPicPr>
              <p:blipFill>
                <a:blip r:embed="rId181"/>
                <a:stretch>
                  <a:fillRect/>
                </a:stretch>
              </p:blipFill>
              <p:spPr>
                <a:xfrm>
                  <a:off x="11754016" y="4909513"/>
                  <a:ext cx="968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65" name="Ink 64">
                  <a:extLst>
                    <a:ext uri="{FF2B5EF4-FFF2-40B4-BE49-F238E27FC236}">
                      <a16:creationId xmlns:a16="http://schemas.microsoft.com/office/drawing/2014/main" id="{1DACAC10-BE51-617A-FD78-20B43A9C7D24}"/>
                    </a:ext>
                  </a:extLst>
                </p14:cNvPr>
                <p14:cNvContentPartPr/>
                <p14:nvPr/>
              </p14:nvContentPartPr>
              <p14:xfrm>
                <a:off x="10171816" y="5587033"/>
                <a:ext cx="41400" cy="394560"/>
              </p14:xfrm>
            </p:contentPart>
          </mc:Choice>
          <mc:Fallback xmlns="">
            <p:pic>
              <p:nvPicPr>
                <p:cNvPr id="65" name="Ink 64">
                  <a:extLst>
                    <a:ext uri="{FF2B5EF4-FFF2-40B4-BE49-F238E27FC236}">
                      <a16:creationId xmlns:a16="http://schemas.microsoft.com/office/drawing/2014/main" id="{1DACAC10-BE51-617A-FD78-20B43A9C7D24}"/>
                    </a:ext>
                  </a:extLst>
                </p:cNvPr>
                <p:cNvPicPr/>
                <p:nvPr/>
              </p:nvPicPr>
              <p:blipFill>
                <a:blip r:embed="rId183"/>
                <a:stretch>
                  <a:fillRect/>
                </a:stretch>
              </p:blipFill>
              <p:spPr>
                <a:xfrm>
                  <a:off x="10153816" y="5569393"/>
                  <a:ext cx="77040" cy="4302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66" name="Ink 65">
                  <a:extLst>
                    <a:ext uri="{FF2B5EF4-FFF2-40B4-BE49-F238E27FC236}">
                      <a16:creationId xmlns:a16="http://schemas.microsoft.com/office/drawing/2014/main" id="{F134072E-4CF2-2DE3-320A-D394F25BC329}"/>
                    </a:ext>
                  </a:extLst>
                </p14:cNvPr>
                <p14:cNvContentPartPr/>
                <p14:nvPr/>
              </p14:nvContentPartPr>
              <p14:xfrm>
                <a:off x="10074616" y="5966833"/>
                <a:ext cx="115920" cy="5040"/>
              </p14:xfrm>
            </p:contentPart>
          </mc:Choice>
          <mc:Fallback xmlns="">
            <p:pic>
              <p:nvPicPr>
                <p:cNvPr id="66" name="Ink 65">
                  <a:extLst>
                    <a:ext uri="{FF2B5EF4-FFF2-40B4-BE49-F238E27FC236}">
                      <a16:creationId xmlns:a16="http://schemas.microsoft.com/office/drawing/2014/main" id="{F134072E-4CF2-2DE3-320A-D394F25BC329}"/>
                    </a:ext>
                  </a:extLst>
                </p:cNvPr>
                <p:cNvPicPr/>
                <p:nvPr/>
              </p:nvPicPr>
              <p:blipFill>
                <a:blip r:embed="rId185"/>
                <a:stretch>
                  <a:fillRect/>
                </a:stretch>
              </p:blipFill>
              <p:spPr>
                <a:xfrm>
                  <a:off x="10056976" y="5948833"/>
                  <a:ext cx="15156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67" name="Ink 66">
                  <a:extLst>
                    <a:ext uri="{FF2B5EF4-FFF2-40B4-BE49-F238E27FC236}">
                      <a16:creationId xmlns:a16="http://schemas.microsoft.com/office/drawing/2014/main" id="{719ABCA6-BD47-6592-F813-9A7207847994}"/>
                    </a:ext>
                  </a:extLst>
                </p14:cNvPr>
                <p14:cNvContentPartPr/>
                <p14:nvPr/>
              </p14:nvContentPartPr>
              <p14:xfrm>
                <a:off x="10324096" y="5895193"/>
                <a:ext cx="22320" cy="139320"/>
              </p14:xfrm>
            </p:contentPart>
          </mc:Choice>
          <mc:Fallback xmlns="">
            <p:pic>
              <p:nvPicPr>
                <p:cNvPr id="67" name="Ink 66">
                  <a:extLst>
                    <a:ext uri="{FF2B5EF4-FFF2-40B4-BE49-F238E27FC236}">
                      <a16:creationId xmlns:a16="http://schemas.microsoft.com/office/drawing/2014/main" id="{719ABCA6-BD47-6592-F813-9A7207847994}"/>
                    </a:ext>
                  </a:extLst>
                </p:cNvPr>
                <p:cNvPicPr/>
                <p:nvPr/>
              </p:nvPicPr>
              <p:blipFill>
                <a:blip r:embed="rId187"/>
                <a:stretch>
                  <a:fillRect/>
                </a:stretch>
              </p:blipFill>
              <p:spPr>
                <a:xfrm>
                  <a:off x="10306096" y="5877193"/>
                  <a:ext cx="5796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68" name="Ink 67">
                  <a:extLst>
                    <a:ext uri="{FF2B5EF4-FFF2-40B4-BE49-F238E27FC236}">
                      <a16:creationId xmlns:a16="http://schemas.microsoft.com/office/drawing/2014/main" id="{85C663D2-8BCA-0134-563E-227A565DAB43}"/>
                    </a:ext>
                  </a:extLst>
                </p14:cNvPr>
                <p14:cNvContentPartPr/>
                <p14:nvPr/>
              </p14:nvContentPartPr>
              <p14:xfrm>
                <a:off x="10341736" y="5848393"/>
                <a:ext cx="73440" cy="81000"/>
              </p14:xfrm>
            </p:contentPart>
          </mc:Choice>
          <mc:Fallback xmlns="">
            <p:pic>
              <p:nvPicPr>
                <p:cNvPr id="68" name="Ink 67">
                  <a:extLst>
                    <a:ext uri="{FF2B5EF4-FFF2-40B4-BE49-F238E27FC236}">
                      <a16:creationId xmlns:a16="http://schemas.microsoft.com/office/drawing/2014/main" id="{85C663D2-8BCA-0134-563E-227A565DAB43}"/>
                    </a:ext>
                  </a:extLst>
                </p:cNvPr>
                <p:cNvPicPr/>
                <p:nvPr/>
              </p:nvPicPr>
              <p:blipFill>
                <a:blip r:embed="rId189"/>
                <a:stretch>
                  <a:fillRect/>
                </a:stretch>
              </p:blipFill>
              <p:spPr>
                <a:xfrm>
                  <a:off x="10324096" y="5830753"/>
                  <a:ext cx="10908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69" name="Ink 68">
                  <a:extLst>
                    <a:ext uri="{FF2B5EF4-FFF2-40B4-BE49-F238E27FC236}">
                      <a16:creationId xmlns:a16="http://schemas.microsoft.com/office/drawing/2014/main" id="{2CF8BCAD-3B09-43D5-BE87-247C0E155C1A}"/>
                    </a:ext>
                  </a:extLst>
                </p14:cNvPr>
                <p14:cNvContentPartPr/>
                <p14:nvPr/>
              </p14:nvContentPartPr>
              <p14:xfrm>
                <a:off x="10474216" y="5868193"/>
                <a:ext cx="21600" cy="147240"/>
              </p14:xfrm>
            </p:contentPart>
          </mc:Choice>
          <mc:Fallback xmlns="">
            <p:pic>
              <p:nvPicPr>
                <p:cNvPr id="69" name="Ink 68">
                  <a:extLst>
                    <a:ext uri="{FF2B5EF4-FFF2-40B4-BE49-F238E27FC236}">
                      <a16:creationId xmlns:a16="http://schemas.microsoft.com/office/drawing/2014/main" id="{2CF8BCAD-3B09-43D5-BE87-247C0E155C1A}"/>
                    </a:ext>
                  </a:extLst>
                </p:cNvPr>
                <p:cNvPicPr/>
                <p:nvPr/>
              </p:nvPicPr>
              <p:blipFill>
                <a:blip r:embed="rId191"/>
                <a:stretch>
                  <a:fillRect/>
                </a:stretch>
              </p:blipFill>
              <p:spPr>
                <a:xfrm>
                  <a:off x="10456576" y="5850193"/>
                  <a:ext cx="5724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70" name="Ink 69">
                  <a:extLst>
                    <a:ext uri="{FF2B5EF4-FFF2-40B4-BE49-F238E27FC236}">
                      <a16:creationId xmlns:a16="http://schemas.microsoft.com/office/drawing/2014/main" id="{823E2D4D-A9C0-67D2-F786-598EB4154DB4}"/>
                    </a:ext>
                  </a:extLst>
                </p14:cNvPr>
                <p14:cNvContentPartPr/>
                <p14:nvPr/>
              </p14:nvContentPartPr>
              <p14:xfrm>
                <a:off x="10479616" y="5878993"/>
                <a:ext cx="95760" cy="105120"/>
              </p14:xfrm>
            </p:contentPart>
          </mc:Choice>
          <mc:Fallback xmlns="">
            <p:pic>
              <p:nvPicPr>
                <p:cNvPr id="70" name="Ink 69">
                  <a:extLst>
                    <a:ext uri="{FF2B5EF4-FFF2-40B4-BE49-F238E27FC236}">
                      <a16:creationId xmlns:a16="http://schemas.microsoft.com/office/drawing/2014/main" id="{823E2D4D-A9C0-67D2-F786-598EB4154DB4}"/>
                    </a:ext>
                  </a:extLst>
                </p:cNvPr>
                <p:cNvPicPr/>
                <p:nvPr/>
              </p:nvPicPr>
              <p:blipFill>
                <a:blip r:embed="rId193"/>
                <a:stretch>
                  <a:fillRect/>
                </a:stretch>
              </p:blipFill>
              <p:spPr>
                <a:xfrm>
                  <a:off x="10461616" y="5860993"/>
                  <a:ext cx="13140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71" name="Ink 70">
                  <a:extLst>
                    <a:ext uri="{FF2B5EF4-FFF2-40B4-BE49-F238E27FC236}">
                      <a16:creationId xmlns:a16="http://schemas.microsoft.com/office/drawing/2014/main" id="{6893FEBC-46B4-5C0F-AF18-BEE158E972D4}"/>
                    </a:ext>
                  </a:extLst>
                </p14:cNvPr>
                <p14:cNvContentPartPr/>
                <p14:nvPr/>
              </p14:nvContentPartPr>
              <p14:xfrm>
                <a:off x="10644496" y="5842273"/>
                <a:ext cx="133920" cy="5760"/>
              </p14:xfrm>
            </p:contentPart>
          </mc:Choice>
          <mc:Fallback xmlns="">
            <p:pic>
              <p:nvPicPr>
                <p:cNvPr id="71" name="Ink 70">
                  <a:extLst>
                    <a:ext uri="{FF2B5EF4-FFF2-40B4-BE49-F238E27FC236}">
                      <a16:creationId xmlns:a16="http://schemas.microsoft.com/office/drawing/2014/main" id="{6893FEBC-46B4-5C0F-AF18-BEE158E972D4}"/>
                    </a:ext>
                  </a:extLst>
                </p:cNvPr>
                <p:cNvPicPr/>
                <p:nvPr/>
              </p:nvPicPr>
              <p:blipFill>
                <a:blip r:embed="rId195"/>
                <a:stretch>
                  <a:fillRect/>
                </a:stretch>
              </p:blipFill>
              <p:spPr>
                <a:xfrm>
                  <a:off x="10626856" y="5824273"/>
                  <a:ext cx="1695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72" name="Ink 71">
                  <a:extLst>
                    <a:ext uri="{FF2B5EF4-FFF2-40B4-BE49-F238E27FC236}">
                      <a16:creationId xmlns:a16="http://schemas.microsoft.com/office/drawing/2014/main" id="{5E911D10-75D0-A695-CAD2-FABC03EA6EA1}"/>
                    </a:ext>
                  </a:extLst>
                </p14:cNvPr>
                <p14:cNvContentPartPr/>
                <p14:nvPr/>
              </p14:nvContentPartPr>
              <p14:xfrm>
                <a:off x="10712176" y="5768113"/>
                <a:ext cx="29880" cy="195480"/>
              </p14:xfrm>
            </p:contentPart>
          </mc:Choice>
          <mc:Fallback xmlns="">
            <p:pic>
              <p:nvPicPr>
                <p:cNvPr id="72" name="Ink 71">
                  <a:extLst>
                    <a:ext uri="{FF2B5EF4-FFF2-40B4-BE49-F238E27FC236}">
                      <a16:creationId xmlns:a16="http://schemas.microsoft.com/office/drawing/2014/main" id="{5E911D10-75D0-A695-CAD2-FABC03EA6EA1}"/>
                    </a:ext>
                  </a:extLst>
                </p:cNvPr>
                <p:cNvPicPr/>
                <p:nvPr/>
              </p:nvPicPr>
              <p:blipFill>
                <a:blip r:embed="rId197"/>
                <a:stretch>
                  <a:fillRect/>
                </a:stretch>
              </p:blipFill>
              <p:spPr>
                <a:xfrm>
                  <a:off x="10694536" y="5750473"/>
                  <a:ext cx="6552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73" name="Ink 72">
                  <a:extLst>
                    <a:ext uri="{FF2B5EF4-FFF2-40B4-BE49-F238E27FC236}">
                      <a16:creationId xmlns:a16="http://schemas.microsoft.com/office/drawing/2014/main" id="{CD28A011-AD1A-D2DA-A081-C1F13BEF8FC2}"/>
                    </a:ext>
                  </a:extLst>
                </p14:cNvPr>
                <p14:cNvContentPartPr/>
                <p14:nvPr/>
              </p14:nvContentPartPr>
              <p14:xfrm>
                <a:off x="10890016" y="5774953"/>
                <a:ext cx="137520" cy="191520"/>
              </p14:xfrm>
            </p:contentPart>
          </mc:Choice>
          <mc:Fallback xmlns="">
            <p:pic>
              <p:nvPicPr>
                <p:cNvPr id="73" name="Ink 72">
                  <a:extLst>
                    <a:ext uri="{FF2B5EF4-FFF2-40B4-BE49-F238E27FC236}">
                      <a16:creationId xmlns:a16="http://schemas.microsoft.com/office/drawing/2014/main" id="{CD28A011-AD1A-D2DA-A081-C1F13BEF8FC2}"/>
                    </a:ext>
                  </a:extLst>
                </p:cNvPr>
                <p:cNvPicPr/>
                <p:nvPr/>
              </p:nvPicPr>
              <p:blipFill>
                <a:blip r:embed="rId199"/>
                <a:stretch>
                  <a:fillRect/>
                </a:stretch>
              </p:blipFill>
              <p:spPr>
                <a:xfrm>
                  <a:off x="10872016" y="5757313"/>
                  <a:ext cx="17316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74" name="Ink 73">
                  <a:extLst>
                    <a:ext uri="{FF2B5EF4-FFF2-40B4-BE49-F238E27FC236}">
                      <a16:creationId xmlns:a16="http://schemas.microsoft.com/office/drawing/2014/main" id="{28122687-C450-C4AB-B282-B22AF7290F93}"/>
                    </a:ext>
                  </a:extLst>
                </p14:cNvPr>
                <p14:cNvContentPartPr/>
                <p14:nvPr/>
              </p14:nvContentPartPr>
              <p14:xfrm>
                <a:off x="11098096" y="5774593"/>
                <a:ext cx="104040" cy="159480"/>
              </p14:xfrm>
            </p:contentPart>
          </mc:Choice>
          <mc:Fallback xmlns="">
            <p:pic>
              <p:nvPicPr>
                <p:cNvPr id="74" name="Ink 73">
                  <a:extLst>
                    <a:ext uri="{FF2B5EF4-FFF2-40B4-BE49-F238E27FC236}">
                      <a16:creationId xmlns:a16="http://schemas.microsoft.com/office/drawing/2014/main" id="{28122687-C450-C4AB-B282-B22AF7290F93}"/>
                    </a:ext>
                  </a:extLst>
                </p:cNvPr>
                <p:cNvPicPr/>
                <p:nvPr/>
              </p:nvPicPr>
              <p:blipFill>
                <a:blip r:embed="rId201"/>
                <a:stretch>
                  <a:fillRect/>
                </a:stretch>
              </p:blipFill>
              <p:spPr>
                <a:xfrm>
                  <a:off x="11080096" y="5756953"/>
                  <a:ext cx="13968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75" name="Ink 74">
                  <a:extLst>
                    <a:ext uri="{FF2B5EF4-FFF2-40B4-BE49-F238E27FC236}">
                      <a16:creationId xmlns:a16="http://schemas.microsoft.com/office/drawing/2014/main" id="{98190D07-4C30-3E76-B4A3-D6125D64819E}"/>
                    </a:ext>
                  </a:extLst>
                </p14:cNvPr>
                <p14:cNvContentPartPr/>
                <p14:nvPr/>
              </p14:nvContentPartPr>
              <p14:xfrm>
                <a:off x="11298976" y="5790793"/>
                <a:ext cx="10440" cy="133200"/>
              </p14:xfrm>
            </p:contentPart>
          </mc:Choice>
          <mc:Fallback xmlns="">
            <p:pic>
              <p:nvPicPr>
                <p:cNvPr id="75" name="Ink 74">
                  <a:extLst>
                    <a:ext uri="{FF2B5EF4-FFF2-40B4-BE49-F238E27FC236}">
                      <a16:creationId xmlns:a16="http://schemas.microsoft.com/office/drawing/2014/main" id="{98190D07-4C30-3E76-B4A3-D6125D64819E}"/>
                    </a:ext>
                  </a:extLst>
                </p:cNvPr>
                <p:cNvPicPr/>
                <p:nvPr/>
              </p:nvPicPr>
              <p:blipFill>
                <a:blip r:embed="rId203"/>
                <a:stretch>
                  <a:fillRect/>
                </a:stretch>
              </p:blipFill>
              <p:spPr>
                <a:xfrm>
                  <a:off x="11281336" y="5772793"/>
                  <a:ext cx="4608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76" name="Ink 75">
                  <a:extLst>
                    <a:ext uri="{FF2B5EF4-FFF2-40B4-BE49-F238E27FC236}">
                      <a16:creationId xmlns:a16="http://schemas.microsoft.com/office/drawing/2014/main" id="{F0786890-B913-15C9-C9E3-41DA23D82328}"/>
                    </a:ext>
                  </a:extLst>
                </p14:cNvPr>
                <p14:cNvContentPartPr/>
                <p14:nvPr/>
              </p14:nvContentPartPr>
              <p14:xfrm>
                <a:off x="11320576" y="5668753"/>
                <a:ext cx="11880" cy="53280"/>
              </p14:xfrm>
            </p:contentPart>
          </mc:Choice>
          <mc:Fallback xmlns="">
            <p:pic>
              <p:nvPicPr>
                <p:cNvPr id="76" name="Ink 75">
                  <a:extLst>
                    <a:ext uri="{FF2B5EF4-FFF2-40B4-BE49-F238E27FC236}">
                      <a16:creationId xmlns:a16="http://schemas.microsoft.com/office/drawing/2014/main" id="{F0786890-B913-15C9-C9E3-41DA23D82328}"/>
                    </a:ext>
                  </a:extLst>
                </p:cNvPr>
                <p:cNvPicPr/>
                <p:nvPr/>
              </p:nvPicPr>
              <p:blipFill>
                <a:blip r:embed="rId205"/>
                <a:stretch>
                  <a:fillRect/>
                </a:stretch>
              </p:blipFill>
              <p:spPr>
                <a:xfrm>
                  <a:off x="11302936" y="5650753"/>
                  <a:ext cx="4752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77" name="Ink 76">
                  <a:extLst>
                    <a:ext uri="{FF2B5EF4-FFF2-40B4-BE49-F238E27FC236}">
                      <a16:creationId xmlns:a16="http://schemas.microsoft.com/office/drawing/2014/main" id="{D5B1FAFD-6655-7BC6-F8F2-CF1EC0B9F40A}"/>
                    </a:ext>
                  </a:extLst>
                </p14:cNvPr>
                <p14:cNvContentPartPr/>
                <p14:nvPr/>
              </p14:nvContentPartPr>
              <p14:xfrm>
                <a:off x="11423896" y="5765953"/>
                <a:ext cx="68400" cy="123840"/>
              </p14:xfrm>
            </p:contentPart>
          </mc:Choice>
          <mc:Fallback xmlns="">
            <p:pic>
              <p:nvPicPr>
                <p:cNvPr id="77" name="Ink 76">
                  <a:extLst>
                    <a:ext uri="{FF2B5EF4-FFF2-40B4-BE49-F238E27FC236}">
                      <a16:creationId xmlns:a16="http://schemas.microsoft.com/office/drawing/2014/main" id="{D5B1FAFD-6655-7BC6-F8F2-CF1EC0B9F40A}"/>
                    </a:ext>
                  </a:extLst>
                </p:cNvPr>
                <p:cNvPicPr/>
                <p:nvPr/>
              </p:nvPicPr>
              <p:blipFill>
                <a:blip r:embed="rId207"/>
                <a:stretch>
                  <a:fillRect/>
                </a:stretch>
              </p:blipFill>
              <p:spPr>
                <a:xfrm>
                  <a:off x="11406256" y="5748313"/>
                  <a:ext cx="10404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78" name="Ink 77">
                  <a:extLst>
                    <a:ext uri="{FF2B5EF4-FFF2-40B4-BE49-F238E27FC236}">
                      <a16:creationId xmlns:a16="http://schemas.microsoft.com/office/drawing/2014/main" id="{7135B89E-1BED-C15A-B923-E5D5248B3497}"/>
                    </a:ext>
                  </a:extLst>
                </p14:cNvPr>
                <p14:cNvContentPartPr/>
                <p14:nvPr/>
              </p14:nvContentPartPr>
              <p14:xfrm>
                <a:off x="11530456" y="5782873"/>
                <a:ext cx="122040" cy="144360"/>
              </p14:xfrm>
            </p:contentPart>
          </mc:Choice>
          <mc:Fallback xmlns="">
            <p:pic>
              <p:nvPicPr>
                <p:cNvPr id="78" name="Ink 77">
                  <a:extLst>
                    <a:ext uri="{FF2B5EF4-FFF2-40B4-BE49-F238E27FC236}">
                      <a16:creationId xmlns:a16="http://schemas.microsoft.com/office/drawing/2014/main" id="{7135B89E-1BED-C15A-B923-E5D5248B3497}"/>
                    </a:ext>
                  </a:extLst>
                </p:cNvPr>
                <p:cNvPicPr/>
                <p:nvPr/>
              </p:nvPicPr>
              <p:blipFill>
                <a:blip r:embed="rId209"/>
                <a:stretch>
                  <a:fillRect/>
                </a:stretch>
              </p:blipFill>
              <p:spPr>
                <a:xfrm>
                  <a:off x="11512816" y="5764873"/>
                  <a:ext cx="15768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80" name="Ink 79">
                  <a:extLst>
                    <a:ext uri="{FF2B5EF4-FFF2-40B4-BE49-F238E27FC236}">
                      <a16:creationId xmlns:a16="http://schemas.microsoft.com/office/drawing/2014/main" id="{70856C9D-8C0B-6FD9-5268-BDC43BA2D60A}"/>
                    </a:ext>
                  </a:extLst>
                </p14:cNvPr>
                <p14:cNvContentPartPr/>
                <p14:nvPr/>
              </p14:nvContentPartPr>
              <p14:xfrm>
                <a:off x="9822616" y="5679553"/>
                <a:ext cx="232920" cy="483840"/>
              </p14:xfrm>
            </p:contentPart>
          </mc:Choice>
          <mc:Fallback xmlns="">
            <p:pic>
              <p:nvPicPr>
                <p:cNvPr id="80" name="Ink 79">
                  <a:extLst>
                    <a:ext uri="{FF2B5EF4-FFF2-40B4-BE49-F238E27FC236}">
                      <a16:creationId xmlns:a16="http://schemas.microsoft.com/office/drawing/2014/main" id="{70856C9D-8C0B-6FD9-5268-BDC43BA2D60A}"/>
                    </a:ext>
                  </a:extLst>
                </p:cNvPr>
                <p:cNvPicPr/>
                <p:nvPr/>
              </p:nvPicPr>
              <p:blipFill>
                <a:blip r:embed="rId211"/>
                <a:stretch>
                  <a:fillRect/>
                </a:stretch>
              </p:blipFill>
              <p:spPr>
                <a:xfrm>
                  <a:off x="9804616" y="5661553"/>
                  <a:ext cx="268560" cy="5194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81" name="Ink 80">
                  <a:extLst>
                    <a:ext uri="{FF2B5EF4-FFF2-40B4-BE49-F238E27FC236}">
                      <a16:creationId xmlns:a16="http://schemas.microsoft.com/office/drawing/2014/main" id="{A80083A7-8178-698B-3643-C0A6742B04D4}"/>
                    </a:ext>
                  </a:extLst>
                </p14:cNvPr>
                <p14:cNvContentPartPr/>
                <p14:nvPr/>
              </p14:nvContentPartPr>
              <p14:xfrm>
                <a:off x="11663296" y="5674513"/>
                <a:ext cx="78840" cy="380880"/>
              </p14:xfrm>
            </p:contentPart>
          </mc:Choice>
          <mc:Fallback xmlns="">
            <p:pic>
              <p:nvPicPr>
                <p:cNvPr id="81" name="Ink 80">
                  <a:extLst>
                    <a:ext uri="{FF2B5EF4-FFF2-40B4-BE49-F238E27FC236}">
                      <a16:creationId xmlns:a16="http://schemas.microsoft.com/office/drawing/2014/main" id="{A80083A7-8178-698B-3643-C0A6742B04D4}"/>
                    </a:ext>
                  </a:extLst>
                </p:cNvPr>
                <p:cNvPicPr/>
                <p:nvPr/>
              </p:nvPicPr>
              <p:blipFill>
                <a:blip r:embed="rId213"/>
                <a:stretch>
                  <a:fillRect/>
                </a:stretch>
              </p:blipFill>
              <p:spPr>
                <a:xfrm>
                  <a:off x="11645656" y="5656513"/>
                  <a:ext cx="11448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82" name="Ink 81">
                  <a:extLst>
                    <a:ext uri="{FF2B5EF4-FFF2-40B4-BE49-F238E27FC236}">
                      <a16:creationId xmlns:a16="http://schemas.microsoft.com/office/drawing/2014/main" id="{DFD14D5E-EBEC-11E8-F497-3813CB1934CD}"/>
                    </a:ext>
                  </a:extLst>
                </p14:cNvPr>
                <p14:cNvContentPartPr/>
                <p14:nvPr/>
              </p14:nvContentPartPr>
              <p14:xfrm>
                <a:off x="9574936" y="6266713"/>
                <a:ext cx="165240" cy="182520"/>
              </p14:xfrm>
            </p:contentPart>
          </mc:Choice>
          <mc:Fallback xmlns="">
            <p:pic>
              <p:nvPicPr>
                <p:cNvPr id="82" name="Ink 81">
                  <a:extLst>
                    <a:ext uri="{FF2B5EF4-FFF2-40B4-BE49-F238E27FC236}">
                      <a16:creationId xmlns:a16="http://schemas.microsoft.com/office/drawing/2014/main" id="{DFD14D5E-EBEC-11E8-F497-3813CB1934CD}"/>
                    </a:ext>
                  </a:extLst>
                </p:cNvPr>
                <p:cNvPicPr/>
                <p:nvPr/>
              </p:nvPicPr>
              <p:blipFill>
                <a:blip r:embed="rId215"/>
                <a:stretch>
                  <a:fillRect/>
                </a:stretch>
              </p:blipFill>
              <p:spPr>
                <a:xfrm>
                  <a:off x="9556936" y="6248713"/>
                  <a:ext cx="20088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83" name="Ink 82">
                  <a:extLst>
                    <a:ext uri="{FF2B5EF4-FFF2-40B4-BE49-F238E27FC236}">
                      <a16:creationId xmlns:a16="http://schemas.microsoft.com/office/drawing/2014/main" id="{50D51DA5-AEFF-5780-F639-4B423AA86DC7}"/>
                    </a:ext>
                  </a:extLst>
                </p14:cNvPr>
                <p14:cNvContentPartPr/>
                <p14:nvPr/>
              </p14:nvContentPartPr>
              <p14:xfrm>
                <a:off x="9793096" y="6215233"/>
                <a:ext cx="70560" cy="282240"/>
              </p14:xfrm>
            </p:contentPart>
          </mc:Choice>
          <mc:Fallback xmlns="">
            <p:pic>
              <p:nvPicPr>
                <p:cNvPr id="83" name="Ink 82">
                  <a:extLst>
                    <a:ext uri="{FF2B5EF4-FFF2-40B4-BE49-F238E27FC236}">
                      <a16:creationId xmlns:a16="http://schemas.microsoft.com/office/drawing/2014/main" id="{50D51DA5-AEFF-5780-F639-4B423AA86DC7}"/>
                    </a:ext>
                  </a:extLst>
                </p:cNvPr>
                <p:cNvPicPr/>
                <p:nvPr/>
              </p:nvPicPr>
              <p:blipFill>
                <a:blip r:embed="rId217"/>
                <a:stretch>
                  <a:fillRect/>
                </a:stretch>
              </p:blipFill>
              <p:spPr>
                <a:xfrm>
                  <a:off x="9775456" y="6197593"/>
                  <a:ext cx="10620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84" name="Ink 83">
                  <a:extLst>
                    <a:ext uri="{FF2B5EF4-FFF2-40B4-BE49-F238E27FC236}">
                      <a16:creationId xmlns:a16="http://schemas.microsoft.com/office/drawing/2014/main" id="{5F04EB27-5EDE-A179-722D-4FBED9A1DAB6}"/>
                    </a:ext>
                  </a:extLst>
                </p14:cNvPr>
                <p14:cNvContentPartPr/>
                <p14:nvPr/>
              </p14:nvContentPartPr>
              <p14:xfrm>
                <a:off x="9765016" y="6343033"/>
                <a:ext cx="140400" cy="18360"/>
              </p14:xfrm>
            </p:contentPart>
          </mc:Choice>
          <mc:Fallback xmlns="">
            <p:pic>
              <p:nvPicPr>
                <p:cNvPr id="84" name="Ink 83">
                  <a:extLst>
                    <a:ext uri="{FF2B5EF4-FFF2-40B4-BE49-F238E27FC236}">
                      <a16:creationId xmlns:a16="http://schemas.microsoft.com/office/drawing/2014/main" id="{5F04EB27-5EDE-A179-722D-4FBED9A1DAB6}"/>
                    </a:ext>
                  </a:extLst>
                </p:cNvPr>
                <p:cNvPicPr/>
                <p:nvPr/>
              </p:nvPicPr>
              <p:blipFill>
                <a:blip r:embed="rId219"/>
                <a:stretch>
                  <a:fillRect/>
                </a:stretch>
              </p:blipFill>
              <p:spPr>
                <a:xfrm>
                  <a:off x="9747376" y="6325393"/>
                  <a:ext cx="17604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85" name="Ink 84">
                  <a:extLst>
                    <a:ext uri="{FF2B5EF4-FFF2-40B4-BE49-F238E27FC236}">
                      <a16:creationId xmlns:a16="http://schemas.microsoft.com/office/drawing/2014/main" id="{25017D97-9F25-ABD3-1CA6-0608ABCEC6C1}"/>
                    </a:ext>
                  </a:extLst>
                </p14:cNvPr>
                <p14:cNvContentPartPr/>
                <p14:nvPr/>
              </p14:nvContentPartPr>
              <p14:xfrm>
                <a:off x="10246336" y="6296593"/>
                <a:ext cx="30600" cy="211680"/>
              </p14:xfrm>
            </p:contentPart>
          </mc:Choice>
          <mc:Fallback xmlns="">
            <p:pic>
              <p:nvPicPr>
                <p:cNvPr id="85" name="Ink 84">
                  <a:extLst>
                    <a:ext uri="{FF2B5EF4-FFF2-40B4-BE49-F238E27FC236}">
                      <a16:creationId xmlns:a16="http://schemas.microsoft.com/office/drawing/2014/main" id="{25017D97-9F25-ABD3-1CA6-0608ABCEC6C1}"/>
                    </a:ext>
                  </a:extLst>
                </p:cNvPr>
                <p:cNvPicPr/>
                <p:nvPr/>
              </p:nvPicPr>
              <p:blipFill>
                <a:blip r:embed="rId221"/>
                <a:stretch>
                  <a:fillRect/>
                </a:stretch>
              </p:blipFill>
              <p:spPr>
                <a:xfrm>
                  <a:off x="10228696" y="6278593"/>
                  <a:ext cx="6624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86" name="Ink 85">
                  <a:extLst>
                    <a:ext uri="{FF2B5EF4-FFF2-40B4-BE49-F238E27FC236}">
                      <a16:creationId xmlns:a16="http://schemas.microsoft.com/office/drawing/2014/main" id="{ABDBC118-EA47-964B-8BDA-0FFA278775B8}"/>
                    </a:ext>
                  </a:extLst>
                </p14:cNvPr>
                <p14:cNvContentPartPr/>
                <p14:nvPr/>
              </p14:nvContentPartPr>
              <p14:xfrm>
                <a:off x="10380616" y="6335833"/>
                <a:ext cx="81360" cy="149040"/>
              </p14:xfrm>
            </p:contentPart>
          </mc:Choice>
          <mc:Fallback xmlns="">
            <p:pic>
              <p:nvPicPr>
                <p:cNvPr id="86" name="Ink 85">
                  <a:extLst>
                    <a:ext uri="{FF2B5EF4-FFF2-40B4-BE49-F238E27FC236}">
                      <a16:creationId xmlns:a16="http://schemas.microsoft.com/office/drawing/2014/main" id="{ABDBC118-EA47-964B-8BDA-0FFA278775B8}"/>
                    </a:ext>
                  </a:extLst>
                </p:cNvPr>
                <p:cNvPicPr/>
                <p:nvPr/>
              </p:nvPicPr>
              <p:blipFill>
                <a:blip r:embed="rId223"/>
                <a:stretch>
                  <a:fillRect/>
                </a:stretch>
              </p:blipFill>
              <p:spPr>
                <a:xfrm>
                  <a:off x="10362616" y="6318193"/>
                  <a:ext cx="11700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87" name="Ink 86">
                  <a:extLst>
                    <a:ext uri="{FF2B5EF4-FFF2-40B4-BE49-F238E27FC236}">
                      <a16:creationId xmlns:a16="http://schemas.microsoft.com/office/drawing/2014/main" id="{605235E7-B432-4AE2-466C-0C682034251B}"/>
                    </a:ext>
                  </a:extLst>
                </p14:cNvPr>
                <p14:cNvContentPartPr/>
                <p14:nvPr/>
              </p14:nvContentPartPr>
              <p14:xfrm>
                <a:off x="10565656" y="6301273"/>
                <a:ext cx="75960" cy="182880"/>
              </p14:xfrm>
            </p:contentPart>
          </mc:Choice>
          <mc:Fallback xmlns="">
            <p:pic>
              <p:nvPicPr>
                <p:cNvPr id="87" name="Ink 86">
                  <a:extLst>
                    <a:ext uri="{FF2B5EF4-FFF2-40B4-BE49-F238E27FC236}">
                      <a16:creationId xmlns:a16="http://schemas.microsoft.com/office/drawing/2014/main" id="{605235E7-B432-4AE2-466C-0C682034251B}"/>
                    </a:ext>
                  </a:extLst>
                </p:cNvPr>
                <p:cNvPicPr/>
                <p:nvPr/>
              </p:nvPicPr>
              <p:blipFill>
                <a:blip r:embed="rId225"/>
                <a:stretch>
                  <a:fillRect/>
                </a:stretch>
              </p:blipFill>
              <p:spPr>
                <a:xfrm>
                  <a:off x="10548016" y="6283273"/>
                  <a:ext cx="11160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88" name="Ink 87">
                  <a:extLst>
                    <a:ext uri="{FF2B5EF4-FFF2-40B4-BE49-F238E27FC236}">
                      <a16:creationId xmlns:a16="http://schemas.microsoft.com/office/drawing/2014/main" id="{5442E266-E144-5ED0-F62F-2DFC49D080E7}"/>
                    </a:ext>
                  </a:extLst>
                </p14:cNvPr>
                <p14:cNvContentPartPr/>
                <p14:nvPr/>
              </p14:nvContentPartPr>
              <p14:xfrm>
                <a:off x="10706416" y="6183553"/>
                <a:ext cx="68040" cy="92880"/>
              </p14:xfrm>
            </p:contentPart>
          </mc:Choice>
          <mc:Fallback xmlns="">
            <p:pic>
              <p:nvPicPr>
                <p:cNvPr id="88" name="Ink 87">
                  <a:extLst>
                    <a:ext uri="{FF2B5EF4-FFF2-40B4-BE49-F238E27FC236}">
                      <a16:creationId xmlns:a16="http://schemas.microsoft.com/office/drawing/2014/main" id="{5442E266-E144-5ED0-F62F-2DFC49D080E7}"/>
                    </a:ext>
                  </a:extLst>
                </p:cNvPr>
                <p:cNvPicPr/>
                <p:nvPr/>
              </p:nvPicPr>
              <p:blipFill>
                <a:blip r:embed="rId227"/>
                <a:stretch>
                  <a:fillRect/>
                </a:stretch>
              </p:blipFill>
              <p:spPr>
                <a:xfrm>
                  <a:off x="10688416" y="6165553"/>
                  <a:ext cx="10368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89" name="Ink 88">
                  <a:extLst>
                    <a:ext uri="{FF2B5EF4-FFF2-40B4-BE49-F238E27FC236}">
                      <a16:creationId xmlns:a16="http://schemas.microsoft.com/office/drawing/2014/main" id="{4945DA50-6343-141C-E2FA-386A824B1789}"/>
                    </a:ext>
                  </a:extLst>
                </p14:cNvPr>
                <p14:cNvContentPartPr/>
                <p14:nvPr/>
              </p14:nvContentPartPr>
              <p14:xfrm>
                <a:off x="10821976" y="6313153"/>
                <a:ext cx="154800" cy="141840"/>
              </p14:xfrm>
            </p:contentPart>
          </mc:Choice>
          <mc:Fallback xmlns="">
            <p:pic>
              <p:nvPicPr>
                <p:cNvPr id="89" name="Ink 88">
                  <a:extLst>
                    <a:ext uri="{FF2B5EF4-FFF2-40B4-BE49-F238E27FC236}">
                      <a16:creationId xmlns:a16="http://schemas.microsoft.com/office/drawing/2014/main" id="{4945DA50-6343-141C-E2FA-386A824B1789}"/>
                    </a:ext>
                  </a:extLst>
                </p:cNvPr>
                <p:cNvPicPr/>
                <p:nvPr/>
              </p:nvPicPr>
              <p:blipFill>
                <a:blip r:embed="rId229"/>
                <a:stretch>
                  <a:fillRect/>
                </a:stretch>
              </p:blipFill>
              <p:spPr>
                <a:xfrm>
                  <a:off x="10803976" y="6295153"/>
                  <a:ext cx="19044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90" name="Ink 89">
                  <a:extLst>
                    <a:ext uri="{FF2B5EF4-FFF2-40B4-BE49-F238E27FC236}">
                      <a16:creationId xmlns:a16="http://schemas.microsoft.com/office/drawing/2014/main" id="{494184CA-E3EF-D13D-A229-20B5EAD7C085}"/>
                    </a:ext>
                  </a:extLst>
                </p14:cNvPr>
                <p14:cNvContentPartPr/>
                <p14:nvPr/>
              </p14:nvContentPartPr>
              <p14:xfrm>
                <a:off x="11104576" y="6383713"/>
                <a:ext cx="47520" cy="10080"/>
              </p14:xfrm>
            </p:contentPart>
          </mc:Choice>
          <mc:Fallback xmlns="">
            <p:pic>
              <p:nvPicPr>
                <p:cNvPr id="90" name="Ink 89">
                  <a:extLst>
                    <a:ext uri="{FF2B5EF4-FFF2-40B4-BE49-F238E27FC236}">
                      <a16:creationId xmlns:a16="http://schemas.microsoft.com/office/drawing/2014/main" id="{494184CA-E3EF-D13D-A229-20B5EAD7C085}"/>
                    </a:ext>
                  </a:extLst>
                </p:cNvPr>
                <p:cNvPicPr/>
                <p:nvPr/>
              </p:nvPicPr>
              <p:blipFill>
                <a:blip r:embed="rId231"/>
                <a:stretch>
                  <a:fillRect/>
                </a:stretch>
              </p:blipFill>
              <p:spPr>
                <a:xfrm>
                  <a:off x="11086936" y="6365713"/>
                  <a:ext cx="831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91" name="Ink 90">
                  <a:extLst>
                    <a:ext uri="{FF2B5EF4-FFF2-40B4-BE49-F238E27FC236}">
                      <a16:creationId xmlns:a16="http://schemas.microsoft.com/office/drawing/2014/main" id="{B5108182-1312-3CC8-8936-9DBB8C7B784F}"/>
                    </a:ext>
                  </a:extLst>
                </p14:cNvPr>
                <p14:cNvContentPartPr/>
                <p14:nvPr/>
              </p14:nvContentPartPr>
              <p14:xfrm>
                <a:off x="11118976" y="6438073"/>
                <a:ext cx="69120" cy="9720"/>
              </p14:xfrm>
            </p:contentPart>
          </mc:Choice>
          <mc:Fallback xmlns="">
            <p:pic>
              <p:nvPicPr>
                <p:cNvPr id="91" name="Ink 90">
                  <a:extLst>
                    <a:ext uri="{FF2B5EF4-FFF2-40B4-BE49-F238E27FC236}">
                      <a16:creationId xmlns:a16="http://schemas.microsoft.com/office/drawing/2014/main" id="{B5108182-1312-3CC8-8936-9DBB8C7B784F}"/>
                    </a:ext>
                  </a:extLst>
                </p:cNvPr>
                <p:cNvPicPr/>
                <p:nvPr/>
              </p:nvPicPr>
              <p:blipFill>
                <a:blip r:embed="rId233"/>
                <a:stretch>
                  <a:fillRect/>
                </a:stretch>
              </p:blipFill>
              <p:spPr>
                <a:xfrm>
                  <a:off x="11100976" y="6420073"/>
                  <a:ext cx="1047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94" name="Ink 93">
                  <a:extLst>
                    <a:ext uri="{FF2B5EF4-FFF2-40B4-BE49-F238E27FC236}">
                      <a16:creationId xmlns:a16="http://schemas.microsoft.com/office/drawing/2014/main" id="{8A7E57DE-F6B8-59F8-F76C-14F78B82E9C0}"/>
                    </a:ext>
                  </a:extLst>
                </p14:cNvPr>
                <p14:cNvContentPartPr/>
                <p14:nvPr/>
              </p14:nvContentPartPr>
              <p14:xfrm>
                <a:off x="11391136" y="6194353"/>
                <a:ext cx="122400" cy="244080"/>
              </p14:xfrm>
            </p:contentPart>
          </mc:Choice>
          <mc:Fallback xmlns="">
            <p:pic>
              <p:nvPicPr>
                <p:cNvPr id="94" name="Ink 93">
                  <a:extLst>
                    <a:ext uri="{FF2B5EF4-FFF2-40B4-BE49-F238E27FC236}">
                      <a16:creationId xmlns:a16="http://schemas.microsoft.com/office/drawing/2014/main" id="{8A7E57DE-F6B8-59F8-F76C-14F78B82E9C0}"/>
                    </a:ext>
                  </a:extLst>
                </p:cNvPr>
                <p:cNvPicPr/>
                <p:nvPr/>
              </p:nvPicPr>
              <p:blipFill>
                <a:blip r:embed="rId235"/>
                <a:stretch>
                  <a:fillRect/>
                </a:stretch>
              </p:blipFill>
              <p:spPr>
                <a:xfrm>
                  <a:off x="11373136" y="6176353"/>
                  <a:ext cx="15804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95" name="Ink 94">
                  <a:extLst>
                    <a:ext uri="{FF2B5EF4-FFF2-40B4-BE49-F238E27FC236}">
                      <a16:creationId xmlns:a16="http://schemas.microsoft.com/office/drawing/2014/main" id="{D7150729-D83D-2AEE-904B-ADE946362752}"/>
                    </a:ext>
                  </a:extLst>
                </p14:cNvPr>
                <p14:cNvContentPartPr/>
                <p14:nvPr/>
              </p14:nvContentPartPr>
              <p14:xfrm>
                <a:off x="11543416" y="6300553"/>
                <a:ext cx="14040" cy="260280"/>
              </p14:xfrm>
            </p:contentPart>
          </mc:Choice>
          <mc:Fallback xmlns="">
            <p:pic>
              <p:nvPicPr>
                <p:cNvPr id="95" name="Ink 94">
                  <a:extLst>
                    <a:ext uri="{FF2B5EF4-FFF2-40B4-BE49-F238E27FC236}">
                      <a16:creationId xmlns:a16="http://schemas.microsoft.com/office/drawing/2014/main" id="{D7150729-D83D-2AEE-904B-ADE946362752}"/>
                    </a:ext>
                  </a:extLst>
                </p:cNvPr>
                <p:cNvPicPr/>
                <p:nvPr/>
              </p:nvPicPr>
              <p:blipFill>
                <a:blip r:embed="rId237"/>
                <a:stretch>
                  <a:fillRect/>
                </a:stretch>
              </p:blipFill>
              <p:spPr>
                <a:xfrm>
                  <a:off x="11525416" y="6282913"/>
                  <a:ext cx="4968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96" name="Ink 95">
                  <a:extLst>
                    <a:ext uri="{FF2B5EF4-FFF2-40B4-BE49-F238E27FC236}">
                      <a16:creationId xmlns:a16="http://schemas.microsoft.com/office/drawing/2014/main" id="{CC9DBA64-1684-512C-B603-7366D7CD9294}"/>
                    </a:ext>
                  </a:extLst>
                </p14:cNvPr>
                <p14:cNvContentPartPr/>
                <p14:nvPr/>
              </p14:nvContentPartPr>
              <p14:xfrm>
                <a:off x="11644216" y="6361033"/>
                <a:ext cx="105480" cy="191520"/>
              </p14:xfrm>
            </p:contentPart>
          </mc:Choice>
          <mc:Fallback xmlns="">
            <p:pic>
              <p:nvPicPr>
                <p:cNvPr id="96" name="Ink 95">
                  <a:extLst>
                    <a:ext uri="{FF2B5EF4-FFF2-40B4-BE49-F238E27FC236}">
                      <a16:creationId xmlns:a16="http://schemas.microsoft.com/office/drawing/2014/main" id="{CC9DBA64-1684-512C-B603-7366D7CD9294}"/>
                    </a:ext>
                  </a:extLst>
                </p:cNvPr>
                <p:cNvPicPr/>
                <p:nvPr/>
              </p:nvPicPr>
              <p:blipFill>
                <a:blip r:embed="rId239"/>
                <a:stretch>
                  <a:fillRect/>
                </a:stretch>
              </p:blipFill>
              <p:spPr>
                <a:xfrm>
                  <a:off x="11626216" y="6343033"/>
                  <a:ext cx="1411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97" name="Ink 96">
                  <a:extLst>
                    <a:ext uri="{FF2B5EF4-FFF2-40B4-BE49-F238E27FC236}">
                      <a16:creationId xmlns:a16="http://schemas.microsoft.com/office/drawing/2014/main" id="{075F7FED-4F65-2353-5E06-08A6D0543CFC}"/>
                    </a:ext>
                  </a:extLst>
                </p14:cNvPr>
                <p14:cNvContentPartPr/>
                <p14:nvPr/>
              </p14:nvContentPartPr>
              <p14:xfrm>
                <a:off x="11720176" y="6370033"/>
                <a:ext cx="118440" cy="84960"/>
              </p14:xfrm>
            </p:contentPart>
          </mc:Choice>
          <mc:Fallback xmlns="">
            <p:pic>
              <p:nvPicPr>
                <p:cNvPr id="97" name="Ink 96">
                  <a:extLst>
                    <a:ext uri="{FF2B5EF4-FFF2-40B4-BE49-F238E27FC236}">
                      <a16:creationId xmlns:a16="http://schemas.microsoft.com/office/drawing/2014/main" id="{075F7FED-4F65-2353-5E06-08A6D0543CFC}"/>
                    </a:ext>
                  </a:extLst>
                </p:cNvPr>
                <p:cNvPicPr/>
                <p:nvPr/>
              </p:nvPicPr>
              <p:blipFill>
                <a:blip r:embed="rId241"/>
                <a:stretch>
                  <a:fillRect/>
                </a:stretch>
              </p:blipFill>
              <p:spPr>
                <a:xfrm>
                  <a:off x="11702536" y="6352393"/>
                  <a:ext cx="15408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98" name="Ink 97">
                  <a:extLst>
                    <a:ext uri="{FF2B5EF4-FFF2-40B4-BE49-F238E27FC236}">
                      <a16:creationId xmlns:a16="http://schemas.microsoft.com/office/drawing/2014/main" id="{50B59050-E975-10AE-A9F7-5AAA6ABE407D}"/>
                    </a:ext>
                  </a:extLst>
                </p14:cNvPr>
                <p14:cNvContentPartPr/>
                <p14:nvPr/>
              </p14:nvContentPartPr>
              <p14:xfrm>
                <a:off x="11868136" y="6355993"/>
                <a:ext cx="19800" cy="94680"/>
              </p14:xfrm>
            </p:contentPart>
          </mc:Choice>
          <mc:Fallback xmlns="">
            <p:pic>
              <p:nvPicPr>
                <p:cNvPr id="98" name="Ink 97">
                  <a:extLst>
                    <a:ext uri="{FF2B5EF4-FFF2-40B4-BE49-F238E27FC236}">
                      <a16:creationId xmlns:a16="http://schemas.microsoft.com/office/drawing/2014/main" id="{50B59050-E975-10AE-A9F7-5AAA6ABE407D}"/>
                    </a:ext>
                  </a:extLst>
                </p:cNvPr>
                <p:cNvPicPr/>
                <p:nvPr/>
              </p:nvPicPr>
              <p:blipFill>
                <a:blip r:embed="rId243"/>
                <a:stretch>
                  <a:fillRect/>
                </a:stretch>
              </p:blipFill>
              <p:spPr>
                <a:xfrm>
                  <a:off x="11850496" y="6338353"/>
                  <a:ext cx="554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99" name="Ink 98">
                  <a:extLst>
                    <a:ext uri="{FF2B5EF4-FFF2-40B4-BE49-F238E27FC236}">
                      <a16:creationId xmlns:a16="http://schemas.microsoft.com/office/drawing/2014/main" id="{19B94E6F-015C-09B4-340A-84C020DB5F85}"/>
                    </a:ext>
                  </a:extLst>
                </p14:cNvPr>
                <p14:cNvContentPartPr/>
                <p14:nvPr/>
              </p14:nvContentPartPr>
              <p14:xfrm>
                <a:off x="11960296" y="6223513"/>
                <a:ext cx="68400" cy="224640"/>
              </p14:xfrm>
            </p:contentPart>
          </mc:Choice>
          <mc:Fallback xmlns="">
            <p:pic>
              <p:nvPicPr>
                <p:cNvPr id="99" name="Ink 98">
                  <a:extLst>
                    <a:ext uri="{FF2B5EF4-FFF2-40B4-BE49-F238E27FC236}">
                      <a16:creationId xmlns:a16="http://schemas.microsoft.com/office/drawing/2014/main" id="{19B94E6F-015C-09B4-340A-84C020DB5F85}"/>
                    </a:ext>
                  </a:extLst>
                </p:cNvPr>
                <p:cNvPicPr/>
                <p:nvPr/>
              </p:nvPicPr>
              <p:blipFill>
                <a:blip r:embed="rId245"/>
                <a:stretch>
                  <a:fillRect/>
                </a:stretch>
              </p:blipFill>
              <p:spPr>
                <a:xfrm>
                  <a:off x="11942656" y="6205873"/>
                  <a:ext cx="10404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00" name="Ink 99">
                  <a:extLst>
                    <a:ext uri="{FF2B5EF4-FFF2-40B4-BE49-F238E27FC236}">
                      <a16:creationId xmlns:a16="http://schemas.microsoft.com/office/drawing/2014/main" id="{0D5DDA8F-3994-3C28-F635-50ED357888F0}"/>
                    </a:ext>
                  </a:extLst>
                </p14:cNvPr>
                <p14:cNvContentPartPr/>
                <p14:nvPr/>
              </p14:nvContentPartPr>
              <p14:xfrm>
                <a:off x="11984056" y="6224953"/>
                <a:ext cx="124200" cy="191160"/>
              </p14:xfrm>
            </p:contentPart>
          </mc:Choice>
          <mc:Fallback xmlns="">
            <p:pic>
              <p:nvPicPr>
                <p:cNvPr id="100" name="Ink 99">
                  <a:extLst>
                    <a:ext uri="{FF2B5EF4-FFF2-40B4-BE49-F238E27FC236}">
                      <a16:creationId xmlns:a16="http://schemas.microsoft.com/office/drawing/2014/main" id="{0D5DDA8F-3994-3C28-F635-50ED357888F0}"/>
                    </a:ext>
                  </a:extLst>
                </p:cNvPr>
                <p:cNvPicPr/>
                <p:nvPr/>
              </p:nvPicPr>
              <p:blipFill>
                <a:blip r:embed="rId247"/>
                <a:stretch>
                  <a:fillRect/>
                </a:stretch>
              </p:blipFill>
              <p:spPr>
                <a:xfrm>
                  <a:off x="11966056" y="6207313"/>
                  <a:ext cx="15984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01" name="Ink 100">
                  <a:extLst>
                    <a:ext uri="{FF2B5EF4-FFF2-40B4-BE49-F238E27FC236}">
                      <a16:creationId xmlns:a16="http://schemas.microsoft.com/office/drawing/2014/main" id="{CAFFE063-2192-455D-9E3F-2EFDB33563FE}"/>
                    </a:ext>
                  </a:extLst>
                </p14:cNvPr>
                <p14:cNvContentPartPr/>
                <p14:nvPr/>
              </p14:nvContentPartPr>
              <p14:xfrm>
                <a:off x="11967856" y="6341953"/>
                <a:ext cx="80640" cy="2880"/>
              </p14:xfrm>
            </p:contentPart>
          </mc:Choice>
          <mc:Fallback xmlns="">
            <p:pic>
              <p:nvPicPr>
                <p:cNvPr id="101" name="Ink 100">
                  <a:extLst>
                    <a:ext uri="{FF2B5EF4-FFF2-40B4-BE49-F238E27FC236}">
                      <a16:creationId xmlns:a16="http://schemas.microsoft.com/office/drawing/2014/main" id="{CAFFE063-2192-455D-9E3F-2EFDB33563FE}"/>
                    </a:ext>
                  </a:extLst>
                </p:cNvPr>
                <p:cNvPicPr/>
                <p:nvPr/>
              </p:nvPicPr>
              <p:blipFill>
                <a:blip r:embed="rId249"/>
                <a:stretch>
                  <a:fillRect/>
                </a:stretch>
              </p:blipFill>
              <p:spPr>
                <a:xfrm>
                  <a:off x="11949856" y="6324313"/>
                  <a:ext cx="11628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46" name="Ink 145">
                  <a:extLst>
                    <a:ext uri="{FF2B5EF4-FFF2-40B4-BE49-F238E27FC236}">
                      <a16:creationId xmlns:a16="http://schemas.microsoft.com/office/drawing/2014/main" id="{76224C86-35EB-9769-C53C-BE61DB7C64B3}"/>
                    </a:ext>
                  </a:extLst>
                </p14:cNvPr>
                <p14:cNvContentPartPr/>
                <p14:nvPr/>
              </p14:nvContentPartPr>
              <p14:xfrm>
                <a:off x="7755856" y="5833273"/>
                <a:ext cx="250200" cy="200520"/>
              </p14:xfrm>
            </p:contentPart>
          </mc:Choice>
          <mc:Fallback xmlns="">
            <p:pic>
              <p:nvPicPr>
                <p:cNvPr id="146" name="Ink 145">
                  <a:extLst>
                    <a:ext uri="{FF2B5EF4-FFF2-40B4-BE49-F238E27FC236}">
                      <a16:creationId xmlns:a16="http://schemas.microsoft.com/office/drawing/2014/main" id="{76224C86-35EB-9769-C53C-BE61DB7C64B3}"/>
                    </a:ext>
                  </a:extLst>
                </p:cNvPr>
                <p:cNvPicPr/>
                <p:nvPr/>
              </p:nvPicPr>
              <p:blipFill>
                <a:blip r:embed="rId251"/>
                <a:stretch>
                  <a:fillRect/>
                </a:stretch>
              </p:blipFill>
              <p:spPr>
                <a:xfrm>
                  <a:off x="7737856" y="5815633"/>
                  <a:ext cx="28584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47" name="Ink 146">
                  <a:extLst>
                    <a:ext uri="{FF2B5EF4-FFF2-40B4-BE49-F238E27FC236}">
                      <a16:creationId xmlns:a16="http://schemas.microsoft.com/office/drawing/2014/main" id="{C85140BA-AF28-2B09-6413-7F09E8CD844C}"/>
                    </a:ext>
                  </a:extLst>
                </p14:cNvPr>
                <p14:cNvContentPartPr/>
                <p14:nvPr/>
              </p14:nvContentPartPr>
              <p14:xfrm>
                <a:off x="8029816" y="5930473"/>
                <a:ext cx="92880" cy="81360"/>
              </p14:xfrm>
            </p:contentPart>
          </mc:Choice>
          <mc:Fallback xmlns="">
            <p:pic>
              <p:nvPicPr>
                <p:cNvPr id="147" name="Ink 146">
                  <a:extLst>
                    <a:ext uri="{FF2B5EF4-FFF2-40B4-BE49-F238E27FC236}">
                      <a16:creationId xmlns:a16="http://schemas.microsoft.com/office/drawing/2014/main" id="{C85140BA-AF28-2B09-6413-7F09E8CD844C}"/>
                    </a:ext>
                  </a:extLst>
                </p:cNvPr>
                <p:cNvPicPr/>
                <p:nvPr/>
              </p:nvPicPr>
              <p:blipFill>
                <a:blip r:embed="rId253"/>
                <a:stretch>
                  <a:fillRect/>
                </a:stretch>
              </p:blipFill>
              <p:spPr>
                <a:xfrm>
                  <a:off x="8012176" y="5912833"/>
                  <a:ext cx="12852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48" name="Ink 147">
                  <a:extLst>
                    <a:ext uri="{FF2B5EF4-FFF2-40B4-BE49-F238E27FC236}">
                      <a16:creationId xmlns:a16="http://schemas.microsoft.com/office/drawing/2014/main" id="{7D1C20C6-5D44-1815-7629-5F7FDA40E282}"/>
                    </a:ext>
                  </a:extLst>
                </p14:cNvPr>
                <p14:cNvContentPartPr/>
                <p14:nvPr/>
              </p14:nvContentPartPr>
              <p14:xfrm>
                <a:off x="8213416" y="5926153"/>
                <a:ext cx="54720" cy="104760"/>
              </p14:xfrm>
            </p:contentPart>
          </mc:Choice>
          <mc:Fallback xmlns="">
            <p:pic>
              <p:nvPicPr>
                <p:cNvPr id="148" name="Ink 147">
                  <a:extLst>
                    <a:ext uri="{FF2B5EF4-FFF2-40B4-BE49-F238E27FC236}">
                      <a16:creationId xmlns:a16="http://schemas.microsoft.com/office/drawing/2014/main" id="{7D1C20C6-5D44-1815-7629-5F7FDA40E282}"/>
                    </a:ext>
                  </a:extLst>
                </p:cNvPr>
                <p:cNvPicPr/>
                <p:nvPr/>
              </p:nvPicPr>
              <p:blipFill>
                <a:blip r:embed="rId255"/>
                <a:stretch>
                  <a:fillRect/>
                </a:stretch>
              </p:blipFill>
              <p:spPr>
                <a:xfrm>
                  <a:off x="8195416" y="5908513"/>
                  <a:ext cx="9036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49" name="Ink 148">
                  <a:extLst>
                    <a:ext uri="{FF2B5EF4-FFF2-40B4-BE49-F238E27FC236}">
                      <a16:creationId xmlns:a16="http://schemas.microsoft.com/office/drawing/2014/main" id="{62A2590B-5FEE-A9C5-936A-942BD935D1FA}"/>
                    </a:ext>
                  </a:extLst>
                </p14:cNvPr>
                <p14:cNvContentPartPr/>
                <p14:nvPr/>
              </p14:nvContentPartPr>
              <p14:xfrm>
                <a:off x="8365696" y="5826793"/>
                <a:ext cx="47160" cy="196920"/>
              </p14:xfrm>
            </p:contentPart>
          </mc:Choice>
          <mc:Fallback xmlns="">
            <p:pic>
              <p:nvPicPr>
                <p:cNvPr id="149" name="Ink 148">
                  <a:extLst>
                    <a:ext uri="{FF2B5EF4-FFF2-40B4-BE49-F238E27FC236}">
                      <a16:creationId xmlns:a16="http://schemas.microsoft.com/office/drawing/2014/main" id="{62A2590B-5FEE-A9C5-936A-942BD935D1FA}"/>
                    </a:ext>
                  </a:extLst>
                </p:cNvPr>
                <p:cNvPicPr/>
                <p:nvPr/>
              </p:nvPicPr>
              <p:blipFill>
                <a:blip r:embed="rId257"/>
                <a:stretch>
                  <a:fillRect/>
                </a:stretch>
              </p:blipFill>
              <p:spPr>
                <a:xfrm>
                  <a:off x="8348056" y="5809153"/>
                  <a:ext cx="8280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0" name="Ink 149">
                  <a:extLst>
                    <a:ext uri="{FF2B5EF4-FFF2-40B4-BE49-F238E27FC236}">
                      <a16:creationId xmlns:a16="http://schemas.microsoft.com/office/drawing/2014/main" id="{645C6F2C-7A4B-AFFD-4F76-9DD621FF4237}"/>
                    </a:ext>
                  </a:extLst>
                </p14:cNvPr>
                <p14:cNvContentPartPr/>
                <p14:nvPr/>
              </p14:nvContentPartPr>
              <p14:xfrm>
                <a:off x="8358856" y="5923273"/>
                <a:ext cx="126000" cy="20160"/>
              </p14:xfrm>
            </p:contentPart>
          </mc:Choice>
          <mc:Fallback xmlns="">
            <p:pic>
              <p:nvPicPr>
                <p:cNvPr id="150" name="Ink 149">
                  <a:extLst>
                    <a:ext uri="{FF2B5EF4-FFF2-40B4-BE49-F238E27FC236}">
                      <a16:creationId xmlns:a16="http://schemas.microsoft.com/office/drawing/2014/main" id="{645C6F2C-7A4B-AFFD-4F76-9DD621FF4237}"/>
                    </a:ext>
                  </a:extLst>
                </p:cNvPr>
                <p:cNvPicPr/>
                <p:nvPr/>
              </p:nvPicPr>
              <p:blipFill>
                <a:blip r:embed="rId259"/>
                <a:stretch>
                  <a:fillRect/>
                </a:stretch>
              </p:blipFill>
              <p:spPr>
                <a:xfrm>
                  <a:off x="8341216" y="5905633"/>
                  <a:ext cx="1616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51" name="Ink 150">
                  <a:extLst>
                    <a:ext uri="{FF2B5EF4-FFF2-40B4-BE49-F238E27FC236}">
                      <a16:creationId xmlns:a16="http://schemas.microsoft.com/office/drawing/2014/main" id="{DD581D1E-50FE-8696-FF24-09BBC5E09E71}"/>
                    </a:ext>
                  </a:extLst>
                </p14:cNvPr>
                <p14:cNvContentPartPr/>
                <p14:nvPr/>
              </p14:nvContentPartPr>
              <p14:xfrm>
                <a:off x="8501056" y="5882593"/>
                <a:ext cx="124560" cy="97920"/>
              </p14:xfrm>
            </p:contentPart>
          </mc:Choice>
          <mc:Fallback xmlns="">
            <p:pic>
              <p:nvPicPr>
                <p:cNvPr id="151" name="Ink 150">
                  <a:extLst>
                    <a:ext uri="{FF2B5EF4-FFF2-40B4-BE49-F238E27FC236}">
                      <a16:creationId xmlns:a16="http://schemas.microsoft.com/office/drawing/2014/main" id="{DD581D1E-50FE-8696-FF24-09BBC5E09E71}"/>
                    </a:ext>
                  </a:extLst>
                </p:cNvPr>
                <p:cNvPicPr/>
                <p:nvPr/>
              </p:nvPicPr>
              <p:blipFill>
                <a:blip r:embed="rId261"/>
                <a:stretch>
                  <a:fillRect/>
                </a:stretch>
              </p:blipFill>
              <p:spPr>
                <a:xfrm>
                  <a:off x="8483056" y="5864953"/>
                  <a:ext cx="1602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52" name="Ink 151">
                  <a:extLst>
                    <a:ext uri="{FF2B5EF4-FFF2-40B4-BE49-F238E27FC236}">
                      <a16:creationId xmlns:a16="http://schemas.microsoft.com/office/drawing/2014/main" id="{140BC49D-BEA2-BB58-5235-DA22B06BD5F1}"/>
                    </a:ext>
                  </a:extLst>
                </p14:cNvPr>
                <p14:cNvContentPartPr/>
                <p14:nvPr/>
              </p14:nvContentPartPr>
              <p14:xfrm>
                <a:off x="8640016" y="5913553"/>
                <a:ext cx="77400" cy="96840"/>
              </p14:xfrm>
            </p:contentPart>
          </mc:Choice>
          <mc:Fallback xmlns="">
            <p:pic>
              <p:nvPicPr>
                <p:cNvPr id="152" name="Ink 151">
                  <a:extLst>
                    <a:ext uri="{FF2B5EF4-FFF2-40B4-BE49-F238E27FC236}">
                      <a16:creationId xmlns:a16="http://schemas.microsoft.com/office/drawing/2014/main" id="{140BC49D-BEA2-BB58-5235-DA22B06BD5F1}"/>
                    </a:ext>
                  </a:extLst>
                </p:cNvPr>
                <p:cNvPicPr/>
                <p:nvPr/>
              </p:nvPicPr>
              <p:blipFill>
                <a:blip r:embed="rId263"/>
                <a:stretch>
                  <a:fillRect/>
                </a:stretch>
              </p:blipFill>
              <p:spPr>
                <a:xfrm>
                  <a:off x="8622016" y="5895553"/>
                  <a:ext cx="11304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53" name="Ink 152">
                  <a:extLst>
                    <a:ext uri="{FF2B5EF4-FFF2-40B4-BE49-F238E27FC236}">
                      <a16:creationId xmlns:a16="http://schemas.microsoft.com/office/drawing/2014/main" id="{EA61313C-56AA-ED58-D527-F3A7C047E3D9}"/>
                    </a:ext>
                  </a:extLst>
                </p14:cNvPr>
                <p14:cNvContentPartPr/>
                <p14:nvPr/>
              </p14:nvContentPartPr>
              <p14:xfrm>
                <a:off x="8737936" y="5910313"/>
                <a:ext cx="112320" cy="65160"/>
              </p14:xfrm>
            </p:contentPart>
          </mc:Choice>
          <mc:Fallback xmlns="">
            <p:pic>
              <p:nvPicPr>
                <p:cNvPr id="153" name="Ink 152">
                  <a:extLst>
                    <a:ext uri="{FF2B5EF4-FFF2-40B4-BE49-F238E27FC236}">
                      <a16:creationId xmlns:a16="http://schemas.microsoft.com/office/drawing/2014/main" id="{EA61313C-56AA-ED58-D527-F3A7C047E3D9}"/>
                    </a:ext>
                  </a:extLst>
                </p:cNvPr>
                <p:cNvPicPr/>
                <p:nvPr/>
              </p:nvPicPr>
              <p:blipFill>
                <a:blip r:embed="rId265"/>
                <a:stretch>
                  <a:fillRect/>
                </a:stretch>
              </p:blipFill>
              <p:spPr>
                <a:xfrm>
                  <a:off x="8719936" y="5892673"/>
                  <a:ext cx="14796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54" name="Ink 153">
                  <a:extLst>
                    <a:ext uri="{FF2B5EF4-FFF2-40B4-BE49-F238E27FC236}">
                      <a16:creationId xmlns:a16="http://schemas.microsoft.com/office/drawing/2014/main" id="{A86A3F5C-9EE0-5392-4F9A-C56CAAC0ECD9}"/>
                    </a:ext>
                  </a:extLst>
                </p14:cNvPr>
                <p14:cNvContentPartPr/>
                <p14:nvPr/>
              </p14:nvContentPartPr>
              <p14:xfrm>
                <a:off x="8944216" y="5886913"/>
                <a:ext cx="72000" cy="111960"/>
              </p14:xfrm>
            </p:contentPart>
          </mc:Choice>
          <mc:Fallback xmlns="">
            <p:pic>
              <p:nvPicPr>
                <p:cNvPr id="154" name="Ink 153">
                  <a:extLst>
                    <a:ext uri="{FF2B5EF4-FFF2-40B4-BE49-F238E27FC236}">
                      <a16:creationId xmlns:a16="http://schemas.microsoft.com/office/drawing/2014/main" id="{A86A3F5C-9EE0-5392-4F9A-C56CAAC0ECD9}"/>
                    </a:ext>
                  </a:extLst>
                </p:cNvPr>
                <p:cNvPicPr/>
                <p:nvPr/>
              </p:nvPicPr>
              <p:blipFill>
                <a:blip r:embed="rId267"/>
                <a:stretch>
                  <a:fillRect/>
                </a:stretch>
              </p:blipFill>
              <p:spPr>
                <a:xfrm>
                  <a:off x="8926576" y="5868913"/>
                  <a:ext cx="1076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55" name="Ink 154">
                  <a:extLst>
                    <a:ext uri="{FF2B5EF4-FFF2-40B4-BE49-F238E27FC236}">
                      <a16:creationId xmlns:a16="http://schemas.microsoft.com/office/drawing/2014/main" id="{FDF85677-4FA3-B46E-35A4-B9F1996B9956}"/>
                    </a:ext>
                  </a:extLst>
                </p14:cNvPr>
                <p14:cNvContentPartPr/>
                <p14:nvPr/>
              </p14:nvContentPartPr>
              <p14:xfrm>
                <a:off x="9105496" y="5891233"/>
                <a:ext cx="38520" cy="54360"/>
              </p14:xfrm>
            </p:contentPart>
          </mc:Choice>
          <mc:Fallback xmlns="">
            <p:pic>
              <p:nvPicPr>
                <p:cNvPr id="155" name="Ink 154">
                  <a:extLst>
                    <a:ext uri="{FF2B5EF4-FFF2-40B4-BE49-F238E27FC236}">
                      <a16:creationId xmlns:a16="http://schemas.microsoft.com/office/drawing/2014/main" id="{FDF85677-4FA3-B46E-35A4-B9F1996B9956}"/>
                    </a:ext>
                  </a:extLst>
                </p:cNvPr>
                <p:cNvPicPr/>
                <p:nvPr/>
              </p:nvPicPr>
              <p:blipFill>
                <a:blip r:embed="rId269"/>
                <a:stretch>
                  <a:fillRect/>
                </a:stretch>
              </p:blipFill>
              <p:spPr>
                <a:xfrm>
                  <a:off x="9087856" y="5873593"/>
                  <a:ext cx="7416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60" name="Ink 159">
                  <a:extLst>
                    <a:ext uri="{FF2B5EF4-FFF2-40B4-BE49-F238E27FC236}">
                      <a16:creationId xmlns:a16="http://schemas.microsoft.com/office/drawing/2014/main" id="{949AF95A-55F3-7DDA-DAEC-7BD00B6B683A}"/>
                    </a:ext>
                  </a:extLst>
                </p14:cNvPr>
                <p14:cNvContentPartPr/>
                <p14:nvPr/>
              </p14:nvContentPartPr>
              <p14:xfrm>
                <a:off x="8958256" y="5927593"/>
                <a:ext cx="56880" cy="172440"/>
              </p14:xfrm>
            </p:contentPart>
          </mc:Choice>
          <mc:Fallback xmlns="">
            <p:pic>
              <p:nvPicPr>
                <p:cNvPr id="160" name="Ink 159">
                  <a:extLst>
                    <a:ext uri="{FF2B5EF4-FFF2-40B4-BE49-F238E27FC236}">
                      <a16:creationId xmlns:a16="http://schemas.microsoft.com/office/drawing/2014/main" id="{949AF95A-55F3-7DDA-DAEC-7BD00B6B683A}"/>
                    </a:ext>
                  </a:extLst>
                </p:cNvPr>
                <p:cNvPicPr/>
                <p:nvPr/>
              </p:nvPicPr>
              <p:blipFill>
                <a:blip r:embed="rId271"/>
                <a:stretch>
                  <a:fillRect/>
                </a:stretch>
              </p:blipFill>
              <p:spPr>
                <a:xfrm>
                  <a:off x="8940616" y="5909593"/>
                  <a:ext cx="9252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1" name="Ink 160">
                  <a:extLst>
                    <a:ext uri="{FF2B5EF4-FFF2-40B4-BE49-F238E27FC236}">
                      <a16:creationId xmlns:a16="http://schemas.microsoft.com/office/drawing/2014/main" id="{54C616C7-6D22-01FB-A23D-30B775BBD1E5}"/>
                    </a:ext>
                  </a:extLst>
                </p14:cNvPr>
                <p14:cNvContentPartPr/>
                <p14:nvPr/>
              </p14:nvContentPartPr>
              <p14:xfrm>
                <a:off x="8921896" y="5779993"/>
                <a:ext cx="19800" cy="31680"/>
              </p14:xfrm>
            </p:contentPart>
          </mc:Choice>
          <mc:Fallback xmlns="">
            <p:pic>
              <p:nvPicPr>
                <p:cNvPr id="161" name="Ink 160">
                  <a:extLst>
                    <a:ext uri="{FF2B5EF4-FFF2-40B4-BE49-F238E27FC236}">
                      <a16:creationId xmlns:a16="http://schemas.microsoft.com/office/drawing/2014/main" id="{54C616C7-6D22-01FB-A23D-30B775BBD1E5}"/>
                    </a:ext>
                  </a:extLst>
                </p:cNvPr>
                <p:cNvPicPr/>
                <p:nvPr/>
              </p:nvPicPr>
              <p:blipFill>
                <a:blip r:embed="rId273"/>
                <a:stretch>
                  <a:fillRect/>
                </a:stretch>
              </p:blipFill>
              <p:spPr>
                <a:xfrm>
                  <a:off x="8903896" y="5761993"/>
                  <a:ext cx="5544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2" name="Ink 161">
                  <a:extLst>
                    <a:ext uri="{FF2B5EF4-FFF2-40B4-BE49-F238E27FC236}">
                      <a16:creationId xmlns:a16="http://schemas.microsoft.com/office/drawing/2014/main" id="{C14F73CF-87C7-0ACA-07CB-1203A6B8B6B7}"/>
                    </a:ext>
                  </a:extLst>
                </p14:cNvPr>
                <p14:cNvContentPartPr/>
                <p14:nvPr/>
              </p14:nvContentPartPr>
              <p14:xfrm>
                <a:off x="9097216" y="5885113"/>
                <a:ext cx="93960" cy="108000"/>
              </p14:xfrm>
            </p:contentPart>
          </mc:Choice>
          <mc:Fallback xmlns="">
            <p:pic>
              <p:nvPicPr>
                <p:cNvPr id="162" name="Ink 161">
                  <a:extLst>
                    <a:ext uri="{FF2B5EF4-FFF2-40B4-BE49-F238E27FC236}">
                      <a16:creationId xmlns:a16="http://schemas.microsoft.com/office/drawing/2014/main" id="{C14F73CF-87C7-0ACA-07CB-1203A6B8B6B7}"/>
                    </a:ext>
                  </a:extLst>
                </p:cNvPr>
                <p:cNvPicPr/>
                <p:nvPr/>
              </p:nvPicPr>
              <p:blipFill>
                <a:blip r:embed="rId275"/>
                <a:stretch>
                  <a:fillRect/>
                </a:stretch>
              </p:blipFill>
              <p:spPr>
                <a:xfrm>
                  <a:off x="9079216" y="5867113"/>
                  <a:ext cx="12960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63" name="Ink 162">
                  <a:extLst>
                    <a:ext uri="{FF2B5EF4-FFF2-40B4-BE49-F238E27FC236}">
                      <a16:creationId xmlns:a16="http://schemas.microsoft.com/office/drawing/2014/main" id="{2063CBB0-C2DF-B9C1-10CB-B1E6A270E0EA}"/>
                    </a:ext>
                  </a:extLst>
                </p14:cNvPr>
                <p14:cNvContentPartPr/>
                <p14:nvPr/>
              </p14:nvContentPartPr>
              <p14:xfrm>
                <a:off x="9236536" y="5880793"/>
                <a:ext cx="66600" cy="118800"/>
              </p14:xfrm>
            </p:contentPart>
          </mc:Choice>
          <mc:Fallback xmlns="">
            <p:pic>
              <p:nvPicPr>
                <p:cNvPr id="163" name="Ink 162">
                  <a:extLst>
                    <a:ext uri="{FF2B5EF4-FFF2-40B4-BE49-F238E27FC236}">
                      <a16:creationId xmlns:a16="http://schemas.microsoft.com/office/drawing/2014/main" id="{2063CBB0-C2DF-B9C1-10CB-B1E6A270E0EA}"/>
                    </a:ext>
                  </a:extLst>
                </p:cNvPr>
                <p:cNvPicPr/>
                <p:nvPr/>
              </p:nvPicPr>
              <p:blipFill>
                <a:blip r:embed="rId277"/>
                <a:stretch>
                  <a:fillRect/>
                </a:stretch>
              </p:blipFill>
              <p:spPr>
                <a:xfrm>
                  <a:off x="9218896" y="5862793"/>
                  <a:ext cx="1022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65" name="Ink 164">
                  <a:extLst>
                    <a:ext uri="{FF2B5EF4-FFF2-40B4-BE49-F238E27FC236}">
                      <a16:creationId xmlns:a16="http://schemas.microsoft.com/office/drawing/2014/main" id="{6A846766-DB5B-D095-60BE-509AFFA1DB4D}"/>
                    </a:ext>
                  </a:extLst>
                </p14:cNvPr>
                <p14:cNvContentPartPr/>
                <p14:nvPr/>
              </p14:nvContentPartPr>
              <p14:xfrm>
                <a:off x="9617056" y="3427033"/>
                <a:ext cx="447480" cy="35640"/>
              </p14:xfrm>
            </p:contentPart>
          </mc:Choice>
          <mc:Fallback xmlns="">
            <p:pic>
              <p:nvPicPr>
                <p:cNvPr id="165" name="Ink 164">
                  <a:extLst>
                    <a:ext uri="{FF2B5EF4-FFF2-40B4-BE49-F238E27FC236}">
                      <a16:creationId xmlns:a16="http://schemas.microsoft.com/office/drawing/2014/main" id="{6A846766-DB5B-D095-60BE-509AFFA1DB4D}"/>
                    </a:ext>
                  </a:extLst>
                </p:cNvPr>
                <p:cNvPicPr/>
                <p:nvPr/>
              </p:nvPicPr>
              <p:blipFill>
                <a:blip r:embed="rId279"/>
                <a:stretch>
                  <a:fillRect/>
                </a:stretch>
              </p:blipFill>
              <p:spPr>
                <a:xfrm>
                  <a:off x="9599416" y="3409393"/>
                  <a:ext cx="48312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66" name="Ink 165">
                  <a:extLst>
                    <a:ext uri="{FF2B5EF4-FFF2-40B4-BE49-F238E27FC236}">
                      <a16:creationId xmlns:a16="http://schemas.microsoft.com/office/drawing/2014/main" id="{2A8BF2D3-70DC-FE86-B8B1-2A6859F57BEE}"/>
                    </a:ext>
                  </a:extLst>
                </p14:cNvPr>
                <p14:cNvContentPartPr/>
                <p14:nvPr/>
              </p14:nvContentPartPr>
              <p14:xfrm>
                <a:off x="9404656" y="3495433"/>
                <a:ext cx="341640" cy="3213000"/>
              </p14:xfrm>
            </p:contentPart>
          </mc:Choice>
          <mc:Fallback xmlns="">
            <p:pic>
              <p:nvPicPr>
                <p:cNvPr id="166" name="Ink 165">
                  <a:extLst>
                    <a:ext uri="{FF2B5EF4-FFF2-40B4-BE49-F238E27FC236}">
                      <a16:creationId xmlns:a16="http://schemas.microsoft.com/office/drawing/2014/main" id="{2A8BF2D3-70DC-FE86-B8B1-2A6859F57BEE}"/>
                    </a:ext>
                  </a:extLst>
                </p:cNvPr>
                <p:cNvPicPr/>
                <p:nvPr/>
              </p:nvPicPr>
              <p:blipFill>
                <a:blip r:embed="rId281"/>
                <a:stretch>
                  <a:fillRect/>
                </a:stretch>
              </p:blipFill>
              <p:spPr>
                <a:xfrm>
                  <a:off x="9386656" y="3477793"/>
                  <a:ext cx="377280" cy="32486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67" name="Ink 166">
                  <a:extLst>
                    <a:ext uri="{FF2B5EF4-FFF2-40B4-BE49-F238E27FC236}">
                      <a16:creationId xmlns:a16="http://schemas.microsoft.com/office/drawing/2014/main" id="{E20B0CB8-1844-777C-E442-4AA81A29125D}"/>
                    </a:ext>
                  </a:extLst>
                </p14:cNvPr>
                <p14:cNvContentPartPr/>
                <p14:nvPr/>
              </p14:nvContentPartPr>
              <p14:xfrm>
                <a:off x="9824776" y="3427393"/>
                <a:ext cx="2376360" cy="3334680"/>
              </p14:xfrm>
            </p:contentPart>
          </mc:Choice>
          <mc:Fallback xmlns="">
            <p:pic>
              <p:nvPicPr>
                <p:cNvPr id="167" name="Ink 166">
                  <a:extLst>
                    <a:ext uri="{FF2B5EF4-FFF2-40B4-BE49-F238E27FC236}">
                      <a16:creationId xmlns:a16="http://schemas.microsoft.com/office/drawing/2014/main" id="{E20B0CB8-1844-777C-E442-4AA81A29125D}"/>
                    </a:ext>
                  </a:extLst>
                </p:cNvPr>
                <p:cNvPicPr/>
                <p:nvPr/>
              </p:nvPicPr>
              <p:blipFill>
                <a:blip r:embed="rId283"/>
                <a:stretch>
                  <a:fillRect/>
                </a:stretch>
              </p:blipFill>
              <p:spPr>
                <a:xfrm>
                  <a:off x="9806776" y="3409753"/>
                  <a:ext cx="2412000" cy="337032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69" name="Ink 168">
                  <a:extLst>
                    <a:ext uri="{FF2B5EF4-FFF2-40B4-BE49-F238E27FC236}">
                      <a16:creationId xmlns:a16="http://schemas.microsoft.com/office/drawing/2014/main" id="{CDD29756-5A36-673E-0A7D-31E9FF34698D}"/>
                    </a:ext>
                  </a:extLst>
                </p14:cNvPr>
                <p14:cNvContentPartPr/>
                <p14:nvPr/>
              </p14:nvContentPartPr>
              <p14:xfrm>
                <a:off x="9183976" y="3824473"/>
                <a:ext cx="496440" cy="1742040"/>
              </p14:xfrm>
            </p:contentPart>
          </mc:Choice>
          <mc:Fallback xmlns="">
            <p:pic>
              <p:nvPicPr>
                <p:cNvPr id="169" name="Ink 168">
                  <a:extLst>
                    <a:ext uri="{FF2B5EF4-FFF2-40B4-BE49-F238E27FC236}">
                      <a16:creationId xmlns:a16="http://schemas.microsoft.com/office/drawing/2014/main" id="{CDD29756-5A36-673E-0A7D-31E9FF34698D}"/>
                    </a:ext>
                  </a:extLst>
                </p:cNvPr>
                <p:cNvPicPr/>
                <p:nvPr/>
              </p:nvPicPr>
              <p:blipFill>
                <a:blip r:embed="rId285"/>
                <a:stretch>
                  <a:fillRect/>
                </a:stretch>
              </p:blipFill>
              <p:spPr>
                <a:xfrm>
                  <a:off x="9166336" y="3806473"/>
                  <a:ext cx="532080" cy="1777680"/>
                </a:xfrm>
                <a:prstGeom prst="rect">
                  <a:avLst/>
                </a:prstGeom>
              </p:spPr>
            </p:pic>
          </mc:Fallback>
        </mc:AlternateContent>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C1F90-A678-9326-6B20-A1F62C3A244C}"/>
              </a:ext>
            </a:extLst>
          </p:cNvPr>
          <p:cNvSpPr>
            <a:spLocks noGrp="1"/>
          </p:cNvSpPr>
          <p:nvPr>
            <p:ph type="title"/>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1FAF6A6-0FAD-71BA-5E4D-1DEB90F401E2}"/>
                  </a:ext>
                </a:extLst>
              </p14:cNvPr>
              <p14:cNvContentPartPr/>
              <p14:nvPr/>
            </p14:nvContentPartPr>
            <p14:xfrm>
              <a:off x="1005230" y="1331677"/>
              <a:ext cx="2185920" cy="759240"/>
            </p14:xfrm>
          </p:contentPart>
        </mc:Choice>
        <mc:Fallback xmlns="">
          <p:pic>
            <p:nvPicPr>
              <p:cNvPr id="4" name="Ink 3">
                <a:extLst>
                  <a:ext uri="{FF2B5EF4-FFF2-40B4-BE49-F238E27FC236}">
                    <a16:creationId xmlns:a16="http://schemas.microsoft.com/office/drawing/2014/main" id="{A1FAF6A6-0FAD-71BA-5E4D-1DEB90F401E2}"/>
                  </a:ext>
                </a:extLst>
              </p:cNvPr>
              <p:cNvPicPr/>
              <p:nvPr/>
            </p:nvPicPr>
            <p:blipFill>
              <a:blip r:embed="rId3"/>
              <a:stretch>
                <a:fillRect/>
              </a:stretch>
            </p:blipFill>
            <p:spPr>
              <a:xfrm>
                <a:off x="987230" y="1314037"/>
                <a:ext cx="2221560" cy="794880"/>
              </a:xfrm>
              <a:prstGeom prst="rect">
                <a:avLst/>
              </a:prstGeom>
            </p:spPr>
          </p:pic>
        </mc:Fallback>
      </mc:AlternateContent>
      <p:grpSp>
        <p:nvGrpSpPr>
          <p:cNvPr id="10" name="Group 9">
            <a:extLst>
              <a:ext uri="{FF2B5EF4-FFF2-40B4-BE49-F238E27FC236}">
                <a16:creationId xmlns:a16="http://schemas.microsoft.com/office/drawing/2014/main" id="{01A98E7C-4DF2-CFC0-E833-948609DBC70B}"/>
              </a:ext>
            </a:extLst>
          </p:cNvPr>
          <p:cNvGrpSpPr/>
          <p:nvPr/>
        </p:nvGrpSpPr>
        <p:grpSpPr>
          <a:xfrm>
            <a:off x="3749870" y="1539397"/>
            <a:ext cx="857160" cy="184680"/>
            <a:chOff x="3749870" y="1539397"/>
            <a:chExt cx="857160" cy="18468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0931C73D-79CE-E559-02B7-42CA754E6BB0}"/>
                    </a:ext>
                  </a:extLst>
                </p14:cNvPr>
                <p14:cNvContentPartPr/>
                <p14:nvPr/>
              </p14:nvContentPartPr>
              <p14:xfrm>
                <a:off x="3749870" y="1539397"/>
                <a:ext cx="111960" cy="184680"/>
              </p14:xfrm>
            </p:contentPart>
          </mc:Choice>
          <mc:Fallback xmlns="">
            <p:pic>
              <p:nvPicPr>
                <p:cNvPr id="5" name="Ink 4">
                  <a:extLst>
                    <a:ext uri="{FF2B5EF4-FFF2-40B4-BE49-F238E27FC236}">
                      <a16:creationId xmlns:a16="http://schemas.microsoft.com/office/drawing/2014/main" id="{0931C73D-79CE-E559-02B7-42CA754E6BB0}"/>
                    </a:ext>
                  </a:extLst>
                </p:cNvPr>
                <p:cNvPicPr/>
                <p:nvPr/>
              </p:nvPicPr>
              <p:blipFill>
                <a:blip r:embed="rId5"/>
                <a:stretch>
                  <a:fillRect/>
                </a:stretch>
              </p:blipFill>
              <p:spPr>
                <a:xfrm>
                  <a:off x="3732230" y="1521757"/>
                  <a:ext cx="14760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E91AC4D1-319C-BE0C-701C-B0C161F59A73}"/>
                    </a:ext>
                  </a:extLst>
                </p14:cNvPr>
                <p14:cNvContentPartPr/>
                <p14:nvPr/>
              </p14:nvContentPartPr>
              <p14:xfrm>
                <a:off x="3976310" y="1542277"/>
                <a:ext cx="54720" cy="172440"/>
              </p14:xfrm>
            </p:contentPart>
          </mc:Choice>
          <mc:Fallback xmlns="">
            <p:pic>
              <p:nvPicPr>
                <p:cNvPr id="6" name="Ink 5">
                  <a:extLst>
                    <a:ext uri="{FF2B5EF4-FFF2-40B4-BE49-F238E27FC236}">
                      <a16:creationId xmlns:a16="http://schemas.microsoft.com/office/drawing/2014/main" id="{E91AC4D1-319C-BE0C-701C-B0C161F59A73}"/>
                    </a:ext>
                  </a:extLst>
                </p:cNvPr>
                <p:cNvPicPr/>
                <p:nvPr/>
              </p:nvPicPr>
              <p:blipFill>
                <a:blip r:embed="rId7"/>
                <a:stretch>
                  <a:fillRect/>
                </a:stretch>
              </p:blipFill>
              <p:spPr>
                <a:xfrm>
                  <a:off x="3958310" y="1524277"/>
                  <a:ext cx="903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3A313A11-A387-C6C7-E113-B1F0C58A28E2}"/>
                    </a:ext>
                  </a:extLst>
                </p14:cNvPr>
                <p14:cNvContentPartPr/>
                <p14:nvPr/>
              </p14:nvContentPartPr>
              <p14:xfrm>
                <a:off x="4075670" y="1617877"/>
                <a:ext cx="131040" cy="102600"/>
              </p14:xfrm>
            </p:contentPart>
          </mc:Choice>
          <mc:Fallback xmlns="">
            <p:pic>
              <p:nvPicPr>
                <p:cNvPr id="7" name="Ink 6">
                  <a:extLst>
                    <a:ext uri="{FF2B5EF4-FFF2-40B4-BE49-F238E27FC236}">
                      <a16:creationId xmlns:a16="http://schemas.microsoft.com/office/drawing/2014/main" id="{3A313A11-A387-C6C7-E113-B1F0C58A28E2}"/>
                    </a:ext>
                  </a:extLst>
                </p:cNvPr>
                <p:cNvPicPr/>
                <p:nvPr/>
              </p:nvPicPr>
              <p:blipFill>
                <a:blip r:embed="rId9"/>
                <a:stretch>
                  <a:fillRect/>
                </a:stretch>
              </p:blipFill>
              <p:spPr>
                <a:xfrm>
                  <a:off x="4057670" y="1599877"/>
                  <a:ext cx="16668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5126D60D-502B-174A-3875-BC18BFB3FA82}"/>
                    </a:ext>
                  </a:extLst>
                </p14:cNvPr>
                <p14:cNvContentPartPr/>
                <p14:nvPr/>
              </p14:nvContentPartPr>
              <p14:xfrm>
                <a:off x="4241990" y="1627957"/>
                <a:ext cx="99360" cy="76680"/>
              </p14:xfrm>
            </p:contentPart>
          </mc:Choice>
          <mc:Fallback xmlns="">
            <p:pic>
              <p:nvPicPr>
                <p:cNvPr id="8" name="Ink 7">
                  <a:extLst>
                    <a:ext uri="{FF2B5EF4-FFF2-40B4-BE49-F238E27FC236}">
                      <a16:creationId xmlns:a16="http://schemas.microsoft.com/office/drawing/2014/main" id="{5126D60D-502B-174A-3875-BC18BFB3FA82}"/>
                    </a:ext>
                  </a:extLst>
                </p:cNvPr>
                <p:cNvPicPr/>
                <p:nvPr/>
              </p:nvPicPr>
              <p:blipFill>
                <a:blip r:embed="rId11"/>
                <a:stretch>
                  <a:fillRect/>
                </a:stretch>
              </p:blipFill>
              <p:spPr>
                <a:xfrm>
                  <a:off x="4223990" y="1610317"/>
                  <a:ext cx="13500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C0A89F53-150F-5E53-43A8-D549343CA274}"/>
                    </a:ext>
                  </a:extLst>
                </p14:cNvPr>
                <p14:cNvContentPartPr/>
                <p14:nvPr/>
              </p14:nvContentPartPr>
              <p14:xfrm>
                <a:off x="4442510" y="1601317"/>
                <a:ext cx="164520" cy="75240"/>
              </p14:xfrm>
            </p:contentPart>
          </mc:Choice>
          <mc:Fallback xmlns="">
            <p:pic>
              <p:nvPicPr>
                <p:cNvPr id="9" name="Ink 8">
                  <a:extLst>
                    <a:ext uri="{FF2B5EF4-FFF2-40B4-BE49-F238E27FC236}">
                      <a16:creationId xmlns:a16="http://schemas.microsoft.com/office/drawing/2014/main" id="{C0A89F53-150F-5E53-43A8-D549343CA274}"/>
                    </a:ext>
                  </a:extLst>
                </p:cNvPr>
                <p:cNvPicPr/>
                <p:nvPr/>
              </p:nvPicPr>
              <p:blipFill>
                <a:blip r:embed="rId13"/>
                <a:stretch>
                  <a:fillRect/>
                </a:stretch>
              </p:blipFill>
              <p:spPr>
                <a:xfrm>
                  <a:off x="4424870" y="1583317"/>
                  <a:ext cx="200160" cy="110880"/>
                </a:xfrm>
                <a:prstGeom prst="rect">
                  <a:avLst/>
                </a:prstGeom>
              </p:spPr>
            </p:pic>
          </mc:Fallback>
        </mc:AlternateContent>
      </p:grpSp>
      <p:grpSp>
        <p:nvGrpSpPr>
          <p:cNvPr id="18" name="Group 17">
            <a:extLst>
              <a:ext uri="{FF2B5EF4-FFF2-40B4-BE49-F238E27FC236}">
                <a16:creationId xmlns:a16="http://schemas.microsoft.com/office/drawing/2014/main" id="{73E89383-F5D6-E5A5-729E-7CB633AC53DB}"/>
              </a:ext>
            </a:extLst>
          </p:cNvPr>
          <p:cNvGrpSpPr/>
          <p:nvPr/>
        </p:nvGrpSpPr>
        <p:grpSpPr>
          <a:xfrm>
            <a:off x="4952270" y="1458037"/>
            <a:ext cx="320760" cy="274680"/>
            <a:chOff x="4952270" y="1458037"/>
            <a:chExt cx="320760" cy="274680"/>
          </a:xfrm>
        </p:grpSpPr>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1558B0BB-2C42-F371-91A1-423A3D1C74F5}"/>
                    </a:ext>
                  </a:extLst>
                </p14:cNvPr>
                <p14:cNvContentPartPr/>
                <p14:nvPr/>
              </p14:nvContentPartPr>
              <p14:xfrm>
                <a:off x="4952270" y="1484317"/>
                <a:ext cx="46080" cy="248400"/>
              </p14:xfrm>
            </p:contentPart>
          </mc:Choice>
          <mc:Fallback xmlns="">
            <p:pic>
              <p:nvPicPr>
                <p:cNvPr id="11" name="Ink 10">
                  <a:extLst>
                    <a:ext uri="{FF2B5EF4-FFF2-40B4-BE49-F238E27FC236}">
                      <a16:creationId xmlns:a16="http://schemas.microsoft.com/office/drawing/2014/main" id="{1558B0BB-2C42-F371-91A1-423A3D1C74F5}"/>
                    </a:ext>
                  </a:extLst>
                </p:cNvPr>
                <p:cNvPicPr/>
                <p:nvPr/>
              </p:nvPicPr>
              <p:blipFill>
                <a:blip r:embed="rId15"/>
                <a:stretch>
                  <a:fillRect/>
                </a:stretch>
              </p:blipFill>
              <p:spPr>
                <a:xfrm>
                  <a:off x="4934270" y="1466677"/>
                  <a:ext cx="8172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ABF686B3-D0DC-D52E-6E31-831F6B886C26}"/>
                    </a:ext>
                  </a:extLst>
                </p14:cNvPr>
                <p14:cNvContentPartPr/>
                <p14:nvPr/>
              </p14:nvContentPartPr>
              <p14:xfrm>
                <a:off x="4987550" y="1467037"/>
                <a:ext cx="101520" cy="121320"/>
              </p14:xfrm>
            </p:contentPart>
          </mc:Choice>
          <mc:Fallback xmlns="">
            <p:pic>
              <p:nvPicPr>
                <p:cNvPr id="12" name="Ink 11">
                  <a:extLst>
                    <a:ext uri="{FF2B5EF4-FFF2-40B4-BE49-F238E27FC236}">
                      <a16:creationId xmlns:a16="http://schemas.microsoft.com/office/drawing/2014/main" id="{ABF686B3-D0DC-D52E-6E31-831F6B886C26}"/>
                    </a:ext>
                  </a:extLst>
                </p:cNvPr>
                <p:cNvPicPr/>
                <p:nvPr/>
              </p:nvPicPr>
              <p:blipFill>
                <a:blip r:embed="rId17"/>
                <a:stretch>
                  <a:fillRect/>
                </a:stretch>
              </p:blipFill>
              <p:spPr>
                <a:xfrm>
                  <a:off x="4969910" y="1449037"/>
                  <a:ext cx="1371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A69A21AE-99A3-EA62-DD34-C57E11085D2C}"/>
                    </a:ext>
                  </a:extLst>
                </p14:cNvPr>
                <p14:cNvContentPartPr/>
                <p14:nvPr/>
              </p14:nvContentPartPr>
              <p14:xfrm>
                <a:off x="5171870" y="1516717"/>
                <a:ext cx="14400" cy="181080"/>
              </p14:xfrm>
            </p:contentPart>
          </mc:Choice>
          <mc:Fallback xmlns="">
            <p:pic>
              <p:nvPicPr>
                <p:cNvPr id="13" name="Ink 12">
                  <a:extLst>
                    <a:ext uri="{FF2B5EF4-FFF2-40B4-BE49-F238E27FC236}">
                      <a16:creationId xmlns:a16="http://schemas.microsoft.com/office/drawing/2014/main" id="{A69A21AE-99A3-EA62-DD34-C57E11085D2C}"/>
                    </a:ext>
                  </a:extLst>
                </p:cNvPr>
                <p:cNvPicPr/>
                <p:nvPr/>
              </p:nvPicPr>
              <p:blipFill>
                <a:blip r:embed="rId19"/>
                <a:stretch>
                  <a:fillRect/>
                </a:stretch>
              </p:blipFill>
              <p:spPr>
                <a:xfrm>
                  <a:off x="5154230" y="1499077"/>
                  <a:ext cx="5004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1DCE0BFE-C2BD-48EA-8844-EAD2781A82A2}"/>
                    </a:ext>
                  </a:extLst>
                </p14:cNvPr>
                <p14:cNvContentPartPr/>
                <p14:nvPr/>
              </p14:nvContentPartPr>
              <p14:xfrm>
                <a:off x="5180150" y="1458037"/>
                <a:ext cx="92880" cy="124560"/>
              </p14:xfrm>
            </p:contentPart>
          </mc:Choice>
          <mc:Fallback xmlns="">
            <p:pic>
              <p:nvPicPr>
                <p:cNvPr id="14" name="Ink 13">
                  <a:extLst>
                    <a:ext uri="{FF2B5EF4-FFF2-40B4-BE49-F238E27FC236}">
                      <a16:creationId xmlns:a16="http://schemas.microsoft.com/office/drawing/2014/main" id="{1DCE0BFE-C2BD-48EA-8844-EAD2781A82A2}"/>
                    </a:ext>
                  </a:extLst>
                </p:cNvPr>
                <p:cNvPicPr/>
                <p:nvPr/>
              </p:nvPicPr>
              <p:blipFill>
                <a:blip r:embed="rId21"/>
                <a:stretch>
                  <a:fillRect/>
                </a:stretch>
              </p:blipFill>
              <p:spPr>
                <a:xfrm>
                  <a:off x="5162150" y="1440397"/>
                  <a:ext cx="128520" cy="160200"/>
                </a:xfrm>
                <a:prstGeom prst="rect">
                  <a:avLst/>
                </a:prstGeom>
              </p:spPr>
            </p:pic>
          </mc:Fallback>
        </mc:AlternateContent>
      </p:grpSp>
      <p:grpSp>
        <p:nvGrpSpPr>
          <p:cNvPr id="17" name="Group 16">
            <a:extLst>
              <a:ext uri="{FF2B5EF4-FFF2-40B4-BE49-F238E27FC236}">
                <a16:creationId xmlns:a16="http://schemas.microsoft.com/office/drawing/2014/main" id="{98B25596-EF6C-498A-FA61-4D6A71805B1A}"/>
              </a:ext>
            </a:extLst>
          </p:cNvPr>
          <p:cNvGrpSpPr/>
          <p:nvPr/>
        </p:nvGrpSpPr>
        <p:grpSpPr>
          <a:xfrm>
            <a:off x="5417390" y="1474597"/>
            <a:ext cx="227520" cy="230040"/>
            <a:chOff x="5417390" y="1474597"/>
            <a:chExt cx="227520" cy="230040"/>
          </a:xfrm>
        </p:grpSpPr>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45048919-AE21-6745-FF2D-4C39F50DA87D}"/>
                    </a:ext>
                  </a:extLst>
                </p14:cNvPr>
                <p14:cNvContentPartPr/>
                <p14:nvPr/>
              </p14:nvContentPartPr>
              <p14:xfrm>
                <a:off x="5417390" y="1474597"/>
                <a:ext cx="122040" cy="230040"/>
              </p14:xfrm>
            </p:contentPart>
          </mc:Choice>
          <mc:Fallback xmlns="">
            <p:pic>
              <p:nvPicPr>
                <p:cNvPr id="15" name="Ink 14">
                  <a:extLst>
                    <a:ext uri="{FF2B5EF4-FFF2-40B4-BE49-F238E27FC236}">
                      <a16:creationId xmlns:a16="http://schemas.microsoft.com/office/drawing/2014/main" id="{45048919-AE21-6745-FF2D-4C39F50DA87D}"/>
                    </a:ext>
                  </a:extLst>
                </p:cNvPr>
                <p:cNvPicPr/>
                <p:nvPr/>
              </p:nvPicPr>
              <p:blipFill>
                <a:blip r:embed="rId23"/>
                <a:stretch>
                  <a:fillRect/>
                </a:stretch>
              </p:blipFill>
              <p:spPr>
                <a:xfrm>
                  <a:off x="5399750" y="1456597"/>
                  <a:ext cx="15768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E8D6A699-8E3C-2441-40C3-D2F8B1A30CAE}"/>
                    </a:ext>
                  </a:extLst>
                </p14:cNvPr>
                <p14:cNvContentPartPr/>
                <p14:nvPr/>
              </p14:nvContentPartPr>
              <p14:xfrm>
                <a:off x="5642030" y="1644517"/>
                <a:ext cx="2880" cy="21960"/>
              </p14:xfrm>
            </p:contentPart>
          </mc:Choice>
          <mc:Fallback xmlns="">
            <p:pic>
              <p:nvPicPr>
                <p:cNvPr id="16" name="Ink 15">
                  <a:extLst>
                    <a:ext uri="{FF2B5EF4-FFF2-40B4-BE49-F238E27FC236}">
                      <a16:creationId xmlns:a16="http://schemas.microsoft.com/office/drawing/2014/main" id="{E8D6A699-8E3C-2441-40C3-D2F8B1A30CAE}"/>
                    </a:ext>
                  </a:extLst>
                </p:cNvPr>
                <p:cNvPicPr/>
                <p:nvPr/>
              </p:nvPicPr>
              <p:blipFill>
                <a:blip r:embed="rId25"/>
                <a:stretch>
                  <a:fillRect/>
                </a:stretch>
              </p:blipFill>
              <p:spPr>
                <a:xfrm>
                  <a:off x="5624030" y="1626517"/>
                  <a:ext cx="38520" cy="57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612CBB9D-AF3D-01E7-75D9-5DB92AD8F55D}"/>
                  </a:ext>
                </a:extLst>
              </p14:cNvPr>
              <p14:cNvContentPartPr/>
              <p14:nvPr/>
            </p14:nvContentPartPr>
            <p14:xfrm>
              <a:off x="1047350" y="2249317"/>
              <a:ext cx="2653920" cy="1003320"/>
            </p14:xfrm>
          </p:contentPart>
        </mc:Choice>
        <mc:Fallback xmlns="">
          <p:pic>
            <p:nvPicPr>
              <p:cNvPr id="19" name="Ink 18">
                <a:extLst>
                  <a:ext uri="{FF2B5EF4-FFF2-40B4-BE49-F238E27FC236}">
                    <a16:creationId xmlns:a16="http://schemas.microsoft.com/office/drawing/2014/main" id="{612CBB9D-AF3D-01E7-75D9-5DB92AD8F55D}"/>
                  </a:ext>
                </a:extLst>
              </p:cNvPr>
              <p:cNvPicPr/>
              <p:nvPr/>
            </p:nvPicPr>
            <p:blipFill>
              <a:blip r:embed="rId27"/>
              <a:stretch>
                <a:fillRect/>
              </a:stretch>
            </p:blipFill>
            <p:spPr>
              <a:xfrm>
                <a:off x="1029350" y="2231317"/>
                <a:ext cx="2689560" cy="1038960"/>
              </a:xfrm>
              <a:prstGeom prst="rect">
                <a:avLst/>
              </a:prstGeom>
            </p:spPr>
          </p:pic>
        </mc:Fallback>
      </mc:AlternateContent>
      <p:grpSp>
        <p:nvGrpSpPr>
          <p:cNvPr id="29" name="Group 28">
            <a:extLst>
              <a:ext uri="{FF2B5EF4-FFF2-40B4-BE49-F238E27FC236}">
                <a16:creationId xmlns:a16="http://schemas.microsoft.com/office/drawing/2014/main" id="{A95718B1-6E9C-F6C1-F62E-3F0F2D93520D}"/>
              </a:ext>
            </a:extLst>
          </p:cNvPr>
          <p:cNvGrpSpPr/>
          <p:nvPr/>
        </p:nvGrpSpPr>
        <p:grpSpPr>
          <a:xfrm>
            <a:off x="3999350" y="2581597"/>
            <a:ext cx="822960" cy="416880"/>
            <a:chOff x="3999350" y="2581597"/>
            <a:chExt cx="822960" cy="416880"/>
          </a:xfrm>
        </p:grpSpPr>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BF5A4985-5849-B026-8684-D37F5ADFF020}"/>
                    </a:ext>
                  </a:extLst>
                </p14:cNvPr>
                <p14:cNvContentPartPr/>
                <p14:nvPr/>
              </p14:nvContentPartPr>
              <p14:xfrm>
                <a:off x="3999350" y="2682757"/>
                <a:ext cx="165600" cy="167400"/>
              </p14:xfrm>
            </p:contentPart>
          </mc:Choice>
          <mc:Fallback xmlns="">
            <p:pic>
              <p:nvPicPr>
                <p:cNvPr id="20" name="Ink 19">
                  <a:extLst>
                    <a:ext uri="{FF2B5EF4-FFF2-40B4-BE49-F238E27FC236}">
                      <a16:creationId xmlns:a16="http://schemas.microsoft.com/office/drawing/2014/main" id="{BF5A4985-5849-B026-8684-D37F5ADFF020}"/>
                    </a:ext>
                  </a:extLst>
                </p:cNvPr>
                <p:cNvPicPr/>
                <p:nvPr/>
              </p:nvPicPr>
              <p:blipFill>
                <a:blip r:embed="rId29"/>
                <a:stretch>
                  <a:fillRect/>
                </a:stretch>
              </p:blipFill>
              <p:spPr>
                <a:xfrm>
                  <a:off x="3981710" y="2664757"/>
                  <a:ext cx="20124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84D89ECA-2C4B-7A6E-0915-C2BBE299C3BF}"/>
                    </a:ext>
                  </a:extLst>
                </p14:cNvPr>
                <p14:cNvContentPartPr/>
                <p14:nvPr/>
              </p14:nvContentPartPr>
              <p14:xfrm>
                <a:off x="4249910" y="2710477"/>
                <a:ext cx="68040" cy="120600"/>
              </p14:xfrm>
            </p:contentPart>
          </mc:Choice>
          <mc:Fallback xmlns="">
            <p:pic>
              <p:nvPicPr>
                <p:cNvPr id="21" name="Ink 20">
                  <a:extLst>
                    <a:ext uri="{FF2B5EF4-FFF2-40B4-BE49-F238E27FC236}">
                      <a16:creationId xmlns:a16="http://schemas.microsoft.com/office/drawing/2014/main" id="{84D89ECA-2C4B-7A6E-0915-C2BBE299C3BF}"/>
                    </a:ext>
                  </a:extLst>
                </p:cNvPr>
                <p:cNvPicPr/>
                <p:nvPr/>
              </p:nvPicPr>
              <p:blipFill>
                <a:blip r:embed="rId31"/>
                <a:stretch>
                  <a:fillRect/>
                </a:stretch>
              </p:blipFill>
              <p:spPr>
                <a:xfrm>
                  <a:off x="4231910" y="2692477"/>
                  <a:ext cx="10368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E365CCBE-5D65-5477-8B7E-CDCBABADEFDC}"/>
                    </a:ext>
                  </a:extLst>
                </p14:cNvPr>
                <p14:cNvContentPartPr/>
                <p14:nvPr/>
              </p14:nvContentPartPr>
              <p14:xfrm>
                <a:off x="4388150" y="2709037"/>
                <a:ext cx="9720" cy="137160"/>
              </p14:xfrm>
            </p:contentPart>
          </mc:Choice>
          <mc:Fallback xmlns="">
            <p:pic>
              <p:nvPicPr>
                <p:cNvPr id="22" name="Ink 21">
                  <a:extLst>
                    <a:ext uri="{FF2B5EF4-FFF2-40B4-BE49-F238E27FC236}">
                      <a16:creationId xmlns:a16="http://schemas.microsoft.com/office/drawing/2014/main" id="{E365CCBE-5D65-5477-8B7E-CDCBABADEFDC}"/>
                    </a:ext>
                  </a:extLst>
                </p:cNvPr>
                <p:cNvPicPr/>
                <p:nvPr/>
              </p:nvPicPr>
              <p:blipFill>
                <a:blip r:embed="rId33"/>
                <a:stretch>
                  <a:fillRect/>
                </a:stretch>
              </p:blipFill>
              <p:spPr>
                <a:xfrm>
                  <a:off x="4370150" y="2691037"/>
                  <a:ext cx="4536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9FCC5E4D-176F-743B-1D91-886112D8D11A}"/>
                    </a:ext>
                  </a:extLst>
                </p14:cNvPr>
                <p14:cNvContentPartPr/>
                <p14:nvPr/>
              </p14:nvContentPartPr>
              <p14:xfrm>
                <a:off x="4378790" y="2581597"/>
                <a:ext cx="12600" cy="38160"/>
              </p14:xfrm>
            </p:contentPart>
          </mc:Choice>
          <mc:Fallback xmlns="">
            <p:pic>
              <p:nvPicPr>
                <p:cNvPr id="23" name="Ink 22">
                  <a:extLst>
                    <a:ext uri="{FF2B5EF4-FFF2-40B4-BE49-F238E27FC236}">
                      <a16:creationId xmlns:a16="http://schemas.microsoft.com/office/drawing/2014/main" id="{9FCC5E4D-176F-743B-1D91-886112D8D11A}"/>
                    </a:ext>
                  </a:extLst>
                </p:cNvPr>
                <p:cNvPicPr/>
                <p:nvPr/>
              </p:nvPicPr>
              <p:blipFill>
                <a:blip r:embed="rId35"/>
                <a:stretch>
                  <a:fillRect/>
                </a:stretch>
              </p:blipFill>
              <p:spPr>
                <a:xfrm>
                  <a:off x="4360790" y="2563597"/>
                  <a:ext cx="4824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3FDE7FBB-B1EF-3766-059E-23BFE26ABDC2}"/>
                    </a:ext>
                  </a:extLst>
                </p14:cNvPr>
                <p14:cNvContentPartPr/>
                <p14:nvPr/>
              </p14:nvContentPartPr>
              <p14:xfrm>
                <a:off x="4493990" y="2705437"/>
                <a:ext cx="87840" cy="201960"/>
              </p14:xfrm>
            </p:contentPart>
          </mc:Choice>
          <mc:Fallback xmlns="">
            <p:pic>
              <p:nvPicPr>
                <p:cNvPr id="24" name="Ink 23">
                  <a:extLst>
                    <a:ext uri="{FF2B5EF4-FFF2-40B4-BE49-F238E27FC236}">
                      <a16:creationId xmlns:a16="http://schemas.microsoft.com/office/drawing/2014/main" id="{3FDE7FBB-B1EF-3766-059E-23BFE26ABDC2}"/>
                    </a:ext>
                  </a:extLst>
                </p:cNvPr>
                <p:cNvPicPr/>
                <p:nvPr/>
              </p:nvPicPr>
              <p:blipFill>
                <a:blip r:embed="rId37"/>
                <a:stretch>
                  <a:fillRect/>
                </a:stretch>
              </p:blipFill>
              <p:spPr>
                <a:xfrm>
                  <a:off x="4475990" y="2687437"/>
                  <a:ext cx="12348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2654A897-3A48-B394-AA46-24F2F13C6CE1}"/>
                    </a:ext>
                  </a:extLst>
                </p14:cNvPr>
                <p14:cNvContentPartPr/>
                <p14:nvPr/>
              </p14:nvContentPartPr>
              <p14:xfrm>
                <a:off x="4653110" y="2714437"/>
                <a:ext cx="169200" cy="284040"/>
              </p14:xfrm>
            </p:contentPart>
          </mc:Choice>
          <mc:Fallback xmlns="">
            <p:pic>
              <p:nvPicPr>
                <p:cNvPr id="25" name="Ink 24">
                  <a:extLst>
                    <a:ext uri="{FF2B5EF4-FFF2-40B4-BE49-F238E27FC236}">
                      <a16:creationId xmlns:a16="http://schemas.microsoft.com/office/drawing/2014/main" id="{2654A897-3A48-B394-AA46-24F2F13C6CE1}"/>
                    </a:ext>
                  </a:extLst>
                </p:cNvPr>
                <p:cNvPicPr/>
                <p:nvPr/>
              </p:nvPicPr>
              <p:blipFill>
                <a:blip r:embed="rId39"/>
                <a:stretch>
                  <a:fillRect/>
                </a:stretch>
              </p:blipFill>
              <p:spPr>
                <a:xfrm>
                  <a:off x="4635470" y="2696437"/>
                  <a:ext cx="204840" cy="319680"/>
                </a:xfrm>
                <a:prstGeom prst="rect">
                  <a:avLst/>
                </a:prstGeom>
              </p:spPr>
            </p:pic>
          </mc:Fallback>
        </mc:AlternateContent>
      </p:grpSp>
      <p:grpSp>
        <p:nvGrpSpPr>
          <p:cNvPr id="28" name="Group 27">
            <a:extLst>
              <a:ext uri="{FF2B5EF4-FFF2-40B4-BE49-F238E27FC236}">
                <a16:creationId xmlns:a16="http://schemas.microsoft.com/office/drawing/2014/main" id="{CFAAE362-DA57-E48A-255B-1A33C5377AA4}"/>
              </a:ext>
            </a:extLst>
          </p:cNvPr>
          <p:cNvGrpSpPr/>
          <p:nvPr/>
        </p:nvGrpSpPr>
        <p:grpSpPr>
          <a:xfrm>
            <a:off x="5192390" y="2575837"/>
            <a:ext cx="92880" cy="203400"/>
            <a:chOff x="5192390" y="2575837"/>
            <a:chExt cx="92880" cy="203400"/>
          </a:xfrm>
        </p:grpSpPr>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1310C4F9-2431-C119-A6E5-F6D1BABE7038}"/>
                    </a:ext>
                  </a:extLst>
                </p14:cNvPr>
                <p14:cNvContentPartPr/>
                <p14:nvPr/>
              </p14:nvContentPartPr>
              <p14:xfrm>
                <a:off x="5192390" y="2583037"/>
                <a:ext cx="49680" cy="196200"/>
              </p14:xfrm>
            </p:contentPart>
          </mc:Choice>
          <mc:Fallback xmlns="">
            <p:pic>
              <p:nvPicPr>
                <p:cNvPr id="26" name="Ink 25">
                  <a:extLst>
                    <a:ext uri="{FF2B5EF4-FFF2-40B4-BE49-F238E27FC236}">
                      <a16:creationId xmlns:a16="http://schemas.microsoft.com/office/drawing/2014/main" id="{1310C4F9-2431-C119-A6E5-F6D1BABE7038}"/>
                    </a:ext>
                  </a:extLst>
                </p:cNvPr>
                <p:cNvPicPr/>
                <p:nvPr/>
              </p:nvPicPr>
              <p:blipFill>
                <a:blip r:embed="rId41"/>
                <a:stretch>
                  <a:fillRect/>
                </a:stretch>
              </p:blipFill>
              <p:spPr>
                <a:xfrm>
                  <a:off x="5174390" y="2565037"/>
                  <a:ext cx="8532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F6E07CC4-B987-B65D-425C-0E4A544CF6CD}"/>
                    </a:ext>
                  </a:extLst>
                </p14:cNvPr>
                <p14:cNvContentPartPr/>
                <p14:nvPr/>
              </p14:nvContentPartPr>
              <p14:xfrm>
                <a:off x="5199590" y="2575837"/>
                <a:ext cx="85680" cy="126000"/>
              </p14:xfrm>
            </p:contentPart>
          </mc:Choice>
          <mc:Fallback xmlns="">
            <p:pic>
              <p:nvPicPr>
                <p:cNvPr id="27" name="Ink 26">
                  <a:extLst>
                    <a:ext uri="{FF2B5EF4-FFF2-40B4-BE49-F238E27FC236}">
                      <a16:creationId xmlns:a16="http://schemas.microsoft.com/office/drawing/2014/main" id="{F6E07CC4-B987-B65D-425C-0E4A544CF6CD}"/>
                    </a:ext>
                  </a:extLst>
                </p:cNvPr>
                <p:cNvPicPr/>
                <p:nvPr/>
              </p:nvPicPr>
              <p:blipFill>
                <a:blip r:embed="rId43"/>
                <a:stretch>
                  <a:fillRect/>
                </a:stretch>
              </p:blipFill>
              <p:spPr>
                <a:xfrm>
                  <a:off x="5181950" y="2558197"/>
                  <a:ext cx="121320" cy="161640"/>
                </a:xfrm>
                <a:prstGeom prst="rect">
                  <a:avLst/>
                </a:prstGeom>
              </p:spPr>
            </p:pic>
          </mc:Fallback>
        </mc:AlternateContent>
      </p:grpSp>
      <p:grpSp>
        <p:nvGrpSpPr>
          <p:cNvPr id="33" name="Group 32">
            <a:extLst>
              <a:ext uri="{FF2B5EF4-FFF2-40B4-BE49-F238E27FC236}">
                <a16:creationId xmlns:a16="http://schemas.microsoft.com/office/drawing/2014/main" id="{B1F66D72-B553-43FB-699E-AD393388932F}"/>
              </a:ext>
            </a:extLst>
          </p:cNvPr>
          <p:cNvGrpSpPr/>
          <p:nvPr/>
        </p:nvGrpSpPr>
        <p:grpSpPr>
          <a:xfrm>
            <a:off x="5417750" y="2529037"/>
            <a:ext cx="121320" cy="227160"/>
            <a:chOff x="5417750" y="2529037"/>
            <a:chExt cx="121320" cy="227160"/>
          </a:xfrm>
        </p:grpSpPr>
        <mc:AlternateContent xmlns:mc="http://schemas.openxmlformats.org/markup-compatibility/2006" xmlns:p14="http://schemas.microsoft.com/office/powerpoint/2010/main">
          <mc:Choice Requires="p14">
            <p:contentPart p14:bwMode="auto" r:id="rId44">
              <p14:nvContentPartPr>
                <p14:cNvPr id="30" name="Ink 29">
                  <a:extLst>
                    <a:ext uri="{FF2B5EF4-FFF2-40B4-BE49-F238E27FC236}">
                      <a16:creationId xmlns:a16="http://schemas.microsoft.com/office/drawing/2014/main" id="{6EC49579-92E1-E661-38B5-ACC357A84C01}"/>
                    </a:ext>
                  </a:extLst>
                </p14:cNvPr>
                <p14:cNvContentPartPr/>
                <p14:nvPr/>
              </p14:nvContentPartPr>
              <p14:xfrm>
                <a:off x="5417750" y="2592037"/>
                <a:ext cx="23400" cy="164160"/>
              </p14:xfrm>
            </p:contentPart>
          </mc:Choice>
          <mc:Fallback xmlns="">
            <p:pic>
              <p:nvPicPr>
                <p:cNvPr id="30" name="Ink 29">
                  <a:extLst>
                    <a:ext uri="{FF2B5EF4-FFF2-40B4-BE49-F238E27FC236}">
                      <a16:creationId xmlns:a16="http://schemas.microsoft.com/office/drawing/2014/main" id="{6EC49579-92E1-E661-38B5-ACC357A84C01}"/>
                    </a:ext>
                  </a:extLst>
                </p:cNvPr>
                <p:cNvPicPr/>
                <p:nvPr/>
              </p:nvPicPr>
              <p:blipFill>
                <a:blip r:embed="rId45"/>
                <a:stretch>
                  <a:fillRect/>
                </a:stretch>
              </p:blipFill>
              <p:spPr>
                <a:xfrm>
                  <a:off x="5399750" y="2574397"/>
                  <a:ext cx="5904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B5FCEA81-EF22-8E87-F021-A660991B6138}"/>
                    </a:ext>
                  </a:extLst>
                </p14:cNvPr>
                <p14:cNvContentPartPr/>
                <p14:nvPr/>
              </p14:nvContentPartPr>
              <p14:xfrm>
                <a:off x="5453390" y="2529037"/>
                <a:ext cx="85680" cy="142200"/>
              </p14:xfrm>
            </p:contentPart>
          </mc:Choice>
          <mc:Fallback xmlns="">
            <p:pic>
              <p:nvPicPr>
                <p:cNvPr id="31" name="Ink 30">
                  <a:extLst>
                    <a:ext uri="{FF2B5EF4-FFF2-40B4-BE49-F238E27FC236}">
                      <a16:creationId xmlns:a16="http://schemas.microsoft.com/office/drawing/2014/main" id="{B5FCEA81-EF22-8E87-F021-A660991B6138}"/>
                    </a:ext>
                  </a:extLst>
                </p:cNvPr>
                <p:cNvPicPr/>
                <p:nvPr/>
              </p:nvPicPr>
              <p:blipFill>
                <a:blip r:embed="rId47"/>
                <a:stretch>
                  <a:fillRect/>
                </a:stretch>
              </p:blipFill>
              <p:spPr>
                <a:xfrm>
                  <a:off x="5435750" y="2511037"/>
                  <a:ext cx="121320" cy="177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33A949B2-74CE-CF2A-F141-48A31D4065FA}"/>
                  </a:ext>
                </a:extLst>
              </p14:cNvPr>
              <p14:cNvContentPartPr/>
              <p14:nvPr/>
            </p14:nvContentPartPr>
            <p14:xfrm>
              <a:off x="5666510" y="2520037"/>
              <a:ext cx="165600" cy="241560"/>
            </p14:xfrm>
          </p:contentPart>
        </mc:Choice>
        <mc:Fallback xmlns="">
          <p:pic>
            <p:nvPicPr>
              <p:cNvPr id="32" name="Ink 31">
                <a:extLst>
                  <a:ext uri="{FF2B5EF4-FFF2-40B4-BE49-F238E27FC236}">
                    <a16:creationId xmlns:a16="http://schemas.microsoft.com/office/drawing/2014/main" id="{33A949B2-74CE-CF2A-F141-48A31D4065FA}"/>
                  </a:ext>
                </a:extLst>
              </p:cNvPr>
              <p:cNvPicPr/>
              <p:nvPr/>
            </p:nvPicPr>
            <p:blipFill>
              <a:blip r:embed="rId49"/>
              <a:stretch>
                <a:fillRect/>
              </a:stretch>
            </p:blipFill>
            <p:spPr>
              <a:xfrm>
                <a:off x="5648870" y="2502037"/>
                <a:ext cx="201240" cy="277200"/>
              </a:xfrm>
              <a:prstGeom prst="rect">
                <a:avLst/>
              </a:prstGeom>
            </p:spPr>
          </p:pic>
        </mc:Fallback>
      </mc:AlternateContent>
      <p:grpSp>
        <p:nvGrpSpPr>
          <p:cNvPr id="48" name="Group 47">
            <a:extLst>
              <a:ext uri="{FF2B5EF4-FFF2-40B4-BE49-F238E27FC236}">
                <a16:creationId xmlns:a16="http://schemas.microsoft.com/office/drawing/2014/main" id="{E15DD004-A457-C4AA-2E21-0A3B052ED5DD}"/>
              </a:ext>
            </a:extLst>
          </p:cNvPr>
          <p:cNvGrpSpPr/>
          <p:nvPr/>
        </p:nvGrpSpPr>
        <p:grpSpPr>
          <a:xfrm>
            <a:off x="6171230" y="1277677"/>
            <a:ext cx="657720" cy="384480"/>
            <a:chOff x="6171230" y="1277677"/>
            <a:chExt cx="657720" cy="384480"/>
          </a:xfrm>
        </p:grpSpPr>
        <mc:AlternateContent xmlns:mc="http://schemas.openxmlformats.org/markup-compatibility/2006" xmlns:p14="http://schemas.microsoft.com/office/powerpoint/2010/main">
          <mc:Choice Requires="p14">
            <p:contentPart p14:bwMode="auto" r:id="rId50">
              <p14:nvContentPartPr>
                <p14:cNvPr id="34" name="Ink 33">
                  <a:extLst>
                    <a:ext uri="{FF2B5EF4-FFF2-40B4-BE49-F238E27FC236}">
                      <a16:creationId xmlns:a16="http://schemas.microsoft.com/office/drawing/2014/main" id="{9D3384A4-CA23-AE30-AF1D-964887DC9473}"/>
                    </a:ext>
                  </a:extLst>
                </p14:cNvPr>
                <p14:cNvContentPartPr/>
                <p14:nvPr/>
              </p14:nvContentPartPr>
              <p14:xfrm>
                <a:off x="6171230" y="1331317"/>
                <a:ext cx="50400" cy="330840"/>
              </p14:xfrm>
            </p:contentPart>
          </mc:Choice>
          <mc:Fallback xmlns="">
            <p:pic>
              <p:nvPicPr>
                <p:cNvPr id="34" name="Ink 33">
                  <a:extLst>
                    <a:ext uri="{FF2B5EF4-FFF2-40B4-BE49-F238E27FC236}">
                      <a16:creationId xmlns:a16="http://schemas.microsoft.com/office/drawing/2014/main" id="{9D3384A4-CA23-AE30-AF1D-964887DC9473}"/>
                    </a:ext>
                  </a:extLst>
                </p:cNvPr>
                <p:cNvPicPr/>
                <p:nvPr/>
              </p:nvPicPr>
              <p:blipFill>
                <a:blip r:embed="rId51"/>
                <a:stretch>
                  <a:fillRect/>
                </a:stretch>
              </p:blipFill>
              <p:spPr>
                <a:xfrm>
                  <a:off x="6153590" y="1313317"/>
                  <a:ext cx="8604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5" name="Ink 34">
                  <a:extLst>
                    <a:ext uri="{FF2B5EF4-FFF2-40B4-BE49-F238E27FC236}">
                      <a16:creationId xmlns:a16="http://schemas.microsoft.com/office/drawing/2014/main" id="{5070DB71-9338-3EDC-96C3-E56D921FF70F}"/>
                    </a:ext>
                  </a:extLst>
                </p14:cNvPr>
                <p14:cNvContentPartPr/>
                <p14:nvPr/>
              </p14:nvContentPartPr>
              <p14:xfrm>
                <a:off x="6229550" y="1277677"/>
                <a:ext cx="76680" cy="84240"/>
              </p14:xfrm>
            </p:contentPart>
          </mc:Choice>
          <mc:Fallback xmlns="">
            <p:pic>
              <p:nvPicPr>
                <p:cNvPr id="35" name="Ink 34">
                  <a:extLst>
                    <a:ext uri="{FF2B5EF4-FFF2-40B4-BE49-F238E27FC236}">
                      <a16:creationId xmlns:a16="http://schemas.microsoft.com/office/drawing/2014/main" id="{5070DB71-9338-3EDC-96C3-E56D921FF70F}"/>
                    </a:ext>
                  </a:extLst>
                </p:cNvPr>
                <p:cNvPicPr/>
                <p:nvPr/>
              </p:nvPicPr>
              <p:blipFill>
                <a:blip r:embed="rId53"/>
                <a:stretch>
                  <a:fillRect/>
                </a:stretch>
              </p:blipFill>
              <p:spPr>
                <a:xfrm>
                  <a:off x="6211910" y="1259677"/>
                  <a:ext cx="11232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62196391-0634-E098-8C90-73D012E9AABB}"/>
                    </a:ext>
                  </a:extLst>
                </p14:cNvPr>
                <p14:cNvContentPartPr/>
                <p14:nvPr/>
              </p14:nvContentPartPr>
              <p14:xfrm>
                <a:off x="6173750" y="1410517"/>
                <a:ext cx="144360" cy="56520"/>
              </p14:xfrm>
            </p:contentPart>
          </mc:Choice>
          <mc:Fallback xmlns="">
            <p:pic>
              <p:nvPicPr>
                <p:cNvPr id="36" name="Ink 35">
                  <a:extLst>
                    <a:ext uri="{FF2B5EF4-FFF2-40B4-BE49-F238E27FC236}">
                      <a16:creationId xmlns:a16="http://schemas.microsoft.com/office/drawing/2014/main" id="{62196391-0634-E098-8C90-73D012E9AABB}"/>
                    </a:ext>
                  </a:extLst>
                </p:cNvPr>
                <p:cNvPicPr/>
                <p:nvPr/>
              </p:nvPicPr>
              <p:blipFill>
                <a:blip r:embed="rId55"/>
                <a:stretch>
                  <a:fillRect/>
                </a:stretch>
              </p:blipFill>
              <p:spPr>
                <a:xfrm>
                  <a:off x="6155750" y="1392877"/>
                  <a:ext cx="18000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C6565796-7375-0A3F-B303-6F0C466142E6}"/>
                    </a:ext>
                  </a:extLst>
                </p14:cNvPr>
                <p14:cNvContentPartPr/>
                <p14:nvPr/>
              </p14:nvContentPartPr>
              <p14:xfrm>
                <a:off x="6403430" y="1343917"/>
                <a:ext cx="44280" cy="184320"/>
              </p14:xfrm>
            </p:contentPart>
          </mc:Choice>
          <mc:Fallback xmlns="">
            <p:pic>
              <p:nvPicPr>
                <p:cNvPr id="37" name="Ink 36">
                  <a:extLst>
                    <a:ext uri="{FF2B5EF4-FFF2-40B4-BE49-F238E27FC236}">
                      <a16:creationId xmlns:a16="http://schemas.microsoft.com/office/drawing/2014/main" id="{C6565796-7375-0A3F-B303-6F0C466142E6}"/>
                    </a:ext>
                  </a:extLst>
                </p:cNvPr>
                <p:cNvPicPr/>
                <p:nvPr/>
              </p:nvPicPr>
              <p:blipFill>
                <a:blip r:embed="rId57"/>
                <a:stretch>
                  <a:fillRect/>
                </a:stretch>
              </p:blipFill>
              <p:spPr>
                <a:xfrm>
                  <a:off x="6385430" y="1325917"/>
                  <a:ext cx="7992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58FE2BC5-23E3-D4AA-0276-08DEED221D41}"/>
                    </a:ext>
                  </a:extLst>
                </p14:cNvPr>
                <p14:cNvContentPartPr/>
                <p14:nvPr/>
              </p14:nvContentPartPr>
              <p14:xfrm>
                <a:off x="6426110" y="1282357"/>
                <a:ext cx="131760" cy="81720"/>
              </p14:xfrm>
            </p:contentPart>
          </mc:Choice>
          <mc:Fallback xmlns="">
            <p:pic>
              <p:nvPicPr>
                <p:cNvPr id="38" name="Ink 37">
                  <a:extLst>
                    <a:ext uri="{FF2B5EF4-FFF2-40B4-BE49-F238E27FC236}">
                      <a16:creationId xmlns:a16="http://schemas.microsoft.com/office/drawing/2014/main" id="{58FE2BC5-23E3-D4AA-0276-08DEED221D41}"/>
                    </a:ext>
                  </a:extLst>
                </p:cNvPr>
                <p:cNvPicPr/>
                <p:nvPr/>
              </p:nvPicPr>
              <p:blipFill>
                <a:blip r:embed="rId59"/>
                <a:stretch>
                  <a:fillRect/>
                </a:stretch>
              </p:blipFill>
              <p:spPr>
                <a:xfrm>
                  <a:off x="6408110" y="1264717"/>
                  <a:ext cx="16740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9" name="Ink 38">
                  <a:extLst>
                    <a:ext uri="{FF2B5EF4-FFF2-40B4-BE49-F238E27FC236}">
                      <a16:creationId xmlns:a16="http://schemas.microsoft.com/office/drawing/2014/main" id="{545C44B6-A141-721A-D8DB-BFF36B412E69}"/>
                    </a:ext>
                  </a:extLst>
                </p14:cNvPr>
                <p14:cNvContentPartPr/>
                <p14:nvPr/>
              </p14:nvContentPartPr>
              <p14:xfrm>
                <a:off x="6440150" y="1416637"/>
                <a:ext cx="135720" cy="54360"/>
              </p14:xfrm>
            </p:contentPart>
          </mc:Choice>
          <mc:Fallback xmlns="">
            <p:pic>
              <p:nvPicPr>
                <p:cNvPr id="39" name="Ink 38">
                  <a:extLst>
                    <a:ext uri="{FF2B5EF4-FFF2-40B4-BE49-F238E27FC236}">
                      <a16:creationId xmlns:a16="http://schemas.microsoft.com/office/drawing/2014/main" id="{545C44B6-A141-721A-D8DB-BFF36B412E69}"/>
                    </a:ext>
                  </a:extLst>
                </p:cNvPr>
                <p:cNvPicPr/>
                <p:nvPr/>
              </p:nvPicPr>
              <p:blipFill>
                <a:blip r:embed="rId61"/>
                <a:stretch>
                  <a:fillRect/>
                </a:stretch>
              </p:blipFill>
              <p:spPr>
                <a:xfrm>
                  <a:off x="6422510" y="1398637"/>
                  <a:ext cx="17136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0" name="Ink 39">
                  <a:extLst>
                    <a:ext uri="{FF2B5EF4-FFF2-40B4-BE49-F238E27FC236}">
                      <a16:creationId xmlns:a16="http://schemas.microsoft.com/office/drawing/2014/main" id="{185AFDD8-4B10-8E69-3C79-130B54510527}"/>
                    </a:ext>
                  </a:extLst>
                </p14:cNvPr>
                <p14:cNvContentPartPr/>
                <p14:nvPr/>
              </p14:nvContentPartPr>
              <p14:xfrm>
                <a:off x="6699710" y="1298557"/>
                <a:ext cx="129240" cy="33840"/>
              </p14:xfrm>
            </p:contentPart>
          </mc:Choice>
          <mc:Fallback xmlns="">
            <p:pic>
              <p:nvPicPr>
                <p:cNvPr id="40" name="Ink 39">
                  <a:extLst>
                    <a:ext uri="{FF2B5EF4-FFF2-40B4-BE49-F238E27FC236}">
                      <a16:creationId xmlns:a16="http://schemas.microsoft.com/office/drawing/2014/main" id="{185AFDD8-4B10-8E69-3C79-130B54510527}"/>
                    </a:ext>
                  </a:extLst>
                </p:cNvPr>
                <p:cNvPicPr/>
                <p:nvPr/>
              </p:nvPicPr>
              <p:blipFill>
                <a:blip r:embed="rId63"/>
                <a:stretch>
                  <a:fillRect/>
                </a:stretch>
              </p:blipFill>
              <p:spPr>
                <a:xfrm>
                  <a:off x="6682070" y="1280557"/>
                  <a:ext cx="16488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1" name="Ink 40">
                  <a:extLst>
                    <a:ext uri="{FF2B5EF4-FFF2-40B4-BE49-F238E27FC236}">
                      <a16:creationId xmlns:a16="http://schemas.microsoft.com/office/drawing/2014/main" id="{68C93DDD-C8D3-F8BD-2C09-5F87BC35F5AE}"/>
                    </a:ext>
                  </a:extLst>
                </p14:cNvPr>
                <p14:cNvContentPartPr/>
                <p14:nvPr/>
              </p14:nvContentPartPr>
              <p14:xfrm>
                <a:off x="6748310" y="1302877"/>
                <a:ext cx="40680" cy="250920"/>
              </p14:xfrm>
            </p:contentPart>
          </mc:Choice>
          <mc:Fallback xmlns="">
            <p:pic>
              <p:nvPicPr>
                <p:cNvPr id="41" name="Ink 40">
                  <a:extLst>
                    <a:ext uri="{FF2B5EF4-FFF2-40B4-BE49-F238E27FC236}">
                      <a16:creationId xmlns:a16="http://schemas.microsoft.com/office/drawing/2014/main" id="{68C93DDD-C8D3-F8BD-2C09-5F87BC35F5AE}"/>
                    </a:ext>
                  </a:extLst>
                </p:cNvPr>
                <p:cNvPicPr/>
                <p:nvPr/>
              </p:nvPicPr>
              <p:blipFill>
                <a:blip r:embed="rId65"/>
                <a:stretch>
                  <a:fillRect/>
                </a:stretch>
              </p:blipFill>
              <p:spPr>
                <a:xfrm>
                  <a:off x="6730670" y="1285237"/>
                  <a:ext cx="76320" cy="286560"/>
                </a:xfrm>
                <a:prstGeom prst="rect">
                  <a:avLst/>
                </a:prstGeom>
              </p:spPr>
            </p:pic>
          </mc:Fallback>
        </mc:AlternateContent>
      </p:grpSp>
      <p:grpSp>
        <p:nvGrpSpPr>
          <p:cNvPr id="47" name="Group 46">
            <a:extLst>
              <a:ext uri="{FF2B5EF4-FFF2-40B4-BE49-F238E27FC236}">
                <a16:creationId xmlns:a16="http://schemas.microsoft.com/office/drawing/2014/main" id="{1D36A8A0-1F09-0513-F2B5-A2E0CC906524}"/>
              </a:ext>
            </a:extLst>
          </p:cNvPr>
          <p:cNvGrpSpPr/>
          <p:nvPr/>
        </p:nvGrpSpPr>
        <p:grpSpPr>
          <a:xfrm>
            <a:off x="7071950" y="1423837"/>
            <a:ext cx="367200" cy="174960"/>
            <a:chOff x="7071950" y="1423837"/>
            <a:chExt cx="367200" cy="174960"/>
          </a:xfrm>
        </p:grpSpPr>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45A7AB62-BFC4-2362-A586-206188AE4D3C}"/>
                    </a:ext>
                  </a:extLst>
                </p14:cNvPr>
                <p14:cNvContentPartPr/>
                <p14:nvPr/>
              </p14:nvContentPartPr>
              <p14:xfrm>
                <a:off x="7071950" y="1472077"/>
                <a:ext cx="367200" cy="16920"/>
              </p14:xfrm>
            </p:contentPart>
          </mc:Choice>
          <mc:Fallback xmlns="">
            <p:pic>
              <p:nvPicPr>
                <p:cNvPr id="42" name="Ink 41">
                  <a:extLst>
                    <a:ext uri="{FF2B5EF4-FFF2-40B4-BE49-F238E27FC236}">
                      <a16:creationId xmlns:a16="http://schemas.microsoft.com/office/drawing/2014/main" id="{45A7AB62-BFC4-2362-A586-206188AE4D3C}"/>
                    </a:ext>
                  </a:extLst>
                </p:cNvPr>
                <p:cNvPicPr/>
                <p:nvPr/>
              </p:nvPicPr>
              <p:blipFill>
                <a:blip r:embed="rId67"/>
                <a:stretch>
                  <a:fillRect/>
                </a:stretch>
              </p:blipFill>
              <p:spPr>
                <a:xfrm>
                  <a:off x="7054310" y="1454437"/>
                  <a:ext cx="40284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 name="Ink 42">
                  <a:extLst>
                    <a:ext uri="{FF2B5EF4-FFF2-40B4-BE49-F238E27FC236}">
                      <a16:creationId xmlns:a16="http://schemas.microsoft.com/office/drawing/2014/main" id="{31D37B80-BD00-2A61-E19C-DFE72924C227}"/>
                    </a:ext>
                  </a:extLst>
                </p14:cNvPr>
                <p14:cNvContentPartPr/>
                <p14:nvPr/>
              </p14:nvContentPartPr>
              <p14:xfrm>
                <a:off x="7347710" y="1423837"/>
                <a:ext cx="75240" cy="174960"/>
              </p14:xfrm>
            </p:contentPart>
          </mc:Choice>
          <mc:Fallback xmlns="">
            <p:pic>
              <p:nvPicPr>
                <p:cNvPr id="43" name="Ink 42">
                  <a:extLst>
                    <a:ext uri="{FF2B5EF4-FFF2-40B4-BE49-F238E27FC236}">
                      <a16:creationId xmlns:a16="http://schemas.microsoft.com/office/drawing/2014/main" id="{31D37B80-BD00-2A61-E19C-DFE72924C227}"/>
                    </a:ext>
                  </a:extLst>
                </p:cNvPr>
                <p:cNvPicPr/>
                <p:nvPr/>
              </p:nvPicPr>
              <p:blipFill>
                <a:blip r:embed="rId69"/>
                <a:stretch>
                  <a:fillRect/>
                </a:stretch>
              </p:blipFill>
              <p:spPr>
                <a:xfrm>
                  <a:off x="7330070" y="1406197"/>
                  <a:ext cx="110880" cy="210600"/>
                </a:xfrm>
                <a:prstGeom prst="rect">
                  <a:avLst/>
                </a:prstGeom>
              </p:spPr>
            </p:pic>
          </mc:Fallback>
        </mc:AlternateContent>
      </p:grpSp>
      <p:grpSp>
        <p:nvGrpSpPr>
          <p:cNvPr id="50" name="Group 49">
            <a:extLst>
              <a:ext uri="{FF2B5EF4-FFF2-40B4-BE49-F238E27FC236}">
                <a16:creationId xmlns:a16="http://schemas.microsoft.com/office/drawing/2014/main" id="{64E5CAE1-EFB3-E4CC-5B42-4D08F718EDE1}"/>
              </a:ext>
            </a:extLst>
          </p:cNvPr>
          <p:cNvGrpSpPr/>
          <p:nvPr/>
        </p:nvGrpSpPr>
        <p:grpSpPr>
          <a:xfrm>
            <a:off x="8015870" y="779077"/>
            <a:ext cx="1542600" cy="1176480"/>
            <a:chOff x="8015870" y="779077"/>
            <a:chExt cx="1542600" cy="1176480"/>
          </a:xfrm>
        </p:grpSpPr>
        <mc:AlternateContent xmlns:mc="http://schemas.openxmlformats.org/markup-compatibility/2006" xmlns:p14="http://schemas.microsoft.com/office/powerpoint/2010/main">
          <mc:Choice Requires="p14">
            <p:contentPart p14:bwMode="auto" r:id="rId70">
              <p14:nvContentPartPr>
                <p14:cNvPr id="44" name="Ink 43">
                  <a:extLst>
                    <a:ext uri="{FF2B5EF4-FFF2-40B4-BE49-F238E27FC236}">
                      <a16:creationId xmlns:a16="http://schemas.microsoft.com/office/drawing/2014/main" id="{E283BCA9-00C0-0897-5165-DACC85428D8F}"/>
                    </a:ext>
                  </a:extLst>
                </p14:cNvPr>
                <p14:cNvContentPartPr/>
                <p14:nvPr/>
              </p14:nvContentPartPr>
              <p14:xfrm>
                <a:off x="8023790" y="779077"/>
                <a:ext cx="97920" cy="1157040"/>
              </p14:xfrm>
            </p:contentPart>
          </mc:Choice>
          <mc:Fallback xmlns="">
            <p:pic>
              <p:nvPicPr>
                <p:cNvPr id="44" name="Ink 43">
                  <a:extLst>
                    <a:ext uri="{FF2B5EF4-FFF2-40B4-BE49-F238E27FC236}">
                      <a16:creationId xmlns:a16="http://schemas.microsoft.com/office/drawing/2014/main" id="{E283BCA9-00C0-0897-5165-DACC85428D8F}"/>
                    </a:ext>
                  </a:extLst>
                </p:cNvPr>
                <p:cNvPicPr/>
                <p:nvPr/>
              </p:nvPicPr>
              <p:blipFill>
                <a:blip r:embed="rId71"/>
                <a:stretch>
                  <a:fillRect/>
                </a:stretch>
              </p:blipFill>
              <p:spPr>
                <a:xfrm>
                  <a:off x="8005790" y="761077"/>
                  <a:ext cx="133560" cy="11926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5" name="Ink 44">
                  <a:extLst>
                    <a:ext uri="{FF2B5EF4-FFF2-40B4-BE49-F238E27FC236}">
                      <a16:creationId xmlns:a16="http://schemas.microsoft.com/office/drawing/2014/main" id="{480D7EA9-310E-5102-53BD-09A44821246B}"/>
                    </a:ext>
                  </a:extLst>
                </p14:cNvPr>
                <p14:cNvContentPartPr/>
                <p14:nvPr/>
              </p14:nvContentPartPr>
              <p14:xfrm>
                <a:off x="8015870" y="1881397"/>
                <a:ext cx="1542600" cy="74160"/>
              </p14:xfrm>
            </p:contentPart>
          </mc:Choice>
          <mc:Fallback xmlns="">
            <p:pic>
              <p:nvPicPr>
                <p:cNvPr id="45" name="Ink 44">
                  <a:extLst>
                    <a:ext uri="{FF2B5EF4-FFF2-40B4-BE49-F238E27FC236}">
                      <a16:creationId xmlns:a16="http://schemas.microsoft.com/office/drawing/2014/main" id="{480D7EA9-310E-5102-53BD-09A44821246B}"/>
                    </a:ext>
                  </a:extLst>
                </p:cNvPr>
                <p:cNvPicPr/>
                <p:nvPr/>
              </p:nvPicPr>
              <p:blipFill>
                <a:blip r:embed="rId73"/>
                <a:stretch>
                  <a:fillRect/>
                </a:stretch>
              </p:blipFill>
              <p:spPr>
                <a:xfrm>
                  <a:off x="7998230" y="1863757"/>
                  <a:ext cx="157824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9" name="Ink 48">
                  <a:extLst>
                    <a:ext uri="{FF2B5EF4-FFF2-40B4-BE49-F238E27FC236}">
                      <a16:creationId xmlns:a16="http://schemas.microsoft.com/office/drawing/2014/main" id="{F0071FC3-89AA-EB0B-5E4E-674863138A4D}"/>
                    </a:ext>
                  </a:extLst>
                </p14:cNvPr>
                <p14:cNvContentPartPr/>
                <p14:nvPr/>
              </p14:nvContentPartPr>
              <p14:xfrm>
                <a:off x="8350670" y="783757"/>
                <a:ext cx="1149120" cy="1062360"/>
              </p14:xfrm>
            </p:contentPart>
          </mc:Choice>
          <mc:Fallback xmlns="">
            <p:pic>
              <p:nvPicPr>
                <p:cNvPr id="49" name="Ink 48">
                  <a:extLst>
                    <a:ext uri="{FF2B5EF4-FFF2-40B4-BE49-F238E27FC236}">
                      <a16:creationId xmlns:a16="http://schemas.microsoft.com/office/drawing/2014/main" id="{F0071FC3-89AA-EB0B-5E4E-674863138A4D}"/>
                    </a:ext>
                  </a:extLst>
                </p:cNvPr>
                <p:cNvPicPr/>
                <p:nvPr/>
              </p:nvPicPr>
              <p:blipFill>
                <a:blip r:embed="rId75"/>
                <a:stretch>
                  <a:fillRect/>
                </a:stretch>
              </p:blipFill>
              <p:spPr>
                <a:xfrm>
                  <a:off x="8333030" y="765757"/>
                  <a:ext cx="1184760" cy="1098000"/>
                </a:xfrm>
                <a:prstGeom prst="rect">
                  <a:avLst/>
                </a:prstGeom>
              </p:spPr>
            </p:pic>
          </mc:Fallback>
        </mc:AlternateContent>
      </p:grpSp>
      <p:grpSp>
        <p:nvGrpSpPr>
          <p:cNvPr id="74" name="Group 73">
            <a:extLst>
              <a:ext uri="{FF2B5EF4-FFF2-40B4-BE49-F238E27FC236}">
                <a16:creationId xmlns:a16="http://schemas.microsoft.com/office/drawing/2014/main" id="{F46F9DC8-B295-B630-D0F2-D89C310906D6}"/>
              </a:ext>
            </a:extLst>
          </p:cNvPr>
          <p:cNvGrpSpPr/>
          <p:nvPr/>
        </p:nvGrpSpPr>
        <p:grpSpPr>
          <a:xfrm>
            <a:off x="6418910" y="2601757"/>
            <a:ext cx="642960" cy="234000"/>
            <a:chOff x="6418910" y="2601757"/>
            <a:chExt cx="642960" cy="234000"/>
          </a:xfrm>
        </p:grpSpPr>
        <mc:AlternateContent xmlns:mc="http://schemas.openxmlformats.org/markup-compatibility/2006" xmlns:p14="http://schemas.microsoft.com/office/powerpoint/2010/main">
          <mc:Choice Requires="p14">
            <p:contentPart p14:bwMode="auto" r:id="rId76">
              <p14:nvContentPartPr>
                <p14:cNvPr id="58" name="Ink 57">
                  <a:extLst>
                    <a:ext uri="{FF2B5EF4-FFF2-40B4-BE49-F238E27FC236}">
                      <a16:creationId xmlns:a16="http://schemas.microsoft.com/office/drawing/2014/main" id="{AE06323D-0120-AB53-E76E-A2FAF6A409D1}"/>
                    </a:ext>
                  </a:extLst>
                </p14:cNvPr>
                <p14:cNvContentPartPr/>
                <p14:nvPr/>
              </p14:nvContentPartPr>
              <p14:xfrm>
                <a:off x="6418910" y="2640637"/>
                <a:ext cx="53280" cy="195120"/>
              </p14:xfrm>
            </p:contentPart>
          </mc:Choice>
          <mc:Fallback xmlns="">
            <p:pic>
              <p:nvPicPr>
                <p:cNvPr id="58" name="Ink 57">
                  <a:extLst>
                    <a:ext uri="{FF2B5EF4-FFF2-40B4-BE49-F238E27FC236}">
                      <a16:creationId xmlns:a16="http://schemas.microsoft.com/office/drawing/2014/main" id="{AE06323D-0120-AB53-E76E-A2FAF6A409D1}"/>
                    </a:ext>
                  </a:extLst>
                </p:cNvPr>
                <p:cNvPicPr/>
                <p:nvPr/>
              </p:nvPicPr>
              <p:blipFill>
                <a:blip r:embed="rId77"/>
                <a:stretch>
                  <a:fillRect/>
                </a:stretch>
              </p:blipFill>
              <p:spPr>
                <a:xfrm>
                  <a:off x="6400910" y="2622997"/>
                  <a:ext cx="8892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9" name="Ink 58">
                  <a:extLst>
                    <a:ext uri="{FF2B5EF4-FFF2-40B4-BE49-F238E27FC236}">
                      <a16:creationId xmlns:a16="http://schemas.microsoft.com/office/drawing/2014/main" id="{5B975815-0A71-9060-5896-E80BE640CF2A}"/>
                    </a:ext>
                  </a:extLst>
                </p14:cNvPr>
                <p14:cNvContentPartPr/>
                <p14:nvPr/>
              </p14:nvContentPartPr>
              <p14:xfrm>
                <a:off x="6419270" y="2624797"/>
                <a:ext cx="86760" cy="149760"/>
              </p14:xfrm>
            </p:contentPart>
          </mc:Choice>
          <mc:Fallback xmlns="">
            <p:pic>
              <p:nvPicPr>
                <p:cNvPr id="59" name="Ink 58">
                  <a:extLst>
                    <a:ext uri="{FF2B5EF4-FFF2-40B4-BE49-F238E27FC236}">
                      <a16:creationId xmlns:a16="http://schemas.microsoft.com/office/drawing/2014/main" id="{5B975815-0A71-9060-5896-E80BE640CF2A}"/>
                    </a:ext>
                  </a:extLst>
                </p:cNvPr>
                <p:cNvPicPr/>
                <p:nvPr/>
              </p:nvPicPr>
              <p:blipFill>
                <a:blip r:embed="rId79"/>
                <a:stretch>
                  <a:fillRect/>
                </a:stretch>
              </p:blipFill>
              <p:spPr>
                <a:xfrm>
                  <a:off x="6401630" y="2607157"/>
                  <a:ext cx="1224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0" name="Ink 59">
                  <a:extLst>
                    <a:ext uri="{FF2B5EF4-FFF2-40B4-BE49-F238E27FC236}">
                      <a16:creationId xmlns:a16="http://schemas.microsoft.com/office/drawing/2014/main" id="{FC812EE6-9C5C-8CD0-8487-EE6EB5CBC3C2}"/>
                    </a:ext>
                  </a:extLst>
                </p14:cNvPr>
                <p14:cNvContentPartPr/>
                <p14:nvPr/>
              </p14:nvContentPartPr>
              <p14:xfrm>
                <a:off x="6449150" y="2696437"/>
                <a:ext cx="150840" cy="60840"/>
              </p14:xfrm>
            </p:contentPart>
          </mc:Choice>
          <mc:Fallback xmlns="">
            <p:pic>
              <p:nvPicPr>
                <p:cNvPr id="60" name="Ink 59">
                  <a:extLst>
                    <a:ext uri="{FF2B5EF4-FFF2-40B4-BE49-F238E27FC236}">
                      <a16:creationId xmlns:a16="http://schemas.microsoft.com/office/drawing/2014/main" id="{FC812EE6-9C5C-8CD0-8487-EE6EB5CBC3C2}"/>
                    </a:ext>
                  </a:extLst>
                </p:cNvPr>
                <p:cNvPicPr/>
                <p:nvPr/>
              </p:nvPicPr>
              <p:blipFill>
                <a:blip r:embed="rId81"/>
                <a:stretch>
                  <a:fillRect/>
                </a:stretch>
              </p:blipFill>
              <p:spPr>
                <a:xfrm>
                  <a:off x="6431510" y="2678797"/>
                  <a:ext cx="18648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1" name="Ink 60">
                  <a:extLst>
                    <a:ext uri="{FF2B5EF4-FFF2-40B4-BE49-F238E27FC236}">
                      <a16:creationId xmlns:a16="http://schemas.microsoft.com/office/drawing/2014/main" id="{C64A885F-1AD5-36D9-2E9F-296A64452762}"/>
                    </a:ext>
                  </a:extLst>
                </p14:cNvPr>
                <p14:cNvContentPartPr/>
                <p14:nvPr/>
              </p14:nvContentPartPr>
              <p14:xfrm>
                <a:off x="6662630" y="2652157"/>
                <a:ext cx="66600" cy="177120"/>
              </p14:xfrm>
            </p:contentPart>
          </mc:Choice>
          <mc:Fallback xmlns="">
            <p:pic>
              <p:nvPicPr>
                <p:cNvPr id="61" name="Ink 60">
                  <a:extLst>
                    <a:ext uri="{FF2B5EF4-FFF2-40B4-BE49-F238E27FC236}">
                      <a16:creationId xmlns:a16="http://schemas.microsoft.com/office/drawing/2014/main" id="{C64A885F-1AD5-36D9-2E9F-296A64452762}"/>
                    </a:ext>
                  </a:extLst>
                </p:cNvPr>
                <p:cNvPicPr/>
                <p:nvPr/>
              </p:nvPicPr>
              <p:blipFill>
                <a:blip r:embed="rId83"/>
                <a:stretch>
                  <a:fillRect/>
                </a:stretch>
              </p:blipFill>
              <p:spPr>
                <a:xfrm>
                  <a:off x="6644990" y="2634517"/>
                  <a:ext cx="10224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2" name="Ink 61">
                  <a:extLst>
                    <a:ext uri="{FF2B5EF4-FFF2-40B4-BE49-F238E27FC236}">
                      <a16:creationId xmlns:a16="http://schemas.microsoft.com/office/drawing/2014/main" id="{CDDFCE4D-EE5D-61E2-7BB0-A51CDF7C6013}"/>
                    </a:ext>
                  </a:extLst>
                </p14:cNvPr>
                <p14:cNvContentPartPr/>
                <p14:nvPr/>
              </p14:nvContentPartPr>
              <p14:xfrm>
                <a:off x="6723470" y="2611837"/>
                <a:ext cx="32040" cy="72720"/>
              </p14:xfrm>
            </p:contentPart>
          </mc:Choice>
          <mc:Fallback xmlns="">
            <p:pic>
              <p:nvPicPr>
                <p:cNvPr id="62" name="Ink 61">
                  <a:extLst>
                    <a:ext uri="{FF2B5EF4-FFF2-40B4-BE49-F238E27FC236}">
                      <a16:creationId xmlns:a16="http://schemas.microsoft.com/office/drawing/2014/main" id="{CDDFCE4D-EE5D-61E2-7BB0-A51CDF7C6013}"/>
                    </a:ext>
                  </a:extLst>
                </p:cNvPr>
                <p:cNvPicPr/>
                <p:nvPr/>
              </p:nvPicPr>
              <p:blipFill>
                <a:blip r:embed="rId85"/>
                <a:stretch>
                  <a:fillRect/>
                </a:stretch>
              </p:blipFill>
              <p:spPr>
                <a:xfrm>
                  <a:off x="6705470" y="2594197"/>
                  <a:ext cx="6768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3" name="Ink 62">
                  <a:extLst>
                    <a:ext uri="{FF2B5EF4-FFF2-40B4-BE49-F238E27FC236}">
                      <a16:creationId xmlns:a16="http://schemas.microsoft.com/office/drawing/2014/main" id="{2189C862-BD56-1465-E401-6517E2E24D53}"/>
                    </a:ext>
                  </a:extLst>
                </p14:cNvPr>
                <p14:cNvContentPartPr/>
                <p14:nvPr/>
              </p14:nvContentPartPr>
              <p14:xfrm>
                <a:off x="6724190" y="2665117"/>
                <a:ext cx="122040" cy="57600"/>
              </p14:xfrm>
            </p:contentPart>
          </mc:Choice>
          <mc:Fallback xmlns="">
            <p:pic>
              <p:nvPicPr>
                <p:cNvPr id="63" name="Ink 62">
                  <a:extLst>
                    <a:ext uri="{FF2B5EF4-FFF2-40B4-BE49-F238E27FC236}">
                      <a16:creationId xmlns:a16="http://schemas.microsoft.com/office/drawing/2014/main" id="{2189C862-BD56-1465-E401-6517E2E24D53}"/>
                    </a:ext>
                  </a:extLst>
                </p:cNvPr>
                <p:cNvPicPr/>
                <p:nvPr/>
              </p:nvPicPr>
              <p:blipFill>
                <a:blip r:embed="rId87"/>
                <a:stretch>
                  <a:fillRect/>
                </a:stretch>
              </p:blipFill>
              <p:spPr>
                <a:xfrm>
                  <a:off x="6706190" y="2647117"/>
                  <a:ext cx="15768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4" name="Ink 63">
                  <a:extLst>
                    <a:ext uri="{FF2B5EF4-FFF2-40B4-BE49-F238E27FC236}">
                      <a16:creationId xmlns:a16="http://schemas.microsoft.com/office/drawing/2014/main" id="{02264639-C956-5F97-6FA1-5D88BD046B63}"/>
                    </a:ext>
                  </a:extLst>
                </p14:cNvPr>
                <p14:cNvContentPartPr/>
                <p14:nvPr/>
              </p14:nvContentPartPr>
              <p14:xfrm>
                <a:off x="6913550" y="2601757"/>
                <a:ext cx="110160" cy="51480"/>
              </p14:xfrm>
            </p:contentPart>
          </mc:Choice>
          <mc:Fallback xmlns="">
            <p:pic>
              <p:nvPicPr>
                <p:cNvPr id="64" name="Ink 63">
                  <a:extLst>
                    <a:ext uri="{FF2B5EF4-FFF2-40B4-BE49-F238E27FC236}">
                      <a16:creationId xmlns:a16="http://schemas.microsoft.com/office/drawing/2014/main" id="{02264639-C956-5F97-6FA1-5D88BD046B63}"/>
                    </a:ext>
                  </a:extLst>
                </p:cNvPr>
                <p:cNvPicPr/>
                <p:nvPr/>
              </p:nvPicPr>
              <p:blipFill>
                <a:blip r:embed="rId89"/>
                <a:stretch>
                  <a:fillRect/>
                </a:stretch>
              </p:blipFill>
              <p:spPr>
                <a:xfrm>
                  <a:off x="6895910" y="2583757"/>
                  <a:ext cx="14580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5" name="Ink 64">
                  <a:extLst>
                    <a:ext uri="{FF2B5EF4-FFF2-40B4-BE49-F238E27FC236}">
                      <a16:creationId xmlns:a16="http://schemas.microsoft.com/office/drawing/2014/main" id="{0936ADC4-69EC-D4B8-5649-3C471C270AB1}"/>
                    </a:ext>
                  </a:extLst>
                </p14:cNvPr>
                <p14:cNvContentPartPr/>
                <p14:nvPr/>
              </p14:nvContentPartPr>
              <p14:xfrm>
                <a:off x="6985910" y="2613997"/>
                <a:ext cx="75960" cy="145440"/>
              </p14:xfrm>
            </p:contentPart>
          </mc:Choice>
          <mc:Fallback xmlns="">
            <p:pic>
              <p:nvPicPr>
                <p:cNvPr id="65" name="Ink 64">
                  <a:extLst>
                    <a:ext uri="{FF2B5EF4-FFF2-40B4-BE49-F238E27FC236}">
                      <a16:creationId xmlns:a16="http://schemas.microsoft.com/office/drawing/2014/main" id="{0936ADC4-69EC-D4B8-5649-3C471C270AB1}"/>
                    </a:ext>
                  </a:extLst>
                </p:cNvPr>
                <p:cNvPicPr/>
                <p:nvPr/>
              </p:nvPicPr>
              <p:blipFill>
                <a:blip r:embed="rId91"/>
                <a:stretch>
                  <a:fillRect/>
                </a:stretch>
              </p:blipFill>
              <p:spPr>
                <a:xfrm>
                  <a:off x="6967910" y="2595997"/>
                  <a:ext cx="111600" cy="181080"/>
                </a:xfrm>
                <a:prstGeom prst="rect">
                  <a:avLst/>
                </a:prstGeom>
              </p:spPr>
            </p:pic>
          </mc:Fallback>
        </mc:AlternateContent>
      </p:grpSp>
      <p:grpSp>
        <p:nvGrpSpPr>
          <p:cNvPr id="73" name="Group 72">
            <a:extLst>
              <a:ext uri="{FF2B5EF4-FFF2-40B4-BE49-F238E27FC236}">
                <a16:creationId xmlns:a16="http://schemas.microsoft.com/office/drawing/2014/main" id="{A94725D0-77FD-4C3C-6D63-853E1A46A0BB}"/>
              </a:ext>
            </a:extLst>
          </p:cNvPr>
          <p:cNvGrpSpPr/>
          <p:nvPr/>
        </p:nvGrpSpPr>
        <p:grpSpPr>
          <a:xfrm>
            <a:off x="7528790" y="2712637"/>
            <a:ext cx="268920" cy="70560"/>
            <a:chOff x="7528790" y="2712637"/>
            <a:chExt cx="268920" cy="70560"/>
          </a:xfrm>
        </p:grpSpPr>
        <mc:AlternateContent xmlns:mc="http://schemas.openxmlformats.org/markup-compatibility/2006" xmlns:p14="http://schemas.microsoft.com/office/powerpoint/2010/main">
          <mc:Choice Requires="p14">
            <p:contentPart p14:bwMode="auto" r:id="rId92">
              <p14:nvContentPartPr>
                <p14:cNvPr id="66" name="Ink 65">
                  <a:extLst>
                    <a:ext uri="{FF2B5EF4-FFF2-40B4-BE49-F238E27FC236}">
                      <a16:creationId xmlns:a16="http://schemas.microsoft.com/office/drawing/2014/main" id="{EFA1FC62-3E47-F78C-A67D-D6E595D3A006}"/>
                    </a:ext>
                  </a:extLst>
                </p14:cNvPr>
                <p14:cNvContentPartPr/>
                <p14:nvPr/>
              </p14:nvContentPartPr>
              <p14:xfrm>
                <a:off x="7528790" y="2744677"/>
                <a:ext cx="231480" cy="20160"/>
              </p14:xfrm>
            </p:contentPart>
          </mc:Choice>
          <mc:Fallback xmlns="">
            <p:pic>
              <p:nvPicPr>
                <p:cNvPr id="66" name="Ink 65">
                  <a:extLst>
                    <a:ext uri="{FF2B5EF4-FFF2-40B4-BE49-F238E27FC236}">
                      <a16:creationId xmlns:a16="http://schemas.microsoft.com/office/drawing/2014/main" id="{EFA1FC62-3E47-F78C-A67D-D6E595D3A006}"/>
                    </a:ext>
                  </a:extLst>
                </p:cNvPr>
                <p:cNvPicPr/>
                <p:nvPr/>
              </p:nvPicPr>
              <p:blipFill>
                <a:blip r:embed="rId93"/>
                <a:stretch>
                  <a:fillRect/>
                </a:stretch>
              </p:blipFill>
              <p:spPr>
                <a:xfrm>
                  <a:off x="7511150" y="2727037"/>
                  <a:ext cx="2671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7" name="Ink 66">
                  <a:extLst>
                    <a:ext uri="{FF2B5EF4-FFF2-40B4-BE49-F238E27FC236}">
                      <a16:creationId xmlns:a16="http://schemas.microsoft.com/office/drawing/2014/main" id="{830BC418-258B-C669-E3C1-1EBBB3939A85}"/>
                    </a:ext>
                  </a:extLst>
                </p14:cNvPr>
                <p14:cNvContentPartPr/>
                <p14:nvPr/>
              </p14:nvContentPartPr>
              <p14:xfrm>
                <a:off x="7687910" y="2712637"/>
                <a:ext cx="109800" cy="70560"/>
              </p14:xfrm>
            </p:contentPart>
          </mc:Choice>
          <mc:Fallback xmlns="">
            <p:pic>
              <p:nvPicPr>
                <p:cNvPr id="67" name="Ink 66">
                  <a:extLst>
                    <a:ext uri="{FF2B5EF4-FFF2-40B4-BE49-F238E27FC236}">
                      <a16:creationId xmlns:a16="http://schemas.microsoft.com/office/drawing/2014/main" id="{830BC418-258B-C669-E3C1-1EBBB3939A85}"/>
                    </a:ext>
                  </a:extLst>
                </p:cNvPr>
                <p:cNvPicPr/>
                <p:nvPr/>
              </p:nvPicPr>
              <p:blipFill>
                <a:blip r:embed="rId95"/>
                <a:stretch>
                  <a:fillRect/>
                </a:stretch>
              </p:blipFill>
              <p:spPr>
                <a:xfrm>
                  <a:off x="7670270" y="2694637"/>
                  <a:ext cx="145440" cy="106200"/>
                </a:xfrm>
                <a:prstGeom prst="rect">
                  <a:avLst/>
                </a:prstGeom>
              </p:spPr>
            </p:pic>
          </mc:Fallback>
        </mc:AlternateContent>
      </p:grpSp>
      <p:grpSp>
        <p:nvGrpSpPr>
          <p:cNvPr id="72" name="Group 71">
            <a:extLst>
              <a:ext uri="{FF2B5EF4-FFF2-40B4-BE49-F238E27FC236}">
                <a16:creationId xmlns:a16="http://schemas.microsoft.com/office/drawing/2014/main" id="{938C0453-196F-96EE-9F1C-7B7D7281C5B3}"/>
              </a:ext>
            </a:extLst>
          </p:cNvPr>
          <p:cNvGrpSpPr/>
          <p:nvPr/>
        </p:nvGrpSpPr>
        <p:grpSpPr>
          <a:xfrm>
            <a:off x="8171750" y="2107837"/>
            <a:ext cx="1891800" cy="1269720"/>
            <a:chOff x="8171750" y="2107837"/>
            <a:chExt cx="1891800" cy="1269720"/>
          </a:xfrm>
        </p:grpSpPr>
        <mc:AlternateContent xmlns:mc="http://schemas.openxmlformats.org/markup-compatibility/2006" xmlns:p14="http://schemas.microsoft.com/office/powerpoint/2010/main">
          <mc:Choice Requires="p14">
            <p:contentPart p14:bwMode="auto" r:id="rId96">
              <p14:nvContentPartPr>
                <p14:cNvPr id="51" name="Ink 50">
                  <a:extLst>
                    <a:ext uri="{FF2B5EF4-FFF2-40B4-BE49-F238E27FC236}">
                      <a16:creationId xmlns:a16="http://schemas.microsoft.com/office/drawing/2014/main" id="{B26C552F-6461-FB86-CBD8-B15584C0F11D}"/>
                    </a:ext>
                  </a:extLst>
                </p14:cNvPr>
                <p14:cNvContentPartPr/>
                <p14:nvPr/>
              </p14:nvContentPartPr>
              <p14:xfrm>
                <a:off x="8400710" y="2107837"/>
                <a:ext cx="39240" cy="185760"/>
              </p14:xfrm>
            </p:contentPart>
          </mc:Choice>
          <mc:Fallback xmlns="">
            <p:pic>
              <p:nvPicPr>
                <p:cNvPr id="51" name="Ink 50">
                  <a:extLst>
                    <a:ext uri="{FF2B5EF4-FFF2-40B4-BE49-F238E27FC236}">
                      <a16:creationId xmlns:a16="http://schemas.microsoft.com/office/drawing/2014/main" id="{B26C552F-6461-FB86-CBD8-B15584C0F11D}"/>
                    </a:ext>
                  </a:extLst>
                </p:cNvPr>
                <p:cNvPicPr/>
                <p:nvPr/>
              </p:nvPicPr>
              <p:blipFill>
                <a:blip r:embed="rId97"/>
                <a:stretch>
                  <a:fillRect/>
                </a:stretch>
              </p:blipFill>
              <p:spPr>
                <a:xfrm>
                  <a:off x="8382710" y="2089837"/>
                  <a:ext cx="7488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2" name="Ink 51">
                  <a:extLst>
                    <a:ext uri="{FF2B5EF4-FFF2-40B4-BE49-F238E27FC236}">
                      <a16:creationId xmlns:a16="http://schemas.microsoft.com/office/drawing/2014/main" id="{F2C0F28F-8793-A377-4085-C28C6B8ECFAE}"/>
                    </a:ext>
                  </a:extLst>
                </p14:cNvPr>
                <p14:cNvContentPartPr/>
                <p14:nvPr/>
              </p14:nvContentPartPr>
              <p14:xfrm>
                <a:off x="8560550" y="2155357"/>
                <a:ext cx="28800" cy="105480"/>
              </p14:xfrm>
            </p:contentPart>
          </mc:Choice>
          <mc:Fallback xmlns="">
            <p:pic>
              <p:nvPicPr>
                <p:cNvPr id="52" name="Ink 51">
                  <a:extLst>
                    <a:ext uri="{FF2B5EF4-FFF2-40B4-BE49-F238E27FC236}">
                      <a16:creationId xmlns:a16="http://schemas.microsoft.com/office/drawing/2014/main" id="{F2C0F28F-8793-A377-4085-C28C6B8ECFAE}"/>
                    </a:ext>
                  </a:extLst>
                </p:cNvPr>
                <p:cNvPicPr/>
                <p:nvPr/>
              </p:nvPicPr>
              <p:blipFill>
                <a:blip r:embed="rId99"/>
                <a:stretch>
                  <a:fillRect/>
                </a:stretch>
              </p:blipFill>
              <p:spPr>
                <a:xfrm>
                  <a:off x="8542550" y="2137717"/>
                  <a:ext cx="644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3" name="Ink 52">
                  <a:extLst>
                    <a:ext uri="{FF2B5EF4-FFF2-40B4-BE49-F238E27FC236}">
                      <a16:creationId xmlns:a16="http://schemas.microsoft.com/office/drawing/2014/main" id="{61BB458F-29C2-E70B-681A-7B5A5DFCE3DD}"/>
                    </a:ext>
                  </a:extLst>
                </p14:cNvPr>
                <p14:cNvContentPartPr/>
                <p14:nvPr/>
              </p14:nvContentPartPr>
              <p14:xfrm>
                <a:off x="8642270" y="2131237"/>
                <a:ext cx="42840" cy="96120"/>
              </p14:xfrm>
            </p:contentPart>
          </mc:Choice>
          <mc:Fallback xmlns="">
            <p:pic>
              <p:nvPicPr>
                <p:cNvPr id="53" name="Ink 52">
                  <a:extLst>
                    <a:ext uri="{FF2B5EF4-FFF2-40B4-BE49-F238E27FC236}">
                      <a16:creationId xmlns:a16="http://schemas.microsoft.com/office/drawing/2014/main" id="{61BB458F-29C2-E70B-681A-7B5A5DFCE3DD}"/>
                    </a:ext>
                  </a:extLst>
                </p:cNvPr>
                <p:cNvPicPr/>
                <p:nvPr/>
              </p:nvPicPr>
              <p:blipFill>
                <a:blip r:embed="rId101"/>
                <a:stretch>
                  <a:fillRect/>
                </a:stretch>
              </p:blipFill>
              <p:spPr>
                <a:xfrm>
                  <a:off x="8624270" y="2113597"/>
                  <a:ext cx="7848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4" name="Ink 53">
                  <a:extLst>
                    <a:ext uri="{FF2B5EF4-FFF2-40B4-BE49-F238E27FC236}">
                      <a16:creationId xmlns:a16="http://schemas.microsoft.com/office/drawing/2014/main" id="{B49564E5-D80F-BB39-6FA3-C033811010A6}"/>
                    </a:ext>
                  </a:extLst>
                </p14:cNvPr>
                <p14:cNvContentPartPr/>
                <p14:nvPr/>
              </p14:nvContentPartPr>
              <p14:xfrm>
                <a:off x="8604830" y="2168317"/>
                <a:ext cx="112680" cy="56520"/>
              </p14:xfrm>
            </p:contentPart>
          </mc:Choice>
          <mc:Fallback xmlns="">
            <p:pic>
              <p:nvPicPr>
                <p:cNvPr id="54" name="Ink 53">
                  <a:extLst>
                    <a:ext uri="{FF2B5EF4-FFF2-40B4-BE49-F238E27FC236}">
                      <a16:creationId xmlns:a16="http://schemas.microsoft.com/office/drawing/2014/main" id="{B49564E5-D80F-BB39-6FA3-C033811010A6}"/>
                    </a:ext>
                  </a:extLst>
                </p:cNvPr>
                <p:cNvPicPr/>
                <p:nvPr/>
              </p:nvPicPr>
              <p:blipFill>
                <a:blip r:embed="rId103"/>
                <a:stretch>
                  <a:fillRect/>
                </a:stretch>
              </p:blipFill>
              <p:spPr>
                <a:xfrm>
                  <a:off x="8586830" y="2150317"/>
                  <a:ext cx="14832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5" name="Ink 54">
                  <a:extLst>
                    <a:ext uri="{FF2B5EF4-FFF2-40B4-BE49-F238E27FC236}">
                      <a16:creationId xmlns:a16="http://schemas.microsoft.com/office/drawing/2014/main" id="{45ED026C-9332-5DEA-9172-F00926F092DF}"/>
                    </a:ext>
                  </a:extLst>
                </p14:cNvPr>
                <p14:cNvContentPartPr/>
                <p14:nvPr/>
              </p14:nvContentPartPr>
              <p14:xfrm>
                <a:off x="8788790" y="2139157"/>
                <a:ext cx="57600" cy="128160"/>
              </p14:xfrm>
            </p:contentPart>
          </mc:Choice>
          <mc:Fallback xmlns="">
            <p:pic>
              <p:nvPicPr>
                <p:cNvPr id="55" name="Ink 54">
                  <a:extLst>
                    <a:ext uri="{FF2B5EF4-FFF2-40B4-BE49-F238E27FC236}">
                      <a16:creationId xmlns:a16="http://schemas.microsoft.com/office/drawing/2014/main" id="{45ED026C-9332-5DEA-9172-F00926F092DF}"/>
                    </a:ext>
                  </a:extLst>
                </p:cNvPr>
                <p:cNvPicPr/>
                <p:nvPr/>
              </p:nvPicPr>
              <p:blipFill>
                <a:blip r:embed="rId105"/>
                <a:stretch>
                  <a:fillRect/>
                </a:stretch>
              </p:blipFill>
              <p:spPr>
                <a:xfrm>
                  <a:off x="8770790" y="2121157"/>
                  <a:ext cx="9324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6" name="Ink 55">
                  <a:extLst>
                    <a:ext uri="{FF2B5EF4-FFF2-40B4-BE49-F238E27FC236}">
                      <a16:creationId xmlns:a16="http://schemas.microsoft.com/office/drawing/2014/main" id="{F13988FC-2880-DC81-0B32-41DA55B2C3DB}"/>
                    </a:ext>
                  </a:extLst>
                </p14:cNvPr>
                <p14:cNvContentPartPr/>
                <p14:nvPr/>
              </p14:nvContentPartPr>
              <p14:xfrm>
                <a:off x="8790230" y="2172277"/>
                <a:ext cx="144000" cy="30960"/>
              </p14:xfrm>
            </p:contentPart>
          </mc:Choice>
          <mc:Fallback xmlns="">
            <p:pic>
              <p:nvPicPr>
                <p:cNvPr id="56" name="Ink 55">
                  <a:extLst>
                    <a:ext uri="{FF2B5EF4-FFF2-40B4-BE49-F238E27FC236}">
                      <a16:creationId xmlns:a16="http://schemas.microsoft.com/office/drawing/2014/main" id="{F13988FC-2880-DC81-0B32-41DA55B2C3DB}"/>
                    </a:ext>
                  </a:extLst>
                </p:cNvPr>
                <p:cNvPicPr/>
                <p:nvPr/>
              </p:nvPicPr>
              <p:blipFill>
                <a:blip r:embed="rId107"/>
                <a:stretch>
                  <a:fillRect/>
                </a:stretch>
              </p:blipFill>
              <p:spPr>
                <a:xfrm>
                  <a:off x="8772590" y="2154637"/>
                  <a:ext cx="17964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8" name="Ink 67">
                  <a:extLst>
                    <a:ext uri="{FF2B5EF4-FFF2-40B4-BE49-F238E27FC236}">
                      <a16:creationId xmlns:a16="http://schemas.microsoft.com/office/drawing/2014/main" id="{65EFD772-CE51-32DE-98FE-BA8666B175C3}"/>
                    </a:ext>
                  </a:extLst>
                </p14:cNvPr>
                <p14:cNvContentPartPr/>
                <p14:nvPr/>
              </p14:nvContentPartPr>
              <p14:xfrm>
                <a:off x="8171750" y="2456677"/>
                <a:ext cx="104040" cy="863640"/>
              </p14:xfrm>
            </p:contentPart>
          </mc:Choice>
          <mc:Fallback xmlns="">
            <p:pic>
              <p:nvPicPr>
                <p:cNvPr id="68" name="Ink 67">
                  <a:extLst>
                    <a:ext uri="{FF2B5EF4-FFF2-40B4-BE49-F238E27FC236}">
                      <a16:creationId xmlns:a16="http://schemas.microsoft.com/office/drawing/2014/main" id="{65EFD772-CE51-32DE-98FE-BA8666B175C3}"/>
                    </a:ext>
                  </a:extLst>
                </p:cNvPr>
                <p:cNvPicPr/>
                <p:nvPr/>
              </p:nvPicPr>
              <p:blipFill>
                <a:blip r:embed="rId109"/>
                <a:stretch>
                  <a:fillRect/>
                </a:stretch>
              </p:blipFill>
              <p:spPr>
                <a:xfrm>
                  <a:off x="8154110" y="2438677"/>
                  <a:ext cx="139680" cy="8992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9" name="Ink 68">
                  <a:extLst>
                    <a:ext uri="{FF2B5EF4-FFF2-40B4-BE49-F238E27FC236}">
                      <a16:creationId xmlns:a16="http://schemas.microsoft.com/office/drawing/2014/main" id="{B0B97FA8-92AB-44DF-85E1-F3350768A999}"/>
                    </a:ext>
                  </a:extLst>
                </p14:cNvPr>
                <p14:cNvContentPartPr/>
                <p14:nvPr/>
              </p14:nvContentPartPr>
              <p14:xfrm>
                <a:off x="8236550" y="3325717"/>
                <a:ext cx="1652400" cy="51840"/>
              </p14:xfrm>
            </p:contentPart>
          </mc:Choice>
          <mc:Fallback xmlns="">
            <p:pic>
              <p:nvPicPr>
                <p:cNvPr id="69" name="Ink 68">
                  <a:extLst>
                    <a:ext uri="{FF2B5EF4-FFF2-40B4-BE49-F238E27FC236}">
                      <a16:creationId xmlns:a16="http://schemas.microsoft.com/office/drawing/2014/main" id="{B0B97FA8-92AB-44DF-85E1-F3350768A999}"/>
                    </a:ext>
                  </a:extLst>
                </p:cNvPr>
                <p:cNvPicPr/>
                <p:nvPr/>
              </p:nvPicPr>
              <p:blipFill>
                <a:blip r:embed="rId111"/>
                <a:stretch>
                  <a:fillRect/>
                </a:stretch>
              </p:blipFill>
              <p:spPr>
                <a:xfrm>
                  <a:off x="8218910" y="3308077"/>
                  <a:ext cx="168804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0" name="Ink 69">
                  <a:extLst>
                    <a:ext uri="{FF2B5EF4-FFF2-40B4-BE49-F238E27FC236}">
                      <a16:creationId xmlns:a16="http://schemas.microsoft.com/office/drawing/2014/main" id="{48B55A98-5847-6C28-0354-A4EAB13B467A}"/>
                    </a:ext>
                  </a:extLst>
                </p14:cNvPr>
                <p14:cNvContentPartPr/>
                <p14:nvPr/>
              </p14:nvContentPartPr>
              <p14:xfrm>
                <a:off x="8534270" y="2347597"/>
                <a:ext cx="1425960" cy="922320"/>
              </p14:xfrm>
            </p:contentPart>
          </mc:Choice>
          <mc:Fallback xmlns="">
            <p:pic>
              <p:nvPicPr>
                <p:cNvPr id="70" name="Ink 69">
                  <a:extLst>
                    <a:ext uri="{FF2B5EF4-FFF2-40B4-BE49-F238E27FC236}">
                      <a16:creationId xmlns:a16="http://schemas.microsoft.com/office/drawing/2014/main" id="{48B55A98-5847-6C28-0354-A4EAB13B467A}"/>
                    </a:ext>
                  </a:extLst>
                </p:cNvPr>
                <p:cNvPicPr/>
                <p:nvPr/>
              </p:nvPicPr>
              <p:blipFill>
                <a:blip r:embed="rId113"/>
                <a:stretch>
                  <a:fillRect/>
                </a:stretch>
              </p:blipFill>
              <p:spPr>
                <a:xfrm>
                  <a:off x="8516630" y="2329597"/>
                  <a:ext cx="1461600" cy="9579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1" name="Ink 70">
                  <a:extLst>
                    <a:ext uri="{FF2B5EF4-FFF2-40B4-BE49-F238E27FC236}">
                      <a16:creationId xmlns:a16="http://schemas.microsoft.com/office/drawing/2014/main" id="{A42FF609-355C-27C6-3BE0-0F2B0ECA50FB}"/>
                    </a:ext>
                  </a:extLst>
                </p14:cNvPr>
                <p14:cNvContentPartPr/>
                <p14:nvPr/>
              </p14:nvContentPartPr>
              <p14:xfrm>
                <a:off x="10011710" y="3128437"/>
                <a:ext cx="51840" cy="13680"/>
              </p14:xfrm>
            </p:contentPart>
          </mc:Choice>
          <mc:Fallback xmlns="">
            <p:pic>
              <p:nvPicPr>
                <p:cNvPr id="71" name="Ink 70">
                  <a:extLst>
                    <a:ext uri="{FF2B5EF4-FFF2-40B4-BE49-F238E27FC236}">
                      <a16:creationId xmlns:a16="http://schemas.microsoft.com/office/drawing/2014/main" id="{A42FF609-355C-27C6-3BE0-0F2B0ECA50FB}"/>
                    </a:ext>
                  </a:extLst>
                </p:cNvPr>
                <p:cNvPicPr/>
                <p:nvPr/>
              </p:nvPicPr>
              <p:blipFill>
                <a:blip r:embed="rId115"/>
                <a:stretch>
                  <a:fillRect/>
                </a:stretch>
              </p:blipFill>
              <p:spPr>
                <a:xfrm>
                  <a:off x="9994070" y="3110797"/>
                  <a:ext cx="87480" cy="49320"/>
                </a:xfrm>
                <a:prstGeom prst="rect">
                  <a:avLst/>
                </a:prstGeom>
              </p:spPr>
            </p:pic>
          </mc:Fallback>
        </mc:AlternateContent>
      </p:grpSp>
      <p:grpSp>
        <p:nvGrpSpPr>
          <p:cNvPr id="81" name="Group 80">
            <a:extLst>
              <a:ext uri="{FF2B5EF4-FFF2-40B4-BE49-F238E27FC236}">
                <a16:creationId xmlns:a16="http://schemas.microsoft.com/office/drawing/2014/main" id="{7E6A898C-DC93-7F2E-5F30-C9354FD421EE}"/>
              </a:ext>
            </a:extLst>
          </p:cNvPr>
          <p:cNvGrpSpPr/>
          <p:nvPr/>
        </p:nvGrpSpPr>
        <p:grpSpPr>
          <a:xfrm>
            <a:off x="8552630" y="3540277"/>
            <a:ext cx="451080" cy="236520"/>
            <a:chOff x="8552630" y="3540277"/>
            <a:chExt cx="451080" cy="236520"/>
          </a:xfrm>
        </p:grpSpPr>
        <mc:AlternateContent xmlns:mc="http://schemas.openxmlformats.org/markup-compatibility/2006" xmlns:p14="http://schemas.microsoft.com/office/powerpoint/2010/main">
          <mc:Choice Requires="p14">
            <p:contentPart p14:bwMode="auto" r:id="rId116">
              <p14:nvContentPartPr>
                <p14:cNvPr id="75" name="Ink 74">
                  <a:extLst>
                    <a:ext uri="{FF2B5EF4-FFF2-40B4-BE49-F238E27FC236}">
                      <a16:creationId xmlns:a16="http://schemas.microsoft.com/office/drawing/2014/main" id="{BFBF185F-B06A-26B0-70C7-7EF60D077737}"/>
                    </a:ext>
                  </a:extLst>
                </p14:cNvPr>
                <p14:cNvContentPartPr/>
                <p14:nvPr/>
              </p14:nvContentPartPr>
              <p14:xfrm>
                <a:off x="8552630" y="3558997"/>
                <a:ext cx="50040" cy="208440"/>
              </p14:xfrm>
            </p:contentPart>
          </mc:Choice>
          <mc:Fallback xmlns="">
            <p:pic>
              <p:nvPicPr>
                <p:cNvPr id="75" name="Ink 74">
                  <a:extLst>
                    <a:ext uri="{FF2B5EF4-FFF2-40B4-BE49-F238E27FC236}">
                      <a16:creationId xmlns:a16="http://schemas.microsoft.com/office/drawing/2014/main" id="{BFBF185F-B06A-26B0-70C7-7EF60D077737}"/>
                    </a:ext>
                  </a:extLst>
                </p:cNvPr>
                <p:cNvPicPr/>
                <p:nvPr/>
              </p:nvPicPr>
              <p:blipFill>
                <a:blip r:embed="rId117"/>
                <a:stretch>
                  <a:fillRect/>
                </a:stretch>
              </p:blipFill>
              <p:spPr>
                <a:xfrm>
                  <a:off x="8534990" y="3540997"/>
                  <a:ext cx="8568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6" name="Ink 75">
                  <a:extLst>
                    <a:ext uri="{FF2B5EF4-FFF2-40B4-BE49-F238E27FC236}">
                      <a16:creationId xmlns:a16="http://schemas.microsoft.com/office/drawing/2014/main" id="{3818601A-0AFC-EA5E-B438-4A207CFF2914}"/>
                    </a:ext>
                  </a:extLst>
                </p14:cNvPr>
                <p14:cNvContentPartPr/>
                <p14:nvPr/>
              </p14:nvContentPartPr>
              <p14:xfrm>
                <a:off x="8661710" y="3540277"/>
                <a:ext cx="87120" cy="229680"/>
              </p14:xfrm>
            </p:contentPart>
          </mc:Choice>
          <mc:Fallback xmlns="">
            <p:pic>
              <p:nvPicPr>
                <p:cNvPr id="76" name="Ink 75">
                  <a:extLst>
                    <a:ext uri="{FF2B5EF4-FFF2-40B4-BE49-F238E27FC236}">
                      <a16:creationId xmlns:a16="http://schemas.microsoft.com/office/drawing/2014/main" id="{3818601A-0AFC-EA5E-B438-4A207CFF2914}"/>
                    </a:ext>
                  </a:extLst>
                </p:cNvPr>
                <p:cNvPicPr/>
                <p:nvPr/>
              </p:nvPicPr>
              <p:blipFill>
                <a:blip r:embed="rId119"/>
                <a:stretch>
                  <a:fillRect/>
                </a:stretch>
              </p:blipFill>
              <p:spPr>
                <a:xfrm>
                  <a:off x="8644070" y="3522277"/>
                  <a:ext cx="12276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7" name="Ink 76">
                  <a:extLst>
                    <a:ext uri="{FF2B5EF4-FFF2-40B4-BE49-F238E27FC236}">
                      <a16:creationId xmlns:a16="http://schemas.microsoft.com/office/drawing/2014/main" id="{B48FDA21-8F6C-ECDE-DE86-507C1EADC4B6}"/>
                    </a:ext>
                  </a:extLst>
                </p14:cNvPr>
                <p14:cNvContentPartPr/>
                <p14:nvPr/>
              </p14:nvContentPartPr>
              <p14:xfrm>
                <a:off x="8789150" y="3583477"/>
                <a:ext cx="49680" cy="183240"/>
              </p14:xfrm>
            </p:contentPart>
          </mc:Choice>
          <mc:Fallback xmlns="">
            <p:pic>
              <p:nvPicPr>
                <p:cNvPr id="77" name="Ink 76">
                  <a:extLst>
                    <a:ext uri="{FF2B5EF4-FFF2-40B4-BE49-F238E27FC236}">
                      <a16:creationId xmlns:a16="http://schemas.microsoft.com/office/drawing/2014/main" id="{B48FDA21-8F6C-ECDE-DE86-507C1EADC4B6}"/>
                    </a:ext>
                  </a:extLst>
                </p:cNvPr>
                <p:cNvPicPr/>
                <p:nvPr/>
              </p:nvPicPr>
              <p:blipFill>
                <a:blip r:embed="rId121"/>
                <a:stretch>
                  <a:fillRect/>
                </a:stretch>
              </p:blipFill>
              <p:spPr>
                <a:xfrm>
                  <a:off x="8771510" y="3565837"/>
                  <a:ext cx="8532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8" name="Ink 77">
                  <a:extLst>
                    <a:ext uri="{FF2B5EF4-FFF2-40B4-BE49-F238E27FC236}">
                      <a16:creationId xmlns:a16="http://schemas.microsoft.com/office/drawing/2014/main" id="{AE8CE0B1-3853-C708-7F41-4AE5BF2FEE20}"/>
                    </a:ext>
                  </a:extLst>
                </p14:cNvPr>
                <p14:cNvContentPartPr/>
                <p14:nvPr/>
              </p14:nvContentPartPr>
              <p14:xfrm>
                <a:off x="8784830" y="3657277"/>
                <a:ext cx="84960" cy="35280"/>
              </p14:xfrm>
            </p:contentPart>
          </mc:Choice>
          <mc:Fallback xmlns="">
            <p:pic>
              <p:nvPicPr>
                <p:cNvPr id="78" name="Ink 77">
                  <a:extLst>
                    <a:ext uri="{FF2B5EF4-FFF2-40B4-BE49-F238E27FC236}">
                      <a16:creationId xmlns:a16="http://schemas.microsoft.com/office/drawing/2014/main" id="{AE8CE0B1-3853-C708-7F41-4AE5BF2FEE20}"/>
                    </a:ext>
                  </a:extLst>
                </p:cNvPr>
                <p:cNvPicPr/>
                <p:nvPr/>
              </p:nvPicPr>
              <p:blipFill>
                <a:blip r:embed="rId123"/>
                <a:stretch>
                  <a:fillRect/>
                </a:stretch>
              </p:blipFill>
              <p:spPr>
                <a:xfrm>
                  <a:off x="8767190" y="3639277"/>
                  <a:ext cx="12060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9" name="Ink 78">
                  <a:extLst>
                    <a:ext uri="{FF2B5EF4-FFF2-40B4-BE49-F238E27FC236}">
                      <a16:creationId xmlns:a16="http://schemas.microsoft.com/office/drawing/2014/main" id="{ECB24627-AED7-FF50-DC9B-F6DDABF7DB58}"/>
                    </a:ext>
                  </a:extLst>
                </p14:cNvPr>
                <p14:cNvContentPartPr/>
                <p14:nvPr/>
              </p14:nvContentPartPr>
              <p14:xfrm>
                <a:off x="8933150" y="3632077"/>
                <a:ext cx="64800" cy="144720"/>
              </p14:xfrm>
            </p:contentPart>
          </mc:Choice>
          <mc:Fallback xmlns="">
            <p:pic>
              <p:nvPicPr>
                <p:cNvPr id="79" name="Ink 78">
                  <a:extLst>
                    <a:ext uri="{FF2B5EF4-FFF2-40B4-BE49-F238E27FC236}">
                      <a16:creationId xmlns:a16="http://schemas.microsoft.com/office/drawing/2014/main" id="{ECB24627-AED7-FF50-DC9B-F6DDABF7DB58}"/>
                    </a:ext>
                  </a:extLst>
                </p:cNvPr>
                <p:cNvPicPr/>
                <p:nvPr/>
              </p:nvPicPr>
              <p:blipFill>
                <a:blip r:embed="rId125"/>
                <a:stretch>
                  <a:fillRect/>
                </a:stretch>
              </p:blipFill>
              <p:spPr>
                <a:xfrm>
                  <a:off x="8915150" y="3614437"/>
                  <a:ext cx="10044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0" name="Ink 79">
                  <a:extLst>
                    <a:ext uri="{FF2B5EF4-FFF2-40B4-BE49-F238E27FC236}">
                      <a16:creationId xmlns:a16="http://schemas.microsoft.com/office/drawing/2014/main" id="{EE5EAB56-577F-F7C7-E501-DDE267641FFB}"/>
                    </a:ext>
                  </a:extLst>
                </p14:cNvPr>
                <p14:cNvContentPartPr/>
                <p14:nvPr/>
              </p14:nvContentPartPr>
              <p14:xfrm>
                <a:off x="8920550" y="3666997"/>
                <a:ext cx="83160" cy="39240"/>
              </p14:xfrm>
            </p:contentPart>
          </mc:Choice>
          <mc:Fallback xmlns="">
            <p:pic>
              <p:nvPicPr>
                <p:cNvPr id="80" name="Ink 79">
                  <a:extLst>
                    <a:ext uri="{FF2B5EF4-FFF2-40B4-BE49-F238E27FC236}">
                      <a16:creationId xmlns:a16="http://schemas.microsoft.com/office/drawing/2014/main" id="{EE5EAB56-577F-F7C7-E501-DDE267641FFB}"/>
                    </a:ext>
                  </a:extLst>
                </p:cNvPr>
                <p:cNvPicPr/>
                <p:nvPr/>
              </p:nvPicPr>
              <p:blipFill>
                <a:blip r:embed="rId127"/>
                <a:stretch>
                  <a:fillRect/>
                </a:stretch>
              </p:blipFill>
              <p:spPr>
                <a:xfrm>
                  <a:off x="8902550" y="3649357"/>
                  <a:ext cx="118800" cy="74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8">
            <p14:nvContentPartPr>
              <p14:cNvPr id="82" name="Ink 81">
                <a:extLst>
                  <a:ext uri="{FF2B5EF4-FFF2-40B4-BE49-F238E27FC236}">
                    <a16:creationId xmlns:a16="http://schemas.microsoft.com/office/drawing/2014/main" id="{75E7A15A-56D4-C97C-300F-586F508331C6}"/>
                  </a:ext>
                </a:extLst>
              </p14:cNvPr>
              <p14:cNvContentPartPr/>
              <p14:nvPr/>
            </p14:nvContentPartPr>
            <p14:xfrm>
              <a:off x="8777270" y="2454517"/>
              <a:ext cx="1120680" cy="866520"/>
            </p14:xfrm>
          </p:contentPart>
        </mc:Choice>
        <mc:Fallback xmlns="">
          <p:pic>
            <p:nvPicPr>
              <p:cNvPr id="82" name="Ink 81">
                <a:extLst>
                  <a:ext uri="{FF2B5EF4-FFF2-40B4-BE49-F238E27FC236}">
                    <a16:creationId xmlns:a16="http://schemas.microsoft.com/office/drawing/2014/main" id="{75E7A15A-56D4-C97C-300F-586F508331C6}"/>
                  </a:ext>
                </a:extLst>
              </p:cNvPr>
              <p:cNvPicPr/>
              <p:nvPr/>
            </p:nvPicPr>
            <p:blipFill>
              <a:blip r:embed="rId129"/>
              <a:stretch>
                <a:fillRect/>
              </a:stretch>
            </p:blipFill>
            <p:spPr>
              <a:xfrm>
                <a:off x="8723270" y="2346517"/>
                <a:ext cx="1228320" cy="1082160"/>
              </a:xfrm>
              <a:prstGeom prst="rect">
                <a:avLst/>
              </a:prstGeom>
            </p:spPr>
          </p:pic>
        </mc:Fallback>
      </mc:AlternateContent>
      <p:grpSp>
        <p:nvGrpSpPr>
          <p:cNvPr id="85" name="Group 84">
            <a:extLst>
              <a:ext uri="{FF2B5EF4-FFF2-40B4-BE49-F238E27FC236}">
                <a16:creationId xmlns:a16="http://schemas.microsoft.com/office/drawing/2014/main" id="{DB5FC734-6E05-D610-67CD-2FAF6935297C}"/>
              </a:ext>
            </a:extLst>
          </p:cNvPr>
          <p:cNvGrpSpPr/>
          <p:nvPr/>
        </p:nvGrpSpPr>
        <p:grpSpPr>
          <a:xfrm>
            <a:off x="9475310" y="3291157"/>
            <a:ext cx="211320" cy="572040"/>
            <a:chOff x="9475310" y="3291157"/>
            <a:chExt cx="211320" cy="572040"/>
          </a:xfrm>
        </p:grpSpPr>
        <mc:AlternateContent xmlns:mc="http://schemas.openxmlformats.org/markup-compatibility/2006" xmlns:p14="http://schemas.microsoft.com/office/powerpoint/2010/main">
          <mc:Choice Requires="p14">
            <p:contentPart p14:bwMode="auto" r:id="rId130">
              <p14:nvContentPartPr>
                <p14:cNvPr id="83" name="Ink 82">
                  <a:extLst>
                    <a:ext uri="{FF2B5EF4-FFF2-40B4-BE49-F238E27FC236}">
                      <a16:creationId xmlns:a16="http://schemas.microsoft.com/office/drawing/2014/main" id="{5F5D5392-BE35-DA6D-891D-DC9D92F578D0}"/>
                    </a:ext>
                  </a:extLst>
                </p14:cNvPr>
                <p14:cNvContentPartPr/>
                <p14:nvPr/>
              </p14:nvContentPartPr>
              <p14:xfrm>
                <a:off x="9495110" y="3291157"/>
                <a:ext cx="57240" cy="517680"/>
              </p14:xfrm>
            </p:contentPart>
          </mc:Choice>
          <mc:Fallback xmlns="">
            <p:pic>
              <p:nvPicPr>
                <p:cNvPr id="83" name="Ink 82">
                  <a:extLst>
                    <a:ext uri="{FF2B5EF4-FFF2-40B4-BE49-F238E27FC236}">
                      <a16:creationId xmlns:a16="http://schemas.microsoft.com/office/drawing/2014/main" id="{5F5D5392-BE35-DA6D-891D-DC9D92F578D0}"/>
                    </a:ext>
                  </a:extLst>
                </p:cNvPr>
                <p:cNvPicPr/>
                <p:nvPr/>
              </p:nvPicPr>
              <p:blipFill>
                <a:blip r:embed="rId131"/>
                <a:stretch>
                  <a:fillRect/>
                </a:stretch>
              </p:blipFill>
              <p:spPr>
                <a:xfrm>
                  <a:off x="9477470" y="3273517"/>
                  <a:ext cx="92880" cy="5533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4" name="Ink 83">
                  <a:extLst>
                    <a:ext uri="{FF2B5EF4-FFF2-40B4-BE49-F238E27FC236}">
                      <a16:creationId xmlns:a16="http://schemas.microsoft.com/office/drawing/2014/main" id="{E50B1485-BD3C-F611-764E-0EA75B2A44E2}"/>
                    </a:ext>
                  </a:extLst>
                </p14:cNvPr>
                <p14:cNvContentPartPr/>
                <p14:nvPr/>
              </p14:nvContentPartPr>
              <p14:xfrm>
                <a:off x="9475310" y="3701197"/>
                <a:ext cx="211320" cy="162000"/>
              </p14:xfrm>
            </p:contentPart>
          </mc:Choice>
          <mc:Fallback xmlns="">
            <p:pic>
              <p:nvPicPr>
                <p:cNvPr id="84" name="Ink 83">
                  <a:extLst>
                    <a:ext uri="{FF2B5EF4-FFF2-40B4-BE49-F238E27FC236}">
                      <a16:creationId xmlns:a16="http://schemas.microsoft.com/office/drawing/2014/main" id="{E50B1485-BD3C-F611-764E-0EA75B2A44E2}"/>
                    </a:ext>
                  </a:extLst>
                </p:cNvPr>
                <p:cNvPicPr/>
                <p:nvPr/>
              </p:nvPicPr>
              <p:blipFill>
                <a:blip r:embed="rId133"/>
                <a:stretch>
                  <a:fillRect/>
                </a:stretch>
              </p:blipFill>
              <p:spPr>
                <a:xfrm>
                  <a:off x="9457670" y="3683197"/>
                  <a:ext cx="246960" cy="197640"/>
                </a:xfrm>
                <a:prstGeom prst="rect">
                  <a:avLst/>
                </a:prstGeom>
              </p:spPr>
            </p:pic>
          </mc:Fallback>
        </mc:AlternateContent>
      </p:grpSp>
      <p:grpSp>
        <p:nvGrpSpPr>
          <p:cNvPr id="101" name="Group 100">
            <a:extLst>
              <a:ext uri="{FF2B5EF4-FFF2-40B4-BE49-F238E27FC236}">
                <a16:creationId xmlns:a16="http://schemas.microsoft.com/office/drawing/2014/main" id="{ED31AEB7-634D-6731-AB1C-6747DBFC98C9}"/>
              </a:ext>
            </a:extLst>
          </p:cNvPr>
          <p:cNvGrpSpPr/>
          <p:nvPr/>
        </p:nvGrpSpPr>
        <p:grpSpPr>
          <a:xfrm>
            <a:off x="8803190" y="4034197"/>
            <a:ext cx="1983960" cy="372960"/>
            <a:chOff x="8803190" y="4034197"/>
            <a:chExt cx="1983960" cy="372960"/>
          </a:xfrm>
        </p:grpSpPr>
        <mc:AlternateContent xmlns:mc="http://schemas.openxmlformats.org/markup-compatibility/2006" xmlns:p14="http://schemas.microsoft.com/office/powerpoint/2010/main">
          <mc:Choice Requires="p14">
            <p:contentPart p14:bwMode="auto" r:id="rId134">
              <p14:nvContentPartPr>
                <p14:cNvPr id="86" name="Ink 85">
                  <a:extLst>
                    <a:ext uri="{FF2B5EF4-FFF2-40B4-BE49-F238E27FC236}">
                      <a16:creationId xmlns:a16="http://schemas.microsoft.com/office/drawing/2014/main" id="{715076A6-974B-EF30-775B-54EB7215F043}"/>
                    </a:ext>
                  </a:extLst>
                </p14:cNvPr>
                <p14:cNvContentPartPr/>
                <p14:nvPr/>
              </p14:nvContentPartPr>
              <p14:xfrm>
                <a:off x="8803190" y="4130317"/>
                <a:ext cx="201600" cy="257760"/>
              </p14:xfrm>
            </p:contentPart>
          </mc:Choice>
          <mc:Fallback xmlns="">
            <p:pic>
              <p:nvPicPr>
                <p:cNvPr id="86" name="Ink 85">
                  <a:extLst>
                    <a:ext uri="{FF2B5EF4-FFF2-40B4-BE49-F238E27FC236}">
                      <a16:creationId xmlns:a16="http://schemas.microsoft.com/office/drawing/2014/main" id="{715076A6-974B-EF30-775B-54EB7215F043}"/>
                    </a:ext>
                  </a:extLst>
                </p:cNvPr>
                <p:cNvPicPr/>
                <p:nvPr/>
              </p:nvPicPr>
              <p:blipFill>
                <a:blip r:embed="rId135"/>
                <a:stretch>
                  <a:fillRect/>
                </a:stretch>
              </p:blipFill>
              <p:spPr>
                <a:xfrm>
                  <a:off x="8785190" y="4112677"/>
                  <a:ext cx="23724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7" name="Ink 86">
                  <a:extLst>
                    <a:ext uri="{FF2B5EF4-FFF2-40B4-BE49-F238E27FC236}">
                      <a16:creationId xmlns:a16="http://schemas.microsoft.com/office/drawing/2014/main" id="{3968DB98-8425-D65D-6AA3-B942B6B32025}"/>
                    </a:ext>
                  </a:extLst>
                </p14:cNvPr>
                <p14:cNvContentPartPr/>
                <p14:nvPr/>
              </p14:nvContentPartPr>
              <p14:xfrm>
                <a:off x="9058790" y="4244077"/>
                <a:ext cx="107640" cy="122400"/>
              </p14:xfrm>
            </p:contentPart>
          </mc:Choice>
          <mc:Fallback xmlns="">
            <p:pic>
              <p:nvPicPr>
                <p:cNvPr id="87" name="Ink 86">
                  <a:extLst>
                    <a:ext uri="{FF2B5EF4-FFF2-40B4-BE49-F238E27FC236}">
                      <a16:creationId xmlns:a16="http://schemas.microsoft.com/office/drawing/2014/main" id="{3968DB98-8425-D65D-6AA3-B942B6B32025}"/>
                    </a:ext>
                  </a:extLst>
                </p:cNvPr>
                <p:cNvPicPr/>
                <p:nvPr/>
              </p:nvPicPr>
              <p:blipFill>
                <a:blip r:embed="rId137"/>
                <a:stretch>
                  <a:fillRect/>
                </a:stretch>
              </p:blipFill>
              <p:spPr>
                <a:xfrm>
                  <a:off x="9040790" y="4226437"/>
                  <a:ext cx="1432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8" name="Ink 87">
                  <a:extLst>
                    <a:ext uri="{FF2B5EF4-FFF2-40B4-BE49-F238E27FC236}">
                      <a16:creationId xmlns:a16="http://schemas.microsoft.com/office/drawing/2014/main" id="{E9CC4582-6CC8-2318-F706-9F8896F5F049}"/>
                    </a:ext>
                  </a:extLst>
                </p14:cNvPr>
                <p14:cNvContentPartPr/>
                <p14:nvPr/>
              </p14:nvContentPartPr>
              <p14:xfrm>
                <a:off x="9246710" y="4192957"/>
                <a:ext cx="8640" cy="14040"/>
              </p14:xfrm>
            </p:contentPart>
          </mc:Choice>
          <mc:Fallback xmlns="">
            <p:pic>
              <p:nvPicPr>
                <p:cNvPr id="88" name="Ink 87">
                  <a:extLst>
                    <a:ext uri="{FF2B5EF4-FFF2-40B4-BE49-F238E27FC236}">
                      <a16:creationId xmlns:a16="http://schemas.microsoft.com/office/drawing/2014/main" id="{E9CC4582-6CC8-2318-F706-9F8896F5F049}"/>
                    </a:ext>
                  </a:extLst>
                </p:cNvPr>
                <p:cNvPicPr/>
                <p:nvPr/>
              </p:nvPicPr>
              <p:blipFill>
                <a:blip r:embed="rId139"/>
                <a:stretch>
                  <a:fillRect/>
                </a:stretch>
              </p:blipFill>
              <p:spPr>
                <a:xfrm>
                  <a:off x="9229070" y="4175317"/>
                  <a:ext cx="442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9" name="Ink 88">
                  <a:extLst>
                    <a:ext uri="{FF2B5EF4-FFF2-40B4-BE49-F238E27FC236}">
                      <a16:creationId xmlns:a16="http://schemas.microsoft.com/office/drawing/2014/main" id="{15BC1907-217A-F63D-7CDD-0DCF80B02FFE}"/>
                    </a:ext>
                  </a:extLst>
                </p14:cNvPr>
                <p14:cNvContentPartPr/>
                <p14:nvPr/>
              </p14:nvContentPartPr>
              <p14:xfrm>
                <a:off x="9263630" y="4208077"/>
                <a:ext cx="47520" cy="26640"/>
              </p14:xfrm>
            </p:contentPart>
          </mc:Choice>
          <mc:Fallback xmlns="">
            <p:pic>
              <p:nvPicPr>
                <p:cNvPr id="89" name="Ink 88">
                  <a:extLst>
                    <a:ext uri="{FF2B5EF4-FFF2-40B4-BE49-F238E27FC236}">
                      <a16:creationId xmlns:a16="http://schemas.microsoft.com/office/drawing/2014/main" id="{15BC1907-217A-F63D-7CDD-0DCF80B02FFE}"/>
                    </a:ext>
                  </a:extLst>
                </p:cNvPr>
                <p:cNvPicPr/>
                <p:nvPr/>
              </p:nvPicPr>
              <p:blipFill>
                <a:blip r:embed="rId141"/>
                <a:stretch>
                  <a:fillRect/>
                </a:stretch>
              </p:blipFill>
              <p:spPr>
                <a:xfrm>
                  <a:off x="9245630" y="4190437"/>
                  <a:ext cx="8316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0" name="Ink 89">
                  <a:extLst>
                    <a:ext uri="{FF2B5EF4-FFF2-40B4-BE49-F238E27FC236}">
                      <a16:creationId xmlns:a16="http://schemas.microsoft.com/office/drawing/2014/main" id="{69C95586-607A-5B83-C891-9BC11A164AC7}"/>
                    </a:ext>
                  </a:extLst>
                </p14:cNvPr>
                <p14:cNvContentPartPr/>
                <p14:nvPr/>
              </p14:nvContentPartPr>
              <p14:xfrm>
                <a:off x="9260030" y="4112317"/>
                <a:ext cx="44640" cy="294840"/>
              </p14:xfrm>
            </p:contentPart>
          </mc:Choice>
          <mc:Fallback xmlns="">
            <p:pic>
              <p:nvPicPr>
                <p:cNvPr id="90" name="Ink 89">
                  <a:extLst>
                    <a:ext uri="{FF2B5EF4-FFF2-40B4-BE49-F238E27FC236}">
                      <a16:creationId xmlns:a16="http://schemas.microsoft.com/office/drawing/2014/main" id="{69C95586-607A-5B83-C891-9BC11A164AC7}"/>
                    </a:ext>
                  </a:extLst>
                </p:cNvPr>
                <p:cNvPicPr/>
                <p:nvPr/>
              </p:nvPicPr>
              <p:blipFill>
                <a:blip r:embed="rId143"/>
                <a:stretch>
                  <a:fillRect/>
                </a:stretch>
              </p:blipFill>
              <p:spPr>
                <a:xfrm>
                  <a:off x="9242390" y="4094677"/>
                  <a:ext cx="8028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1" name="Ink 90">
                  <a:extLst>
                    <a:ext uri="{FF2B5EF4-FFF2-40B4-BE49-F238E27FC236}">
                      <a16:creationId xmlns:a16="http://schemas.microsoft.com/office/drawing/2014/main" id="{0F83EC51-49C0-AA22-EF69-E8171CFC1EF9}"/>
                    </a:ext>
                  </a:extLst>
                </p14:cNvPr>
                <p14:cNvContentPartPr/>
                <p14:nvPr/>
              </p14:nvContentPartPr>
              <p14:xfrm>
                <a:off x="9246350" y="4203757"/>
                <a:ext cx="116280" cy="75600"/>
              </p14:xfrm>
            </p:contentPart>
          </mc:Choice>
          <mc:Fallback xmlns="">
            <p:pic>
              <p:nvPicPr>
                <p:cNvPr id="91" name="Ink 90">
                  <a:extLst>
                    <a:ext uri="{FF2B5EF4-FFF2-40B4-BE49-F238E27FC236}">
                      <a16:creationId xmlns:a16="http://schemas.microsoft.com/office/drawing/2014/main" id="{0F83EC51-49C0-AA22-EF69-E8171CFC1EF9}"/>
                    </a:ext>
                  </a:extLst>
                </p:cNvPr>
                <p:cNvPicPr/>
                <p:nvPr/>
              </p:nvPicPr>
              <p:blipFill>
                <a:blip r:embed="rId145"/>
                <a:stretch>
                  <a:fillRect/>
                </a:stretch>
              </p:blipFill>
              <p:spPr>
                <a:xfrm>
                  <a:off x="9228710" y="4186117"/>
                  <a:ext cx="1519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2" name="Ink 91">
                  <a:extLst>
                    <a:ext uri="{FF2B5EF4-FFF2-40B4-BE49-F238E27FC236}">
                      <a16:creationId xmlns:a16="http://schemas.microsoft.com/office/drawing/2014/main" id="{F116B285-93CE-2F73-4ADE-D60C55CC00E5}"/>
                    </a:ext>
                  </a:extLst>
                </p14:cNvPr>
                <p14:cNvContentPartPr/>
                <p14:nvPr/>
              </p14:nvContentPartPr>
              <p14:xfrm>
                <a:off x="9608870" y="4190077"/>
                <a:ext cx="113040" cy="117000"/>
              </p14:xfrm>
            </p:contentPart>
          </mc:Choice>
          <mc:Fallback xmlns="">
            <p:pic>
              <p:nvPicPr>
                <p:cNvPr id="92" name="Ink 91">
                  <a:extLst>
                    <a:ext uri="{FF2B5EF4-FFF2-40B4-BE49-F238E27FC236}">
                      <a16:creationId xmlns:a16="http://schemas.microsoft.com/office/drawing/2014/main" id="{F116B285-93CE-2F73-4ADE-D60C55CC00E5}"/>
                    </a:ext>
                  </a:extLst>
                </p:cNvPr>
                <p:cNvPicPr/>
                <p:nvPr/>
              </p:nvPicPr>
              <p:blipFill>
                <a:blip r:embed="rId147"/>
                <a:stretch>
                  <a:fillRect/>
                </a:stretch>
              </p:blipFill>
              <p:spPr>
                <a:xfrm>
                  <a:off x="9590870" y="4172077"/>
                  <a:ext cx="1486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3" name="Ink 92">
                  <a:extLst>
                    <a:ext uri="{FF2B5EF4-FFF2-40B4-BE49-F238E27FC236}">
                      <a16:creationId xmlns:a16="http://schemas.microsoft.com/office/drawing/2014/main" id="{09161F69-16E0-2E10-1F65-CD550D78CB54}"/>
                    </a:ext>
                  </a:extLst>
                </p14:cNvPr>
                <p14:cNvContentPartPr/>
                <p14:nvPr/>
              </p14:nvContentPartPr>
              <p14:xfrm>
                <a:off x="9838910" y="4182517"/>
                <a:ext cx="15480" cy="127800"/>
              </p14:xfrm>
            </p:contentPart>
          </mc:Choice>
          <mc:Fallback xmlns="">
            <p:pic>
              <p:nvPicPr>
                <p:cNvPr id="93" name="Ink 92">
                  <a:extLst>
                    <a:ext uri="{FF2B5EF4-FFF2-40B4-BE49-F238E27FC236}">
                      <a16:creationId xmlns:a16="http://schemas.microsoft.com/office/drawing/2014/main" id="{09161F69-16E0-2E10-1F65-CD550D78CB54}"/>
                    </a:ext>
                  </a:extLst>
                </p:cNvPr>
                <p:cNvPicPr/>
                <p:nvPr/>
              </p:nvPicPr>
              <p:blipFill>
                <a:blip r:embed="rId149"/>
                <a:stretch>
                  <a:fillRect/>
                </a:stretch>
              </p:blipFill>
              <p:spPr>
                <a:xfrm>
                  <a:off x="9821270" y="4164877"/>
                  <a:ext cx="5112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4" name="Ink 93">
                  <a:extLst>
                    <a:ext uri="{FF2B5EF4-FFF2-40B4-BE49-F238E27FC236}">
                      <a16:creationId xmlns:a16="http://schemas.microsoft.com/office/drawing/2014/main" id="{FAE1D3D4-F3B9-E008-68F5-3AC24E743435}"/>
                    </a:ext>
                  </a:extLst>
                </p14:cNvPr>
                <p14:cNvContentPartPr/>
                <p14:nvPr/>
              </p14:nvContentPartPr>
              <p14:xfrm>
                <a:off x="9839990" y="4075957"/>
                <a:ext cx="21600" cy="26280"/>
              </p14:xfrm>
            </p:contentPart>
          </mc:Choice>
          <mc:Fallback xmlns="">
            <p:pic>
              <p:nvPicPr>
                <p:cNvPr id="94" name="Ink 93">
                  <a:extLst>
                    <a:ext uri="{FF2B5EF4-FFF2-40B4-BE49-F238E27FC236}">
                      <a16:creationId xmlns:a16="http://schemas.microsoft.com/office/drawing/2014/main" id="{FAE1D3D4-F3B9-E008-68F5-3AC24E743435}"/>
                    </a:ext>
                  </a:extLst>
                </p:cNvPr>
                <p:cNvPicPr/>
                <p:nvPr/>
              </p:nvPicPr>
              <p:blipFill>
                <a:blip r:embed="rId151"/>
                <a:stretch>
                  <a:fillRect/>
                </a:stretch>
              </p:blipFill>
              <p:spPr>
                <a:xfrm>
                  <a:off x="9822350" y="4057957"/>
                  <a:ext cx="572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5" name="Ink 94">
                  <a:extLst>
                    <a:ext uri="{FF2B5EF4-FFF2-40B4-BE49-F238E27FC236}">
                      <a16:creationId xmlns:a16="http://schemas.microsoft.com/office/drawing/2014/main" id="{AD314CF0-51C3-655C-863C-065610FCDE9E}"/>
                    </a:ext>
                  </a:extLst>
                </p14:cNvPr>
                <p14:cNvContentPartPr/>
                <p14:nvPr/>
              </p14:nvContentPartPr>
              <p14:xfrm>
                <a:off x="9925670" y="4083877"/>
                <a:ext cx="112680" cy="224640"/>
              </p14:xfrm>
            </p:contentPart>
          </mc:Choice>
          <mc:Fallback xmlns="">
            <p:pic>
              <p:nvPicPr>
                <p:cNvPr id="95" name="Ink 94">
                  <a:extLst>
                    <a:ext uri="{FF2B5EF4-FFF2-40B4-BE49-F238E27FC236}">
                      <a16:creationId xmlns:a16="http://schemas.microsoft.com/office/drawing/2014/main" id="{AD314CF0-51C3-655C-863C-065610FCDE9E}"/>
                    </a:ext>
                  </a:extLst>
                </p:cNvPr>
                <p:cNvPicPr/>
                <p:nvPr/>
              </p:nvPicPr>
              <p:blipFill>
                <a:blip r:embed="rId153"/>
                <a:stretch>
                  <a:fillRect/>
                </a:stretch>
              </p:blipFill>
              <p:spPr>
                <a:xfrm>
                  <a:off x="9907670" y="4066237"/>
                  <a:ext cx="14832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6" name="Ink 95">
                  <a:extLst>
                    <a:ext uri="{FF2B5EF4-FFF2-40B4-BE49-F238E27FC236}">
                      <a16:creationId xmlns:a16="http://schemas.microsoft.com/office/drawing/2014/main" id="{67C54AD4-041B-7C7F-089A-D131FBE3922F}"/>
                    </a:ext>
                  </a:extLst>
                </p14:cNvPr>
                <p14:cNvContentPartPr/>
                <p14:nvPr/>
              </p14:nvContentPartPr>
              <p14:xfrm>
                <a:off x="10207910" y="4163077"/>
                <a:ext cx="132840" cy="142560"/>
              </p14:xfrm>
            </p:contentPart>
          </mc:Choice>
          <mc:Fallback xmlns="">
            <p:pic>
              <p:nvPicPr>
                <p:cNvPr id="96" name="Ink 95">
                  <a:extLst>
                    <a:ext uri="{FF2B5EF4-FFF2-40B4-BE49-F238E27FC236}">
                      <a16:creationId xmlns:a16="http://schemas.microsoft.com/office/drawing/2014/main" id="{67C54AD4-041B-7C7F-089A-D131FBE3922F}"/>
                    </a:ext>
                  </a:extLst>
                </p:cNvPr>
                <p:cNvPicPr/>
                <p:nvPr/>
              </p:nvPicPr>
              <p:blipFill>
                <a:blip r:embed="rId155"/>
                <a:stretch>
                  <a:fillRect/>
                </a:stretch>
              </p:blipFill>
              <p:spPr>
                <a:xfrm>
                  <a:off x="10190270" y="4145437"/>
                  <a:ext cx="16848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7" name="Ink 96">
                  <a:extLst>
                    <a:ext uri="{FF2B5EF4-FFF2-40B4-BE49-F238E27FC236}">
                      <a16:creationId xmlns:a16="http://schemas.microsoft.com/office/drawing/2014/main" id="{855958EC-F7D2-63B7-1490-C0998B2635D2}"/>
                    </a:ext>
                  </a:extLst>
                </p14:cNvPr>
                <p14:cNvContentPartPr/>
                <p14:nvPr/>
              </p14:nvContentPartPr>
              <p14:xfrm>
                <a:off x="10471430" y="4077037"/>
                <a:ext cx="49680" cy="273960"/>
              </p14:xfrm>
            </p:contentPart>
          </mc:Choice>
          <mc:Fallback xmlns="">
            <p:pic>
              <p:nvPicPr>
                <p:cNvPr id="97" name="Ink 96">
                  <a:extLst>
                    <a:ext uri="{FF2B5EF4-FFF2-40B4-BE49-F238E27FC236}">
                      <a16:creationId xmlns:a16="http://schemas.microsoft.com/office/drawing/2014/main" id="{855958EC-F7D2-63B7-1490-C0998B2635D2}"/>
                    </a:ext>
                  </a:extLst>
                </p:cNvPr>
                <p:cNvPicPr/>
                <p:nvPr/>
              </p:nvPicPr>
              <p:blipFill>
                <a:blip r:embed="rId157"/>
                <a:stretch>
                  <a:fillRect/>
                </a:stretch>
              </p:blipFill>
              <p:spPr>
                <a:xfrm>
                  <a:off x="10453430" y="4059397"/>
                  <a:ext cx="85320" cy="3096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8" name="Ink 97">
                  <a:extLst>
                    <a:ext uri="{FF2B5EF4-FFF2-40B4-BE49-F238E27FC236}">
                      <a16:creationId xmlns:a16="http://schemas.microsoft.com/office/drawing/2014/main" id="{EABB150D-6970-CC22-7A32-2693067CF97C}"/>
                    </a:ext>
                  </a:extLst>
                </p14:cNvPr>
                <p14:cNvContentPartPr/>
                <p14:nvPr/>
              </p14:nvContentPartPr>
              <p14:xfrm>
                <a:off x="10449830" y="4216717"/>
                <a:ext cx="102600" cy="75960"/>
              </p14:xfrm>
            </p:contentPart>
          </mc:Choice>
          <mc:Fallback xmlns="">
            <p:pic>
              <p:nvPicPr>
                <p:cNvPr id="98" name="Ink 97">
                  <a:extLst>
                    <a:ext uri="{FF2B5EF4-FFF2-40B4-BE49-F238E27FC236}">
                      <a16:creationId xmlns:a16="http://schemas.microsoft.com/office/drawing/2014/main" id="{EABB150D-6970-CC22-7A32-2693067CF97C}"/>
                    </a:ext>
                  </a:extLst>
                </p:cNvPr>
                <p:cNvPicPr/>
                <p:nvPr/>
              </p:nvPicPr>
              <p:blipFill>
                <a:blip r:embed="rId159"/>
                <a:stretch>
                  <a:fillRect/>
                </a:stretch>
              </p:blipFill>
              <p:spPr>
                <a:xfrm>
                  <a:off x="10432190" y="4198717"/>
                  <a:ext cx="13824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9" name="Ink 98">
                  <a:extLst>
                    <a:ext uri="{FF2B5EF4-FFF2-40B4-BE49-F238E27FC236}">
                      <a16:creationId xmlns:a16="http://schemas.microsoft.com/office/drawing/2014/main" id="{7809C6F9-4F49-D0E5-5CEC-A0C8660F9FED}"/>
                    </a:ext>
                  </a:extLst>
                </p14:cNvPr>
                <p14:cNvContentPartPr/>
                <p14:nvPr/>
              </p14:nvContentPartPr>
              <p14:xfrm>
                <a:off x="10678790" y="4034197"/>
                <a:ext cx="71640" cy="310320"/>
              </p14:xfrm>
            </p:contentPart>
          </mc:Choice>
          <mc:Fallback xmlns="">
            <p:pic>
              <p:nvPicPr>
                <p:cNvPr id="99" name="Ink 98">
                  <a:extLst>
                    <a:ext uri="{FF2B5EF4-FFF2-40B4-BE49-F238E27FC236}">
                      <a16:creationId xmlns:a16="http://schemas.microsoft.com/office/drawing/2014/main" id="{7809C6F9-4F49-D0E5-5CEC-A0C8660F9FED}"/>
                    </a:ext>
                  </a:extLst>
                </p:cNvPr>
                <p:cNvPicPr/>
                <p:nvPr/>
              </p:nvPicPr>
              <p:blipFill>
                <a:blip r:embed="rId161"/>
                <a:stretch>
                  <a:fillRect/>
                </a:stretch>
              </p:blipFill>
              <p:spPr>
                <a:xfrm>
                  <a:off x="10660790" y="4016197"/>
                  <a:ext cx="10728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0" name="Ink 99">
                  <a:extLst>
                    <a:ext uri="{FF2B5EF4-FFF2-40B4-BE49-F238E27FC236}">
                      <a16:creationId xmlns:a16="http://schemas.microsoft.com/office/drawing/2014/main" id="{5BF12DBB-81FB-159A-5EA0-DDDFF4358B13}"/>
                    </a:ext>
                  </a:extLst>
                </p14:cNvPr>
                <p14:cNvContentPartPr/>
                <p14:nvPr/>
              </p14:nvContentPartPr>
              <p14:xfrm>
                <a:off x="10622630" y="4185037"/>
                <a:ext cx="164520" cy="73800"/>
              </p14:xfrm>
            </p:contentPart>
          </mc:Choice>
          <mc:Fallback xmlns="">
            <p:pic>
              <p:nvPicPr>
                <p:cNvPr id="100" name="Ink 99">
                  <a:extLst>
                    <a:ext uri="{FF2B5EF4-FFF2-40B4-BE49-F238E27FC236}">
                      <a16:creationId xmlns:a16="http://schemas.microsoft.com/office/drawing/2014/main" id="{5BF12DBB-81FB-159A-5EA0-DDDFF4358B13}"/>
                    </a:ext>
                  </a:extLst>
                </p:cNvPr>
                <p:cNvPicPr/>
                <p:nvPr/>
              </p:nvPicPr>
              <p:blipFill>
                <a:blip r:embed="rId163"/>
                <a:stretch>
                  <a:fillRect/>
                </a:stretch>
              </p:blipFill>
              <p:spPr>
                <a:xfrm>
                  <a:off x="10604990" y="4167397"/>
                  <a:ext cx="200160" cy="109440"/>
                </a:xfrm>
                <a:prstGeom prst="rect">
                  <a:avLst/>
                </a:prstGeom>
              </p:spPr>
            </p:pic>
          </mc:Fallback>
        </mc:AlternateContent>
      </p:grpSp>
      <p:grpSp>
        <p:nvGrpSpPr>
          <p:cNvPr id="129" name="Group 128">
            <a:extLst>
              <a:ext uri="{FF2B5EF4-FFF2-40B4-BE49-F238E27FC236}">
                <a16:creationId xmlns:a16="http://schemas.microsoft.com/office/drawing/2014/main" id="{B25A0715-BE09-F4E8-E3F1-D00012107268}"/>
              </a:ext>
            </a:extLst>
          </p:cNvPr>
          <p:cNvGrpSpPr/>
          <p:nvPr/>
        </p:nvGrpSpPr>
        <p:grpSpPr>
          <a:xfrm>
            <a:off x="11247590" y="4090717"/>
            <a:ext cx="13680" cy="31320"/>
            <a:chOff x="11247590" y="4090717"/>
            <a:chExt cx="13680" cy="31320"/>
          </a:xfrm>
        </p:grpSpPr>
        <mc:AlternateContent xmlns:mc="http://schemas.openxmlformats.org/markup-compatibility/2006" xmlns:p14="http://schemas.microsoft.com/office/powerpoint/2010/main">
          <mc:Choice Requires="p14">
            <p:contentPart p14:bwMode="auto" r:id="rId164">
              <p14:nvContentPartPr>
                <p14:cNvPr id="102" name="Ink 101">
                  <a:extLst>
                    <a:ext uri="{FF2B5EF4-FFF2-40B4-BE49-F238E27FC236}">
                      <a16:creationId xmlns:a16="http://schemas.microsoft.com/office/drawing/2014/main" id="{3BFF7031-18B5-AC8C-F892-DAA1F0A7FED9}"/>
                    </a:ext>
                  </a:extLst>
                </p14:cNvPr>
                <p14:cNvContentPartPr/>
                <p14:nvPr/>
              </p14:nvContentPartPr>
              <p14:xfrm>
                <a:off x="11247590" y="4090717"/>
                <a:ext cx="13680" cy="31320"/>
              </p14:xfrm>
            </p:contentPart>
          </mc:Choice>
          <mc:Fallback xmlns="">
            <p:pic>
              <p:nvPicPr>
                <p:cNvPr id="102" name="Ink 101">
                  <a:extLst>
                    <a:ext uri="{FF2B5EF4-FFF2-40B4-BE49-F238E27FC236}">
                      <a16:creationId xmlns:a16="http://schemas.microsoft.com/office/drawing/2014/main" id="{3BFF7031-18B5-AC8C-F892-DAA1F0A7FED9}"/>
                    </a:ext>
                  </a:extLst>
                </p:cNvPr>
                <p:cNvPicPr/>
                <p:nvPr/>
              </p:nvPicPr>
              <p:blipFill>
                <a:blip r:embed="rId165"/>
                <a:stretch>
                  <a:fillRect/>
                </a:stretch>
              </p:blipFill>
              <p:spPr>
                <a:xfrm>
                  <a:off x="11229590" y="4073077"/>
                  <a:ext cx="4932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3" name="Ink 102">
                  <a:extLst>
                    <a:ext uri="{FF2B5EF4-FFF2-40B4-BE49-F238E27FC236}">
                      <a16:creationId xmlns:a16="http://schemas.microsoft.com/office/drawing/2014/main" id="{50FD4A94-4CA1-3F31-417E-C98A1FCADA65}"/>
                    </a:ext>
                  </a:extLst>
                </p14:cNvPr>
                <p14:cNvContentPartPr/>
                <p14:nvPr/>
              </p14:nvContentPartPr>
              <p14:xfrm>
                <a:off x="11254790" y="4094317"/>
                <a:ext cx="3240" cy="3240"/>
              </p14:xfrm>
            </p:contentPart>
          </mc:Choice>
          <mc:Fallback xmlns="">
            <p:pic>
              <p:nvPicPr>
                <p:cNvPr id="103" name="Ink 102">
                  <a:extLst>
                    <a:ext uri="{FF2B5EF4-FFF2-40B4-BE49-F238E27FC236}">
                      <a16:creationId xmlns:a16="http://schemas.microsoft.com/office/drawing/2014/main" id="{50FD4A94-4CA1-3F31-417E-C98A1FCADA65}"/>
                    </a:ext>
                  </a:extLst>
                </p:cNvPr>
                <p:cNvPicPr/>
                <p:nvPr/>
              </p:nvPicPr>
              <p:blipFill>
                <a:blip r:embed="rId167"/>
                <a:stretch>
                  <a:fillRect/>
                </a:stretch>
              </p:blipFill>
              <p:spPr>
                <a:xfrm>
                  <a:off x="11237150" y="4076317"/>
                  <a:ext cx="38880" cy="38880"/>
                </a:xfrm>
                <a:prstGeom prst="rect">
                  <a:avLst/>
                </a:prstGeom>
              </p:spPr>
            </p:pic>
          </mc:Fallback>
        </mc:AlternateContent>
      </p:grpSp>
      <p:grpSp>
        <p:nvGrpSpPr>
          <p:cNvPr id="128" name="Group 127">
            <a:extLst>
              <a:ext uri="{FF2B5EF4-FFF2-40B4-BE49-F238E27FC236}">
                <a16:creationId xmlns:a16="http://schemas.microsoft.com/office/drawing/2014/main" id="{45763181-100A-E1EE-44CA-306EE2DCF6FA}"/>
              </a:ext>
            </a:extLst>
          </p:cNvPr>
          <p:cNvGrpSpPr/>
          <p:nvPr/>
        </p:nvGrpSpPr>
        <p:grpSpPr>
          <a:xfrm>
            <a:off x="8512670" y="4753117"/>
            <a:ext cx="1538280" cy="276480"/>
            <a:chOff x="8512670" y="4753117"/>
            <a:chExt cx="1538280" cy="276480"/>
          </a:xfrm>
        </p:grpSpPr>
        <mc:AlternateContent xmlns:mc="http://schemas.openxmlformats.org/markup-compatibility/2006" xmlns:p14="http://schemas.microsoft.com/office/powerpoint/2010/main">
          <mc:Choice Requires="p14">
            <p:contentPart p14:bwMode="auto" r:id="rId168">
              <p14:nvContentPartPr>
                <p14:cNvPr id="104" name="Ink 103">
                  <a:extLst>
                    <a:ext uri="{FF2B5EF4-FFF2-40B4-BE49-F238E27FC236}">
                      <a16:creationId xmlns:a16="http://schemas.microsoft.com/office/drawing/2014/main" id="{2DE02213-EF8C-6933-C791-29FAE9E897E5}"/>
                    </a:ext>
                  </a:extLst>
                </p14:cNvPr>
                <p14:cNvContentPartPr/>
                <p14:nvPr/>
              </p14:nvContentPartPr>
              <p14:xfrm>
                <a:off x="8560910" y="4753117"/>
                <a:ext cx="69840" cy="276480"/>
              </p14:xfrm>
            </p:contentPart>
          </mc:Choice>
          <mc:Fallback xmlns="">
            <p:pic>
              <p:nvPicPr>
                <p:cNvPr id="104" name="Ink 103">
                  <a:extLst>
                    <a:ext uri="{FF2B5EF4-FFF2-40B4-BE49-F238E27FC236}">
                      <a16:creationId xmlns:a16="http://schemas.microsoft.com/office/drawing/2014/main" id="{2DE02213-EF8C-6933-C791-29FAE9E897E5}"/>
                    </a:ext>
                  </a:extLst>
                </p:cNvPr>
                <p:cNvPicPr/>
                <p:nvPr/>
              </p:nvPicPr>
              <p:blipFill>
                <a:blip r:embed="rId169"/>
                <a:stretch>
                  <a:fillRect/>
                </a:stretch>
              </p:blipFill>
              <p:spPr>
                <a:xfrm>
                  <a:off x="8542910" y="4735117"/>
                  <a:ext cx="10548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5" name="Ink 104">
                  <a:extLst>
                    <a:ext uri="{FF2B5EF4-FFF2-40B4-BE49-F238E27FC236}">
                      <a16:creationId xmlns:a16="http://schemas.microsoft.com/office/drawing/2014/main" id="{5431F703-2891-1956-8E07-517AF8FCE2FD}"/>
                    </a:ext>
                  </a:extLst>
                </p14:cNvPr>
                <p14:cNvContentPartPr/>
                <p14:nvPr/>
              </p14:nvContentPartPr>
              <p14:xfrm>
                <a:off x="8512670" y="4896397"/>
                <a:ext cx="141120" cy="69840"/>
              </p14:xfrm>
            </p:contentPart>
          </mc:Choice>
          <mc:Fallback xmlns="">
            <p:pic>
              <p:nvPicPr>
                <p:cNvPr id="105" name="Ink 104">
                  <a:extLst>
                    <a:ext uri="{FF2B5EF4-FFF2-40B4-BE49-F238E27FC236}">
                      <a16:creationId xmlns:a16="http://schemas.microsoft.com/office/drawing/2014/main" id="{5431F703-2891-1956-8E07-517AF8FCE2FD}"/>
                    </a:ext>
                  </a:extLst>
                </p:cNvPr>
                <p:cNvPicPr/>
                <p:nvPr/>
              </p:nvPicPr>
              <p:blipFill>
                <a:blip r:embed="rId171"/>
                <a:stretch>
                  <a:fillRect/>
                </a:stretch>
              </p:blipFill>
              <p:spPr>
                <a:xfrm>
                  <a:off x="8495030" y="4878397"/>
                  <a:ext cx="17676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6" name="Ink 105">
                  <a:extLst>
                    <a:ext uri="{FF2B5EF4-FFF2-40B4-BE49-F238E27FC236}">
                      <a16:creationId xmlns:a16="http://schemas.microsoft.com/office/drawing/2014/main" id="{2D7074C6-2470-23EE-E029-FB834A650BE3}"/>
                    </a:ext>
                  </a:extLst>
                </p14:cNvPr>
                <p14:cNvContentPartPr/>
                <p14:nvPr/>
              </p14:nvContentPartPr>
              <p14:xfrm>
                <a:off x="8693750" y="4897837"/>
                <a:ext cx="73800" cy="101160"/>
              </p14:xfrm>
            </p:contentPart>
          </mc:Choice>
          <mc:Fallback xmlns="">
            <p:pic>
              <p:nvPicPr>
                <p:cNvPr id="106" name="Ink 105">
                  <a:extLst>
                    <a:ext uri="{FF2B5EF4-FFF2-40B4-BE49-F238E27FC236}">
                      <a16:creationId xmlns:a16="http://schemas.microsoft.com/office/drawing/2014/main" id="{2D7074C6-2470-23EE-E029-FB834A650BE3}"/>
                    </a:ext>
                  </a:extLst>
                </p:cNvPr>
                <p:cNvPicPr/>
                <p:nvPr/>
              </p:nvPicPr>
              <p:blipFill>
                <a:blip r:embed="rId173"/>
                <a:stretch>
                  <a:fillRect/>
                </a:stretch>
              </p:blipFill>
              <p:spPr>
                <a:xfrm>
                  <a:off x="8676110" y="4880197"/>
                  <a:ext cx="10944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7" name="Ink 106">
                  <a:extLst>
                    <a:ext uri="{FF2B5EF4-FFF2-40B4-BE49-F238E27FC236}">
                      <a16:creationId xmlns:a16="http://schemas.microsoft.com/office/drawing/2014/main" id="{877C0252-B9C5-2C2F-FA88-1D2AC765778C}"/>
                    </a:ext>
                  </a:extLst>
                </p14:cNvPr>
                <p14:cNvContentPartPr/>
                <p14:nvPr/>
              </p14:nvContentPartPr>
              <p14:xfrm>
                <a:off x="8831990" y="4854637"/>
                <a:ext cx="72720" cy="128160"/>
              </p14:xfrm>
            </p:contentPart>
          </mc:Choice>
          <mc:Fallback xmlns="">
            <p:pic>
              <p:nvPicPr>
                <p:cNvPr id="107" name="Ink 106">
                  <a:extLst>
                    <a:ext uri="{FF2B5EF4-FFF2-40B4-BE49-F238E27FC236}">
                      <a16:creationId xmlns:a16="http://schemas.microsoft.com/office/drawing/2014/main" id="{877C0252-B9C5-2C2F-FA88-1D2AC765778C}"/>
                    </a:ext>
                  </a:extLst>
                </p:cNvPr>
                <p:cNvPicPr/>
                <p:nvPr/>
              </p:nvPicPr>
              <p:blipFill>
                <a:blip r:embed="rId175"/>
                <a:stretch>
                  <a:fillRect/>
                </a:stretch>
              </p:blipFill>
              <p:spPr>
                <a:xfrm>
                  <a:off x="8814350" y="4836997"/>
                  <a:ext cx="10836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8" name="Ink 107">
                  <a:extLst>
                    <a:ext uri="{FF2B5EF4-FFF2-40B4-BE49-F238E27FC236}">
                      <a16:creationId xmlns:a16="http://schemas.microsoft.com/office/drawing/2014/main" id="{EFC5DA0C-2487-C2F3-3B40-0F5F5962D2DE}"/>
                    </a:ext>
                  </a:extLst>
                </p14:cNvPr>
                <p14:cNvContentPartPr/>
                <p14:nvPr/>
              </p14:nvContentPartPr>
              <p14:xfrm>
                <a:off x="8945390" y="4882717"/>
                <a:ext cx="108000" cy="137160"/>
              </p14:xfrm>
            </p:contentPart>
          </mc:Choice>
          <mc:Fallback xmlns="">
            <p:pic>
              <p:nvPicPr>
                <p:cNvPr id="108" name="Ink 107">
                  <a:extLst>
                    <a:ext uri="{FF2B5EF4-FFF2-40B4-BE49-F238E27FC236}">
                      <a16:creationId xmlns:a16="http://schemas.microsoft.com/office/drawing/2014/main" id="{EFC5DA0C-2487-C2F3-3B40-0F5F5962D2DE}"/>
                    </a:ext>
                  </a:extLst>
                </p:cNvPr>
                <p:cNvPicPr/>
                <p:nvPr/>
              </p:nvPicPr>
              <p:blipFill>
                <a:blip r:embed="rId177"/>
                <a:stretch>
                  <a:fillRect/>
                </a:stretch>
              </p:blipFill>
              <p:spPr>
                <a:xfrm>
                  <a:off x="8927390" y="4865077"/>
                  <a:ext cx="14364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9" name="Ink 108">
                  <a:extLst>
                    <a:ext uri="{FF2B5EF4-FFF2-40B4-BE49-F238E27FC236}">
                      <a16:creationId xmlns:a16="http://schemas.microsoft.com/office/drawing/2014/main" id="{C15BADCE-7D22-148D-8EF5-72EF023929DF}"/>
                    </a:ext>
                  </a:extLst>
                </p14:cNvPr>
                <p14:cNvContentPartPr/>
                <p14:nvPr/>
              </p14:nvContentPartPr>
              <p14:xfrm>
                <a:off x="9128630" y="4886317"/>
                <a:ext cx="94320" cy="96840"/>
              </p14:xfrm>
            </p:contentPart>
          </mc:Choice>
          <mc:Fallback xmlns="">
            <p:pic>
              <p:nvPicPr>
                <p:cNvPr id="109" name="Ink 108">
                  <a:extLst>
                    <a:ext uri="{FF2B5EF4-FFF2-40B4-BE49-F238E27FC236}">
                      <a16:creationId xmlns:a16="http://schemas.microsoft.com/office/drawing/2014/main" id="{C15BADCE-7D22-148D-8EF5-72EF023929DF}"/>
                    </a:ext>
                  </a:extLst>
                </p:cNvPr>
                <p:cNvPicPr/>
                <p:nvPr/>
              </p:nvPicPr>
              <p:blipFill>
                <a:blip r:embed="rId179"/>
                <a:stretch>
                  <a:fillRect/>
                </a:stretch>
              </p:blipFill>
              <p:spPr>
                <a:xfrm>
                  <a:off x="9110990" y="4868677"/>
                  <a:ext cx="1299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0" name="Ink 109">
                  <a:extLst>
                    <a:ext uri="{FF2B5EF4-FFF2-40B4-BE49-F238E27FC236}">
                      <a16:creationId xmlns:a16="http://schemas.microsoft.com/office/drawing/2014/main" id="{13B889EF-7C0A-55A1-1C0B-C5E0C326784D}"/>
                    </a:ext>
                  </a:extLst>
                </p14:cNvPr>
                <p14:cNvContentPartPr/>
                <p14:nvPr/>
              </p14:nvContentPartPr>
              <p14:xfrm>
                <a:off x="9301790" y="4884877"/>
                <a:ext cx="199080" cy="98640"/>
              </p14:xfrm>
            </p:contentPart>
          </mc:Choice>
          <mc:Fallback xmlns="">
            <p:pic>
              <p:nvPicPr>
                <p:cNvPr id="110" name="Ink 109">
                  <a:extLst>
                    <a:ext uri="{FF2B5EF4-FFF2-40B4-BE49-F238E27FC236}">
                      <a16:creationId xmlns:a16="http://schemas.microsoft.com/office/drawing/2014/main" id="{13B889EF-7C0A-55A1-1C0B-C5E0C326784D}"/>
                    </a:ext>
                  </a:extLst>
                </p:cNvPr>
                <p:cNvPicPr/>
                <p:nvPr/>
              </p:nvPicPr>
              <p:blipFill>
                <a:blip r:embed="rId181"/>
                <a:stretch>
                  <a:fillRect/>
                </a:stretch>
              </p:blipFill>
              <p:spPr>
                <a:xfrm>
                  <a:off x="9284150" y="4867237"/>
                  <a:ext cx="23472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1" name="Ink 110">
                  <a:extLst>
                    <a:ext uri="{FF2B5EF4-FFF2-40B4-BE49-F238E27FC236}">
                      <a16:creationId xmlns:a16="http://schemas.microsoft.com/office/drawing/2014/main" id="{95E6A441-EC7B-4779-80B8-ACFFAC8AA246}"/>
                    </a:ext>
                  </a:extLst>
                </p14:cNvPr>
                <p14:cNvContentPartPr/>
                <p14:nvPr/>
              </p14:nvContentPartPr>
              <p14:xfrm>
                <a:off x="9616790" y="4874077"/>
                <a:ext cx="124560" cy="106200"/>
              </p14:xfrm>
            </p:contentPart>
          </mc:Choice>
          <mc:Fallback xmlns="">
            <p:pic>
              <p:nvPicPr>
                <p:cNvPr id="111" name="Ink 110">
                  <a:extLst>
                    <a:ext uri="{FF2B5EF4-FFF2-40B4-BE49-F238E27FC236}">
                      <a16:creationId xmlns:a16="http://schemas.microsoft.com/office/drawing/2014/main" id="{95E6A441-EC7B-4779-80B8-ACFFAC8AA246}"/>
                    </a:ext>
                  </a:extLst>
                </p:cNvPr>
                <p:cNvPicPr/>
                <p:nvPr/>
              </p:nvPicPr>
              <p:blipFill>
                <a:blip r:embed="rId183"/>
                <a:stretch>
                  <a:fillRect/>
                </a:stretch>
              </p:blipFill>
              <p:spPr>
                <a:xfrm>
                  <a:off x="9599150" y="4856437"/>
                  <a:ext cx="1602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2" name="Ink 111">
                  <a:extLst>
                    <a:ext uri="{FF2B5EF4-FFF2-40B4-BE49-F238E27FC236}">
                      <a16:creationId xmlns:a16="http://schemas.microsoft.com/office/drawing/2014/main" id="{159417E3-B606-7A2E-76A9-451B456E4E17}"/>
                    </a:ext>
                  </a:extLst>
                </p14:cNvPr>
                <p14:cNvContentPartPr/>
                <p14:nvPr/>
              </p14:nvContentPartPr>
              <p14:xfrm>
                <a:off x="9730910" y="4763557"/>
                <a:ext cx="15480" cy="34200"/>
              </p14:xfrm>
            </p:contentPart>
          </mc:Choice>
          <mc:Fallback xmlns="">
            <p:pic>
              <p:nvPicPr>
                <p:cNvPr id="112" name="Ink 111">
                  <a:extLst>
                    <a:ext uri="{FF2B5EF4-FFF2-40B4-BE49-F238E27FC236}">
                      <a16:creationId xmlns:a16="http://schemas.microsoft.com/office/drawing/2014/main" id="{159417E3-B606-7A2E-76A9-451B456E4E17}"/>
                    </a:ext>
                  </a:extLst>
                </p:cNvPr>
                <p:cNvPicPr/>
                <p:nvPr/>
              </p:nvPicPr>
              <p:blipFill>
                <a:blip r:embed="rId185"/>
                <a:stretch>
                  <a:fillRect/>
                </a:stretch>
              </p:blipFill>
              <p:spPr>
                <a:xfrm>
                  <a:off x="9712910" y="4745917"/>
                  <a:ext cx="5112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3" name="Ink 112">
                  <a:extLst>
                    <a:ext uri="{FF2B5EF4-FFF2-40B4-BE49-F238E27FC236}">
                      <a16:creationId xmlns:a16="http://schemas.microsoft.com/office/drawing/2014/main" id="{31F600CD-A548-B26E-7B13-B3D70D8B00F7}"/>
                    </a:ext>
                  </a:extLst>
                </p14:cNvPr>
                <p14:cNvContentPartPr/>
                <p14:nvPr/>
              </p14:nvContentPartPr>
              <p14:xfrm>
                <a:off x="9821630" y="4842037"/>
                <a:ext cx="59760" cy="114840"/>
              </p14:xfrm>
            </p:contentPart>
          </mc:Choice>
          <mc:Fallback xmlns="">
            <p:pic>
              <p:nvPicPr>
                <p:cNvPr id="113" name="Ink 112">
                  <a:extLst>
                    <a:ext uri="{FF2B5EF4-FFF2-40B4-BE49-F238E27FC236}">
                      <a16:creationId xmlns:a16="http://schemas.microsoft.com/office/drawing/2014/main" id="{31F600CD-A548-B26E-7B13-B3D70D8B00F7}"/>
                    </a:ext>
                  </a:extLst>
                </p:cNvPr>
                <p:cNvPicPr/>
                <p:nvPr/>
              </p:nvPicPr>
              <p:blipFill>
                <a:blip r:embed="rId187"/>
                <a:stretch>
                  <a:fillRect/>
                </a:stretch>
              </p:blipFill>
              <p:spPr>
                <a:xfrm>
                  <a:off x="9803990" y="4824037"/>
                  <a:ext cx="954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4" name="Ink 113">
                  <a:extLst>
                    <a:ext uri="{FF2B5EF4-FFF2-40B4-BE49-F238E27FC236}">
                      <a16:creationId xmlns:a16="http://schemas.microsoft.com/office/drawing/2014/main" id="{A67DB6F5-0B19-9D8F-A2A0-B4298C37D0BF}"/>
                    </a:ext>
                  </a:extLst>
                </p14:cNvPr>
                <p14:cNvContentPartPr/>
                <p14:nvPr/>
              </p14:nvContentPartPr>
              <p14:xfrm>
                <a:off x="9995870" y="4842037"/>
                <a:ext cx="55080" cy="142560"/>
              </p14:xfrm>
            </p:contentPart>
          </mc:Choice>
          <mc:Fallback xmlns="">
            <p:pic>
              <p:nvPicPr>
                <p:cNvPr id="114" name="Ink 113">
                  <a:extLst>
                    <a:ext uri="{FF2B5EF4-FFF2-40B4-BE49-F238E27FC236}">
                      <a16:creationId xmlns:a16="http://schemas.microsoft.com/office/drawing/2014/main" id="{A67DB6F5-0B19-9D8F-A2A0-B4298C37D0BF}"/>
                    </a:ext>
                  </a:extLst>
                </p:cNvPr>
                <p:cNvPicPr/>
                <p:nvPr/>
              </p:nvPicPr>
              <p:blipFill>
                <a:blip r:embed="rId189"/>
                <a:stretch>
                  <a:fillRect/>
                </a:stretch>
              </p:blipFill>
              <p:spPr>
                <a:xfrm>
                  <a:off x="9978230" y="4824037"/>
                  <a:ext cx="90720" cy="178200"/>
                </a:xfrm>
                <a:prstGeom prst="rect">
                  <a:avLst/>
                </a:prstGeom>
              </p:spPr>
            </p:pic>
          </mc:Fallback>
        </mc:AlternateContent>
      </p:grpSp>
      <p:grpSp>
        <p:nvGrpSpPr>
          <p:cNvPr id="127" name="Group 126">
            <a:extLst>
              <a:ext uri="{FF2B5EF4-FFF2-40B4-BE49-F238E27FC236}">
                <a16:creationId xmlns:a16="http://schemas.microsoft.com/office/drawing/2014/main" id="{6290EDEC-14A1-9401-E58D-708B44C6575C}"/>
              </a:ext>
            </a:extLst>
          </p:cNvPr>
          <p:cNvGrpSpPr/>
          <p:nvPr/>
        </p:nvGrpSpPr>
        <p:grpSpPr>
          <a:xfrm>
            <a:off x="10307630" y="4793797"/>
            <a:ext cx="561600" cy="178560"/>
            <a:chOff x="10307630" y="4793797"/>
            <a:chExt cx="561600" cy="178560"/>
          </a:xfrm>
        </p:grpSpPr>
        <mc:AlternateContent xmlns:mc="http://schemas.openxmlformats.org/markup-compatibility/2006" xmlns:p14="http://schemas.microsoft.com/office/powerpoint/2010/main">
          <mc:Choice Requires="p14">
            <p:contentPart p14:bwMode="auto" r:id="rId190">
              <p14:nvContentPartPr>
                <p14:cNvPr id="115" name="Ink 114">
                  <a:extLst>
                    <a:ext uri="{FF2B5EF4-FFF2-40B4-BE49-F238E27FC236}">
                      <a16:creationId xmlns:a16="http://schemas.microsoft.com/office/drawing/2014/main" id="{E650FB98-40F9-CEC4-EAFB-21012A06A849}"/>
                    </a:ext>
                  </a:extLst>
                </p14:cNvPr>
                <p14:cNvContentPartPr/>
                <p14:nvPr/>
              </p14:nvContentPartPr>
              <p14:xfrm>
                <a:off x="10307630" y="4843117"/>
                <a:ext cx="96480" cy="129240"/>
              </p14:xfrm>
            </p:contentPart>
          </mc:Choice>
          <mc:Fallback xmlns="">
            <p:pic>
              <p:nvPicPr>
                <p:cNvPr id="115" name="Ink 114">
                  <a:extLst>
                    <a:ext uri="{FF2B5EF4-FFF2-40B4-BE49-F238E27FC236}">
                      <a16:creationId xmlns:a16="http://schemas.microsoft.com/office/drawing/2014/main" id="{E650FB98-40F9-CEC4-EAFB-21012A06A849}"/>
                    </a:ext>
                  </a:extLst>
                </p:cNvPr>
                <p:cNvPicPr/>
                <p:nvPr/>
              </p:nvPicPr>
              <p:blipFill>
                <a:blip r:embed="rId191"/>
                <a:stretch>
                  <a:fillRect/>
                </a:stretch>
              </p:blipFill>
              <p:spPr>
                <a:xfrm>
                  <a:off x="10289630" y="4825477"/>
                  <a:ext cx="13212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6" name="Ink 115">
                  <a:extLst>
                    <a:ext uri="{FF2B5EF4-FFF2-40B4-BE49-F238E27FC236}">
                      <a16:creationId xmlns:a16="http://schemas.microsoft.com/office/drawing/2014/main" id="{2430456D-E1D3-B47F-006A-A408BBAA76F2}"/>
                    </a:ext>
                  </a:extLst>
                </p14:cNvPr>
                <p14:cNvContentPartPr/>
                <p14:nvPr/>
              </p14:nvContentPartPr>
              <p14:xfrm>
                <a:off x="10468550" y="4832677"/>
                <a:ext cx="44280" cy="82440"/>
              </p14:xfrm>
            </p:contentPart>
          </mc:Choice>
          <mc:Fallback xmlns="">
            <p:pic>
              <p:nvPicPr>
                <p:cNvPr id="116" name="Ink 115">
                  <a:extLst>
                    <a:ext uri="{FF2B5EF4-FFF2-40B4-BE49-F238E27FC236}">
                      <a16:creationId xmlns:a16="http://schemas.microsoft.com/office/drawing/2014/main" id="{2430456D-E1D3-B47F-006A-A408BBAA76F2}"/>
                    </a:ext>
                  </a:extLst>
                </p:cNvPr>
                <p:cNvPicPr/>
                <p:nvPr/>
              </p:nvPicPr>
              <p:blipFill>
                <a:blip r:embed="rId193"/>
                <a:stretch>
                  <a:fillRect/>
                </a:stretch>
              </p:blipFill>
              <p:spPr>
                <a:xfrm>
                  <a:off x="10450910" y="4814677"/>
                  <a:ext cx="7992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7" name="Ink 116">
                  <a:extLst>
                    <a:ext uri="{FF2B5EF4-FFF2-40B4-BE49-F238E27FC236}">
                      <a16:creationId xmlns:a16="http://schemas.microsoft.com/office/drawing/2014/main" id="{A0DB4283-C426-8445-AE38-A7C9087A06C9}"/>
                    </a:ext>
                  </a:extLst>
                </p14:cNvPr>
                <p14:cNvContentPartPr/>
                <p14:nvPr/>
              </p14:nvContentPartPr>
              <p14:xfrm>
                <a:off x="10621550" y="4800277"/>
                <a:ext cx="83520" cy="121320"/>
              </p14:xfrm>
            </p:contentPart>
          </mc:Choice>
          <mc:Fallback xmlns="">
            <p:pic>
              <p:nvPicPr>
                <p:cNvPr id="117" name="Ink 116">
                  <a:extLst>
                    <a:ext uri="{FF2B5EF4-FFF2-40B4-BE49-F238E27FC236}">
                      <a16:creationId xmlns:a16="http://schemas.microsoft.com/office/drawing/2014/main" id="{A0DB4283-C426-8445-AE38-A7C9087A06C9}"/>
                    </a:ext>
                  </a:extLst>
                </p:cNvPr>
                <p:cNvPicPr/>
                <p:nvPr/>
              </p:nvPicPr>
              <p:blipFill>
                <a:blip r:embed="rId195"/>
                <a:stretch>
                  <a:fillRect/>
                </a:stretch>
              </p:blipFill>
              <p:spPr>
                <a:xfrm>
                  <a:off x="10603910" y="4782277"/>
                  <a:ext cx="1191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8" name="Ink 117">
                  <a:extLst>
                    <a:ext uri="{FF2B5EF4-FFF2-40B4-BE49-F238E27FC236}">
                      <a16:creationId xmlns:a16="http://schemas.microsoft.com/office/drawing/2014/main" id="{A75C03D0-D9C1-B303-7053-7FA4C9440C0F}"/>
                    </a:ext>
                  </a:extLst>
                </p14:cNvPr>
                <p14:cNvContentPartPr/>
                <p14:nvPr/>
              </p14:nvContentPartPr>
              <p14:xfrm>
                <a:off x="10766630" y="4793797"/>
                <a:ext cx="102600" cy="141480"/>
              </p14:xfrm>
            </p:contentPart>
          </mc:Choice>
          <mc:Fallback xmlns="">
            <p:pic>
              <p:nvPicPr>
                <p:cNvPr id="118" name="Ink 117">
                  <a:extLst>
                    <a:ext uri="{FF2B5EF4-FFF2-40B4-BE49-F238E27FC236}">
                      <a16:creationId xmlns:a16="http://schemas.microsoft.com/office/drawing/2014/main" id="{A75C03D0-D9C1-B303-7053-7FA4C9440C0F}"/>
                    </a:ext>
                  </a:extLst>
                </p:cNvPr>
                <p:cNvPicPr/>
                <p:nvPr/>
              </p:nvPicPr>
              <p:blipFill>
                <a:blip r:embed="rId197"/>
                <a:stretch>
                  <a:fillRect/>
                </a:stretch>
              </p:blipFill>
              <p:spPr>
                <a:xfrm>
                  <a:off x="10748990" y="4775797"/>
                  <a:ext cx="138240" cy="177120"/>
                </a:xfrm>
                <a:prstGeom prst="rect">
                  <a:avLst/>
                </a:prstGeom>
              </p:spPr>
            </p:pic>
          </mc:Fallback>
        </mc:AlternateContent>
      </p:grpSp>
      <p:grpSp>
        <p:nvGrpSpPr>
          <p:cNvPr id="126" name="Group 125">
            <a:extLst>
              <a:ext uri="{FF2B5EF4-FFF2-40B4-BE49-F238E27FC236}">
                <a16:creationId xmlns:a16="http://schemas.microsoft.com/office/drawing/2014/main" id="{5BA22EE2-6279-AB32-66B5-CE92B66E0D19}"/>
              </a:ext>
            </a:extLst>
          </p:cNvPr>
          <p:cNvGrpSpPr/>
          <p:nvPr/>
        </p:nvGrpSpPr>
        <p:grpSpPr>
          <a:xfrm>
            <a:off x="11133110" y="4634677"/>
            <a:ext cx="743760" cy="331560"/>
            <a:chOff x="11133110" y="4634677"/>
            <a:chExt cx="743760" cy="331560"/>
          </a:xfrm>
        </p:grpSpPr>
        <mc:AlternateContent xmlns:mc="http://schemas.openxmlformats.org/markup-compatibility/2006" xmlns:p14="http://schemas.microsoft.com/office/powerpoint/2010/main">
          <mc:Choice Requires="p14">
            <p:contentPart p14:bwMode="auto" r:id="rId198">
              <p14:nvContentPartPr>
                <p14:cNvPr id="119" name="Ink 118">
                  <a:extLst>
                    <a:ext uri="{FF2B5EF4-FFF2-40B4-BE49-F238E27FC236}">
                      <a16:creationId xmlns:a16="http://schemas.microsoft.com/office/drawing/2014/main" id="{BB335D6A-BDC3-B44A-CDED-A60F6DB1A1D1}"/>
                    </a:ext>
                  </a:extLst>
                </p14:cNvPr>
                <p14:cNvContentPartPr/>
                <p14:nvPr/>
              </p14:nvContentPartPr>
              <p14:xfrm>
                <a:off x="11181350" y="4634677"/>
                <a:ext cx="124200" cy="33840"/>
              </p14:xfrm>
            </p:contentPart>
          </mc:Choice>
          <mc:Fallback xmlns="">
            <p:pic>
              <p:nvPicPr>
                <p:cNvPr id="119" name="Ink 118">
                  <a:extLst>
                    <a:ext uri="{FF2B5EF4-FFF2-40B4-BE49-F238E27FC236}">
                      <a16:creationId xmlns:a16="http://schemas.microsoft.com/office/drawing/2014/main" id="{BB335D6A-BDC3-B44A-CDED-A60F6DB1A1D1}"/>
                    </a:ext>
                  </a:extLst>
                </p:cNvPr>
                <p:cNvPicPr/>
                <p:nvPr/>
              </p:nvPicPr>
              <p:blipFill>
                <a:blip r:embed="rId199"/>
                <a:stretch>
                  <a:fillRect/>
                </a:stretch>
              </p:blipFill>
              <p:spPr>
                <a:xfrm>
                  <a:off x="11163710" y="4617037"/>
                  <a:ext cx="15984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0" name="Ink 119">
                  <a:extLst>
                    <a:ext uri="{FF2B5EF4-FFF2-40B4-BE49-F238E27FC236}">
                      <a16:creationId xmlns:a16="http://schemas.microsoft.com/office/drawing/2014/main" id="{43DE85FE-7B54-918F-F7FE-A3AD3DF0649A}"/>
                    </a:ext>
                  </a:extLst>
                </p14:cNvPr>
                <p14:cNvContentPartPr/>
                <p14:nvPr/>
              </p14:nvContentPartPr>
              <p14:xfrm>
                <a:off x="11133110" y="4680037"/>
                <a:ext cx="117360" cy="219960"/>
              </p14:xfrm>
            </p:contentPart>
          </mc:Choice>
          <mc:Fallback xmlns="">
            <p:pic>
              <p:nvPicPr>
                <p:cNvPr id="120" name="Ink 119">
                  <a:extLst>
                    <a:ext uri="{FF2B5EF4-FFF2-40B4-BE49-F238E27FC236}">
                      <a16:creationId xmlns:a16="http://schemas.microsoft.com/office/drawing/2014/main" id="{43DE85FE-7B54-918F-F7FE-A3AD3DF0649A}"/>
                    </a:ext>
                  </a:extLst>
                </p:cNvPr>
                <p:cNvPicPr/>
                <p:nvPr/>
              </p:nvPicPr>
              <p:blipFill>
                <a:blip r:embed="rId201"/>
                <a:stretch>
                  <a:fillRect/>
                </a:stretch>
              </p:blipFill>
              <p:spPr>
                <a:xfrm>
                  <a:off x="11115470" y="4662037"/>
                  <a:ext cx="15300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1" name="Ink 120">
                  <a:extLst>
                    <a:ext uri="{FF2B5EF4-FFF2-40B4-BE49-F238E27FC236}">
                      <a16:creationId xmlns:a16="http://schemas.microsoft.com/office/drawing/2014/main" id="{BB0D055D-7E7C-BF8E-6F94-7428B7FACA8B}"/>
                    </a:ext>
                  </a:extLst>
                </p14:cNvPr>
                <p14:cNvContentPartPr/>
                <p14:nvPr/>
              </p14:nvContentPartPr>
              <p14:xfrm>
                <a:off x="11403470" y="4707037"/>
                <a:ext cx="20880" cy="259200"/>
              </p14:xfrm>
            </p:contentPart>
          </mc:Choice>
          <mc:Fallback xmlns="">
            <p:pic>
              <p:nvPicPr>
                <p:cNvPr id="121" name="Ink 120">
                  <a:extLst>
                    <a:ext uri="{FF2B5EF4-FFF2-40B4-BE49-F238E27FC236}">
                      <a16:creationId xmlns:a16="http://schemas.microsoft.com/office/drawing/2014/main" id="{BB0D055D-7E7C-BF8E-6F94-7428B7FACA8B}"/>
                    </a:ext>
                  </a:extLst>
                </p:cNvPr>
                <p:cNvPicPr/>
                <p:nvPr/>
              </p:nvPicPr>
              <p:blipFill>
                <a:blip r:embed="rId203"/>
                <a:stretch>
                  <a:fillRect/>
                </a:stretch>
              </p:blipFill>
              <p:spPr>
                <a:xfrm>
                  <a:off x="11385830" y="4689037"/>
                  <a:ext cx="5652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2" name="Ink 121">
                  <a:extLst>
                    <a:ext uri="{FF2B5EF4-FFF2-40B4-BE49-F238E27FC236}">
                      <a16:creationId xmlns:a16="http://schemas.microsoft.com/office/drawing/2014/main" id="{B80E9DB2-9974-7AA3-A267-A6395A806EAA}"/>
                    </a:ext>
                  </a:extLst>
                </p14:cNvPr>
                <p14:cNvContentPartPr/>
                <p14:nvPr/>
              </p14:nvContentPartPr>
              <p14:xfrm>
                <a:off x="11522270" y="4696597"/>
                <a:ext cx="58680" cy="164520"/>
              </p14:xfrm>
            </p:contentPart>
          </mc:Choice>
          <mc:Fallback xmlns="">
            <p:pic>
              <p:nvPicPr>
                <p:cNvPr id="122" name="Ink 121">
                  <a:extLst>
                    <a:ext uri="{FF2B5EF4-FFF2-40B4-BE49-F238E27FC236}">
                      <a16:creationId xmlns:a16="http://schemas.microsoft.com/office/drawing/2014/main" id="{B80E9DB2-9974-7AA3-A267-A6395A806EAA}"/>
                    </a:ext>
                  </a:extLst>
                </p:cNvPr>
                <p:cNvPicPr/>
                <p:nvPr/>
              </p:nvPicPr>
              <p:blipFill>
                <a:blip r:embed="rId205"/>
                <a:stretch>
                  <a:fillRect/>
                </a:stretch>
              </p:blipFill>
              <p:spPr>
                <a:xfrm>
                  <a:off x="11504630" y="4678597"/>
                  <a:ext cx="9432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3" name="Ink 122">
                  <a:extLst>
                    <a:ext uri="{FF2B5EF4-FFF2-40B4-BE49-F238E27FC236}">
                      <a16:creationId xmlns:a16="http://schemas.microsoft.com/office/drawing/2014/main" id="{D4228E4D-F16C-AB05-7109-EAAD917D1750}"/>
                    </a:ext>
                  </a:extLst>
                </p14:cNvPr>
                <p14:cNvContentPartPr/>
                <p14:nvPr/>
              </p14:nvContentPartPr>
              <p14:xfrm>
                <a:off x="11398070" y="4784437"/>
                <a:ext cx="138240" cy="47520"/>
              </p14:xfrm>
            </p:contentPart>
          </mc:Choice>
          <mc:Fallback xmlns="">
            <p:pic>
              <p:nvPicPr>
                <p:cNvPr id="123" name="Ink 122">
                  <a:extLst>
                    <a:ext uri="{FF2B5EF4-FFF2-40B4-BE49-F238E27FC236}">
                      <a16:creationId xmlns:a16="http://schemas.microsoft.com/office/drawing/2014/main" id="{D4228E4D-F16C-AB05-7109-EAAD917D1750}"/>
                    </a:ext>
                  </a:extLst>
                </p:cNvPr>
                <p:cNvPicPr/>
                <p:nvPr/>
              </p:nvPicPr>
              <p:blipFill>
                <a:blip r:embed="rId207"/>
                <a:stretch>
                  <a:fillRect/>
                </a:stretch>
              </p:blipFill>
              <p:spPr>
                <a:xfrm>
                  <a:off x="11380070" y="4766437"/>
                  <a:ext cx="17388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4" name="Ink 123">
                  <a:extLst>
                    <a:ext uri="{FF2B5EF4-FFF2-40B4-BE49-F238E27FC236}">
                      <a16:creationId xmlns:a16="http://schemas.microsoft.com/office/drawing/2014/main" id="{F30877F4-3EA0-DB92-67D3-986FB2A2222C}"/>
                    </a:ext>
                  </a:extLst>
                </p14:cNvPr>
                <p14:cNvContentPartPr/>
                <p14:nvPr/>
              </p14:nvContentPartPr>
              <p14:xfrm>
                <a:off x="11731430" y="4696957"/>
                <a:ext cx="115920" cy="210240"/>
              </p14:xfrm>
            </p:contentPart>
          </mc:Choice>
          <mc:Fallback xmlns="">
            <p:pic>
              <p:nvPicPr>
                <p:cNvPr id="124" name="Ink 123">
                  <a:extLst>
                    <a:ext uri="{FF2B5EF4-FFF2-40B4-BE49-F238E27FC236}">
                      <a16:creationId xmlns:a16="http://schemas.microsoft.com/office/drawing/2014/main" id="{F30877F4-3EA0-DB92-67D3-986FB2A2222C}"/>
                    </a:ext>
                  </a:extLst>
                </p:cNvPr>
                <p:cNvPicPr/>
                <p:nvPr/>
              </p:nvPicPr>
              <p:blipFill>
                <a:blip r:embed="rId209"/>
                <a:stretch>
                  <a:fillRect/>
                </a:stretch>
              </p:blipFill>
              <p:spPr>
                <a:xfrm>
                  <a:off x="11713790" y="4678957"/>
                  <a:ext cx="15156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5" name="Ink 124">
                  <a:extLst>
                    <a:ext uri="{FF2B5EF4-FFF2-40B4-BE49-F238E27FC236}">
                      <a16:creationId xmlns:a16="http://schemas.microsoft.com/office/drawing/2014/main" id="{7E7A6F76-74C5-074D-9F44-D4B83F10D6DB}"/>
                    </a:ext>
                  </a:extLst>
                </p14:cNvPr>
                <p14:cNvContentPartPr/>
                <p14:nvPr/>
              </p14:nvContentPartPr>
              <p14:xfrm>
                <a:off x="11660510" y="4777957"/>
                <a:ext cx="216360" cy="25560"/>
              </p14:xfrm>
            </p:contentPart>
          </mc:Choice>
          <mc:Fallback xmlns="">
            <p:pic>
              <p:nvPicPr>
                <p:cNvPr id="125" name="Ink 124">
                  <a:extLst>
                    <a:ext uri="{FF2B5EF4-FFF2-40B4-BE49-F238E27FC236}">
                      <a16:creationId xmlns:a16="http://schemas.microsoft.com/office/drawing/2014/main" id="{7E7A6F76-74C5-074D-9F44-D4B83F10D6DB}"/>
                    </a:ext>
                  </a:extLst>
                </p:cNvPr>
                <p:cNvPicPr/>
                <p:nvPr/>
              </p:nvPicPr>
              <p:blipFill>
                <a:blip r:embed="rId211"/>
                <a:stretch>
                  <a:fillRect/>
                </a:stretch>
              </p:blipFill>
              <p:spPr>
                <a:xfrm>
                  <a:off x="11642870" y="4759957"/>
                  <a:ext cx="252000" cy="61200"/>
                </a:xfrm>
                <a:prstGeom prst="rect">
                  <a:avLst/>
                </a:prstGeom>
              </p:spPr>
            </p:pic>
          </mc:Fallback>
        </mc:AlternateContent>
      </p:grpSp>
      <p:grpSp>
        <p:nvGrpSpPr>
          <p:cNvPr id="156" name="Group 155">
            <a:extLst>
              <a:ext uri="{FF2B5EF4-FFF2-40B4-BE49-F238E27FC236}">
                <a16:creationId xmlns:a16="http://schemas.microsoft.com/office/drawing/2014/main" id="{9550EE26-74BA-55E9-B0A7-937B4E3D79D6}"/>
              </a:ext>
            </a:extLst>
          </p:cNvPr>
          <p:cNvGrpSpPr/>
          <p:nvPr/>
        </p:nvGrpSpPr>
        <p:grpSpPr>
          <a:xfrm>
            <a:off x="8780150" y="2028277"/>
            <a:ext cx="1211040" cy="1320120"/>
            <a:chOff x="8780150" y="2028277"/>
            <a:chExt cx="1211040" cy="1320120"/>
          </a:xfrm>
        </p:grpSpPr>
        <mc:AlternateContent xmlns:mc="http://schemas.openxmlformats.org/markup-compatibility/2006" xmlns:p14="http://schemas.microsoft.com/office/powerpoint/2010/main">
          <mc:Choice Requires="p14">
            <p:contentPart p14:bwMode="auto" r:id="rId212">
              <p14:nvContentPartPr>
                <p14:cNvPr id="130" name="Ink 129">
                  <a:extLst>
                    <a:ext uri="{FF2B5EF4-FFF2-40B4-BE49-F238E27FC236}">
                      <a16:creationId xmlns:a16="http://schemas.microsoft.com/office/drawing/2014/main" id="{78CFF23D-816C-AE5E-5D19-0F8CDA588258}"/>
                    </a:ext>
                  </a:extLst>
                </p14:cNvPr>
                <p14:cNvContentPartPr/>
                <p14:nvPr/>
              </p14:nvContentPartPr>
              <p14:xfrm>
                <a:off x="8780150" y="2379637"/>
                <a:ext cx="174960" cy="965160"/>
              </p14:xfrm>
            </p:contentPart>
          </mc:Choice>
          <mc:Fallback xmlns="">
            <p:pic>
              <p:nvPicPr>
                <p:cNvPr id="130" name="Ink 129">
                  <a:extLst>
                    <a:ext uri="{FF2B5EF4-FFF2-40B4-BE49-F238E27FC236}">
                      <a16:creationId xmlns:a16="http://schemas.microsoft.com/office/drawing/2014/main" id="{78CFF23D-816C-AE5E-5D19-0F8CDA588258}"/>
                    </a:ext>
                  </a:extLst>
                </p:cNvPr>
                <p:cNvPicPr/>
                <p:nvPr/>
              </p:nvPicPr>
              <p:blipFill>
                <a:blip r:embed="rId213"/>
                <a:stretch>
                  <a:fillRect/>
                </a:stretch>
              </p:blipFill>
              <p:spPr>
                <a:xfrm>
                  <a:off x="8762150" y="2361997"/>
                  <a:ext cx="210600" cy="10008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1" name="Ink 130">
                  <a:extLst>
                    <a:ext uri="{FF2B5EF4-FFF2-40B4-BE49-F238E27FC236}">
                      <a16:creationId xmlns:a16="http://schemas.microsoft.com/office/drawing/2014/main" id="{B91D516B-3A57-A316-EB9E-4874A79BF0F0}"/>
                    </a:ext>
                  </a:extLst>
                </p14:cNvPr>
                <p14:cNvContentPartPr/>
                <p14:nvPr/>
              </p14:nvContentPartPr>
              <p14:xfrm>
                <a:off x="8803550" y="2308357"/>
                <a:ext cx="1131120" cy="82800"/>
              </p14:xfrm>
            </p:contentPart>
          </mc:Choice>
          <mc:Fallback xmlns="">
            <p:pic>
              <p:nvPicPr>
                <p:cNvPr id="131" name="Ink 130">
                  <a:extLst>
                    <a:ext uri="{FF2B5EF4-FFF2-40B4-BE49-F238E27FC236}">
                      <a16:creationId xmlns:a16="http://schemas.microsoft.com/office/drawing/2014/main" id="{B91D516B-3A57-A316-EB9E-4874A79BF0F0}"/>
                    </a:ext>
                  </a:extLst>
                </p:cNvPr>
                <p:cNvPicPr/>
                <p:nvPr/>
              </p:nvPicPr>
              <p:blipFill>
                <a:blip r:embed="rId215"/>
                <a:stretch>
                  <a:fillRect/>
                </a:stretch>
              </p:blipFill>
              <p:spPr>
                <a:xfrm>
                  <a:off x="8785550" y="2290357"/>
                  <a:ext cx="116676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2" name="Ink 131">
                  <a:extLst>
                    <a:ext uri="{FF2B5EF4-FFF2-40B4-BE49-F238E27FC236}">
                      <a16:creationId xmlns:a16="http://schemas.microsoft.com/office/drawing/2014/main" id="{517BAA6A-76A1-1630-6C38-28D045EA1DDA}"/>
                    </a:ext>
                  </a:extLst>
                </p14:cNvPr>
                <p14:cNvContentPartPr/>
                <p14:nvPr/>
              </p14:nvContentPartPr>
              <p14:xfrm>
                <a:off x="9934310" y="2350837"/>
                <a:ext cx="56880" cy="997560"/>
              </p14:xfrm>
            </p:contentPart>
          </mc:Choice>
          <mc:Fallback xmlns="">
            <p:pic>
              <p:nvPicPr>
                <p:cNvPr id="132" name="Ink 131">
                  <a:extLst>
                    <a:ext uri="{FF2B5EF4-FFF2-40B4-BE49-F238E27FC236}">
                      <a16:creationId xmlns:a16="http://schemas.microsoft.com/office/drawing/2014/main" id="{517BAA6A-76A1-1630-6C38-28D045EA1DDA}"/>
                    </a:ext>
                  </a:extLst>
                </p:cNvPr>
                <p:cNvPicPr/>
                <p:nvPr/>
              </p:nvPicPr>
              <p:blipFill>
                <a:blip r:embed="rId217"/>
                <a:stretch>
                  <a:fillRect/>
                </a:stretch>
              </p:blipFill>
              <p:spPr>
                <a:xfrm>
                  <a:off x="9916670" y="2332837"/>
                  <a:ext cx="92520" cy="10332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4" name="Ink 133">
                  <a:extLst>
                    <a:ext uri="{FF2B5EF4-FFF2-40B4-BE49-F238E27FC236}">
                      <a16:creationId xmlns:a16="http://schemas.microsoft.com/office/drawing/2014/main" id="{351BC506-7317-2AB8-DF2B-B0E264A48A12}"/>
                    </a:ext>
                  </a:extLst>
                </p14:cNvPr>
                <p14:cNvContentPartPr/>
                <p14:nvPr/>
              </p14:nvContentPartPr>
              <p14:xfrm>
                <a:off x="9169310" y="2059957"/>
                <a:ext cx="128160" cy="52920"/>
              </p14:xfrm>
            </p:contentPart>
          </mc:Choice>
          <mc:Fallback xmlns="">
            <p:pic>
              <p:nvPicPr>
                <p:cNvPr id="134" name="Ink 133">
                  <a:extLst>
                    <a:ext uri="{FF2B5EF4-FFF2-40B4-BE49-F238E27FC236}">
                      <a16:creationId xmlns:a16="http://schemas.microsoft.com/office/drawing/2014/main" id="{351BC506-7317-2AB8-DF2B-B0E264A48A12}"/>
                    </a:ext>
                  </a:extLst>
                </p:cNvPr>
                <p:cNvPicPr/>
                <p:nvPr/>
              </p:nvPicPr>
              <p:blipFill>
                <a:blip r:embed="rId219"/>
                <a:stretch>
                  <a:fillRect/>
                </a:stretch>
              </p:blipFill>
              <p:spPr>
                <a:xfrm>
                  <a:off x="9151310" y="2042317"/>
                  <a:ext cx="16380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5" name="Ink 134">
                  <a:extLst>
                    <a:ext uri="{FF2B5EF4-FFF2-40B4-BE49-F238E27FC236}">
                      <a16:creationId xmlns:a16="http://schemas.microsoft.com/office/drawing/2014/main" id="{D0D9AFE7-CE52-3DDB-4701-99480476D8D3}"/>
                    </a:ext>
                  </a:extLst>
                </p14:cNvPr>
                <p14:cNvContentPartPr/>
                <p14:nvPr/>
              </p14:nvContentPartPr>
              <p14:xfrm>
                <a:off x="9189470" y="2100997"/>
                <a:ext cx="66240" cy="133200"/>
              </p14:xfrm>
            </p:contentPart>
          </mc:Choice>
          <mc:Fallback xmlns="">
            <p:pic>
              <p:nvPicPr>
                <p:cNvPr id="135" name="Ink 134">
                  <a:extLst>
                    <a:ext uri="{FF2B5EF4-FFF2-40B4-BE49-F238E27FC236}">
                      <a16:creationId xmlns:a16="http://schemas.microsoft.com/office/drawing/2014/main" id="{D0D9AFE7-CE52-3DDB-4701-99480476D8D3}"/>
                    </a:ext>
                  </a:extLst>
                </p:cNvPr>
                <p:cNvPicPr/>
                <p:nvPr/>
              </p:nvPicPr>
              <p:blipFill>
                <a:blip r:embed="rId221"/>
                <a:stretch>
                  <a:fillRect/>
                </a:stretch>
              </p:blipFill>
              <p:spPr>
                <a:xfrm>
                  <a:off x="9171470" y="2082997"/>
                  <a:ext cx="10188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49" name="Ink 148">
                  <a:extLst>
                    <a:ext uri="{FF2B5EF4-FFF2-40B4-BE49-F238E27FC236}">
                      <a16:creationId xmlns:a16="http://schemas.microsoft.com/office/drawing/2014/main" id="{62DA75DA-BE8B-057B-4C8C-E9699DBD04A9}"/>
                    </a:ext>
                  </a:extLst>
                </p14:cNvPr>
                <p14:cNvContentPartPr/>
                <p14:nvPr/>
              </p14:nvContentPartPr>
              <p14:xfrm>
                <a:off x="9382430" y="2028277"/>
                <a:ext cx="56160" cy="252000"/>
              </p14:xfrm>
            </p:contentPart>
          </mc:Choice>
          <mc:Fallback xmlns="">
            <p:pic>
              <p:nvPicPr>
                <p:cNvPr id="149" name="Ink 148">
                  <a:extLst>
                    <a:ext uri="{FF2B5EF4-FFF2-40B4-BE49-F238E27FC236}">
                      <a16:creationId xmlns:a16="http://schemas.microsoft.com/office/drawing/2014/main" id="{62DA75DA-BE8B-057B-4C8C-E9699DBD04A9}"/>
                    </a:ext>
                  </a:extLst>
                </p:cNvPr>
                <p:cNvPicPr/>
                <p:nvPr/>
              </p:nvPicPr>
              <p:blipFill>
                <a:blip r:embed="rId223"/>
                <a:stretch>
                  <a:fillRect/>
                </a:stretch>
              </p:blipFill>
              <p:spPr>
                <a:xfrm>
                  <a:off x="9364790" y="2010277"/>
                  <a:ext cx="9180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50" name="Ink 149">
                  <a:extLst>
                    <a:ext uri="{FF2B5EF4-FFF2-40B4-BE49-F238E27FC236}">
                      <a16:creationId xmlns:a16="http://schemas.microsoft.com/office/drawing/2014/main" id="{11428FCD-239D-BFB6-EBCB-706EEEAD6D33}"/>
                    </a:ext>
                  </a:extLst>
                </p14:cNvPr>
                <p14:cNvContentPartPr/>
                <p14:nvPr/>
              </p14:nvContentPartPr>
              <p14:xfrm>
                <a:off x="9500150" y="2028997"/>
                <a:ext cx="75240" cy="223920"/>
              </p14:xfrm>
            </p:contentPart>
          </mc:Choice>
          <mc:Fallback xmlns="">
            <p:pic>
              <p:nvPicPr>
                <p:cNvPr id="150" name="Ink 149">
                  <a:extLst>
                    <a:ext uri="{FF2B5EF4-FFF2-40B4-BE49-F238E27FC236}">
                      <a16:creationId xmlns:a16="http://schemas.microsoft.com/office/drawing/2014/main" id="{11428FCD-239D-BFB6-EBCB-706EEEAD6D33}"/>
                    </a:ext>
                  </a:extLst>
                </p:cNvPr>
                <p:cNvPicPr/>
                <p:nvPr/>
              </p:nvPicPr>
              <p:blipFill>
                <a:blip r:embed="rId225"/>
                <a:stretch>
                  <a:fillRect/>
                </a:stretch>
              </p:blipFill>
              <p:spPr>
                <a:xfrm>
                  <a:off x="9482150" y="2010997"/>
                  <a:ext cx="11088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51" name="Ink 150">
                  <a:extLst>
                    <a:ext uri="{FF2B5EF4-FFF2-40B4-BE49-F238E27FC236}">
                      <a16:creationId xmlns:a16="http://schemas.microsoft.com/office/drawing/2014/main" id="{1DCD5ED3-67D3-0660-78CC-FD894160930A}"/>
                    </a:ext>
                  </a:extLst>
                </p14:cNvPr>
                <p14:cNvContentPartPr/>
                <p14:nvPr/>
              </p14:nvContentPartPr>
              <p14:xfrm>
                <a:off x="9438230" y="2140237"/>
                <a:ext cx="135000" cy="55080"/>
              </p14:xfrm>
            </p:contentPart>
          </mc:Choice>
          <mc:Fallback xmlns="">
            <p:pic>
              <p:nvPicPr>
                <p:cNvPr id="151" name="Ink 150">
                  <a:extLst>
                    <a:ext uri="{FF2B5EF4-FFF2-40B4-BE49-F238E27FC236}">
                      <a16:creationId xmlns:a16="http://schemas.microsoft.com/office/drawing/2014/main" id="{1DCD5ED3-67D3-0660-78CC-FD894160930A}"/>
                    </a:ext>
                  </a:extLst>
                </p:cNvPr>
                <p:cNvPicPr/>
                <p:nvPr/>
              </p:nvPicPr>
              <p:blipFill>
                <a:blip r:embed="rId227"/>
                <a:stretch>
                  <a:fillRect/>
                </a:stretch>
              </p:blipFill>
              <p:spPr>
                <a:xfrm>
                  <a:off x="9420230" y="2122237"/>
                  <a:ext cx="17064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52" name="Ink 151">
                  <a:extLst>
                    <a:ext uri="{FF2B5EF4-FFF2-40B4-BE49-F238E27FC236}">
                      <a16:creationId xmlns:a16="http://schemas.microsoft.com/office/drawing/2014/main" id="{05A72D66-4C2B-F98E-C7AD-3635CAD3E183}"/>
                    </a:ext>
                  </a:extLst>
                </p14:cNvPr>
                <p14:cNvContentPartPr/>
                <p14:nvPr/>
              </p14:nvContentPartPr>
              <p14:xfrm>
                <a:off x="9611030" y="2116117"/>
                <a:ext cx="81720" cy="106560"/>
              </p14:xfrm>
            </p:contentPart>
          </mc:Choice>
          <mc:Fallback xmlns="">
            <p:pic>
              <p:nvPicPr>
                <p:cNvPr id="152" name="Ink 151">
                  <a:extLst>
                    <a:ext uri="{FF2B5EF4-FFF2-40B4-BE49-F238E27FC236}">
                      <a16:creationId xmlns:a16="http://schemas.microsoft.com/office/drawing/2014/main" id="{05A72D66-4C2B-F98E-C7AD-3635CAD3E183}"/>
                    </a:ext>
                  </a:extLst>
                </p:cNvPr>
                <p:cNvPicPr/>
                <p:nvPr/>
              </p:nvPicPr>
              <p:blipFill>
                <a:blip r:embed="rId229"/>
                <a:stretch>
                  <a:fillRect/>
                </a:stretch>
              </p:blipFill>
              <p:spPr>
                <a:xfrm>
                  <a:off x="9593030" y="2098117"/>
                  <a:ext cx="11736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53" name="Ink 152">
                  <a:extLst>
                    <a:ext uri="{FF2B5EF4-FFF2-40B4-BE49-F238E27FC236}">
                      <a16:creationId xmlns:a16="http://schemas.microsoft.com/office/drawing/2014/main" id="{37F5C865-4BA7-7193-8356-58748F48D619}"/>
                    </a:ext>
                  </a:extLst>
                </p14:cNvPr>
                <p14:cNvContentPartPr/>
                <p14:nvPr/>
              </p14:nvContentPartPr>
              <p14:xfrm>
                <a:off x="9617510" y="2184877"/>
                <a:ext cx="51480" cy="6480"/>
              </p14:xfrm>
            </p:contentPart>
          </mc:Choice>
          <mc:Fallback xmlns="">
            <p:pic>
              <p:nvPicPr>
                <p:cNvPr id="153" name="Ink 152">
                  <a:extLst>
                    <a:ext uri="{FF2B5EF4-FFF2-40B4-BE49-F238E27FC236}">
                      <a16:creationId xmlns:a16="http://schemas.microsoft.com/office/drawing/2014/main" id="{37F5C865-4BA7-7193-8356-58748F48D619}"/>
                    </a:ext>
                  </a:extLst>
                </p:cNvPr>
                <p:cNvPicPr/>
                <p:nvPr/>
              </p:nvPicPr>
              <p:blipFill>
                <a:blip r:embed="rId231"/>
                <a:stretch>
                  <a:fillRect/>
                </a:stretch>
              </p:blipFill>
              <p:spPr>
                <a:xfrm>
                  <a:off x="9599870" y="2167237"/>
                  <a:ext cx="87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54" name="Ink 153">
                  <a:extLst>
                    <a:ext uri="{FF2B5EF4-FFF2-40B4-BE49-F238E27FC236}">
                      <a16:creationId xmlns:a16="http://schemas.microsoft.com/office/drawing/2014/main" id="{EA7A5E60-6A39-9821-15D2-12E3600D2D43}"/>
                    </a:ext>
                  </a:extLst>
                </p14:cNvPr>
                <p14:cNvContentPartPr/>
                <p14:nvPr/>
              </p14:nvContentPartPr>
              <p14:xfrm>
                <a:off x="9756470" y="2081557"/>
                <a:ext cx="141480" cy="38880"/>
              </p14:xfrm>
            </p:contentPart>
          </mc:Choice>
          <mc:Fallback xmlns="">
            <p:pic>
              <p:nvPicPr>
                <p:cNvPr id="154" name="Ink 153">
                  <a:extLst>
                    <a:ext uri="{FF2B5EF4-FFF2-40B4-BE49-F238E27FC236}">
                      <a16:creationId xmlns:a16="http://schemas.microsoft.com/office/drawing/2014/main" id="{EA7A5E60-6A39-9821-15D2-12E3600D2D43}"/>
                    </a:ext>
                  </a:extLst>
                </p:cNvPr>
                <p:cNvPicPr/>
                <p:nvPr/>
              </p:nvPicPr>
              <p:blipFill>
                <a:blip r:embed="rId233"/>
                <a:stretch>
                  <a:fillRect/>
                </a:stretch>
              </p:blipFill>
              <p:spPr>
                <a:xfrm>
                  <a:off x="9738470" y="2063917"/>
                  <a:ext cx="17712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55" name="Ink 154">
                  <a:extLst>
                    <a:ext uri="{FF2B5EF4-FFF2-40B4-BE49-F238E27FC236}">
                      <a16:creationId xmlns:a16="http://schemas.microsoft.com/office/drawing/2014/main" id="{47EDFEE4-2D29-9C38-6719-5FE16BE6B639}"/>
                    </a:ext>
                  </a:extLst>
                </p14:cNvPr>
                <p14:cNvContentPartPr/>
                <p14:nvPr/>
              </p14:nvContentPartPr>
              <p14:xfrm>
                <a:off x="9803630" y="2044117"/>
                <a:ext cx="26280" cy="109440"/>
              </p14:xfrm>
            </p:contentPart>
          </mc:Choice>
          <mc:Fallback xmlns="">
            <p:pic>
              <p:nvPicPr>
                <p:cNvPr id="155" name="Ink 154">
                  <a:extLst>
                    <a:ext uri="{FF2B5EF4-FFF2-40B4-BE49-F238E27FC236}">
                      <a16:creationId xmlns:a16="http://schemas.microsoft.com/office/drawing/2014/main" id="{47EDFEE4-2D29-9C38-6719-5FE16BE6B639}"/>
                    </a:ext>
                  </a:extLst>
                </p:cNvPr>
                <p:cNvPicPr/>
                <p:nvPr/>
              </p:nvPicPr>
              <p:blipFill>
                <a:blip r:embed="rId235"/>
                <a:stretch>
                  <a:fillRect/>
                </a:stretch>
              </p:blipFill>
              <p:spPr>
                <a:xfrm>
                  <a:off x="9785990" y="2026477"/>
                  <a:ext cx="61920" cy="145080"/>
                </a:xfrm>
                <a:prstGeom prst="rect">
                  <a:avLst/>
                </a:prstGeom>
              </p:spPr>
            </p:pic>
          </mc:Fallback>
        </mc:AlternateContent>
      </p:grpSp>
      <p:grpSp>
        <p:nvGrpSpPr>
          <p:cNvPr id="165" name="Group 164">
            <a:extLst>
              <a:ext uri="{FF2B5EF4-FFF2-40B4-BE49-F238E27FC236}">
                <a16:creationId xmlns:a16="http://schemas.microsoft.com/office/drawing/2014/main" id="{547729E6-82F7-0EED-D10E-EBDC206E3F79}"/>
              </a:ext>
            </a:extLst>
          </p:cNvPr>
          <p:cNvGrpSpPr/>
          <p:nvPr/>
        </p:nvGrpSpPr>
        <p:grpSpPr>
          <a:xfrm>
            <a:off x="1930430" y="4091077"/>
            <a:ext cx="952560" cy="432000"/>
            <a:chOff x="1930430" y="4091077"/>
            <a:chExt cx="952560" cy="432000"/>
          </a:xfrm>
        </p:grpSpPr>
        <mc:AlternateContent xmlns:mc="http://schemas.openxmlformats.org/markup-compatibility/2006" xmlns:p14="http://schemas.microsoft.com/office/powerpoint/2010/main">
          <mc:Choice Requires="p14">
            <p:contentPart p14:bwMode="auto" r:id="rId236">
              <p14:nvContentPartPr>
                <p14:cNvPr id="157" name="Ink 156">
                  <a:extLst>
                    <a:ext uri="{FF2B5EF4-FFF2-40B4-BE49-F238E27FC236}">
                      <a16:creationId xmlns:a16="http://schemas.microsoft.com/office/drawing/2014/main" id="{C987B704-98EE-FF72-4D38-B0A4EEADFB71}"/>
                    </a:ext>
                  </a:extLst>
                </p14:cNvPr>
                <p14:cNvContentPartPr/>
                <p14:nvPr/>
              </p14:nvContentPartPr>
              <p14:xfrm>
                <a:off x="1930430" y="4138597"/>
                <a:ext cx="112320" cy="261360"/>
              </p14:xfrm>
            </p:contentPart>
          </mc:Choice>
          <mc:Fallback xmlns="">
            <p:pic>
              <p:nvPicPr>
                <p:cNvPr id="157" name="Ink 156">
                  <a:extLst>
                    <a:ext uri="{FF2B5EF4-FFF2-40B4-BE49-F238E27FC236}">
                      <a16:creationId xmlns:a16="http://schemas.microsoft.com/office/drawing/2014/main" id="{C987B704-98EE-FF72-4D38-B0A4EEADFB71}"/>
                    </a:ext>
                  </a:extLst>
                </p:cNvPr>
                <p:cNvPicPr/>
                <p:nvPr/>
              </p:nvPicPr>
              <p:blipFill>
                <a:blip r:embed="rId237"/>
                <a:stretch>
                  <a:fillRect/>
                </a:stretch>
              </p:blipFill>
              <p:spPr>
                <a:xfrm>
                  <a:off x="1912430" y="4120597"/>
                  <a:ext cx="14796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58" name="Ink 157">
                  <a:extLst>
                    <a:ext uri="{FF2B5EF4-FFF2-40B4-BE49-F238E27FC236}">
                      <a16:creationId xmlns:a16="http://schemas.microsoft.com/office/drawing/2014/main" id="{BF5544C0-AD24-485D-3FF0-C5CC77A3E1AB}"/>
                    </a:ext>
                  </a:extLst>
                </p14:cNvPr>
                <p14:cNvContentPartPr/>
                <p14:nvPr/>
              </p14:nvContentPartPr>
              <p14:xfrm>
                <a:off x="2181350" y="4237957"/>
                <a:ext cx="37800" cy="142560"/>
              </p14:xfrm>
            </p:contentPart>
          </mc:Choice>
          <mc:Fallback xmlns="">
            <p:pic>
              <p:nvPicPr>
                <p:cNvPr id="158" name="Ink 157">
                  <a:extLst>
                    <a:ext uri="{FF2B5EF4-FFF2-40B4-BE49-F238E27FC236}">
                      <a16:creationId xmlns:a16="http://schemas.microsoft.com/office/drawing/2014/main" id="{BF5544C0-AD24-485D-3FF0-C5CC77A3E1AB}"/>
                    </a:ext>
                  </a:extLst>
                </p:cNvPr>
                <p:cNvPicPr/>
                <p:nvPr/>
              </p:nvPicPr>
              <p:blipFill>
                <a:blip r:embed="rId239"/>
                <a:stretch>
                  <a:fillRect/>
                </a:stretch>
              </p:blipFill>
              <p:spPr>
                <a:xfrm>
                  <a:off x="2163350" y="4220317"/>
                  <a:ext cx="7344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59" name="Ink 158">
                  <a:extLst>
                    <a:ext uri="{FF2B5EF4-FFF2-40B4-BE49-F238E27FC236}">
                      <a16:creationId xmlns:a16="http://schemas.microsoft.com/office/drawing/2014/main" id="{D7737766-4430-F628-539D-A96D93CF3F4B}"/>
                    </a:ext>
                  </a:extLst>
                </p14:cNvPr>
                <p14:cNvContentPartPr/>
                <p14:nvPr/>
              </p14:nvContentPartPr>
              <p14:xfrm>
                <a:off x="2189270" y="4147237"/>
                <a:ext cx="18000" cy="29520"/>
              </p14:xfrm>
            </p:contentPart>
          </mc:Choice>
          <mc:Fallback xmlns="">
            <p:pic>
              <p:nvPicPr>
                <p:cNvPr id="159" name="Ink 158">
                  <a:extLst>
                    <a:ext uri="{FF2B5EF4-FFF2-40B4-BE49-F238E27FC236}">
                      <a16:creationId xmlns:a16="http://schemas.microsoft.com/office/drawing/2014/main" id="{D7737766-4430-F628-539D-A96D93CF3F4B}"/>
                    </a:ext>
                  </a:extLst>
                </p:cNvPr>
                <p:cNvPicPr/>
                <p:nvPr/>
              </p:nvPicPr>
              <p:blipFill>
                <a:blip r:embed="rId241"/>
                <a:stretch>
                  <a:fillRect/>
                </a:stretch>
              </p:blipFill>
              <p:spPr>
                <a:xfrm>
                  <a:off x="2171270" y="4129597"/>
                  <a:ext cx="536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61" name="Ink 160">
                  <a:extLst>
                    <a:ext uri="{FF2B5EF4-FFF2-40B4-BE49-F238E27FC236}">
                      <a16:creationId xmlns:a16="http://schemas.microsoft.com/office/drawing/2014/main" id="{49FE57CC-B3A9-678E-FD17-8A56D2EFA04D}"/>
                    </a:ext>
                  </a:extLst>
                </p14:cNvPr>
                <p14:cNvContentPartPr/>
                <p14:nvPr/>
              </p14:nvContentPartPr>
              <p14:xfrm>
                <a:off x="2353790" y="4281877"/>
                <a:ext cx="107640" cy="241200"/>
              </p14:xfrm>
            </p:contentPart>
          </mc:Choice>
          <mc:Fallback xmlns="">
            <p:pic>
              <p:nvPicPr>
                <p:cNvPr id="161" name="Ink 160">
                  <a:extLst>
                    <a:ext uri="{FF2B5EF4-FFF2-40B4-BE49-F238E27FC236}">
                      <a16:creationId xmlns:a16="http://schemas.microsoft.com/office/drawing/2014/main" id="{49FE57CC-B3A9-678E-FD17-8A56D2EFA04D}"/>
                    </a:ext>
                  </a:extLst>
                </p:cNvPr>
                <p:cNvPicPr/>
                <p:nvPr/>
              </p:nvPicPr>
              <p:blipFill>
                <a:blip r:embed="rId243"/>
                <a:stretch>
                  <a:fillRect/>
                </a:stretch>
              </p:blipFill>
              <p:spPr>
                <a:xfrm>
                  <a:off x="2335790" y="4264237"/>
                  <a:ext cx="14328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62" name="Ink 161">
                  <a:extLst>
                    <a:ext uri="{FF2B5EF4-FFF2-40B4-BE49-F238E27FC236}">
                      <a16:creationId xmlns:a16="http://schemas.microsoft.com/office/drawing/2014/main" id="{5C821155-7A93-1227-266B-EB0DDF50F127}"/>
                    </a:ext>
                  </a:extLst>
                </p14:cNvPr>
                <p14:cNvContentPartPr/>
                <p14:nvPr/>
              </p14:nvContentPartPr>
              <p14:xfrm>
                <a:off x="2522630" y="4286197"/>
                <a:ext cx="93240" cy="95760"/>
              </p14:xfrm>
            </p:contentPart>
          </mc:Choice>
          <mc:Fallback xmlns="">
            <p:pic>
              <p:nvPicPr>
                <p:cNvPr id="162" name="Ink 161">
                  <a:extLst>
                    <a:ext uri="{FF2B5EF4-FFF2-40B4-BE49-F238E27FC236}">
                      <a16:creationId xmlns:a16="http://schemas.microsoft.com/office/drawing/2014/main" id="{5C821155-7A93-1227-266B-EB0DDF50F127}"/>
                    </a:ext>
                  </a:extLst>
                </p:cNvPr>
                <p:cNvPicPr/>
                <p:nvPr/>
              </p:nvPicPr>
              <p:blipFill>
                <a:blip r:embed="rId245"/>
                <a:stretch>
                  <a:fillRect/>
                </a:stretch>
              </p:blipFill>
              <p:spPr>
                <a:xfrm>
                  <a:off x="2504990" y="4268197"/>
                  <a:ext cx="12888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63" name="Ink 162">
                  <a:extLst>
                    <a:ext uri="{FF2B5EF4-FFF2-40B4-BE49-F238E27FC236}">
                      <a16:creationId xmlns:a16="http://schemas.microsoft.com/office/drawing/2014/main" id="{ADE72EE2-D097-E1A6-A1A4-695D5B403A60}"/>
                    </a:ext>
                  </a:extLst>
                </p14:cNvPr>
                <p14:cNvContentPartPr/>
                <p14:nvPr/>
              </p14:nvContentPartPr>
              <p14:xfrm>
                <a:off x="2692910" y="4290157"/>
                <a:ext cx="118440" cy="70920"/>
              </p14:xfrm>
            </p:contentPart>
          </mc:Choice>
          <mc:Fallback xmlns="">
            <p:pic>
              <p:nvPicPr>
                <p:cNvPr id="163" name="Ink 162">
                  <a:extLst>
                    <a:ext uri="{FF2B5EF4-FFF2-40B4-BE49-F238E27FC236}">
                      <a16:creationId xmlns:a16="http://schemas.microsoft.com/office/drawing/2014/main" id="{ADE72EE2-D097-E1A6-A1A4-695D5B403A60}"/>
                    </a:ext>
                  </a:extLst>
                </p:cNvPr>
                <p:cNvPicPr/>
                <p:nvPr/>
              </p:nvPicPr>
              <p:blipFill>
                <a:blip r:embed="rId247"/>
                <a:stretch>
                  <a:fillRect/>
                </a:stretch>
              </p:blipFill>
              <p:spPr>
                <a:xfrm>
                  <a:off x="2674910" y="4272517"/>
                  <a:ext cx="1540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64" name="Ink 163">
                  <a:extLst>
                    <a:ext uri="{FF2B5EF4-FFF2-40B4-BE49-F238E27FC236}">
                      <a16:creationId xmlns:a16="http://schemas.microsoft.com/office/drawing/2014/main" id="{9F49141F-AA00-A70F-7AB2-1E185D32070A}"/>
                    </a:ext>
                  </a:extLst>
                </p14:cNvPr>
                <p14:cNvContentPartPr/>
                <p14:nvPr/>
              </p14:nvContentPartPr>
              <p14:xfrm>
                <a:off x="2846630" y="4091077"/>
                <a:ext cx="36360" cy="244440"/>
              </p14:xfrm>
            </p:contentPart>
          </mc:Choice>
          <mc:Fallback xmlns="">
            <p:pic>
              <p:nvPicPr>
                <p:cNvPr id="164" name="Ink 163">
                  <a:extLst>
                    <a:ext uri="{FF2B5EF4-FFF2-40B4-BE49-F238E27FC236}">
                      <a16:creationId xmlns:a16="http://schemas.microsoft.com/office/drawing/2014/main" id="{9F49141F-AA00-A70F-7AB2-1E185D32070A}"/>
                    </a:ext>
                  </a:extLst>
                </p:cNvPr>
                <p:cNvPicPr/>
                <p:nvPr/>
              </p:nvPicPr>
              <p:blipFill>
                <a:blip r:embed="rId249"/>
                <a:stretch>
                  <a:fillRect/>
                </a:stretch>
              </p:blipFill>
              <p:spPr>
                <a:xfrm>
                  <a:off x="2828990" y="4073437"/>
                  <a:ext cx="72000" cy="280080"/>
                </a:xfrm>
                <a:prstGeom prst="rect">
                  <a:avLst/>
                </a:prstGeom>
              </p:spPr>
            </p:pic>
          </mc:Fallback>
        </mc:AlternateContent>
      </p:grpSp>
      <p:grpSp>
        <p:nvGrpSpPr>
          <p:cNvPr id="177" name="Group 176">
            <a:extLst>
              <a:ext uri="{FF2B5EF4-FFF2-40B4-BE49-F238E27FC236}">
                <a16:creationId xmlns:a16="http://schemas.microsoft.com/office/drawing/2014/main" id="{0737E261-624E-6206-391D-B6E4640722E2}"/>
              </a:ext>
            </a:extLst>
          </p:cNvPr>
          <p:cNvGrpSpPr/>
          <p:nvPr/>
        </p:nvGrpSpPr>
        <p:grpSpPr>
          <a:xfrm>
            <a:off x="3073070" y="3668077"/>
            <a:ext cx="1693440" cy="990360"/>
            <a:chOff x="3073070" y="3668077"/>
            <a:chExt cx="1693440" cy="990360"/>
          </a:xfrm>
        </p:grpSpPr>
        <mc:AlternateContent xmlns:mc="http://schemas.openxmlformats.org/markup-compatibility/2006" xmlns:p14="http://schemas.microsoft.com/office/powerpoint/2010/main">
          <mc:Choice Requires="p14">
            <p:contentPart p14:bwMode="auto" r:id="rId250">
              <p14:nvContentPartPr>
                <p14:cNvPr id="166" name="Ink 165">
                  <a:extLst>
                    <a:ext uri="{FF2B5EF4-FFF2-40B4-BE49-F238E27FC236}">
                      <a16:creationId xmlns:a16="http://schemas.microsoft.com/office/drawing/2014/main" id="{57827DA3-7CDC-9BB6-1BAE-7D98A0C46245}"/>
                    </a:ext>
                  </a:extLst>
                </p14:cNvPr>
                <p14:cNvContentPartPr/>
                <p14:nvPr/>
              </p14:nvContentPartPr>
              <p14:xfrm>
                <a:off x="3429470" y="4022677"/>
                <a:ext cx="158040" cy="238320"/>
              </p14:xfrm>
            </p:contentPart>
          </mc:Choice>
          <mc:Fallback xmlns="">
            <p:pic>
              <p:nvPicPr>
                <p:cNvPr id="166" name="Ink 165">
                  <a:extLst>
                    <a:ext uri="{FF2B5EF4-FFF2-40B4-BE49-F238E27FC236}">
                      <a16:creationId xmlns:a16="http://schemas.microsoft.com/office/drawing/2014/main" id="{57827DA3-7CDC-9BB6-1BAE-7D98A0C46245}"/>
                    </a:ext>
                  </a:extLst>
                </p:cNvPr>
                <p:cNvPicPr/>
                <p:nvPr/>
              </p:nvPicPr>
              <p:blipFill>
                <a:blip r:embed="rId251"/>
                <a:stretch>
                  <a:fillRect/>
                </a:stretch>
              </p:blipFill>
              <p:spPr>
                <a:xfrm>
                  <a:off x="3411470" y="4004677"/>
                  <a:ext cx="19368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67" name="Ink 166">
                  <a:extLst>
                    <a:ext uri="{FF2B5EF4-FFF2-40B4-BE49-F238E27FC236}">
                      <a16:creationId xmlns:a16="http://schemas.microsoft.com/office/drawing/2014/main" id="{E89EB626-F8CA-F353-27A6-75118798F860}"/>
                    </a:ext>
                  </a:extLst>
                </p14:cNvPr>
                <p14:cNvContentPartPr/>
                <p14:nvPr/>
              </p14:nvContentPartPr>
              <p14:xfrm>
                <a:off x="3659510" y="4039597"/>
                <a:ext cx="25200" cy="218880"/>
              </p14:xfrm>
            </p:contentPart>
          </mc:Choice>
          <mc:Fallback xmlns="">
            <p:pic>
              <p:nvPicPr>
                <p:cNvPr id="167" name="Ink 166">
                  <a:extLst>
                    <a:ext uri="{FF2B5EF4-FFF2-40B4-BE49-F238E27FC236}">
                      <a16:creationId xmlns:a16="http://schemas.microsoft.com/office/drawing/2014/main" id="{E89EB626-F8CA-F353-27A6-75118798F860}"/>
                    </a:ext>
                  </a:extLst>
                </p:cNvPr>
                <p:cNvPicPr/>
                <p:nvPr/>
              </p:nvPicPr>
              <p:blipFill>
                <a:blip r:embed="rId253"/>
                <a:stretch>
                  <a:fillRect/>
                </a:stretch>
              </p:blipFill>
              <p:spPr>
                <a:xfrm>
                  <a:off x="3641870" y="4021597"/>
                  <a:ext cx="6084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68" name="Ink 167">
                  <a:extLst>
                    <a:ext uri="{FF2B5EF4-FFF2-40B4-BE49-F238E27FC236}">
                      <a16:creationId xmlns:a16="http://schemas.microsoft.com/office/drawing/2014/main" id="{D5EAD54E-EAD4-5EB9-3E3F-6830B0FC436E}"/>
                    </a:ext>
                  </a:extLst>
                </p14:cNvPr>
                <p14:cNvContentPartPr/>
                <p14:nvPr/>
              </p14:nvContentPartPr>
              <p14:xfrm>
                <a:off x="3664190" y="4015837"/>
                <a:ext cx="86400" cy="133200"/>
              </p14:xfrm>
            </p:contentPart>
          </mc:Choice>
          <mc:Fallback xmlns="">
            <p:pic>
              <p:nvPicPr>
                <p:cNvPr id="168" name="Ink 167">
                  <a:extLst>
                    <a:ext uri="{FF2B5EF4-FFF2-40B4-BE49-F238E27FC236}">
                      <a16:creationId xmlns:a16="http://schemas.microsoft.com/office/drawing/2014/main" id="{D5EAD54E-EAD4-5EB9-3E3F-6830B0FC436E}"/>
                    </a:ext>
                  </a:extLst>
                </p:cNvPr>
                <p:cNvPicPr/>
                <p:nvPr/>
              </p:nvPicPr>
              <p:blipFill>
                <a:blip r:embed="rId255"/>
                <a:stretch>
                  <a:fillRect/>
                </a:stretch>
              </p:blipFill>
              <p:spPr>
                <a:xfrm>
                  <a:off x="3646190" y="3997837"/>
                  <a:ext cx="12204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69" name="Ink 168">
                  <a:extLst>
                    <a:ext uri="{FF2B5EF4-FFF2-40B4-BE49-F238E27FC236}">
                      <a16:creationId xmlns:a16="http://schemas.microsoft.com/office/drawing/2014/main" id="{F5066989-E0DC-ECF0-67A3-718EB0776F61}"/>
                    </a:ext>
                  </a:extLst>
                </p14:cNvPr>
                <p14:cNvContentPartPr/>
                <p14:nvPr/>
              </p14:nvContentPartPr>
              <p14:xfrm>
                <a:off x="3844550" y="4034197"/>
                <a:ext cx="42120" cy="259200"/>
              </p14:xfrm>
            </p:contentPart>
          </mc:Choice>
          <mc:Fallback xmlns="">
            <p:pic>
              <p:nvPicPr>
                <p:cNvPr id="169" name="Ink 168">
                  <a:extLst>
                    <a:ext uri="{FF2B5EF4-FFF2-40B4-BE49-F238E27FC236}">
                      <a16:creationId xmlns:a16="http://schemas.microsoft.com/office/drawing/2014/main" id="{F5066989-E0DC-ECF0-67A3-718EB0776F61}"/>
                    </a:ext>
                  </a:extLst>
                </p:cNvPr>
                <p:cNvPicPr/>
                <p:nvPr/>
              </p:nvPicPr>
              <p:blipFill>
                <a:blip r:embed="rId257"/>
                <a:stretch>
                  <a:fillRect/>
                </a:stretch>
              </p:blipFill>
              <p:spPr>
                <a:xfrm>
                  <a:off x="3826550" y="4016197"/>
                  <a:ext cx="7776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70" name="Ink 169">
                  <a:extLst>
                    <a:ext uri="{FF2B5EF4-FFF2-40B4-BE49-F238E27FC236}">
                      <a16:creationId xmlns:a16="http://schemas.microsoft.com/office/drawing/2014/main" id="{442664F3-E2E3-B60E-545A-79127022B45D}"/>
                    </a:ext>
                  </a:extLst>
                </p14:cNvPr>
                <p14:cNvContentPartPr/>
                <p14:nvPr/>
              </p14:nvContentPartPr>
              <p14:xfrm>
                <a:off x="3819350" y="4036357"/>
                <a:ext cx="88560" cy="52200"/>
              </p14:xfrm>
            </p:contentPart>
          </mc:Choice>
          <mc:Fallback xmlns="">
            <p:pic>
              <p:nvPicPr>
                <p:cNvPr id="170" name="Ink 169">
                  <a:extLst>
                    <a:ext uri="{FF2B5EF4-FFF2-40B4-BE49-F238E27FC236}">
                      <a16:creationId xmlns:a16="http://schemas.microsoft.com/office/drawing/2014/main" id="{442664F3-E2E3-B60E-545A-79127022B45D}"/>
                    </a:ext>
                  </a:extLst>
                </p:cNvPr>
                <p:cNvPicPr/>
                <p:nvPr/>
              </p:nvPicPr>
              <p:blipFill>
                <a:blip r:embed="rId259"/>
                <a:stretch>
                  <a:fillRect/>
                </a:stretch>
              </p:blipFill>
              <p:spPr>
                <a:xfrm>
                  <a:off x="3801710" y="4018357"/>
                  <a:ext cx="1242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71" name="Ink 170">
                  <a:extLst>
                    <a:ext uri="{FF2B5EF4-FFF2-40B4-BE49-F238E27FC236}">
                      <a16:creationId xmlns:a16="http://schemas.microsoft.com/office/drawing/2014/main" id="{C3C473E4-4100-99B3-77B1-4DAA89A25B9F}"/>
                    </a:ext>
                  </a:extLst>
                </p14:cNvPr>
                <p14:cNvContentPartPr/>
                <p14:nvPr/>
              </p14:nvContentPartPr>
              <p14:xfrm>
                <a:off x="3877310" y="4098997"/>
                <a:ext cx="96120" cy="43560"/>
              </p14:xfrm>
            </p:contentPart>
          </mc:Choice>
          <mc:Fallback xmlns="">
            <p:pic>
              <p:nvPicPr>
                <p:cNvPr id="171" name="Ink 170">
                  <a:extLst>
                    <a:ext uri="{FF2B5EF4-FFF2-40B4-BE49-F238E27FC236}">
                      <a16:creationId xmlns:a16="http://schemas.microsoft.com/office/drawing/2014/main" id="{C3C473E4-4100-99B3-77B1-4DAA89A25B9F}"/>
                    </a:ext>
                  </a:extLst>
                </p:cNvPr>
                <p:cNvPicPr/>
                <p:nvPr/>
              </p:nvPicPr>
              <p:blipFill>
                <a:blip r:embed="rId261"/>
                <a:stretch>
                  <a:fillRect/>
                </a:stretch>
              </p:blipFill>
              <p:spPr>
                <a:xfrm>
                  <a:off x="3859670" y="4081357"/>
                  <a:ext cx="13176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72" name="Ink 171">
                  <a:extLst>
                    <a:ext uri="{FF2B5EF4-FFF2-40B4-BE49-F238E27FC236}">
                      <a16:creationId xmlns:a16="http://schemas.microsoft.com/office/drawing/2014/main" id="{51457751-B277-D583-0CE4-59BF5AC2BFAC}"/>
                    </a:ext>
                  </a:extLst>
                </p14:cNvPr>
                <p14:cNvContentPartPr/>
                <p14:nvPr/>
              </p14:nvContentPartPr>
              <p14:xfrm>
                <a:off x="3073070" y="3668077"/>
                <a:ext cx="1117080" cy="68760"/>
              </p14:xfrm>
            </p:contentPart>
          </mc:Choice>
          <mc:Fallback xmlns="">
            <p:pic>
              <p:nvPicPr>
                <p:cNvPr id="172" name="Ink 171">
                  <a:extLst>
                    <a:ext uri="{FF2B5EF4-FFF2-40B4-BE49-F238E27FC236}">
                      <a16:creationId xmlns:a16="http://schemas.microsoft.com/office/drawing/2014/main" id="{51457751-B277-D583-0CE4-59BF5AC2BFAC}"/>
                    </a:ext>
                  </a:extLst>
                </p:cNvPr>
                <p:cNvPicPr/>
                <p:nvPr/>
              </p:nvPicPr>
              <p:blipFill>
                <a:blip r:embed="rId263"/>
                <a:stretch>
                  <a:fillRect/>
                </a:stretch>
              </p:blipFill>
              <p:spPr>
                <a:xfrm>
                  <a:off x="3055430" y="3650077"/>
                  <a:ext cx="115272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73" name="Ink 172">
                  <a:extLst>
                    <a:ext uri="{FF2B5EF4-FFF2-40B4-BE49-F238E27FC236}">
                      <a16:creationId xmlns:a16="http://schemas.microsoft.com/office/drawing/2014/main" id="{3611FEC1-3832-222D-95B8-4A378667C057}"/>
                    </a:ext>
                  </a:extLst>
                </p14:cNvPr>
                <p14:cNvContentPartPr/>
                <p14:nvPr/>
              </p14:nvContentPartPr>
              <p14:xfrm>
                <a:off x="3393470" y="3670237"/>
                <a:ext cx="1117800" cy="988200"/>
              </p14:xfrm>
            </p:contentPart>
          </mc:Choice>
          <mc:Fallback xmlns="">
            <p:pic>
              <p:nvPicPr>
                <p:cNvPr id="173" name="Ink 172">
                  <a:extLst>
                    <a:ext uri="{FF2B5EF4-FFF2-40B4-BE49-F238E27FC236}">
                      <a16:creationId xmlns:a16="http://schemas.microsoft.com/office/drawing/2014/main" id="{3611FEC1-3832-222D-95B8-4A378667C057}"/>
                    </a:ext>
                  </a:extLst>
                </p:cNvPr>
                <p:cNvPicPr/>
                <p:nvPr/>
              </p:nvPicPr>
              <p:blipFill>
                <a:blip r:embed="rId265"/>
                <a:stretch>
                  <a:fillRect/>
                </a:stretch>
              </p:blipFill>
              <p:spPr>
                <a:xfrm>
                  <a:off x="3375470" y="3652237"/>
                  <a:ext cx="1153440" cy="102384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74" name="Ink 173">
                  <a:extLst>
                    <a:ext uri="{FF2B5EF4-FFF2-40B4-BE49-F238E27FC236}">
                      <a16:creationId xmlns:a16="http://schemas.microsoft.com/office/drawing/2014/main" id="{65E69282-CF47-D994-E4D0-4C529AFC4DC1}"/>
                    </a:ext>
                  </a:extLst>
                </p14:cNvPr>
                <p14:cNvContentPartPr/>
                <p14:nvPr/>
              </p14:nvContentPartPr>
              <p14:xfrm>
                <a:off x="3189350" y="3758437"/>
                <a:ext cx="61560" cy="879840"/>
              </p14:xfrm>
            </p:contentPart>
          </mc:Choice>
          <mc:Fallback xmlns="">
            <p:pic>
              <p:nvPicPr>
                <p:cNvPr id="174" name="Ink 173">
                  <a:extLst>
                    <a:ext uri="{FF2B5EF4-FFF2-40B4-BE49-F238E27FC236}">
                      <a16:creationId xmlns:a16="http://schemas.microsoft.com/office/drawing/2014/main" id="{65E69282-CF47-D994-E4D0-4C529AFC4DC1}"/>
                    </a:ext>
                  </a:extLst>
                </p:cNvPr>
                <p:cNvPicPr/>
                <p:nvPr/>
              </p:nvPicPr>
              <p:blipFill>
                <a:blip r:embed="rId267"/>
                <a:stretch>
                  <a:fillRect/>
                </a:stretch>
              </p:blipFill>
              <p:spPr>
                <a:xfrm>
                  <a:off x="3171350" y="3740437"/>
                  <a:ext cx="97200" cy="91548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75" name="Ink 174">
                  <a:extLst>
                    <a:ext uri="{FF2B5EF4-FFF2-40B4-BE49-F238E27FC236}">
                      <a16:creationId xmlns:a16="http://schemas.microsoft.com/office/drawing/2014/main" id="{A991696E-5BCE-E48E-29E7-C35890DD7041}"/>
                    </a:ext>
                  </a:extLst>
                </p14:cNvPr>
                <p14:cNvContentPartPr/>
                <p14:nvPr/>
              </p14:nvContentPartPr>
              <p14:xfrm>
                <a:off x="4312910" y="4065157"/>
                <a:ext cx="411840" cy="63360"/>
              </p14:xfrm>
            </p:contentPart>
          </mc:Choice>
          <mc:Fallback xmlns="">
            <p:pic>
              <p:nvPicPr>
                <p:cNvPr id="175" name="Ink 174">
                  <a:extLst>
                    <a:ext uri="{FF2B5EF4-FFF2-40B4-BE49-F238E27FC236}">
                      <a16:creationId xmlns:a16="http://schemas.microsoft.com/office/drawing/2014/main" id="{A991696E-5BCE-E48E-29E7-C35890DD7041}"/>
                    </a:ext>
                  </a:extLst>
                </p:cNvPr>
                <p:cNvPicPr/>
                <p:nvPr/>
              </p:nvPicPr>
              <p:blipFill>
                <a:blip r:embed="rId269"/>
                <a:stretch>
                  <a:fillRect/>
                </a:stretch>
              </p:blipFill>
              <p:spPr>
                <a:xfrm>
                  <a:off x="4294910" y="4047157"/>
                  <a:ext cx="44748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76" name="Ink 175">
                  <a:extLst>
                    <a:ext uri="{FF2B5EF4-FFF2-40B4-BE49-F238E27FC236}">
                      <a16:creationId xmlns:a16="http://schemas.microsoft.com/office/drawing/2014/main" id="{C935A7C3-72F5-DFFA-0019-463373C09AAE}"/>
                    </a:ext>
                  </a:extLst>
                </p14:cNvPr>
                <p14:cNvContentPartPr/>
                <p14:nvPr/>
              </p14:nvContentPartPr>
              <p14:xfrm>
                <a:off x="4642670" y="3970837"/>
                <a:ext cx="123840" cy="212040"/>
              </p14:xfrm>
            </p:contentPart>
          </mc:Choice>
          <mc:Fallback xmlns="">
            <p:pic>
              <p:nvPicPr>
                <p:cNvPr id="176" name="Ink 175">
                  <a:extLst>
                    <a:ext uri="{FF2B5EF4-FFF2-40B4-BE49-F238E27FC236}">
                      <a16:creationId xmlns:a16="http://schemas.microsoft.com/office/drawing/2014/main" id="{C935A7C3-72F5-DFFA-0019-463373C09AAE}"/>
                    </a:ext>
                  </a:extLst>
                </p:cNvPr>
                <p:cNvPicPr/>
                <p:nvPr/>
              </p:nvPicPr>
              <p:blipFill>
                <a:blip r:embed="rId271"/>
                <a:stretch>
                  <a:fillRect/>
                </a:stretch>
              </p:blipFill>
              <p:spPr>
                <a:xfrm>
                  <a:off x="4625030" y="3952837"/>
                  <a:ext cx="159480" cy="247680"/>
                </a:xfrm>
                <a:prstGeom prst="rect">
                  <a:avLst/>
                </a:prstGeom>
              </p:spPr>
            </p:pic>
          </mc:Fallback>
        </mc:AlternateContent>
      </p:grpSp>
      <p:grpSp>
        <p:nvGrpSpPr>
          <p:cNvPr id="190" name="Group 189">
            <a:extLst>
              <a:ext uri="{FF2B5EF4-FFF2-40B4-BE49-F238E27FC236}">
                <a16:creationId xmlns:a16="http://schemas.microsoft.com/office/drawing/2014/main" id="{AAAEEE83-95EF-819D-9FE9-68F2AFE42C01}"/>
              </a:ext>
            </a:extLst>
          </p:cNvPr>
          <p:cNvGrpSpPr/>
          <p:nvPr/>
        </p:nvGrpSpPr>
        <p:grpSpPr>
          <a:xfrm>
            <a:off x="5139110" y="3844837"/>
            <a:ext cx="751680" cy="220680"/>
            <a:chOff x="5139110" y="3844837"/>
            <a:chExt cx="751680" cy="220680"/>
          </a:xfrm>
        </p:grpSpPr>
        <mc:AlternateContent xmlns:mc="http://schemas.openxmlformats.org/markup-compatibility/2006" xmlns:p14="http://schemas.microsoft.com/office/powerpoint/2010/main">
          <mc:Choice Requires="p14">
            <p:contentPart p14:bwMode="auto" r:id="rId272">
              <p14:nvContentPartPr>
                <p14:cNvPr id="178" name="Ink 177">
                  <a:extLst>
                    <a:ext uri="{FF2B5EF4-FFF2-40B4-BE49-F238E27FC236}">
                      <a16:creationId xmlns:a16="http://schemas.microsoft.com/office/drawing/2014/main" id="{1CFD3F75-0170-34A4-FED2-A971A8553B68}"/>
                    </a:ext>
                  </a:extLst>
                </p14:cNvPr>
                <p14:cNvContentPartPr/>
                <p14:nvPr/>
              </p14:nvContentPartPr>
              <p14:xfrm>
                <a:off x="5139110" y="3887317"/>
                <a:ext cx="130320" cy="178200"/>
              </p14:xfrm>
            </p:contentPart>
          </mc:Choice>
          <mc:Fallback xmlns="">
            <p:pic>
              <p:nvPicPr>
                <p:cNvPr id="178" name="Ink 177">
                  <a:extLst>
                    <a:ext uri="{FF2B5EF4-FFF2-40B4-BE49-F238E27FC236}">
                      <a16:creationId xmlns:a16="http://schemas.microsoft.com/office/drawing/2014/main" id="{1CFD3F75-0170-34A4-FED2-A971A8553B68}"/>
                    </a:ext>
                  </a:extLst>
                </p:cNvPr>
                <p:cNvPicPr/>
                <p:nvPr/>
              </p:nvPicPr>
              <p:blipFill>
                <a:blip r:embed="rId273"/>
                <a:stretch>
                  <a:fillRect/>
                </a:stretch>
              </p:blipFill>
              <p:spPr>
                <a:xfrm>
                  <a:off x="5121110" y="3869677"/>
                  <a:ext cx="16596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79" name="Ink 178">
                  <a:extLst>
                    <a:ext uri="{FF2B5EF4-FFF2-40B4-BE49-F238E27FC236}">
                      <a16:creationId xmlns:a16="http://schemas.microsoft.com/office/drawing/2014/main" id="{561CEC5D-6566-5BF7-C95B-18FD7B5A30F6}"/>
                    </a:ext>
                  </a:extLst>
                </p14:cNvPr>
                <p14:cNvContentPartPr/>
                <p14:nvPr/>
              </p14:nvContentPartPr>
              <p14:xfrm>
                <a:off x="5355110" y="3844837"/>
                <a:ext cx="31680" cy="184320"/>
              </p14:xfrm>
            </p:contentPart>
          </mc:Choice>
          <mc:Fallback xmlns="">
            <p:pic>
              <p:nvPicPr>
                <p:cNvPr id="179" name="Ink 178">
                  <a:extLst>
                    <a:ext uri="{FF2B5EF4-FFF2-40B4-BE49-F238E27FC236}">
                      <a16:creationId xmlns:a16="http://schemas.microsoft.com/office/drawing/2014/main" id="{561CEC5D-6566-5BF7-C95B-18FD7B5A30F6}"/>
                    </a:ext>
                  </a:extLst>
                </p:cNvPr>
                <p:cNvPicPr/>
                <p:nvPr/>
              </p:nvPicPr>
              <p:blipFill>
                <a:blip r:embed="rId275"/>
                <a:stretch>
                  <a:fillRect/>
                </a:stretch>
              </p:blipFill>
              <p:spPr>
                <a:xfrm>
                  <a:off x="5337470" y="3827197"/>
                  <a:ext cx="6732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0" name="Ink 179">
                  <a:extLst>
                    <a:ext uri="{FF2B5EF4-FFF2-40B4-BE49-F238E27FC236}">
                      <a16:creationId xmlns:a16="http://schemas.microsoft.com/office/drawing/2014/main" id="{89FF18B1-A3D8-2D13-F55F-EE9B9B8F8AE4}"/>
                    </a:ext>
                  </a:extLst>
                </p14:cNvPr>
                <p14:cNvContentPartPr/>
                <p14:nvPr/>
              </p14:nvContentPartPr>
              <p14:xfrm>
                <a:off x="5431430" y="3917557"/>
                <a:ext cx="100800" cy="138600"/>
              </p14:xfrm>
            </p:contentPart>
          </mc:Choice>
          <mc:Fallback xmlns="">
            <p:pic>
              <p:nvPicPr>
                <p:cNvPr id="180" name="Ink 179">
                  <a:extLst>
                    <a:ext uri="{FF2B5EF4-FFF2-40B4-BE49-F238E27FC236}">
                      <a16:creationId xmlns:a16="http://schemas.microsoft.com/office/drawing/2014/main" id="{89FF18B1-A3D8-2D13-F55F-EE9B9B8F8AE4}"/>
                    </a:ext>
                  </a:extLst>
                </p:cNvPr>
                <p:cNvPicPr/>
                <p:nvPr/>
              </p:nvPicPr>
              <p:blipFill>
                <a:blip r:embed="rId277"/>
                <a:stretch>
                  <a:fillRect/>
                </a:stretch>
              </p:blipFill>
              <p:spPr>
                <a:xfrm>
                  <a:off x="5413430" y="3899917"/>
                  <a:ext cx="13644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81" name="Ink 180">
                  <a:extLst>
                    <a:ext uri="{FF2B5EF4-FFF2-40B4-BE49-F238E27FC236}">
                      <a16:creationId xmlns:a16="http://schemas.microsoft.com/office/drawing/2014/main" id="{02A36207-B364-5903-602A-E92EC32473B5}"/>
                    </a:ext>
                  </a:extLst>
                </p14:cNvPr>
                <p14:cNvContentPartPr/>
                <p14:nvPr/>
              </p14:nvContentPartPr>
              <p14:xfrm>
                <a:off x="5582270" y="3943477"/>
                <a:ext cx="133200" cy="85680"/>
              </p14:xfrm>
            </p:contentPart>
          </mc:Choice>
          <mc:Fallback xmlns="">
            <p:pic>
              <p:nvPicPr>
                <p:cNvPr id="181" name="Ink 180">
                  <a:extLst>
                    <a:ext uri="{FF2B5EF4-FFF2-40B4-BE49-F238E27FC236}">
                      <a16:creationId xmlns:a16="http://schemas.microsoft.com/office/drawing/2014/main" id="{02A36207-B364-5903-602A-E92EC32473B5}"/>
                    </a:ext>
                  </a:extLst>
                </p:cNvPr>
                <p:cNvPicPr/>
                <p:nvPr/>
              </p:nvPicPr>
              <p:blipFill>
                <a:blip r:embed="rId279"/>
                <a:stretch>
                  <a:fillRect/>
                </a:stretch>
              </p:blipFill>
              <p:spPr>
                <a:xfrm>
                  <a:off x="5564630" y="3925837"/>
                  <a:ext cx="16884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82" name="Ink 181">
                  <a:extLst>
                    <a:ext uri="{FF2B5EF4-FFF2-40B4-BE49-F238E27FC236}">
                      <a16:creationId xmlns:a16="http://schemas.microsoft.com/office/drawing/2014/main" id="{BB7A6D2F-E971-378B-8A76-39A57F4D5DD3}"/>
                    </a:ext>
                  </a:extLst>
                </p14:cNvPr>
                <p14:cNvContentPartPr/>
                <p14:nvPr/>
              </p14:nvContentPartPr>
              <p14:xfrm>
                <a:off x="5774870" y="3938077"/>
                <a:ext cx="115920" cy="92520"/>
              </p14:xfrm>
            </p:contentPart>
          </mc:Choice>
          <mc:Fallback xmlns="">
            <p:pic>
              <p:nvPicPr>
                <p:cNvPr id="182" name="Ink 181">
                  <a:extLst>
                    <a:ext uri="{FF2B5EF4-FFF2-40B4-BE49-F238E27FC236}">
                      <a16:creationId xmlns:a16="http://schemas.microsoft.com/office/drawing/2014/main" id="{BB7A6D2F-E971-378B-8A76-39A57F4D5DD3}"/>
                    </a:ext>
                  </a:extLst>
                </p:cNvPr>
                <p:cNvPicPr/>
                <p:nvPr/>
              </p:nvPicPr>
              <p:blipFill>
                <a:blip r:embed="rId281"/>
                <a:stretch>
                  <a:fillRect/>
                </a:stretch>
              </p:blipFill>
              <p:spPr>
                <a:xfrm>
                  <a:off x="5756870" y="3920437"/>
                  <a:ext cx="151560" cy="128160"/>
                </a:xfrm>
                <a:prstGeom prst="rect">
                  <a:avLst/>
                </a:prstGeom>
              </p:spPr>
            </p:pic>
          </mc:Fallback>
        </mc:AlternateContent>
      </p:grpSp>
      <p:grpSp>
        <p:nvGrpSpPr>
          <p:cNvPr id="189" name="Group 188">
            <a:extLst>
              <a:ext uri="{FF2B5EF4-FFF2-40B4-BE49-F238E27FC236}">
                <a16:creationId xmlns:a16="http://schemas.microsoft.com/office/drawing/2014/main" id="{37B696C7-4CE5-651C-259F-CF535B6FEB27}"/>
              </a:ext>
            </a:extLst>
          </p:cNvPr>
          <p:cNvGrpSpPr/>
          <p:nvPr/>
        </p:nvGrpSpPr>
        <p:grpSpPr>
          <a:xfrm>
            <a:off x="6237470" y="3751597"/>
            <a:ext cx="873000" cy="338400"/>
            <a:chOff x="6237470" y="3751597"/>
            <a:chExt cx="873000" cy="338400"/>
          </a:xfrm>
        </p:grpSpPr>
        <mc:AlternateContent xmlns:mc="http://schemas.openxmlformats.org/markup-compatibility/2006" xmlns:p14="http://schemas.microsoft.com/office/powerpoint/2010/main">
          <mc:Choice Requires="p14">
            <p:contentPart p14:bwMode="auto" r:id="rId282">
              <p14:nvContentPartPr>
                <p14:cNvPr id="183" name="Ink 182">
                  <a:extLst>
                    <a:ext uri="{FF2B5EF4-FFF2-40B4-BE49-F238E27FC236}">
                      <a16:creationId xmlns:a16="http://schemas.microsoft.com/office/drawing/2014/main" id="{5D27B366-9747-6B93-3731-AA396B5D9B5E}"/>
                    </a:ext>
                  </a:extLst>
                </p14:cNvPr>
                <p14:cNvContentPartPr/>
                <p14:nvPr/>
              </p14:nvContentPartPr>
              <p14:xfrm>
                <a:off x="6237470" y="3907837"/>
                <a:ext cx="96120" cy="179280"/>
              </p14:xfrm>
            </p:contentPart>
          </mc:Choice>
          <mc:Fallback xmlns="">
            <p:pic>
              <p:nvPicPr>
                <p:cNvPr id="183" name="Ink 182">
                  <a:extLst>
                    <a:ext uri="{FF2B5EF4-FFF2-40B4-BE49-F238E27FC236}">
                      <a16:creationId xmlns:a16="http://schemas.microsoft.com/office/drawing/2014/main" id="{5D27B366-9747-6B93-3731-AA396B5D9B5E}"/>
                    </a:ext>
                  </a:extLst>
                </p:cNvPr>
                <p:cNvPicPr/>
                <p:nvPr/>
              </p:nvPicPr>
              <p:blipFill>
                <a:blip r:embed="rId283"/>
                <a:stretch>
                  <a:fillRect/>
                </a:stretch>
              </p:blipFill>
              <p:spPr>
                <a:xfrm>
                  <a:off x="6219470" y="3889837"/>
                  <a:ext cx="13176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84" name="Ink 183">
                  <a:extLst>
                    <a:ext uri="{FF2B5EF4-FFF2-40B4-BE49-F238E27FC236}">
                      <a16:creationId xmlns:a16="http://schemas.microsoft.com/office/drawing/2014/main" id="{F3063DCD-D03F-D2C7-7A1F-A953B685A5B5}"/>
                    </a:ext>
                  </a:extLst>
                </p14:cNvPr>
                <p14:cNvContentPartPr/>
                <p14:nvPr/>
              </p14:nvContentPartPr>
              <p14:xfrm>
                <a:off x="6428990" y="3985597"/>
                <a:ext cx="10440" cy="100440"/>
              </p14:xfrm>
            </p:contentPart>
          </mc:Choice>
          <mc:Fallback xmlns="">
            <p:pic>
              <p:nvPicPr>
                <p:cNvPr id="184" name="Ink 183">
                  <a:extLst>
                    <a:ext uri="{FF2B5EF4-FFF2-40B4-BE49-F238E27FC236}">
                      <a16:creationId xmlns:a16="http://schemas.microsoft.com/office/drawing/2014/main" id="{F3063DCD-D03F-D2C7-7A1F-A953B685A5B5}"/>
                    </a:ext>
                  </a:extLst>
                </p:cNvPr>
                <p:cNvPicPr/>
                <p:nvPr/>
              </p:nvPicPr>
              <p:blipFill>
                <a:blip r:embed="rId285"/>
                <a:stretch>
                  <a:fillRect/>
                </a:stretch>
              </p:blipFill>
              <p:spPr>
                <a:xfrm>
                  <a:off x="6411350" y="3967597"/>
                  <a:ext cx="4608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85" name="Ink 184">
                  <a:extLst>
                    <a:ext uri="{FF2B5EF4-FFF2-40B4-BE49-F238E27FC236}">
                      <a16:creationId xmlns:a16="http://schemas.microsoft.com/office/drawing/2014/main" id="{CC194322-56AC-3B64-8C94-EC157CA6437B}"/>
                    </a:ext>
                  </a:extLst>
                </p14:cNvPr>
                <p14:cNvContentPartPr/>
                <p14:nvPr/>
              </p14:nvContentPartPr>
              <p14:xfrm>
                <a:off x="6431150" y="3838357"/>
                <a:ext cx="16200" cy="78480"/>
              </p14:xfrm>
            </p:contentPart>
          </mc:Choice>
          <mc:Fallback xmlns="">
            <p:pic>
              <p:nvPicPr>
                <p:cNvPr id="185" name="Ink 184">
                  <a:extLst>
                    <a:ext uri="{FF2B5EF4-FFF2-40B4-BE49-F238E27FC236}">
                      <a16:creationId xmlns:a16="http://schemas.microsoft.com/office/drawing/2014/main" id="{CC194322-56AC-3B64-8C94-EC157CA6437B}"/>
                    </a:ext>
                  </a:extLst>
                </p:cNvPr>
                <p:cNvPicPr/>
                <p:nvPr/>
              </p:nvPicPr>
              <p:blipFill>
                <a:blip r:embed="rId287"/>
                <a:stretch>
                  <a:fillRect/>
                </a:stretch>
              </p:blipFill>
              <p:spPr>
                <a:xfrm>
                  <a:off x="6413150" y="3820357"/>
                  <a:ext cx="518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86" name="Ink 185">
                  <a:extLst>
                    <a:ext uri="{FF2B5EF4-FFF2-40B4-BE49-F238E27FC236}">
                      <a16:creationId xmlns:a16="http://schemas.microsoft.com/office/drawing/2014/main" id="{2B9B3A73-3AEB-7B00-0B7D-D1CEF2B94874}"/>
                    </a:ext>
                  </a:extLst>
                </p14:cNvPr>
                <p14:cNvContentPartPr/>
                <p14:nvPr/>
              </p14:nvContentPartPr>
              <p14:xfrm>
                <a:off x="6525470" y="3939877"/>
                <a:ext cx="303840" cy="150120"/>
              </p14:xfrm>
            </p:contentPart>
          </mc:Choice>
          <mc:Fallback xmlns="">
            <p:pic>
              <p:nvPicPr>
                <p:cNvPr id="186" name="Ink 185">
                  <a:extLst>
                    <a:ext uri="{FF2B5EF4-FFF2-40B4-BE49-F238E27FC236}">
                      <a16:creationId xmlns:a16="http://schemas.microsoft.com/office/drawing/2014/main" id="{2B9B3A73-3AEB-7B00-0B7D-D1CEF2B94874}"/>
                    </a:ext>
                  </a:extLst>
                </p:cNvPr>
                <p:cNvPicPr/>
                <p:nvPr/>
              </p:nvPicPr>
              <p:blipFill>
                <a:blip r:embed="rId289"/>
                <a:stretch>
                  <a:fillRect/>
                </a:stretch>
              </p:blipFill>
              <p:spPr>
                <a:xfrm>
                  <a:off x="6507470" y="3922237"/>
                  <a:ext cx="33948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87" name="Ink 186">
                  <a:extLst>
                    <a:ext uri="{FF2B5EF4-FFF2-40B4-BE49-F238E27FC236}">
                      <a16:creationId xmlns:a16="http://schemas.microsoft.com/office/drawing/2014/main" id="{A2E96386-77FB-9E4D-7949-3ED11C35FC75}"/>
                    </a:ext>
                  </a:extLst>
                </p14:cNvPr>
                <p14:cNvContentPartPr/>
                <p14:nvPr/>
              </p14:nvContentPartPr>
              <p14:xfrm>
                <a:off x="6896990" y="3917557"/>
                <a:ext cx="145080" cy="84960"/>
              </p14:xfrm>
            </p:contentPart>
          </mc:Choice>
          <mc:Fallback xmlns="">
            <p:pic>
              <p:nvPicPr>
                <p:cNvPr id="187" name="Ink 186">
                  <a:extLst>
                    <a:ext uri="{FF2B5EF4-FFF2-40B4-BE49-F238E27FC236}">
                      <a16:creationId xmlns:a16="http://schemas.microsoft.com/office/drawing/2014/main" id="{A2E96386-77FB-9E4D-7949-3ED11C35FC75}"/>
                    </a:ext>
                  </a:extLst>
                </p:cNvPr>
                <p:cNvPicPr/>
                <p:nvPr/>
              </p:nvPicPr>
              <p:blipFill>
                <a:blip r:embed="rId291"/>
                <a:stretch>
                  <a:fillRect/>
                </a:stretch>
              </p:blipFill>
              <p:spPr>
                <a:xfrm>
                  <a:off x="6879350" y="3899557"/>
                  <a:ext cx="1807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88" name="Ink 187">
                  <a:extLst>
                    <a:ext uri="{FF2B5EF4-FFF2-40B4-BE49-F238E27FC236}">
                      <a16:creationId xmlns:a16="http://schemas.microsoft.com/office/drawing/2014/main" id="{3DCC4290-2517-2308-3A28-3E41F832D499}"/>
                    </a:ext>
                  </a:extLst>
                </p14:cNvPr>
                <p14:cNvContentPartPr/>
                <p14:nvPr/>
              </p14:nvContentPartPr>
              <p14:xfrm>
                <a:off x="7070150" y="3751597"/>
                <a:ext cx="40320" cy="216000"/>
              </p14:xfrm>
            </p:contentPart>
          </mc:Choice>
          <mc:Fallback xmlns="">
            <p:pic>
              <p:nvPicPr>
                <p:cNvPr id="188" name="Ink 187">
                  <a:extLst>
                    <a:ext uri="{FF2B5EF4-FFF2-40B4-BE49-F238E27FC236}">
                      <a16:creationId xmlns:a16="http://schemas.microsoft.com/office/drawing/2014/main" id="{3DCC4290-2517-2308-3A28-3E41F832D499}"/>
                    </a:ext>
                  </a:extLst>
                </p:cNvPr>
                <p:cNvPicPr/>
                <p:nvPr/>
              </p:nvPicPr>
              <p:blipFill>
                <a:blip r:embed="rId293"/>
                <a:stretch>
                  <a:fillRect/>
                </a:stretch>
              </p:blipFill>
              <p:spPr>
                <a:xfrm>
                  <a:off x="7052150" y="3733957"/>
                  <a:ext cx="75960" cy="251640"/>
                </a:xfrm>
                <a:prstGeom prst="rect">
                  <a:avLst/>
                </a:prstGeom>
              </p:spPr>
            </p:pic>
          </mc:Fallback>
        </mc:AlternateContent>
      </p:grpSp>
      <p:grpSp>
        <p:nvGrpSpPr>
          <p:cNvPr id="198" name="Group 197">
            <a:extLst>
              <a:ext uri="{FF2B5EF4-FFF2-40B4-BE49-F238E27FC236}">
                <a16:creationId xmlns:a16="http://schemas.microsoft.com/office/drawing/2014/main" id="{0FDE0470-F25A-DB5B-8F4A-2DD25A62D8D5}"/>
              </a:ext>
            </a:extLst>
          </p:cNvPr>
          <p:cNvGrpSpPr/>
          <p:nvPr/>
        </p:nvGrpSpPr>
        <p:grpSpPr>
          <a:xfrm>
            <a:off x="638030" y="4114837"/>
            <a:ext cx="761400" cy="528840"/>
            <a:chOff x="638030" y="4114837"/>
            <a:chExt cx="761400" cy="528840"/>
          </a:xfrm>
        </p:grpSpPr>
        <mc:AlternateContent xmlns:mc="http://schemas.openxmlformats.org/markup-compatibility/2006" xmlns:p14="http://schemas.microsoft.com/office/powerpoint/2010/main">
          <mc:Choice Requires="p14">
            <p:contentPart p14:bwMode="auto" r:id="rId294">
              <p14:nvContentPartPr>
                <p14:cNvPr id="191" name="Ink 190">
                  <a:extLst>
                    <a:ext uri="{FF2B5EF4-FFF2-40B4-BE49-F238E27FC236}">
                      <a16:creationId xmlns:a16="http://schemas.microsoft.com/office/drawing/2014/main" id="{AD8F4C84-92CC-334A-23DE-1829DBA3AB08}"/>
                    </a:ext>
                  </a:extLst>
                </p14:cNvPr>
                <p14:cNvContentPartPr/>
                <p14:nvPr/>
              </p14:nvContentPartPr>
              <p14:xfrm>
                <a:off x="638030" y="4223557"/>
                <a:ext cx="39240" cy="227880"/>
              </p14:xfrm>
            </p:contentPart>
          </mc:Choice>
          <mc:Fallback xmlns="">
            <p:pic>
              <p:nvPicPr>
                <p:cNvPr id="191" name="Ink 190">
                  <a:extLst>
                    <a:ext uri="{FF2B5EF4-FFF2-40B4-BE49-F238E27FC236}">
                      <a16:creationId xmlns:a16="http://schemas.microsoft.com/office/drawing/2014/main" id="{AD8F4C84-92CC-334A-23DE-1829DBA3AB08}"/>
                    </a:ext>
                  </a:extLst>
                </p:cNvPr>
                <p:cNvPicPr/>
                <p:nvPr/>
              </p:nvPicPr>
              <p:blipFill>
                <a:blip r:embed="rId295"/>
                <a:stretch>
                  <a:fillRect/>
                </a:stretch>
              </p:blipFill>
              <p:spPr>
                <a:xfrm>
                  <a:off x="620390" y="4205557"/>
                  <a:ext cx="7488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92" name="Ink 191">
                  <a:extLst>
                    <a:ext uri="{FF2B5EF4-FFF2-40B4-BE49-F238E27FC236}">
                      <a16:creationId xmlns:a16="http://schemas.microsoft.com/office/drawing/2014/main" id="{DE4E2A2F-9132-4C1B-0460-32EA9F66CAA6}"/>
                    </a:ext>
                  </a:extLst>
                </p14:cNvPr>
                <p14:cNvContentPartPr/>
                <p14:nvPr/>
              </p14:nvContentPartPr>
              <p14:xfrm>
                <a:off x="640550" y="4180357"/>
                <a:ext cx="141480" cy="147600"/>
              </p14:xfrm>
            </p:contentPart>
          </mc:Choice>
          <mc:Fallback xmlns="">
            <p:pic>
              <p:nvPicPr>
                <p:cNvPr id="192" name="Ink 191">
                  <a:extLst>
                    <a:ext uri="{FF2B5EF4-FFF2-40B4-BE49-F238E27FC236}">
                      <a16:creationId xmlns:a16="http://schemas.microsoft.com/office/drawing/2014/main" id="{DE4E2A2F-9132-4C1B-0460-32EA9F66CAA6}"/>
                    </a:ext>
                  </a:extLst>
                </p:cNvPr>
                <p:cNvPicPr/>
                <p:nvPr/>
              </p:nvPicPr>
              <p:blipFill>
                <a:blip r:embed="rId297"/>
                <a:stretch>
                  <a:fillRect/>
                </a:stretch>
              </p:blipFill>
              <p:spPr>
                <a:xfrm>
                  <a:off x="622550" y="4162357"/>
                  <a:ext cx="17712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93" name="Ink 192">
                  <a:extLst>
                    <a:ext uri="{FF2B5EF4-FFF2-40B4-BE49-F238E27FC236}">
                      <a16:creationId xmlns:a16="http://schemas.microsoft.com/office/drawing/2014/main" id="{AC49D7D6-DAF9-9540-8EC8-890CD1BFCBF8}"/>
                    </a:ext>
                  </a:extLst>
                </p14:cNvPr>
                <p14:cNvContentPartPr/>
                <p14:nvPr/>
              </p14:nvContentPartPr>
              <p14:xfrm>
                <a:off x="886430" y="4262077"/>
                <a:ext cx="52560" cy="121320"/>
              </p14:xfrm>
            </p:contentPart>
          </mc:Choice>
          <mc:Fallback xmlns="">
            <p:pic>
              <p:nvPicPr>
                <p:cNvPr id="193" name="Ink 192">
                  <a:extLst>
                    <a:ext uri="{FF2B5EF4-FFF2-40B4-BE49-F238E27FC236}">
                      <a16:creationId xmlns:a16="http://schemas.microsoft.com/office/drawing/2014/main" id="{AC49D7D6-DAF9-9540-8EC8-890CD1BFCBF8}"/>
                    </a:ext>
                  </a:extLst>
                </p:cNvPr>
                <p:cNvPicPr/>
                <p:nvPr/>
              </p:nvPicPr>
              <p:blipFill>
                <a:blip r:embed="rId299"/>
                <a:stretch>
                  <a:fillRect/>
                </a:stretch>
              </p:blipFill>
              <p:spPr>
                <a:xfrm>
                  <a:off x="868430" y="4244077"/>
                  <a:ext cx="8820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94" name="Ink 193">
                  <a:extLst>
                    <a:ext uri="{FF2B5EF4-FFF2-40B4-BE49-F238E27FC236}">
                      <a16:creationId xmlns:a16="http://schemas.microsoft.com/office/drawing/2014/main" id="{BC4A13E9-97A3-08E7-B591-785E697C5059}"/>
                    </a:ext>
                  </a:extLst>
                </p14:cNvPr>
                <p14:cNvContentPartPr/>
                <p14:nvPr/>
              </p14:nvContentPartPr>
              <p14:xfrm>
                <a:off x="1039790" y="4273597"/>
                <a:ext cx="14760" cy="98640"/>
              </p14:xfrm>
            </p:contentPart>
          </mc:Choice>
          <mc:Fallback xmlns="">
            <p:pic>
              <p:nvPicPr>
                <p:cNvPr id="194" name="Ink 193">
                  <a:extLst>
                    <a:ext uri="{FF2B5EF4-FFF2-40B4-BE49-F238E27FC236}">
                      <a16:creationId xmlns:a16="http://schemas.microsoft.com/office/drawing/2014/main" id="{BC4A13E9-97A3-08E7-B591-785E697C5059}"/>
                    </a:ext>
                  </a:extLst>
                </p:cNvPr>
                <p:cNvPicPr/>
                <p:nvPr/>
              </p:nvPicPr>
              <p:blipFill>
                <a:blip r:embed="rId301"/>
                <a:stretch>
                  <a:fillRect/>
                </a:stretch>
              </p:blipFill>
              <p:spPr>
                <a:xfrm>
                  <a:off x="1021790" y="4255957"/>
                  <a:ext cx="5040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95" name="Ink 194">
                  <a:extLst>
                    <a:ext uri="{FF2B5EF4-FFF2-40B4-BE49-F238E27FC236}">
                      <a16:creationId xmlns:a16="http://schemas.microsoft.com/office/drawing/2014/main" id="{CD43F0DE-3134-A928-E761-00E5A38ED463}"/>
                    </a:ext>
                  </a:extLst>
                </p14:cNvPr>
                <p14:cNvContentPartPr/>
                <p14:nvPr/>
              </p14:nvContentPartPr>
              <p14:xfrm>
                <a:off x="1037990" y="4114837"/>
                <a:ext cx="36360" cy="65880"/>
              </p14:xfrm>
            </p:contentPart>
          </mc:Choice>
          <mc:Fallback xmlns="">
            <p:pic>
              <p:nvPicPr>
                <p:cNvPr id="195" name="Ink 194">
                  <a:extLst>
                    <a:ext uri="{FF2B5EF4-FFF2-40B4-BE49-F238E27FC236}">
                      <a16:creationId xmlns:a16="http://schemas.microsoft.com/office/drawing/2014/main" id="{CD43F0DE-3134-A928-E761-00E5A38ED463}"/>
                    </a:ext>
                  </a:extLst>
                </p:cNvPr>
                <p:cNvPicPr/>
                <p:nvPr/>
              </p:nvPicPr>
              <p:blipFill>
                <a:blip r:embed="rId303"/>
                <a:stretch>
                  <a:fillRect/>
                </a:stretch>
              </p:blipFill>
              <p:spPr>
                <a:xfrm>
                  <a:off x="1020350" y="4096837"/>
                  <a:ext cx="7200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96" name="Ink 195">
                  <a:extLst>
                    <a:ext uri="{FF2B5EF4-FFF2-40B4-BE49-F238E27FC236}">
                      <a16:creationId xmlns:a16="http://schemas.microsoft.com/office/drawing/2014/main" id="{79588CA0-E8BA-FA37-C371-6459806C8514}"/>
                    </a:ext>
                  </a:extLst>
                </p14:cNvPr>
                <p14:cNvContentPartPr/>
                <p14:nvPr/>
              </p14:nvContentPartPr>
              <p14:xfrm>
                <a:off x="1148510" y="4243357"/>
                <a:ext cx="75240" cy="162360"/>
              </p14:xfrm>
            </p:contentPart>
          </mc:Choice>
          <mc:Fallback xmlns="">
            <p:pic>
              <p:nvPicPr>
                <p:cNvPr id="196" name="Ink 195">
                  <a:extLst>
                    <a:ext uri="{FF2B5EF4-FFF2-40B4-BE49-F238E27FC236}">
                      <a16:creationId xmlns:a16="http://schemas.microsoft.com/office/drawing/2014/main" id="{79588CA0-E8BA-FA37-C371-6459806C8514}"/>
                    </a:ext>
                  </a:extLst>
                </p:cNvPr>
                <p:cNvPicPr/>
                <p:nvPr/>
              </p:nvPicPr>
              <p:blipFill>
                <a:blip r:embed="rId305"/>
                <a:stretch>
                  <a:fillRect/>
                </a:stretch>
              </p:blipFill>
              <p:spPr>
                <a:xfrm>
                  <a:off x="1130510" y="4225357"/>
                  <a:ext cx="11088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97" name="Ink 196">
                  <a:extLst>
                    <a:ext uri="{FF2B5EF4-FFF2-40B4-BE49-F238E27FC236}">
                      <a16:creationId xmlns:a16="http://schemas.microsoft.com/office/drawing/2014/main" id="{87631C3A-4D63-E4AF-98A9-C805D43B4398}"/>
                    </a:ext>
                  </a:extLst>
                </p14:cNvPr>
                <p14:cNvContentPartPr/>
                <p14:nvPr/>
              </p14:nvContentPartPr>
              <p14:xfrm>
                <a:off x="1286390" y="4254517"/>
                <a:ext cx="113040" cy="389160"/>
              </p14:xfrm>
            </p:contentPart>
          </mc:Choice>
          <mc:Fallback xmlns="">
            <p:pic>
              <p:nvPicPr>
                <p:cNvPr id="197" name="Ink 196">
                  <a:extLst>
                    <a:ext uri="{FF2B5EF4-FFF2-40B4-BE49-F238E27FC236}">
                      <a16:creationId xmlns:a16="http://schemas.microsoft.com/office/drawing/2014/main" id="{87631C3A-4D63-E4AF-98A9-C805D43B4398}"/>
                    </a:ext>
                  </a:extLst>
                </p:cNvPr>
                <p:cNvPicPr/>
                <p:nvPr/>
              </p:nvPicPr>
              <p:blipFill>
                <a:blip r:embed="rId307"/>
                <a:stretch>
                  <a:fillRect/>
                </a:stretch>
              </p:blipFill>
              <p:spPr>
                <a:xfrm>
                  <a:off x="1268750" y="4236877"/>
                  <a:ext cx="148680" cy="424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8">
            <p14:nvContentPartPr>
              <p14:cNvPr id="199" name="Ink 198">
                <a:extLst>
                  <a:ext uri="{FF2B5EF4-FFF2-40B4-BE49-F238E27FC236}">
                    <a16:creationId xmlns:a16="http://schemas.microsoft.com/office/drawing/2014/main" id="{4AA81458-040D-72C3-23FC-C85BC2758F19}"/>
                  </a:ext>
                </a:extLst>
              </p14:cNvPr>
              <p14:cNvContentPartPr/>
              <p14:nvPr/>
            </p14:nvContentPartPr>
            <p14:xfrm>
              <a:off x="838200" y="4953000"/>
              <a:ext cx="2653920" cy="1003320"/>
            </p14:xfrm>
          </p:contentPart>
        </mc:Choice>
        <mc:Fallback xmlns="">
          <p:pic>
            <p:nvPicPr>
              <p:cNvPr id="199" name="Ink 198">
                <a:extLst>
                  <a:ext uri="{FF2B5EF4-FFF2-40B4-BE49-F238E27FC236}">
                    <a16:creationId xmlns:a16="http://schemas.microsoft.com/office/drawing/2014/main" id="{4AA81458-040D-72C3-23FC-C85BC2758F19}"/>
                  </a:ext>
                </a:extLst>
              </p:cNvPr>
              <p:cNvPicPr/>
              <p:nvPr/>
            </p:nvPicPr>
            <p:blipFill>
              <a:blip r:embed="rId27"/>
              <a:stretch>
                <a:fillRect/>
              </a:stretch>
            </p:blipFill>
            <p:spPr>
              <a:xfrm>
                <a:off x="820200" y="4935000"/>
                <a:ext cx="2689560" cy="103896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00" name="Ink 199">
                <a:extLst>
                  <a:ext uri="{FF2B5EF4-FFF2-40B4-BE49-F238E27FC236}">
                    <a16:creationId xmlns:a16="http://schemas.microsoft.com/office/drawing/2014/main" id="{68256FFE-B1ED-B311-8063-CEA12F0E8276}"/>
                  </a:ext>
                </a:extLst>
              </p14:cNvPr>
              <p14:cNvContentPartPr/>
              <p14:nvPr/>
            </p14:nvContentPartPr>
            <p14:xfrm>
              <a:off x="4656350" y="4953000"/>
              <a:ext cx="2185920" cy="759240"/>
            </p14:xfrm>
          </p:contentPart>
        </mc:Choice>
        <mc:Fallback xmlns="">
          <p:pic>
            <p:nvPicPr>
              <p:cNvPr id="200" name="Ink 199">
                <a:extLst>
                  <a:ext uri="{FF2B5EF4-FFF2-40B4-BE49-F238E27FC236}">
                    <a16:creationId xmlns:a16="http://schemas.microsoft.com/office/drawing/2014/main" id="{68256FFE-B1ED-B311-8063-CEA12F0E8276}"/>
                  </a:ext>
                </a:extLst>
              </p:cNvPr>
              <p:cNvPicPr/>
              <p:nvPr/>
            </p:nvPicPr>
            <p:blipFill>
              <a:blip r:embed="rId3"/>
              <a:stretch>
                <a:fillRect/>
              </a:stretch>
            </p:blipFill>
            <p:spPr>
              <a:xfrm>
                <a:off x="4638350" y="4935360"/>
                <a:ext cx="2221560" cy="794880"/>
              </a:xfrm>
              <a:prstGeom prst="rect">
                <a:avLst/>
              </a:prstGeom>
            </p:spPr>
          </p:pic>
        </mc:Fallback>
      </mc:AlternateContent>
      <p:grpSp>
        <p:nvGrpSpPr>
          <p:cNvPr id="203" name="Group 202">
            <a:extLst>
              <a:ext uri="{FF2B5EF4-FFF2-40B4-BE49-F238E27FC236}">
                <a16:creationId xmlns:a16="http://schemas.microsoft.com/office/drawing/2014/main" id="{9DDAEF02-87B5-A086-3DF3-564DD3F068C5}"/>
              </a:ext>
            </a:extLst>
          </p:cNvPr>
          <p:cNvGrpSpPr/>
          <p:nvPr/>
        </p:nvGrpSpPr>
        <p:grpSpPr>
          <a:xfrm>
            <a:off x="3611990" y="5202397"/>
            <a:ext cx="751680" cy="318600"/>
            <a:chOff x="3611990" y="5202397"/>
            <a:chExt cx="751680" cy="318600"/>
          </a:xfrm>
        </p:grpSpPr>
        <mc:AlternateContent xmlns:mc="http://schemas.openxmlformats.org/markup-compatibility/2006" xmlns:p14="http://schemas.microsoft.com/office/powerpoint/2010/main">
          <mc:Choice Requires="p14">
            <p:contentPart p14:bwMode="auto" r:id="rId310">
              <p14:nvContentPartPr>
                <p14:cNvPr id="201" name="Ink 200">
                  <a:extLst>
                    <a:ext uri="{FF2B5EF4-FFF2-40B4-BE49-F238E27FC236}">
                      <a16:creationId xmlns:a16="http://schemas.microsoft.com/office/drawing/2014/main" id="{E7BA0483-5B4E-4949-DC55-396BDFC9F95E}"/>
                    </a:ext>
                  </a:extLst>
                </p14:cNvPr>
                <p14:cNvContentPartPr/>
                <p14:nvPr/>
              </p14:nvContentPartPr>
              <p14:xfrm>
                <a:off x="3611990" y="5319757"/>
                <a:ext cx="677520" cy="84240"/>
              </p14:xfrm>
            </p:contentPart>
          </mc:Choice>
          <mc:Fallback xmlns="">
            <p:pic>
              <p:nvPicPr>
                <p:cNvPr id="201" name="Ink 200">
                  <a:extLst>
                    <a:ext uri="{FF2B5EF4-FFF2-40B4-BE49-F238E27FC236}">
                      <a16:creationId xmlns:a16="http://schemas.microsoft.com/office/drawing/2014/main" id="{E7BA0483-5B4E-4949-DC55-396BDFC9F95E}"/>
                    </a:ext>
                  </a:extLst>
                </p:cNvPr>
                <p:cNvPicPr/>
                <p:nvPr/>
              </p:nvPicPr>
              <p:blipFill>
                <a:blip r:embed="rId311"/>
                <a:stretch>
                  <a:fillRect/>
                </a:stretch>
              </p:blipFill>
              <p:spPr>
                <a:xfrm>
                  <a:off x="3593990" y="5301757"/>
                  <a:ext cx="71316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02" name="Ink 201">
                  <a:extLst>
                    <a:ext uri="{FF2B5EF4-FFF2-40B4-BE49-F238E27FC236}">
                      <a16:creationId xmlns:a16="http://schemas.microsoft.com/office/drawing/2014/main" id="{6233D4E3-0080-E616-E9D4-14809359012D}"/>
                    </a:ext>
                  </a:extLst>
                </p14:cNvPr>
                <p14:cNvContentPartPr/>
                <p14:nvPr/>
              </p14:nvContentPartPr>
              <p14:xfrm>
                <a:off x="4159190" y="5202397"/>
                <a:ext cx="204480" cy="318600"/>
              </p14:xfrm>
            </p:contentPart>
          </mc:Choice>
          <mc:Fallback xmlns="">
            <p:pic>
              <p:nvPicPr>
                <p:cNvPr id="202" name="Ink 201">
                  <a:extLst>
                    <a:ext uri="{FF2B5EF4-FFF2-40B4-BE49-F238E27FC236}">
                      <a16:creationId xmlns:a16="http://schemas.microsoft.com/office/drawing/2014/main" id="{6233D4E3-0080-E616-E9D4-14809359012D}"/>
                    </a:ext>
                  </a:extLst>
                </p:cNvPr>
                <p:cNvPicPr/>
                <p:nvPr/>
              </p:nvPicPr>
              <p:blipFill>
                <a:blip r:embed="rId313"/>
                <a:stretch>
                  <a:fillRect/>
                </a:stretch>
              </p:blipFill>
              <p:spPr>
                <a:xfrm>
                  <a:off x="4141550" y="5184757"/>
                  <a:ext cx="240120" cy="354240"/>
                </a:xfrm>
                <a:prstGeom prst="rect">
                  <a:avLst/>
                </a:prstGeom>
              </p:spPr>
            </p:pic>
          </mc:Fallback>
        </mc:AlternateContent>
      </p:grpSp>
    </p:spTree>
    <p:extLst>
      <p:ext uri="{BB962C8B-B14F-4D97-AF65-F5344CB8AC3E}">
        <p14:creationId xmlns:p14="http://schemas.microsoft.com/office/powerpoint/2010/main" val="1802208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9AC81-2CF3-F383-B14E-F704016917DF}"/>
              </a:ext>
            </a:extLst>
          </p:cNvPr>
          <p:cNvSpPr>
            <a:spLocks noGrp="1"/>
          </p:cNvSpPr>
          <p:nvPr>
            <p:ph type="title"/>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CE56A9D-41A1-4FEA-BF2B-0B95F14A5CDA}"/>
                  </a:ext>
                </a:extLst>
              </p14:cNvPr>
              <p14:cNvContentPartPr/>
              <p14:nvPr/>
            </p14:nvContentPartPr>
            <p14:xfrm>
              <a:off x="2360630" y="1233757"/>
              <a:ext cx="86040" cy="655200"/>
            </p14:xfrm>
          </p:contentPart>
        </mc:Choice>
        <mc:Fallback xmlns="">
          <p:pic>
            <p:nvPicPr>
              <p:cNvPr id="4" name="Ink 3">
                <a:extLst>
                  <a:ext uri="{FF2B5EF4-FFF2-40B4-BE49-F238E27FC236}">
                    <a16:creationId xmlns:a16="http://schemas.microsoft.com/office/drawing/2014/main" id="{3CE56A9D-41A1-4FEA-BF2B-0B95F14A5CDA}"/>
                  </a:ext>
                </a:extLst>
              </p:cNvPr>
              <p:cNvPicPr/>
              <p:nvPr/>
            </p:nvPicPr>
            <p:blipFill>
              <a:blip r:embed="rId3"/>
              <a:stretch>
                <a:fillRect/>
              </a:stretch>
            </p:blipFill>
            <p:spPr>
              <a:xfrm>
                <a:off x="2342990" y="1216117"/>
                <a:ext cx="121680" cy="690840"/>
              </a:xfrm>
              <a:prstGeom prst="rect">
                <a:avLst/>
              </a:prstGeom>
            </p:spPr>
          </p:pic>
        </mc:Fallback>
      </mc:AlternateContent>
      <p:grpSp>
        <p:nvGrpSpPr>
          <p:cNvPr id="10" name="Group 9">
            <a:extLst>
              <a:ext uri="{FF2B5EF4-FFF2-40B4-BE49-F238E27FC236}">
                <a16:creationId xmlns:a16="http://schemas.microsoft.com/office/drawing/2014/main" id="{D2030F36-849A-1015-F350-DB334CCCBD93}"/>
              </a:ext>
            </a:extLst>
          </p:cNvPr>
          <p:cNvGrpSpPr/>
          <p:nvPr/>
        </p:nvGrpSpPr>
        <p:grpSpPr>
          <a:xfrm>
            <a:off x="2645030" y="1260757"/>
            <a:ext cx="634320" cy="475200"/>
            <a:chOff x="2645030" y="1260757"/>
            <a:chExt cx="634320" cy="47520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C16CAA7-F80C-EA65-36A4-7901331DA092}"/>
                    </a:ext>
                  </a:extLst>
                </p14:cNvPr>
                <p14:cNvContentPartPr/>
                <p14:nvPr/>
              </p14:nvContentPartPr>
              <p14:xfrm>
                <a:off x="2645030" y="1501957"/>
                <a:ext cx="55080" cy="234000"/>
              </p14:xfrm>
            </p:contentPart>
          </mc:Choice>
          <mc:Fallback xmlns="">
            <p:pic>
              <p:nvPicPr>
                <p:cNvPr id="5" name="Ink 4">
                  <a:extLst>
                    <a:ext uri="{FF2B5EF4-FFF2-40B4-BE49-F238E27FC236}">
                      <a16:creationId xmlns:a16="http://schemas.microsoft.com/office/drawing/2014/main" id="{6C16CAA7-F80C-EA65-36A4-7901331DA092}"/>
                    </a:ext>
                  </a:extLst>
                </p:cNvPr>
                <p:cNvPicPr/>
                <p:nvPr/>
              </p:nvPicPr>
              <p:blipFill>
                <a:blip r:embed="rId5"/>
                <a:stretch>
                  <a:fillRect/>
                </a:stretch>
              </p:blipFill>
              <p:spPr>
                <a:xfrm>
                  <a:off x="2627390" y="1483957"/>
                  <a:ext cx="9072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A1BE7C89-43EA-A173-B4FA-4F0D54CAF169}"/>
                    </a:ext>
                  </a:extLst>
                </p14:cNvPr>
                <p14:cNvContentPartPr/>
                <p14:nvPr/>
              </p14:nvContentPartPr>
              <p14:xfrm>
                <a:off x="2687150" y="1529317"/>
                <a:ext cx="175680" cy="84240"/>
              </p14:xfrm>
            </p:contentPart>
          </mc:Choice>
          <mc:Fallback xmlns="">
            <p:pic>
              <p:nvPicPr>
                <p:cNvPr id="6" name="Ink 5">
                  <a:extLst>
                    <a:ext uri="{FF2B5EF4-FFF2-40B4-BE49-F238E27FC236}">
                      <a16:creationId xmlns:a16="http://schemas.microsoft.com/office/drawing/2014/main" id="{A1BE7C89-43EA-A173-B4FA-4F0D54CAF169}"/>
                    </a:ext>
                  </a:extLst>
                </p:cNvPr>
                <p:cNvPicPr/>
                <p:nvPr/>
              </p:nvPicPr>
              <p:blipFill>
                <a:blip r:embed="rId7"/>
                <a:stretch>
                  <a:fillRect/>
                </a:stretch>
              </p:blipFill>
              <p:spPr>
                <a:xfrm>
                  <a:off x="2669150" y="1511677"/>
                  <a:ext cx="21132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24BFB782-6E94-094B-D2E6-B57FAC38970B}"/>
                    </a:ext>
                  </a:extLst>
                </p14:cNvPr>
                <p14:cNvContentPartPr/>
                <p14:nvPr/>
              </p14:nvContentPartPr>
              <p14:xfrm>
                <a:off x="3033470" y="1260757"/>
                <a:ext cx="78840" cy="456480"/>
              </p14:xfrm>
            </p:contentPart>
          </mc:Choice>
          <mc:Fallback xmlns="">
            <p:pic>
              <p:nvPicPr>
                <p:cNvPr id="7" name="Ink 6">
                  <a:extLst>
                    <a:ext uri="{FF2B5EF4-FFF2-40B4-BE49-F238E27FC236}">
                      <a16:creationId xmlns:a16="http://schemas.microsoft.com/office/drawing/2014/main" id="{24BFB782-6E94-094B-D2E6-B57FAC38970B}"/>
                    </a:ext>
                  </a:extLst>
                </p:cNvPr>
                <p:cNvPicPr/>
                <p:nvPr/>
              </p:nvPicPr>
              <p:blipFill>
                <a:blip r:embed="rId9"/>
                <a:stretch>
                  <a:fillRect/>
                </a:stretch>
              </p:blipFill>
              <p:spPr>
                <a:xfrm>
                  <a:off x="3015470" y="1243117"/>
                  <a:ext cx="114480" cy="492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0D6242E5-26A5-68B2-202F-B224C64B1052}"/>
                    </a:ext>
                  </a:extLst>
                </p14:cNvPr>
                <p14:cNvContentPartPr/>
                <p14:nvPr/>
              </p14:nvContentPartPr>
              <p14:xfrm>
                <a:off x="3073430" y="1269397"/>
                <a:ext cx="205920" cy="328320"/>
              </p14:xfrm>
            </p:contentPart>
          </mc:Choice>
          <mc:Fallback xmlns="">
            <p:pic>
              <p:nvPicPr>
                <p:cNvPr id="8" name="Ink 7">
                  <a:extLst>
                    <a:ext uri="{FF2B5EF4-FFF2-40B4-BE49-F238E27FC236}">
                      <a16:creationId xmlns:a16="http://schemas.microsoft.com/office/drawing/2014/main" id="{0D6242E5-26A5-68B2-202F-B224C64B1052}"/>
                    </a:ext>
                  </a:extLst>
                </p:cNvPr>
                <p:cNvPicPr/>
                <p:nvPr/>
              </p:nvPicPr>
              <p:blipFill>
                <a:blip r:embed="rId11"/>
                <a:stretch>
                  <a:fillRect/>
                </a:stretch>
              </p:blipFill>
              <p:spPr>
                <a:xfrm>
                  <a:off x="3055430" y="1251757"/>
                  <a:ext cx="241560" cy="363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8F320F98-8870-201D-188C-75A371A14470}"/>
                    </a:ext>
                  </a:extLst>
                </p14:cNvPr>
                <p14:cNvContentPartPr/>
                <p14:nvPr/>
              </p14:nvContentPartPr>
              <p14:xfrm>
                <a:off x="3060470" y="1493317"/>
                <a:ext cx="103320" cy="31680"/>
              </p14:xfrm>
            </p:contentPart>
          </mc:Choice>
          <mc:Fallback xmlns="">
            <p:pic>
              <p:nvPicPr>
                <p:cNvPr id="9" name="Ink 8">
                  <a:extLst>
                    <a:ext uri="{FF2B5EF4-FFF2-40B4-BE49-F238E27FC236}">
                      <a16:creationId xmlns:a16="http://schemas.microsoft.com/office/drawing/2014/main" id="{8F320F98-8870-201D-188C-75A371A14470}"/>
                    </a:ext>
                  </a:extLst>
                </p:cNvPr>
                <p:cNvPicPr/>
                <p:nvPr/>
              </p:nvPicPr>
              <p:blipFill>
                <a:blip r:embed="rId13"/>
                <a:stretch>
                  <a:fillRect/>
                </a:stretch>
              </p:blipFill>
              <p:spPr>
                <a:xfrm>
                  <a:off x="3042830" y="1475677"/>
                  <a:ext cx="138960" cy="67320"/>
                </a:xfrm>
                <a:prstGeom prst="rect">
                  <a:avLst/>
                </a:prstGeom>
              </p:spPr>
            </p:pic>
          </mc:Fallback>
        </mc:AlternateContent>
      </p:grpSp>
      <p:grpSp>
        <p:nvGrpSpPr>
          <p:cNvPr id="20" name="Group 19">
            <a:extLst>
              <a:ext uri="{FF2B5EF4-FFF2-40B4-BE49-F238E27FC236}">
                <a16:creationId xmlns:a16="http://schemas.microsoft.com/office/drawing/2014/main" id="{FAF8A93C-8663-6ADF-D252-127795911561}"/>
              </a:ext>
            </a:extLst>
          </p:cNvPr>
          <p:cNvGrpSpPr/>
          <p:nvPr/>
        </p:nvGrpSpPr>
        <p:grpSpPr>
          <a:xfrm>
            <a:off x="5395070" y="1267957"/>
            <a:ext cx="562320" cy="213480"/>
            <a:chOff x="5395070" y="1267957"/>
            <a:chExt cx="562320" cy="213480"/>
          </a:xfrm>
        </p:grpSpPr>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901461E1-5120-FE2C-D165-EC94ADA63E5A}"/>
                    </a:ext>
                  </a:extLst>
                </p14:cNvPr>
                <p14:cNvContentPartPr/>
                <p14:nvPr/>
              </p14:nvContentPartPr>
              <p14:xfrm>
                <a:off x="5395070" y="1349317"/>
                <a:ext cx="516600" cy="43920"/>
              </p14:xfrm>
            </p:contentPart>
          </mc:Choice>
          <mc:Fallback xmlns="">
            <p:pic>
              <p:nvPicPr>
                <p:cNvPr id="18" name="Ink 17">
                  <a:extLst>
                    <a:ext uri="{FF2B5EF4-FFF2-40B4-BE49-F238E27FC236}">
                      <a16:creationId xmlns:a16="http://schemas.microsoft.com/office/drawing/2014/main" id="{901461E1-5120-FE2C-D165-EC94ADA63E5A}"/>
                    </a:ext>
                  </a:extLst>
                </p:cNvPr>
                <p:cNvPicPr/>
                <p:nvPr/>
              </p:nvPicPr>
              <p:blipFill>
                <a:blip r:embed="rId15"/>
                <a:stretch>
                  <a:fillRect/>
                </a:stretch>
              </p:blipFill>
              <p:spPr>
                <a:xfrm>
                  <a:off x="5377430" y="1331317"/>
                  <a:ext cx="5522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AB5A2541-2DCD-4E7F-711D-3D62445F7BA0}"/>
                    </a:ext>
                  </a:extLst>
                </p14:cNvPr>
                <p14:cNvContentPartPr/>
                <p14:nvPr/>
              </p14:nvContentPartPr>
              <p14:xfrm>
                <a:off x="5754710" y="1267957"/>
                <a:ext cx="202680" cy="213480"/>
              </p14:xfrm>
            </p:contentPart>
          </mc:Choice>
          <mc:Fallback xmlns="">
            <p:pic>
              <p:nvPicPr>
                <p:cNvPr id="19" name="Ink 18">
                  <a:extLst>
                    <a:ext uri="{FF2B5EF4-FFF2-40B4-BE49-F238E27FC236}">
                      <a16:creationId xmlns:a16="http://schemas.microsoft.com/office/drawing/2014/main" id="{AB5A2541-2DCD-4E7F-711D-3D62445F7BA0}"/>
                    </a:ext>
                  </a:extLst>
                </p:cNvPr>
                <p:cNvPicPr/>
                <p:nvPr/>
              </p:nvPicPr>
              <p:blipFill>
                <a:blip r:embed="rId17"/>
                <a:stretch>
                  <a:fillRect/>
                </a:stretch>
              </p:blipFill>
              <p:spPr>
                <a:xfrm>
                  <a:off x="5737070" y="1249957"/>
                  <a:ext cx="238320" cy="249120"/>
                </a:xfrm>
                <a:prstGeom prst="rect">
                  <a:avLst/>
                </a:prstGeom>
              </p:spPr>
            </p:pic>
          </mc:Fallback>
        </mc:AlternateContent>
      </p:grpSp>
      <p:grpSp>
        <p:nvGrpSpPr>
          <p:cNvPr id="23" name="Group 22">
            <a:extLst>
              <a:ext uri="{FF2B5EF4-FFF2-40B4-BE49-F238E27FC236}">
                <a16:creationId xmlns:a16="http://schemas.microsoft.com/office/drawing/2014/main" id="{8BBEBE72-BE98-234A-D025-4F5672CBA3A4}"/>
              </a:ext>
            </a:extLst>
          </p:cNvPr>
          <p:cNvGrpSpPr/>
          <p:nvPr/>
        </p:nvGrpSpPr>
        <p:grpSpPr>
          <a:xfrm>
            <a:off x="3812870" y="952237"/>
            <a:ext cx="1335960" cy="783360"/>
            <a:chOff x="3812870" y="952237"/>
            <a:chExt cx="1335960" cy="783360"/>
          </a:xfrm>
        </p:grpSpPr>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63F30118-519C-057B-7583-281A99934F7B}"/>
                    </a:ext>
                  </a:extLst>
                </p14:cNvPr>
                <p14:cNvContentPartPr/>
                <p14:nvPr/>
              </p14:nvContentPartPr>
              <p14:xfrm>
                <a:off x="3812870" y="1377037"/>
                <a:ext cx="208800" cy="136800"/>
              </p14:xfrm>
            </p:contentPart>
          </mc:Choice>
          <mc:Fallback xmlns="">
            <p:pic>
              <p:nvPicPr>
                <p:cNvPr id="11" name="Ink 10">
                  <a:extLst>
                    <a:ext uri="{FF2B5EF4-FFF2-40B4-BE49-F238E27FC236}">
                      <a16:creationId xmlns:a16="http://schemas.microsoft.com/office/drawing/2014/main" id="{63F30118-519C-057B-7583-281A99934F7B}"/>
                    </a:ext>
                  </a:extLst>
                </p:cNvPr>
                <p:cNvPicPr/>
                <p:nvPr/>
              </p:nvPicPr>
              <p:blipFill>
                <a:blip r:embed="rId19"/>
                <a:stretch>
                  <a:fillRect/>
                </a:stretch>
              </p:blipFill>
              <p:spPr>
                <a:xfrm>
                  <a:off x="3795230" y="1359397"/>
                  <a:ext cx="2444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E74A221D-9C2C-9BF4-A45D-03908D75D912}"/>
                    </a:ext>
                  </a:extLst>
                </p14:cNvPr>
                <p14:cNvContentPartPr/>
                <p14:nvPr/>
              </p14:nvContentPartPr>
              <p14:xfrm>
                <a:off x="3889550" y="1355077"/>
                <a:ext cx="105120" cy="212400"/>
              </p14:xfrm>
            </p:contentPart>
          </mc:Choice>
          <mc:Fallback xmlns="">
            <p:pic>
              <p:nvPicPr>
                <p:cNvPr id="12" name="Ink 11">
                  <a:extLst>
                    <a:ext uri="{FF2B5EF4-FFF2-40B4-BE49-F238E27FC236}">
                      <a16:creationId xmlns:a16="http://schemas.microsoft.com/office/drawing/2014/main" id="{E74A221D-9C2C-9BF4-A45D-03908D75D912}"/>
                    </a:ext>
                  </a:extLst>
                </p:cNvPr>
                <p:cNvPicPr/>
                <p:nvPr/>
              </p:nvPicPr>
              <p:blipFill>
                <a:blip r:embed="rId21"/>
                <a:stretch>
                  <a:fillRect/>
                </a:stretch>
              </p:blipFill>
              <p:spPr>
                <a:xfrm>
                  <a:off x="3871910" y="1337437"/>
                  <a:ext cx="14076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4737BA06-C8AE-B946-E467-B4A82224B006}"/>
                    </a:ext>
                  </a:extLst>
                </p14:cNvPr>
                <p14:cNvContentPartPr/>
                <p14:nvPr/>
              </p14:nvContentPartPr>
              <p14:xfrm>
                <a:off x="4352510" y="1208197"/>
                <a:ext cx="48240" cy="384120"/>
              </p14:xfrm>
            </p:contentPart>
          </mc:Choice>
          <mc:Fallback xmlns="">
            <p:pic>
              <p:nvPicPr>
                <p:cNvPr id="14" name="Ink 13">
                  <a:extLst>
                    <a:ext uri="{FF2B5EF4-FFF2-40B4-BE49-F238E27FC236}">
                      <a16:creationId xmlns:a16="http://schemas.microsoft.com/office/drawing/2014/main" id="{4737BA06-C8AE-B946-E467-B4A82224B006}"/>
                    </a:ext>
                  </a:extLst>
                </p:cNvPr>
                <p:cNvPicPr/>
                <p:nvPr/>
              </p:nvPicPr>
              <p:blipFill>
                <a:blip r:embed="rId23"/>
                <a:stretch>
                  <a:fillRect/>
                </a:stretch>
              </p:blipFill>
              <p:spPr>
                <a:xfrm>
                  <a:off x="4334870" y="1190557"/>
                  <a:ext cx="83880" cy="4197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6103EC67-ACF9-7752-5B96-C16B7D05CD18}"/>
                    </a:ext>
                  </a:extLst>
                </p14:cNvPr>
                <p14:cNvContentPartPr/>
                <p14:nvPr/>
              </p14:nvContentPartPr>
              <p14:xfrm>
                <a:off x="4531430" y="1230517"/>
                <a:ext cx="197280" cy="324720"/>
              </p14:xfrm>
            </p:contentPart>
          </mc:Choice>
          <mc:Fallback xmlns="">
            <p:pic>
              <p:nvPicPr>
                <p:cNvPr id="15" name="Ink 14">
                  <a:extLst>
                    <a:ext uri="{FF2B5EF4-FFF2-40B4-BE49-F238E27FC236}">
                      <a16:creationId xmlns:a16="http://schemas.microsoft.com/office/drawing/2014/main" id="{6103EC67-ACF9-7752-5B96-C16B7D05CD18}"/>
                    </a:ext>
                  </a:extLst>
                </p:cNvPr>
                <p:cNvPicPr/>
                <p:nvPr/>
              </p:nvPicPr>
              <p:blipFill>
                <a:blip r:embed="rId25"/>
                <a:stretch>
                  <a:fillRect/>
                </a:stretch>
              </p:blipFill>
              <p:spPr>
                <a:xfrm>
                  <a:off x="4513790" y="1212877"/>
                  <a:ext cx="23292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D37D4313-4F41-9A53-9A54-42704BB30629}"/>
                    </a:ext>
                  </a:extLst>
                </p14:cNvPr>
                <p14:cNvContentPartPr/>
                <p14:nvPr/>
              </p14:nvContentPartPr>
              <p14:xfrm>
                <a:off x="4755350" y="957277"/>
                <a:ext cx="108000" cy="235800"/>
              </p14:xfrm>
            </p:contentPart>
          </mc:Choice>
          <mc:Fallback xmlns="">
            <p:pic>
              <p:nvPicPr>
                <p:cNvPr id="16" name="Ink 15">
                  <a:extLst>
                    <a:ext uri="{FF2B5EF4-FFF2-40B4-BE49-F238E27FC236}">
                      <a16:creationId xmlns:a16="http://schemas.microsoft.com/office/drawing/2014/main" id="{D37D4313-4F41-9A53-9A54-42704BB30629}"/>
                    </a:ext>
                  </a:extLst>
                </p:cNvPr>
                <p:cNvPicPr/>
                <p:nvPr/>
              </p:nvPicPr>
              <p:blipFill>
                <a:blip r:embed="rId27"/>
                <a:stretch>
                  <a:fillRect/>
                </a:stretch>
              </p:blipFill>
              <p:spPr>
                <a:xfrm>
                  <a:off x="4737710" y="939277"/>
                  <a:ext cx="14364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Ink 20">
                  <a:extLst>
                    <a:ext uri="{FF2B5EF4-FFF2-40B4-BE49-F238E27FC236}">
                      <a16:creationId xmlns:a16="http://schemas.microsoft.com/office/drawing/2014/main" id="{B3246AB6-D995-F821-D549-58E50CD8DB2F}"/>
                    </a:ext>
                  </a:extLst>
                </p14:cNvPr>
                <p14:cNvContentPartPr/>
                <p14:nvPr/>
              </p14:nvContentPartPr>
              <p14:xfrm>
                <a:off x="4098350" y="952237"/>
                <a:ext cx="349560" cy="783360"/>
              </p14:xfrm>
            </p:contentPart>
          </mc:Choice>
          <mc:Fallback xmlns="">
            <p:pic>
              <p:nvPicPr>
                <p:cNvPr id="21" name="Ink 20">
                  <a:extLst>
                    <a:ext uri="{FF2B5EF4-FFF2-40B4-BE49-F238E27FC236}">
                      <a16:creationId xmlns:a16="http://schemas.microsoft.com/office/drawing/2014/main" id="{B3246AB6-D995-F821-D549-58E50CD8DB2F}"/>
                    </a:ext>
                  </a:extLst>
                </p:cNvPr>
                <p:cNvPicPr/>
                <p:nvPr/>
              </p:nvPicPr>
              <p:blipFill>
                <a:blip r:embed="rId29"/>
                <a:stretch>
                  <a:fillRect/>
                </a:stretch>
              </p:blipFill>
              <p:spPr>
                <a:xfrm>
                  <a:off x="4080350" y="934597"/>
                  <a:ext cx="385200" cy="819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7A1EEF07-38CF-200A-26EA-C301ECA33D51}"/>
                    </a:ext>
                  </a:extLst>
                </p14:cNvPr>
                <p14:cNvContentPartPr/>
                <p14:nvPr/>
              </p14:nvContentPartPr>
              <p14:xfrm>
                <a:off x="5072510" y="990397"/>
                <a:ext cx="76320" cy="567000"/>
              </p14:xfrm>
            </p:contentPart>
          </mc:Choice>
          <mc:Fallback xmlns="">
            <p:pic>
              <p:nvPicPr>
                <p:cNvPr id="22" name="Ink 21">
                  <a:extLst>
                    <a:ext uri="{FF2B5EF4-FFF2-40B4-BE49-F238E27FC236}">
                      <a16:creationId xmlns:a16="http://schemas.microsoft.com/office/drawing/2014/main" id="{7A1EEF07-38CF-200A-26EA-C301ECA33D51}"/>
                    </a:ext>
                  </a:extLst>
                </p:cNvPr>
                <p:cNvPicPr/>
                <p:nvPr/>
              </p:nvPicPr>
              <p:blipFill>
                <a:blip r:embed="rId31"/>
                <a:stretch>
                  <a:fillRect/>
                </a:stretch>
              </p:blipFill>
              <p:spPr>
                <a:xfrm>
                  <a:off x="5054510" y="972397"/>
                  <a:ext cx="111960" cy="602640"/>
                </a:xfrm>
                <a:prstGeom prst="rect">
                  <a:avLst/>
                </a:prstGeom>
              </p:spPr>
            </p:pic>
          </mc:Fallback>
        </mc:AlternateContent>
      </p:grpSp>
      <p:grpSp>
        <p:nvGrpSpPr>
          <p:cNvPr id="28" name="Group 27">
            <a:extLst>
              <a:ext uri="{FF2B5EF4-FFF2-40B4-BE49-F238E27FC236}">
                <a16:creationId xmlns:a16="http://schemas.microsoft.com/office/drawing/2014/main" id="{EC07FEF2-628B-67C9-38D0-560C305F6734}"/>
              </a:ext>
            </a:extLst>
          </p:cNvPr>
          <p:cNvGrpSpPr/>
          <p:nvPr/>
        </p:nvGrpSpPr>
        <p:grpSpPr>
          <a:xfrm>
            <a:off x="4447550" y="1920277"/>
            <a:ext cx="1135440" cy="444240"/>
            <a:chOff x="4447550" y="1920277"/>
            <a:chExt cx="1135440" cy="444240"/>
          </a:xfrm>
        </p:grpSpPr>
        <mc:AlternateContent xmlns:mc="http://schemas.openxmlformats.org/markup-compatibility/2006" xmlns:p14="http://schemas.microsoft.com/office/powerpoint/2010/main">
          <mc:Choice Requires="p14">
            <p:contentPart p14:bwMode="auto" r:id="rId32">
              <p14:nvContentPartPr>
                <p14:cNvPr id="24" name="Ink 23">
                  <a:extLst>
                    <a:ext uri="{FF2B5EF4-FFF2-40B4-BE49-F238E27FC236}">
                      <a16:creationId xmlns:a16="http://schemas.microsoft.com/office/drawing/2014/main" id="{EF5E41E4-CF3C-45B6-A8FC-8C2C1E97D406}"/>
                    </a:ext>
                  </a:extLst>
                </p14:cNvPr>
                <p14:cNvContentPartPr/>
                <p14:nvPr/>
              </p14:nvContentPartPr>
              <p14:xfrm>
                <a:off x="4447550" y="1986517"/>
                <a:ext cx="87840" cy="378000"/>
              </p14:xfrm>
            </p:contentPart>
          </mc:Choice>
          <mc:Fallback xmlns="">
            <p:pic>
              <p:nvPicPr>
                <p:cNvPr id="24" name="Ink 23">
                  <a:extLst>
                    <a:ext uri="{FF2B5EF4-FFF2-40B4-BE49-F238E27FC236}">
                      <a16:creationId xmlns:a16="http://schemas.microsoft.com/office/drawing/2014/main" id="{EF5E41E4-CF3C-45B6-A8FC-8C2C1E97D406}"/>
                    </a:ext>
                  </a:extLst>
                </p:cNvPr>
                <p:cNvPicPr/>
                <p:nvPr/>
              </p:nvPicPr>
              <p:blipFill>
                <a:blip r:embed="rId33"/>
                <a:stretch>
                  <a:fillRect/>
                </a:stretch>
              </p:blipFill>
              <p:spPr>
                <a:xfrm>
                  <a:off x="4429550" y="1968517"/>
                  <a:ext cx="12348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5343B89D-789A-1B36-FE47-9966423EAE68}"/>
                    </a:ext>
                  </a:extLst>
                </p14:cNvPr>
                <p14:cNvContentPartPr/>
                <p14:nvPr/>
              </p14:nvContentPartPr>
              <p14:xfrm>
                <a:off x="4699190" y="2040157"/>
                <a:ext cx="25200" cy="247320"/>
              </p14:xfrm>
            </p:contentPart>
          </mc:Choice>
          <mc:Fallback xmlns="">
            <p:pic>
              <p:nvPicPr>
                <p:cNvPr id="25" name="Ink 24">
                  <a:extLst>
                    <a:ext uri="{FF2B5EF4-FFF2-40B4-BE49-F238E27FC236}">
                      <a16:creationId xmlns:a16="http://schemas.microsoft.com/office/drawing/2014/main" id="{5343B89D-789A-1B36-FE47-9966423EAE68}"/>
                    </a:ext>
                  </a:extLst>
                </p:cNvPr>
                <p:cNvPicPr/>
                <p:nvPr/>
              </p:nvPicPr>
              <p:blipFill>
                <a:blip r:embed="rId35"/>
                <a:stretch>
                  <a:fillRect/>
                </a:stretch>
              </p:blipFill>
              <p:spPr>
                <a:xfrm>
                  <a:off x="4681550" y="2022157"/>
                  <a:ext cx="6084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AA2C0D0E-F3C8-4EDF-182C-A9BBC0EC9A4D}"/>
                    </a:ext>
                  </a:extLst>
                </p14:cNvPr>
                <p14:cNvContentPartPr/>
                <p14:nvPr/>
              </p14:nvContentPartPr>
              <p14:xfrm>
                <a:off x="4708190" y="1940077"/>
                <a:ext cx="312480" cy="217080"/>
              </p14:xfrm>
            </p:contentPart>
          </mc:Choice>
          <mc:Fallback xmlns="">
            <p:pic>
              <p:nvPicPr>
                <p:cNvPr id="26" name="Ink 25">
                  <a:extLst>
                    <a:ext uri="{FF2B5EF4-FFF2-40B4-BE49-F238E27FC236}">
                      <a16:creationId xmlns:a16="http://schemas.microsoft.com/office/drawing/2014/main" id="{AA2C0D0E-F3C8-4EDF-182C-A9BBC0EC9A4D}"/>
                    </a:ext>
                  </a:extLst>
                </p:cNvPr>
                <p:cNvPicPr/>
                <p:nvPr/>
              </p:nvPicPr>
              <p:blipFill>
                <a:blip r:embed="rId37"/>
                <a:stretch>
                  <a:fillRect/>
                </a:stretch>
              </p:blipFill>
              <p:spPr>
                <a:xfrm>
                  <a:off x="4690190" y="1922437"/>
                  <a:ext cx="34812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3100B440-426B-119F-F68E-EA105E2874A8}"/>
                    </a:ext>
                  </a:extLst>
                </p14:cNvPr>
                <p14:cNvContentPartPr/>
                <p14:nvPr/>
              </p14:nvContentPartPr>
              <p14:xfrm>
                <a:off x="5159270" y="1920277"/>
                <a:ext cx="423720" cy="235080"/>
              </p14:xfrm>
            </p:contentPart>
          </mc:Choice>
          <mc:Fallback xmlns="">
            <p:pic>
              <p:nvPicPr>
                <p:cNvPr id="27" name="Ink 26">
                  <a:extLst>
                    <a:ext uri="{FF2B5EF4-FFF2-40B4-BE49-F238E27FC236}">
                      <a16:creationId xmlns:a16="http://schemas.microsoft.com/office/drawing/2014/main" id="{3100B440-426B-119F-F68E-EA105E2874A8}"/>
                    </a:ext>
                  </a:extLst>
                </p:cNvPr>
                <p:cNvPicPr/>
                <p:nvPr/>
              </p:nvPicPr>
              <p:blipFill>
                <a:blip r:embed="rId39"/>
                <a:stretch>
                  <a:fillRect/>
                </a:stretch>
              </p:blipFill>
              <p:spPr>
                <a:xfrm>
                  <a:off x="5141630" y="1902637"/>
                  <a:ext cx="459360" cy="270720"/>
                </a:xfrm>
                <a:prstGeom prst="rect">
                  <a:avLst/>
                </a:prstGeom>
              </p:spPr>
            </p:pic>
          </mc:Fallback>
        </mc:AlternateContent>
      </p:grpSp>
      <p:grpSp>
        <p:nvGrpSpPr>
          <p:cNvPr id="40" name="Group 39">
            <a:extLst>
              <a:ext uri="{FF2B5EF4-FFF2-40B4-BE49-F238E27FC236}">
                <a16:creationId xmlns:a16="http://schemas.microsoft.com/office/drawing/2014/main" id="{58F68A60-A708-D422-7B60-F943C495953A}"/>
              </a:ext>
            </a:extLst>
          </p:cNvPr>
          <p:cNvGrpSpPr/>
          <p:nvPr/>
        </p:nvGrpSpPr>
        <p:grpSpPr>
          <a:xfrm>
            <a:off x="2620910" y="3133837"/>
            <a:ext cx="1076760" cy="579240"/>
            <a:chOff x="2620910" y="3133837"/>
            <a:chExt cx="1076760" cy="579240"/>
          </a:xfrm>
        </p:grpSpPr>
        <mc:AlternateContent xmlns:mc="http://schemas.openxmlformats.org/markup-compatibility/2006" xmlns:p14="http://schemas.microsoft.com/office/powerpoint/2010/main">
          <mc:Choice Requires="p14">
            <p:contentPart p14:bwMode="auto" r:id="rId40">
              <p14:nvContentPartPr>
                <p14:cNvPr id="29" name="Ink 28">
                  <a:extLst>
                    <a:ext uri="{FF2B5EF4-FFF2-40B4-BE49-F238E27FC236}">
                      <a16:creationId xmlns:a16="http://schemas.microsoft.com/office/drawing/2014/main" id="{1B9FC15E-43C6-003F-BA3F-8B8A23EE5673}"/>
                    </a:ext>
                  </a:extLst>
                </p14:cNvPr>
                <p14:cNvContentPartPr/>
                <p14:nvPr/>
              </p14:nvContentPartPr>
              <p14:xfrm>
                <a:off x="2620910" y="3137437"/>
                <a:ext cx="96840" cy="575640"/>
              </p14:xfrm>
            </p:contentPart>
          </mc:Choice>
          <mc:Fallback xmlns="">
            <p:pic>
              <p:nvPicPr>
                <p:cNvPr id="29" name="Ink 28">
                  <a:extLst>
                    <a:ext uri="{FF2B5EF4-FFF2-40B4-BE49-F238E27FC236}">
                      <a16:creationId xmlns:a16="http://schemas.microsoft.com/office/drawing/2014/main" id="{1B9FC15E-43C6-003F-BA3F-8B8A23EE5673}"/>
                    </a:ext>
                  </a:extLst>
                </p:cNvPr>
                <p:cNvPicPr/>
                <p:nvPr/>
              </p:nvPicPr>
              <p:blipFill>
                <a:blip r:embed="rId41"/>
                <a:stretch>
                  <a:fillRect/>
                </a:stretch>
              </p:blipFill>
              <p:spPr>
                <a:xfrm>
                  <a:off x="2603270" y="3119437"/>
                  <a:ext cx="132480" cy="6112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0" name="Ink 29">
                  <a:extLst>
                    <a:ext uri="{FF2B5EF4-FFF2-40B4-BE49-F238E27FC236}">
                      <a16:creationId xmlns:a16="http://schemas.microsoft.com/office/drawing/2014/main" id="{281DBD0B-BACF-93B7-2B4B-85D1A44419DE}"/>
                    </a:ext>
                  </a:extLst>
                </p14:cNvPr>
                <p14:cNvContentPartPr/>
                <p14:nvPr/>
              </p14:nvContentPartPr>
              <p14:xfrm>
                <a:off x="2898110" y="3390157"/>
                <a:ext cx="325800" cy="211320"/>
              </p14:xfrm>
            </p:contentPart>
          </mc:Choice>
          <mc:Fallback xmlns="">
            <p:pic>
              <p:nvPicPr>
                <p:cNvPr id="30" name="Ink 29">
                  <a:extLst>
                    <a:ext uri="{FF2B5EF4-FFF2-40B4-BE49-F238E27FC236}">
                      <a16:creationId xmlns:a16="http://schemas.microsoft.com/office/drawing/2014/main" id="{281DBD0B-BACF-93B7-2B4B-85D1A44419DE}"/>
                    </a:ext>
                  </a:extLst>
                </p:cNvPr>
                <p:cNvPicPr/>
                <p:nvPr/>
              </p:nvPicPr>
              <p:blipFill>
                <a:blip r:embed="rId43"/>
                <a:stretch>
                  <a:fillRect/>
                </a:stretch>
              </p:blipFill>
              <p:spPr>
                <a:xfrm>
                  <a:off x="2880110" y="3372517"/>
                  <a:ext cx="36144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1" name="Ink 30">
                  <a:extLst>
                    <a:ext uri="{FF2B5EF4-FFF2-40B4-BE49-F238E27FC236}">
                      <a16:creationId xmlns:a16="http://schemas.microsoft.com/office/drawing/2014/main" id="{F2D02CF1-011A-3820-B865-5C4A91DCA8EC}"/>
                    </a:ext>
                  </a:extLst>
                </p14:cNvPr>
                <p14:cNvContentPartPr/>
                <p14:nvPr/>
              </p14:nvContentPartPr>
              <p14:xfrm>
                <a:off x="3422630" y="3268117"/>
                <a:ext cx="33840" cy="294840"/>
              </p14:xfrm>
            </p:contentPart>
          </mc:Choice>
          <mc:Fallback xmlns="">
            <p:pic>
              <p:nvPicPr>
                <p:cNvPr id="31" name="Ink 30">
                  <a:extLst>
                    <a:ext uri="{FF2B5EF4-FFF2-40B4-BE49-F238E27FC236}">
                      <a16:creationId xmlns:a16="http://schemas.microsoft.com/office/drawing/2014/main" id="{F2D02CF1-011A-3820-B865-5C4A91DCA8EC}"/>
                    </a:ext>
                  </a:extLst>
                </p:cNvPr>
                <p:cNvPicPr/>
                <p:nvPr/>
              </p:nvPicPr>
              <p:blipFill>
                <a:blip r:embed="rId45"/>
                <a:stretch>
                  <a:fillRect/>
                </a:stretch>
              </p:blipFill>
              <p:spPr>
                <a:xfrm>
                  <a:off x="3404990" y="3250477"/>
                  <a:ext cx="6948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2" name="Ink 31">
                  <a:extLst>
                    <a:ext uri="{FF2B5EF4-FFF2-40B4-BE49-F238E27FC236}">
                      <a16:creationId xmlns:a16="http://schemas.microsoft.com/office/drawing/2014/main" id="{A3BECD7B-ACA2-4A06-2F2A-6D3A54A67EB0}"/>
                    </a:ext>
                  </a:extLst>
                </p14:cNvPr>
                <p14:cNvContentPartPr/>
                <p14:nvPr/>
              </p14:nvContentPartPr>
              <p14:xfrm>
                <a:off x="3449990" y="3133837"/>
                <a:ext cx="247680" cy="419400"/>
              </p14:xfrm>
            </p:contentPart>
          </mc:Choice>
          <mc:Fallback xmlns="">
            <p:pic>
              <p:nvPicPr>
                <p:cNvPr id="32" name="Ink 31">
                  <a:extLst>
                    <a:ext uri="{FF2B5EF4-FFF2-40B4-BE49-F238E27FC236}">
                      <a16:creationId xmlns:a16="http://schemas.microsoft.com/office/drawing/2014/main" id="{A3BECD7B-ACA2-4A06-2F2A-6D3A54A67EB0}"/>
                    </a:ext>
                  </a:extLst>
                </p:cNvPr>
                <p:cNvPicPr/>
                <p:nvPr/>
              </p:nvPicPr>
              <p:blipFill>
                <a:blip r:embed="rId47"/>
                <a:stretch>
                  <a:fillRect/>
                </a:stretch>
              </p:blipFill>
              <p:spPr>
                <a:xfrm>
                  <a:off x="3432350" y="3116197"/>
                  <a:ext cx="283320" cy="4550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3" name="Ink 32">
                  <a:extLst>
                    <a:ext uri="{FF2B5EF4-FFF2-40B4-BE49-F238E27FC236}">
                      <a16:creationId xmlns:a16="http://schemas.microsoft.com/office/drawing/2014/main" id="{BC6588EC-5B2B-42B2-9FD9-D1D9A5BEE7AD}"/>
                    </a:ext>
                  </a:extLst>
                </p14:cNvPr>
                <p14:cNvContentPartPr/>
                <p14:nvPr/>
              </p14:nvContentPartPr>
              <p14:xfrm>
                <a:off x="3511190" y="3400597"/>
                <a:ext cx="72000" cy="65160"/>
              </p14:xfrm>
            </p:contentPart>
          </mc:Choice>
          <mc:Fallback xmlns="">
            <p:pic>
              <p:nvPicPr>
                <p:cNvPr id="33" name="Ink 32">
                  <a:extLst>
                    <a:ext uri="{FF2B5EF4-FFF2-40B4-BE49-F238E27FC236}">
                      <a16:creationId xmlns:a16="http://schemas.microsoft.com/office/drawing/2014/main" id="{BC6588EC-5B2B-42B2-9FD9-D1D9A5BEE7AD}"/>
                    </a:ext>
                  </a:extLst>
                </p:cNvPr>
                <p:cNvPicPr/>
                <p:nvPr/>
              </p:nvPicPr>
              <p:blipFill>
                <a:blip r:embed="rId49"/>
                <a:stretch>
                  <a:fillRect/>
                </a:stretch>
              </p:blipFill>
              <p:spPr>
                <a:xfrm>
                  <a:off x="3493190" y="3382597"/>
                  <a:ext cx="107640" cy="100800"/>
                </a:xfrm>
                <a:prstGeom prst="rect">
                  <a:avLst/>
                </a:prstGeom>
              </p:spPr>
            </p:pic>
          </mc:Fallback>
        </mc:AlternateContent>
      </p:grpSp>
      <p:grpSp>
        <p:nvGrpSpPr>
          <p:cNvPr id="43" name="Group 42">
            <a:extLst>
              <a:ext uri="{FF2B5EF4-FFF2-40B4-BE49-F238E27FC236}">
                <a16:creationId xmlns:a16="http://schemas.microsoft.com/office/drawing/2014/main" id="{2856A736-7564-08EE-0029-6F33923B9116}"/>
              </a:ext>
            </a:extLst>
          </p:cNvPr>
          <p:cNvGrpSpPr/>
          <p:nvPr/>
        </p:nvGrpSpPr>
        <p:grpSpPr>
          <a:xfrm>
            <a:off x="4089350" y="2733517"/>
            <a:ext cx="1673640" cy="812880"/>
            <a:chOff x="4089350" y="2733517"/>
            <a:chExt cx="1673640" cy="812880"/>
          </a:xfrm>
        </p:grpSpPr>
        <mc:AlternateContent xmlns:mc="http://schemas.openxmlformats.org/markup-compatibility/2006" xmlns:p14="http://schemas.microsoft.com/office/powerpoint/2010/main">
          <mc:Choice Requires="p14">
            <p:contentPart p14:bwMode="auto" r:id="rId50">
              <p14:nvContentPartPr>
                <p14:cNvPr id="34" name="Ink 33">
                  <a:extLst>
                    <a:ext uri="{FF2B5EF4-FFF2-40B4-BE49-F238E27FC236}">
                      <a16:creationId xmlns:a16="http://schemas.microsoft.com/office/drawing/2014/main" id="{E6034C04-91BD-36C1-BA97-8E3A840A822C}"/>
                    </a:ext>
                  </a:extLst>
                </p14:cNvPr>
                <p14:cNvContentPartPr/>
                <p14:nvPr/>
              </p14:nvContentPartPr>
              <p14:xfrm>
                <a:off x="4089350" y="3215197"/>
                <a:ext cx="240840" cy="111240"/>
              </p14:xfrm>
            </p:contentPart>
          </mc:Choice>
          <mc:Fallback xmlns="">
            <p:pic>
              <p:nvPicPr>
                <p:cNvPr id="34" name="Ink 33">
                  <a:extLst>
                    <a:ext uri="{FF2B5EF4-FFF2-40B4-BE49-F238E27FC236}">
                      <a16:creationId xmlns:a16="http://schemas.microsoft.com/office/drawing/2014/main" id="{E6034C04-91BD-36C1-BA97-8E3A840A822C}"/>
                    </a:ext>
                  </a:extLst>
                </p:cNvPr>
                <p:cNvPicPr/>
                <p:nvPr/>
              </p:nvPicPr>
              <p:blipFill>
                <a:blip r:embed="rId51"/>
                <a:stretch>
                  <a:fillRect/>
                </a:stretch>
              </p:blipFill>
              <p:spPr>
                <a:xfrm>
                  <a:off x="4071710" y="3197197"/>
                  <a:ext cx="2764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5" name="Ink 34">
                  <a:extLst>
                    <a:ext uri="{FF2B5EF4-FFF2-40B4-BE49-F238E27FC236}">
                      <a16:creationId xmlns:a16="http://schemas.microsoft.com/office/drawing/2014/main" id="{D94E5EAA-74B1-3414-EC89-D03B48D42AEA}"/>
                    </a:ext>
                  </a:extLst>
                </p14:cNvPr>
                <p14:cNvContentPartPr/>
                <p14:nvPr/>
              </p14:nvContentPartPr>
              <p14:xfrm>
                <a:off x="4207790" y="3130597"/>
                <a:ext cx="77040" cy="215640"/>
              </p14:xfrm>
            </p:contentPart>
          </mc:Choice>
          <mc:Fallback xmlns="">
            <p:pic>
              <p:nvPicPr>
                <p:cNvPr id="35" name="Ink 34">
                  <a:extLst>
                    <a:ext uri="{FF2B5EF4-FFF2-40B4-BE49-F238E27FC236}">
                      <a16:creationId xmlns:a16="http://schemas.microsoft.com/office/drawing/2014/main" id="{D94E5EAA-74B1-3414-EC89-D03B48D42AEA}"/>
                    </a:ext>
                  </a:extLst>
                </p:cNvPr>
                <p:cNvPicPr/>
                <p:nvPr/>
              </p:nvPicPr>
              <p:blipFill>
                <a:blip r:embed="rId53"/>
                <a:stretch>
                  <a:fillRect/>
                </a:stretch>
              </p:blipFill>
              <p:spPr>
                <a:xfrm>
                  <a:off x="4190150" y="3112597"/>
                  <a:ext cx="11268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BEDFBB9F-4312-0FB5-CBD7-4DDCB2258C00}"/>
                    </a:ext>
                  </a:extLst>
                </p14:cNvPr>
                <p14:cNvContentPartPr/>
                <p14:nvPr/>
              </p14:nvContentPartPr>
              <p14:xfrm>
                <a:off x="4553390" y="2936557"/>
                <a:ext cx="200160" cy="609840"/>
              </p14:xfrm>
            </p:contentPart>
          </mc:Choice>
          <mc:Fallback xmlns="">
            <p:pic>
              <p:nvPicPr>
                <p:cNvPr id="36" name="Ink 35">
                  <a:extLst>
                    <a:ext uri="{FF2B5EF4-FFF2-40B4-BE49-F238E27FC236}">
                      <a16:creationId xmlns:a16="http://schemas.microsoft.com/office/drawing/2014/main" id="{BEDFBB9F-4312-0FB5-CBD7-4DDCB2258C00}"/>
                    </a:ext>
                  </a:extLst>
                </p:cNvPr>
                <p:cNvPicPr/>
                <p:nvPr/>
              </p:nvPicPr>
              <p:blipFill>
                <a:blip r:embed="rId55"/>
                <a:stretch>
                  <a:fillRect/>
                </a:stretch>
              </p:blipFill>
              <p:spPr>
                <a:xfrm>
                  <a:off x="4535390" y="2918917"/>
                  <a:ext cx="235800" cy="6454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11CF28F9-7F04-4AD6-A97D-39430DCF6BA1}"/>
                    </a:ext>
                  </a:extLst>
                </p14:cNvPr>
                <p14:cNvContentPartPr/>
                <p14:nvPr/>
              </p14:nvContentPartPr>
              <p14:xfrm>
                <a:off x="4898630" y="3025837"/>
                <a:ext cx="57960" cy="369720"/>
              </p14:xfrm>
            </p:contentPart>
          </mc:Choice>
          <mc:Fallback xmlns="">
            <p:pic>
              <p:nvPicPr>
                <p:cNvPr id="37" name="Ink 36">
                  <a:extLst>
                    <a:ext uri="{FF2B5EF4-FFF2-40B4-BE49-F238E27FC236}">
                      <a16:creationId xmlns:a16="http://schemas.microsoft.com/office/drawing/2014/main" id="{11CF28F9-7F04-4AD6-A97D-39430DCF6BA1}"/>
                    </a:ext>
                  </a:extLst>
                </p:cNvPr>
                <p:cNvPicPr/>
                <p:nvPr/>
              </p:nvPicPr>
              <p:blipFill>
                <a:blip r:embed="rId57"/>
                <a:stretch>
                  <a:fillRect/>
                </a:stretch>
              </p:blipFill>
              <p:spPr>
                <a:xfrm>
                  <a:off x="4880990" y="3007837"/>
                  <a:ext cx="93600" cy="4053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C73DBFA5-D1D0-EBAA-7FBF-8CA3BB9B1112}"/>
                    </a:ext>
                  </a:extLst>
                </p14:cNvPr>
                <p14:cNvContentPartPr/>
                <p14:nvPr/>
              </p14:nvContentPartPr>
              <p14:xfrm>
                <a:off x="5072510" y="3049237"/>
                <a:ext cx="188280" cy="252720"/>
              </p14:xfrm>
            </p:contentPart>
          </mc:Choice>
          <mc:Fallback xmlns="">
            <p:pic>
              <p:nvPicPr>
                <p:cNvPr id="38" name="Ink 37">
                  <a:extLst>
                    <a:ext uri="{FF2B5EF4-FFF2-40B4-BE49-F238E27FC236}">
                      <a16:creationId xmlns:a16="http://schemas.microsoft.com/office/drawing/2014/main" id="{C73DBFA5-D1D0-EBAA-7FBF-8CA3BB9B1112}"/>
                    </a:ext>
                  </a:extLst>
                </p:cNvPr>
                <p:cNvPicPr/>
                <p:nvPr/>
              </p:nvPicPr>
              <p:blipFill>
                <a:blip r:embed="rId59"/>
                <a:stretch>
                  <a:fillRect/>
                </a:stretch>
              </p:blipFill>
              <p:spPr>
                <a:xfrm>
                  <a:off x="5054510" y="3031237"/>
                  <a:ext cx="22392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1" name="Ink 40">
                  <a:extLst>
                    <a:ext uri="{FF2B5EF4-FFF2-40B4-BE49-F238E27FC236}">
                      <a16:creationId xmlns:a16="http://schemas.microsoft.com/office/drawing/2014/main" id="{C33089C6-2D77-9E16-5842-595D1FFB1A41}"/>
                    </a:ext>
                  </a:extLst>
                </p14:cNvPr>
                <p14:cNvContentPartPr/>
                <p14:nvPr/>
              </p14:nvContentPartPr>
              <p14:xfrm>
                <a:off x="5278430" y="2767717"/>
                <a:ext cx="170280" cy="213120"/>
              </p14:xfrm>
            </p:contentPart>
          </mc:Choice>
          <mc:Fallback xmlns="">
            <p:pic>
              <p:nvPicPr>
                <p:cNvPr id="41" name="Ink 40">
                  <a:extLst>
                    <a:ext uri="{FF2B5EF4-FFF2-40B4-BE49-F238E27FC236}">
                      <a16:creationId xmlns:a16="http://schemas.microsoft.com/office/drawing/2014/main" id="{C33089C6-2D77-9E16-5842-595D1FFB1A41}"/>
                    </a:ext>
                  </a:extLst>
                </p:cNvPr>
                <p:cNvPicPr/>
                <p:nvPr/>
              </p:nvPicPr>
              <p:blipFill>
                <a:blip r:embed="rId61"/>
                <a:stretch>
                  <a:fillRect/>
                </a:stretch>
              </p:blipFill>
              <p:spPr>
                <a:xfrm>
                  <a:off x="5260430" y="2749717"/>
                  <a:ext cx="20592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2" name="Ink 41">
                  <a:extLst>
                    <a:ext uri="{FF2B5EF4-FFF2-40B4-BE49-F238E27FC236}">
                      <a16:creationId xmlns:a16="http://schemas.microsoft.com/office/drawing/2014/main" id="{220DB1CE-AAC6-8AC4-C58F-386B4D18E275}"/>
                    </a:ext>
                  </a:extLst>
                </p14:cNvPr>
                <p14:cNvContentPartPr/>
                <p14:nvPr/>
              </p14:nvContentPartPr>
              <p14:xfrm>
                <a:off x="5544110" y="2733517"/>
                <a:ext cx="218880" cy="665280"/>
              </p14:xfrm>
            </p:contentPart>
          </mc:Choice>
          <mc:Fallback xmlns="">
            <p:pic>
              <p:nvPicPr>
                <p:cNvPr id="42" name="Ink 41">
                  <a:extLst>
                    <a:ext uri="{FF2B5EF4-FFF2-40B4-BE49-F238E27FC236}">
                      <a16:creationId xmlns:a16="http://schemas.microsoft.com/office/drawing/2014/main" id="{220DB1CE-AAC6-8AC4-C58F-386B4D18E275}"/>
                    </a:ext>
                  </a:extLst>
                </p:cNvPr>
                <p:cNvPicPr/>
                <p:nvPr/>
              </p:nvPicPr>
              <p:blipFill>
                <a:blip r:embed="rId63"/>
                <a:stretch>
                  <a:fillRect/>
                </a:stretch>
              </p:blipFill>
              <p:spPr>
                <a:xfrm>
                  <a:off x="5526110" y="2715517"/>
                  <a:ext cx="254520" cy="700920"/>
                </a:xfrm>
                <a:prstGeom prst="rect">
                  <a:avLst/>
                </a:prstGeom>
              </p:spPr>
            </p:pic>
          </mc:Fallback>
        </mc:AlternateContent>
      </p:grpSp>
      <p:grpSp>
        <p:nvGrpSpPr>
          <p:cNvPr id="48" name="Group 47">
            <a:extLst>
              <a:ext uri="{FF2B5EF4-FFF2-40B4-BE49-F238E27FC236}">
                <a16:creationId xmlns:a16="http://schemas.microsoft.com/office/drawing/2014/main" id="{BF7315E1-4425-2A95-FEA3-2A9A809A01F5}"/>
              </a:ext>
            </a:extLst>
          </p:cNvPr>
          <p:cNvGrpSpPr/>
          <p:nvPr/>
        </p:nvGrpSpPr>
        <p:grpSpPr>
          <a:xfrm>
            <a:off x="4849670" y="3818917"/>
            <a:ext cx="1018800" cy="393840"/>
            <a:chOff x="4849670" y="3818917"/>
            <a:chExt cx="1018800" cy="393840"/>
          </a:xfrm>
        </p:grpSpPr>
        <mc:AlternateContent xmlns:mc="http://schemas.openxmlformats.org/markup-compatibility/2006" xmlns:p14="http://schemas.microsoft.com/office/powerpoint/2010/main">
          <mc:Choice Requires="p14">
            <p:contentPart p14:bwMode="auto" r:id="rId64">
              <p14:nvContentPartPr>
                <p14:cNvPr id="44" name="Ink 43">
                  <a:extLst>
                    <a:ext uri="{FF2B5EF4-FFF2-40B4-BE49-F238E27FC236}">
                      <a16:creationId xmlns:a16="http://schemas.microsoft.com/office/drawing/2014/main" id="{F425033A-8C3D-A54D-04A7-19D11B7D4550}"/>
                    </a:ext>
                  </a:extLst>
                </p14:cNvPr>
                <p14:cNvContentPartPr/>
                <p14:nvPr/>
              </p14:nvContentPartPr>
              <p14:xfrm>
                <a:off x="4849670" y="3818917"/>
                <a:ext cx="115560" cy="393840"/>
              </p14:xfrm>
            </p:contentPart>
          </mc:Choice>
          <mc:Fallback xmlns="">
            <p:pic>
              <p:nvPicPr>
                <p:cNvPr id="44" name="Ink 43">
                  <a:extLst>
                    <a:ext uri="{FF2B5EF4-FFF2-40B4-BE49-F238E27FC236}">
                      <a16:creationId xmlns:a16="http://schemas.microsoft.com/office/drawing/2014/main" id="{F425033A-8C3D-A54D-04A7-19D11B7D4550}"/>
                    </a:ext>
                  </a:extLst>
                </p:cNvPr>
                <p:cNvPicPr/>
                <p:nvPr/>
              </p:nvPicPr>
              <p:blipFill>
                <a:blip r:embed="rId65"/>
                <a:stretch>
                  <a:fillRect/>
                </a:stretch>
              </p:blipFill>
              <p:spPr>
                <a:xfrm>
                  <a:off x="4831670" y="3800917"/>
                  <a:ext cx="151200" cy="4294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5" name="Ink 44">
                  <a:extLst>
                    <a:ext uri="{FF2B5EF4-FFF2-40B4-BE49-F238E27FC236}">
                      <a16:creationId xmlns:a16="http://schemas.microsoft.com/office/drawing/2014/main" id="{4AB4E79C-FC41-AD61-DF75-03AC520EA4ED}"/>
                    </a:ext>
                  </a:extLst>
                </p14:cNvPr>
                <p14:cNvContentPartPr/>
                <p14:nvPr/>
              </p14:nvContentPartPr>
              <p14:xfrm>
                <a:off x="5096990" y="3820357"/>
                <a:ext cx="114480" cy="321840"/>
              </p14:xfrm>
            </p:contentPart>
          </mc:Choice>
          <mc:Fallback xmlns="">
            <p:pic>
              <p:nvPicPr>
                <p:cNvPr id="45" name="Ink 44">
                  <a:extLst>
                    <a:ext uri="{FF2B5EF4-FFF2-40B4-BE49-F238E27FC236}">
                      <a16:creationId xmlns:a16="http://schemas.microsoft.com/office/drawing/2014/main" id="{4AB4E79C-FC41-AD61-DF75-03AC520EA4ED}"/>
                    </a:ext>
                  </a:extLst>
                </p:cNvPr>
                <p:cNvPicPr/>
                <p:nvPr/>
              </p:nvPicPr>
              <p:blipFill>
                <a:blip r:embed="rId67"/>
                <a:stretch>
                  <a:fillRect/>
                </a:stretch>
              </p:blipFill>
              <p:spPr>
                <a:xfrm>
                  <a:off x="5078990" y="3802357"/>
                  <a:ext cx="15012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6" name="Ink 45">
                  <a:extLst>
                    <a:ext uri="{FF2B5EF4-FFF2-40B4-BE49-F238E27FC236}">
                      <a16:creationId xmlns:a16="http://schemas.microsoft.com/office/drawing/2014/main" id="{1EDA9C14-3436-6113-F9ED-45980D326A59}"/>
                    </a:ext>
                  </a:extLst>
                </p14:cNvPr>
                <p14:cNvContentPartPr/>
                <p14:nvPr/>
              </p14:nvContentPartPr>
              <p14:xfrm>
                <a:off x="5184110" y="3921517"/>
                <a:ext cx="97200" cy="121680"/>
              </p14:xfrm>
            </p:contentPart>
          </mc:Choice>
          <mc:Fallback xmlns="">
            <p:pic>
              <p:nvPicPr>
                <p:cNvPr id="46" name="Ink 45">
                  <a:extLst>
                    <a:ext uri="{FF2B5EF4-FFF2-40B4-BE49-F238E27FC236}">
                      <a16:creationId xmlns:a16="http://schemas.microsoft.com/office/drawing/2014/main" id="{1EDA9C14-3436-6113-F9ED-45980D326A59}"/>
                    </a:ext>
                  </a:extLst>
                </p:cNvPr>
                <p:cNvPicPr/>
                <p:nvPr/>
              </p:nvPicPr>
              <p:blipFill>
                <a:blip r:embed="rId69"/>
                <a:stretch>
                  <a:fillRect/>
                </a:stretch>
              </p:blipFill>
              <p:spPr>
                <a:xfrm>
                  <a:off x="5166110" y="3903877"/>
                  <a:ext cx="13284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7" name="Ink 46">
                  <a:extLst>
                    <a:ext uri="{FF2B5EF4-FFF2-40B4-BE49-F238E27FC236}">
                      <a16:creationId xmlns:a16="http://schemas.microsoft.com/office/drawing/2014/main" id="{BA92E2BF-B3FE-E35C-0B7E-B1D4678A5925}"/>
                    </a:ext>
                  </a:extLst>
                </p14:cNvPr>
                <p14:cNvContentPartPr/>
                <p14:nvPr/>
              </p14:nvContentPartPr>
              <p14:xfrm>
                <a:off x="5414510" y="3826477"/>
                <a:ext cx="453960" cy="228600"/>
              </p14:xfrm>
            </p:contentPart>
          </mc:Choice>
          <mc:Fallback xmlns="">
            <p:pic>
              <p:nvPicPr>
                <p:cNvPr id="47" name="Ink 46">
                  <a:extLst>
                    <a:ext uri="{FF2B5EF4-FFF2-40B4-BE49-F238E27FC236}">
                      <a16:creationId xmlns:a16="http://schemas.microsoft.com/office/drawing/2014/main" id="{BA92E2BF-B3FE-E35C-0B7E-B1D4678A5925}"/>
                    </a:ext>
                  </a:extLst>
                </p:cNvPr>
                <p:cNvPicPr/>
                <p:nvPr/>
              </p:nvPicPr>
              <p:blipFill>
                <a:blip r:embed="rId71"/>
                <a:stretch>
                  <a:fillRect/>
                </a:stretch>
              </p:blipFill>
              <p:spPr>
                <a:xfrm>
                  <a:off x="5396870" y="3808837"/>
                  <a:ext cx="489600" cy="264240"/>
                </a:xfrm>
                <a:prstGeom prst="rect">
                  <a:avLst/>
                </a:prstGeom>
              </p:spPr>
            </p:pic>
          </mc:Fallback>
        </mc:AlternateContent>
      </p:grpSp>
      <p:grpSp>
        <p:nvGrpSpPr>
          <p:cNvPr id="66" name="Group 65">
            <a:extLst>
              <a:ext uri="{FF2B5EF4-FFF2-40B4-BE49-F238E27FC236}">
                <a16:creationId xmlns:a16="http://schemas.microsoft.com/office/drawing/2014/main" id="{4E4D093D-6EE4-186F-B639-C94FF4B66D1B}"/>
              </a:ext>
            </a:extLst>
          </p:cNvPr>
          <p:cNvGrpSpPr/>
          <p:nvPr/>
        </p:nvGrpSpPr>
        <p:grpSpPr>
          <a:xfrm>
            <a:off x="7868270" y="1025677"/>
            <a:ext cx="683280" cy="606960"/>
            <a:chOff x="7868270" y="1025677"/>
            <a:chExt cx="683280" cy="606960"/>
          </a:xfrm>
        </p:grpSpPr>
        <mc:AlternateContent xmlns:mc="http://schemas.openxmlformats.org/markup-compatibility/2006" xmlns:p14="http://schemas.microsoft.com/office/powerpoint/2010/main">
          <mc:Choice Requires="p14">
            <p:contentPart p14:bwMode="auto" r:id="rId72">
              <p14:nvContentPartPr>
                <p14:cNvPr id="53" name="Ink 52">
                  <a:extLst>
                    <a:ext uri="{FF2B5EF4-FFF2-40B4-BE49-F238E27FC236}">
                      <a16:creationId xmlns:a16="http://schemas.microsoft.com/office/drawing/2014/main" id="{B20712A8-5D7A-D96A-FFE8-F96E6E6CAA63}"/>
                    </a:ext>
                  </a:extLst>
                </p14:cNvPr>
                <p14:cNvContentPartPr/>
                <p14:nvPr/>
              </p14:nvContentPartPr>
              <p14:xfrm>
                <a:off x="7868270" y="1285237"/>
                <a:ext cx="44280" cy="347400"/>
              </p14:xfrm>
            </p:contentPart>
          </mc:Choice>
          <mc:Fallback xmlns="">
            <p:pic>
              <p:nvPicPr>
                <p:cNvPr id="53" name="Ink 52">
                  <a:extLst>
                    <a:ext uri="{FF2B5EF4-FFF2-40B4-BE49-F238E27FC236}">
                      <a16:creationId xmlns:a16="http://schemas.microsoft.com/office/drawing/2014/main" id="{B20712A8-5D7A-D96A-FFE8-F96E6E6CAA63}"/>
                    </a:ext>
                  </a:extLst>
                </p:cNvPr>
                <p:cNvPicPr/>
                <p:nvPr/>
              </p:nvPicPr>
              <p:blipFill>
                <a:blip r:embed="rId73"/>
                <a:stretch>
                  <a:fillRect/>
                </a:stretch>
              </p:blipFill>
              <p:spPr>
                <a:xfrm>
                  <a:off x="7850630" y="1267597"/>
                  <a:ext cx="7992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4" name="Ink 53">
                  <a:extLst>
                    <a:ext uri="{FF2B5EF4-FFF2-40B4-BE49-F238E27FC236}">
                      <a16:creationId xmlns:a16="http://schemas.microsoft.com/office/drawing/2014/main" id="{67BC58A3-AA3B-DCBC-0768-586D21AB4A27}"/>
                    </a:ext>
                  </a:extLst>
                </p14:cNvPr>
                <p14:cNvContentPartPr/>
                <p14:nvPr/>
              </p14:nvContentPartPr>
              <p14:xfrm>
                <a:off x="8000030" y="1381357"/>
                <a:ext cx="182520" cy="192240"/>
              </p14:xfrm>
            </p:contentPart>
          </mc:Choice>
          <mc:Fallback xmlns="">
            <p:pic>
              <p:nvPicPr>
                <p:cNvPr id="54" name="Ink 53">
                  <a:extLst>
                    <a:ext uri="{FF2B5EF4-FFF2-40B4-BE49-F238E27FC236}">
                      <a16:creationId xmlns:a16="http://schemas.microsoft.com/office/drawing/2014/main" id="{67BC58A3-AA3B-DCBC-0768-586D21AB4A27}"/>
                    </a:ext>
                  </a:extLst>
                </p:cNvPr>
                <p:cNvPicPr/>
                <p:nvPr/>
              </p:nvPicPr>
              <p:blipFill>
                <a:blip r:embed="rId75"/>
                <a:stretch>
                  <a:fillRect/>
                </a:stretch>
              </p:blipFill>
              <p:spPr>
                <a:xfrm>
                  <a:off x="7982030" y="1363357"/>
                  <a:ext cx="21816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5" name="Ink 54">
                  <a:extLst>
                    <a:ext uri="{FF2B5EF4-FFF2-40B4-BE49-F238E27FC236}">
                      <a16:creationId xmlns:a16="http://schemas.microsoft.com/office/drawing/2014/main" id="{C5C8DD90-6F4C-CC19-FAFF-135AF490C757}"/>
                    </a:ext>
                  </a:extLst>
                </p14:cNvPr>
                <p14:cNvContentPartPr/>
                <p14:nvPr/>
              </p14:nvContentPartPr>
              <p14:xfrm>
                <a:off x="8206670" y="1248517"/>
                <a:ext cx="83880" cy="20880"/>
              </p14:xfrm>
            </p:contentPart>
          </mc:Choice>
          <mc:Fallback xmlns="">
            <p:pic>
              <p:nvPicPr>
                <p:cNvPr id="55" name="Ink 54">
                  <a:extLst>
                    <a:ext uri="{FF2B5EF4-FFF2-40B4-BE49-F238E27FC236}">
                      <a16:creationId xmlns:a16="http://schemas.microsoft.com/office/drawing/2014/main" id="{C5C8DD90-6F4C-CC19-FAFF-135AF490C757}"/>
                    </a:ext>
                  </a:extLst>
                </p:cNvPr>
                <p:cNvPicPr/>
                <p:nvPr/>
              </p:nvPicPr>
              <p:blipFill>
                <a:blip r:embed="rId77"/>
                <a:stretch>
                  <a:fillRect/>
                </a:stretch>
              </p:blipFill>
              <p:spPr>
                <a:xfrm>
                  <a:off x="8189030" y="1230517"/>
                  <a:ext cx="1195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6" name="Ink 55">
                  <a:extLst>
                    <a:ext uri="{FF2B5EF4-FFF2-40B4-BE49-F238E27FC236}">
                      <a16:creationId xmlns:a16="http://schemas.microsoft.com/office/drawing/2014/main" id="{4C1EF3C8-8F79-253F-830F-8E0F17072355}"/>
                    </a:ext>
                  </a:extLst>
                </p14:cNvPr>
                <p14:cNvContentPartPr/>
                <p14:nvPr/>
              </p14:nvContentPartPr>
              <p14:xfrm>
                <a:off x="8482430" y="1025677"/>
                <a:ext cx="25560" cy="15480"/>
              </p14:xfrm>
            </p:contentPart>
          </mc:Choice>
          <mc:Fallback xmlns="">
            <p:pic>
              <p:nvPicPr>
                <p:cNvPr id="56" name="Ink 55">
                  <a:extLst>
                    <a:ext uri="{FF2B5EF4-FFF2-40B4-BE49-F238E27FC236}">
                      <a16:creationId xmlns:a16="http://schemas.microsoft.com/office/drawing/2014/main" id="{4C1EF3C8-8F79-253F-830F-8E0F17072355}"/>
                    </a:ext>
                  </a:extLst>
                </p:cNvPr>
                <p:cNvPicPr/>
                <p:nvPr/>
              </p:nvPicPr>
              <p:blipFill>
                <a:blip r:embed="rId79"/>
                <a:stretch>
                  <a:fillRect/>
                </a:stretch>
              </p:blipFill>
              <p:spPr>
                <a:xfrm>
                  <a:off x="8464430" y="1008037"/>
                  <a:ext cx="6120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7" name="Ink 56">
                  <a:extLst>
                    <a:ext uri="{FF2B5EF4-FFF2-40B4-BE49-F238E27FC236}">
                      <a16:creationId xmlns:a16="http://schemas.microsoft.com/office/drawing/2014/main" id="{8B4B9354-6EC5-13DF-26D2-EA3CCB81EC4B}"/>
                    </a:ext>
                  </a:extLst>
                </p14:cNvPr>
                <p14:cNvContentPartPr/>
                <p14:nvPr/>
              </p14:nvContentPartPr>
              <p14:xfrm>
                <a:off x="8450030" y="1026757"/>
                <a:ext cx="101520" cy="238680"/>
              </p14:xfrm>
            </p:contentPart>
          </mc:Choice>
          <mc:Fallback xmlns="">
            <p:pic>
              <p:nvPicPr>
                <p:cNvPr id="57" name="Ink 56">
                  <a:extLst>
                    <a:ext uri="{FF2B5EF4-FFF2-40B4-BE49-F238E27FC236}">
                      <a16:creationId xmlns:a16="http://schemas.microsoft.com/office/drawing/2014/main" id="{8B4B9354-6EC5-13DF-26D2-EA3CCB81EC4B}"/>
                    </a:ext>
                  </a:extLst>
                </p:cNvPr>
                <p:cNvPicPr/>
                <p:nvPr/>
              </p:nvPicPr>
              <p:blipFill>
                <a:blip r:embed="rId81"/>
                <a:stretch>
                  <a:fillRect/>
                </a:stretch>
              </p:blipFill>
              <p:spPr>
                <a:xfrm>
                  <a:off x="8432030" y="1009117"/>
                  <a:ext cx="137160" cy="274320"/>
                </a:xfrm>
                <a:prstGeom prst="rect">
                  <a:avLst/>
                </a:prstGeom>
              </p:spPr>
            </p:pic>
          </mc:Fallback>
        </mc:AlternateContent>
      </p:grpSp>
      <p:grpSp>
        <p:nvGrpSpPr>
          <p:cNvPr id="65" name="Group 64">
            <a:extLst>
              <a:ext uri="{FF2B5EF4-FFF2-40B4-BE49-F238E27FC236}">
                <a16:creationId xmlns:a16="http://schemas.microsoft.com/office/drawing/2014/main" id="{BD8A66F2-C7B1-6607-9706-4B118E6ADE44}"/>
              </a:ext>
            </a:extLst>
          </p:cNvPr>
          <p:cNvGrpSpPr/>
          <p:nvPr/>
        </p:nvGrpSpPr>
        <p:grpSpPr>
          <a:xfrm>
            <a:off x="7194350" y="1965277"/>
            <a:ext cx="1452960" cy="604080"/>
            <a:chOff x="7194350" y="1965277"/>
            <a:chExt cx="1452960" cy="604080"/>
          </a:xfrm>
        </p:grpSpPr>
        <mc:AlternateContent xmlns:mc="http://schemas.openxmlformats.org/markup-compatibility/2006" xmlns:p14="http://schemas.microsoft.com/office/powerpoint/2010/main">
          <mc:Choice Requires="p14">
            <p:contentPart p14:bwMode="auto" r:id="rId82">
              <p14:nvContentPartPr>
                <p14:cNvPr id="58" name="Ink 57">
                  <a:extLst>
                    <a:ext uri="{FF2B5EF4-FFF2-40B4-BE49-F238E27FC236}">
                      <a16:creationId xmlns:a16="http://schemas.microsoft.com/office/drawing/2014/main" id="{EB236C53-1BAB-7E9A-C96E-852340EEEBD8}"/>
                    </a:ext>
                  </a:extLst>
                </p14:cNvPr>
                <p14:cNvContentPartPr/>
                <p14:nvPr/>
              </p14:nvContentPartPr>
              <p14:xfrm>
                <a:off x="7194350" y="2408797"/>
                <a:ext cx="311400" cy="160560"/>
              </p14:xfrm>
            </p:contentPart>
          </mc:Choice>
          <mc:Fallback xmlns="">
            <p:pic>
              <p:nvPicPr>
                <p:cNvPr id="58" name="Ink 57">
                  <a:extLst>
                    <a:ext uri="{FF2B5EF4-FFF2-40B4-BE49-F238E27FC236}">
                      <a16:creationId xmlns:a16="http://schemas.microsoft.com/office/drawing/2014/main" id="{EB236C53-1BAB-7E9A-C96E-852340EEEBD8}"/>
                    </a:ext>
                  </a:extLst>
                </p:cNvPr>
                <p:cNvPicPr/>
                <p:nvPr/>
              </p:nvPicPr>
              <p:blipFill>
                <a:blip r:embed="rId83"/>
                <a:stretch>
                  <a:fillRect/>
                </a:stretch>
              </p:blipFill>
              <p:spPr>
                <a:xfrm>
                  <a:off x="7176710" y="2390797"/>
                  <a:ext cx="34704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9" name="Ink 58">
                  <a:extLst>
                    <a:ext uri="{FF2B5EF4-FFF2-40B4-BE49-F238E27FC236}">
                      <a16:creationId xmlns:a16="http://schemas.microsoft.com/office/drawing/2014/main" id="{E660A14B-EBF7-A5FA-67E8-FAB1A2E911E5}"/>
                    </a:ext>
                  </a:extLst>
                </p14:cNvPr>
                <p14:cNvContentPartPr/>
                <p14:nvPr/>
              </p14:nvContentPartPr>
              <p14:xfrm>
                <a:off x="7685390" y="2423557"/>
                <a:ext cx="68400" cy="16560"/>
              </p14:xfrm>
            </p:contentPart>
          </mc:Choice>
          <mc:Fallback xmlns="">
            <p:pic>
              <p:nvPicPr>
                <p:cNvPr id="59" name="Ink 58">
                  <a:extLst>
                    <a:ext uri="{FF2B5EF4-FFF2-40B4-BE49-F238E27FC236}">
                      <a16:creationId xmlns:a16="http://schemas.microsoft.com/office/drawing/2014/main" id="{E660A14B-EBF7-A5FA-67E8-FAB1A2E911E5}"/>
                    </a:ext>
                  </a:extLst>
                </p:cNvPr>
                <p:cNvPicPr/>
                <p:nvPr/>
              </p:nvPicPr>
              <p:blipFill>
                <a:blip r:embed="rId85"/>
                <a:stretch>
                  <a:fillRect/>
                </a:stretch>
              </p:blipFill>
              <p:spPr>
                <a:xfrm>
                  <a:off x="7667750" y="2405917"/>
                  <a:ext cx="10404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0" name="Ink 59">
                  <a:extLst>
                    <a:ext uri="{FF2B5EF4-FFF2-40B4-BE49-F238E27FC236}">
                      <a16:creationId xmlns:a16="http://schemas.microsoft.com/office/drawing/2014/main" id="{67FDA374-8886-0844-BBEA-578B20D4B8BC}"/>
                    </a:ext>
                  </a:extLst>
                </p14:cNvPr>
                <p14:cNvContentPartPr/>
                <p14:nvPr/>
              </p14:nvContentPartPr>
              <p14:xfrm>
                <a:off x="7720670" y="2482237"/>
                <a:ext cx="73080" cy="35280"/>
              </p14:xfrm>
            </p:contentPart>
          </mc:Choice>
          <mc:Fallback xmlns="">
            <p:pic>
              <p:nvPicPr>
                <p:cNvPr id="60" name="Ink 59">
                  <a:extLst>
                    <a:ext uri="{FF2B5EF4-FFF2-40B4-BE49-F238E27FC236}">
                      <a16:creationId xmlns:a16="http://schemas.microsoft.com/office/drawing/2014/main" id="{67FDA374-8886-0844-BBEA-578B20D4B8BC}"/>
                    </a:ext>
                  </a:extLst>
                </p:cNvPr>
                <p:cNvPicPr/>
                <p:nvPr/>
              </p:nvPicPr>
              <p:blipFill>
                <a:blip r:embed="rId87"/>
                <a:stretch>
                  <a:fillRect/>
                </a:stretch>
              </p:blipFill>
              <p:spPr>
                <a:xfrm>
                  <a:off x="7703030" y="2464237"/>
                  <a:ext cx="10872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1" name="Ink 60">
                  <a:extLst>
                    <a:ext uri="{FF2B5EF4-FFF2-40B4-BE49-F238E27FC236}">
                      <a16:creationId xmlns:a16="http://schemas.microsoft.com/office/drawing/2014/main" id="{0C91653F-0645-8C6A-1CAE-D14183903349}"/>
                    </a:ext>
                  </a:extLst>
                </p14:cNvPr>
                <p14:cNvContentPartPr/>
                <p14:nvPr/>
              </p14:nvContentPartPr>
              <p14:xfrm>
                <a:off x="7987070" y="2261197"/>
                <a:ext cx="51480" cy="258840"/>
              </p14:xfrm>
            </p:contentPart>
          </mc:Choice>
          <mc:Fallback xmlns="">
            <p:pic>
              <p:nvPicPr>
                <p:cNvPr id="61" name="Ink 60">
                  <a:extLst>
                    <a:ext uri="{FF2B5EF4-FFF2-40B4-BE49-F238E27FC236}">
                      <a16:creationId xmlns:a16="http://schemas.microsoft.com/office/drawing/2014/main" id="{0C91653F-0645-8C6A-1CAE-D14183903349}"/>
                    </a:ext>
                  </a:extLst>
                </p:cNvPr>
                <p:cNvPicPr/>
                <p:nvPr/>
              </p:nvPicPr>
              <p:blipFill>
                <a:blip r:embed="rId89"/>
                <a:stretch>
                  <a:fillRect/>
                </a:stretch>
              </p:blipFill>
              <p:spPr>
                <a:xfrm>
                  <a:off x="7969430" y="2243197"/>
                  <a:ext cx="8712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2" name="Ink 61">
                  <a:extLst>
                    <a:ext uri="{FF2B5EF4-FFF2-40B4-BE49-F238E27FC236}">
                      <a16:creationId xmlns:a16="http://schemas.microsoft.com/office/drawing/2014/main" id="{7B89D605-9AA1-DC81-4FDE-67DF7DD141DE}"/>
                    </a:ext>
                  </a:extLst>
                </p14:cNvPr>
                <p14:cNvContentPartPr/>
                <p14:nvPr/>
              </p14:nvContentPartPr>
              <p14:xfrm>
                <a:off x="8154110" y="2280997"/>
                <a:ext cx="129240" cy="185760"/>
              </p14:xfrm>
            </p:contentPart>
          </mc:Choice>
          <mc:Fallback xmlns="">
            <p:pic>
              <p:nvPicPr>
                <p:cNvPr id="62" name="Ink 61">
                  <a:extLst>
                    <a:ext uri="{FF2B5EF4-FFF2-40B4-BE49-F238E27FC236}">
                      <a16:creationId xmlns:a16="http://schemas.microsoft.com/office/drawing/2014/main" id="{7B89D605-9AA1-DC81-4FDE-67DF7DD141DE}"/>
                    </a:ext>
                  </a:extLst>
                </p:cNvPr>
                <p:cNvPicPr/>
                <p:nvPr/>
              </p:nvPicPr>
              <p:blipFill>
                <a:blip r:embed="rId91"/>
                <a:stretch>
                  <a:fillRect/>
                </a:stretch>
              </p:blipFill>
              <p:spPr>
                <a:xfrm>
                  <a:off x="8136470" y="2263357"/>
                  <a:ext cx="16488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3" name="Ink 62">
                  <a:extLst>
                    <a:ext uri="{FF2B5EF4-FFF2-40B4-BE49-F238E27FC236}">
                      <a16:creationId xmlns:a16="http://schemas.microsoft.com/office/drawing/2014/main" id="{ED1A6149-432B-1FBD-EF36-5103C73A15AD}"/>
                    </a:ext>
                  </a:extLst>
                </p14:cNvPr>
                <p14:cNvContentPartPr/>
                <p14:nvPr/>
              </p14:nvContentPartPr>
              <p14:xfrm>
                <a:off x="8343110" y="2129797"/>
                <a:ext cx="48600" cy="7200"/>
              </p14:xfrm>
            </p:contentPart>
          </mc:Choice>
          <mc:Fallback xmlns="">
            <p:pic>
              <p:nvPicPr>
                <p:cNvPr id="63" name="Ink 62">
                  <a:extLst>
                    <a:ext uri="{FF2B5EF4-FFF2-40B4-BE49-F238E27FC236}">
                      <a16:creationId xmlns:a16="http://schemas.microsoft.com/office/drawing/2014/main" id="{ED1A6149-432B-1FBD-EF36-5103C73A15AD}"/>
                    </a:ext>
                  </a:extLst>
                </p:cNvPr>
                <p:cNvPicPr/>
                <p:nvPr/>
              </p:nvPicPr>
              <p:blipFill>
                <a:blip r:embed="rId93"/>
                <a:stretch>
                  <a:fillRect/>
                </a:stretch>
              </p:blipFill>
              <p:spPr>
                <a:xfrm>
                  <a:off x="8325110" y="2112157"/>
                  <a:ext cx="8424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4" name="Ink 63">
                  <a:extLst>
                    <a:ext uri="{FF2B5EF4-FFF2-40B4-BE49-F238E27FC236}">
                      <a16:creationId xmlns:a16="http://schemas.microsoft.com/office/drawing/2014/main" id="{0DEB7DD2-145E-4C69-BE90-F854F4899544}"/>
                    </a:ext>
                  </a:extLst>
                </p14:cNvPr>
                <p14:cNvContentPartPr/>
                <p14:nvPr/>
              </p14:nvContentPartPr>
              <p14:xfrm>
                <a:off x="8537870" y="1965277"/>
                <a:ext cx="109440" cy="228240"/>
              </p14:xfrm>
            </p:contentPart>
          </mc:Choice>
          <mc:Fallback xmlns="">
            <p:pic>
              <p:nvPicPr>
                <p:cNvPr id="64" name="Ink 63">
                  <a:extLst>
                    <a:ext uri="{FF2B5EF4-FFF2-40B4-BE49-F238E27FC236}">
                      <a16:creationId xmlns:a16="http://schemas.microsoft.com/office/drawing/2014/main" id="{0DEB7DD2-145E-4C69-BE90-F854F4899544}"/>
                    </a:ext>
                  </a:extLst>
                </p:cNvPr>
                <p:cNvPicPr/>
                <p:nvPr/>
              </p:nvPicPr>
              <p:blipFill>
                <a:blip r:embed="rId95"/>
                <a:stretch>
                  <a:fillRect/>
                </a:stretch>
              </p:blipFill>
              <p:spPr>
                <a:xfrm>
                  <a:off x="8520230" y="1947277"/>
                  <a:ext cx="145080" cy="263880"/>
                </a:xfrm>
                <a:prstGeom prst="rect">
                  <a:avLst/>
                </a:prstGeom>
              </p:spPr>
            </p:pic>
          </mc:Fallback>
        </mc:AlternateContent>
      </p:grpSp>
      <p:grpSp>
        <p:nvGrpSpPr>
          <p:cNvPr id="72" name="Group 71">
            <a:extLst>
              <a:ext uri="{FF2B5EF4-FFF2-40B4-BE49-F238E27FC236}">
                <a16:creationId xmlns:a16="http://schemas.microsoft.com/office/drawing/2014/main" id="{E2AEBB44-FCC7-CE56-3D9F-20C06310ADA3}"/>
              </a:ext>
            </a:extLst>
          </p:cNvPr>
          <p:cNvGrpSpPr/>
          <p:nvPr/>
        </p:nvGrpSpPr>
        <p:grpSpPr>
          <a:xfrm>
            <a:off x="9068510" y="1229797"/>
            <a:ext cx="559080" cy="336960"/>
            <a:chOff x="9068510" y="1229797"/>
            <a:chExt cx="559080" cy="336960"/>
          </a:xfrm>
        </p:grpSpPr>
        <mc:AlternateContent xmlns:mc="http://schemas.openxmlformats.org/markup-compatibility/2006" xmlns:p14="http://schemas.microsoft.com/office/powerpoint/2010/main">
          <mc:Choice Requires="p14">
            <p:contentPart p14:bwMode="auto" r:id="rId96">
              <p14:nvContentPartPr>
                <p14:cNvPr id="68" name="Ink 67">
                  <a:extLst>
                    <a:ext uri="{FF2B5EF4-FFF2-40B4-BE49-F238E27FC236}">
                      <a16:creationId xmlns:a16="http://schemas.microsoft.com/office/drawing/2014/main" id="{973F6063-83CC-F07A-A5DE-93707304F12A}"/>
                    </a:ext>
                  </a:extLst>
                </p14:cNvPr>
                <p14:cNvContentPartPr/>
                <p14:nvPr/>
              </p14:nvContentPartPr>
              <p14:xfrm>
                <a:off x="9068510" y="1234117"/>
                <a:ext cx="36000" cy="332640"/>
              </p14:xfrm>
            </p:contentPart>
          </mc:Choice>
          <mc:Fallback xmlns="">
            <p:pic>
              <p:nvPicPr>
                <p:cNvPr id="68" name="Ink 67">
                  <a:extLst>
                    <a:ext uri="{FF2B5EF4-FFF2-40B4-BE49-F238E27FC236}">
                      <a16:creationId xmlns:a16="http://schemas.microsoft.com/office/drawing/2014/main" id="{973F6063-83CC-F07A-A5DE-93707304F12A}"/>
                    </a:ext>
                  </a:extLst>
                </p:cNvPr>
                <p:cNvPicPr/>
                <p:nvPr/>
              </p:nvPicPr>
              <p:blipFill>
                <a:blip r:embed="rId97"/>
                <a:stretch>
                  <a:fillRect/>
                </a:stretch>
              </p:blipFill>
              <p:spPr>
                <a:xfrm>
                  <a:off x="9050510" y="1216477"/>
                  <a:ext cx="7164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9" name="Ink 68">
                  <a:extLst>
                    <a:ext uri="{FF2B5EF4-FFF2-40B4-BE49-F238E27FC236}">
                      <a16:creationId xmlns:a16="http://schemas.microsoft.com/office/drawing/2014/main" id="{275D2307-9352-B6BA-815D-E81319F657BF}"/>
                    </a:ext>
                  </a:extLst>
                </p14:cNvPr>
                <p14:cNvContentPartPr/>
                <p14:nvPr/>
              </p14:nvContentPartPr>
              <p14:xfrm>
                <a:off x="9110990" y="1229797"/>
                <a:ext cx="282600" cy="236520"/>
              </p14:xfrm>
            </p:contentPart>
          </mc:Choice>
          <mc:Fallback xmlns="">
            <p:pic>
              <p:nvPicPr>
                <p:cNvPr id="69" name="Ink 68">
                  <a:extLst>
                    <a:ext uri="{FF2B5EF4-FFF2-40B4-BE49-F238E27FC236}">
                      <a16:creationId xmlns:a16="http://schemas.microsoft.com/office/drawing/2014/main" id="{275D2307-9352-B6BA-815D-E81319F657BF}"/>
                    </a:ext>
                  </a:extLst>
                </p:cNvPr>
                <p:cNvPicPr/>
                <p:nvPr/>
              </p:nvPicPr>
              <p:blipFill>
                <a:blip r:embed="rId99"/>
                <a:stretch>
                  <a:fillRect/>
                </a:stretch>
              </p:blipFill>
              <p:spPr>
                <a:xfrm>
                  <a:off x="9093350" y="1211797"/>
                  <a:ext cx="31824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0" name="Ink 69">
                  <a:extLst>
                    <a:ext uri="{FF2B5EF4-FFF2-40B4-BE49-F238E27FC236}">
                      <a16:creationId xmlns:a16="http://schemas.microsoft.com/office/drawing/2014/main" id="{1E4E3B40-36C0-DEAF-A1F7-E7EADB81258D}"/>
                    </a:ext>
                  </a:extLst>
                </p14:cNvPr>
                <p14:cNvContentPartPr/>
                <p14:nvPr/>
              </p14:nvContentPartPr>
              <p14:xfrm>
                <a:off x="9559550" y="1339237"/>
                <a:ext cx="45720" cy="4680"/>
              </p14:xfrm>
            </p:contentPart>
          </mc:Choice>
          <mc:Fallback xmlns="">
            <p:pic>
              <p:nvPicPr>
                <p:cNvPr id="70" name="Ink 69">
                  <a:extLst>
                    <a:ext uri="{FF2B5EF4-FFF2-40B4-BE49-F238E27FC236}">
                      <a16:creationId xmlns:a16="http://schemas.microsoft.com/office/drawing/2014/main" id="{1E4E3B40-36C0-DEAF-A1F7-E7EADB81258D}"/>
                    </a:ext>
                  </a:extLst>
                </p:cNvPr>
                <p:cNvPicPr/>
                <p:nvPr/>
              </p:nvPicPr>
              <p:blipFill>
                <a:blip r:embed="rId101"/>
                <a:stretch>
                  <a:fillRect/>
                </a:stretch>
              </p:blipFill>
              <p:spPr>
                <a:xfrm>
                  <a:off x="9541550" y="1321597"/>
                  <a:ext cx="8136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1" name="Ink 70">
                  <a:extLst>
                    <a:ext uri="{FF2B5EF4-FFF2-40B4-BE49-F238E27FC236}">
                      <a16:creationId xmlns:a16="http://schemas.microsoft.com/office/drawing/2014/main" id="{58C7ED50-FB8D-D848-7AD5-5F7D0714344C}"/>
                    </a:ext>
                  </a:extLst>
                </p14:cNvPr>
                <p14:cNvContentPartPr/>
                <p14:nvPr/>
              </p14:nvContentPartPr>
              <p14:xfrm>
                <a:off x="9587990" y="1420957"/>
                <a:ext cx="39600" cy="8280"/>
              </p14:xfrm>
            </p:contentPart>
          </mc:Choice>
          <mc:Fallback xmlns="">
            <p:pic>
              <p:nvPicPr>
                <p:cNvPr id="71" name="Ink 70">
                  <a:extLst>
                    <a:ext uri="{FF2B5EF4-FFF2-40B4-BE49-F238E27FC236}">
                      <a16:creationId xmlns:a16="http://schemas.microsoft.com/office/drawing/2014/main" id="{58C7ED50-FB8D-D848-7AD5-5F7D0714344C}"/>
                    </a:ext>
                  </a:extLst>
                </p:cNvPr>
                <p:cNvPicPr/>
                <p:nvPr/>
              </p:nvPicPr>
              <p:blipFill>
                <a:blip r:embed="rId103"/>
                <a:stretch>
                  <a:fillRect/>
                </a:stretch>
              </p:blipFill>
              <p:spPr>
                <a:xfrm>
                  <a:off x="9570350" y="1403317"/>
                  <a:ext cx="75240" cy="43920"/>
                </a:xfrm>
                <a:prstGeom prst="rect">
                  <a:avLst/>
                </a:prstGeom>
              </p:spPr>
            </p:pic>
          </mc:Fallback>
        </mc:AlternateContent>
      </p:grpSp>
      <p:grpSp>
        <p:nvGrpSpPr>
          <p:cNvPr id="75" name="Group 74">
            <a:extLst>
              <a:ext uri="{FF2B5EF4-FFF2-40B4-BE49-F238E27FC236}">
                <a16:creationId xmlns:a16="http://schemas.microsoft.com/office/drawing/2014/main" id="{2C7DAE15-5DCD-9855-80E2-9C022D80C8C5}"/>
              </a:ext>
            </a:extLst>
          </p:cNvPr>
          <p:cNvGrpSpPr/>
          <p:nvPr/>
        </p:nvGrpSpPr>
        <p:grpSpPr>
          <a:xfrm>
            <a:off x="7057550" y="1451197"/>
            <a:ext cx="569520" cy="498240"/>
            <a:chOff x="7057550" y="1451197"/>
            <a:chExt cx="569520" cy="498240"/>
          </a:xfrm>
        </p:grpSpPr>
        <mc:AlternateContent xmlns:mc="http://schemas.openxmlformats.org/markup-compatibility/2006" xmlns:p14="http://schemas.microsoft.com/office/powerpoint/2010/main">
          <mc:Choice Requires="p14">
            <p:contentPart p14:bwMode="auto" r:id="rId104">
              <p14:nvContentPartPr>
                <p14:cNvPr id="49" name="Ink 48">
                  <a:extLst>
                    <a:ext uri="{FF2B5EF4-FFF2-40B4-BE49-F238E27FC236}">
                      <a16:creationId xmlns:a16="http://schemas.microsoft.com/office/drawing/2014/main" id="{46BD6AC7-ED95-FCA8-810D-B83520B5FFC1}"/>
                    </a:ext>
                  </a:extLst>
                </p14:cNvPr>
                <p14:cNvContentPartPr/>
                <p14:nvPr/>
              </p14:nvContentPartPr>
              <p14:xfrm>
                <a:off x="7121270" y="1487917"/>
                <a:ext cx="22680" cy="369360"/>
              </p14:xfrm>
            </p:contentPart>
          </mc:Choice>
          <mc:Fallback xmlns="">
            <p:pic>
              <p:nvPicPr>
                <p:cNvPr id="49" name="Ink 48">
                  <a:extLst>
                    <a:ext uri="{FF2B5EF4-FFF2-40B4-BE49-F238E27FC236}">
                      <a16:creationId xmlns:a16="http://schemas.microsoft.com/office/drawing/2014/main" id="{46BD6AC7-ED95-FCA8-810D-B83520B5FFC1}"/>
                    </a:ext>
                  </a:extLst>
                </p:cNvPr>
                <p:cNvPicPr/>
                <p:nvPr/>
              </p:nvPicPr>
              <p:blipFill>
                <a:blip r:embed="rId105"/>
                <a:stretch>
                  <a:fillRect/>
                </a:stretch>
              </p:blipFill>
              <p:spPr>
                <a:xfrm>
                  <a:off x="7103270" y="1469917"/>
                  <a:ext cx="58320" cy="405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0" name="Ink 49">
                  <a:extLst>
                    <a:ext uri="{FF2B5EF4-FFF2-40B4-BE49-F238E27FC236}">
                      <a16:creationId xmlns:a16="http://schemas.microsoft.com/office/drawing/2014/main" id="{9179DA04-966E-DBD2-3FE3-5027E01706AA}"/>
                    </a:ext>
                  </a:extLst>
                </p14:cNvPr>
                <p14:cNvContentPartPr/>
                <p14:nvPr/>
              </p14:nvContentPartPr>
              <p14:xfrm>
                <a:off x="7147550" y="1451197"/>
                <a:ext cx="250560" cy="189720"/>
              </p14:xfrm>
            </p:contentPart>
          </mc:Choice>
          <mc:Fallback xmlns="">
            <p:pic>
              <p:nvPicPr>
                <p:cNvPr id="50" name="Ink 49">
                  <a:extLst>
                    <a:ext uri="{FF2B5EF4-FFF2-40B4-BE49-F238E27FC236}">
                      <a16:creationId xmlns:a16="http://schemas.microsoft.com/office/drawing/2014/main" id="{9179DA04-966E-DBD2-3FE3-5027E01706AA}"/>
                    </a:ext>
                  </a:extLst>
                </p:cNvPr>
                <p:cNvPicPr/>
                <p:nvPr/>
              </p:nvPicPr>
              <p:blipFill>
                <a:blip r:embed="rId107"/>
                <a:stretch>
                  <a:fillRect/>
                </a:stretch>
              </p:blipFill>
              <p:spPr>
                <a:xfrm>
                  <a:off x="7129550" y="1433557"/>
                  <a:ext cx="28620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1" name="Ink 50">
                  <a:extLst>
                    <a:ext uri="{FF2B5EF4-FFF2-40B4-BE49-F238E27FC236}">
                      <a16:creationId xmlns:a16="http://schemas.microsoft.com/office/drawing/2014/main" id="{E2F300D4-50D6-770D-2B7D-97154CA7C95A}"/>
                    </a:ext>
                  </a:extLst>
                </p14:cNvPr>
                <p14:cNvContentPartPr/>
                <p14:nvPr/>
              </p14:nvContentPartPr>
              <p14:xfrm>
                <a:off x="7529510" y="1501237"/>
                <a:ext cx="61200" cy="3960"/>
              </p14:xfrm>
            </p:contentPart>
          </mc:Choice>
          <mc:Fallback xmlns="">
            <p:pic>
              <p:nvPicPr>
                <p:cNvPr id="51" name="Ink 50">
                  <a:extLst>
                    <a:ext uri="{FF2B5EF4-FFF2-40B4-BE49-F238E27FC236}">
                      <a16:creationId xmlns:a16="http://schemas.microsoft.com/office/drawing/2014/main" id="{E2F300D4-50D6-770D-2B7D-97154CA7C95A}"/>
                    </a:ext>
                  </a:extLst>
                </p:cNvPr>
                <p:cNvPicPr/>
                <p:nvPr/>
              </p:nvPicPr>
              <p:blipFill>
                <a:blip r:embed="rId109"/>
                <a:stretch>
                  <a:fillRect/>
                </a:stretch>
              </p:blipFill>
              <p:spPr>
                <a:xfrm>
                  <a:off x="7511510" y="1483597"/>
                  <a:ext cx="9684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2" name="Ink 51">
                  <a:extLst>
                    <a:ext uri="{FF2B5EF4-FFF2-40B4-BE49-F238E27FC236}">
                      <a16:creationId xmlns:a16="http://schemas.microsoft.com/office/drawing/2014/main" id="{9F30E05A-C394-E1B8-0FCA-C3E91CA0B4C7}"/>
                    </a:ext>
                  </a:extLst>
                </p14:cNvPr>
                <p14:cNvContentPartPr/>
                <p14:nvPr/>
              </p14:nvContentPartPr>
              <p14:xfrm>
                <a:off x="7597190" y="1599157"/>
                <a:ext cx="29880" cy="27000"/>
              </p14:xfrm>
            </p:contentPart>
          </mc:Choice>
          <mc:Fallback xmlns="">
            <p:pic>
              <p:nvPicPr>
                <p:cNvPr id="52" name="Ink 51">
                  <a:extLst>
                    <a:ext uri="{FF2B5EF4-FFF2-40B4-BE49-F238E27FC236}">
                      <a16:creationId xmlns:a16="http://schemas.microsoft.com/office/drawing/2014/main" id="{9F30E05A-C394-E1B8-0FCA-C3E91CA0B4C7}"/>
                    </a:ext>
                  </a:extLst>
                </p:cNvPr>
                <p:cNvPicPr/>
                <p:nvPr/>
              </p:nvPicPr>
              <p:blipFill>
                <a:blip r:embed="rId111"/>
                <a:stretch>
                  <a:fillRect/>
                </a:stretch>
              </p:blipFill>
              <p:spPr>
                <a:xfrm>
                  <a:off x="7579550" y="1581157"/>
                  <a:ext cx="6552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3" name="Ink 72">
                  <a:extLst>
                    <a:ext uri="{FF2B5EF4-FFF2-40B4-BE49-F238E27FC236}">
                      <a16:creationId xmlns:a16="http://schemas.microsoft.com/office/drawing/2014/main" id="{E8D954EE-B53F-876A-AD67-9FE46CFA5CA1}"/>
                    </a:ext>
                  </a:extLst>
                </p14:cNvPr>
                <p14:cNvContentPartPr/>
                <p14:nvPr/>
              </p14:nvContentPartPr>
              <p14:xfrm>
                <a:off x="7057550" y="1466677"/>
                <a:ext cx="100440" cy="482760"/>
              </p14:xfrm>
            </p:contentPart>
          </mc:Choice>
          <mc:Fallback xmlns="">
            <p:pic>
              <p:nvPicPr>
                <p:cNvPr id="73" name="Ink 72">
                  <a:extLst>
                    <a:ext uri="{FF2B5EF4-FFF2-40B4-BE49-F238E27FC236}">
                      <a16:creationId xmlns:a16="http://schemas.microsoft.com/office/drawing/2014/main" id="{E8D954EE-B53F-876A-AD67-9FE46CFA5CA1}"/>
                    </a:ext>
                  </a:extLst>
                </p:cNvPr>
                <p:cNvPicPr/>
                <p:nvPr/>
              </p:nvPicPr>
              <p:blipFill>
                <a:blip r:embed="rId113"/>
                <a:stretch>
                  <a:fillRect/>
                </a:stretch>
              </p:blipFill>
              <p:spPr>
                <a:xfrm>
                  <a:off x="7039910" y="1449037"/>
                  <a:ext cx="136080" cy="5184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4" name="Ink 73">
                  <a:extLst>
                    <a:ext uri="{FF2B5EF4-FFF2-40B4-BE49-F238E27FC236}">
                      <a16:creationId xmlns:a16="http://schemas.microsoft.com/office/drawing/2014/main" id="{45252A1D-0CB2-F29E-FA0F-09BB84AB5696}"/>
                    </a:ext>
                  </a:extLst>
                </p14:cNvPr>
                <p14:cNvContentPartPr/>
                <p14:nvPr/>
              </p14:nvContentPartPr>
              <p14:xfrm>
                <a:off x="7185350" y="1456597"/>
                <a:ext cx="224280" cy="137520"/>
              </p14:xfrm>
            </p:contentPart>
          </mc:Choice>
          <mc:Fallback xmlns="">
            <p:pic>
              <p:nvPicPr>
                <p:cNvPr id="74" name="Ink 73">
                  <a:extLst>
                    <a:ext uri="{FF2B5EF4-FFF2-40B4-BE49-F238E27FC236}">
                      <a16:creationId xmlns:a16="http://schemas.microsoft.com/office/drawing/2014/main" id="{45252A1D-0CB2-F29E-FA0F-09BB84AB5696}"/>
                    </a:ext>
                  </a:extLst>
                </p:cNvPr>
                <p:cNvPicPr/>
                <p:nvPr/>
              </p:nvPicPr>
              <p:blipFill>
                <a:blip r:embed="rId115"/>
                <a:stretch>
                  <a:fillRect/>
                </a:stretch>
              </p:blipFill>
              <p:spPr>
                <a:xfrm>
                  <a:off x="7167710" y="1438597"/>
                  <a:ext cx="259920" cy="173160"/>
                </a:xfrm>
                <a:prstGeom prst="rect">
                  <a:avLst/>
                </a:prstGeom>
              </p:spPr>
            </p:pic>
          </mc:Fallback>
        </mc:AlternateContent>
      </p:grpSp>
      <p:grpSp>
        <p:nvGrpSpPr>
          <p:cNvPr id="88" name="Group 87">
            <a:extLst>
              <a:ext uri="{FF2B5EF4-FFF2-40B4-BE49-F238E27FC236}">
                <a16:creationId xmlns:a16="http://schemas.microsoft.com/office/drawing/2014/main" id="{62306C8B-A5C8-85ED-77EC-86D00A538F84}"/>
              </a:ext>
            </a:extLst>
          </p:cNvPr>
          <p:cNvGrpSpPr/>
          <p:nvPr/>
        </p:nvGrpSpPr>
        <p:grpSpPr>
          <a:xfrm>
            <a:off x="9841430" y="894277"/>
            <a:ext cx="494280" cy="531000"/>
            <a:chOff x="9841430" y="894277"/>
            <a:chExt cx="494280" cy="531000"/>
          </a:xfrm>
        </p:grpSpPr>
        <mc:AlternateContent xmlns:mc="http://schemas.openxmlformats.org/markup-compatibility/2006" xmlns:p14="http://schemas.microsoft.com/office/powerpoint/2010/main">
          <mc:Choice Requires="p14">
            <p:contentPart p14:bwMode="auto" r:id="rId116">
              <p14:nvContentPartPr>
                <p14:cNvPr id="76" name="Ink 75">
                  <a:extLst>
                    <a:ext uri="{FF2B5EF4-FFF2-40B4-BE49-F238E27FC236}">
                      <a16:creationId xmlns:a16="http://schemas.microsoft.com/office/drawing/2014/main" id="{C374BA28-51B3-16CC-1CBE-C5EDB74560E7}"/>
                    </a:ext>
                  </a:extLst>
                </p14:cNvPr>
                <p14:cNvContentPartPr/>
                <p14:nvPr/>
              </p14:nvContentPartPr>
              <p14:xfrm>
                <a:off x="9841430" y="1163557"/>
                <a:ext cx="52920" cy="261720"/>
              </p14:xfrm>
            </p:contentPart>
          </mc:Choice>
          <mc:Fallback xmlns="">
            <p:pic>
              <p:nvPicPr>
                <p:cNvPr id="76" name="Ink 75">
                  <a:extLst>
                    <a:ext uri="{FF2B5EF4-FFF2-40B4-BE49-F238E27FC236}">
                      <a16:creationId xmlns:a16="http://schemas.microsoft.com/office/drawing/2014/main" id="{C374BA28-51B3-16CC-1CBE-C5EDB74560E7}"/>
                    </a:ext>
                  </a:extLst>
                </p:cNvPr>
                <p:cNvPicPr/>
                <p:nvPr/>
              </p:nvPicPr>
              <p:blipFill>
                <a:blip r:embed="rId117"/>
                <a:stretch>
                  <a:fillRect/>
                </a:stretch>
              </p:blipFill>
              <p:spPr>
                <a:xfrm>
                  <a:off x="9823790" y="1145917"/>
                  <a:ext cx="8856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7" name="Ink 76">
                  <a:extLst>
                    <a:ext uri="{FF2B5EF4-FFF2-40B4-BE49-F238E27FC236}">
                      <a16:creationId xmlns:a16="http://schemas.microsoft.com/office/drawing/2014/main" id="{0203AAC1-6932-6187-3FA9-E8C46DDDFE74}"/>
                    </a:ext>
                  </a:extLst>
                </p14:cNvPr>
                <p14:cNvContentPartPr/>
                <p14:nvPr/>
              </p14:nvContentPartPr>
              <p14:xfrm>
                <a:off x="10023950" y="1192717"/>
                <a:ext cx="140040" cy="197280"/>
              </p14:xfrm>
            </p:contentPart>
          </mc:Choice>
          <mc:Fallback xmlns="">
            <p:pic>
              <p:nvPicPr>
                <p:cNvPr id="77" name="Ink 76">
                  <a:extLst>
                    <a:ext uri="{FF2B5EF4-FFF2-40B4-BE49-F238E27FC236}">
                      <a16:creationId xmlns:a16="http://schemas.microsoft.com/office/drawing/2014/main" id="{0203AAC1-6932-6187-3FA9-E8C46DDDFE74}"/>
                    </a:ext>
                  </a:extLst>
                </p:cNvPr>
                <p:cNvPicPr/>
                <p:nvPr/>
              </p:nvPicPr>
              <p:blipFill>
                <a:blip r:embed="rId119"/>
                <a:stretch>
                  <a:fillRect/>
                </a:stretch>
              </p:blipFill>
              <p:spPr>
                <a:xfrm>
                  <a:off x="10006310" y="1175077"/>
                  <a:ext cx="17568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8" name="Ink 77">
                  <a:extLst>
                    <a:ext uri="{FF2B5EF4-FFF2-40B4-BE49-F238E27FC236}">
                      <a16:creationId xmlns:a16="http://schemas.microsoft.com/office/drawing/2014/main" id="{9B2D2DB2-2ADF-2521-0E63-910BED41F940}"/>
                    </a:ext>
                  </a:extLst>
                </p14:cNvPr>
                <p14:cNvContentPartPr/>
                <p14:nvPr/>
              </p14:nvContentPartPr>
              <p14:xfrm>
                <a:off x="10232390" y="894277"/>
                <a:ext cx="103320" cy="180000"/>
              </p14:xfrm>
            </p:contentPart>
          </mc:Choice>
          <mc:Fallback xmlns="">
            <p:pic>
              <p:nvPicPr>
                <p:cNvPr id="78" name="Ink 77">
                  <a:extLst>
                    <a:ext uri="{FF2B5EF4-FFF2-40B4-BE49-F238E27FC236}">
                      <a16:creationId xmlns:a16="http://schemas.microsoft.com/office/drawing/2014/main" id="{9B2D2DB2-2ADF-2521-0E63-910BED41F940}"/>
                    </a:ext>
                  </a:extLst>
                </p:cNvPr>
                <p:cNvPicPr/>
                <p:nvPr/>
              </p:nvPicPr>
              <p:blipFill>
                <a:blip r:embed="rId121"/>
                <a:stretch>
                  <a:fillRect/>
                </a:stretch>
              </p:blipFill>
              <p:spPr>
                <a:xfrm>
                  <a:off x="10214390" y="876637"/>
                  <a:ext cx="138960" cy="215640"/>
                </a:xfrm>
                <a:prstGeom prst="rect">
                  <a:avLst/>
                </a:prstGeom>
              </p:spPr>
            </p:pic>
          </mc:Fallback>
        </mc:AlternateContent>
      </p:grpSp>
      <p:grpSp>
        <p:nvGrpSpPr>
          <p:cNvPr id="87" name="Group 86">
            <a:extLst>
              <a:ext uri="{FF2B5EF4-FFF2-40B4-BE49-F238E27FC236}">
                <a16:creationId xmlns:a16="http://schemas.microsoft.com/office/drawing/2014/main" id="{FBD90E95-E706-2AB1-A325-1D24EA1A9891}"/>
              </a:ext>
            </a:extLst>
          </p:cNvPr>
          <p:cNvGrpSpPr/>
          <p:nvPr/>
        </p:nvGrpSpPr>
        <p:grpSpPr>
          <a:xfrm>
            <a:off x="9307550" y="2061037"/>
            <a:ext cx="147240" cy="289080"/>
            <a:chOff x="9307550" y="2061037"/>
            <a:chExt cx="147240" cy="289080"/>
          </a:xfrm>
        </p:grpSpPr>
        <mc:AlternateContent xmlns:mc="http://schemas.openxmlformats.org/markup-compatibility/2006" xmlns:p14="http://schemas.microsoft.com/office/powerpoint/2010/main">
          <mc:Choice Requires="p14">
            <p:contentPart p14:bwMode="auto" r:id="rId122">
              <p14:nvContentPartPr>
                <p14:cNvPr id="79" name="Ink 78">
                  <a:extLst>
                    <a:ext uri="{FF2B5EF4-FFF2-40B4-BE49-F238E27FC236}">
                      <a16:creationId xmlns:a16="http://schemas.microsoft.com/office/drawing/2014/main" id="{99119048-A080-96BB-59E4-438AE858B131}"/>
                    </a:ext>
                  </a:extLst>
                </p14:cNvPr>
                <p14:cNvContentPartPr/>
                <p14:nvPr/>
              </p14:nvContentPartPr>
              <p14:xfrm>
                <a:off x="9307550" y="2061037"/>
                <a:ext cx="31680" cy="289080"/>
              </p14:xfrm>
            </p:contentPart>
          </mc:Choice>
          <mc:Fallback xmlns="">
            <p:pic>
              <p:nvPicPr>
                <p:cNvPr id="79" name="Ink 78">
                  <a:extLst>
                    <a:ext uri="{FF2B5EF4-FFF2-40B4-BE49-F238E27FC236}">
                      <a16:creationId xmlns:a16="http://schemas.microsoft.com/office/drawing/2014/main" id="{99119048-A080-96BB-59E4-438AE858B131}"/>
                    </a:ext>
                  </a:extLst>
                </p:cNvPr>
                <p:cNvPicPr/>
                <p:nvPr/>
              </p:nvPicPr>
              <p:blipFill>
                <a:blip r:embed="rId123"/>
                <a:stretch>
                  <a:fillRect/>
                </a:stretch>
              </p:blipFill>
              <p:spPr>
                <a:xfrm>
                  <a:off x="9289910" y="2043397"/>
                  <a:ext cx="6732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0" name="Ink 79">
                  <a:extLst>
                    <a:ext uri="{FF2B5EF4-FFF2-40B4-BE49-F238E27FC236}">
                      <a16:creationId xmlns:a16="http://schemas.microsoft.com/office/drawing/2014/main" id="{E006C879-24A9-10A3-5215-9E234E1E4C11}"/>
                    </a:ext>
                  </a:extLst>
                </p14:cNvPr>
                <p14:cNvContentPartPr/>
                <p14:nvPr/>
              </p14:nvContentPartPr>
              <p14:xfrm>
                <a:off x="9368390" y="2188477"/>
                <a:ext cx="86400" cy="75240"/>
              </p14:xfrm>
            </p:contentPart>
          </mc:Choice>
          <mc:Fallback xmlns="">
            <p:pic>
              <p:nvPicPr>
                <p:cNvPr id="80" name="Ink 79">
                  <a:extLst>
                    <a:ext uri="{FF2B5EF4-FFF2-40B4-BE49-F238E27FC236}">
                      <a16:creationId xmlns:a16="http://schemas.microsoft.com/office/drawing/2014/main" id="{E006C879-24A9-10A3-5215-9E234E1E4C11}"/>
                    </a:ext>
                  </a:extLst>
                </p:cNvPr>
                <p:cNvPicPr/>
                <p:nvPr/>
              </p:nvPicPr>
              <p:blipFill>
                <a:blip r:embed="rId125"/>
                <a:stretch>
                  <a:fillRect/>
                </a:stretch>
              </p:blipFill>
              <p:spPr>
                <a:xfrm>
                  <a:off x="9350390" y="2170477"/>
                  <a:ext cx="122040" cy="110880"/>
                </a:xfrm>
                <a:prstGeom prst="rect">
                  <a:avLst/>
                </a:prstGeom>
              </p:spPr>
            </p:pic>
          </mc:Fallback>
        </mc:AlternateContent>
      </p:grpSp>
      <p:grpSp>
        <p:nvGrpSpPr>
          <p:cNvPr id="86" name="Group 85">
            <a:extLst>
              <a:ext uri="{FF2B5EF4-FFF2-40B4-BE49-F238E27FC236}">
                <a16:creationId xmlns:a16="http://schemas.microsoft.com/office/drawing/2014/main" id="{F42C36A0-B0B9-2937-56C4-80DE5E58967D}"/>
              </a:ext>
            </a:extLst>
          </p:cNvPr>
          <p:cNvGrpSpPr/>
          <p:nvPr/>
        </p:nvGrpSpPr>
        <p:grpSpPr>
          <a:xfrm>
            <a:off x="9685190" y="1781317"/>
            <a:ext cx="646200" cy="537120"/>
            <a:chOff x="9685190" y="1781317"/>
            <a:chExt cx="646200" cy="537120"/>
          </a:xfrm>
        </p:grpSpPr>
        <mc:AlternateContent xmlns:mc="http://schemas.openxmlformats.org/markup-compatibility/2006" xmlns:p14="http://schemas.microsoft.com/office/powerpoint/2010/main">
          <mc:Choice Requires="p14">
            <p:contentPart p14:bwMode="auto" r:id="rId126">
              <p14:nvContentPartPr>
                <p14:cNvPr id="81" name="Ink 80">
                  <a:extLst>
                    <a:ext uri="{FF2B5EF4-FFF2-40B4-BE49-F238E27FC236}">
                      <a16:creationId xmlns:a16="http://schemas.microsoft.com/office/drawing/2014/main" id="{4C0DA3B2-F737-7B25-9457-1514ACB5AA28}"/>
                    </a:ext>
                  </a:extLst>
                </p14:cNvPr>
                <p14:cNvContentPartPr/>
                <p14:nvPr/>
              </p14:nvContentPartPr>
              <p14:xfrm>
                <a:off x="9685190" y="2231317"/>
                <a:ext cx="65880" cy="19080"/>
              </p14:xfrm>
            </p:contentPart>
          </mc:Choice>
          <mc:Fallback xmlns="">
            <p:pic>
              <p:nvPicPr>
                <p:cNvPr id="81" name="Ink 80">
                  <a:extLst>
                    <a:ext uri="{FF2B5EF4-FFF2-40B4-BE49-F238E27FC236}">
                      <a16:creationId xmlns:a16="http://schemas.microsoft.com/office/drawing/2014/main" id="{4C0DA3B2-F737-7B25-9457-1514ACB5AA28}"/>
                    </a:ext>
                  </a:extLst>
                </p:cNvPr>
                <p:cNvPicPr/>
                <p:nvPr/>
              </p:nvPicPr>
              <p:blipFill>
                <a:blip r:embed="rId127"/>
                <a:stretch>
                  <a:fillRect/>
                </a:stretch>
              </p:blipFill>
              <p:spPr>
                <a:xfrm>
                  <a:off x="9667190" y="2213317"/>
                  <a:ext cx="10152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2" name="Ink 81">
                  <a:extLst>
                    <a:ext uri="{FF2B5EF4-FFF2-40B4-BE49-F238E27FC236}">
                      <a16:creationId xmlns:a16="http://schemas.microsoft.com/office/drawing/2014/main" id="{B0F95D7A-2A2B-D24F-1024-EE7EACFB4424}"/>
                    </a:ext>
                  </a:extLst>
                </p14:cNvPr>
                <p14:cNvContentPartPr/>
                <p14:nvPr/>
              </p14:nvContentPartPr>
              <p14:xfrm>
                <a:off x="9738110" y="2291077"/>
                <a:ext cx="51120" cy="27360"/>
              </p14:xfrm>
            </p:contentPart>
          </mc:Choice>
          <mc:Fallback xmlns="">
            <p:pic>
              <p:nvPicPr>
                <p:cNvPr id="82" name="Ink 81">
                  <a:extLst>
                    <a:ext uri="{FF2B5EF4-FFF2-40B4-BE49-F238E27FC236}">
                      <a16:creationId xmlns:a16="http://schemas.microsoft.com/office/drawing/2014/main" id="{B0F95D7A-2A2B-D24F-1024-EE7EACFB4424}"/>
                    </a:ext>
                  </a:extLst>
                </p:cNvPr>
                <p:cNvPicPr/>
                <p:nvPr/>
              </p:nvPicPr>
              <p:blipFill>
                <a:blip r:embed="rId129"/>
                <a:stretch>
                  <a:fillRect/>
                </a:stretch>
              </p:blipFill>
              <p:spPr>
                <a:xfrm>
                  <a:off x="9720470" y="2273437"/>
                  <a:ext cx="8676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3" name="Ink 82">
                  <a:extLst>
                    <a:ext uri="{FF2B5EF4-FFF2-40B4-BE49-F238E27FC236}">
                      <a16:creationId xmlns:a16="http://schemas.microsoft.com/office/drawing/2014/main" id="{0A30CAD8-1D0B-74C8-1217-5B1539FC9638}"/>
                    </a:ext>
                  </a:extLst>
                </p14:cNvPr>
                <p14:cNvContentPartPr/>
                <p14:nvPr/>
              </p14:nvContentPartPr>
              <p14:xfrm>
                <a:off x="9902630" y="2040877"/>
                <a:ext cx="45720" cy="274320"/>
              </p14:xfrm>
            </p:contentPart>
          </mc:Choice>
          <mc:Fallback xmlns="">
            <p:pic>
              <p:nvPicPr>
                <p:cNvPr id="83" name="Ink 82">
                  <a:extLst>
                    <a:ext uri="{FF2B5EF4-FFF2-40B4-BE49-F238E27FC236}">
                      <a16:creationId xmlns:a16="http://schemas.microsoft.com/office/drawing/2014/main" id="{0A30CAD8-1D0B-74C8-1217-5B1539FC9638}"/>
                    </a:ext>
                  </a:extLst>
                </p:cNvPr>
                <p:cNvPicPr/>
                <p:nvPr/>
              </p:nvPicPr>
              <p:blipFill>
                <a:blip r:embed="rId131"/>
                <a:stretch>
                  <a:fillRect/>
                </a:stretch>
              </p:blipFill>
              <p:spPr>
                <a:xfrm>
                  <a:off x="9884990" y="2022877"/>
                  <a:ext cx="8136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4" name="Ink 83">
                  <a:extLst>
                    <a:ext uri="{FF2B5EF4-FFF2-40B4-BE49-F238E27FC236}">
                      <a16:creationId xmlns:a16="http://schemas.microsoft.com/office/drawing/2014/main" id="{965C5AE5-D44D-99B1-BD87-CD6A9521C251}"/>
                    </a:ext>
                  </a:extLst>
                </p14:cNvPr>
                <p14:cNvContentPartPr/>
                <p14:nvPr/>
              </p14:nvContentPartPr>
              <p14:xfrm>
                <a:off x="10021070" y="2066437"/>
                <a:ext cx="152280" cy="185040"/>
              </p14:xfrm>
            </p:contentPart>
          </mc:Choice>
          <mc:Fallback xmlns="">
            <p:pic>
              <p:nvPicPr>
                <p:cNvPr id="84" name="Ink 83">
                  <a:extLst>
                    <a:ext uri="{FF2B5EF4-FFF2-40B4-BE49-F238E27FC236}">
                      <a16:creationId xmlns:a16="http://schemas.microsoft.com/office/drawing/2014/main" id="{965C5AE5-D44D-99B1-BD87-CD6A9521C251}"/>
                    </a:ext>
                  </a:extLst>
                </p:cNvPr>
                <p:cNvPicPr/>
                <p:nvPr/>
              </p:nvPicPr>
              <p:blipFill>
                <a:blip r:embed="rId133"/>
                <a:stretch>
                  <a:fillRect/>
                </a:stretch>
              </p:blipFill>
              <p:spPr>
                <a:xfrm>
                  <a:off x="10003070" y="2048437"/>
                  <a:ext cx="1879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5" name="Ink 84">
                  <a:extLst>
                    <a:ext uri="{FF2B5EF4-FFF2-40B4-BE49-F238E27FC236}">
                      <a16:creationId xmlns:a16="http://schemas.microsoft.com/office/drawing/2014/main" id="{868B9EB1-BB8C-D54E-25F9-2C6C0E18E85B}"/>
                    </a:ext>
                  </a:extLst>
                </p14:cNvPr>
                <p14:cNvContentPartPr/>
                <p14:nvPr/>
              </p14:nvContentPartPr>
              <p14:xfrm>
                <a:off x="10223750" y="1781317"/>
                <a:ext cx="107640" cy="247320"/>
              </p14:xfrm>
            </p:contentPart>
          </mc:Choice>
          <mc:Fallback xmlns="">
            <p:pic>
              <p:nvPicPr>
                <p:cNvPr id="85" name="Ink 84">
                  <a:extLst>
                    <a:ext uri="{FF2B5EF4-FFF2-40B4-BE49-F238E27FC236}">
                      <a16:creationId xmlns:a16="http://schemas.microsoft.com/office/drawing/2014/main" id="{868B9EB1-BB8C-D54E-25F9-2C6C0E18E85B}"/>
                    </a:ext>
                  </a:extLst>
                </p:cNvPr>
                <p:cNvPicPr/>
                <p:nvPr/>
              </p:nvPicPr>
              <p:blipFill>
                <a:blip r:embed="rId135"/>
                <a:stretch>
                  <a:fillRect/>
                </a:stretch>
              </p:blipFill>
              <p:spPr>
                <a:xfrm>
                  <a:off x="10205750" y="1763317"/>
                  <a:ext cx="143280" cy="282960"/>
                </a:xfrm>
                <a:prstGeom prst="rect">
                  <a:avLst/>
                </a:prstGeom>
              </p:spPr>
            </p:pic>
          </mc:Fallback>
        </mc:AlternateContent>
      </p:grpSp>
    </p:spTree>
    <p:extLst>
      <p:ext uri="{BB962C8B-B14F-4D97-AF65-F5344CB8AC3E}">
        <p14:creationId xmlns:p14="http://schemas.microsoft.com/office/powerpoint/2010/main" val="2846825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4765">
              <a:lnSpc>
                <a:spcPct val="100000"/>
              </a:lnSpc>
              <a:spcBef>
                <a:spcPts val="100"/>
              </a:spcBef>
            </a:pPr>
            <a:r>
              <a:rPr dirty="0"/>
              <a:t>Thermal</a:t>
            </a:r>
            <a:r>
              <a:rPr spc="204" dirty="0"/>
              <a:t> </a:t>
            </a:r>
            <a:r>
              <a:rPr spc="-20" dirty="0"/>
              <a:t>Noise</a:t>
            </a:r>
          </a:p>
        </p:txBody>
      </p:sp>
      <p:pic>
        <p:nvPicPr>
          <p:cNvPr id="3" name="object 3"/>
          <p:cNvPicPr/>
          <p:nvPr/>
        </p:nvPicPr>
        <p:blipFill>
          <a:blip r:embed="rId2" cstate="print"/>
          <a:stretch>
            <a:fillRect/>
          </a:stretch>
        </p:blipFill>
        <p:spPr>
          <a:xfrm>
            <a:off x="228600" y="427089"/>
            <a:ext cx="9677399" cy="3369168"/>
          </a:xfrm>
          <a:prstGeom prst="rect">
            <a:avLst/>
          </a:prstGeom>
        </p:spPr>
      </p:pic>
      <p:pic>
        <p:nvPicPr>
          <p:cNvPr id="6" name="Picture 5" descr="A white background with black text and black text&#10;&#10;AI-generated content may be incorrect.">
            <a:extLst>
              <a:ext uri="{FF2B5EF4-FFF2-40B4-BE49-F238E27FC236}">
                <a16:creationId xmlns:a16="http://schemas.microsoft.com/office/drawing/2014/main" id="{02D960A0-92C9-7812-04BF-6116F3315D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0193" y="2286000"/>
            <a:ext cx="6771835" cy="4191000"/>
          </a:xfrm>
          <a:prstGeom prst="rect">
            <a:avLst/>
          </a:prstGeom>
        </p:spPr>
      </p:pic>
      <p:grpSp>
        <p:nvGrpSpPr>
          <p:cNvPr id="37" name="Group 36">
            <a:extLst>
              <a:ext uri="{FF2B5EF4-FFF2-40B4-BE49-F238E27FC236}">
                <a16:creationId xmlns:a16="http://schemas.microsoft.com/office/drawing/2014/main" id="{D3F6729B-BF14-5362-3130-9828846C86E7}"/>
              </a:ext>
            </a:extLst>
          </p:cNvPr>
          <p:cNvGrpSpPr/>
          <p:nvPr/>
        </p:nvGrpSpPr>
        <p:grpSpPr>
          <a:xfrm>
            <a:off x="225016" y="4066753"/>
            <a:ext cx="1754280" cy="997200"/>
            <a:chOff x="225016" y="4066753"/>
            <a:chExt cx="1754280" cy="997200"/>
          </a:xfrm>
        </p:grpSpPr>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7990B0C6-583D-7576-BACC-EF14CADD0778}"/>
                    </a:ext>
                  </a:extLst>
                </p14:cNvPr>
                <p14:cNvContentPartPr/>
                <p14:nvPr/>
              </p14:nvContentPartPr>
              <p14:xfrm>
                <a:off x="225016" y="4066753"/>
                <a:ext cx="198720" cy="421560"/>
              </p14:xfrm>
            </p:contentPart>
          </mc:Choice>
          <mc:Fallback xmlns="">
            <p:pic>
              <p:nvPicPr>
                <p:cNvPr id="4" name="Ink 3">
                  <a:extLst>
                    <a:ext uri="{FF2B5EF4-FFF2-40B4-BE49-F238E27FC236}">
                      <a16:creationId xmlns:a16="http://schemas.microsoft.com/office/drawing/2014/main" id="{7990B0C6-583D-7576-BACC-EF14CADD0778}"/>
                    </a:ext>
                  </a:extLst>
                </p:cNvPr>
                <p:cNvPicPr/>
                <p:nvPr/>
              </p:nvPicPr>
              <p:blipFill>
                <a:blip r:embed="rId5"/>
                <a:stretch>
                  <a:fillRect/>
                </a:stretch>
              </p:blipFill>
              <p:spPr>
                <a:xfrm>
                  <a:off x="207376" y="4048753"/>
                  <a:ext cx="234360" cy="457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A2189B54-5472-25AF-BB92-FB473FCF4470}"/>
                    </a:ext>
                  </a:extLst>
                </p14:cNvPr>
                <p14:cNvContentPartPr/>
                <p14:nvPr/>
              </p14:nvContentPartPr>
              <p14:xfrm>
                <a:off x="515176" y="4423513"/>
                <a:ext cx="182520" cy="136440"/>
              </p14:xfrm>
            </p:contentPart>
          </mc:Choice>
          <mc:Fallback xmlns="">
            <p:pic>
              <p:nvPicPr>
                <p:cNvPr id="5" name="Ink 4">
                  <a:extLst>
                    <a:ext uri="{FF2B5EF4-FFF2-40B4-BE49-F238E27FC236}">
                      <a16:creationId xmlns:a16="http://schemas.microsoft.com/office/drawing/2014/main" id="{A2189B54-5472-25AF-BB92-FB473FCF4470}"/>
                    </a:ext>
                  </a:extLst>
                </p:cNvPr>
                <p:cNvPicPr/>
                <p:nvPr/>
              </p:nvPicPr>
              <p:blipFill>
                <a:blip r:embed="rId7"/>
                <a:stretch>
                  <a:fillRect/>
                </a:stretch>
              </p:blipFill>
              <p:spPr>
                <a:xfrm>
                  <a:off x="497536" y="4405873"/>
                  <a:ext cx="21816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4E01ACC8-629B-2C9E-196B-50EDD63470C0}"/>
                    </a:ext>
                  </a:extLst>
                </p14:cNvPr>
                <p14:cNvContentPartPr/>
                <p14:nvPr/>
              </p14:nvContentPartPr>
              <p14:xfrm>
                <a:off x="713536" y="4410913"/>
                <a:ext cx="108720" cy="89280"/>
              </p14:xfrm>
            </p:contentPart>
          </mc:Choice>
          <mc:Fallback xmlns="">
            <p:pic>
              <p:nvPicPr>
                <p:cNvPr id="7" name="Ink 6">
                  <a:extLst>
                    <a:ext uri="{FF2B5EF4-FFF2-40B4-BE49-F238E27FC236}">
                      <a16:creationId xmlns:a16="http://schemas.microsoft.com/office/drawing/2014/main" id="{4E01ACC8-629B-2C9E-196B-50EDD63470C0}"/>
                    </a:ext>
                  </a:extLst>
                </p:cNvPr>
                <p:cNvPicPr/>
                <p:nvPr/>
              </p:nvPicPr>
              <p:blipFill>
                <a:blip r:embed="rId9"/>
                <a:stretch>
                  <a:fillRect/>
                </a:stretch>
              </p:blipFill>
              <p:spPr>
                <a:xfrm>
                  <a:off x="695536" y="4392913"/>
                  <a:ext cx="14436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6EEA85BB-146C-D357-BB58-50BCD30E4C8E}"/>
                    </a:ext>
                  </a:extLst>
                </p14:cNvPr>
                <p14:cNvContentPartPr/>
                <p14:nvPr/>
              </p14:nvContentPartPr>
              <p14:xfrm>
                <a:off x="871936" y="4415593"/>
                <a:ext cx="33120" cy="86760"/>
              </p14:xfrm>
            </p:contentPart>
          </mc:Choice>
          <mc:Fallback xmlns="">
            <p:pic>
              <p:nvPicPr>
                <p:cNvPr id="8" name="Ink 7">
                  <a:extLst>
                    <a:ext uri="{FF2B5EF4-FFF2-40B4-BE49-F238E27FC236}">
                      <a16:creationId xmlns:a16="http://schemas.microsoft.com/office/drawing/2014/main" id="{6EEA85BB-146C-D357-BB58-50BCD30E4C8E}"/>
                    </a:ext>
                  </a:extLst>
                </p:cNvPr>
                <p:cNvPicPr/>
                <p:nvPr/>
              </p:nvPicPr>
              <p:blipFill>
                <a:blip r:embed="rId11"/>
                <a:stretch>
                  <a:fillRect/>
                </a:stretch>
              </p:blipFill>
              <p:spPr>
                <a:xfrm>
                  <a:off x="853936" y="4397953"/>
                  <a:ext cx="687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56D20DCA-C9BA-2B8B-1D2B-9EEDCD644B9E}"/>
                    </a:ext>
                  </a:extLst>
                </p14:cNvPr>
                <p14:cNvContentPartPr/>
                <p14:nvPr/>
              </p14:nvContentPartPr>
              <p14:xfrm>
                <a:off x="874096" y="4286353"/>
                <a:ext cx="10800" cy="50760"/>
              </p14:xfrm>
            </p:contentPart>
          </mc:Choice>
          <mc:Fallback xmlns="">
            <p:pic>
              <p:nvPicPr>
                <p:cNvPr id="9" name="Ink 8">
                  <a:extLst>
                    <a:ext uri="{FF2B5EF4-FFF2-40B4-BE49-F238E27FC236}">
                      <a16:creationId xmlns:a16="http://schemas.microsoft.com/office/drawing/2014/main" id="{56D20DCA-C9BA-2B8B-1D2B-9EEDCD644B9E}"/>
                    </a:ext>
                  </a:extLst>
                </p:cNvPr>
                <p:cNvPicPr/>
                <p:nvPr/>
              </p:nvPicPr>
              <p:blipFill>
                <a:blip r:embed="rId13"/>
                <a:stretch>
                  <a:fillRect/>
                </a:stretch>
              </p:blipFill>
              <p:spPr>
                <a:xfrm>
                  <a:off x="856096" y="4268353"/>
                  <a:ext cx="464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F1D74D9A-0441-9816-1B97-1DA03E423DA0}"/>
                    </a:ext>
                  </a:extLst>
                </p14:cNvPr>
                <p14:cNvContentPartPr/>
                <p14:nvPr/>
              </p14:nvContentPartPr>
              <p14:xfrm>
                <a:off x="981376" y="4366273"/>
                <a:ext cx="65160" cy="147240"/>
              </p14:xfrm>
            </p:contentPart>
          </mc:Choice>
          <mc:Fallback xmlns="">
            <p:pic>
              <p:nvPicPr>
                <p:cNvPr id="10" name="Ink 9">
                  <a:extLst>
                    <a:ext uri="{FF2B5EF4-FFF2-40B4-BE49-F238E27FC236}">
                      <a16:creationId xmlns:a16="http://schemas.microsoft.com/office/drawing/2014/main" id="{F1D74D9A-0441-9816-1B97-1DA03E423DA0}"/>
                    </a:ext>
                  </a:extLst>
                </p:cNvPr>
                <p:cNvPicPr/>
                <p:nvPr/>
              </p:nvPicPr>
              <p:blipFill>
                <a:blip r:embed="rId15"/>
                <a:stretch>
                  <a:fillRect/>
                </a:stretch>
              </p:blipFill>
              <p:spPr>
                <a:xfrm>
                  <a:off x="963736" y="4348273"/>
                  <a:ext cx="10080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6AD4C0EA-7CBD-D9D5-0BEF-617C33DE6397}"/>
                    </a:ext>
                  </a:extLst>
                </p14:cNvPr>
                <p14:cNvContentPartPr/>
                <p14:nvPr/>
              </p14:nvContentPartPr>
              <p14:xfrm>
                <a:off x="1043296" y="4378873"/>
                <a:ext cx="95040" cy="93960"/>
              </p14:xfrm>
            </p:contentPart>
          </mc:Choice>
          <mc:Fallback xmlns="">
            <p:pic>
              <p:nvPicPr>
                <p:cNvPr id="11" name="Ink 10">
                  <a:extLst>
                    <a:ext uri="{FF2B5EF4-FFF2-40B4-BE49-F238E27FC236}">
                      <a16:creationId xmlns:a16="http://schemas.microsoft.com/office/drawing/2014/main" id="{6AD4C0EA-7CBD-D9D5-0BEF-617C33DE6397}"/>
                    </a:ext>
                  </a:extLst>
                </p:cNvPr>
                <p:cNvPicPr/>
                <p:nvPr/>
              </p:nvPicPr>
              <p:blipFill>
                <a:blip r:embed="rId17"/>
                <a:stretch>
                  <a:fillRect/>
                </a:stretch>
              </p:blipFill>
              <p:spPr>
                <a:xfrm>
                  <a:off x="1025296" y="4360873"/>
                  <a:ext cx="13068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E8BCE03C-60E6-D191-6BBB-4893B4A8D88B}"/>
                    </a:ext>
                  </a:extLst>
                </p14:cNvPr>
                <p14:cNvContentPartPr/>
                <p14:nvPr/>
              </p14:nvContentPartPr>
              <p14:xfrm>
                <a:off x="1275856" y="4424233"/>
                <a:ext cx="38520" cy="147240"/>
              </p14:xfrm>
            </p:contentPart>
          </mc:Choice>
          <mc:Fallback xmlns="">
            <p:pic>
              <p:nvPicPr>
                <p:cNvPr id="12" name="Ink 11">
                  <a:extLst>
                    <a:ext uri="{FF2B5EF4-FFF2-40B4-BE49-F238E27FC236}">
                      <a16:creationId xmlns:a16="http://schemas.microsoft.com/office/drawing/2014/main" id="{E8BCE03C-60E6-D191-6BBB-4893B4A8D88B}"/>
                    </a:ext>
                  </a:extLst>
                </p:cNvPr>
                <p:cNvPicPr/>
                <p:nvPr/>
              </p:nvPicPr>
              <p:blipFill>
                <a:blip r:embed="rId19"/>
                <a:stretch>
                  <a:fillRect/>
                </a:stretch>
              </p:blipFill>
              <p:spPr>
                <a:xfrm>
                  <a:off x="1258216" y="4406233"/>
                  <a:ext cx="7416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98275B52-4D29-6430-5714-5FA5FFE5D5D0}"/>
                    </a:ext>
                  </a:extLst>
                </p14:cNvPr>
                <p14:cNvContentPartPr/>
                <p14:nvPr/>
              </p14:nvContentPartPr>
              <p14:xfrm>
                <a:off x="647656" y="4850833"/>
                <a:ext cx="79920" cy="213120"/>
              </p14:xfrm>
            </p:contentPart>
          </mc:Choice>
          <mc:Fallback xmlns="">
            <p:pic>
              <p:nvPicPr>
                <p:cNvPr id="13" name="Ink 12">
                  <a:extLst>
                    <a:ext uri="{FF2B5EF4-FFF2-40B4-BE49-F238E27FC236}">
                      <a16:creationId xmlns:a16="http://schemas.microsoft.com/office/drawing/2014/main" id="{98275B52-4D29-6430-5714-5FA5FFE5D5D0}"/>
                    </a:ext>
                  </a:extLst>
                </p:cNvPr>
                <p:cNvPicPr/>
                <p:nvPr/>
              </p:nvPicPr>
              <p:blipFill>
                <a:blip r:embed="rId21"/>
                <a:stretch>
                  <a:fillRect/>
                </a:stretch>
              </p:blipFill>
              <p:spPr>
                <a:xfrm>
                  <a:off x="629656" y="4832833"/>
                  <a:ext cx="11556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3E082E07-D299-4E93-F13D-513DBD930F83}"/>
                    </a:ext>
                  </a:extLst>
                </p14:cNvPr>
                <p14:cNvContentPartPr/>
                <p14:nvPr/>
              </p14:nvContentPartPr>
              <p14:xfrm>
                <a:off x="630736" y="4900873"/>
                <a:ext cx="128880" cy="77040"/>
              </p14:xfrm>
            </p:contentPart>
          </mc:Choice>
          <mc:Fallback xmlns="">
            <p:pic>
              <p:nvPicPr>
                <p:cNvPr id="14" name="Ink 13">
                  <a:extLst>
                    <a:ext uri="{FF2B5EF4-FFF2-40B4-BE49-F238E27FC236}">
                      <a16:creationId xmlns:a16="http://schemas.microsoft.com/office/drawing/2014/main" id="{3E082E07-D299-4E93-F13D-513DBD930F83}"/>
                    </a:ext>
                  </a:extLst>
                </p:cNvPr>
                <p:cNvPicPr/>
                <p:nvPr/>
              </p:nvPicPr>
              <p:blipFill>
                <a:blip r:embed="rId23"/>
                <a:stretch>
                  <a:fillRect/>
                </a:stretch>
              </p:blipFill>
              <p:spPr>
                <a:xfrm>
                  <a:off x="613096" y="4883233"/>
                  <a:ext cx="1645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B3F5940F-40F6-F152-4B18-4F5BE8B2C7F0}"/>
                    </a:ext>
                  </a:extLst>
                </p14:cNvPr>
                <p14:cNvContentPartPr/>
                <p14:nvPr/>
              </p14:nvContentPartPr>
              <p14:xfrm>
                <a:off x="817576" y="4871713"/>
                <a:ext cx="162360" cy="116640"/>
              </p14:xfrm>
            </p:contentPart>
          </mc:Choice>
          <mc:Fallback xmlns="">
            <p:pic>
              <p:nvPicPr>
                <p:cNvPr id="15" name="Ink 14">
                  <a:extLst>
                    <a:ext uri="{FF2B5EF4-FFF2-40B4-BE49-F238E27FC236}">
                      <a16:creationId xmlns:a16="http://schemas.microsoft.com/office/drawing/2014/main" id="{B3F5940F-40F6-F152-4B18-4F5BE8B2C7F0}"/>
                    </a:ext>
                  </a:extLst>
                </p:cNvPr>
                <p:cNvPicPr/>
                <p:nvPr/>
              </p:nvPicPr>
              <p:blipFill>
                <a:blip r:embed="rId25"/>
                <a:stretch>
                  <a:fillRect/>
                </a:stretch>
              </p:blipFill>
              <p:spPr>
                <a:xfrm>
                  <a:off x="799576" y="4853713"/>
                  <a:ext cx="19800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F7505C6D-ADBB-F717-3E72-627D028AA50D}"/>
                    </a:ext>
                  </a:extLst>
                </p14:cNvPr>
                <p14:cNvContentPartPr/>
                <p14:nvPr/>
              </p14:nvContentPartPr>
              <p14:xfrm>
                <a:off x="992896" y="4886473"/>
                <a:ext cx="101880" cy="90000"/>
              </p14:xfrm>
            </p:contentPart>
          </mc:Choice>
          <mc:Fallback xmlns="">
            <p:pic>
              <p:nvPicPr>
                <p:cNvPr id="16" name="Ink 15">
                  <a:extLst>
                    <a:ext uri="{FF2B5EF4-FFF2-40B4-BE49-F238E27FC236}">
                      <a16:creationId xmlns:a16="http://schemas.microsoft.com/office/drawing/2014/main" id="{F7505C6D-ADBB-F717-3E72-627D028AA50D}"/>
                    </a:ext>
                  </a:extLst>
                </p:cNvPr>
                <p:cNvPicPr/>
                <p:nvPr/>
              </p:nvPicPr>
              <p:blipFill>
                <a:blip r:embed="rId27"/>
                <a:stretch>
                  <a:fillRect/>
                </a:stretch>
              </p:blipFill>
              <p:spPr>
                <a:xfrm>
                  <a:off x="975256" y="4868473"/>
                  <a:ext cx="13752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CD4C3670-BE3B-D111-3CB5-B99025E37F66}"/>
                    </a:ext>
                  </a:extLst>
                </p14:cNvPr>
                <p14:cNvContentPartPr/>
                <p14:nvPr/>
              </p14:nvContentPartPr>
              <p14:xfrm>
                <a:off x="1124296" y="4779553"/>
                <a:ext cx="56160" cy="117360"/>
              </p14:xfrm>
            </p:contentPart>
          </mc:Choice>
          <mc:Fallback xmlns="">
            <p:pic>
              <p:nvPicPr>
                <p:cNvPr id="17" name="Ink 16">
                  <a:extLst>
                    <a:ext uri="{FF2B5EF4-FFF2-40B4-BE49-F238E27FC236}">
                      <a16:creationId xmlns:a16="http://schemas.microsoft.com/office/drawing/2014/main" id="{CD4C3670-BE3B-D111-3CB5-B99025E37F66}"/>
                    </a:ext>
                  </a:extLst>
                </p:cNvPr>
                <p:cNvPicPr/>
                <p:nvPr/>
              </p:nvPicPr>
              <p:blipFill>
                <a:blip r:embed="rId29"/>
                <a:stretch>
                  <a:fillRect/>
                </a:stretch>
              </p:blipFill>
              <p:spPr>
                <a:xfrm>
                  <a:off x="1106296" y="4761553"/>
                  <a:ext cx="9180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28EC5C31-F2CA-51BB-BF9B-C5AB31EF3922}"/>
                    </a:ext>
                  </a:extLst>
                </p14:cNvPr>
                <p14:cNvContentPartPr/>
                <p14:nvPr/>
              </p14:nvContentPartPr>
              <p14:xfrm>
                <a:off x="1260376" y="4781353"/>
                <a:ext cx="200520" cy="88560"/>
              </p14:xfrm>
            </p:contentPart>
          </mc:Choice>
          <mc:Fallback xmlns="">
            <p:pic>
              <p:nvPicPr>
                <p:cNvPr id="18" name="Ink 17">
                  <a:extLst>
                    <a:ext uri="{FF2B5EF4-FFF2-40B4-BE49-F238E27FC236}">
                      <a16:creationId xmlns:a16="http://schemas.microsoft.com/office/drawing/2014/main" id="{28EC5C31-F2CA-51BB-BF9B-C5AB31EF3922}"/>
                    </a:ext>
                  </a:extLst>
                </p:cNvPr>
                <p:cNvPicPr/>
                <p:nvPr/>
              </p:nvPicPr>
              <p:blipFill>
                <a:blip r:embed="rId31"/>
                <a:stretch>
                  <a:fillRect/>
                </a:stretch>
              </p:blipFill>
              <p:spPr>
                <a:xfrm>
                  <a:off x="1242376" y="4763353"/>
                  <a:ext cx="2361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A26CE0B1-A42A-5663-7A3B-CC4691743AB5}"/>
                    </a:ext>
                  </a:extLst>
                </p14:cNvPr>
                <p14:cNvContentPartPr/>
                <p14:nvPr/>
              </p14:nvContentPartPr>
              <p14:xfrm>
                <a:off x="1497256" y="4760113"/>
                <a:ext cx="108000" cy="87840"/>
              </p14:xfrm>
            </p:contentPart>
          </mc:Choice>
          <mc:Fallback xmlns="">
            <p:pic>
              <p:nvPicPr>
                <p:cNvPr id="19" name="Ink 18">
                  <a:extLst>
                    <a:ext uri="{FF2B5EF4-FFF2-40B4-BE49-F238E27FC236}">
                      <a16:creationId xmlns:a16="http://schemas.microsoft.com/office/drawing/2014/main" id="{A26CE0B1-A42A-5663-7A3B-CC4691743AB5}"/>
                    </a:ext>
                  </a:extLst>
                </p:cNvPr>
                <p:cNvPicPr/>
                <p:nvPr/>
              </p:nvPicPr>
              <p:blipFill>
                <a:blip r:embed="rId33"/>
                <a:stretch>
                  <a:fillRect/>
                </a:stretch>
              </p:blipFill>
              <p:spPr>
                <a:xfrm>
                  <a:off x="1479616" y="4742113"/>
                  <a:ext cx="1436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7869F3C0-14DC-449E-7B76-155BEF464516}"/>
                    </a:ext>
                  </a:extLst>
                </p14:cNvPr>
                <p14:cNvContentPartPr/>
                <p14:nvPr/>
              </p14:nvContentPartPr>
              <p14:xfrm>
                <a:off x="1616776" y="4651033"/>
                <a:ext cx="78840" cy="205200"/>
              </p14:xfrm>
            </p:contentPart>
          </mc:Choice>
          <mc:Fallback xmlns="">
            <p:pic>
              <p:nvPicPr>
                <p:cNvPr id="20" name="Ink 19">
                  <a:extLst>
                    <a:ext uri="{FF2B5EF4-FFF2-40B4-BE49-F238E27FC236}">
                      <a16:creationId xmlns:a16="http://schemas.microsoft.com/office/drawing/2014/main" id="{7869F3C0-14DC-449E-7B76-155BEF464516}"/>
                    </a:ext>
                  </a:extLst>
                </p:cNvPr>
                <p:cNvPicPr/>
                <p:nvPr/>
              </p:nvPicPr>
              <p:blipFill>
                <a:blip r:embed="rId35"/>
                <a:stretch>
                  <a:fillRect/>
                </a:stretch>
              </p:blipFill>
              <p:spPr>
                <a:xfrm>
                  <a:off x="1599136" y="4633033"/>
                  <a:ext cx="11448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D8110300-3A60-1221-3B4D-1EC7D98970EC}"/>
                    </a:ext>
                  </a:extLst>
                </p14:cNvPr>
                <p14:cNvContentPartPr/>
                <p14:nvPr/>
              </p14:nvContentPartPr>
              <p14:xfrm>
                <a:off x="1886776" y="4283833"/>
                <a:ext cx="54000" cy="19800"/>
              </p14:xfrm>
            </p:contentPart>
          </mc:Choice>
          <mc:Fallback xmlns="">
            <p:pic>
              <p:nvPicPr>
                <p:cNvPr id="21" name="Ink 20">
                  <a:extLst>
                    <a:ext uri="{FF2B5EF4-FFF2-40B4-BE49-F238E27FC236}">
                      <a16:creationId xmlns:a16="http://schemas.microsoft.com/office/drawing/2014/main" id="{D8110300-3A60-1221-3B4D-1EC7D98970EC}"/>
                    </a:ext>
                  </a:extLst>
                </p:cNvPr>
                <p:cNvPicPr/>
                <p:nvPr/>
              </p:nvPicPr>
              <p:blipFill>
                <a:blip r:embed="rId37"/>
                <a:stretch>
                  <a:fillRect/>
                </a:stretch>
              </p:blipFill>
              <p:spPr>
                <a:xfrm>
                  <a:off x="1869136" y="4265833"/>
                  <a:ext cx="8964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3FA436C2-BFDF-52E1-9F20-E3AA69254410}"/>
                    </a:ext>
                  </a:extLst>
                </p14:cNvPr>
                <p14:cNvContentPartPr/>
                <p14:nvPr/>
              </p14:nvContentPartPr>
              <p14:xfrm>
                <a:off x="1914136" y="4354393"/>
                <a:ext cx="65160" cy="27720"/>
              </p14:xfrm>
            </p:contentPart>
          </mc:Choice>
          <mc:Fallback xmlns="">
            <p:pic>
              <p:nvPicPr>
                <p:cNvPr id="22" name="Ink 21">
                  <a:extLst>
                    <a:ext uri="{FF2B5EF4-FFF2-40B4-BE49-F238E27FC236}">
                      <a16:creationId xmlns:a16="http://schemas.microsoft.com/office/drawing/2014/main" id="{3FA436C2-BFDF-52E1-9F20-E3AA69254410}"/>
                    </a:ext>
                  </a:extLst>
                </p:cNvPr>
                <p:cNvPicPr/>
                <p:nvPr/>
              </p:nvPicPr>
              <p:blipFill>
                <a:blip r:embed="rId39"/>
                <a:stretch>
                  <a:fillRect/>
                </a:stretch>
              </p:blipFill>
              <p:spPr>
                <a:xfrm>
                  <a:off x="1896496" y="4336753"/>
                  <a:ext cx="100800" cy="63360"/>
                </a:xfrm>
                <a:prstGeom prst="rect">
                  <a:avLst/>
                </a:prstGeom>
              </p:spPr>
            </p:pic>
          </mc:Fallback>
        </mc:AlternateContent>
      </p:grpSp>
      <p:grpSp>
        <p:nvGrpSpPr>
          <p:cNvPr id="35" name="Group 34">
            <a:extLst>
              <a:ext uri="{FF2B5EF4-FFF2-40B4-BE49-F238E27FC236}">
                <a16:creationId xmlns:a16="http://schemas.microsoft.com/office/drawing/2014/main" id="{3A627352-E903-C5C1-3FCD-B20E75AC8326}"/>
              </a:ext>
            </a:extLst>
          </p:cNvPr>
          <p:cNvGrpSpPr/>
          <p:nvPr/>
        </p:nvGrpSpPr>
        <p:grpSpPr>
          <a:xfrm>
            <a:off x="2348656" y="3717553"/>
            <a:ext cx="2493000" cy="880200"/>
            <a:chOff x="2348656" y="3717553"/>
            <a:chExt cx="2493000" cy="880200"/>
          </a:xfrm>
        </p:grpSpPr>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ED01912C-527E-43E1-03E3-285325AC9DD4}"/>
                    </a:ext>
                  </a:extLst>
                </p14:cNvPr>
                <p14:cNvContentPartPr/>
                <p14:nvPr/>
              </p14:nvContentPartPr>
              <p14:xfrm>
                <a:off x="2348656" y="3966673"/>
                <a:ext cx="334440" cy="631080"/>
              </p14:xfrm>
            </p:contentPart>
          </mc:Choice>
          <mc:Fallback xmlns="">
            <p:pic>
              <p:nvPicPr>
                <p:cNvPr id="23" name="Ink 22">
                  <a:extLst>
                    <a:ext uri="{FF2B5EF4-FFF2-40B4-BE49-F238E27FC236}">
                      <a16:creationId xmlns:a16="http://schemas.microsoft.com/office/drawing/2014/main" id="{ED01912C-527E-43E1-03E3-285325AC9DD4}"/>
                    </a:ext>
                  </a:extLst>
                </p:cNvPr>
                <p:cNvPicPr/>
                <p:nvPr/>
              </p:nvPicPr>
              <p:blipFill>
                <a:blip r:embed="rId41"/>
                <a:stretch>
                  <a:fillRect/>
                </a:stretch>
              </p:blipFill>
              <p:spPr>
                <a:xfrm>
                  <a:off x="2330656" y="3949033"/>
                  <a:ext cx="370080" cy="6667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E610F249-C1CA-8D20-A45C-4B008C307B01}"/>
                    </a:ext>
                  </a:extLst>
                </p14:cNvPr>
                <p14:cNvContentPartPr/>
                <p14:nvPr/>
              </p14:nvContentPartPr>
              <p14:xfrm>
                <a:off x="2550616" y="3717553"/>
                <a:ext cx="2291040" cy="183960"/>
              </p14:xfrm>
            </p:contentPart>
          </mc:Choice>
          <mc:Fallback xmlns="">
            <p:pic>
              <p:nvPicPr>
                <p:cNvPr id="24" name="Ink 23">
                  <a:extLst>
                    <a:ext uri="{FF2B5EF4-FFF2-40B4-BE49-F238E27FC236}">
                      <a16:creationId xmlns:a16="http://schemas.microsoft.com/office/drawing/2014/main" id="{E610F249-C1CA-8D20-A45C-4B008C307B01}"/>
                    </a:ext>
                  </a:extLst>
                </p:cNvPr>
                <p:cNvPicPr/>
                <p:nvPr/>
              </p:nvPicPr>
              <p:blipFill>
                <a:blip r:embed="rId43"/>
                <a:stretch>
                  <a:fillRect/>
                </a:stretch>
              </p:blipFill>
              <p:spPr>
                <a:xfrm>
                  <a:off x="2532616" y="3699913"/>
                  <a:ext cx="232668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Ink 24">
                  <a:extLst>
                    <a:ext uri="{FF2B5EF4-FFF2-40B4-BE49-F238E27FC236}">
                      <a16:creationId xmlns:a16="http://schemas.microsoft.com/office/drawing/2014/main" id="{D0A57D6A-3C98-A5A6-4CEC-EAA6E8F86383}"/>
                    </a:ext>
                  </a:extLst>
                </p14:cNvPr>
                <p14:cNvContentPartPr/>
                <p14:nvPr/>
              </p14:nvContentPartPr>
              <p14:xfrm>
                <a:off x="2850496" y="4078633"/>
                <a:ext cx="163800" cy="187560"/>
              </p14:xfrm>
            </p:contentPart>
          </mc:Choice>
          <mc:Fallback xmlns="">
            <p:pic>
              <p:nvPicPr>
                <p:cNvPr id="25" name="Ink 24">
                  <a:extLst>
                    <a:ext uri="{FF2B5EF4-FFF2-40B4-BE49-F238E27FC236}">
                      <a16:creationId xmlns:a16="http://schemas.microsoft.com/office/drawing/2014/main" id="{D0A57D6A-3C98-A5A6-4CEC-EAA6E8F86383}"/>
                    </a:ext>
                  </a:extLst>
                </p:cNvPr>
                <p:cNvPicPr/>
                <p:nvPr/>
              </p:nvPicPr>
              <p:blipFill>
                <a:blip r:embed="rId45"/>
                <a:stretch>
                  <a:fillRect/>
                </a:stretch>
              </p:blipFill>
              <p:spPr>
                <a:xfrm>
                  <a:off x="2832496" y="4060993"/>
                  <a:ext cx="19944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6" name="Ink 25">
                  <a:extLst>
                    <a:ext uri="{FF2B5EF4-FFF2-40B4-BE49-F238E27FC236}">
                      <a16:creationId xmlns:a16="http://schemas.microsoft.com/office/drawing/2014/main" id="{37EECB42-01C5-8633-979A-527403EF1FFD}"/>
                    </a:ext>
                  </a:extLst>
                </p14:cNvPr>
                <p14:cNvContentPartPr/>
                <p14:nvPr/>
              </p14:nvContentPartPr>
              <p14:xfrm>
                <a:off x="2935096" y="4164313"/>
                <a:ext cx="78840" cy="234360"/>
              </p14:xfrm>
            </p:contentPart>
          </mc:Choice>
          <mc:Fallback xmlns="">
            <p:pic>
              <p:nvPicPr>
                <p:cNvPr id="26" name="Ink 25">
                  <a:extLst>
                    <a:ext uri="{FF2B5EF4-FFF2-40B4-BE49-F238E27FC236}">
                      <a16:creationId xmlns:a16="http://schemas.microsoft.com/office/drawing/2014/main" id="{37EECB42-01C5-8633-979A-527403EF1FFD}"/>
                    </a:ext>
                  </a:extLst>
                </p:cNvPr>
                <p:cNvPicPr/>
                <p:nvPr/>
              </p:nvPicPr>
              <p:blipFill>
                <a:blip r:embed="rId47"/>
                <a:stretch>
                  <a:fillRect/>
                </a:stretch>
              </p:blipFill>
              <p:spPr>
                <a:xfrm>
                  <a:off x="2917096" y="4146313"/>
                  <a:ext cx="11448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7" name="Ink 26">
                  <a:extLst>
                    <a:ext uri="{FF2B5EF4-FFF2-40B4-BE49-F238E27FC236}">
                      <a16:creationId xmlns:a16="http://schemas.microsoft.com/office/drawing/2014/main" id="{4BB4AB28-219E-8AE2-3BE2-F1FC2105B94C}"/>
                    </a:ext>
                  </a:extLst>
                </p14:cNvPr>
                <p14:cNvContentPartPr/>
                <p14:nvPr/>
              </p14:nvContentPartPr>
              <p14:xfrm>
                <a:off x="3192856" y="4067833"/>
                <a:ext cx="35280" cy="300960"/>
              </p14:xfrm>
            </p:contentPart>
          </mc:Choice>
          <mc:Fallback xmlns="">
            <p:pic>
              <p:nvPicPr>
                <p:cNvPr id="27" name="Ink 26">
                  <a:extLst>
                    <a:ext uri="{FF2B5EF4-FFF2-40B4-BE49-F238E27FC236}">
                      <a16:creationId xmlns:a16="http://schemas.microsoft.com/office/drawing/2014/main" id="{4BB4AB28-219E-8AE2-3BE2-F1FC2105B94C}"/>
                    </a:ext>
                  </a:extLst>
                </p:cNvPr>
                <p:cNvPicPr/>
                <p:nvPr/>
              </p:nvPicPr>
              <p:blipFill>
                <a:blip r:embed="rId49"/>
                <a:stretch>
                  <a:fillRect/>
                </a:stretch>
              </p:blipFill>
              <p:spPr>
                <a:xfrm>
                  <a:off x="3175216" y="4050193"/>
                  <a:ext cx="7092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8" name="Ink 27">
                  <a:extLst>
                    <a:ext uri="{FF2B5EF4-FFF2-40B4-BE49-F238E27FC236}">
                      <a16:creationId xmlns:a16="http://schemas.microsoft.com/office/drawing/2014/main" id="{09EA9942-4488-082F-B328-902D0585C89C}"/>
                    </a:ext>
                  </a:extLst>
                </p14:cNvPr>
                <p14:cNvContentPartPr/>
                <p14:nvPr/>
              </p14:nvContentPartPr>
              <p14:xfrm>
                <a:off x="3215176" y="4195993"/>
                <a:ext cx="80280" cy="110880"/>
              </p14:xfrm>
            </p:contentPart>
          </mc:Choice>
          <mc:Fallback xmlns="">
            <p:pic>
              <p:nvPicPr>
                <p:cNvPr id="28" name="Ink 27">
                  <a:extLst>
                    <a:ext uri="{FF2B5EF4-FFF2-40B4-BE49-F238E27FC236}">
                      <a16:creationId xmlns:a16="http://schemas.microsoft.com/office/drawing/2014/main" id="{09EA9942-4488-082F-B328-902D0585C89C}"/>
                    </a:ext>
                  </a:extLst>
                </p:cNvPr>
                <p:cNvPicPr/>
                <p:nvPr/>
              </p:nvPicPr>
              <p:blipFill>
                <a:blip r:embed="rId51"/>
                <a:stretch>
                  <a:fillRect/>
                </a:stretch>
              </p:blipFill>
              <p:spPr>
                <a:xfrm>
                  <a:off x="3197176" y="4177993"/>
                  <a:ext cx="11592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9" name="Ink 28">
                  <a:extLst>
                    <a:ext uri="{FF2B5EF4-FFF2-40B4-BE49-F238E27FC236}">
                      <a16:creationId xmlns:a16="http://schemas.microsoft.com/office/drawing/2014/main" id="{BCA5F6E3-420B-AE06-2254-8D555A74F4BF}"/>
                    </a:ext>
                  </a:extLst>
                </p14:cNvPr>
                <p14:cNvContentPartPr/>
                <p14:nvPr/>
              </p14:nvContentPartPr>
              <p14:xfrm>
                <a:off x="3401656" y="4040833"/>
                <a:ext cx="159120" cy="38160"/>
              </p14:xfrm>
            </p:contentPart>
          </mc:Choice>
          <mc:Fallback xmlns="">
            <p:pic>
              <p:nvPicPr>
                <p:cNvPr id="29" name="Ink 28">
                  <a:extLst>
                    <a:ext uri="{FF2B5EF4-FFF2-40B4-BE49-F238E27FC236}">
                      <a16:creationId xmlns:a16="http://schemas.microsoft.com/office/drawing/2014/main" id="{BCA5F6E3-420B-AE06-2254-8D555A74F4BF}"/>
                    </a:ext>
                  </a:extLst>
                </p:cNvPr>
                <p:cNvPicPr/>
                <p:nvPr/>
              </p:nvPicPr>
              <p:blipFill>
                <a:blip r:embed="rId53"/>
                <a:stretch>
                  <a:fillRect/>
                </a:stretch>
              </p:blipFill>
              <p:spPr>
                <a:xfrm>
                  <a:off x="3384016" y="4023193"/>
                  <a:ext cx="19476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0" name="Ink 29">
                  <a:extLst>
                    <a:ext uri="{FF2B5EF4-FFF2-40B4-BE49-F238E27FC236}">
                      <a16:creationId xmlns:a16="http://schemas.microsoft.com/office/drawing/2014/main" id="{CEBBF9C7-EB67-697C-6C1C-C440FCD42CEA}"/>
                    </a:ext>
                  </a:extLst>
                </p14:cNvPr>
                <p14:cNvContentPartPr/>
                <p14:nvPr/>
              </p14:nvContentPartPr>
              <p14:xfrm>
                <a:off x="3478696" y="4041553"/>
                <a:ext cx="55440" cy="236520"/>
              </p14:xfrm>
            </p:contentPart>
          </mc:Choice>
          <mc:Fallback xmlns="">
            <p:pic>
              <p:nvPicPr>
                <p:cNvPr id="30" name="Ink 29">
                  <a:extLst>
                    <a:ext uri="{FF2B5EF4-FFF2-40B4-BE49-F238E27FC236}">
                      <a16:creationId xmlns:a16="http://schemas.microsoft.com/office/drawing/2014/main" id="{CEBBF9C7-EB67-697C-6C1C-C440FCD42CEA}"/>
                    </a:ext>
                  </a:extLst>
                </p:cNvPr>
                <p:cNvPicPr/>
                <p:nvPr/>
              </p:nvPicPr>
              <p:blipFill>
                <a:blip r:embed="rId55"/>
                <a:stretch>
                  <a:fillRect/>
                </a:stretch>
              </p:blipFill>
              <p:spPr>
                <a:xfrm>
                  <a:off x="3461056" y="4023913"/>
                  <a:ext cx="9108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1" name="Ink 30">
                  <a:extLst>
                    <a:ext uri="{FF2B5EF4-FFF2-40B4-BE49-F238E27FC236}">
                      <a16:creationId xmlns:a16="http://schemas.microsoft.com/office/drawing/2014/main" id="{73501587-4D52-61FF-5BEE-84A89EAE6F1B}"/>
                    </a:ext>
                  </a:extLst>
                </p14:cNvPr>
                <p14:cNvContentPartPr/>
                <p14:nvPr/>
              </p14:nvContentPartPr>
              <p14:xfrm>
                <a:off x="3721696" y="4054873"/>
                <a:ext cx="79560" cy="260640"/>
              </p14:xfrm>
            </p:contentPart>
          </mc:Choice>
          <mc:Fallback xmlns="">
            <p:pic>
              <p:nvPicPr>
                <p:cNvPr id="31" name="Ink 30">
                  <a:extLst>
                    <a:ext uri="{FF2B5EF4-FFF2-40B4-BE49-F238E27FC236}">
                      <a16:creationId xmlns:a16="http://schemas.microsoft.com/office/drawing/2014/main" id="{73501587-4D52-61FF-5BEE-84A89EAE6F1B}"/>
                    </a:ext>
                  </a:extLst>
                </p:cNvPr>
                <p:cNvPicPr/>
                <p:nvPr/>
              </p:nvPicPr>
              <p:blipFill>
                <a:blip r:embed="rId57"/>
                <a:stretch>
                  <a:fillRect/>
                </a:stretch>
              </p:blipFill>
              <p:spPr>
                <a:xfrm>
                  <a:off x="3704056" y="4036873"/>
                  <a:ext cx="11520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2" name="Ink 31">
                  <a:extLst>
                    <a:ext uri="{FF2B5EF4-FFF2-40B4-BE49-F238E27FC236}">
                      <a16:creationId xmlns:a16="http://schemas.microsoft.com/office/drawing/2014/main" id="{553E13E9-35D0-81E1-B7E9-54466558EBC6}"/>
                    </a:ext>
                  </a:extLst>
                </p14:cNvPr>
                <p14:cNvContentPartPr/>
                <p14:nvPr/>
              </p14:nvContentPartPr>
              <p14:xfrm>
                <a:off x="3744016" y="4032193"/>
                <a:ext cx="157680" cy="169200"/>
              </p14:xfrm>
            </p:contentPart>
          </mc:Choice>
          <mc:Fallback xmlns="">
            <p:pic>
              <p:nvPicPr>
                <p:cNvPr id="32" name="Ink 31">
                  <a:extLst>
                    <a:ext uri="{FF2B5EF4-FFF2-40B4-BE49-F238E27FC236}">
                      <a16:creationId xmlns:a16="http://schemas.microsoft.com/office/drawing/2014/main" id="{553E13E9-35D0-81E1-B7E9-54466558EBC6}"/>
                    </a:ext>
                  </a:extLst>
                </p:cNvPr>
                <p:cNvPicPr/>
                <p:nvPr/>
              </p:nvPicPr>
              <p:blipFill>
                <a:blip r:embed="rId59"/>
                <a:stretch>
                  <a:fillRect/>
                </a:stretch>
              </p:blipFill>
              <p:spPr>
                <a:xfrm>
                  <a:off x="3726016" y="4014553"/>
                  <a:ext cx="19332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3" name="Ink 32">
                  <a:extLst>
                    <a:ext uri="{FF2B5EF4-FFF2-40B4-BE49-F238E27FC236}">
                      <a16:creationId xmlns:a16="http://schemas.microsoft.com/office/drawing/2014/main" id="{08A7ADA7-8EF3-C84A-E669-EC1FA08AE63C}"/>
                    </a:ext>
                  </a:extLst>
                </p14:cNvPr>
                <p14:cNvContentPartPr/>
                <p14:nvPr/>
              </p14:nvContentPartPr>
              <p14:xfrm>
                <a:off x="4024456" y="4073953"/>
                <a:ext cx="58320" cy="258120"/>
              </p14:xfrm>
            </p:contentPart>
          </mc:Choice>
          <mc:Fallback xmlns="">
            <p:pic>
              <p:nvPicPr>
                <p:cNvPr id="33" name="Ink 32">
                  <a:extLst>
                    <a:ext uri="{FF2B5EF4-FFF2-40B4-BE49-F238E27FC236}">
                      <a16:creationId xmlns:a16="http://schemas.microsoft.com/office/drawing/2014/main" id="{08A7ADA7-8EF3-C84A-E669-EC1FA08AE63C}"/>
                    </a:ext>
                  </a:extLst>
                </p:cNvPr>
                <p:cNvPicPr/>
                <p:nvPr/>
              </p:nvPicPr>
              <p:blipFill>
                <a:blip r:embed="rId61"/>
                <a:stretch>
                  <a:fillRect/>
                </a:stretch>
              </p:blipFill>
              <p:spPr>
                <a:xfrm>
                  <a:off x="4006456" y="4056313"/>
                  <a:ext cx="9396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4" name="Ink 33">
                  <a:extLst>
                    <a:ext uri="{FF2B5EF4-FFF2-40B4-BE49-F238E27FC236}">
                      <a16:creationId xmlns:a16="http://schemas.microsoft.com/office/drawing/2014/main" id="{4FE42AF3-F1C4-3B8E-2674-491686343BB2}"/>
                    </a:ext>
                  </a:extLst>
                </p14:cNvPr>
                <p14:cNvContentPartPr/>
                <p14:nvPr/>
              </p14:nvContentPartPr>
              <p14:xfrm>
                <a:off x="4054696" y="4041553"/>
                <a:ext cx="169560" cy="257760"/>
              </p14:xfrm>
            </p:contentPart>
          </mc:Choice>
          <mc:Fallback xmlns="">
            <p:pic>
              <p:nvPicPr>
                <p:cNvPr id="34" name="Ink 33">
                  <a:extLst>
                    <a:ext uri="{FF2B5EF4-FFF2-40B4-BE49-F238E27FC236}">
                      <a16:creationId xmlns:a16="http://schemas.microsoft.com/office/drawing/2014/main" id="{4FE42AF3-F1C4-3B8E-2674-491686343BB2}"/>
                    </a:ext>
                  </a:extLst>
                </p:cNvPr>
                <p:cNvPicPr/>
                <p:nvPr/>
              </p:nvPicPr>
              <p:blipFill>
                <a:blip r:embed="rId63"/>
                <a:stretch>
                  <a:fillRect/>
                </a:stretch>
              </p:blipFill>
              <p:spPr>
                <a:xfrm>
                  <a:off x="4037056" y="4023913"/>
                  <a:ext cx="205200" cy="293400"/>
                </a:xfrm>
                <a:prstGeom prst="rect">
                  <a:avLst/>
                </a:prstGeom>
              </p:spPr>
            </p:pic>
          </mc:Fallback>
        </mc:AlternateContent>
      </p:grpSp>
      <p:grpSp>
        <p:nvGrpSpPr>
          <p:cNvPr id="55" name="Group 54">
            <a:extLst>
              <a:ext uri="{FF2B5EF4-FFF2-40B4-BE49-F238E27FC236}">
                <a16:creationId xmlns:a16="http://schemas.microsoft.com/office/drawing/2014/main" id="{44B62601-71E7-0252-E3BC-57AA46340F11}"/>
              </a:ext>
            </a:extLst>
          </p:cNvPr>
          <p:cNvGrpSpPr/>
          <p:nvPr/>
        </p:nvGrpSpPr>
        <p:grpSpPr>
          <a:xfrm>
            <a:off x="597616" y="4476433"/>
            <a:ext cx="2667240" cy="1312560"/>
            <a:chOff x="597616" y="4476433"/>
            <a:chExt cx="2667240" cy="1312560"/>
          </a:xfrm>
        </p:grpSpPr>
        <mc:AlternateContent xmlns:mc="http://schemas.openxmlformats.org/markup-compatibility/2006" xmlns:p14="http://schemas.microsoft.com/office/powerpoint/2010/main">
          <mc:Choice Requires="p14">
            <p:contentPart p14:bwMode="auto" r:id="rId64">
              <p14:nvContentPartPr>
                <p14:cNvPr id="38" name="Ink 37">
                  <a:extLst>
                    <a:ext uri="{FF2B5EF4-FFF2-40B4-BE49-F238E27FC236}">
                      <a16:creationId xmlns:a16="http://schemas.microsoft.com/office/drawing/2014/main" id="{E01E9F06-A88C-691C-0639-889557F890A6}"/>
                    </a:ext>
                  </a:extLst>
                </p14:cNvPr>
                <p14:cNvContentPartPr/>
                <p14:nvPr/>
              </p14:nvContentPartPr>
              <p14:xfrm>
                <a:off x="1947256" y="4476433"/>
                <a:ext cx="1317600" cy="912960"/>
              </p14:xfrm>
            </p:contentPart>
          </mc:Choice>
          <mc:Fallback xmlns="">
            <p:pic>
              <p:nvPicPr>
                <p:cNvPr id="38" name="Ink 37">
                  <a:extLst>
                    <a:ext uri="{FF2B5EF4-FFF2-40B4-BE49-F238E27FC236}">
                      <a16:creationId xmlns:a16="http://schemas.microsoft.com/office/drawing/2014/main" id="{E01E9F06-A88C-691C-0639-889557F890A6}"/>
                    </a:ext>
                  </a:extLst>
                </p:cNvPr>
                <p:cNvPicPr/>
                <p:nvPr/>
              </p:nvPicPr>
              <p:blipFill>
                <a:blip r:embed="rId65"/>
                <a:stretch>
                  <a:fillRect/>
                </a:stretch>
              </p:blipFill>
              <p:spPr>
                <a:xfrm>
                  <a:off x="1929616" y="4458433"/>
                  <a:ext cx="1353240" cy="948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9" name="Ink 38">
                  <a:extLst>
                    <a:ext uri="{FF2B5EF4-FFF2-40B4-BE49-F238E27FC236}">
                      <a16:creationId xmlns:a16="http://schemas.microsoft.com/office/drawing/2014/main" id="{5F4DC833-A945-79D5-3D74-6A8DFE043D9D}"/>
                    </a:ext>
                  </a:extLst>
                </p14:cNvPr>
                <p14:cNvContentPartPr/>
                <p14:nvPr/>
              </p14:nvContentPartPr>
              <p14:xfrm>
                <a:off x="1961296" y="5247913"/>
                <a:ext cx="162360" cy="177120"/>
              </p14:xfrm>
            </p:contentPart>
          </mc:Choice>
          <mc:Fallback xmlns="">
            <p:pic>
              <p:nvPicPr>
                <p:cNvPr id="39" name="Ink 38">
                  <a:extLst>
                    <a:ext uri="{FF2B5EF4-FFF2-40B4-BE49-F238E27FC236}">
                      <a16:creationId xmlns:a16="http://schemas.microsoft.com/office/drawing/2014/main" id="{5F4DC833-A945-79D5-3D74-6A8DFE043D9D}"/>
                    </a:ext>
                  </a:extLst>
                </p:cNvPr>
                <p:cNvPicPr/>
                <p:nvPr/>
              </p:nvPicPr>
              <p:blipFill>
                <a:blip r:embed="rId67"/>
                <a:stretch>
                  <a:fillRect/>
                </a:stretch>
              </p:blipFill>
              <p:spPr>
                <a:xfrm>
                  <a:off x="1943296" y="5230273"/>
                  <a:ext cx="19800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5CA92802-2672-D0E9-D9A8-56DB6609CA49}"/>
                    </a:ext>
                  </a:extLst>
                </p14:cNvPr>
                <p14:cNvContentPartPr/>
                <p14:nvPr/>
              </p14:nvContentPartPr>
              <p14:xfrm>
                <a:off x="597616" y="5522953"/>
                <a:ext cx="37800" cy="266040"/>
              </p14:xfrm>
            </p:contentPart>
          </mc:Choice>
          <mc:Fallback xmlns="">
            <p:pic>
              <p:nvPicPr>
                <p:cNvPr id="41" name="Ink 40">
                  <a:extLst>
                    <a:ext uri="{FF2B5EF4-FFF2-40B4-BE49-F238E27FC236}">
                      <a16:creationId xmlns:a16="http://schemas.microsoft.com/office/drawing/2014/main" id="{5CA92802-2672-D0E9-D9A8-56DB6609CA49}"/>
                    </a:ext>
                  </a:extLst>
                </p:cNvPr>
                <p:cNvPicPr/>
                <p:nvPr/>
              </p:nvPicPr>
              <p:blipFill>
                <a:blip r:embed="rId69"/>
                <a:stretch>
                  <a:fillRect/>
                </a:stretch>
              </p:blipFill>
              <p:spPr>
                <a:xfrm>
                  <a:off x="579616" y="5504953"/>
                  <a:ext cx="7344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2" name="Ink 41">
                  <a:extLst>
                    <a:ext uri="{FF2B5EF4-FFF2-40B4-BE49-F238E27FC236}">
                      <a16:creationId xmlns:a16="http://schemas.microsoft.com/office/drawing/2014/main" id="{951837CD-4BC2-EC10-5A07-55F5F18E9C15}"/>
                    </a:ext>
                  </a:extLst>
                </p14:cNvPr>
                <p14:cNvContentPartPr/>
                <p14:nvPr/>
              </p14:nvContentPartPr>
              <p14:xfrm>
                <a:off x="617776" y="5551033"/>
                <a:ext cx="196560" cy="224280"/>
              </p14:xfrm>
            </p:contentPart>
          </mc:Choice>
          <mc:Fallback xmlns="">
            <p:pic>
              <p:nvPicPr>
                <p:cNvPr id="42" name="Ink 41">
                  <a:extLst>
                    <a:ext uri="{FF2B5EF4-FFF2-40B4-BE49-F238E27FC236}">
                      <a16:creationId xmlns:a16="http://schemas.microsoft.com/office/drawing/2014/main" id="{951837CD-4BC2-EC10-5A07-55F5F18E9C15}"/>
                    </a:ext>
                  </a:extLst>
                </p:cNvPr>
                <p:cNvPicPr/>
                <p:nvPr/>
              </p:nvPicPr>
              <p:blipFill>
                <a:blip r:embed="rId71"/>
                <a:stretch>
                  <a:fillRect/>
                </a:stretch>
              </p:blipFill>
              <p:spPr>
                <a:xfrm>
                  <a:off x="599776" y="5533033"/>
                  <a:ext cx="23220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3" name="Ink 42">
                  <a:extLst>
                    <a:ext uri="{FF2B5EF4-FFF2-40B4-BE49-F238E27FC236}">
                      <a16:creationId xmlns:a16="http://schemas.microsoft.com/office/drawing/2014/main" id="{4FC9298A-9E1F-57B5-4034-F5350CB39F63}"/>
                    </a:ext>
                  </a:extLst>
                </p14:cNvPr>
                <p14:cNvContentPartPr/>
                <p14:nvPr/>
              </p14:nvContentPartPr>
              <p14:xfrm>
                <a:off x="879856" y="5650033"/>
                <a:ext cx="79560" cy="103320"/>
              </p14:xfrm>
            </p:contentPart>
          </mc:Choice>
          <mc:Fallback xmlns="">
            <p:pic>
              <p:nvPicPr>
                <p:cNvPr id="43" name="Ink 42">
                  <a:extLst>
                    <a:ext uri="{FF2B5EF4-FFF2-40B4-BE49-F238E27FC236}">
                      <a16:creationId xmlns:a16="http://schemas.microsoft.com/office/drawing/2014/main" id="{4FC9298A-9E1F-57B5-4034-F5350CB39F63}"/>
                    </a:ext>
                  </a:extLst>
                </p:cNvPr>
                <p:cNvPicPr/>
                <p:nvPr/>
              </p:nvPicPr>
              <p:blipFill>
                <a:blip r:embed="rId73"/>
                <a:stretch>
                  <a:fillRect/>
                </a:stretch>
              </p:blipFill>
              <p:spPr>
                <a:xfrm>
                  <a:off x="861856" y="5632393"/>
                  <a:ext cx="1152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4" name="Ink 43">
                  <a:extLst>
                    <a:ext uri="{FF2B5EF4-FFF2-40B4-BE49-F238E27FC236}">
                      <a16:creationId xmlns:a16="http://schemas.microsoft.com/office/drawing/2014/main" id="{F375EE05-1870-C727-1D8B-3DF83B547875}"/>
                    </a:ext>
                  </a:extLst>
                </p14:cNvPr>
                <p14:cNvContentPartPr/>
                <p14:nvPr/>
              </p14:nvContentPartPr>
              <p14:xfrm>
                <a:off x="1033936" y="5531593"/>
                <a:ext cx="16560" cy="206640"/>
              </p14:xfrm>
            </p:contentPart>
          </mc:Choice>
          <mc:Fallback xmlns="">
            <p:pic>
              <p:nvPicPr>
                <p:cNvPr id="44" name="Ink 43">
                  <a:extLst>
                    <a:ext uri="{FF2B5EF4-FFF2-40B4-BE49-F238E27FC236}">
                      <a16:creationId xmlns:a16="http://schemas.microsoft.com/office/drawing/2014/main" id="{F375EE05-1870-C727-1D8B-3DF83B547875}"/>
                    </a:ext>
                  </a:extLst>
                </p:cNvPr>
                <p:cNvPicPr/>
                <p:nvPr/>
              </p:nvPicPr>
              <p:blipFill>
                <a:blip r:embed="rId75"/>
                <a:stretch>
                  <a:fillRect/>
                </a:stretch>
              </p:blipFill>
              <p:spPr>
                <a:xfrm>
                  <a:off x="1015936" y="5513593"/>
                  <a:ext cx="5220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7439348A-D5C8-A46E-1C92-903DAE928318}"/>
                    </a:ext>
                  </a:extLst>
                </p14:cNvPr>
                <p14:cNvContentPartPr/>
                <p14:nvPr/>
              </p14:nvContentPartPr>
              <p14:xfrm>
                <a:off x="1253536" y="5507113"/>
                <a:ext cx="16200" cy="234720"/>
              </p14:xfrm>
            </p:contentPart>
          </mc:Choice>
          <mc:Fallback xmlns="">
            <p:pic>
              <p:nvPicPr>
                <p:cNvPr id="46" name="Ink 45">
                  <a:extLst>
                    <a:ext uri="{FF2B5EF4-FFF2-40B4-BE49-F238E27FC236}">
                      <a16:creationId xmlns:a16="http://schemas.microsoft.com/office/drawing/2014/main" id="{7439348A-D5C8-A46E-1C92-903DAE928318}"/>
                    </a:ext>
                  </a:extLst>
                </p:cNvPr>
                <p:cNvPicPr/>
                <p:nvPr/>
              </p:nvPicPr>
              <p:blipFill>
                <a:blip r:embed="rId77"/>
                <a:stretch>
                  <a:fillRect/>
                </a:stretch>
              </p:blipFill>
              <p:spPr>
                <a:xfrm>
                  <a:off x="1235896" y="5489473"/>
                  <a:ext cx="5184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B4C07605-8C37-FA8B-A932-E617E32F445D}"/>
                    </a:ext>
                  </a:extLst>
                </p14:cNvPr>
                <p14:cNvContentPartPr/>
                <p14:nvPr/>
              </p14:nvContentPartPr>
              <p14:xfrm>
                <a:off x="1196296" y="5622673"/>
                <a:ext cx="87480" cy="32400"/>
              </p14:xfrm>
            </p:contentPart>
          </mc:Choice>
          <mc:Fallback xmlns="">
            <p:pic>
              <p:nvPicPr>
                <p:cNvPr id="47" name="Ink 46">
                  <a:extLst>
                    <a:ext uri="{FF2B5EF4-FFF2-40B4-BE49-F238E27FC236}">
                      <a16:creationId xmlns:a16="http://schemas.microsoft.com/office/drawing/2014/main" id="{B4C07605-8C37-FA8B-A932-E617E32F445D}"/>
                    </a:ext>
                  </a:extLst>
                </p:cNvPr>
                <p:cNvPicPr/>
                <p:nvPr/>
              </p:nvPicPr>
              <p:blipFill>
                <a:blip r:embed="rId79"/>
                <a:stretch>
                  <a:fillRect/>
                </a:stretch>
              </p:blipFill>
              <p:spPr>
                <a:xfrm>
                  <a:off x="1178296" y="5604673"/>
                  <a:ext cx="12312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8" name="Ink 47">
                  <a:extLst>
                    <a:ext uri="{FF2B5EF4-FFF2-40B4-BE49-F238E27FC236}">
                      <a16:creationId xmlns:a16="http://schemas.microsoft.com/office/drawing/2014/main" id="{99810F25-D047-7D81-A181-080ACAD07813}"/>
                    </a:ext>
                  </a:extLst>
                </p14:cNvPr>
                <p14:cNvContentPartPr/>
                <p14:nvPr/>
              </p14:nvContentPartPr>
              <p14:xfrm>
                <a:off x="1385296" y="5621953"/>
                <a:ext cx="108000" cy="135360"/>
              </p14:xfrm>
            </p:contentPart>
          </mc:Choice>
          <mc:Fallback xmlns="">
            <p:pic>
              <p:nvPicPr>
                <p:cNvPr id="48" name="Ink 47">
                  <a:extLst>
                    <a:ext uri="{FF2B5EF4-FFF2-40B4-BE49-F238E27FC236}">
                      <a16:creationId xmlns:a16="http://schemas.microsoft.com/office/drawing/2014/main" id="{99810F25-D047-7D81-A181-080ACAD07813}"/>
                    </a:ext>
                  </a:extLst>
                </p:cNvPr>
                <p:cNvPicPr/>
                <p:nvPr/>
              </p:nvPicPr>
              <p:blipFill>
                <a:blip r:embed="rId81"/>
                <a:stretch>
                  <a:fillRect/>
                </a:stretch>
              </p:blipFill>
              <p:spPr>
                <a:xfrm>
                  <a:off x="1367656" y="5604313"/>
                  <a:ext cx="14364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9" name="Ink 48">
                  <a:extLst>
                    <a:ext uri="{FF2B5EF4-FFF2-40B4-BE49-F238E27FC236}">
                      <a16:creationId xmlns:a16="http://schemas.microsoft.com/office/drawing/2014/main" id="{E9114C51-114D-015C-F807-A4A186F4548B}"/>
                    </a:ext>
                  </a:extLst>
                </p14:cNvPr>
                <p14:cNvContentPartPr/>
                <p14:nvPr/>
              </p14:nvContentPartPr>
              <p14:xfrm>
                <a:off x="1387816" y="5665513"/>
                <a:ext cx="99360" cy="44280"/>
              </p14:xfrm>
            </p:contentPart>
          </mc:Choice>
          <mc:Fallback xmlns="">
            <p:pic>
              <p:nvPicPr>
                <p:cNvPr id="49" name="Ink 48">
                  <a:extLst>
                    <a:ext uri="{FF2B5EF4-FFF2-40B4-BE49-F238E27FC236}">
                      <a16:creationId xmlns:a16="http://schemas.microsoft.com/office/drawing/2014/main" id="{E9114C51-114D-015C-F807-A4A186F4548B}"/>
                    </a:ext>
                  </a:extLst>
                </p:cNvPr>
                <p:cNvPicPr/>
                <p:nvPr/>
              </p:nvPicPr>
              <p:blipFill>
                <a:blip r:embed="rId83"/>
                <a:stretch>
                  <a:fillRect/>
                </a:stretch>
              </p:blipFill>
              <p:spPr>
                <a:xfrm>
                  <a:off x="1369816" y="5647513"/>
                  <a:ext cx="13500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0" name="Ink 49">
                  <a:extLst>
                    <a:ext uri="{FF2B5EF4-FFF2-40B4-BE49-F238E27FC236}">
                      <a16:creationId xmlns:a16="http://schemas.microsoft.com/office/drawing/2014/main" id="{CBFDDA63-014B-F15A-8D99-67772D16937E}"/>
                    </a:ext>
                  </a:extLst>
                </p14:cNvPr>
                <p14:cNvContentPartPr/>
                <p14:nvPr/>
              </p14:nvContentPartPr>
              <p14:xfrm>
                <a:off x="1570336" y="5610433"/>
                <a:ext cx="219960" cy="100800"/>
              </p14:xfrm>
            </p:contentPart>
          </mc:Choice>
          <mc:Fallback xmlns="">
            <p:pic>
              <p:nvPicPr>
                <p:cNvPr id="50" name="Ink 49">
                  <a:extLst>
                    <a:ext uri="{FF2B5EF4-FFF2-40B4-BE49-F238E27FC236}">
                      <a16:creationId xmlns:a16="http://schemas.microsoft.com/office/drawing/2014/main" id="{CBFDDA63-014B-F15A-8D99-67772D16937E}"/>
                    </a:ext>
                  </a:extLst>
                </p:cNvPr>
                <p:cNvPicPr/>
                <p:nvPr/>
              </p:nvPicPr>
              <p:blipFill>
                <a:blip r:embed="rId85"/>
                <a:stretch>
                  <a:fillRect/>
                </a:stretch>
              </p:blipFill>
              <p:spPr>
                <a:xfrm>
                  <a:off x="1552696" y="5592793"/>
                  <a:ext cx="25560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1" name="Ink 50">
                  <a:extLst>
                    <a:ext uri="{FF2B5EF4-FFF2-40B4-BE49-F238E27FC236}">
                      <a16:creationId xmlns:a16="http://schemas.microsoft.com/office/drawing/2014/main" id="{A1E53575-15B0-7D81-9ED4-92922D9185AF}"/>
                    </a:ext>
                  </a:extLst>
                </p14:cNvPr>
                <p14:cNvContentPartPr/>
                <p14:nvPr/>
              </p14:nvContentPartPr>
              <p14:xfrm>
                <a:off x="1847536" y="5602873"/>
                <a:ext cx="102240" cy="92520"/>
              </p14:xfrm>
            </p:contentPart>
          </mc:Choice>
          <mc:Fallback xmlns="">
            <p:pic>
              <p:nvPicPr>
                <p:cNvPr id="51" name="Ink 50">
                  <a:extLst>
                    <a:ext uri="{FF2B5EF4-FFF2-40B4-BE49-F238E27FC236}">
                      <a16:creationId xmlns:a16="http://schemas.microsoft.com/office/drawing/2014/main" id="{A1E53575-15B0-7D81-9ED4-92922D9185AF}"/>
                    </a:ext>
                  </a:extLst>
                </p:cNvPr>
                <p:cNvPicPr/>
                <p:nvPr/>
              </p:nvPicPr>
              <p:blipFill>
                <a:blip r:embed="rId87"/>
                <a:stretch>
                  <a:fillRect/>
                </a:stretch>
              </p:blipFill>
              <p:spPr>
                <a:xfrm>
                  <a:off x="1829536" y="5584873"/>
                  <a:ext cx="13788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2" name="Ink 51">
                  <a:extLst>
                    <a:ext uri="{FF2B5EF4-FFF2-40B4-BE49-F238E27FC236}">
                      <a16:creationId xmlns:a16="http://schemas.microsoft.com/office/drawing/2014/main" id="{199324AD-5815-5715-07B0-29B10045CDDB}"/>
                    </a:ext>
                  </a:extLst>
                </p14:cNvPr>
                <p14:cNvContentPartPr/>
                <p14:nvPr/>
              </p14:nvContentPartPr>
              <p14:xfrm>
                <a:off x="2021416" y="5581633"/>
                <a:ext cx="124200" cy="73080"/>
              </p14:xfrm>
            </p:contentPart>
          </mc:Choice>
          <mc:Fallback xmlns="">
            <p:pic>
              <p:nvPicPr>
                <p:cNvPr id="52" name="Ink 51">
                  <a:extLst>
                    <a:ext uri="{FF2B5EF4-FFF2-40B4-BE49-F238E27FC236}">
                      <a16:creationId xmlns:a16="http://schemas.microsoft.com/office/drawing/2014/main" id="{199324AD-5815-5715-07B0-29B10045CDDB}"/>
                    </a:ext>
                  </a:extLst>
                </p:cNvPr>
                <p:cNvPicPr/>
                <p:nvPr/>
              </p:nvPicPr>
              <p:blipFill>
                <a:blip r:embed="rId89"/>
                <a:stretch>
                  <a:fillRect/>
                </a:stretch>
              </p:blipFill>
              <p:spPr>
                <a:xfrm>
                  <a:off x="2003776" y="5563993"/>
                  <a:ext cx="15984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4" name="Ink 53">
                  <a:extLst>
                    <a:ext uri="{FF2B5EF4-FFF2-40B4-BE49-F238E27FC236}">
                      <a16:creationId xmlns:a16="http://schemas.microsoft.com/office/drawing/2014/main" id="{1D505B38-08B5-00A5-FC75-E45B0DEF38A4}"/>
                    </a:ext>
                  </a:extLst>
                </p14:cNvPr>
                <p14:cNvContentPartPr/>
                <p14:nvPr/>
              </p14:nvContentPartPr>
              <p14:xfrm>
                <a:off x="2239936" y="5536273"/>
                <a:ext cx="146520" cy="81720"/>
              </p14:xfrm>
            </p:contentPart>
          </mc:Choice>
          <mc:Fallback xmlns="">
            <p:pic>
              <p:nvPicPr>
                <p:cNvPr id="54" name="Ink 53">
                  <a:extLst>
                    <a:ext uri="{FF2B5EF4-FFF2-40B4-BE49-F238E27FC236}">
                      <a16:creationId xmlns:a16="http://schemas.microsoft.com/office/drawing/2014/main" id="{1D505B38-08B5-00A5-FC75-E45B0DEF38A4}"/>
                    </a:ext>
                  </a:extLst>
                </p:cNvPr>
                <p:cNvPicPr/>
                <p:nvPr/>
              </p:nvPicPr>
              <p:blipFill>
                <a:blip r:embed="rId91"/>
                <a:stretch>
                  <a:fillRect/>
                </a:stretch>
              </p:blipFill>
              <p:spPr>
                <a:xfrm>
                  <a:off x="2222296" y="5518633"/>
                  <a:ext cx="182160" cy="117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2">
            <p14:nvContentPartPr>
              <p14:cNvPr id="56" name="Ink 55">
                <a:extLst>
                  <a:ext uri="{FF2B5EF4-FFF2-40B4-BE49-F238E27FC236}">
                    <a16:creationId xmlns:a16="http://schemas.microsoft.com/office/drawing/2014/main" id="{D5F9ED9D-0E56-3F61-DF18-5A07B52A99BD}"/>
                  </a:ext>
                </a:extLst>
              </p14:cNvPr>
              <p14:cNvContentPartPr/>
              <p14:nvPr/>
            </p14:nvContentPartPr>
            <p14:xfrm>
              <a:off x="866176" y="6008593"/>
              <a:ext cx="147600" cy="185400"/>
            </p14:xfrm>
          </p:contentPart>
        </mc:Choice>
        <mc:Fallback xmlns="">
          <p:pic>
            <p:nvPicPr>
              <p:cNvPr id="56" name="Ink 55">
                <a:extLst>
                  <a:ext uri="{FF2B5EF4-FFF2-40B4-BE49-F238E27FC236}">
                    <a16:creationId xmlns:a16="http://schemas.microsoft.com/office/drawing/2014/main" id="{D5F9ED9D-0E56-3F61-DF18-5A07B52A99BD}"/>
                  </a:ext>
                </a:extLst>
              </p:cNvPr>
              <p:cNvPicPr/>
              <p:nvPr/>
            </p:nvPicPr>
            <p:blipFill>
              <a:blip r:embed="rId93"/>
              <a:stretch>
                <a:fillRect/>
              </a:stretch>
            </p:blipFill>
            <p:spPr>
              <a:xfrm>
                <a:off x="848536" y="5990953"/>
                <a:ext cx="18324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BAB577FB-4F03-3A15-2CC2-CB9D9C461570}"/>
                  </a:ext>
                </a:extLst>
              </p14:cNvPr>
              <p14:cNvContentPartPr/>
              <p14:nvPr/>
            </p14:nvContentPartPr>
            <p14:xfrm>
              <a:off x="1049776" y="6048193"/>
              <a:ext cx="89280" cy="110880"/>
            </p14:xfrm>
          </p:contentPart>
        </mc:Choice>
        <mc:Fallback xmlns="">
          <p:pic>
            <p:nvPicPr>
              <p:cNvPr id="57" name="Ink 56">
                <a:extLst>
                  <a:ext uri="{FF2B5EF4-FFF2-40B4-BE49-F238E27FC236}">
                    <a16:creationId xmlns:a16="http://schemas.microsoft.com/office/drawing/2014/main" id="{BAB577FB-4F03-3A15-2CC2-CB9D9C461570}"/>
                  </a:ext>
                </a:extLst>
              </p:cNvPr>
              <p:cNvPicPr/>
              <p:nvPr/>
            </p:nvPicPr>
            <p:blipFill>
              <a:blip r:embed="rId95"/>
              <a:stretch>
                <a:fillRect/>
              </a:stretch>
            </p:blipFill>
            <p:spPr>
              <a:xfrm>
                <a:off x="1031776" y="6030553"/>
                <a:ext cx="12492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81FC4253-AE36-EDBF-31BF-611C48C1ED23}"/>
                  </a:ext>
                </a:extLst>
              </p14:cNvPr>
              <p14:cNvContentPartPr/>
              <p14:nvPr/>
            </p14:nvContentPartPr>
            <p14:xfrm>
              <a:off x="1159576" y="6043153"/>
              <a:ext cx="138240" cy="69480"/>
            </p14:xfrm>
          </p:contentPart>
        </mc:Choice>
        <mc:Fallback xmlns="">
          <p:pic>
            <p:nvPicPr>
              <p:cNvPr id="58" name="Ink 57">
                <a:extLst>
                  <a:ext uri="{FF2B5EF4-FFF2-40B4-BE49-F238E27FC236}">
                    <a16:creationId xmlns:a16="http://schemas.microsoft.com/office/drawing/2014/main" id="{81FC4253-AE36-EDBF-31BF-611C48C1ED23}"/>
                  </a:ext>
                </a:extLst>
              </p:cNvPr>
              <p:cNvPicPr/>
              <p:nvPr/>
            </p:nvPicPr>
            <p:blipFill>
              <a:blip r:embed="rId97"/>
              <a:stretch>
                <a:fillRect/>
              </a:stretch>
            </p:blipFill>
            <p:spPr>
              <a:xfrm>
                <a:off x="1141936" y="6025513"/>
                <a:ext cx="1738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1DA123D1-6265-DD45-5C68-0AF34C6C1EAA}"/>
                  </a:ext>
                </a:extLst>
              </p14:cNvPr>
              <p14:cNvContentPartPr/>
              <p14:nvPr/>
            </p14:nvContentPartPr>
            <p14:xfrm>
              <a:off x="1364056" y="6012193"/>
              <a:ext cx="50040" cy="145800"/>
            </p14:xfrm>
          </p:contentPart>
        </mc:Choice>
        <mc:Fallback xmlns="">
          <p:pic>
            <p:nvPicPr>
              <p:cNvPr id="59" name="Ink 58">
                <a:extLst>
                  <a:ext uri="{FF2B5EF4-FFF2-40B4-BE49-F238E27FC236}">
                    <a16:creationId xmlns:a16="http://schemas.microsoft.com/office/drawing/2014/main" id="{1DA123D1-6265-DD45-5C68-0AF34C6C1EAA}"/>
                  </a:ext>
                </a:extLst>
              </p:cNvPr>
              <p:cNvPicPr/>
              <p:nvPr/>
            </p:nvPicPr>
            <p:blipFill>
              <a:blip r:embed="rId99"/>
              <a:stretch>
                <a:fillRect/>
              </a:stretch>
            </p:blipFill>
            <p:spPr>
              <a:xfrm>
                <a:off x="1346416" y="5994193"/>
                <a:ext cx="8568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 name="Ink 59">
                <a:extLst>
                  <a:ext uri="{FF2B5EF4-FFF2-40B4-BE49-F238E27FC236}">
                    <a16:creationId xmlns:a16="http://schemas.microsoft.com/office/drawing/2014/main" id="{6EBC41C3-6983-E4D9-D268-F1A53BAA7052}"/>
                  </a:ext>
                </a:extLst>
              </p14:cNvPr>
              <p14:cNvContentPartPr/>
              <p14:nvPr/>
            </p14:nvContentPartPr>
            <p14:xfrm>
              <a:off x="1461256" y="5979793"/>
              <a:ext cx="57960" cy="176760"/>
            </p14:xfrm>
          </p:contentPart>
        </mc:Choice>
        <mc:Fallback xmlns="">
          <p:pic>
            <p:nvPicPr>
              <p:cNvPr id="60" name="Ink 59">
                <a:extLst>
                  <a:ext uri="{FF2B5EF4-FFF2-40B4-BE49-F238E27FC236}">
                    <a16:creationId xmlns:a16="http://schemas.microsoft.com/office/drawing/2014/main" id="{6EBC41C3-6983-E4D9-D268-F1A53BAA7052}"/>
                  </a:ext>
                </a:extLst>
              </p:cNvPr>
              <p:cNvPicPr/>
              <p:nvPr/>
            </p:nvPicPr>
            <p:blipFill>
              <a:blip r:embed="rId101"/>
              <a:stretch>
                <a:fillRect/>
              </a:stretch>
            </p:blipFill>
            <p:spPr>
              <a:xfrm>
                <a:off x="1443616" y="5962153"/>
                <a:ext cx="9360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1" name="Ink 60">
                <a:extLst>
                  <a:ext uri="{FF2B5EF4-FFF2-40B4-BE49-F238E27FC236}">
                    <a16:creationId xmlns:a16="http://schemas.microsoft.com/office/drawing/2014/main" id="{920A672B-40BD-6CE6-BFE7-1F62D0CD9618}"/>
                  </a:ext>
                </a:extLst>
              </p14:cNvPr>
              <p14:cNvContentPartPr/>
              <p14:nvPr/>
            </p14:nvContentPartPr>
            <p14:xfrm>
              <a:off x="1482856" y="6037393"/>
              <a:ext cx="66600" cy="56880"/>
            </p14:xfrm>
          </p:contentPart>
        </mc:Choice>
        <mc:Fallback xmlns="">
          <p:pic>
            <p:nvPicPr>
              <p:cNvPr id="61" name="Ink 60">
                <a:extLst>
                  <a:ext uri="{FF2B5EF4-FFF2-40B4-BE49-F238E27FC236}">
                    <a16:creationId xmlns:a16="http://schemas.microsoft.com/office/drawing/2014/main" id="{920A672B-40BD-6CE6-BFE7-1F62D0CD9618}"/>
                  </a:ext>
                </a:extLst>
              </p:cNvPr>
              <p:cNvPicPr/>
              <p:nvPr/>
            </p:nvPicPr>
            <p:blipFill>
              <a:blip r:embed="rId103"/>
              <a:stretch>
                <a:fillRect/>
              </a:stretch>
            </p:blipFill>
            <p:spPr>
              <a:xfrm>
                <a:off x="1464856" y="6019753"/>
                <a:ext cx="10224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2" name="Ink 61">
                <a:extLst>
                  <a:ext uri="{FF2B5EF4-FFF2-40B4-BE49-F238E27FC236}">
                    <a16:creationId xmlns:a16="http://schemas.microsoft.com/office/drawing/2014/main" id="{FDD95F52-B09C-392D-CF1E-54CE3250859C}"/>
                  </a:ext>
                </a:extLst>
              </p14:cNvPr>
              <p14:cNvContentPartPr/>
              <p14:nvPr/>
            </p14:nvContentPartPr>
            <p14:xfrm>
              <a:off x="1606696" y="6001033"/>
              <a:ext cx="253800" cy="101880"/>
            </p14:xfrm>
          </p:contentPart>
        </mc:Choice>
        <mc:Fallback xmlns="">
          <p:pic>
            <p:nvPicPr>
              <p:cNvPr id="62" name="Ink 61">
                <a:extLst>
                  <a:ext uri="{FF2B5EF4-FFF2-40B4-BE49-F238E27FC236}">
                    <a16:creationId xmlns:a16="http://schemas.microsoft.com/office/drawing/2014/main" id="{FDD95F52-B09C-392D-CF1E-54CE3250859C}"/>
                  </a:ext>
                </a:extLst>
              </p:cNvPr>
              <p:cNvPicPr/>
              <p:nvPr/>
            </p:nvPicPr>
            <p:blipFill>
              <a:blip r:embed="rId105"/>
              <a:stretch>
                <a:fillRect/>
              </a:stretch>
            </p:blipFill>
            <p:spPr>
              <a:xfrm>
                <a:off x="1589056" y="5983033"/>
                <a:ext cx="289440" cy="137520"/>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7D0D8-A1A1-17F1-21A8-5C3FB4CB347C}"/>
              </a:ext>
            </a:extLst>
          </p:cNvPr>
          <p:cNvSpPr>
            <a:spLocks noGrp="1"/>
          </p:cNvSpPr>
          <p:nvPr>
            <p:ph type="title"/>
          </p:nvPr>
        </p:nvSpPr>
        <p:spPr>
          <a:xfrm>
            <a:off x="78739" y="14986"/>
            <a:ext cx="10328275" cy="492443"/>
          </a:xfrm>
        </p:spPr>
        <p:txBody>
          <a:bodyPr/>
          <a:lstStyle/>
          <a:p>
            <a:r>
              <a:rPr lang="en-US" dirty="0"/>
              <a:t>Bandwidth </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722D7899-2F42-D554-76F7-062C23F9E24C}"/>
                  </a:ext>
                </a:extLst>
              </p14:cNvPr>
              <p14:cNvContentPartPr/>
              <p14:nvPr/>
            </p14:nvContentPartPr>
            <p14:xfrm>
              <a:off x="1837263" y="1350193"/>
              <a:ext cx="82800" cy="2029320"/>
            </p14:xfrm>
          </p:contentPart>
        </mc:Choice>
        <mc:Fallback>
          <p:pic>
            <p:nvPicPr>
              <p:cNvPr id="3" name="Ink 2">
                <a:extLst>
                  <a:ext uri="{FF2B5EF4-FFF2-40B4-BE49-F238E27FC236}">
                    <a16:creationId xmlns:a16="http://schemas.microsoft.com/office/drawing/2014/main" id="{722D7899-2F42-D554-76F7-062C23F9E24C}"/>
                  </a:ext>
                </a:extLst>
              </p:cNvPr>
              <p:cNvPicPr/>
              <p:nvPr/>
            </p:nvPicPr>
            <p:blipFill>
              <a:blip r:embed="rId3"/>
              <a:stretch>
                <a:fillRect/>
              </a:stretch>
            </p:blipFill>
            <p:spPr>
              <a:xfrm>
                <a:off x="1819623" y="1332553"/>
                <a:ext cx="118440" cy="20649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6A7A933D-243E-0EAA-8782-1ECCFF9C4AEF}"/>
                  </a:ext>
                </a:extLst>
              </p14:cNvPr>
              <p14:cNvContentPartPr/>
              <p14:nvPr/>
            </p14:nvContentPartPr>
            <p14:xfrm>
              <a:off x="1848423" y="3290953"/>
              <a:ext cx="5664240" cy="132840"/>
            </p14:xfrm>
          </p:contentPart>
        </mc:Choice>
        <mc:Fallback>
          <p:pic>
            <p:nvPicPr>
              <p:cNvPr id="4" name="Ink 3">
                <a:extLst>
                  <a:ext uri="{FF2B5EF4-FFF2-40B4-BE49-F238E27FC236}">
                    <a16:creationId xmlns:a16="http://schemas.microsoft.com/office/drawing/2014/main" id="{6A7A933D-243E-0EAA-8782-1ECCFF9C4AEF}"/>
                  </a:ext>
                </a:extLst>
              </p:cNvPr>
              <p:cNvPicPr/>
              <p:nvPr/>
            </p:nvPicPr>
            <p:blipFill>
              <a:blip r:embed="rId5"/>
              <a:stretch>
                <a:fillRect/>
              </a:stretch>
            </p:blipFill>
            <p:spPr>
              <a:xfrm>
                <a:off x="1830783" y="3272953"/>
                <a:ext cx="569988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1C1794B9-83FD-3554-81E0-E6F0ACC43F52}"/>
                  </a:ext>
                </a:extLst>
              </p14:cNvPr>
              <p14:cNvContentPartPr/>
              <p14:nvPr/>
            </p14:nvContentPartPr>
            <p14:xfrm>
              <a:off x="7243023" y="3195913"/>
              <a:ext cx="329400" cy="323640"/>
            </p14:xfrm>
          </p:contentPart>
        </mc:Choice>
        <mc:Fallback>
          <p:pic>
            <p:nvPicPr>
              <p:cNvPr id="5" name="Ink 4">
                <a:extLst>
                  <a:ext uri="{FF2B5EF4-FFF2-40B4-BE49-F238E27FC236}">
                    <a16:creationId xmlns:a16="http://schemas.microsoft.com/office/drawing/2014/main" id="{1C1794B9-83FD-3554-81E0-E6F0ACC43F52}"/>
                  </a:ext>
                </a:extLst>
              </p:cNvPr>
              <p:cNvPicPr/>
              <p:nvPr/>
            </p:nvPicPr>
            <p:blipFill>
              <a:blip r:embed="rId7"/>
              <a:stretch>
                <a:fillRect/>
              </a:stretch>
            </p:blipFill>
            <p:spPr>
              <a:xfrm>
                <a:off x="7225023" y="3178273"/>
                <a:ext cx="365040" cy="3592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465A3B38-2CE8-C964-CF1C-EC7936EB2513}"/>
                  </a:ext>
                </a:extLst>
              </p14:cNvPr>
              <p14:cNvContentPartPr/>
              <p14:nvPr/>
            </p14:nvContentPartPr>
            <p14:xfrm>
              <a:off x="1767063" y="1238233"/>
              <a:ext cx="231480" cy="197280"/>
            </p14:xfrm>
          </p:contentPart>
        </mc:Choice>
        <mc:Fallback>
          <p:pic>
            <p:nvPicPr>
              <p:cNvPr id="6" name="Ink 5">
                <a:extLst>
                  <a:ext uri="{FF2B5EF4-FFF2-40B4-BE49-F238E27FC236}">
                    <a16:creationId xmlns:a16="http://schemas.microsoft.com/office/drawing/2014/main" id="{465A3B38-2CE8-C964-CF1C-EC7936EB2513}"/>
                  </a:ext>
                </a:extLst>
              </p:cNvPr>
              <p:cNvPicPr/>
              <p:nvPr/>
            </p:nvPicPr>
            <p:blipFill>
              <a:blip r:embed="rId9"/>
              <a:stretch>
                <a:fillRect/>
              </a:stretch>
            </p:blipFill>
            <p:spPr>
              <a:xfrm>
                <a:off x="1749063" y="1220233"/>
                <a:ext cx="26712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8028A404-55B2-45C1-9CC2-4751710EA466}"/>
                  </a:ext>
                </a:extLst>
              </p14:cNvPr>
              <p14:cNvContentPartPr/>
              <p14:nvPr/>
            </p14:nvContentPartPr>
            <p14:xfrm>
              <a:off x="2232543" y="1601113"/>
              <a:ext cx="4863240" cy="1635840"/>
            </p14:xfrm>
          </p:contentPart>
        </mc:Choice>
        <mc:Fallback>
          <p:pic>
            <p:nvPicPr>
              <p:cNvPr id="8" name="Ink 7">
                <a:extLst>
                  <a:ext uri="{FF2B5EF4-FFF2-40B4-BE49-F238E27FC236}">
                    <a16:creationId xmlns:a16="http://schemas.microsoft.com/office/drawing/2014/main" id="{8028A404-55B2-45C1-9CC2-4751710EA466}"/>
                  </a:ext>
                </a:extLst>
              </p:cNvPr>
              <p:cNvPicPr/>
              <p:nvPr/>
            </p:nvPicPr>
            <p:blipFill>
              <a:blip r:embed="rId11"/>
              <a:stretch>
                <a:fillRect/>
              </a:stretch>
            </p:blipFill>
            <p:spPr>
              <a:xfrm>
                <a:off x="2214903" y="1583113"/>
                <a:ext cx="4898880" cy="16714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65FABCFA-85B6-3359-3987-E205E29DCDEF}"/>
                  </a:ext>
                </a:extLst>
              </p14:cNvPr>
              <p14:cNvContentPartPr/>
              <p14:nvPr/>
            </p14:nvContentPartPr>
            <p14:xfrm>
              <a:off x="3554463" y="1455673"/>
              <a:ext cx="4680" cy="27720"/>
            </p14:xfrm>
          </p:contentPart>
        </mc:Choice>
        <mc:Fallback>
          <p:pic>
            <p:nvPicPr>
              <p:cNvPr id="9" name="Ink 8">
                <a:extLst>
                  <a:ext uri="{FF2B5EF4-FFF2-40B4-BE49-F238E27FC236}">
                    <a16:creationId xmlns:a16="http://schemas.microsoft.com/office/drawing/2014/main" id="{65FABCFA-85B6-3359-3987-E205E29DCDEF}"/>
                  </a:ext>
                </a:extLst>
              </p:cNvPr>
              <p:cNvPicPr/>
              <p:nvPr/>
            </p:nvPicPr>
            <p:blipFill>
              <a:blip r:embed="rId13"/>
              <a:stretch>
                <a:fillRect/>
              </a:stretch>
            </p:blipFill>
            <p:spPr>
              <a:xfrm>
                <a:off x="3536463" y="1437673"/>
                <a:ext cx="4032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918F0AA3-0F5A-189B-6D4F-DCC2B702AE0B}"/>
                  </a:ext>
                </a:extLst>
              </p14:cNvPr>
              <p14:cNvContentPartPr/>
              <p14:nvPr/>
            </p14:nvContentPartPr>
            <p14:xfrm>
              <a:off x="3523143" y="1131313"/>
              <a:ext cx="112320" cy="2208960"/>
            </p14:xfrm>
          </p:contentPart>
        </mc:Choice>
        <mc:Fallback>
          <p:pic>
            <p:nvPicPr>
              <p:cNvPr id="10" name="Ink 9">
                <a:extLst>
                  <a:ext uri="{FF2B5EF4-FFF2-40B4-BE49-F238E27FC236}">
                    <a16:creationId xmlns:a16="http://schemas.microsoft.com/office/drawing/2014/main" id="{918F0AA3-0F5A-189B-6D4F-DCC2B702AE0B}"/>
                  </a:ext>
                </a:extLst>
              </p:cNvPr>
              <p:cNvPicPr/>
              <p:nvPr/>
            </p:nvPicPr>
            <p:blipFill>
              <a:blip r:embed="rId15"/>
              <a:stretch>
                <a:fillRect/>
              </a:stretch>
            </p:blipFill>
            <p:spPr>
              <a:xfrm>
                <a:off x="3505143" y="1113313"/>
                <a:ext cx="147960" cy="22446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C746CE23-D131-B3C0-A356-2AA6E384C6FE}"/>
                  </a:ext>
                </a:extLst>
              </p14:cNvPr>
              <p14:cNvContentPartPr/>
              <p14:nvPr/>
            </p14:nvContentPartPr>
            <p14:xfrm>
              <a:off x="5339343" y="1099273"/>
              <a:ext cx="124920" cy="2052360"/>
            </p14:xfrm>
          </p:contentPart>
        </mc:Choice>
        <mc:Fallback>
          <p:pic>
            <p:nvPicPr>
              <p:cNvPr id="11" name="Ink 10">
                <a:extLst>
                  <a:ext uri="{FF2B5EF4-FFF2-40B4-BE49-F238E27FC236}">
                    <a16:creationId xmlns:a16="http://schemas.microsoft.com/office/drawing/2014/main" id="{C746CE23-D131-B3C0-A356-2AA6E384C6FE}"/>
                  </a:ext>
                </a:extLst>
              </p:cNvPr>
              <p:cNvPicPr/>
              <p:nvPr/>
            </p:nvPicPr>
            <p:blipFill>
              <a:blip r:embed="rId17"/>
              <a:stretch>
                <a:fillRect/>
              </a:stretch>
            </p:blipFill>
            <p:spPr>
              <a:xfrm>
                <a:off x="5321343" y="1081273"/>
                <a:ext cx="160560" cy="2088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4" name="Ink 33">
                <a:extLst>
                  <a:ext uri="{FF2B5EF4-FFF2-40B4-BE49-F238E27FC236}">
                    <a16:creationId xmlns:a16="http://schemas.microsoft.com/office/drawing/2014/main" id="{23860895-CE79-3ADC-F8E6-E8E7228D353E}"/>
                  </a:ext>
                </a:extLst>
              </p14:cNvPr>
              <p14:cNvContentPartPr/>
              <p14:nvPr/>
            </p14:nvContentPartPr>
            <p14:xfrm>
              <a:off x="1424343" y="1737193"/>
              <a:ext cx="435240" cy="83520"/>
            </p14:xfrm>
          </p:contentPart>
        </mc:Choice>
        <mc:Fallback>
          <p:pic>
            <p:nvPicPr>
              <p:cNvPr id="34" name="Ink 33">
                <a:extLst>
                  <a:ext uri="{FF2B5EF4-FFF2-40B4-BE49-F238E27FC236}">
                    <a16:creationId xmlns:a16="http://schemas.microsoft.com/office/drawing/2014/main" id="{23860895-CE79-3ADC-F8E6-E8E7228D353E}"/>
                  </a:ext>
                </a:extLst>
              </p:cNvPr>
              <p:cNvPicPr/>
              <p:nvPr/>
            </p:nvPicPr>
            <p:blipFill>
              <a:blip r:embed="rId19"/>
              <a:stretch>
                <a:fillRect/>
              </a:stretch>
            </p:blipFill>
            <p:spPr>
              <a:xfrm>
                <a:off x="1406343" y="1719193"/>
                <a:ext cx="47088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5" name="Ink 34">
                <a:extLst>
                  <a:ext uri="{FF2B5EF4-FFF2-40B4-BE49-F238E27FC236}">
                    <a16:creationId xmlns:a16="http://schemas.microsoft.com/office/drawing/2014/main" id="{FA7D0D65-41EF-D48C-123D-CF28EA4BCB0D}"/>
                  </a:ext>
                </a:extLst>
              </p14:cNvPr>
              <p14:cNvContentPartPr/>
              <p14:nvPr/>
            </p14:nvContentPartPr>
            <p14:xfrm>
              <a:off x="2002863" y="1708753"/>
              <a:ext cx="295200" cy="14760"/>
            </p14:xfrm>
          </p:contentPart>
        </mc:Choice>
        <mc:Fallback>
          <p:pic>
            <p:nvPicPr>
              <p:cNvPr id="35" name="Ink 34">
                <a:extLst>
                  <a:ext uri="{FF2B5EF4-FFF2-40B4-BE49-F238E27FC236}">
                    <a16:creationId xmlns:a16="http://schemas.microsoft.com/office/drawing/2014/main" id="{FA7D0D65-41EF-D48C-123D-CF28EA4BCB0D}"/>
                  </a:ext>
                </a:extLst>
              </p:cNvPr>
              <p:cNvPicPr/>
              <p:nvPr/>
            </p:nvPicPr>
            <p:blipFill>
              <a:blip r:embed="rId21"/>
              <a:stretch>
                <a:fillRect/>
              </a:stretch>
            </p:blipFill>
            <p:spPr>
              <a:xfrm>
                <a:off x="1984863" y="1690753"/>
                <a:ext cx="33084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6" name="Ink 35">
                <a:extLst>
                  <a:ext uri="{FF2B5EF4-FFF2-40B4-BE49-F238E27FC236}">
                    <a16:creationId xmlns:a16="http://schemas.microsoft.com/office/drawing/2014/main" id="{04A445E9-4091-1E44-359A-D3EB46C69C36}"/>
                  </a:ext>
                </a:extLst>
              </p14:cNvPr>
              <p14:cNvContentPartPr/>
              <p14:nvPr/>
            </p14:nvContentPartPr>
            <p14:xfrm>
              <a:off x="2612343" y="1673113"/>
              <a:ext cx="463680" cy="25560"/>
            </p14:xfrm>
          </p:contentPart>
        </mc:Choice>
        <mc:Fallback>
          <p:pic>
            <p:nvPicPr>
              <p:cNvPr id="36" name="Ink 35">
                <a:extLst>
                  <a:ext uri="{FF2B5EF4-FFF2-40B4-BE49-F238E27FC236}">
                    <a16:creationId xmlns:a16="http://schemas.microsoft.com/office/drawing/2014/main" id="{04A445E9-4091-1E44-359A-D3EB46C69C36}"/>
                  </a:ext>
                </a:extLst>
              </p:cNvPr>
              <p:cNvPicPr/>
              <p:nvPr/>
            </p:nvPicPr>
            <p:blipFill>
              <a:blip r:embed="rId23"/>
              <a:stretch>
                <a:fillRect/>
              </a:stretch>
            </p:blipFill>
            <p:spPr>
              <a:xfrm>
                <a:off x="2594343" y="1655113"/>
                <a:ext cx="49932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7" name="Ink 36">
                <a:extLst>
                  <a:ext uri="{FF2B5EF4-FFF2-40B4-BE49-F238E27FC236}">
                    <a16:creationId xmlns:a16="http://schemas.microsoft.com/office/drawing/2014/main" id="{EC9EEFE8-9AA4-B6A2-292C-583C03DC3F51}"/>
                  </a:ext>
                </a:extLst>
              </p14:cNvPr>
              <p14:cNvContentPartPr/>
              <p14:nvPr/>
            </p14:nvContentPartPr>
            <p14:xfrm>
              <a:off x="3178623" y="1668793"/>
              <a:ext cx="370800" cy="6120"/>
            </p14:xfrm>
          </p:contentPart>
        </mc:Choice>
        <mc:Fallback>
          <p:pic>
            <p:nvPicPr>
              <p:cNvPr id="37" name="Ink 36">
                <a:extLst>
                  <a:ext uri="{FF2B5EF4-FFF2-40B4-BE49-F238E27FC236}">
                    <a16:creationId xmlns:a16="http://schemas.microsoft.com/office/drawing/2014/main" id="{EC9EEFE8-9AA4-B6A2-292C-583C03DC3F51}"/>
                  </a:ext>
                </a:extLst>
              </p:cNvPr>
              <p:cNvPicPr/>
              <p:nvPr/>
            </p:nvPicPr>
            <p:blipFill>
              <a:blip r:embed="rId25"/>
              <a:stretch>
                <a:fillRect/>
              </a:stretch>
            </p:blipFill>
            <p:spPr>
              <a:xfrm>
                <a:off x="3160983" y="1651153"/>
                <a:ext cx="40644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8" name="Ink 37">
                <a:extLst>
                  <a:ext uri="{FF2B5EF4-FFF2-40B4-BE49-F238E27FC236}">
                    <a16:creationId xmlns:a16="http://schemas.microsoft.com/office/drawing/2014/main" id="{E441C3F4-56D9-1CEE-FC71-56B931489A36}"/>
                  </a:ext>
                </a:extLst>
              </p14:cNvPr>
              <p14:cNvContentPartPr/>
              <p14:nvPr/>
            </p14:nvContentPartPr>
            <p14:xfrm>
              <a:off x="4049103" y="1638913"/>
              <a:ext cx="348480" cy="4680"/>
            </p14:xfrm>
          </p:contentPart>
        </mc:Choice>
        <mc:Fallback>
          <p:pic>
            <p:nvPicPr>
              <p:cNvPr id="38" name="Ink 37">
                <a:extLst>
                  <a:ext uri="{FF2B5EF4-FFF2-40B4-BE49-F238E27FC236}">
                    <a16:creationId xmlns:a16="http://schemas.microsoft.com/office/drawing/2014/main" id="{E441C3F4-56D9-1CEE-FC71-56B931489A36}"/>
                  </a:ext>
                </a:extLst>
              </p:cNvPr>
              <p:cNvPicPr/>
              <p:nvPr/>
            </p:nvPicPr>
            <p:blipFill>
              <a:blip r:embed="rId27"/>
              <a:stretch>
                <a:fillRect/>
              </a:stretch>
            </p:blipFill>
            <p:spPr>
              <a:xfrm>
                <a:off x="4031103" y="1621273"/>
                <a:ext cx="38412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9" name="Ink 38">
                <a:extLst>
                  <a:ext uri="{FF2B5EF4-FFF2-40B4-BE49-F238E27FC236}">
                    <a16:creationId xmlns:a16="http://schemas.microsoft.com/office/drawing/2014/main" id="{60518201-5737-332D-5B51-9C61702BC45B}"/>
                  </a:ext>
                </a:extLst>
              </p14:cNvPr>
              <p14:cNvContentPartPr/>
              <p14:nvPr/>
            </p14:nvContentPartPr>
            <p14:xfrm>
              <a:off x="4636983" y="1569073"/>
              <a:ext cx="1389960" cy="50400"/>
            </p14:xfrm>
          </p:contentPart>
        </mc:Choice>
        <mc:Fallback>
          <p:pic>
            <p:nvPicPr>
              <p:cNvPr id="39" name="Ink 38">
                <a:extLst>
                  <a:ext uri="{FF2B5EF4-FFF2-40B4-BE49-F238E27FC236}">
                    <a16:creationId xmlns:a16="http://schemas.microsoft.com/office/drawing/2014/main" id="{60518201-5737-332D-5B51-9C61702BC45B}"/>
                  </a:ext>
                </a:extLst>
              </p:cNvPr>
              <p:cNvPicPr/>
              <p:nvPr/>
            </p:nvPicPr>
            <p:blipFill>
              <a:blip r:embed="rId29"/>
              <a:stretch>
                <a:fillRect/>
              </a:stretch>
            </p:blipFill>
            <p:spPr>
              <a:xfrm>
                <a:off x="4618983" y="1551073"/>
                <a:ext cx="142560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40" name="Ink 39">
                <a:extLst>
                  <a:ext uri="{FF2B5EF4-FFF2-40B4-BE49-F238E27FC236}">
                    <a16:creationId xmlns:a16="http://schemas.microsoft.com/office/drawing/2014/main" id="{8C0BA9EA-8148-6949-2952-F11CEEEEBE18}"/>
                  </a:ext>
                </a:extLst>
              </p14:cNvPr>
              <p14:cNvContentPartPr/>
              <p14:nvPr/>
            </p14:nvContentPartPr>
            <p14:xfrm>
              <a:off x="6483063" y="1562953"/>
              <a:ext cx="234720" cy="39960"/>
            </p14:xfrm>
          </p:contentPart>
        </mc:Choice>
        <mc:Fallback>
          <p:pic>
            <p:nvPicPr>
              <p:cNvPr id="40" name="Ink 39">
                <a:extLst>
                  <a:ext uri="{FF2B5EF4-FFF2-40B4-BE49-F238E27FC236}">
                    <a16:creationId xmlns:a16="http://schemas.microsoft.com/office/drawing/2014/main" id="{8C0BA9EA-8148-6949-2952-F11CEEEEBE18}"/>
                  </a:ext>
                </a:extLst>
              </p:cNvPr>
              <p:cNvPicPr/>
              <p:nvPr/>
            </p:nvPicPr>
            <p:blipFill>
              <a:blip r:embed="rId31"/>
              <a:stretch>
                <a:fillRect/>
              </a:stretch>
            </p:blipFill>
            <p:spPr>
              <a:xfrm>
                <a:off x="6465063" y="1545313"/>
                <a:ext cx="270360" cy="756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42" name="Ink 41">
                <a:extLst>
                  <a:ext uri="{FF2B5EF4-FFF2-40B4-BE49-F238E27FC236}">
                    <a16:creationId xmlns:a16="http://schemas.microsoft.com/office/drawing/2014/main" id="{AE2F9E79-39A3-9719-DF6D-FE87B6C5EF44}"/>
                  </a:ext>
                </a:extLst>
              </p14:cNvPr>
              <p14:cNvContentPartPr/>
              <p14:nvPr/>
            </p14:nvContentPartPr>
            <p14:xfrm>
              <a:off x="5551383" y="1097473"/>
              <a:ext cx="304200" cy="383760"/>
            </p14:xfrm>
          </p:contentPart>
        </mc:Choice>
        <mc:Fallback>
          <p:pic>
            <p:nvPicPr>
              <p:cNvPr id="42" name="Ink 41">
                <a:extLst>
                  <a:ext uri="{FF2B5EF4-FFF2-40B4-BE49-F238E27FC236}">
                    <a16:creationId xmlns:a16="http://schemas.microsoft.com/office/drawing/2014/main" id="{AE2F9E79-39A3-9719-DF6D-FE87B6C5EF44}"/>
                  </a:ext>
                </a:extLst>
              </p:cNvPr>
              <p:cNvPicPr/>
              <p:nvPr/>
            </p:nvPicPr>
            <p:blipFill>
              <a:blip r:embed="rId33"/>
              <a:stretch>
                <a:fillRect/>
              </a:stretch>
            </p:blipFill>
            <p:spPr>
              <a:xfrm>
                <a:off x="5533743" y="1079473"/>
                <a:ext cx="339840" cy="4194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3" name="Ink 42">
                <a:extLst>
                  <a:ext uri="{FF2B5EF4-FFF2-40B4-BE49-F238E27FC236}">
                    <a16:creationId xmlns:a16="http://schemas.microsoft.com/office/drawing/2014/main" id="{3BD25CD8-4042-2337-F200-510DDB6C1FDB}"/>
                  </a:ext>
                </a:extLst>
              </p14:cNvPr>
              <p14:cNvContentPartPr/>
              <p14:nvPr/>
            </p14:nvContentPartPr>
            <p14:xfrm>
              <a:off x="5520423" y="1376833"/>
              <a:ext cx="126720" cy="124920"/>
            </p14:xfrm>
          </p:contentPart>
        </mc:Choice>
        <mc:Fallback>
          <p:pic>
            <p:nvPicPr>
              <p:cNvPr id="43" name="Ink 42">
                <a:extLst>
                  <a:ext uri="{FF2B5EF4-FFF2-40B4-BE49-F238E27FC236}">
                    <a16:creationId xmlns:a16="http://schemas.microsoft.com/office/drawing/2014/main" id="{3BD25CD8-4042-2337-F200-510DDB6C1FDB}"/>
                  </a:ext>
                </a:extLst>
              </p:cNvPr>
              <p:cNvPicPr/>
              <p:nvPr/>
            </p:nvPicPr>
            <p:blipFill>
              <a:blip r:embed="rId35"/>
              <a:stretch>
                <a:fillRect/>
              </a:stretch>
            </p:blipFill>
            <p:spPr>
              <a:xfrm>
                <a:off x="5502783" y="1359193"/>
                <a:ext cx="16236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4" name="Ink 43">
                <a:extLst>
                  <a:ext uri="{FF2B5EF4-FFF2-40B4-BE49-F238E27FC236}">
                    <a16:creationId xmlns:a16="http://schemas.microsoft.com/office/drawing/2014/main" id="{AFB1AB5B-28FC-EB51-A3FE-BBA9C363092A}"/>
                  </a:ext>
                </a:extLst>
              </p14:cNvPr>
              <p14:cNvContentPartPr/>
              <p14:nvPr/>
            </p14:nvContentPartPr>
            <p14:xfrm>
              <a:off x="6066183" y="889753"/>
              <a:ext cx="140400" cy="211320"/>
            </p14:xfrm>
          </p:contentPart>
        </mc:Choice>
        <mc:Fallback>
          <p:pic>
            <p:nvPicPr>
              <p:cNvPr id="44" name="Ink 43">
                <a:extLst>
                  <a:ext uri="{FF2B5EF4-FFF2-40B4-BE49-F238E27FC236}">
                    <a16:creationId xmlns:a16="http://schemas.microsoft.com/office/drawing/2014/main" id="{AFB1AB5B-28FC-EB51-A3FE-BBA9C363092A}"/>
                  </a:ext>
                </a:extLst>
              </p:cNvPr>
              <p:cNvPicPr/>
              <p:nvPr/>
            </p:nvPicPr>
            <p:blipFill>
              <a:blip r:embed="rId37"/>
              <a:stretch>
                <a:fillRect/>
              </a:stretch>
            </p:blipFill>
            <p:spPr>
              <a:xfrm>
                <a:off x="6048183" y="871753"/>
                <a:ext cx="17604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5" name="Ink 44">
                <a:extLst>
                  <a:ext uri="{FF2B5EF4-FFF2-40B4-BE49-F238E27FC236}">
                    <a16:creationId xmlns:a16="http://schemas.microsoft.com/office/drawing/2014/main" id="{6B4FBE71-081C-7477-2A3B-859861372384}"/>
                  </a:ext>
                </a:extLst>
              </p14:cNvPr>
              <p14:cNvContentPartPr/>
              <p14:nvPr/>
            </p14:nvContentPartPr>
            <p14:xfrm>
              <a:off x="6290463" y="872113"/>
              <a:ext cx="146880" cy="201600"/>
            </p14:xfrm>
          </p:contentPart>
        </mc:Choice>
        <mc:Fallback>
          <p:pic>
            <p:nvPicPr>
              <p:cNvPr id="45" name="Ink 44">
                <a:extLst>
                  <a:ext uri="{FF2B5EF4-FFF2-40B4-BE49-F238E27FC236}">
                    <a16:creationId xmlns:a16="http://schemas.microsoft.com/office/drawing/2014/main" id="{6B4FBE71-081C-7477-2A3B-859861372384}"/>
                  </a:ext>
                </a:extLst>
              </p:cNvPr>
              <p:cNvPicPr/>
              <p:nvPr/>
            </p:nvPicPr>
            <p:blipFill>
              <a:blip r:embed="rId39"/>
              <a:stretch>
                <a:fillRect/>
              </a:stretch>
            </p:blipFill>
            <p:spPr>
              <a:xfrm>
                <a:off x="6272463" y="854473"/>
                <a:ext cx="18252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6" name="Ink 45">
                <a:extLst>
                  <a:ext uri="{FF2B5EF4-FFF2-40B4-BE49-F238E27FC236}">
                    <a16:creationId xmlns:a16="http://schemas.microsoft.com/office/drawing/2014/main" id="{564A24AC-C3BC-DC2E-8531-1D3D9A6FA951}"/>
                  </a:ext>
                </a:extLst>
              </p14:cNvPr>
              <p14:cNvContentPartPr/>
              <p14:nvPr/>
            </p14:nvContentPartPr>
            <p14:xfrm>
              <a:off x="6515823" y="875713"/>
              <a:ext cx="50040" cy="189360"/>
            </p14:xfrm>
          </p:contentPart>
        </mc:Choice>
        <mc:Fallback>
          <p:pic>
            <p:nvPicPr>
              <p:cNvPr id="46" name="Ink 45">
                <a:extLst>
                  <a:ext uri="{FF2B5EF4-FFF2-40B4-BE49-F238E27FC236}">
                    <a16:creationId xmlns:a16="http://schemas.microsoft.com/office/drawing/2014/main" id="{564A24AC-C3BC-DC2E-8531-1D3D9A6FA951}"/>
                  </a:ext>
                </a:extLst>
              </p:cNvPr>
              <p:cNvPicPr/>
              <p:nvPr/>
            </p:nvPicPr>
            <p:blipFill>
              <a:blip r:embed="rId41"/>
              <a:stretch>
                <a:fillRect/>
              </a:stretch>
            </p:blipFill>
            <p:spPr>
              <a:xfrm>
                <a:off x="6497823" y="857713"/>
                <a:ext cx="8568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7" name="Ink 46">
                <a:extLst>
                  <a:ext uri="{FF2B5EF4-FFF2-40B4-BE49-F238E27FC236}">
                    <a16:creationId xmlns:a16="http://schemas.microsoft.com/office/drawing/2014/main" id="{9B811C1C-06F0-98F4-9A13-6CC88272E2AA}"/>
                  </a:ext>
                </a:extLst>
              </p14:cNvPr>
              <p14:cNvContentPartPr/>
              <p14:nvPr/>
            </p14:nvContentPartPr>
            <p14:xfrm>
              <a:off x="6511143" y="883993"/>
              <a:ext cx="159480" cy="222480"/>
            </p14:xfrm>
          </p:contentPart>
        </mc:Choice>
        <mc:Fallback>
          <p:pic>
            <p:nvPicPr>
              <p:cNvPr id="47" name="Ink 46">
                <a:extLst>
                  <a:ext uri="{FF2B5EF4-FFF2-40B4-BE49-F238E27FC236}">
                    <a16:creationId xmlns:a16="http://schemas.microsoft.com/office/drawing/2014/main" id="{9B811C1C-06F0-98F4-9A13-6CC88272E2AA}"/>
                  </a:ext>
                </a:extLst>
              </p:cNvPr>
              <p:cNvPicPr/>
              <p:nvPr/>
            </p:nvPicPr>
            <p:blipFill>
              <a:blip r:embed="rId43"/>
              <a:stretch>
                <a:fillRect/>
              </a:stretch>
            </p:blipFill>
            <p:spPr>
              <a:xfrm>
                <a:off x="6493503" y="866353"/>
                <a:ext cx="195120" cy="258120"/>
              </a:xfrm>
              <a:prstGeom prst="rect">
                <a:avLst/>
              </a:prstGeom>
            </p:spPr>
          </p:pic>
        </mc:Fallback>
      </mc:AlternateContent>
      <p:grpSp>
        <p:nvGrpSpPr>
          <p:cNvPr id="77" name="Group 76">
            <a:extLst>
              <a:ext uri="{FF2B5EF4-FFF2-40B4-BE49-F238E27FC236}">
                <a16:creationId xmlns:a16="http://schemas.microsoft.com/office/drawing/2014/main" id="{6ACFDBC0-9229-4A09-365D-FAED41CE7E7C}"/>
              </a:ext>
            </a:extLst>
          </p:cNvPr>
          <p:cNvGrpSpPr/>
          <p:nvPr/>
        </p:nvGrpSpPr>
        <p:grpSpPr>
          <a:xfrm>
            <a:off x="3433863" y="3631513"/>
            <a:ext cx="3029400" cy="1134360"/>
            <a:chOff x="3433863" y="3631513"/>
            <a:chExt cx="3029400" cy="1134360"/>
          </a:xfrm>
        </p:grpSpPr>
        <mc:AlternateContent xmlns:mc="http://schemas.openxmlformats.org/markup-compatibility/2006">
          <mc:Choice xmlns:p14="http://schemas.microsoft.com/office/powerpoint/2010/main" Requires="p14">
            <p:contentPart p14:bwMode="auto" r:id="rId44">
              <p14:nvContentPartPr>
                <p14:cNvPr id="13" name="Ink 12">
                  <a:extLst>
                    <a:ext uri="{FF2B5EF4-FFF2-40B4-BE49-F238E27FC236}">
                      <a16:creationId xmlns:a16="http://schemas.microsoft.com/office/drawing/2014/main" id="{8B35A38E-556B-9505-2041-942E3992B047}"/>
                    </a:ext>
                  </a:extLst>
                </p14:cNvPr>
                <p14:cNvContentPartPr/>
                <p14:nvPr/>
              </p14:nvContentPartPr>
              <p14:xfrm>
                <a:off x="3433863" y="3836353"/>
                <a:ext cx="42840" cy="296280"/>
              </p14:xfrm>
            </p:contentPart>
          </mc:Choice>
          <mc:Fallback>
            <p:pic>
              <p:nvPicPr>
                <p:cNvPr id="13" name="Ink 12">
                  <a:extLst>
                    <a:ext uri="{FF2B5EF4-FFF2-40B4-BE49-F238E27FC236}">
                      <a16:creationId xmlns:a16="http://schemas.microsoft.com/office/drawing/2014/main" id="{8B35A38E-556B-9505-2041-942E3992B047}"/>
                    </a:ext>
                  </a:extLst>
                </p:cNvPr>
                <p:cNvPicPr/>
                <p:nvPr/>
              </p:nvPicPr>
              <p:blipFill>
                <a:blip r:embed="rId45"/>
                <a:stretch>
                  <a:fillRect/>
                </a:stretch>
              </p:blipFill>
              <p:spPr>
                <a:xfrm>
                  <a:off x="3415863" y="3818353"/>
                  <a:ext cx="78480" cy="3319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4" name="Ink 13">
                  <a:extLst>
                    <a:ext uri="{FF2B5EF4-FFF2-40B4-BE49-F238E27FC236}">
                      <a16:creationId xmlns:a16="http://schemas.microsoft.com/office/drawing/2014/main" id="{DECF507F-88E0-786D-E366-8095E8A04456}"/>
                    </a:ext>
                  </a:extLst>
                </p14:cNvPr>
                <p14:cNvContentPartPr/>
                <p14:nvPr/>
              </p14:nvContentPartPr>
              <p14:xfrm>
                <a:off x="3584703" y="3881353"/>
                <a:ext cx="21960" cy="174600"/>
              </p14:xfrm>
            </p:contentPart>
          </mc:Choice>
          <mc:Fallback>
            <p:pic>
              <p:nvPicPr>
                <p:cNvPr id="14" name="Ink 13">
                  <a:extLst>
                    <a:ext uri="{FF2B5EF4-FFF2-40B4-BE49-F238E27FC236}">
                      <a16:creationId xmlns:a16="http://schemas.microsoft.com/office/drawing/2014/main" id="{DECF507F-88E0-786D-E366-8095E8A04456}"/>
                    </a:ext>
                  </a:extLst>
                </p:cNvPr>
                <p:cNvPicPr/>
                <p:nvPr/>
              </p:nvPicPr>
              <p:blipFill>
                <a:blip r:embed="rId47"/>
                <a:stretch>
                  <a:fillRect/>
                </a:stretch>
              </p:blipFill>
              <p:spPr>
                <a:xfrm>
                  <a:off x="3566703" y="3863713"/>
                  <a:ext cx="5760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5" name="Ink 14">
                  <a:extLst>
                    <a:ext uri="{FF2B5EF4-FFF2-40B4-BE49-F238E27FC236}">
                      <a16:creationId xmlns:a16="http://schemas.microsoft.com/office/drawing/2014/main" id="{FDDA7C2D-7AB0-9AD7-6EE2-079928203BD9}"/>
                    </a:ext>
                  </a:extLst>
                </p14:cNvPr>
                <p14:cNvContentPartPr/>
                <p14:nvPr/>
              </p14:nvContentPartPr>
              <p14:xfrm>
                <a:off x="3583623" y="3870193"/>
                <a:ext cx="94680" cy="126720"/>
              </p14:xfrm>
            </p:contentPart>
          </mc:Choice>
          <mc:Fallback>
            <p:pic>
              <p:nvPicPr>
                <p:cNvPr id="15" name="Ink 14">
                  <a:extLst>
                    <a:ext uri="{FF2B5EF4-FFF2-40B4-BE49-F238E27FC236}">
                      <a16:creationId xmlns:a16="http://schemas.microsoft.com/office/drawing/2014/main" id="{FDDA7C2D-7AB0-9AD7-6EE2-079928203BD9}"/>
                    </a:ext>
                  </a:extLst>
                </p:cNvPr>
                <p:cNvPicPr/>
                <p:nvPr/>
              </p:nvPicPr>
              <p:blipFill>
                <a:blip r:embed="rId49"/>
                <a:stretch>
                  <a:fillRect/>
                </a:stretch>
              </p:blipFill>
              <p:spPr>
                <a:xfrm>
                  <a:off x="3565983" y="3852193"/>
                  <a:ext cx="13032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6" name="Ink 15">
                  <a:extLst>
                    <a:ext uri="{FF2B5EF4-FFF2-40B4-BE49-F238E27FC236}">
                      <a16:creationId xmlns:a16="http://schemas.microsoft.com/office/drawing/2014/main" id="{A4C31B28-1AB0-9838-753F-F3347602C3DE}"/>
                    </a:ext>
                  </a:extLst>
                </p14:cNvPr>
                <p14:cNvContentPartPr/>
                <p14:nvPr/>
              </p14:nvContentPartPr>
              <p14:xfrm>
                <a:off x="3763983" y="3878473"/>
                <a:ext cx="16200" cy="155520"/>
              </p14:xfrm>
            </p:contentPart>
          </mc:Choice>
          <mc:Fallback>
            <p:pic>
              <p:nvPicPr>
                <p:cNvPr id="16" name="Ink 15">
                  <a:extLst>
                    <a:ext uri="{FF2B5EF4-FFF2-40B4-BE49-F238E27FC236}">
                      <a16:creationId xmlns:a16="http://schemas.microsoft.com/office/drawing/2014/main" id="{A4C31B28-1AB0-9838-753F-F3347602C3DE}"/>
                    </a:ext>
                  </a:extLst>
                </p:cNvPr>
                <p:cNvPicPr/>
                <p:nvPr/>
              </p:nvPicPr>
              <p:blipFill>
                <a:blip r:embed="rId51"/>
                <a:stretch>
                  <a:fillRect/>
                </a:stretch>
              </p:blipFill>
              <p:spPr>
                <a:xfrm>
                  <a:off x="3745983" y="3860833"/>
                  <a:ext cx="51840" cy="1911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7" name="Ink 16">
                  <a:extLst>
                    <a:ext uri="{FF2B5EF4-FFF2-40B4-BE49-F238E27FC236}">
                      <a16:creationId xmlns:a16="http://schemas.microsoft.com/office/drawing/2014/main" id="{E6258ECF-63BF-6727-D2C8-16A1751294E8}"/>
                    </a:ext>
                  </a:extLst>
                </p14:cNvPr>
                <p14:cNvContentPartPr/>
                <p14:nvPr/>
              </p14:nvContentPartPr>
              <p14:xfrm>
                <a:off x="3847143" y="3848953"/>
                <a:ext cx="48600" cy="160920"/>
              </p14:xfrm>
            </p:contentPart>
          </mc:Choice>
          <mc:Fallback>
            <p:pic>
              <p:nvPicPr>
                <p:cNvPr id="17" name="Ink 16">
                  <a:extLst>
                    <a:ext uri="{FF2B5EF4-FFF2-40B4-BE49-F238E27FC236}">
                      <a16:creationId xmlns:a16="http://schemas.microsoft.com/office/drawing/2014/main" id="{E6258ECF-63BF-6727-D2C8-16A1751294E8}"/>
                    </a:ext>
                  </a:extLst>
                </p:cNvPr>
                <p:cNvPicPr/>
                <p:nvPr/>
              </p:nvPicPr>
              <p:blipFill>
                <a:blip r:embed="rId53"/>
                <a:stretch>
                  <a:fillRect/>
                </a:stretch>
              </p:blipFill>
              <p:spPr>
                <a:xfrm>
                  <a:off x="3829503" y="3831313"/>
                  <a:ext cx="8424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8" name="Ink 17">
                  <a:extLst>
                    <a:ext uri="{FF2B5EF4-FFF2-40B4-BE49-F238E27FC236}">
                      <a16:creationId xmlns:a16="http://schemas.microsoft.com/office/drawing/2014/main" id="{251556E3-DB5E-F7C5-DC9E-60A78B2ACBB1}"/>
                    </a:ext>
                  </a:extLst>
                </p14:cNvPr>
                <p14:cNvContentPartPr/>
                <p14:nvPr/>
              </p14:nvContentPartPr>
              <p14:xfrm>
                <a:off x="3827343" y="3912673"/>
                <a:ext cx="163080" cy="61200"/>
              </p14:xfrm>
            </p:contentPart>
          </mc:Choice>
          <mc:Fallback>
            <p:pic>
              <p:nvPicPr>
                <p:cNvPr id="18" name="Ink 17">
                  <a:extLst>
                    <a:ext uri="{FF2B5EF4-FFF2-40B4-BE49-F238E27FC236}">
                      <a16:creationId xmlns:a16="http://schemas.microsoft.com/office/drawing/2014/main" id="{251556E3-DB5E-F7C5-DC9E-60A78B2ACBB1}"/>
                    </a:ext>
                  </a:extLst>
                </p:cNvPr>
                <p:cNvPicPr/>
                <p:nvPr/>
              </p:nvPicPr>
              <p:blipFill>
                <a:blip r:embed="rId55"/>
                <a:stretch>
                  <a:fillRect/>
                </a:stretch>
              </p:blipFill>
              <p:spPr>
                <a:xfrm>
                  <a:off x="3809343" y="3895033"/>
                  <a:ext cx="19872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19" name="Ink 18">
                  <a:extLst>
                    <a:ext uri="{FF2B5EF4-FFF2-40B4-BE49-F238E27FC236}">
                      <a16:creationId xmlns:a16="http://schemas.microsoft.com/office/drawing/2014/main" id="{5DF2AA8D-E6F0-810D-4887-7783796934D9}"/>
                    </a:ext>
                  </a:extLst>
                </p14:cNvPr>
                <p14:cNvContentPartPr/>
                <p14:nvPr/>
              </p14:nvContentPartPr>
              <p14:xfrm>
                <a:off x="4018143" y="3901153"/>
                <a:ext cx="82440" cy="133920"/>
              </p14:xfrm>
            </p:contentPart>
          </mc:Choice>
          <mc:Fallback>
            <p:pic>
              <p:nvPicPr>
                <p:cNvPr id="19" name="Ink 18">
                  <a:extLst>
                    <a:ext uri="{FF2B5EF4-FFF2-40B4-BE49-F238E27FC236}">
                      <a16:creationId xmlns:a16="http://schemas.microsoft.com/office/drawing/2014/main" id="{5DF2AA8D-E6F0-810D-4887-7783796934D9}"/>
                    </a:ext>
                  </a:extLst>
                </p:cNvPr>
                <p:cNvPicPr/>
                <p:nvPr/>
              </p:nvPicPr>
              <p:blipFill>
                <a:blip r:embed="rId57"/>
                <a:stretch>
                  <a:fillRect/>
                </a:stretch>
              </p:blipFill>
              <p:spPr>
                <a:xfrm>
                  <a:off x="4000503" y="3883153"/>
                  <a:ext cx="11808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20" name="Ink 19">
                  <a:extLst>
                    <a:ext uri="{FF2B5EF4-FFF2-40B4-BE49-F238E27FC236}">
                      <a16:creationId xmlns:a16="http://schemas.microsoft.com/office/drawing/2014/main" id="{1E402F0A-C41F-FB4F-18F3-56A36D47E5B6}"/>
                    </a:ext>
                  </a:extLst>
                </p14:cNvPr>
                <p14:cNvContentPartPr/>
                <p14:nvPr/>
              </p14:nvContentPartPr>
              <p14:xfrm>
                <a:off x="4017063" y="3941113"/>
                <a:ext cx="62640" cy="24840"/>
              </p14:xfrm>
            </p:contentPart>
          </mc:Choice>
          <mc:Fallback>
            <p:pic>
              <p:nvPicPr>
                <p:cNvPr id="20" name="Ink 19">
                  <a:extLst>
                    <a:ext uri="{FF2B5EF4-FFF2-40B4-BE49-F238E27FC236}">
                      <a16:creationId xmlns:a16="http://schemas.microsoft.com/office/drawing/2014/main" id="{1E402F0A-C41F-FB4F-18F3-56A36D47E5B6}"/>
                    </a:ext>
                  </a:extLst>
                </p:cNvPr>
                <p:cNvPicPr/>
                <p:nvPr/>
              </p:nvPicPr>
              <p:blipFill>
                <a:blip r:embed="rId59"/>
                <a:stretch>
                  <a:fillRect/>
                </a:stretch>
              </p:blipFill>
              <p:spPr>
                <a:xfrm>
                  <a:off x="3999423" y="3923113"/>
                  <a:ext cx="9828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22" name="Ink 21">
                  <a:extLst>
                    <a:ext uri="{FF2B5EF4-FFF2-40B4-BE49-F238E27FC236}">
                      <a16:creationId xmlns:a16="http://schemas.microsoft.com/office/drawing/2014/main" id="{C76287E8-AA79-2442-D779-91A96F040616}"/>
                    </a:ext>
                  </a:extLst>
                </p14:cNvPr>
                <p14:cNvContentPartPr/>
                <p14:nvPr/>
              </p14:nvContentPartPr>
              <p14:xfrm>
                <a:off x="5399463" y="3702073"/>
                <a:ext cx="27000" cy="219240"/>
              </p14:xfrm>
            </p:contentPart>
          </mc:Choice>
          <mc:Fallback>
            <p:pic>
              <p:nvPicPr>
                <p:cNvPr id="22" name="Ink 21">
                  <a:extLst>
                    <a:ext uri="{FF2B5EF4-FFF2-40B4-BE49-F238E27FC236}">
                      <a16:creationId xmlns:a16="http://schemas.microsoft.com/office/drawing/2014/main" id="{C76287E8-AA79-2442-D779-91A96F040616}"/>
                    </a:ext>
                  </a:extLst>
                </p:cNvPr>
                <p:cNvPicPr/>
                <p:nvPr/>
              </p:nvPicPr>
              <p:blipFill>
                <a:blip r:embed="rId61"/>
                <a:stretch>
                  <a:fillRect/>
                </a:stretch>
              </p:blipFill>
              <p:spPr>
                <a:xfrm>
                  <a:off x="5381463" y="3684073"/>
                  <a:ext cx="6264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23" name="Ink 22">
                  <a:extLst>
                    <a:ext uri="{FF2B5EF4-FFF2-40B4-BE49-F238E27FC236}">
                      <a16:creationId xmlns:a16="http://schemas.microsoft.com/office/drawing/2014/main" id="{DE996EE9-B124-8CC5-9F30-4F76613C7F90}"/>
                    </a:ext>
                  </a:extLst>
                </p14:cNvPr>
                <p14:cNvContentPartPr/>
                <p14:nvPr/>
              </p14:nvContentPartPr>
              <p14:xfrm>
                <a:off x="5499903" y="3684793"/>
                <a:ext cx="97560" cy="175680"/>
              </p14:xfrm>
            </p:contentPart>
          </mc:Choice>
          <mc:Fallback>
            <p:pic>
              <p:nvPicPr>
                <p:cNvPr id="23" name="Ink 22">
                  <a:extLst>
                    <a:ext uri="{FF2B5EF4-FFF2-40B4-BE49-F238E27FC236}">
                      <a16:creationId xmlns:a16="http://schemas.microsoft.com/office/drawing/2014/main" id="{DE996EE9-B124-8CC5-9F30-4F76613C7F90}"/>
                    </a:ext>
                  </a:extLst>
                </p:cNvPr>
                <p:cNvPicPr/>
                <p:nvPr/>
              </p:nvPicPr>
              <p:blipFill>
                <a:blip r:embed="rId63"/>
                <a:stretch>
                  <a:fillRect/>
                </a:stretch>
              </p:blipFill>
              <p:spPr>
                <a:xfrm>
                  <a:off x="5481903" y="3666793"/>
                  <a:ext cx="13320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24" name="Ink 23">
                  <a:extLst>
                    <a:ext uri="{FF2B5EF4-FFF2-40B4-BE49-F238E27FC236}">
                      <a16:creationId xmlns:a16="http://schemas.microsoft.com/office/drawing/2014/main" id="{E483A548-1FB8-A681-B455-ECC130E93731}"/>
                    </a:ext>
                  </a:extLst>
                </p14:cNvPr>
                <p14:cNvContentPartPr/>
                <p14:nvPr/>
              </p14:nvContentPartPr>
              <p14:xfrm>
                <a:off x="5707983" y="3636553"/>
                <a:ext cx="24120" cy="194400"/>
              </p14:xfrm>
            </p:contentPart>
          </mc:Choice>
          <mc:Fallback>
            <p:pic>
              <p:nvPicPr>
                <p:cNvPr id="24" name="Ink 23">
                  <a:extLst>
                    <a:ext uri="{FF2B5EF4-FFF2-40B4-BE49-F238E27FC236}">
                      <a16:creationId xmlns:a16="http://schemas.microsoft.com/office/drawing/2014/main" id="{E483A548-1FB8-A681-B455-ECC130E93731}"/>
                    </a:ext>
                  </a:extLst>
                </p:cNvPr>
                <p:cNvPicPr/>
                <p:nvPr/>
              </p:nvPicPr>
              <p:blipFill>
                <a:blip r:embed="rId65"/>
                <a:stretch>
                  <a:fillRect/>
                </a:stretch>
              </p:blipFill>
              <p:spPr>
                <a:xfrm>
                  <a:off x="5690343" y="3618553"/>
                  <a:ext cx="5976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25" name="Ink 24">
                  <a:extLst>
                    <a:ext uri="{FF2B5EF4-FFF2-40B4-BE49-F238E27FC236}">
                      <a16:creationId xmlns:a16="http://schemas.microsoft.com/office/drawing/2014/main" id="{17DABC54-0E5A-736A-2451-E2A37776A644}"/>
                    </a:ext>
                  </a:extLst>
                </p14:cNvPr>
                <p14:cNvContentPartPr/>
                <p14:nvPr/>
              </p14:nvContentPartPr>
              <p14:xfrm>
                <a:off x="5880063" y="3692713"/>
                <a:ext cx="24480" cy="180000"/>
              </p14:xfrm>
            </p:contentPart>
          </mc:Choice>
          <mc:Fallback>
            <p:pic>
              <p:nvPicPr>
                <p:cNvPr id="25" name="Ink 24">
                  <a:extLst>
                    <a:ext uri="{FF2B5EF4-FFF2-40B4-BE49-F238E27FC236}">
                      <a16:creationId xmlns:a16="http://schemas.microsoft.com/office/drawing/2014/main" id="{17DABC54-0E5A-736A-2451-E2A37776A644}"/>
                    </a:ext>
                  </a:extLst>
                </p:cNvPr>
                <p:cNvPicPr/>
                <p:nvPr/>
              </p:nvPicPr>
              <p:blipFill>
                <a:blip r:embed="rId67"/>
                <a:stretch>
                  <a:fillRect/>
                </a:stretch>
              </p:blipFill>
              <p:spPr>
                <a:xfrm>
                  <a:off x="5862063" y="3674713"/>
                  <a:ext cx="6012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6" name="Ink 25">
                  <a:extLst>
                    <a:ext uri="{FF2B5EF4-FFF2-40B4-BE49-F238E27FC236}">
                      <a16:creationId xmlns:a16="http://schemas.microsoft.com/office/drawing/2014/main" id="{5CA927B7-CEF3-2077-59E4-12727E98CBE6}"/>
                    </a:ext>
                  </a:extLst>
                </p14:cNvPr>
                <p14:cNvContentPartPr/>
                <p14:nvPr/>
              </p14:nvContentPartPr>
              <p14:xfrm>
                <a:off x="5924343" y="3672913"/>
                <a:ext cx="147600" cy="160920"/>
              </p14:xfrm>
            </p:contentPart>
          </mc:Choice>
          <mc:Fallback>
            <p:pic>
              <p:nvPicPr>
                <p:cNvPr id="26" name="Ink 25">
                  <a:extLst>
                    <a:ext uri="{FF2B5EF4-FFF2-40B4-BE49-F238E27FC236}">
                      <a16:creationId xmlns:a16="http://schemas.microsoft.com/office/drawing/2014/main" id="{5CA927B7-CEF3-2077-59E4-12727E98CBE6}"/>
                    </a:ext>
                  </a:extLst>
                </p:cNvPr>
                <p:cNvPicPr/>
                <p:nvPr/>
              </p:nvPicPr>
              <p:blipFill>
                <a:blip r:embed="rId69"/>
                <a:stretch>
                  <a:fillRect/>
                </a:stretch>
              </p:blipFill>
              <p:spPr>
                <a:xfrm>
                  <a:off x="5906703" y="3655273"/>
                  <a:ext cx="18324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27" name="Ink 26">
                  <a:extLst>
                    <a:ext uri="{FF2B5EF4-FFF2-40B4-BE49-F238E27FC236}">
                      <a16:creationId xmlns:a16="http://schemas.microsoft.com/office/drawing/2014/main" id="{E13162D0-D133-BFE9-5477-3C5E1880294F}"/>
                    </a:ext>
                  </a:extLst>
                </p14:cNvPr>
                <p14:cNvContentPartPr/>
                <p14:nvPr/>
              </p14:nvContentPartPr>
              <p14:xfrm>
                <a:off x="6129903" y="3664633"/>
                <a:ext cx="29880" cy="124200"/>
              </p14:xfrm>
            </p:contentPart>
          </mc:Choice>
          <mc:Fallback>
            <p:pic>
              <p:nvPicPr>
                <p:cNvPr id="27" name="Ink 26">
                  <a:extLst>
                    <a:ext uri="{FF2B5EF4-FFF2-40B4-BE49-F238E27FC236}">
                      <a16:creationId xmlns:a16="http://schemas.microsoft.com/office/drawing/2014/main" id="{E13162D0-D133-BFE9-5477-3C5E1880294F}"/>
                    </a:ext>
                  </a:extLst>
                </p:cNvPr>
                <p:cNvPicPr/>
                <p:nvPr/>
              </p:nvPicPr>
              <p:blipFill>
                <a:blip r:embed="rId71"/>
                <a:stretch>
                  <a:fillRect/>
                </a:stretch>
              </p:blipFill>
              <p:spPr>
                <a:xfrm>
                  <a:off x="6111903" y="3646993"/>
                  <a:ext cx="6552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28" name="Ink 27">
                  <a:extLst>
                    <a:ext uri="{FF2B5EF4-FFF2-40B4-BE49-F238E27FC236}">
                      <a16:creationId xmlns:a16="http://schemas.microsoft.com/office/drawing/2014/main" id="{88465492-CB0B-34DD-9408-2E2B576A2042}"/>
                    </a:ext>
                  </a:extLst>
                </p14:cNvPr>
                <p14:cNvContentPartPr/>
                <p14:nvPr/>
              </p14:nvContentPartPr>
              <p14:xfrm>
                <a:off x="6242583" y="3631513"/>
                <a:ext cx="45000" cy="132120"/>
              </p14:xfrm>
            </p:contentPart>
          </mc:Choice>
          <mc:Fallback>
            <p:pic>
              <p:nvPicPr>
                <p:cNvPr id="28" name="Ink 27">
                  <a:extLst>
                    <a:ext uri="{FF2B5EF4-FFF2-40B4-BE49-F238E27FC236}">
                      <a16:creationId xmlns:a16="http://schemas.microsoft.com/office/drawing/2014/main" id="{88465492-CB0B-34DD-9408-2E2B576A2042}"/>
                    </a:ext>
                  </a:extLst>
                </p:cNvPr>
                <p:cNvPicPr/>
                <p:nvPr/>
              </p:nvPicPr>
              <p:blipFill>
                <a:blip r:embed="rId73"/>
                <a:stretch>
                  <a:fillRect/>
                </a:stretch>
              </p:blipFill>
              <p:spPr>
                <a:xfrm>
                  <a:off x="6224583" y="3613513"/>
                  <a:ext cx="8064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29" name="Ink 28">
                  <a:extLst>
                    <a:ext uri="{FF2B5EF4-FFF2-40B4-BE49-F238E27FC236}">
                      <a16:creationId xmlns:a16="http://schemas.microsoft.com/office/drawing/2014/main" id="{9E678751-C958-8617-9CD3-B30E6D40D8C4}"/>
                    </a:ext>
                  </a:extLst>
                </p14:cNvPr>
                <p14:cNvContentPartPr/>
                <p14:nvPr/>
              </p14:nvContentPartPr>
              <p14:xfrm>
                <a:off x="6198303" y="3690553"/>
                <a:ext cx="86400" cy="55080"/>
              </p14:xfrm>
            </p:contentPart>
          </mc:Choice>
          <mc:Fallback>
            <p:pic>
              <p:nvPicPr>
                <p:cNvPr id="29" name="Ink 28">
                  <a:extLst>
                    <a:ext uri="{FF2B5EF4-FFF2-40B4-BE49-F238E27FC236}">
                      <a16:creationId xmlns:a16="http://schemas.microsoft.com/office/drawing/2014/main" id="{9E678751-C958-8617-9CD3-B30E6D40D8C4}"/>
                    </a:ext>
                  </a:extLst>
                </p:cNvPr>
                <p:cNvPicPr/>
                <p:nvPr/>
              </p:nvPicPr>
              <p:blipFill>
                <a:blip r:embed="rId75"/>
                <a:stretch>
                  <a:fillRect/>
                </a:stretch>
              </p:blipFill>
              <p:spPr>
                <a:xfrm>
                  <a:off x="6180303" y="3672553"/>
                  <a:ext cx="12204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30" name="Ink 29">
                  <a:extLst>
                    <a:ext uri="{FF2B5EF4-FFF2-40B4-BE49-F238E27FC236}">
                      <a16:creationId xmlns:a16="http://schemas.microsoft.com/office/drawing/2014/main" id="{E2431854-B703-F3EB-AAF9-EF4A13395BCC}"/>
                    </a:ext>
                  </a:extLst>
                </p14:cNvPr>
                <p14:cNvContentPartPr/>
                <p14:nvPr/>
              </p14:nvContentPartPr>
              <p14:xfrm>
                <a:off x="6398823" y="3635113"/>
                <a:ext cx="41040" cy="136440"/>
              </p14:xfrm>
            </p:contentPart>
          </mc:Choice>
          <mc:Fallback>
            <p:pic>
              <p:nvPicPr>
                <p:cNvPr id="30" name="Ink 29">
                  <a:extLst>
                    <a:ext uri="{FF2B5EF4-FFF2-40B4-BE49-F238E27FC236}">
                      <a16:creationId xmlns:a16="http://schemas.microsoft.com/office/drawing/2014/main" id="{E2431854-B703-F3EB-AAF9-EF4A13395BCC}"/>
                    </a:ext>
                  </a:extLst>
                </p:cNvPr>
                <p:cNvPicPr/>
                <p:nvPr/>
              </p:nvPicPr>
              <p:blipFill>
                <a:blip r:embed="rId77"/>
                <a:stretch>
                  <a:fillRect/>
                </a:stretch>
              </p:blipFill>
              <p:spPr>
                <a:xfrm>
                  <a:off x="6380823" y="3617113"/>
                  <a:ext cx="7668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31" name="Ink 30">
                  <a:extLst>
                    <a:ext uri="{FF2B5EF4-FFF2-40B4-BE49-F238E27FC236}">
                      <a16:creationId xmlns:a16="http://schemas.microsoft.com/office/drawing/2014/main" id="{5A6F8EE0-B57A-EC76-2B66-66751362F33E}"/>
                    </a:ext>
                  </a:extLst>
                </p14:cNvPr>
                <p14:cNvContentPartPr/>
                <p14:nvPr/>
              </p14:nvContentPartPr>
              <p14:xfrm>
                <a:off x="6341943" y="3693793"/>
                <a:ext cx="121320" cy="37440"/>
              </p14:xfrm>
            </p:contentPart>
          </mc:Choice>
          <mc:Fallback>
            <p:pic>
              <p:nvPicPr>
                <p:cNvPr id="31" name="Ink 30">
                  <a:extLst>
                    <a:ext uri="{FF2B5EF4-FFF2-40B4-BE49-F238E27FC236}">
                      <a16:creationId xmlns:a16="http://schemas.microsoft.com/office/drawing/2014/main" id="{5A6F8EE0-B57A-EC76-2B66-66751362F33E}"/>
                    </a:ext>
                  </a:extLst>
                </p:cNvPr>
                <p:cNvPicPr/>
                <p:nvPr/>
              </p:nvPicPr>
              <p:blipFill>
                <a:blip r:embed="rId79"/>
                <a:stretch>
                  <a:fillRect/>
                </a:stretch>
              </p:blipFill>
              <p:spPr>
                <a:xfrm>
                  <a:off x="6324303" y="3675793"/>
                  <a:ext cx="156960" cy="730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67" name="Ink 66">
                  <a:extLst>
                    <a:ext uri="{FF2B5EF4-FFF2-40B4-BE49-F238E27FC236}">
                      <a16:creationId xmlns:a16="http://schemas.microsoft.com/office/drawing/2014/main" id="{CAC95BA6-16B6-6A2D-66C9-A91127C384FE}"/>
                    </a:ext>
                  </a:extLst>
                </p14:cNvPr>
                <p14:cNvContentPartPr/>
                <p14:nvPr/>
              </p14:nvContentPartPr>
              <p14:xfrm>
                <a:off x="4418103" y="4343233"/>
                <a:ext cx="54720" cy="271800"/>
              </p14:xfrm>
            </p:contentPart>
          </mc:Choice>
          <mc:Fallback>
            <p:pic>
              <p:nvPicPr>
                <p:cNvPr id="67" name="Ink 66">
                  <a:extLst>
                    <a:ext uri="{FF2B5EF4-FFF2-40B4-BE49-F238E27FC236}">
                      <a16:creationId xmlns:a16="http://schemas.microsoft.com/office/drawing/2014/main" id="{CAC95BA6-16B6-6A2D-66C9-A91127C384FE}"/>
                    </a:ext>
                  </a:extLst>
                </p:cNvPr>
                <p:cNvPicPr/>
                <p:nvPr/>
              </p:nvPicPr>
              <p:blipFill>
                <a:blip r:embed="rId81"/>
                <a:stretch>
                  <a:fillRect/>
                </a:stretch>
              </p:blipFill>
              <p:spPr>
                <a:xfrm>
                  <a:off x="4400103" y="4325593"/>
                  <a:ext cx="90360" cy="3074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68" name="Ink 67">
                  <a:extLst>
                    <a:ext uri="{FF2B5EF4-FFF2-40B4-BE49-F238E27FC236}">
                      <a16:creationId xmlns:a16="http://schemas.microsoft.com/office/drawing/2014/main" id="{B114A9CD-2879-E87C-6C51-988A3800E6D8}"/>
                    </a:ext>
                  </a:extLst>
                </p14:cNvPr>
                <p14:cNvContentPartPr/>
                <p14:nvPr/>
              </p14:nvContentPartPr>
              <p14:xfrm>
                <a:off x="4337823" y="4458073"/>
                <a:ext cx="127800" cy="37440"/>
              </p14:xfrm>
            </p:contentPart>
          </mc:Choice>
          <mc:Fallback>
            <p:pic>
              <p:nvPicPr>
                <p:cNvPr id="68" name="Ink 67">
                  <a:extLst>
                    <a:ext uri="{FF2B5EF4-FFF2-40B4-BE49-F238E27FC236}">
                      <a16:creationId xmlns:a16="http://schemas.microsoft.com/office/drawing/2014/main" id="{B114A9CD-2879-E87C-6C51-988A3800E6D8}"/>
                    </a:ext>
                  </a:extLst>
                </p:cNvPr>
                <p:cNvPicPr/>
                <p:nvPr/>
              </p:nvPicPr>
              <p:blipFill>
                <a:blip r:embed="rId83"/>
                <a:stretch>
                  <a:fillRect/>
                </a:stretch>
              </p:blipFill>
              <p:spPr>
                <a:xfrm>
                  <a:off x="4319823" y="4440073"/>
                  <a:ext cx="163440" cy="730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69" name="Ink 68">
                  <a:extLst>
                    <a:ext uri="{FF2B5EF4-FFF2-40B4-BE49-F238E27FC236}">
                      <a16:creationId xmlns:a16="http://schemas.microsoft.com/office/drawing/2014/main" id="{557DAA65-DC5D-F60D-AC4D-0BFA444FDEA5}"/>
                    </a:ext>
                  </a:extLst>
                </p14:cNvPr>
                <p14:cNvContentPartPr/>
                <p14:nvPr/>
              </p14:nvContentPartPr>
              <p14:xfrm>
                <a:off x="4534743" y="4444753"/>
                <a:ext cx="95760" cy="107640"/>
              </p14:xfrm>
            </p:contentPart>
          </mc:Choice>
          <mc:Fallback>
            <p:pic>
              <p:nvPicPr>
                <p:cNvPr id="69" name="Ink 68">
                  <a:extLst>
                    <a:ext uri="{FF2B5EF4-FFF2-40B4-BE49-F238E27FC236}">
                      <a16:creationId xmlns:a16="http://schemas.microsoft.com/office/drawing/2014/main" id="{557DAA65-DC5D-F60D-AC4D-0BFA444FDEA5}"/>
                    </a:ext>
                  </a:extLst>
                </p:cNvPr>
                <p:cNvPicPr/>
                <p:nvPr/>
              </p:nvPicPr>
              <p:blipFill>
                <a:blip r:embed="rId85"/>
                <a:stretch>
                  <a:fillRect/>
                </a:stretch>
              </p:blipFill>
              <p:spPr>
                <a:xfrm>
                  <a:off x="4517103" y="4426753"/>
                  <a:ext cx="13140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70" name="Ink 69">
                  <a:extLst>
                    <a:ext uri="{FF2B5EF4-FFF2-40B4-BE49-F238E27FC236}">
                      <a16:creationId xmlns:a16="http://schemas.microsoft.com/office/drawing/2014/main" id="{C1490D1C-9F39-48B4-5BA7-96B6B72AF62A}"/>
                    </a:ext>
                  </a:extLst>
                </p14:cNvPr>
                <p14:cNvContentPartPr/>
                <p14:nvPr/>
              </p14:nvContentPartPr>
              <p14:xfrm>
                <a:off x="4652823" y="4433233"/>
                <a:ext cx="121320" cy="129960"/>
              </p14:xfrm>
            </p:contentPart>
          </mc:Choice>
          <mc:Fallback>
            <p:pic>
              <p:nvPicPr>
                <p:cNvPr id="70" name="Ink 69">
                  <a:extLst>
                    <a:ext uri="{FF2B5EF4-FFF2-40B4-BE49-F238E27FC236}">
                      <a16:creationId xmlns:a16="http://schemas.microsoft.com/office/drawing/2014/main" id="{C1490D1C-9F39-48B4-5BA7-96B6B72AF62A}"/>
                    </a:ext>
                  </a:extLst>
                </p:cNvPr>
                <p:cNvPicPr/>
                <p:nvPr/>
              </p:nvPicPr>
              <p:blipFill>
                <a:blip r:embed="rId87"/>
                <a:stretch>
                  <a:fillRect/>
                </a:stretch>
              </p:blipFill>
              <p:spPr>
                <a:xfrm>
                  <a:off x="4635183" y="4415593"/>
                  <a:ext cx="15696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71" name="Ink 70">
                  <a:extLst>
                    <a:ext uri="{FF2B5EF4-FFF2-40B4-BE49-F238E27FC236}">
                      <a16:creationId xmlns:a16="http://schemas.microsoft.com/office/drawing/2014/main" id="{925DEAFC-0F24-0650-B2A2-7B9C43D8E285}"/>
                    </a:ext>
                  </a:extLst>
                </p14:cNvPr>
                <p14:cNvContentPartPr/>
                <p14:nvPr/>
              </p14:nvContentPartPr>
              <p14:xfrm>
                <a:off x="4827783" y="4420993"/>
                <a:ext cx="166680" cy="203400"/>
              </p14:xfrm>
            </p:contentPart>
          </mc:Choice>
          <mc:Fallback>
            <p:pic>
              <p:nvPicPr>
                <p:cNvPr id="71" name="Ink 70">
                  <a:extLst>
                    <a:ext uri="{FF2B5EF4-FFF2-40B4-BE49-F238E27FC236}">
                      <a16:creationId xmlns:a16="http://schemas.microsoft.com/office/drawing/2014/main" id="{925DEAFC-0F24-0650-B2A2-7B9C43D8E285}"/>
                    </a:ext>
                  </a:extLst>
                </p:cNvPr>
                <p:cNvPicPr/>
                <p:nvPr/>
              </p:nvPicPr>
              <p:blipFill>
                <a:blip r:embed="rId89"/>
                <a:stretch>
                  <a:fillRect/>
                </a:stretch>
              </p:blipFill>
              <p:spPr>
                <a:xfrm>
                  <a:off x="4809783" y="4402993"/>
                  <a:ext cx="20232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73" name="Ink 72">
                  <a:extLst>
                    <a:ext uri="{FF2B5EF4-FFF2-40B4-BE49-F238E27FC236}">
                      <a16:creationId xmlns:a16="http://schemas.microsoft.com/office/drawing/2014/main" id="{FA3DF20E-E8C8-9D8A-0707-40FEB0D18BE7}"/>
                    </a:ext>
                  </a:extLst>
                </p14:cNvPr>
                <p14:cNvContentPartPr/>
                <p14:nvPr/>
              </p14:nvContentPartPr>
              <p14:xfrm>
                <a:off x="3796023" y="4469593"/>
                <a:ext cx="274320" cy="205200"/>
              </p14:xfrm>
            </p:contentPart>
          </mc:Choice>
          <mc:Fallback>
            <p:pic>
              <p:nvPicPr>
                <p:cNvPr id="73" name="Ink 72">
                  <a:extLst>
                    <a:ext uri="{FF2B5EF4-FFF2-40B4-BE49-F238E27FC236}">
                      <a16:creationId xmlns:a16="http://schemas.microsoft.com/office/drawing/2014/main" id="{FA3DF20E-E8C8-9D8A-0707-40FEB0D18BE7}"/>
                    </a:ext>
                  </a:extLst>
                </p:cNvPr>
                <p:cNvPicPr/>
                <p:nvPr/>
              </p:nvPicPr>
              <p:blipFill>
                <a:blip r:embed="rId91"/>
                <a:stretch>
                  <a:fillRect/>
                </a:stretch>
              </p:blipFill>
              <p:spPr>
                <a:xfrm>
                  <a:off x="3778023" y="4451953"/>
                  <a:ext cx="30996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74" name="Ink 73">
                  <a:extLst>
                    <a:ext uri="{FF2B5EF4-FFF2-40B4-BE49-F238E27FC236}">
                      <a16:creationId xmlns:a16="http://schemas.microsoft.com/office/drawing/2014/main" id="{5C01964A-ADF0-2A91-9E5D-ABA1B7BCFE15}"/>
                    </a:ext>
                  </a:extLst>
                </p14:cNvPr>
                <p14:cNvContentPartPr/>
                <p14:nvPr/>
              </p14:nvContentPartPr>
              <p14:xfrm>
                <a:off x="3833823" y="4379593"/>
                <a:ext cx="229680" cy="371880"/>
              </p14:xfrm>
            </p:contentPart>
          </mc:Choice>
          <mc:Fallback>
            <p:pic>
              <p:nvPicPr>
                <p:cNvPr id="74" name="Ink 73">
                  <a:extLst>
                    <a:ext uri="{FF2B5EF4-FFF2-40B4-BE49-F238E27FC236}">
                      <a16:creationId xmlns:a16="http://schemas.microsoft.com/office/drawing/2014/main" id="{5C01964A-ADF0-2A91-9E5D-ABA1B7BCFE15}"/>
                    </a:ext>
                  </a:extLst>
                </p:cNvPr>
                <p:cNvPicPr/>
                <p:nvPr/>
              </p:nvPicPr>
              <p:blipFill>
                <a:blip r:embed="rId93"/>
                <a:stretch>
                  <a:fillRect/>
                </a:stretch>
              </p:blipFill>
              <p:spPr>
                <a:xfrm>
                  <a:off x="3815823" y="4361953"/>
                  <a:ext cx="265320" cy="4075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75" name="Ink 74">
                  <a:extLst>
                    <a:ext uri="{FF2B5EF4-FFF2-40B4-BE49-F238E27FC236}">
                      <a16:creationId xmlns:a16="http://schemas.microsoft.com/office/drawing/2014/main" id="{D4B9A74F-DAB9-52F5-6316-132FB60DB7CE}"/>
                    </a:ext>
                  </a:extLst>
                </p14:cNvPr>
                <p14:cNvContentPartPr/>
                <p14:nvPr/>
              </p14:nvContentPartPr>
              <p14:xfrm>
                <a:off x="4138383" y="4217953"/>
                <a:ext cx="294480" cy="536400"/>
              </p14:xfrm>
            </p:contentPart>
          </mc:Choice>
          <mc:Fallback>
            <p:pic>
              <p:nvPicPr>
                <p:cNvPr id="75" name="Ink 74">
                  <a:extLst>
                    <a:ext uri="{FF2B5EF4-FFF2-40B4-BE49-F238E27FC236}">
                      <a16:creationId xmlns:a16="http://schemas.microsoft.com/office/drawing/2014/main" id="{D4B9A74F-DAB9-52F5-6316-132FB60DB7CE}"/>
                    </a:ext>
                  </a:extLst>
                </p:cNvPr>
                <p:cNvPicPr/>
                <p:nvPr/>
              </p:nvPicPr>
              <p:blipFill>
                <a:blip r:embed="rId95"/>
                <a:stretch>
                  <a:fillRect/>
                </a:stretch>
              </p:blipFill>
              <p:spPr>
                <a:xfrm>
                  <a:off x="4120383" y="4199953"/>
                  <a:ext cx="330120" cy="5720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76" name="Ink 75">
                  <a:extLst>
                    <a:ext uri="{FF2B5EF4-FFF2-40B4-BE49-F238E27FC236}">
                      <a16:creationId xmlns:a16="http://schemas.microsoft.com/office/drawing/2014/main" id="{123DFD57-75E4-4915-CA5C-092ADFDE9017}"/>
                    </a:ext>
                  </a:extLst>
                </p14:cNvPr>
                <p14:cNvContentPartPr/>
                <p14:nvPr/>
              </p14:nvContentPartPr>
              <p14:xfrm>
                <a:off x="5207223" y="4315513"/>
                <a:ext cx="117720" cy="450360"/>
              </p14:xfrm>
            </p:contentPart>
          </mc:Choice>
          <mc:Fallback>
            <p:pic>
              <p:nvPicPr>
                <p:cNvPr id="76" name="Ink 75">
                  <a:extLst>
                    <a:ext uri="{FF2B5EF4-FFF2-40B4-BE49-F238E27FC236}">
                      <a16:creationId xmlns:a16="http://schemas.microsoft.com/office/drawing/2014/main" id="{123DFD57-75E4-4915-CA5C-092ADFDE9017}"/>
                    </a:ext>
                  </a:extLst>
                </p:cNvPr>
                <p:cNvPicPr/>
                <p:nvPr/>
              </p:nvPicPr>
              <p:blipFill>
                <a:blip r:embed="rId97"/>
                <a:stretch>
                  <a:fillRect/>
                </a:stretch>
              </p:blipFill>
              <p:spPr>
                <a:xfrm>
                  <a:off x="5189223" y="4297873"/>
                  <a:ext cx="153360" cy="486000"/>
                </a:xfrm>
                <a:prstGeom prst="rect">
                  <a:avLst/>
                </a:prstGeom>
              </p:spPr>
            </p:pic>
          </mc:Fallback>
        </mc:AlternateContent>
      </p:grpSp>
      <p:grpSp>
        <p:nvGrpSpPr>
          <p:cNvPr id="82" name="Group 81">
            <a:extLst>
              <a:ext uri="{FF2B5EF4-FFF2-40B4-BE49-F238E27FC236}">
                <a16:creationId xmlns:a16="http://schemas.microsoft.com/office/drawing/2014/main" id="{E7730662-FEAA-9B99-D307-B10C98975E08}"/>
              </a:ext>
            </a:extLst>
          </p:cNvPr>
          <p:cNvGrpSpPr/>
          <p:nvPr/>
        </p:nvGrpSpPr>
        <p:grpSpPr>
          <a:xfrm>
            <a:off x="332103" y="1435873"/>
            <a:ext cx="1244160" cy="1672200"/>
            <a:chOff x="332103" y="1435873"/>
            <a:chExt cx="1244160" cy="1672200"/>
          </a:xfrm>
        </p:grpSpPr>
        <mc:AlternateContent xmlns:mc="http://schemas.openxmlformats.org/markup-compatibility/2006">
          <mc:Choice xmlns:p14="http://schemas.microsoft.com/office/powerpoint/2010/main" Requires="p14">
            <p:contentPart p14:bwMode="auto" r:id="rId98">
              <p14:nvContentPartPr>
                <p14:cNvPr id="50" name="Ink 49">
                  <a:extLst>
                    <a:ext uri="{FF2B5EF4-FFF2-40B4-BE49-F238E27FC236}">
                      <a16:creationId xmlns:a16="http://schemas.microsoft.com/office/drawing/2014/main" id="{264D1100-D813-E740-7C88-D8AEFBE034E2}"/>
                    </a:ext>
                  </a:extLst>
                </p14:cNvPr>
                <p14:cNvContentPartPr/>
                <p14:nvPr/>
              </p14:nvContentPartPr>
              <p14:xfrm>
                <a:off x="339303" y="2396713"/>
                <a:ext cx="56520" cy="234720"/>
              </p14:xfrm>
            </p:contentPart>
          </mc:Choice>
          <mc:Fallback>
            <p:pic>
              <p:nvPicPr>
                <p:cNvPr id="50" name="Ink 49">
                  <a:extLst>
                    <a:ext uri="{FF2B5EF4-FFF2-40B4-BE49-F238E27FC236}">
                      <a16:creationId xmlns:a16="http://schemas.microsoft.com/office/drawing/2014/main" id="{264D1100-D813-E740-7C88-D8AEFBE034E2}"/>
                    </a:ext>
                  </a:extLst>
                </p:cNvPr>
                <p:cNvPicPr/>
                <p:nvPr/>
              </p:nvPicPr>
              <p:blipFill>
                <a:blip r:embed="rId99"/>
                <a:stretch>
                  <a:fillRect/>
                </a:stretch>
              </p:blipFill>
              <p:spPr>
                <a:xfrm>
                  <a:off x="321663" y="2378713"/>
                  <a:ext cx="9216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1" name="Ink 50">
                  <a:extLst>
                    <a:ext uri="{FF2B5EF4-FFF2-40B4-BE49-F238E27FC236}">
                      <a16:creationId xmlns:a16="http://schemas.microsoft.com/office/drawing/2014/main" id="{0AE13B14-6338-1CDD-B300-8BE0EC1C70C2}"/>
                    </a:ext>
                  </a:extLst>
                </p14:cNvPr>
                <p14:cNvContentPartPr/>
                <p14:nvPr/>
              </p14:nvContentPartPr>
              <p14:xfrm>
                <a:off x="332103" y="2366473"/>
                <a:ext cx="72000" cy="31680"/>
              </p14:xfrm>
            </p:contentPart>
          </mc:Choice>
          <mc:Fallback>
            <p:pic>
              <p:nvPicPr>
                <p:cNvPr id="51" name="Ink 50">
                  <a:extLst>
                    <a:ext uri="{FF2B5EF4-FFF2-40B4-BE49-F238E27FC236}">
                      <a16:creationId xmlns:a16="http://schemas.microsoft.com/office/drawing/2014/main" id="{0AE13B14-6338-1CDD-B300-8BE0EC1C70C2}"/>
                    </a:ext>
                  </a:extLst>
                </p:cNvPr>
                <p:cNvPicPr/>
                <p:nvPr/>
              </p:nvPicPr>
              <p:blipFill>
                <a:blip r:embed="rId101"/>
                <a:stretch>
                  <a:fillRect/>
                </a:stretch>
              </p:blipFill>
              <p:spPr>
                <a:xfrm>
                  <a:off x="314463" y="2348473"/>
                  <a:ext cx="10764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52" name="Ink 51">
                  <a:extLst>
                    <a:ext uri="{FF2B5EF4-FFF2-40B4-BE49-F238E27FC236}">
                      <a16:creationId xmlns:a16="http://schemas.microsoft.com/office/drawing/2014/main" id="{716E280A-4C90-2CE9-C545-71EC395263DE}"/>
                    </a:ext>
                  </a:extLst>
                </p14:cNvPr>
                <p14:cNvContentPartPr/>
                <p14:nvPr/>
              </p14:nvContentPartPr>
              <p14:xfrm>
                <a:off x="354423" y="2561953"/>
                <a:ext cx="103680" cy="64440"/>
              </p14:xfrm>
            </p:contentPart>
          </mc:Choice>
          <mc:Fallback>
            <p:pic>
              <p:nvPicPr>
                <p:cNvPr id="52" name="Ink 51">
                  <a:extLst>
                    <a:ext uri="{FF2B5EF4-FFF2-40B4-BE49-F238E27FC236}">
                      <a16:creationId xmlns:a16="http://schemas.microsoft.com/office/drawing/2014/main" id="{716E280A-4C90-2CE9-C545-71EC395263DE}"/>
                    </a:ext>
                  </a:extLst>
                </p:cNvPr>
                <p:cNvPicPr/>
                <p:nvPr/>
              </p:nvPicPr>
              <p:blipFill>
                <a:blip r:embed="rId103"/>
                <a:stretch>
                  <a:fillRect/>
                </a:stretch>
              </p:blipFill>
              <p:spPr>
                <a:xfrm>
                  <a:off x="336423" y="2543953"/>
                  <a:ext cx="13932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54" name="Ink 53">
                  <a:extLst>
                    <a:ext uri="{FF2B5EF4-FFF2-40B4-BE49-F238E27FC236}">
                      <a16:creationId xmlns:a16="http://schemas.microsoft.com/office/drawing/2014/main" id="{FD8FED24-A19C-1755-0FC4-2160A10056A6}"/>
                    </a:ext>
                  </a:extLst>
                </p14:cNvPr>
                <p14:cNvContentPartPr/>
                <p14:nvPr/>
              </p14:nvContentPartPr>
              <p14:xfrm>
                <a:off x="520383" y="2466553"/>
                <a:ext cx="132480" cy="97560"/>
              </p14:xfrm>
            </p:contentPart>
          </mc:Choice>
          <mc:Fallback>
            <p:pic>
              <p:nvPicPr>
                <p:cNvPr id="54" name="Ink 53">
                  <a:extLst>
                    <a:ext uri="{FF2B5EF4-FFF2-40B4-BE49-F238E27FC236}">
                      <a16:creationId xmlns:a16="http://schemas.microsoft.com/office/drawing/2014/main" id="{FD8FED24-A19C-1755-0FC4-2160A10056A6}"/>
                    </a:ext>
                  </a:extLst>
                </p:cNvPr>
                <p:cNvPicPr/>
                <p:nvPr/>
              </p:nvPicPr>
              <p:blipFill>
                <a:blip r:embed="rId105"/>
                <a:stretch>
                  <a:fillRect/>
                </a:stretch>
              </p:blipFill>
              <p:spPr>
                <a:xfrm>
                  <a:off x="502383" y="2448553"/>
                  <a:ext cx="16812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55" name="Ink 54">
                  <a:extLst>
                    <a:ext uri="{FF2B5EF4-FFF2-40B4-BE49-F238E27FC236}">
                      <a16:creationId xmlns:a16="http://schemas.microsoft.com/office/drawing/2014/main" id="{EF27FD82-2FA2-886C-45D0-CFA459B7A736}"/>
                    </a:ext>
                  </a:extLst>
                </p14:cNvPr>
                <p14:cNvContentPartPr/>
                <p14:nvPr/>
              </p14:nvContentPartPr>
              <p14:xfrm>
                <a:off x="692463" y="2295193"/>
                <a:ext cx="54000" cy="210600"/>
              </p14:xfrm>
            </p:contentPart>
          </mc:Choice>
          <mc:Fallback>
            <p:pic>
              <p:nvPicPr>
                <p:cNvPr id="55" name="Ink 54">
                  <a:extLst>
                    <a:ext uri="{FF2B5EF4-FFF2-40B4-BE49-F238E27FC236}">
                      <a16:creationId xmlns:a16="http://schemas.microsoft.com/office/drawing/2014/main" id="{EF27FD82-2FA2-886C-45D0-CFA459B7A736}"/>
                    </a:ext>
                  </a:extLst>
                </p:cNvPr>
                <p:cNvPicPr/>
                <p:nvPr/>
              </p:nvPicPr>
              <p:blipFill>
                <a:blip r:embed="rId107"/>
                <a:stretch>
                  <a:fillRect/>
                </a:stretch>
              </p:blipFill>
              <p:spPr>
                <a:xfrm>
                  <a:off x="674463" y="2277193"/>
                  <a:ext cx="8964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56" name="Ink 55">
                  <a:extLst>
                    <a:ext uri="{FF2B5EF4-FFF2-40B4-BE49-F238E27FC236}">
                      <a16:creationId xmlns:a16="http://schemas.microsoft.com/office/drawing/2014/main" id="{FD5C98EE-785E-DF68-2988-C8042ACDDBAD}"/>
                    </a:ext>
                  </a:extLst>
                </p14:cNvPr>
                <p14:cNvContentPartPr/>
                <p14:nvPr/>
              </p14:nvContentPartPr>
              <p14:xfrm>
                <a:off x="674463" y="2379433"/>
                <a:ext cx="89280" cy="84240"/>
              </p14:xfrm>
            </p:contentPart>
          </mc:Choice>
          <mc:Fallback>
            <p:pic>
              <p:nvPicPr>
                <p:cNvPr id="56" name="Ink 55">
                  <a:extLst>
                    <a:ext uri="{FF2B5EF4-FFF2-40B4-BE49-F238E27FC236}">
                      <a16:creationId xmlns:a16="http://schemas.microsoft.com/office/drawing/2014/main" id="{FD5C98EE-785E-DF68-2988-C8042ACDDBAD}"/>
                    </a:ext>
                  </a:extLst>
                </p:cNvPr>
                <p:cNvPicPr/>
                <p:nvPr/>
              </p:nvPicPr>
              <p:blipFill>
                <a:blip r:embed="rId109"/>
                <a:stretch>
                  <a:fillRect/>
                </a:stretch>
              </p:blipFill>
              <p:spPr>
                <a:xfrm>
                  <a:off x="656823" y="2361793"/>
                  <a:ext cx="12492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57" name="Ink 56">
                  <a:extLst>
                    <a:ext uri="{FF2B5EF4-FFF2-40B4-BE49-F238E27FC236}">
                      <a16:creationId xmlns:a16="http://schemas.microsoft.com/office/drawing/2014/main" id="{FFF0F987-6DD8-84DE-AEB5-C84CC96730FE}"/>
                    </a:ext>
                  </a:extLst>
                </p14:cNvPr>
                <p14:cNvContentPartPr/>
                <p14:nvPr/>
              </p14:nvContentPartPr>
              <p14:xfrm>
                <a:off x="837543" y="2353513"/>
                <a:ext cx="181440" cy="113040"/>
              </p14:xfrm>
            </p:contentPart>
          </mc:Choice>
          <mc:Fallback>
            <p:pic>
              <p:nvPicPr>
                <p:cNvPr id="57" name="Ink 56">
                  <a:extLst>
                    <a:ext uri="{FF2B5EF4-FFF2-40B4-BE49-F238E27FC236}">
                      <a16:creationId xmlns:a16="http://schemas.microsoft.com/office/drawing/2014/main" id="{FFF0F987-6DD8-84DE-AEB5-C84CC96730FE}"/>
                    </a:ext>
                  </a:extLst>
                </p:cNvPr>
                <p:cNvPicPr/>
                <p:nvPr/>
              </p:nvPicPr>
              <p:blipFill>
                <a:blip r:embed="rId111"/>
                <a:stretch>
                  <a:fillRect/>
                </a:stretch>
              </p:blipFill>
              <p:spPr>
                <a:xfrm>
                  <a:off x="819543" y="2335513"/>
                  <a:ext cx="21708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58" name="Ink 57">
                  <a:extLst>
                    <a:ext uri="{FF2B5EF4-FFF2-40B4-BE49-F238E27FC236}">
                      <a16:creationId xmlns:a16="http://schemas.microsoft.com/office/drawing/2014/main" id="{E5BD35FB-B868-72D8-08FC-809AADBDCC38}"/>
                    </a:ext>
                  </a:extLst>
                </p14:cNvPr>
                <p14:cNvContentPartPr/>
                <p14:nvPr/>
              </p14:nvContentPartPr>
              <p14:xfrm>
                <a:off x="1071903" y="2294473"/>
                <a:ext cx="87480" cy="92520"/>
              </p14:xfrm>
            </p:contentPart>
          </mc:Choice>
          <mc:Fallback>
            <p:pic>
              <p:nvPicPr>
                <p:cNvPr id="58" name="Ink 57">
                  <a:extLst>
                    <a:ext uri="{FF2B5EF4-FFF2-40B4-BE49-F238E27FC236}">
                      <a16:creationId xmlns:a16="http://schemas.microsoft.com/office/drawing/2014/main" id="{E5BD35FB-B868-72D8-08FC-809AADBDCC38}"/>
                    </a:ext>
                  </a:extLst>
                </p:cNvPr>
                <p:cNvPicPr/>
                <p:nvPr/>
              </p:nvPicPr>
              <p:blipFill>
                <a:blip r:embed="rId113"/>
                <a:stretch>
                  <a:fillRect/>
                </a:stretch>
              </p:blipFill>
              <p:spPr>
                <a:xfrm>
                  <a:off x="1053903" y="2276473"/>
                  <a:ext cx="12312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59" name="Ink 58">
                  <a:extLst>
                    <a:ext uri="{FF2B5EF4-FFF2-40B4-BE49-F238E27FC236}">
                      <a16:creationId xmlns:a16="http://schemas.microsoft.com/office/drawing/2014/main" id="{4E8CF2AE-7546-BA8A-3E02-9D75AF5055B2}"/>
                    </a:ext>
                  </a:extLst>
                </p14:cNvPr>
                <p14:cNvContentPartPr/>
                <p14:nvPr/>
              </p14:nvContentPartPr>
              <p14:xfrm>
                <a:off x="1158663" y="2294473"/>
                <a:ext cx="55800" cy="48240"/>
              </p14:xfrm>
            </p:contentPart>
          </mc:Choice>
          <mc:Fallback>
            <p:pic>
              <p:nvPicPr>
                <p:cNvPr id="59" name="Ink 58">
                  <a:extLst>
                    <a:ext uri="{FF2B5EF4-FFF2-40B4-BE49-F238E27FC236}">
                      <a16:creationId xmlns:a16="http://schemas.microsoft.com/office/drawing/2014/main" id="{4E8CF2AE-7546-BA8A-3E02-9D75AF5055B2}"/>
                    </a:ext>
                  </a:extLst>
                </p:cNvPr>
                <p:cNvPicPr/>
                <p:nvPr/>
              </p:nvPicPr>
              <p:blipFill>
                <a:blip r:embed="rId115"/>
                <a:stretch>
                  <a:fillRect/>
                </a:stretch>
              </p:blipFill>
              <p:spPr>
                <a:xfrm>
                  <a:off x="1140663" y="2276833"/>
                  <a:ext cx="9144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0" name="Ink 59">
                  <a:extLst>
                    <a:ext uri="{FF2B5EF4-FFF2-40B4-BE49-F238E27FC236}">
                      <a16:creationId xmlns:a16="http://schemas.microsoft.com/office/drawing/2014/main" id="{76F503A1-B919-F040-8F16-A02BFD26F4BE}"/>
                    </a:ext>
                  </a:extLst>
                </p14:cNvPr>
                <p14:cNvContentPartPr/>
                <p14:nvPr/>
              </p14:nvContentPartPr>
              <p14:xfrm>
                <a:off x="1173423" y="2156593"/>
                <a:ext cx="16920" cy="47520"/>
              </p14:xfrm>
            </p:contentPart>
          </mc:Choice>
          <mc:Fallback>
            <p:pic>
              <p:nvPicPr>
                <p:cNvPr id="60" name="Ink 59">
                  <a:extLst>
                    <a:ext uri="{FF2B5EF4-FFF2-40B4-BE49-F238E27FC236}">
                      <a16:creationId xmlns:a16="http://schemas.microsoft.com/office/drawing/2014/main" id="{76F503A1-B919-F040-8F16-A02BFD26F4BE}"/>
                    </a:ext>
                  </a:extLst>
                </p:cNvPr>
                <p:cNvPicPr/>
                <p:nvPr/>
              </p:nvPicPr>
              <p:blipFill>
                <a:blip r:embed="rId117"/>
                <a:stretch>
                  <a:fillRect/>
                </a:stretch>
              </p:blipFill>
              <p:spPr>
                <a:xfrm>
                  <a:off x="1155783" y="2138953"/>
                  <a:ext cx="5256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61" name="Ink 60">
                  <a:extLst>
                    <a:ext uri="{FF2B5EF4-FFF2-40B4-BE49-F238E27FC236}">
                      <a16:creationId xmlns:a16="http://schemas.microsoft.com/office/drawing/2014/main" id="{C44C46BE-257E-4727-039D-1B80138D002C}"/>
                    </a:ext>
                  </a:extLst>
                </p14:cNvPr>
                <p14:cNvContentPartPr/>
                <p14:nvPr/>
              </p14:nvContentPartPr>
              <p14:xfrm>
                <a:off x="1269903" y="2141113"/>
                <a:ext cx="72360" cy="153720"/>
              </p14:xfrm>
            </p:contentPart>
          </mc:Choice>
          <mc:Fallback>
            <p:pic>
              <p:nvPicPr>
                <p:cNvPr id="61" name="Ink 60">
                  <a:extLst>
                    <a:ext uri="{FF2B5EF4-FFF2-40B4-BE49-F238E27FC236}">
                      <a16:creationId xmlns:a16="http://schemas.microsoft.com/office/drawing/2014/main" id="{C44C46BE-257E-4727-039D-1B80138D002C}"/>
                    </a:ext>
                  </a:extLst>
                </p:cNvPr>
                <p:cNvPicPr/>
                <p:nvPr/>
              </p:nvPicPr>
              <p:blipFill>
                <a:blip r:embed="rId119"/>
                <a:stretch>
                  <a:fillRect/>
                </a:stretch>
              </p:blipFill>
              <p:spPr>
                <a:xfrm>
                  <a:off x="1252263" y="2123113"/>
                  <a:ext cx="10800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62" name="Ink 61">
                  <a:extLst>
                    <a:ext uri="{FF2B5EF4-FFF2-40B4-BE49-F238E27FC236}">
                      <a16:creationId xmlns:a16="http://schemas.microsoft.com/office/drawing/2014/main" id="{6F116DF1-0CCD-4B19-5C08-78112A79D275}"/>
                    </a:ext>
                  </a:extLst>
                </p14:cNvPr>
                <p14:cNvContentPartPr/>
                <p14:nvPr/>
              </p14:nvContentPartPr>
              <p14:xfrm>
                <a:off x="1276383" y="2107993"/>
                <a:ext cx="299880" cy="242280"/>
              </p14:xfrm>
            </p:contentPart>
          </mc:Choice>
          <mc:Fallback>
            <p:pic>
              <p:nvPicPr>
                <p:cNvPr id="62" name="Ink 61">
                  <a:extLst>
                    <a:ext uri="{FF2B5EF4-FFF2-40B4-BE49-F238E27FC236}">
                      <a16:creationId xmlns:a16="http://schemas.microsoft.com/office/drawing/2014/main" id="{6F116DF1-0CCD-4B19-5C08-78112A79D275}"/>
                    </a:ext>
                  </a:extLst>
                </p:cNvPr>
                <p:cNvPicPr/>
                <p:nvPr/>
              </p:nvPicPr>
              <p:blipFill>
                <a:blip r:embed="rId121"/>
                <a:stretch>
                  <a:fillRect/>
                </a:stretch>
              </p:blipFill>
              <p:spPr>
                <a:xfrm>
                  <a:off x="1258383" y="2090353"/>
                  <a:ext cx="33552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63" name="Ink 62">
                  <a:extLst>
                    <a:ext uri="{FF2B5EF4-FFF2-40B4-BE49-F238E27FC236}">
                      <a16:creationId xmlns:a16="http://schemas.microsoft.com/office/drawing/2014/main" id="{FF5EDE70-86A9-1604-5165-4A3B32F7311A}"/>
                    </a:ext>
                  </a:extLst>
                </p14:cNvPr>
                <p14:cNvContentPartPr/>
                <p14:nvPr/>
              </p14:nvContentPartPr>
              <p14:xfrm>
                <a:off x="774183" y="1467913"/>
                <a:ext cx="68760" cy="497520"/>
              </p14:xfrm>
            </p:contentPart>
          </mc:Choice>
          <mc:Fallback>
            <p:pic>
              <p:nvPicPr>
                <p:cNvPr id="63" name="Ink 62">
                  <a:extLst>
                    <a:ext uri="{FF2B5EF4-FFF2-40B4-BE49-F238E27FC236}">
                      <a16:creationId xmlns:a16="http://schemas.microsoft.com/office/drawing/2014/main" id="{FF5EDE70-86A9-1604-5165-4A3B32F7311A}"/>
                    </a:ext>
                  </a:extLst>
                </p:cNvPr>
                <p:cNvPicPr/>
                <p:nvPr/>
              </p:nvPicPr>
              <p:blipFill>
                <a:blip r:embed="rId123"/>
                <a:stretch>
                  <a:fillRect/>
                </a:stretch>
              </p:blipFill>
              <p:spPr>
                <a:xfrm>
                  <a:off x="756543" y="1449913"/>
                  <a:ext cx="104400" cy="5331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64" name="Ink 63">
                  <a:extLst>
                    <a:ext uri="{FF2B5EF4-FFF2-40B4-BE49-F238E27FC236}">
                      <a16:creationId xmlns:a16="http://schemas.microsoft.com/office/drawing/2014/main" id="{2352A46C-CC3B-0FC8-F42F-C8DABD69BC51}"/>
                    </a:ext>
                  </a:extLst>
                </p14:cNvPr>
                <p14:cNvContentPartPr/>
                <p14:nvPr/>
              </p14:nvContentPartPr>
              <p14:xfrm>
                <a:off x="707583" y="1435873"/>
                <a:ext cx="279720" cy="223560"/>
              </p14:xfrm>
            </p:contentPart>
          </mc:Choice>
          <mc:Fallback>
            <p:pic>
              <p:nvPicPr>
                <p:cNvPr id="64" name="Ink 63">
                  <a:extLst>
                    <a:ext uri="{FF2B5EF4-FFF2-40B4-BE49-F238E27FC236}">
                      <a16:creationId xmlns:a16="http://schemas.microsoft.com/office/drawing/2014/main" id="{2352A46C-CC3B-0FC8-F42F-C8DABD69BC51}"/>
                    </a:ext>
                  </a:extLst>
                </p:cNvPr>
                <p:cNvPicPr/>
                <p:nvPr/>
              </p:nvPicPr>
              <p:blipFill>
                <a:blip r:embed="rId125"/>
                <a:stretch>
                  <a:fillRect/>
                </a:stretch>
              </p:blipFill>
              <p:spPr>
                <a:xfrm>
                  <a:off x="689583" y="1417873"/>
                  <a:ext cx="31536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8" name="Ink 77">
                  <a:extLst>
                    <a:ext uri="{FF2B5EF4-FFF2-40B4-BE49-F238E27FC236}">
                      <a16:creationId xmlns:a16="http://schemas.microsoft.com/office/drawing/2014/main" id="{F225EB36-E8FB-32EE-D290-E28F9E4545BE}"/>
                    </a:ext>
                  </a:extLst>
                </p14:cNvPr>
                <p14:cNvContentPartPr/>
                <p14:nvPr/>
              </p14:nvContentPartPr>
              <p14:xfrm>
                <a:off x="568263" y="2801353"/>
                <a:ext cx="242640" cy="306720"/>
              </p14:xfrm>
            </p:contentPart>
          </mc:Choice>
          <mc:Fallback>
            <p:pic>
              <p:nvPicPr>
                <p:cNvPr id="78" name="Ink 77">
                  <a:extLst>
                    <a:ext uri="{FF2B5EF4-FFF2-40B4-BE49-F238E27FC236}">
                      <a16:creationId xmlns:a16="http://schemas.microsoft.com/office/drawing/2014/main" id="{F225EB36-E8FB-32EE-D290-E28F9E4545BE}"/>
                    </a:ext>
                  </a:extLst>
                </p:cNvPr>
                <p:cNvPicPr/>
                <p:nvPr/>
              </p:nvPicPr>
              <p:blipFill>
                <a:blip r:embed="rId127"/>
                <a:stretch>
                  <a:fillRect/>
                </a:stretch>
              </p:blipFill>
              <p:spPr>
                <a:xfrm>
                  <a:off x="550623" y="2783713"/>
                  <a:ext cx="278280" cy="3423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9" name="Ink 78">
                  <a:extLst>
                    <a:ext uri="{FF2B5EF4-FFF2-40B4-BE49-F238E27FC236}">
                      <a16:creationId xmlns:a16="http://schemas.microsoft.com/office/drawing/2014/main" id="{E7406576-E4F6-A553-2954-10A2FDD15A5B}"/>
                    </a:ext>
                  </a:extLst>
                </p14:cNvPr>
                <p14:cNvContentPartPr/>
                <p14:nvPr/>
              </p14:nvContentPartPr>
              <p14:xfrm>
                <a:off x="689223" y="2832673"/>
                <a:ext cx="190440" cy="114840"/>
              </p14:xfrm>
            </p:contentPart>
          </mc:Choice>
          <mc:Fallback>
            <p:pic>
              <p:nvPicPr>
                <p:cNvPr id="79" name="Ink 78">
                  <a:extLst>
                    <a:ext uri="{FF2B5EF4-FFF2-40B4-BE49-F238E27FC236}">
                      <a16:creationId xmlns:a16="http://schemas.microsoft.com/office/drawing/2014/main" id="{E7406576-E4F6-A553-2954-10A2FDD15A5B}"/>
                    </a:ext>
                  </a:extLst>
                </p:cNvPr>
                <p:cNvPicPr/>
                <p:nvPr/>
              </p:nvPicPr>
              <p:blipFill>
                <a:blip r:embed="rId129"/>
                <a:stretch>
                  <a:fillRect/>
                </a:stretch>
              </p:blipFill>
              <p:spPr>
                <a:xfrm>
                  <a:off x="671223" y="2815033"/>
                  <a:ext cx="22608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0" name="Ink 79">
                  <a:extLst>
                    <a:ext uri="{FF2B5EF4-FFF2-40B4-BE49-F238E27FC236}">
                      <a16:creationId xmlns:a16="http://schemas.microsoft.com/office/drawing/2014/main" id="{A3033460-EC68-22AE-D5A3-6AAC64F2470B}"/>
                    </a:ext>
                  </a:extLst>
                </p14:cNvPr>
                <p14:cNvContentPartPr/>
                <p14:nvPr/>
              </p14:nvContentPartPr>
              <p14:xfrm>
                <a:off x="873903" y="2933833"/>
                <a:ext cx="85680" cy="110160"/>
              </p14:xfrm>
            </p:contentPart>
          </mc:Choice>
          <mc:Fallback>
            <p:pic>
              <p:nvPicPr>
                <p:cNvPr id="80" name="Ink 79">
                  <a:extLst>
                    <a:ext uri="{FF2B5EF4-FFF2-40B4-BE49-F238E27FC236}">
                      <a16:creationId xmlns:a16="http://schemas.microsoft.com/office/drawing/2014/main" id="{A3033460-EC68-22AE-D5A3-6AAC64F2470B}"/>
                    </a:ext>
                  </a:extLst>
                </p:cNvPr>
                <p:cNvPicPr/>
                <p:nvPr/>
              </p:nvPicPr>
              <p:blipFill>
                <a:blip r:embed="rId131"/>
                <a:stretch>
                  <a:fillRect/>
                </a:stretch>
              </p:blipFill>
              <p:spPr>
                <a:xfrm>
                  <a:off x="856263" y="2916193"/>
                  <a:ext cx="12132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1" name="Ink 80">
                  <a:extLst>
                    <a:ext uri="{FF2B5EF4-FFF2-40B4-BE49-F238E27FC236}">
                      <a16:creationId xmlns:a16="http://schemas.microsoft.com/office/drawing/2014/main" id="{C7E651FF-4CFF-4413-1E0E-D0AFBB051569}"/>
                    </a:ext>
                  </a:extLst>
                </p14:cNvPr>
                <p14:cNvContentPartPr/>
                <p14:nvPr/>
              </p14:nvContentPartPr>
              <p14:xfrm>
                <a:off x="979383" y="2754553"/>
                <a:ext cx="172080" cy="353160"/>
              </p14:xfrm>
            </p:contentPart>
          </mc:Choice>
          <mc:Fallback>
            <p:pic>
              <p:nvPicPr>
                <p:cNvPr id="81" name="Ink 80">
                  <a:extLst>
                    <a:ext uri="{FF2B5EF4-FFF2-40B4-BE49-F238E27FC236}">
                      <a16:creationId xmlns:a16="http://schemas.microsoft.com/office/drawing/2014/main" id="{C7E651FF-4CFF-4413-1E0E-D0AFBB051569}"/>
                    </a:ext>
                  </a:extLst>
                </p:cNvPr>
                <p:cNvPicPr/>
                <p:nvPr/>
              </p:nvPicPr>
              <p:blipFill>
                <a:blip r:embed="rId133"/>
                <a:stretch>
                  <a:fillRect/>
                </a:stretch>
              </p:blipFill>
              <p:spPr>
                <a:xfrm>
                  <a:off x="961743" y="2736553"/>
                  <a:ext cx="207720" cy="388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4">
            <p14:nvContentPartPr>
              <p14:cNvPr id="83" name="Ink 82">
                <a:extLst>
                  <a:ext uri="{FF2B5EF4-FFF2-40B4-BE49-F238E27FC236}">
                    <a16:creationId xmlns:a16="http://schemas.microsoft.com/office/drawing/2014/main" id="{9E64D38D-E6D8-6A0E-EC19-2951BD51B62D}"/>
                  </a:ext>
                </a:extLst>
              </p14:cNvPr>
              <p14:cNvContentPartPr/>
              <p14:nvPr/>
            </p14:nvContentPartPr>
            <p14:xfrm>
              <a:off x="2304543" y="1614433"/>
              <a:ext cx="1254960" cy="528840"/>
            </p14:xfrm>
          </p:contentPart>
        </mc:Choice>
        <mc:Fallback>
          <p:pic>
            <p:nvPicPr>
              <p:cNvPr id="83" name="Ink 82">
                <a:extLst>
                  <a:ext uri="{FF2B5EF4-FFF2-40B4-BE49-F238E27FC236}">
                    <a16:creationId xmlns:a16="http://schemas.microsoft.com/office/drawing/2014/main" id="{9E64D38D-E6D8-6A0E-EC19-2951BD51B62D}"/>
                  </a:ext>
                </a:extLst>
              </p:cNvPr>
              <p:cNvPicPr/>
              <p:nvPr/>
            </p:nvPicPr>
            <p:blipFill>
              <a:blip r:embed="rId135"/>
              <a:stretch>
                <a:fillRect/>
              </a:stretch>
            </p:blipFill>
            <p:spPr>
              <a:xfrm>
                <a:off x="2250903" y="1506793"/>
                <a:ext cx="1362600" cy="7444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4" name="Ink 83">
                <a:extLst>
                  <a:ext uri="{FF2B5EF4-FFF2-40B4-BE49-F238E27FC236}">
                    <a16:creationId xmlns:a16="http://schemas.microsoft.com/office/drawing/2014/main" id="{0B270F14-6A35-B615-2C47-8941046D0E9B}"/>
                  </a:ext>
                </a:extLst>
              </p14:cNvPr>
              <p14:cNvContentPartPr/>
              <p14:nvPr/>
            </p14:nvContentPartPr>
            <p14:xfrm>
              <a:off x="3246663" y="1724593"/>
              <a:ext cx="246240" cy="512280"/>
            </p14:xfrm>
          </p:contentPart>
        </mc:Choice>
        <mc:Fallback>
          <p:pic>
            <p:nvPicPr>
              <p:cNvPr id="84" name="Ink 83">
                <a:extLst>
                  <a:ext uri="{FF2B5EF4-FFF2-40B4-BE49-F238E27FC236}">
                    <a16:creationId xmlns:a16="http://schemas.microsoft.com/office/drawing/2014/main" id="{0B270F14-6A35-B615-2C47-8941046D0E9B}"/>
                  </a:ext>
                </a:extLst>
              </p:cNvPr>
              <p:cNvPicPr/>
              <p:nvPr/>
            </p:nvPicPr>
            <p:blipFill>
              <a:blip r:embed="rId137"/>
              <a:stretch>
                <a:fillRect/>
              </a:stretch>
            </p:blipFill>
            <p:spPr>
              <a:xfrm>
                <a:off x="3192663" y="1616953"/>
                <a:ext cx="353880" cy="7279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5" name="Ink 84">
                <a:extLst>
                  <a:ext uri="{FF2B5EF4-FFF2-40B4-BE49-F238E27FC236}">
                    <a16:creationId xmlns:a16="http://schemas.microsoft.com/office/drawing/2014/main" id="{1CB886C5-D6B3-9EA3-FCD2-5D31C70B2C4E}"/>
                  </a:ext>
                </a:extLst>
              </p14:cNvPr>
              <p14:cNvContentPartPr/>
              <p14:nvPr/>
            </p14:nvContentPartPr>
            <p14:xfrm>
              <a:off x="3419823" y="1921513"/>
              <a:ext cx="67320" cy="406080"/>
            </p14:xfrm>
          </p:contentPart>
        </mc:Choice>
        <mc:Fallback>
          <p:pic>
            <p:nvPicPr>
              <p:cNvPr id="85" name="Ink 84">
                <a:extLst>
                  <a:ext uri="{FF2B5EF4-FFF2-40B4-BE49-F238E27FC236}">
                    <a16:creationId xmlns:a16="http://schemas.microsoft.com/office/drawing/2014/main" id="{1CB886C5-D6B3-9EA3-FCD2-5D31C70B2C4E}"/>
                  </a:ext>
                </a:extLst>
              </p:cNvPr>
              <p:cNvPicPr/>
              <p:nvPr/>
            </p:nvPicPr>
            <p:blipFill>
              <a:blip r:embed="rId139"/>
              <a:stretch>
                <a:fillRect/>
              </a:stretch>
            </p:blipFill>
            <p:spPr>
              <a:xfrm>
                <a:off x="3366183" y="1813513"/>
                <a:ext cx="174960" cy="6217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6" name="Ink 85">
                <a:extLst>
                  <a:ext uri="{FF2B5EF4-FFF2-40B4-BE49-F238E27FC236}">
                    <a16:creationId xmlns:a16="http://schemas.microsoft.com/office/drawing/2014/main" id="{E2F26CFA-B818-C39D-1190-8119B2690F2B}"/>
                  </a:ext>
                </a:extLst>
              </p14:cNvPr>
              <p14:cNvContentPartPr/>
              <p14:nvPr/>
            </p14:nvContentPartPr>
            <p14:xfrm>
              <a:off x="3073503" y="1882273"/>
              <a:ext cx="517320" cy="1285200"/>
            </p14:xfrm>
          </p:contentPart>
        </mc:Choice>
        <mc:Fallback>
          <p:pic>
            <p:nvPicPr>
              <p:cNvPr id="86" name="Ink 85">
                <a:extLst>
                  <a:ext uri="{FF2B5EF4-FFF2-40B4-BE49-F238E27FC236}">
                    <a16:creationId xmlns:a16="http://schemas.microsoft.com/office/drawing/2014/main" id="{E2F26CFA-B818-C39D-1190-8119B2690F2B}"/>
                  </a:ext>
                </a:extLst>
              </p:cNvPr>
              <p:cNvPicPr/>
              <p:nvPr/>
            </p:nvPicPr>
            <p:blipFill>
              <a:blip r:embed="rId141"/>
              <a:stretch>
                <a:fillRect/>
              </a:stretch>
            </p:blipFill>
            <p:spPr>
              <a:xfrm>
                <a:off x="3019503" y="1774633"/>
                <a:ext cx="624960" cy="15008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7" name="Ink 86">
                <a:extLst>
                  <a:ext uri="{FF2B5EF4-FFF2-40B4-BE49-F238E27FC236}">
                    <a16:creationId xmlns:a16="http://schemas.microsoft.com/office/drawing/2014/main" id="{70C2E318-19DD-48FB-DBAD-40CA8C6021D5}"/>
                  </a:ext>
                </a:extLst>
              </p14:cNvPr>
              <p14:cNvContentPartPr/>
              <p14:nvPr/>
            </p14:nvContentPartPr>
            <p14:xfrm>
              <a:off x="2532063" y="2334433"/>
              <a:ext cx="1067400" cy="993960"/>
            </p14:xfrm>
          </p:contentPart>
        </mc:Choice>
        <mc:Fallback>
          <p:pic>
            <p:nvPicPr>
              <p:cNvPr id="87" name="Ink 86">
                <a:extLst>
                  <a:ext uri="{FF2B5EF4-FFF2-40B4-BE49-F238E27FC236}">
                    <a16:creationId xmlns:a16="http://schemas.microsoft.com/office/drawing/2014/main" id="{70C2E318-19DD-48FB-DBAD-40CA8C6021D5}"/>
                  </a:ext>
                </a:extLst>
              </p:cNvPr>
              <p:cNvPicPr/>
              <p:nvPr/>
            </p:nvPicPr>
            <p:blipFill>
              <a:blip r:embed="rId143"/>
              <a:stretch>
                <a:fillRect/>
              </a:stretch>
            </p:blipFill>
            <p:spPr>
              <a:xfrm>
                <a:off x="2478423" y="2226793"/>
                <a:ext cx="1175040" cy="12096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8" name="Ink 87">
                <a:extLst>
                  <a:ext uri="{FF2B5EF4-FFF2-40B4-BE49-F238E27FC236}">
                    <a16:creationId xmlns:a16="http://schemas.microsoft.com/office/drawing/2014/main" id="{636E069F-0A6D-27E8-686C-111AE7D121A4}"/>
                  </a:ext>
                </a:extLst>
              </p14:cNvPr>
              <p14:cNvContentPartPr/>
              <p14:nvPr/>
            </p14:nvContentPartPr>
            <p14:xfrm>
              <a:off x="5380383" y="1390513"/>
              <a:ext cx="1652040" cy="1771920"/>
            </p14:xfrm>
          </p:contentPart>
        </mc:Choice>
        <mc:Fallback>
          <p:pic>
            <p:nvPicPr>
              <p:cNvPr id="88" name="Ink 87">
                <a:extLst>
                  <a:ext uri="{FF2B5EF4-FFF2-40B4-BE49-F238E27FC236}">
                    <a16:creationId xmlns:a16="http://schemas.microsoft.com/office/drawing/2014/main" id="{636E069F-0A6D-27E8-686C-111AE7D121A4}"/>
                  </a:ext>
                </a:extLst>
              </p:cNvPr>
              <p:cNvPicPr/>
              <p:nvPr/>
            </p:nvPicPr>
            <p:blipFill>
              <a:blip r:embed="rId145"/>
              <a:stretch>
                <a:fillRect/>
              </a:stretch>
            </p:blipFill>
            <p:spPr>
              <a:xfrm>
                <a:off x="5326383" y="1282513"/>
                <a:ext cx="1759680" cy="19875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9" name="Ink 88">
                <a:extLst>
                  <a:ext uri="{FF2B5EF4-FFF2-40B4-BE49-F238E27FC236}">
                    <a16:creationId xmlns:a16="http://schemas.microsoft.com/office/drawing/2014/main" id="{5FB6BC6A-9E3D-99CB-D7DC-FD157DD1D39D}"/>
                  </a:ext>
                </a:extLst>
              </p14:cNvPr>
              <p14:cNvContentPartPr/>
              <p14:nvPr/>
            </p14:nvContentPartPr>
            <p14:xfrm>
              <a:off x="3638703" y="1440553"/>
              <a:ext cx="1760760" cy="1529640"/>
            </p14:xfrm>
          </p:contentPart>
        </mc:Choice>
        <mc:Fallback>
          <p:pic>
            <p:nvPicPr>
              <p:cNvPr id="89" name="Ink 88">
                <a:extLst>
                  <a:ext uri="{FF2B5EF4-FFF2-40B4-BE49-F238E27FC236}">
                    <a16:creationId xmlns:a16="http://schemas.microsoft.com/office/drawing/2014/main" id="{5FB6BC6A-9E3D-99CB-D7DC-FD157DD1D39D}"/>
                  </a:ext>
                </a:extLst>
              </p:cNvPr>
              <p:cNvPicPr/>
              <p:nvPr/>
            </p:nvPicPr>
            <p:blipFill>
              <a:blip r:embed="rId147"/>
              <a:stretch>
                <a:fillRect/>
              </a:stretch>
            </p:blipFill>
            <p:spPr>
              <a:xfrm>
                <a:off x="3584703" y="1332913"/>
                <a:ext cx="1868400" cy="17452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0" name="Ink 89">
                <a:extLst>
                  <a:ext uri="{FF2B5EF4-FFF2-40B4-BE49-F238E27FC236}">
                    <a16:creationId xmlns:a16="http://schemas.microsoft.com/office/drawing/2014/main" id="{1B165397-009E-CE64-C269-309A8591E1E3}"/>
                  </a:ext>
                </a:extLst>
              </p14:cNvPr>
              <p14:cNvContentPartPr/>
              <p14:nvPr/>
            </p14:nvContentPartPr>
            <p14:xfrm>
              <a:off x="4732383" y="1318513"/>
              <a:ext cx="552240" cy="770040"/>
            </p14:xfrm>
          </p:contentPart>
        </mc:Choice>
        <mc:Fallback>
          <p:pic>
            <p:nvPicPr>
              <p:cNvPr id="90" name="Ink 89">
                <a:extLst>
                  <a:ext uri="{FF2B5EF4-FFF2-40B4-BE49-F238E27FC236}">
                    <a16:creationId xmlns:a16="http://schemas.microsoft.com/office/drawing/2014/main" id="{1B165397-009E-CE64-C269-309A8591E1E3}"/>
                  </a:ext>
                </a:extLst>
              </p:cNvPr>
              <p:cNvPicPr/>
              <p:nvPr/>
            </p:nvPicPr>
            <p:blipFill>
              <a:blip r:embed="rId149"/>
              <a:stretch>
                <a:fillRect/>
              </a:stretch>
            </p:blipFill>
            <p:spPr>
              <a:xfrm>
                <a:off x="4678383" y="1210513"/>
                <a:ext cx="659880" cy="985680"/>
              </a:xfrm>
              <a:prstGeom prst="rect">
                <a:avLst/>
              </a:prstGeom>
            </p:spPr>
          </p:pic>
        </mc:Fallback>
      </mc:AlternateContent>
      <p:grpSp>
        <p:nvGrpSpPr>
          <p:cNvPr id="118" name="Group 117">
            <a:extLst>
              <a:ext uri="{FF2B5EF4-FFF2-40B4-BE49-F238E27FC236}">
                <a16:creationId xmlns:a16="http://schemas.microsoft.com/office/drawing/2014/main" id="{C1A2CBE8-50F4-2907-E585-BF6BF69FABD5}"/>
              </a:ext>
            </a:extLst>
          </p:cNvPr>
          <p:cNvGrpSpPr/>
          <p:nvPr/>
        </p:nvGrpSpPr>
        <p:grpSpPr>
          <a:xfrm>
            <a:off x="3462303" y="193873"/>
            <a:ext cx="2237760" cy="477000"/>
            <a:chOff x="3462303" y="193873"/>
            <a:chExt cx="2237760" cy="477000"/>
          </a:xfrm>
        </p:grpSpPr>
        <mc:AlternateContent xmlns:mc="http://schemas.openxmlformats.org/markup-compatibility/2006">
          <mc:Choice xmlns:p14="http://schemas.microsoft.com/office/powerpoint/2010/main" Requires="p14">
            <p:contentPart p14:bwMode="auto" r:id="rId150">
              <p14:nvContentPartPr>
                <p14:cNvPr id="91" name="Ink 90">
                  <a:extLst>
                    <a:ext uri="{FF2B5EF4-FFF2-40B4-BE49-F238E27FC236}">
                      <a16:creationId xmlns:a16="http://schemas.microsoft.com/office/drawing/2014/main" id="{51E1F007-30E3-15FA-5A27-84C2EBECD7AD}"/>
                    </a:ext>
                  </a:extLst>
                </p14:cNvPr>
                <p14:cNvContentPartPr/>
                <p14:nvPr/>
              </p14:nvContentPartPr>
              <p14:xfrm>
                <a:off x="3731583" y="382153"/>
                <a:ext cx="42120" cy="221400"/>
              </p14:xfrm>
            </p:contentPart>
          </mc:Choice>
          <mc:Fallback>
            <p:pic>
              <p:nvPicPr>
                <p:cNvPr id="91" name="Ink 90">
                  <a:extLst>
                    <a:ext uri="{FF2B5EF4-FFF2-40B4-BE49-F238E27FC236}">
                      <a16:creationId xmlns:a16="http://schemas.microsoft.com/office/drawing/2014/main" id="{51E1F007-30E3-15FA-5A27-84C2EBECD7AD}"/>
                    </a:ext>
                  </a:extLst>
                </p:cNvPr>
                <p:cNvPicPr/>
                <p:nvPr/>
              </p:nvPicPr>
              <p:blipFill>
                <a:blip r:embed="rId151"/>
                <a:stretch>
                  <a:fillRect/>
                </a:stretch>
              </p:blipFill>
              <p:spPr>
                <a:xfrm>
                  <a:off x="3713583" y="364513"/>
                  <a:ext cx="7776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2" name="Ink 91">
                  <a:extLst>
                    <a:ext uri="{FF2B5EF4-FFF2-40B4-BE49-F238E27FC236}">
                      <a16:creationId xmlns:a16="http://schemas.microsoft.com/office/drawing/2014/main" id="{48613DCB-71B4-C465-8ED5-6A1383B1782B}"/>
                    </a:ext>
                  </a:extLst>
                </p14:cNvPr>
                <p14:cNvContentPartPr/>
                <p14:nvPr/>
              </p14:nvContentPartPr>
              <p14:xfrm>
                <a:off x="3842103" y="331753"/>
                <a:ext cx="153720" cy="236160"/>
              </p14:xfrm>
            </p:contentPart>
          </mc:Choice>
          <mc:Fallback>
            <p:pic>
              <p:nvPicPr>
                <p:cNvPr id="92" name="Ink 91">
                  <a:extLst>
                    <a:ext uri="{FF2B5EF4-FFF2-40B4-BE49-F238E27FC236}">
                      <a16:creationId xmlns:a16="http://schemas.microsoft.com/office/drawing/2014/main" id="{48613DCB-71B4-C465-8ED5-6A1383B1782B}"/>
                    </a:ext>
                  </a:extLst>
                </p:cNvPr>
                <p:cNvPicPr/>
                <p:nvPr/>
              </p:nvPicPr>
              <p:blipFill>
                <a:blip r:embed="rId153"/>
                <a:stretch>
                  <a:fillRect/>
                </a:stretch>
              </p:blipFill>
              <p:spPr>
                <a:xfrm>
                  <a:off x="3824463" y="313753"/>
                  <a:ext cx="189360" cy="2718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3" name="Ink 92">
                  <a:extLst>
                    <a:ext uri="{FF2B5EF4-FFF2-40B4-BE49-F238E27FC236}">
                      <a16:creationId xmlns:a16="http://schemas.microsoft.com/office/drawing/2014/main" id="{BD0AA01D-1C29-4FF7-00EA-8150CD40C0AD}"/>
                    </a:ext>
                  </a:extLst>
                </p14:cNvPr>
                <p14:cNvContentPartPr/>
                <p14:nvPr/>
              </p14:nvContentPartPr>
              <p14:xfrm>
                <a:off x="4113183" y="342193"/>
                <a:ext cx="23400" cy="161280"/>
              </p14:xfrm>
            </p:contentPart>
          </mc:Choice>
          <mc:Fallback>
            <p:pic>
              <p:nvPicPr>
                <p:cNvPr id="93" name="Ink 92">
                  <a:extLst>
                    <a:ext uri="{FF2B5EF4-FFF2-40B4-BE49-F238E27FC236}">
                      <a16:creationId xmlns:a16="http://schemas.microsoft.com/office/drawing/2014/main" id="{BD0AA01D-1C29-4FF7-00EA-8150CD40C0AD}"/>
                    </a:ext>
                  </a:extLst>
                </p:cNvPr>
                <p:cNvPicPr/>
                <p:nvPr/>
              </p:nvPicPr>
              <p:blipFill>
                <a:blip r:embed="rId155"/>
                <a:stretch>
                  <a:fillRect/>
                </a:stretch>
              </p:blipFill>
              <p:spPr>
                <a:xfrm>
                  <a:off x="4095183" y="324193"/>
                  <a:ext cx="5904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4" name="Ink 93">
                  <a:extLst>
                    <a:ext uri="{FF2B5EF4-FFF2-40B4-BE49-F238E27FC236}">
                      <a16:creationId xmlns:a16="http://schemas.microsoft.com/office/drawing/2014/main" id="{0F3183E8-542C-2ED2-FE98-8B194EA25D5B}"/>
                    </a:ext>
                  </a:extLst>
                </p14:cNvPr>
                <p14:cNvContentPartPr/>
                <p14:nvPr/>
              </p14:nvContentPartPr>
              <p14:xfrm>
                <a:off x="4359783" y="458833"/>
                <a:ext cx="122760" cy="29160"/>
              </p14:xfrm>
            </p:contentPart>
          </mc:Choice>
          <mc:Fallback>
            <p:pic>
              <p:nvPicPr>
                <p:cNvPr id="94" name="Ink 93">
                  <a:extLst>
                    <a:ext uri="{FF2B5EF4-FFF2-40B4-BE49-F238E27FC236}">
                      <a16:creationId xmlns:a16="http://schemas.microsoft.com/office/drawing/2014/main" id="{0F3183E8-542C-2ED2-FE98-8B194EA25D5B}"/>
                    </a:ext>
                  </a:extLst>
                </p:cNvPr>
                <p:cNvPicPr/>
                <p:nvPr/>
              </p:nvPicPr>
              <p:blipFill>
                <a:blip r:embed="rId157"/>
                <a:stretch>
                  <a:fillRect/>
                </a:stretch>
              </p:blipFill>
              <p:spPr>
                <a:xfrm>
                  <a:off x="4342143" y="441193"/>
                  <a:ext cx="15840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5" name="Ink 94">
                  <a:extLst>
                    <a:ext uri="{FF2B5EF4-FFF2-40B4-BE49-F238E27FC236}">
                      <a16:creationId xmlns:a16="http://schemas.microsoft.com/office/drawing/2014/main" id="{8A8CDFA0-4479-5FA8-AC85-578133A4CBA3}"/>
                    </a:ext>
                  </a:extLst>
                </p14:cNvPr>
                <p14:cNvContentPartPr/>
                <p14:nvPr/>
              </p14:nvContentPartPr>
              <p14:xfrm>
                <a:off x="4633383" y="343273"/>
                <a:ext cx="25920" cy="182160"/>
              </p14:xfrm>
            </p:contentPart>
          </mc:Choice>
          <mc:Fallback>
            <p:pic>
              <p:nvPicPr>
                <p:cNvPr id="95" name="Ink 94">
                  <a:extLst>
                    <a:ext uri="{FF2B5EF4-FFF2-40B4-BE49-F238E27FC236}">
                      <a16:creationId xmlns:a16="http://schemas.microsoft.com/office/drawing/2014/main" id="{8A8CDFA0-4479-5FA8-AC85-578133A4CBA3}"/>
                    </a:ext>
                  </a:extLst>
                </p:cNvPr>
                <p:cNvPicPr/>
                <p:nvPr/>
              </p:nvPicPr>
              <p:blipFill>
                <a:blip r:embed="rId159"/>
                <a:stretch>
                  <a:fillRect/>
                </a:stretch>
              </p:blipFill>
              <p:spPr>
                <a:xfrm>
                  <a:off x="4615383" y="325273"/>
                  <a:ext cx="6156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7" name="Ink 96">
                  <a:extLst>
                    <a:ext uri="{FF2B5EF4-FFF2-40B4-BE49-F238E27FC236}">
                      <a16:creationId xmlns:a16="http://schemas.microsoft.com/office/drawing/2014/main" id="{77C2C50B-31C1-3C7E-A0E9-E65AEBF63DAC}"/>
                    </a:ext>
                  </a:extLst>
                </p14:cNvPr>
                <p14:cNvContentPartPr/>
                <p14:nvPr/>
              </p14:nvContentPartPr>
              <p14:xfrm>
                <a:off x="4820583" y="356593"/>
                <a:ext cx="30240" cy="207360"/>
              </p14:xfrm>
            </p:contentPart>
          </mc:Choice>
          <mc:Fallback>
            <p:pic>
              <p:nvPicPr>
                <p:cNvPr id="97" name="Ink 96">
                  <a:extLst>
                    <a:ext uri="{FF2B5EF4-FFF2-40B4-BE49-F238E27FC236}">
                      <a16:creationId xmlns:a16="http://schemas.microsoft.com/office/drawing/2014/main" id="{77C2C50B-31C1-3C7E-A0E9-E65AEBF63DAC}"/>
                    </a:ext>
                  </a:extLst>
                </p:cNvPr>
                <p:cNvPicPr/>
                <p:nvPr/>
              </p:nvPicPr>
              <p:blipFill>
                <a:blip r:embed="rId161"/>
                <a:stretch>
                  <a:fillRect/>
                </a:stretch>
              </p:blipFill>
              <p:spPr>
                <a:xfrm>
                  <a:off x="4802583" y="338593"/>
                  <a:ext cx="6588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8" name="Ink 97">
                  <a:extLst>
                    <a:ext uri="{FF2B5EF4-FFF2-40B4-BE49-F238E27FC236}">
                      <a16:creationId xmlns:a16="http://schemas.microsoft.com/office/drawing/2014/main" id="{171C3A24-CCCD-96F7-A4EC-A105D7903652}"/>
                    </a:ext>
                  </a:extLst>
                </p14:cNvPr>
                <p14:cNvContentPartPr/>
                <p14:nvPr/>
              </p14:nvContentPartPr>
              <p14:xfrm>
                <a:off x="4830663" y="373153"/>
                <a:ext cx="125280" cy="144720"/>
              </p14:xfrm>
            </p:contentPart>
          </mc:Choice>
          <mc:Fallback>
            <p:pic>
              <p:nvPicPr>
                <p:cNvPr id="98" name="Ink 97">
                  <a:extLst>
                    <a:ext uri="{FF2B5EF4-FFF2-40B4-BE49-F238E27FC236}">
                      <a16:creationId xmlns:a16="http://schemas.microsoft.com/office/drawing/2014/main" id="{171C3A24-CCCD-96F7-A4EC-A105D7903652}"/>
                    </a:ext>
                  </a:extLst>
                </p:cNvPr>
                <p:cNvPicPr/>
                <p:nvPr/>
              </p:nvPicPr>
              <p:blipFill>
                <a:blip r:embed="rId163"/>
                <a:stretch>
                  <a:fillRect/>
                </a:stretch>
              </p:blipFill>
              <p:spPr>
                <a:xfrm>
                  <a:off x="4812663" y="355153"/>
                  <a:ext cx="16092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9" name="Ink 98">
                  <a:extLst>
                    <a:ext uri="{FF2B5EF4-FFF2-40B4-BE49-F238E27FC236}">
                      <a16:creationId xmlns:a16="http://schemas.microsoft.com/office/drawing/2014/main" id="{3C812C2B-C3B4-4E5E-767C-462E2830C8A2}"/>
                    </a:ext>
                  </a:extLst>
                </p14:cNvPr>
                <p14:cNvContentPartPr/>
                <p14:nvPr/>
              </p14:nvContentPartPr>
              <p14:xfrm>
                <a:off x="5072583" y="347593"/>
                <a:ext cx="16560" cy="131040"/>
              </p14:xfrm>
            </p:contentPart>
          </mc:Choice>
          <mc:Fallback>
            <p:pic>
              <p:nvPicPr>
                <p:cNvPr id="99" name="Ink 98">
                  <a:extLst>
                    <a:ext uri="{FF2B5EF4-FFF2-40B4-BE49-F238E27FC236}">
                      <a16:creationId xmlns:a16="http://schemas.microsoft.com/office/drawing/2014/main" id="{3C812C2B-C3B4-4E5E-767C-462E2830C8A2}"/>
                    </a:ext>
                  </a:extLst>
                </p:cNvPr>
                <p:cNvPicPr/>
                <p:nvPr/>
              </p:nvPicPr>
              <p:blipFill>
                <a:blip r:embed="rId165"/>
                <a:stretch>
                  <a:fillRect/>
                </a:stretch>
              </p:blipFill>
              <p:spPr>
                <a:xfrm>
                  <a:off x="5054943" y="329593"/>
                  <a:ext cx="52200" cy="1666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0" name="Ink 99">
                  <a:extLst>
                    <a:ext uri="{FF2B5EF4-FFF2-40B4-BE49-F238E27FC236}">
                      <a16:creationId xmlns:a16="http://schemas.microsoft.com/office/drawing/2014/main" id="{1F02FD30-3584-537A-A2BB-E6AE2BC2EDA3}"/>
                    </a:ext>
                  </a:extLst>
                </p14:cNvPr>
                <p14:cNvContentPartPr/>
                <p14:nvPr/>
              </p14:nvContentPartPr>
              <p14:xfrm>
                <a:off x="5142063" y="355873"/>
                <a:ext cx="88920" cy="137520"/>
              </p14:xfrm>
            </p:contentPart>
          </mc:Choice>
          <mc:Fallback>
            <p:pic>
              <p:nvPicPr>
                <p:cNvPr id="100" name="Ink 99">
                  <a:extLst>
                    <a:ext uri="{FF2B5EF4-FFF2-40B4-BE49-F238E27FC236}">
                      <a16:creationId xmlns:a16="http://schemas.microsoft.com/office/drawing/2014/main" id="{1F02FD30-3584-537A-A2BB-E6AE2BC2EDA3}"/>
                    </a:ext>
                  </a:extLst>
                </p:cNvPr>
                <p:cNvPicPr/>
                <p:nvPr/>
              </p:nvPicPr>
              <p:blipFill>
                <a:blip r:embed="rId167"/>
                <a:stretch>
                  <a:fillRect/>
                </a:stretch>
              </p:blipFill>
              <p:spPr>
                <a:xfrm>
                  <a:off x="5124423" y="337873"/>
                  <a:ext cx="12456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1" name="Ink 100">
                  <a:extLst>
                    <a:ext uri="{FF2B5EF4-FFF2-40B4-BE49-F238E27FC236}">
                      <a16:creationId xmlns:a16="http://schemas.microsoft.com/office/drawing/2014/main" id="{063DAB3A-F203-401F-88C1-522C1DED0AD4}"/>
                    </a:ext>
                  </a:extLst>
                </p14:cNvPr>
                <p14:cNvContentPartPr/>
                <p14:nvPr/>
              </p14:nvContentPartPr>
              <p14:xfrm>
                <a:off x="5112543" y="431113"/>
                <a:ext cx="100440" cy="30240"/>
              </p14:xfrm>
            </p:contentPart>
          </mc:Choice>
          <mc:Fallback>
            <p:pic>
              <p:nvPicPr>
                <p:cNvPr id="101" name="Ink 100">
                  <a:extLst>
                    <a:ext uri="{FF2B5EF4-FFF2-40B4-BE49-F238E27FC236}">
                      <a16:creationId xmlns:a16="http://schemas.microsoft.com/office/drawing/2014/main" id="{063DAB3A-F203-401F-88C1-522C1DED0AD4}"/>
                    </a:ext>
                  </a:extLst>
                </p:cNvPr>
                <p:cNvPicPr/>
                <p:nvPr/>
              </p:nvPicPr>
              <p:blipFill>
                <a:blip r:embed="rId169"/>
                <a:stretch>
                  <a:fillRect/>
                </a:stretch>
              </p:blipFill>
              <p:spPr>
                <a:xfrm>
                  <a:off x="5094903" y="413473"/>
                  <a:ext cx="13608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2" name="Ink 101">
                  <a:extLst>
                    <a:ext uri="{FF2B5EF4-FFF2-40B4-BE49-F238E27FC236}">
                      <a16:creationId xmlns:a16="http://schemas.microsoft.com/office/drawing/2014/main" id="{BE11F3D6-6833-6A6E-2236-F04C36974DBA}"/>
                    </a:ext>
                  </a:extLst>
                </p14:cNvPr>
                <p14:cNvContentPartPr/>
                <p14:nvPr/>
              </p14:nvContentPartPr>
              <p14:xfrm>
                <a:off x="5335023" y="364513"/>
                <a:ext cx="73080" cy="140760"/>
              </p14:xfrm>
            </p:contentPart>
          </mc:Choice>
          <mc:Fallback>
            <p:pic>
              <p:nvPicPr>
                <p:cNvPr id="102" name="Ink 101">
                  <a:extLst>
                    <a:ext uri="{FF2B5EF4-FFF2-40B4-BE49-F238E27FC236}">
                      <a16:creationId xmlns:a16="http://schemas.microsoft.com/office/drawing/2014/main" id="{BE11F3D6-6833-6A6E-2236-F04C36974DBA}"/>
                    </a:ext>
                  </a:extLst>
                </p:cNvPr>
                <p:cNvPicPr/>
                <p:nvPr/>
              </p:nvPicPr>
              <p:blipFill>
                <a:blip r:embed="rId171"/>
                <a:stretch>
                  <a:fillRect/>
                </a:stretch>
              </p:blipFill>
              <p:spPr>
                <a:xfrm>
                  <a:off x="5317023" y="346873"/>
                  <a:ext cx="10872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3" name="Ink 102">
                  <a:extLst>
                    <a:ext uri="{FF2B5EF4-FFF2-40B4-BE49-F238E27FC236}">
                      <a16:creationId xmlns:a16="http://schemas.microsoft.com/office/drawing/2014/main" id="{7F9D2C9E-E3E0-385E-0137-B2A83F9054BE}"/>
                    </a:ext>
                  </a:extLst>
                </p14:cNvPr>
                <p14:cNvContentPartPr/>
                <p14:nvPr/>
              </p14:nvContentPartPr>
              <p14:xfrm>
                <a:off x="5332503" y="414553"/>
                <a:ext cx="117720" cy="47520"/>
              </p14:xfrm>
            </p:contentPart>
          </mc:Choice>
          <mc:Fallback>
            <p:pic>
              <p:nvPicPr>
                <p:cNvPr id="103" name="Ink 102">
                  <a:extLst>
                    <a:ext uri="{FF2B5EF4-FFF2-40B4-BE49-F238E27FC236}">
                      <a16:creationId xmlns:a16="http://schemas.microsoft.com/office/drawing/2014/main" id="{7F9D2C9E-E3E0-385E-0137-B2A83F9054BE}"/>
                    </a:ext>
                  </a:extLst>
                </p:cNvPr>
                <p:cNvPicPr/>
                <p:nvPr/>
              </p:nvPicPr>
              <p:blipFill>
                <a:blip r:embed="rId173"/>
                <a:stretch>
                  <a:fillRect/>
                </a:stretch>
              </p:blipFill>
              <p:spPr>
                <a:xfrm>
                  <a:off x="5314503" y="396553"/>
                  <a:ext cx="15336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4" name="Ink 103">
                  <a:extLst>
                    <a:ext uri="{FF2B5EF4-FFF2-40B4-BE49-F238E27FC236}">
                      <a16:creationId xmlns:a16="http://schemas.microsoft.com/office/drawing/2014/main" id="{6E422D0B-24AB-EB0C-E439-BA471AF064CB}"/>
                    </a:ext>
                  </a:extLst>
                </p14:cNvPr>
                <p14:cNvContentPartPr/>
                <p14:nvPr/>
              </p14:nvContentPartPr>
              <p14:xfrm>
                <a:off x="3462303" y="282793"/>
                <a:ext cx="185040" cy="388080"/>
              </p14:xfrm>
            </p:contentPart>
          </mc:Choice>
          <mc:Fallback>
            <p:pic>
              <p:nvPicPr>
                <p:cNvPr id="104" name="Ink 103">
                  <a:extLst>
                    <a:ext uri="{FF2B5EF4-FFF2-40B4-BE49-F238E27FC236}">
                      <a16:creationId xmlns:a16="http://schemas.microsoft.com/office/drawing/2014/main" id="{6E422D0B-24AB-EB0C-E439-BA471AF064CB}"/>
                    </a:ext>
                  </a:extLst>
                </p:cNvPr>
                <p:cNvPicPr/>
                <p:nvPr/>
              </p:nvPicPr>
              <p:blipFill>
                <a:blip r:embed="rId175"/>
                <a:stretch>
                  <a:fillRect/>
                </a:stretch>
              </p:blipFill>
              <p:spPr>
                <a:xfrm>
                  <a:off x="3444303" y="265153"/>
                  <a:ext cx="220680" cy="4237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5" name="Ink 104">
                  <a:extLst>
                    <a:ext uri="{FF2B5EF4-FFF2-40B4-BE49-F238E27FC236}">
                      <a16:creationId xmlns:a16="http://schemas.microsoft.com/office/drawing/2014/main" id="{3F03C0B7-4D47-3F6F-6C96-550B1609B627}"/>
                    </a:ext>
                  </a:extLst>
                </p14:cNvPr>
                <p14:cNvContentPartPr/>
                <p14:nvPr/>
              </p14:nvContentPartPr>
              <p14:xfrm>
                <a:off x="5619423" y="193873"/>
                <a:ext cx="80640" cy="339480"/>
              </p14:xfrm>
            </p:contentPart>
          </mc:Choice>
          <mc:Fallback>
            <p:pic>
              <p:nvPicPr>
                <p:cNvPr id="105" name="Ink 104">
                  <a:extLst>
                    <a:ext uri="{FF2B5EF4-FFF2-40B4-BE49-F238E27FC236}">
                      <a16:creationId xmlns:a16="http://schemas.microsoft.com/office/drawing/2014/main" id="{3F03C0B7-4D47-3F6F-6C96-550B1609B627}"/>
                    </a:ext>
                  </a:extLst>
                </p:cNvPr>
                <p:cNvPicPr/>
                <p:nvPr/>
              </p:nvPicPr>
              <p:blipFill>
                <a:blip r:embed="rId177"/>
                <a:stretch>
                  <a:fillRect/>
                </a:stretch>
              </p:blipFill>
              <p:spPr>
                <a:xfrm>
                  <a:off x="5601783" y="175873"/>
                  <a:ext cx="116280" cy="375120"/>
                </a:xfrm>
                <a:prstGeom prst="rect">
                  <a:avLst/>
                </a:prstGeom>
              </p:spPr>
            </p:pic>
          </mc:Fallback>
        </mc:AlternateContent>
      </p:grpSp>
      <p:grpSp>
        <p:nvGrpSpPr>
          <p:cNvPr id="117" name="Group 116">
            <a:extLst>
              <a:ext uri="{FF2B5EF4-FFF2-40B4-BE49-F238E27FC236}">
                <a16:creationId xmlns:a16="http://schemas.microsoft.com/office/drawing/2014/main" id="{AA0869D4-6755-A3A4-ABBA-4914003CA4DA}"/>
              </a:ext>
            </a:extLst>
          </p:cNvPr>
          <p:cNvGrpSpPr/>
          <p:nvPr/>
        </p:nvGrpSpPr>
        <p:grpSpPr>
          <a:xfrm>
            <a:off x="3995463" y="854473"/>
            <a:ext cx="1134360" cy="339480"/>
            <a:chOff x="3995463" y="854473"/>
            <a:chExt cx="1134360" cy="339480"/>
          </a:xfrm>
        </p:grpSpPr>
        <mc:AlternateContent xmlns:mc="http://schemas.openxmlformats.org/markup-compatibility/2006">
          <mc:Choice xmlns:p14="http://schemas.microsoft.com/office/powerpoint/2010/main" Requires="p14">
            <p:contentPart p14:bwMode="auto" r:id="rId178">
              <p14:nvContentPartPr>
                <p14:cNvPr id="106" name="Ink 105">
                  <a:extLst>
                    <a:ext uri="{FF2B5EF4-FFF2-40B4-BE49-F238E27FC236}">
                      <a16:creationId xmlns:a16="http://schemas.microsoft.com/office/drawing/2014/main" id="{96C350E6-5DF5-1521-9845-20351CB01249}"/>
                    </a:ext>
                  </a:extLst>
                </p14:cNvPr>
                <p14:cNvContentPartPr/>
                <p14:nvPr/>
              </p14:nvContentPartPr>
              <p14:xfrm>
                <a:off x="3995463" y="946273"/>
                <a:ext cx="41400" cy="247680"/>
              </p14:xfrm>
            </p:contentPart>
          </mc:Choice>
          <mc:Fallback>
            <p:pic>
              <p:nvPicPr>
                <p:cNvPr id="106" name="Ink 105">
                  <a:extLst>
                    <a:ext uri="{FF2B5EF4-FFF2-40B4-BE49-F238E27FC236}">
                      <a16:creationId xmlns:a16="http://schemas.microsoft.com/office/drawing/2014/main" id="{96C350E6-5DF5-1521-9845-20351CB01249}"/>
                    </a:ext>
                  </a:extLst>
                </p:cNvPr>
                <p:cNvPicPr/>
                <p:nvPr/>
              </p:nvPicPr>
              <p:blipFill>
                <a:blip r:embed="rId179"/>
                <a:stretch>
                  <a:fillRect/>
                </a:stretch>
              </p:blipFill>
              <p:spPr>
                <a:xfrm>
                  <a:off x="3977823" y="928633"/>
                  <a:ext cx="77040" cy="2833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7" name="Ink 106">
                  <a:extLst>
                    <a:ext uri="{FF2B5EF4-FFF2-40B4-BE49-F238E27FC236}">
                      <a16:creationId xmlns:a16="http://schemas.microsoft.com/office/drawing/2014/main" id="{E61D3739-767E-81AF-7289-047D3BB1889A}"/>
                    </a:ext>
                  </a:extLst>
                </p14:cNvPr>
                <p14:cNvContentPartPr/>
                <p14:nvPr/>
              </p14:nvContentPartPr>
              <p14:xfrm>
                <a:off x="4129023" y="978673"/>
                <a:ext cx="115200" cy="198000"/>
              </p14:xfrm>
            </p:contentPart>
          </mc:Choice>
          <mc:Fallback>
            <p:pic>
              <p:nvPicPr>
                <p:cNvPr id="107" name="Ink 106">
                  <a:extLst>
                    <a:ext uri="{FF2B5EF4-FFF2-40B4-BE49-F238E27FC236}">
                      <a16:creationId xmlns:a16="http://schemas.microsoft.com/office/drawing/2014/main" id="{E61D3739-767E-81AF-7289-047D3BB1889A}"/>
                    </a:ext>
                  </a:extLst>
                </p:cNvPr>
                <p:cNvPicPr/>
                <p:nvPr/>
              </p:nvPicPr>
              <p:blipFill>
                <a:blip r:embed="rId181"/>
                <a:stretch>
                  <a:fillRect/>
                </a:stretch>
              </p:blipFill>
              <p:spPr>
                <a:xfrm>
                  <a:off x="4111023" y="960673"/>
                  <a:ext cx="15084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8" name="Ink 107">
                  <a:extLst>
                    <a:ext uri="{FF2B5EF4-FFF2-40B4-BE49-F238E27FC236}">
                      <a16:creationId xmlns:a16="http://schemas.microsoft.com/office/drawing/2014/main" id="{4D360C82-89B4-5207-91AF-3D459C35B120}"/>
                    </a:ext>
                  </a:extLst>
                </p14:cNvPr>
                <p14:cNvContentPartPr/>
                <p14:nvPr/>
              </p14:nvContentPartPr>
              <p14:xfrm>
                <a:off x="4280943" y="968233"/>
                <a:ext cx="178200" cy="150840"/>
              </p14:xfrm>
            </p:contentPart>
          </mc:Choice>
          <mc:Fallback>
            <p:pic>
              <p:nvPicPr>
                <p:cNvPr id="108" name="Ink 107">
                  <a:extLst>
                    <a:ext uri="{FF2B5EF4-FFF2-40B4-BE49-F238E27FC236}">
                      <a16:creationId xmlns:a16="http://schemas.microsoft.com/office/drawing/2014/main" id="{4D360C82-89B4-5207-91AF-3D459C35B120}"/>
                    </a:ext>
                  </a:extLst>
                </p:cNvPr>
                <p:cNvPicPr/>
                <p:nvPr/>
              </p:nvPicPr>
              <p:blipFill>
                <a:blip r:embed="rId183"/>
                <a:stretch>
                  <a:fillRect/>
                </a:stretch>
              </p:blipFill>
              <p:spPr>
                <a:xfrm>
                  <a:off x="4262943" y="950233"/>
                  <a:ext cx="21384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09" name="Ink 108">
                  <a:extLst>
                    <a:ext uri="{FF2B5EF4-FFF2-40B4-BE49-F238E27FC236}">
                      <a16:creationId xmlns:a16="http://schemas.microsoft.com/office/drawing/2014/main" id="{0A4CA0C6-B4CE-4B8E-7881-39DF9B2A86E0}"/>
                    </a:ext>
                  </a:extLst>
                </p14:cNvPr>
                <p14:cNvContentPartPr/>
                <p14:nvPr/>
              </p14:nvContentPartPr>
              <p14:xfrm>
                <a:off x="4546263" y="878593"/>
                <a:ext cx="8280" cy="196560"/>
              </p14:xfrm>
            </p:contentPart>
          </mc:Choice>
          <mc:Fallback>
            <p:pic>
              <p:nvPicPr>
                <p:cNvPr id="109" name="Ink 108">
                  <a:extLst>
                    <a:ext uri="{FF2B5EF4-FFF2-40B4-BE49-F238E27FC236}">
                      <a16:creationId xmlns:a16="http://schemas.microsoft.com/office/drawing/2014/main" id="{0A4CA0C6-B4CE-4B8E-7881-39DF9B2A86E0}"/>
                    </a:ext>
                  </a:extLst>
                </p:cNvPr>
                <p:cNvPicPr/>
                <p:nvPr/>
              </p:nvPicPr>
              <p:blipFill>
                <a:blip r:embed="rId185"/>
                <a:stretch>
                  <a:fillRect/>
                </a:stretch>
              </p:blipFill>
              <p:spPr>
                <a:xfrm>
                  <a:off x="4528623" y="860593"/>
                  <a:ext cx="4392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0" name="Ink 109">
                  <a:extLst>
                    <a:ext uri="{FF2B5EF4-FFF2-40B4-BE49-F238E27FC236}">
                      <a16:creationId xmlns:a16="http://schemas.microsoft.com/office/drawing/2014/main" id="{65689EE6-D49B-7399-C1F6-6239B28D3729}"/>
                    </a:ext>
                  </a:extLst>
                </p14:cNvPr>
                <p14:cNvContentPartPr/>
                <p14:nvPr/>
              </p14:nvContentPartPr>
              <p14:xfrm>
                <a:off x="4651023" y="886153"/>
                <a:ext cx="20160" cy="6120"/>
              </p14:xfrm>
            </p:contentPart>
          </mc:Choice>
          <mc:Fallback>
            <p:pic>
              <p:nvPicPr>
                <p:cNvPr id="110" name="Ink 109">
                  <a:extLst>
                    <a:ext uri="{FF2B5EF4-FFF2-40B4-BE49-F238E27FC236}">
                      <a16:creationId xmlns:a16="http://schemas.microsoft.com/office/drawing/2014/main" id="{65689EE6-D49B-7399-C1F6-6239B28D3729}"/>
                    </a:ext>
                  </a:extLst>
                </p:cNvPr>
                <p:cNvPicPr/>
                <p:nvPr/>
              </p:nvPicPr>
              <p:blipFill>
                <a:blip r:embed="rId187"/>
                <a:stretch>
                  <a:fillRect/>
                </a:stretch>
              </p:blipFill>
              <p:spPr>
                <a:xfrm>
                  <a:off x="4633383" y="868153"/>
                  <a:ext cx="5580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1" name="Ink 110">
                  <a:extLst>
                    <a:ext uri="{FF2B5EF4-FFF2-40B4-BE49-F238E27FC236}">
                      <a16:creationId xmlns:a16="http://schemas.microsoft.com/office/drawing/2014/main" id="{09E97332-FA1D-A936-8810-94B3EEEED622}"/>
                    </a:ext>
                  </a:extLst>
                </p14:cNvPr>
                <p14:cNvContentPartPr/>
                <p14:nvPr/>
              </p14:nvContentPartPr>
              <p14:xfrm>
                <a:off x="4571103" y="897673"/>
                <a:ext cx="129960" cy="86760"/>
              </p14:xfrm>
            </p:contentPart>
          </mc:Choice>
          <mc:Fallback>
            <p:pic>
              <p:nvPicPr>
                <p:cNvPr id="111" name="Ink 110">
                  <a:extLst>
                    <a:ext uri="{FF2B5EF4-FFF2-40B4-BE49-F238E27FC236}">
                      <a16:creationId xmlns:a16="http://schemas.microsoft.com/office/drawing/2014/main" id="{09E97332-FA1D-A936-8810-94B3EEEED622}"/>
                    </a:ext>
                  </a:extLst>
                </p:cNvPr>
                <p:cNvPicPr/>
                <p:nvPr/>
              </p:nvPicPr>
              <p:blipFill>
                <a:blip r:embed="rId189"/>
                <a:stretch>
                  <a:fillRect/>
                </a:stretch>
              </p:blipFill>
              <p:spPr>
                <a:xfrm>
                  <a:off x="4553463" y="879673"/>
                  <a:ext cx="16560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2" name="Ink 111">
                  <a:extLst>
                    <a:ext uri="{FF2B5EF4-FFF2-40B4-BE49-F238E27FC236}">
                      <a16:creationId xmlns:a16="http://schemas.microsoft.com/office/drawing/2014/main" id="{76B6FB98-0192-9D37-E609-0615233BAF4F}"/>
                    </a:ext>
                  </a:extLst>
                </p14:cNvPr>
                <p14:cNvContentPartPr/>
                <p14:nvPr/>
              </p14:nvContentPartPr>
              <p14:xfrm>
                <a:off x="4747503" y="889033"/>
                <a:ext cx="13680" cy="116640"/>
              </p14:xfrm>
            </p:contentPart>
          </mc:Choice>
          <mc:Fallback>
            <p:pic>
              <p:nvPicPr>
                <p:cNvPr id="112" name="Ink 111">
                  <a:extLst>
                    <a:ext uri="{FF2B5EF4-FFF2-40B4-BE49-F238E27FC236}">
                      <a16:creationId xmlns:a16="http://schemas.microsoft.com/office/drawing/2014/main" id="{76B6FB98-0192-9D37-E609-0615233BAF4F}"/>
                    </a:ext>
                  </a:extLst>
                </p:cNvPr>
                <p:cNvPicPr/>
                <p:nvPr/>
              </p:nvPicPr>
              <p:blipFill>
                <a:blip r:embed="rId191"/>
                <a:stretch>
                  <a:fillRect/>
                </a:stretch>
              </p:blipFill>
              <p:spPr>
                <a:xfrm>
                  <a:off x="4729503" y="871393"/>
                  <a:ext cx="4932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3" name="Ink 112">
                  <a:extLst>
                    <a:ext uri="{FF2B5EF4-FFF2-40B4-BE49-F238E27FC236}">
                      <a16:creationId xmlns:a16="http://schemas.microsoft.com/office/drawing/2014/main" id="{A2444E7E-ABC3-89E0-2139-FB4A6D868669}"/>
                    </a:ext>
                  </a:extLst>
                </p14:cNvPr>
                <p14:cNvContentPartPr/>
                <p14:nvPr/>
              </p14:nvContentPartPr>
              <p14:xfrm>
                <a:off x="4830303" y="854473"/>
                <a:ext cx="90000" cy="136440"/>
              </p14:xfrm>
            </p:contentPart>
          </mc:Choice>
          <mc:Fallback>
            <p:pic>
              <p:nvPicPr>
                <p:cNvPr id="113" name="Ink 112">
                  <a:extLst>
                    <a:ext uri="{FF2B5EF4-FFF2-40B4-BE49-F238E27FC236}">
                      <a16:creationId xmlns:a16="http://schemas.microsoft.com/office/drawing/2014/main" id="{A2444E7E-ABC3-89E0-2139-FB4A6D868669}"/>
                    </a:ext>
                  </a:extLst>
                </p:cNvPr>
                <p:cNvPicPr/>
                <p:nvPr/>
              </p:nvPicPr>
              <p:blipFill>
                <a:blip r:embed="rId193"/>
                <a:stretch>
                  <a:fillRect/>
                </a:stretch>
              </p:blipFill>
              <p:spPr>
                <a:xfrm>
                  <a:off x="4812663" y="836473"/>
                  <a:ext cx="12564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4" name="Ink 113">
                  <a:extLst>
                    <a:ext uri="{FF2B5EF4-FFF2-40B4-BE49-F238E27FC236}">
                      <a16:creationId xmlns:a16="http://schemas.microsoft.com/office/drawing/2014/main" id="{6B8BF6CB-BA09-25F9-72F3-988F216ACB0D}"/>
                    </a:ext>
                  </a:extLst>
                </p14:cNvPr>
                <p14:cNvContentPartPr/>
                <p14:nvPr/>
              </p14:nvContentPartPr>
              <p14:xfrm>
                <a:off x="4825983" y="922873"/>
                <a:ext cx="150120" cy="46080"/>
              </p14:xfrm>
            </p:contentPart>
          </mc:Choice>
          <mc:Fallback>
            <p:pic>
              <p:nvPicPr>
                <p:cNvPr id="114" name="Ink 113">
                  <a:extLst>
                    <a:ext uri="{FF2B5EF4-FFF2-40B4-BE49-F238E27FC236}">
                      <a16:creationId xmlns:a16="http://schemas.microsoft.com/office/drawing/2014/main" id="{6B8BF6CB-BA09-25F9-72F3-988F216ACB0D}"/>
                    </a:ext>
                  </a:extLst>
                </p:cNvPr>
                <p:cNvPicPr/>
                <p:nvPr/>
              </p:nvPicPr>
              <p:blipFill>
                <a:blip r:embed="rId195"/>
                <a:stretch>
                  <a:fillRect/>
                </a:stretch>
              </p:blipFill>
              <p:spPr>
                <a:xfrm>
                  <a:off x="4808343" y="904873"/>
                  <a:ext cx="18576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5" name="Ink 114">
                  <a:extLst>
                    <a:ext uri="{FF2B5EF4-FFF2-40B4-BE49-F238E27FC236}">
                      <a16:creationId xmlns:a16="http://schemas.microsoft.com/office/drawing/2014/main" id="{BC6920CA-3B31-BF10-8322-12C63335F92E}"/>
                    </a:ext>
                  </a:extLst>
                </p14:cNvPr>
                <p14:cNvContentPartPr/>
                <p14:nvPr/>
              </p14:nvContentPartPr>
              <p14:xfrm>
                <a:off x="5068623" y="895873"/>
                <a:ext cx="36360" cy="127800"/>
              </p14:xfrm>
            </p:contentPart>
          </mc:Choice>
          <mc:Fallback>
            <p:pic>
              <p:nvPicPr>
                <p:cNvPr id="115" name="Ink 114">
                  <a:extLst>
                    <a:ext uri="{FF2B5EF4-FFF2-40B4-BE49-F238E27FC236}">
                      <a16:creationId xmlns:a16="http://schemas.microsoft.com/office/drawing/2014/main" id="{BC6920CA-3B31-BF10-8322-12C63335F92E}"/>
                    </a:ext>
                  </a:extLst>
                </p:cNvPr>
                <p:cNvPicPr/>
                <p:nvPr/>
              </p:nvPicPr>
              <p:blipFill>
                <a:blip r:embed="rId197"/>
                <a:stretch>
                  <a:fillRect/>
                </a:stretch>
              </p:blipFill>
              <p:spPr>
                <a:xfrm>
                  <a:off x="5050983" y="878233"/>
                  <a:ext cx="7200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6" name="Ink 115">
                  <a:extLst>
                    <a:ext uri="{FF2B5EF4-FFF2-40B4-BE49-F238E27FC236}">
                      <a16:creationId xmlns:a16="http://schemas.microsoft.com/office/drawing/2014/main" id="{58BE6F73-E58D-247C-D81A-BA43F9E62E15}"/>
                    </a:ext>
                  </a:extLst>
                </p14:cNvPr>
                <p14:cNvContentPartPr/>
                <p14:nvPr/>
              </p14:nvContentPartPr>
              <p14:xfrm>
                <a:off x="5016783" y="957433"/>
                <a:ext cx="113040" cy="14040"/>
              </p14:xfrm>
            </p:contentPart>
          </mc:Choice>
          <mc:Fallback>
            <p:pic>
              <p:nvPicPr>
                <p:cNvPr id="116" name="Ink 115">
                  <a:extLst>
                    <a:ext uri="{FF2B5EF4-FFF2-40B4-BE49-F238E27FC236}">
                      <a16:creationId xmlns:a16="http://schemas.microsoft.com/office/drawing/2014/main" id="{58BE6F73-E58D-247C-D81A-BA43F9E62E15}"/>
                    </a:ext>
                  </a:extLst>
                </p:cNvPr>
                <p:cNvPicPr/>
                <p:nvPr/>
              </p:nvPicPr>
              <p:blipFill>
                <a:blip r:embed="rId199"/>
                <a:stretch>
                  <a:fillRect/>
                </a:stretch>
              </p:blipFill>
              <p:spPr>
                <a:xfrm>
                  <a:off x="4999143" y="939433"/>
                  <a:ext cx="148680" cy="49680"/>
                </a:xfrm>
                <a:prstGeom prst="rect">
                  <a:avLst/>
                </a:prstGeom>
              </p:spPr>
            </p:pic>
          </mc:Fallback>
        </mc:AlternateContent>
      </p:grpSp>
    </p:spTree>
    <p:extLst>
      <p:ext uri="{BB962C8B-B14F-4D97-AF65-F5344CB8AC3E}">
        <p14:creationId xmlns:p14="http://schemas.microsoft.com/office/powerpoint/2010/main" val="26418100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A046D-784A-40DA-47C9-9548C92C014E}"/>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B365A113-6C32-EEE4-0B44-51BFAFCCBA31}"/>
              </a:ext>
            </a:extLst>
          </p:cNvPr>
          <p:cNvSpPr txBox="1">
            <a:spLocks noGrp="1"/>
          </p:cNvSpPr>
          <p:nvPr>
            <p:ph type="title"/>
          </p:nvPr>
        </p:nvSpPr>
        <p:spPr>
          <a:prstGeom prst="rect">
            <a:avLst/>
          </a:prstGeom>
        </p:spPr>
        <p:txBody>
          <a:bodyPr vert="horz" wrap="square" lIns="0" tIns="12700" rIns="0" bIns="0" rtlCol="0">
            <a:spAutoFit/>
          </a:bodyPr>
          <a:lstStyle/>
          <a:p>
            <a:pPr marL="24765">
              <a:lnSpc>
                <a:spcPct val="100000"/>
              </a:lnSpc>
              <a:spcBef>
                <a:spcPts val="100"/>
              </a:spcBef>
            </a:pPr>
            <a:r>
              <a:rPr dirty="0"/>
              <a:t>Thermal</a:t>
            </a:r>
            <a:r>
              <a:rPr spc="204" dirty="0"/>
              <a:t> </a:t>
            </a:r>
            <a:r>
              <a:rPr spc="-20" dirty="0"/>
              <a:t>Noise</a:t>
            </a:r>
          </a:p>
        </p:txBody>
      </p:sp>
      <p:pic>
        <p:nvPicPr>
          <p:cNvPr id="3" name="object 3">
            <a:extLst>
              <a:ext uri="{FF2B5EF4-FFF2-40B4-BE49-F238E27FC236}">
                <a16:creationId xmlns:a16="http://schemas.microsoft.com/office/drawing/2014/main" id="{040D0CED-FED2-5F38-0940-B7887DF0A5F9}"/>
              </a:ext>
            </a:extLst>
          </p:cNvPr>
          <p:cNvPicPr/>
          <p:nvPr/>
        </p:nvPicPr>
        <p:blipFill>
          <a:blip r:embed="rId2" cstate="print"/>
          <a:stretch>
            <a:fillRect/>
          </a:stretch>
        </p:blipFill>
        <p:spPr>
          <a:xfrm>
            <a:off x="228600" y="427089"/>
            <a:ext cx="9677399" cy="3369168"/>
          </a:xfrm>
          <a:prstGeom prst="rect">
            <a:avLst/>
          </a:prstGeom>
        </p:spPr>
      </p:pic>
      <p:pic>
        <p:nvPicPr>
          <p:cNvPr id="6" name="Picture 5" descr="A white background with black text and black text&#10;&#10;AI-generated content may be incorrect.">
            <a:extLst>
              <a:ext uri="{FF2B5EF4-FFF2-40B4-BE49-F238E27FC236}">
                <a16:creationId xmlns:a16="http://schemas.microsoft.com/office/drawing/2014/main" id="{667B9267-1FC2-F153-52DA-B9CEAAE46F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0193" y="2286000"/>
            <a:ext cx="6771835" cy="4191000"/>
          </a:xfrm>
          <a:prstGeom prst="rect">
            <a:avLst/>
          </a:prstGeom>
        </p:spPr>
      </p:pic>
      <p:grpSp>
        <p:nvGrpSpPr>
          <p:cNvPr id="52" name="Group 51">
            <a:extLst>
              <a:ext uri="{FF2B5EF4-FFF2-40B4-BE49-F238E27FC236}">
                <a16:creationId xmlns:a16="http://schemas.microsoft.com/office/drawing/2014/main" id="{DBA83944-A8A5-E4F5-B415-65837C39D171}"/>
              </a:ext>
            </a:extLst>
          </p:cNvPr>
          <p:cNvGrpSpPr/>
          <p:nvPr/>
        </p:nvGrpSpPr>
        <p:grpSpPr>
          <a:xfrm>
            <a:off x="9717950" y="1437517"/>
            <a:ext cx="2311200" cy="2241360"/>
            <a:chOff x="9717950" y="1437517"/>
            <a:chExt cx="2311200" cy="2241360"/>
          </a:xfrm>
        </p:grpSpPr>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15BC0371-81F4-7EE0-DB21-5B11A0409E49}"/>
                    </a:ext>
                  </a:extLst>
                </p14:cNvPr>
                <p14:cNvContentPartPr/>
                <p14:nvPr/>
              </p14:nvContentPartPr>
              <p14:xfrm>
                <a:off x="9829910" y="2596357"/>
                <a:ext cx="405720" cy="64800"/>
              </p14:xfrm>
            </p:contentPart>
          </mc:Choice>
          <mc:Fallback xmlns="">
            <p:pic>
              <p:nvPicPr>
                <p:cNvPr id="13" name="Ink 12">
                  <a:extLst>
                    <a:ext uri="{FF2B5EF4-FFF2-40B4-BE49-F238E27FC236}">
                      <a16:creationId xmlns:a16="http://schemas.microsoft.com/office/drawing/2014/main" id="{15BC0371-81F4-7EE0-DB21-5B11A0409E49}"/>
                    </a:ext>
                  </a:extLst>
                </p:cNvPr>
                <p:cNvPicPr/>
                <p:nvPr/>
              </p:nvPicPr>
              <p:blipFill>
                <a:blip r:embed="rId5"/>
                <a:stretch>
                  <a:fillRect/>
                </a:stretch>
              </p:blipFill>
              <p:spPr>
                <a:xfrm>
                  <a:off x="9811910" y="2578357"/>
                  <a:ext cx="44136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33AE17EF-A26E-F25A-CC37-20A26003AA6B}"/>
                    </a:ext>
                  </a:extLst>
                </p14:cNvPr>
                <p14:cNvContentPartPr/>
                <p14:nvPr/>
              </p14:nvContentPartPr>
              <p14:xfrm>
                <a:off x="9742430" y="2708677"/>
                <a:ext cx="300240" cy="158400"/>
              </p14:xfrm>
            </p:contentPart>
          </mc:Choice>
          <mc:Fallback xmlns="">
            <p:pic>
              <p:nvPicPr>
                <p:cNvPr id="14" name="Ink 13">
                  <a:extLst>
                    <a:ext uri="{FF2B5EF4-FFF2-40B4-BE49-F238E27FC236}">
                      <a16:creationId xmlns:a16="http://schemas.microsoft.com/office/drawing/2014/main" id="{33AE17EF-A26E-F25A-CC37-20A26003AA6B}"/>
                    </a:ext>
                  </a:extLst>
                </p:cNvPr>
                <p:cNvPicPr/>
                <p:nvPr/>
              </p:nvPicPr>
              <p:blipFill>
                <a:blip r:embed="rId7"/>
                <a:stretch>
                  <a:fillRect/>
                </a:stretch>
              </p:blipFill>
              <p:spPr>
                <a:xfrm>
                  <a:off x="9724430" y="2690677"/>
                  <a:ext cx="33588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AB11ADD6-610C-4730-CDA8-DC71801F2C9D}"/>
                    </a:ext>
                  </a:extLst>
                </p14:cNvPr>
                <p14:cNvContentPartPr/>
                <p14:nvPr/>
              </p14:nvContentPartPr>
              <p14:xfrm>
                <a:off x="10016030" y="2647477"/>
                <a:ext cx="194760" cy="329400"/>
              </p14:xfrm>
            </p:contentPart>
          </mc:Choice>
          <mc:Fallback xmlns="">
            <p:pic>
              <p:nvPicPr>
                <p:cNvPr id="15" name="Ink 14">
                  <a:extLst>
                    <a:ext uri="{FF2B5EF4-FFF2-40B4-BE49-F238E27FC236}">
                      <a16:creationId xmlns:a16="http://schemas.microsoft.com/office/drawing/2014/main" id="{AB11ADD6-610C-4730-CDA8-DC71801F2C9D}"/>
                    </a:ext>
                  </a:extLst>
                </p:cNvPr>
                <p:cNvPicPr/>
                <p:nvPr/>
              </p:nvPicPr>
              <p:blipFill>
                <a:blip r:embed="rId9"/>
                <a:stretch>
                  <a:fillRect/>
                </a:stretch>
              </p:blipFill>
              <p:spPr>
                <a:xfrm>
                  <a:off x="9998030" y="2629477"/>
                  <a:ext cx="23040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15228BD2-C36A-CFE4-54F4-3226DBE561B6}"/>
                    </a:ext>
                  </a:extLst>
                </p14:cNvPr>
                <p14:cNvContentPartPr/>
                <p14:nvPr/>
              </p14:nvContentPartPr>
              <p14:xfrm>
                <a:off x="10044110" y="2923237"/>
                <a:ext cx="82440" cy="564480"/>
              </p14:xfrm>
            </p:contentPart>
          </mc:Choice>
          <mc:Fallback xmlns="">
            <p:pic>
              <p:nvPicPr>
                <p:cNvPr id="16" name="Ink 15">
                  <a:extLst>
                    <a:ext uri="{FF2B5EF4-FFF2-40B4-BE49-F238E27FC236}">
                      <a16:creationId xmlns:a16="http://schemas.microsoft.com/office/drawing/2014/main" id="{15228BD2-C36A-CFE4-54F4-3226DBE561B6}"/>
                    </a:ext>
                  </a:extLst>
                </p:cNvPr>
                <p:cNvPicPr/>
                <p:nvPr/>
              </p:nvPicPr>
              <p:blipFill>
                <a:blip r:embed="rId11"/>
                <a:stretch>
                  <a:fillRect/>
                </a:stretch>
              </p:blipFill>
              <p:spPr>
                <a:xfrm>
                  <a:off x="10026031" y="2905237"/>
                  <a:ext cx="118236" cy="600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6CAA6C1F-25E8-F95F-2BC1-5DD1B64F98E1}"/>
                    </a:ext>
                  </a:extLst>
                </p14:cNvPr>
                <p14:cNvContentPartPr/>
                <p14:nvPr/>
              </p14:nvContentPartPr>
              <p14:xfrm>
                <a:off x="9969950" y="2144917"/>
                <a:ext cx="94320" cy="452880"/>
              </p14:xfrm>
            </p:contentPart>
          </mc:Choice>
          <mc:Fallback xmlns="">
            <p:pic>
              <p:nvPicPr>
                <p:cNvPr id="17" name="Ink 16">
                  <a:extLst>
                    <a:ext uri="{FF2B5EF4-FFF2-40B4-BE49-F238E27FC236}">
                      <a16:creationId xmlns:a16="http://schemas.microsoft.com/office/drawing/2014/main" id="{6CAA6C1F-25E8-F95F-2BC1-5DD1B64F98E1}"/>
                    </a:ext>
                  </a:extLst>
                </p:cNvPr>
                <p:cNvPicPr/>
                <p:nvPr/>
              </p:nvPicPr>
              <p:blipFill>
                <a:blip r:embed="rId13"/>
                <a:stretch>
                  <a:fillRect/>
                </a:stretch>
              </p:blipFill>
              <p:spPr>
                <a:xfrm>
                  <a:off x="9951881" y="2126917"/>
                  <a:ext cx="130097" cy="4885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4B3B6272-885C-1925-473D-1929125E5772}"/>
                    </a:ext>
                  </a:extLst>
                </p14:cNvPr>
                <p14:cNvContentPartPr/>
                <p14:nvPr/>
              </p14:nvContentPartPr>
              <p14:xfrm>
                <a:off x="9878150" y="2913517"/>
                <a:ext cx="299160" cy="61200"/>
              </p14:xfrm>
            </p:contentPart>
          </mc:Choice>
          <mc:Fallback xmlns="">
            <p:pic>
              <p:nvPicPr>
                <p:cNvPr id="18" name="Ink 17">
                  <a:extLst>
                    <a:ext uri="{FF2B5EF4-FFF2-40B4-BE49-F238E27FC236}">
                      <a16:creationId xmlns:a16="http://schemas.microsoft.com/office/drawing/2014/main" id="{4B3B6272-885C-1925-473D-1929125E5772}"/>
                    </a:ext>
                  </a:extLst>
                </p:cNvPr>
                <p:cNvPicPr/>
                <p:nvPr/>
              </p:nvPicPr>
              <p:blipFill>
                <a:blip r:embed="rId15"/>
                <a:stretch>
                  <a:fillRect/>
                </a:stretch>
              </p:blipFill>
              <p:spPr>
                <a:xfrm>
                  <a:off x="9860172" y="2895410"/>
                  <a:ext cx="334757" cy="97051"/>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6832C7A9-287B-A686-E0F1-5DE2FF8A3418}"/>
                    </a:ext>
                  </a:extLst>
                </p14:cNvPr>
                <p14:cNvContentPartPr/>
                <p14:nvPr/>
              </p14:nvContentPartPr>
              <p14:xfrm>
                <a:off x="9912350" y="2169037"/>
                <a:ext cx="865080" cy="38520"/>
              </p14:xfrm>
            </p:contentPart>
          </mc:Choice>
          <mc:Fallback xmlns="">
            <p:pic>
              <p:nvPicPr>
                <p:cNvPr id="19" name="Ink 18">
                  <a:extLst>
                    <a:ext uri="{FF2B5EF4-FFF2-40B4-BE49-F238E27FC236}">
                      <a16:creationId xmlns:a16="http://schemas.microsoft.com/office/drawing/2014/main" id="{6832C7A9-287B-A686-E0F1-5DE2FF8A3418}"/>
                    </a:ext>
                  </a:extLst>
                </p:cNvPr>
                <p:cNvPicPr/>
                <p:nvPr/>
              </p:nvPicPr>
              <p:blipFill>
                <a:blip r:embed="rId17"/>
                <a:stretch>
                  <a:fillRect/>
                </a:stretch>
              </p:blipFill>
              <p:spPr>
                <a:xfrm>
                  <a:off x="9894350" y="2151037"/>
                  <a:ext cx="90072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043A8105-EB7B-EB3C-79C0-88E6B1DC4A24}"/>
                    </a:ext>
                  </a:extLst>
                </p14:cNvPr>
                <p14:cNvContentPartPr/>
                <p14:nvPr/>
              </p14:nvContentPartPr>
              <p14:xfrm>
                <a:off x="10648910" y="1962757"/>
                <a:ext cx="200160" cy="838080"/>
              </p14:xfrm>
            </p:contentPart>
          </mc:Choice>
          <mc:Fallback xmlns="">
            <p:pic>
              <p:nvPicPr>
                <p:cNvPr id="20" name="Ink 19">
                  <a:extLst>
                    <a:ext uri="{FF2B5EF4-FFF2-40B4-BE49-F238E27FC236}">
                      <a16:creationId xmlns:a16="http://schemas.microsoft.com/office/drawing/2014/main" id="{043A8105-EB7B-EB3C-79C0-88E6B1DC4A24}"/>
                    </a:ext>
                  </a:extLst>
                </p:cNvPr>
                <p:cNvPicPr/>
                <p:nvPr/>
              </p:nvPicPr>
              <p:blipFill>
                <a:blip r:embed="rId19"/>
                <a:stretch>
                  <a:fillRect/>
                </a:stretch>
              </p:blipFill>
              <p:spPr>
                <a:xfrm>
                  <a:off x="10630910" y="1944757"/>
                  <a:ext cx="235800" cy="873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8DCCB3F7-AB98-9263-B617-574A2C3F98E6}"/>
                    </a:ext>
                  </a:extLst>
                </p14:cNvPr>
                <p14:cNvContentPartPr/>
                <p14:nvPr/>
              </p14:nvContentPartPr>
              <p14:xfrm>
                <a:off x="10678790" y="1966357"/>
                <a:ext cx="802800" cy="852480"/>
              </p14:xfrm>
            </p:contentPart>
          </mc:Choice>
          <mc:Fallback xmlns="">
            <p:pic>
              <p:nvPicPr>
                <p:cNvPr id="21" name="Ink 20">
                  <a:extLst>
                    <a:ext uri="{FF2B5EF4-FFF2-40B4-BE49-F238E27FC236}">
                      <a16:creationId xmlns:a16="http://schemas.microsoft.com/office/drawing/2014/main" id="{8DCCB3F7-AB98-9263-B617-574A2C3F98E6}"/>
                    </a:ext>
                  </a:extLst>
                </p:cNvPr>
                <p:cNvPicPr/>
                <p:nvPr/>
              </p:nvPicPr>
              <p:blipFill>
                <a:blip r:embed="rId21"/>
                <a:stretch>
                  <a:fillRect/>
                </a:stretch>
              </p:blipFill>
              <p:spPr>
                <a:xfrm>
                  <a:off x="10660790" y="1948357"/>
                  <a:ext cx="838440" cy="888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2" name="Ink 21">
                  <a:extLst>
                    <a:ext uri="{FF2B5EF4-FFF2-40B4-BE49-F238E27FC236}">
                      <a16:creationId xmlns:a16="http://schemas.microsoft.com/office/drawing/2014/main" id="{3119AB12-64E1-A89A-97CC-0106528AD632}"/>
                    </a:ext>
                  </a:extLst>
                </p14:cNvPr>
                <p14:cNvContentPartPr/>
                <p14:nvPr/>
              </p14:nvContentPartPr>
              <p14:xfrm>
                <a:off x="10765910" y="2277037"/>
                <a:ext cx="185760" cy="33480"/>
              </p14:xfrm>
            </p:contentPart>
          </mc:Choice>
          <mc:Fallback xmlns="">
            <p:pic>
              <p:nvPicPr>
                <p:cNvPr id="22" name="Ink 21">
                  <a:extLst>
                    <a:ext uri="{FF2B5EF4-FFF2-40B4-BE49-F238E27FC236}">
                      <a16:creationId xmlns:a16="http://schemas.microsoft.com/office/drawing/2014/main" id="{3119AB12-64E1-A89A-97CC-0106528AD632}"/>
                    </a:ext>
                  </a:extLst>
                </p:cNvPr>
                <p:cNvPicPr/>
                <p:nvPr/>
              </p:nvPicPr>
              <p:blipFill>
                <a:blip r:embed="rId23"/>
                <a:stretch>
                  <a:fillRect/>
                </a:stretch>
              </p:blipFill>
              <p:spPr>
                <a:xfrm>
                  <a:off x="10747910" y="2259037"/>
                  <a:ext cx="22140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3" name="Ink 22">
                  <a:extLst>
                    <a:ext uri="{FF2B5EF4-FFF2-40B4-BE49-F238E27FC236}">
                      <a16:creationId xmlns:a16="http://schemas.microsoft.com/office/drawing/2014/main" id="{60E7C86B-844D-5E7A-1956-9C0786FCFFEB}"/>
                    </a:ext>
                  </a:extLst>
                </p14:cNvPr>
                <p14:cNvContentPartPr/>
                <p14:nvPr/>
              </p14:nvContentPartPr>
              <p14:xfrm>
                <a:off x="10943390" y="2568637"/>
                <a:ext cx="76680" cy="29880"/>
              </p14:xfrm>
            </p:contentPart>
          </mc:Choice>
          <mc:Fallback xmlns="">
            <p:pic>
              <p:nvPicPr>
                <p:cNvPr id="23" name="Ink 22">
                  <a:extLst>
                    <a:ext uri="{FF2B5EF4-FFF2-40B4-BE49-F238E27FC236}">
                      <a16:creationId xmlns:a16="http://schemas.microsoft.com/office/drawing/2014/main" id="{60E7C86B-844D-5E7A-1956-9C0786FCFFEB}"/>
                    </a:ext>
                  </a:extLst>
                </p:cNvPr>
                <p:cNvPicPr/>
                <p:nvPr/>
              </p:nvPicPr>
              <p:blipFill>
                <a:blip r:embed="rId25"/>
                <a:stretch>
                  <a:fillRect/>
                </a:stretch>
              </p:blipFill>
              <p:spPr>
                <a:xfrm>
                  <a:off x="10925305" y="2550637"/>
                  <a:ext cx="112488"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4" name="Ink 23">
                  <a:extLst>
                    <a:ext uri="{FF2B5EF4-FFF2-40B4-BE49-F238E27FC236}">
                      <a16:creationId xmlns:a16="http://schemas.microsoft.com/office/drawing/2014/main" id="{8A5CEA5C-812F-4A45-2B2D-11D52BDB167E}"/>
                    </a:ext>
                  </a:extLst>
                </p14:cNvPr>
                <p14:cNvContentPartPr/>
                <p14:nvPr/>
              </p14:nvContentPartPr>
              <p14:xfrm>
                <a:off x="10962470" y="2528317"/>
                <a:ext cx="29520" cy="73800"/>
              </p14:xfrm>
            </p:contentPart>
          </mc:Choice>
          <mc:Fallback xmlns="">
            <p:pic>
              <p:nvPicPr>
                <p:cNvPr id="24" name="Ink 23">
                  <a:extLst>
                    <a:ext uri="{FF2B5EF4-FFF2-40B4-BE49-F238E27FC236}">
                      <a16:creationId xmlns:a16="http://schemas.microsoft.com/office/drawing/2014/main" id="{8A5CEA5C-812F-4A45-2B2D-11D52BDB167E}"/>
                    </a:ext>
                  </a:extLst>
                </p:cNvPr>
                <p:cNvPicPr/>
                <p:nvPr/>
              </p:nvPicPr>
              <p:blipFill>
                <a:blip r:embed="rId27"/>
                <a:stretch>
                  <a:fillRect/>
                </a:stretch>
              </p:blipFill>
              <p:spPr>
                <a:xfrm>
                  <a:off x="10944248" y="2510229"/>
                  <a:ext cx="65600" cy="109615"/>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6" name="Ink 25">
                  <a:extLst>
                    <a:ext uri="{FF2B5EF4-FFF2-40B4-BE49-F238E27FC236}">
                      <a16:creationId xmlns:a16="http://schemas.microsoft.com/office/drawing/2014/main" id="{ABE0D912-0E1D-4802-B8A7-0A391945A36C}"/>
                    </a:ext>
                  </a:extLst>
                </p14:cNvPr>
                <p14:cNvContentPartPr/>
                <p14:nvPr/>
              </p14:nvContentPartPr>
              <p14:xfrm>
                <a:off x="10615790" y="2695357"/>
                <a:ext cx="193680" cy="32760"/>
              </p14:xfrm>
            </p:contentPart>
          </mc:Choice>
          <mc:Fallback xmlns="">
            <p:pic>
              <p:nvPicPr>
                <p:cNvPr id="26" name="Ink 25">
                  <a:extLst>
                    <a:ext uri="{FF2B5EF4-FFF2-40B4-BE49-F238E27FC236}">
                      <a16:creationId xmlns:a16="http://schemas.microsoft.com/office/drawing/2014/main" id="{ABE0D912-0E1D-4802-B8A7-0A391945A36C}"/>
                    </a:ext>
                  </a:extLst>
                </p:cNvPr>
                <p:cNvPicPr/>
                <p:nvPr/>
              </p:nvPicPr>
              <p:blipFill>
                <a:blip r:embed="rId29"/>
                <a:stretch>
                  <a:fillRect/>
                </a:stretch>
              </p:blipFill>
              <p:spPr>
                <a:xfrm>
                  <a:off x="10597790" y="2677357"/>
                  <a:ext cx="22932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7" name="Ink 26">
                  <a:extLst>
                    <a:ext uri="{FF2B5EF4-FFF2-40B4-BE49-F238E27FC236}">
                      <a16:creationId xmlns:a16="http://schemas.microsoft.com/office/drawing/2014/main" id="{7904301B-67B6-3CFC-8C7A-C447EC55AAF1}"/>
                    </a:ext>
                  </a:extLst>
                </p14:cNvPr>
                <p14:cNvContentPartPr/>
                <p14:nvPr/>
              </p14:nvContentPartPr>
              <p14:xfrm>
                <a:off x="10639550" y="2730637"/>
                <a:ext cx="91800" cy="567000"/>
              </p14:xfrm>
            </p:contentPart>
          </mc:Choice>
          <mc:Fallback xmlns="">
            <p:pic>
              <p:nvPicPr>
                <p:cNvPr id="27" name="Ink 26">
                  <a:extLst>
                    <a:ext uri="{FF2B5EF4-FFF2-40B4-BE49-F238E27FC236}">
                      <a16:creationId xmlns:a16="http://schemas.microsoft.com/office/drawing/2014/main" id="{7904301B-67B6-3CFC-8C7A-C447EC55AAF1}"/>
                    </a:ext>
                  </a:extLst>
                </p:cNvPr>
                <p:cNvPicPr/>
                <p:nvPr/>
              </p:nvPicPr>
              <p:blipFill>
                <a:blip r:embed="rId31"/>
                <a:stretch>
                  <a:fillRect/>
                </a:stretch>
              </p:blipFill>
              <p:spPr>
                <a:xfrm>
                  <a:off x="10621550" y="2712637"/>
                  <a:ext cx="127440" cy="602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8" name="Ink 27">
                  <a:extLst>
                    <a:ext uri="{FF2B5EF4-FFF2-40B4-BE49-F238E27FC236}">
                      <a16:creationId xmlns:a16="http://schemas.microsoft.com/office/drawing/2014/main" id="{DD12DAD4-53EF-00ED-0226-5C42A474E136}"/>
                    </a:ext>
                  </a:extLst>
                </p14:cNvPr>
                <p14:cNvContentPartPr/>
                <p14:nvPr/>
              </p14:nvContentPartPr>
              <p14:xfrm>
                <a:off x="10624790" y="3236077"/>
                <a:ext cx="187560" cy="90360"/>
              </p14:xfrm>
            </p:contentPart>
          </mc:Choice>
          <mc:Fallback xmlns="">
            <p:pic>
              <p:nvPicPr>
                <p:cNvPr id="28" name="Ink 27">
                  <a:extLst>
                    <a:ext uri="{FF2B5EF4-FFF2-40B4-BE49-F238E27FC236}">
                      <a16:creationId xmlns:a16="http://schemas.microsoft.com/office/drawing/2014/main" id="{DD12DAD4-53EF-00ED-0226-5C42A474E136}"/>
                    </a:ext>
                  </a:extLst>
                </p:cNvPr>
                <p:cNvPicPr/>
                <p:nvPr/>
              </p:nvPicPr>
              <p:blipFill>
                <a:blip r:embed="rId33"/>
                <a:stretch>
                  <a:fillRect/>
                </a:stretch>
              </p:blipFill>
              <p:spPr>
                <a:xfrm>
                  <a:off x="10606790" y="3218077"/>
                  <a:ext cx="2232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9" name="Ink 28">
                  <a:extLst>
                    <a:ext uri="{FF2B5EF4-FFF2-40B4-BE49-F238E27FC236}">
                      <a16:creationId xmlns:a16="http://schemas.microsoft.com/office/drawing/2014/main" id="{52E51120-862E-C81D-AB32-5E681396E0FF}"/>
                    </a:ext>
                  </a:extLst>
                </p14:cNvPr>
                <p14:cNvContentPartPr/>
                <p14:nvPr/>
              </p14:nvContentPartPr>
              <p14:xfrm>
                <a:off x="10660430" y="3296197"/>
                <a:ext cx="116280" cy="91440"/>
              </p14:xfrm>
            </p:contentPart>
          </mc:Choice>
          <mc:Fallback xmlns="">
            <p:pic>
              <p:nvPicPr>
                <p:cNvPr id="29" name="Ink 28">
                  <a:extLst>
                    <a:ext uri="{FF2B5EF4-FFF2-40B4-BE49-F238E27FC236}">
                      <a16:creationId xmlns:a16="http://schemas.microsoft.com/office/drawing/2014/main" id="{52E51120-862E-C81D-AB32-5E681396E0FF}"/>
                    </a:ext>
                  </a:extLst>
                </p:cNvPr>
                <p:cNvPicPr/>
                <p:nvPr/>
              </p:nvPicPr>
              <p:blipFill>
                <a:blip r:embed="rId35"/>
                <a:stretch>
                  <a:fillRect/>
                </a:stretch>
              </p:blipFill>
              <p:spPr>
                <a:xfrm>
                  <a:off x="10642430" y="3278126"/>
                  <a:ext cx="151920" cy="127221"/>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0" name="Ink 29">
                  <a:extLst>
                    <a:ext uri="{FF2B5EF4-FFF2-40B4-BE49-F238E27FC236}">
                      <a16:creationId xmlns:a16="http://schemas.microsoft.com/office/drawing/2014/main" id="{8BF997D0-89BC-B05F-1BB6-B402663ED5E8}"/>
                    </a:ext>
                  </a:extLst>
                </p14:cNvPr>
                <p14:cNvContentPartPr/>
                <p14:nvPr/>
              </p14:nvContentPartPr>
              <p14:xfrm>
                <a:off x="10747550" y="3270637"/>
                <a:ext cx="86400" cy="118440"/>
              </p14:xfrm>
            </p:contentPart>
          </mc:Choice>
          <mc:Fallback xmlns="">
            <p:pic>
              <p:nvPicPr>
                <p:cNvPr id="30" name="Ink 29">
                  <a:extLst>
                    <a:ext uri="{FF2B5EF4-FFF2-40B4-BE49-F238E27FC236}">
                      <a16:creationId xmlns:a16="http://schemas.microsoft.com/office/drawing/2014/main" id="{8BF997D0-89BC-B05F-1BB6-B402663ED5E8}"/>
                    </a:ext>
                  </a:extLst>
                </p:cNvPr>
                <p:cNvPicPr/>
                <p:nvPr/>
              </p:nvPicPr>
              <p:blipFill>
                <a:blip r:embed="rId37"/>
                <a:stretch>
                  <a:fillRect/>
                </a:stretch>
              </p:blipFill>
              <p:spPr>
                <a:xfrm>
                  <a:off x="10729550" y="3252637"/>
                  <a:ext cx="1220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1" name="Ink 30">
                  <a:extLst>
                    <a:ext uri="{FF2B5EF4-FFF2-40B4-BE49-F238E27FC236}">
                      <a16:creationId xmlns:a16="http://schemas.microsoft.com/office/drawing/2014/main" id="{22FD7DFF-2E8D-FEBF-5349-12DD00CAF0CF}"/>
                    </a:ext>
                  </a:extLst>
                </p14:cNvPr>
                <p14:cNvContentPartPr/>
                <p14:nvPr/>
              </p14:nvContentPartPr>
              <p14:xfrm>
                <a:off x="10028990" y="3556477"/>
                <a:ext cx="151560" cy="13320"/>
              </p14:xfrm>
            </p:contentPart>
          </mc:Choice>
          <mc:Fallback xmlns="">
            <p:pic>
              <p:nvPicPr>
                <p:cNvPr id="31" name="Ink 30">
                  <a:extLst>
                    <a:ext uri="{FF2B5EF4-FFF2-40B4-BE49-F238E27FC236}">
                      <a16:creationId xmlns:a16="http://schemas.microsoft.com/office/drawing/2014/main" id="{22FD7DFF-2E8D-FEBF-5349-12DD00CAF0CF}"/>
                    </a:ext>
                  </a:extLst>
                </p:cNvPr>
                <p:cNvPicPr/>
                <p:nvPr/>
              </p:nvPicPr>
              <p:blipFill>
                <a:blip r:embed="rId39"/>
                <a:stretch>
                  <a:fillRect/>
                </a:stretch>
              </p:blipFill>
              <p:spPr>
                <a:xfrm>
                  <a:off x="10010990" y="3538951"/>
                  <a:ext cx="187200" cy="48022"/>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2" name="Ink 31">
                  <a:extLst>
                    <a:ext uri="{FF2B5EF4-FFF2-40B4-BE49-F238E27FC236}">
                      <a16:creationId xmlns:a16="http://schemas.microsoft.com/office/drawing/2014/main" id="{B12AE914-AFF7-FDF4-B2E5-70C4BE8BBC59}"/>
                    </a:ext>
                  </a:extLst>
                </p14:cNvPr>
                <p14:cNvContentPartPr/>
                <p14:nvPr/>
              </p14:nvContentPartPr>
              <p14:xfrm>
                <a:off x="10058870" y="3581677"/>
                <a:ext cx="103320" cy="91800"/>
              </p14:xfrm>
            </p:contentPart>
          </mc:Choice>
          <mc:Fallback xmlns="">
            <p:pic>
              <p:nvPicPr>
                <p:cNvPr id="32" name="Ink 31">
                  <a:extLst>
                    <a:ext uri="{FF2B5EF4-FFF2-40B4-BE49-F238E27FC236}">
                      <a16:creationId xmlns:a16="http://schemas.microsoft.com/office/drawing/2014/main" id="{B12AE914-AFF7-FDF4-B2E5-70C4BE8BBC59}"/>
                    </a:ext>
                  </a:extLst>
                </p:cNvPr>
                <p:cNvPicPr/>
                <p:nvPr/>
              </p:nvPicPr>
              <p:blipFill>
                <a:blip r:embed="rId41"/>
                <a:stretch>
                  <a:fillRect/>
                </a:stretch>
              </p:blipFill>
              <p:spPr>
                <a:xfrm>
                  <a:off x="10040807" y="3563677"/>
                  <a:ext cx="139085"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3" name="Ink 32">
                  <a:extLst>
                    <a:ext uri="{FF2B5EF4-FFF2-40B4-BE49-F238E27FC236}">
                      <a16:creationId xmlns:a16="http://schemas.microsoft.com/office/drawing/2014/main" id="{3B6D71E1-A51B-F6B5-7831-7DD27298B509}"/>
                    </a:ext>
                  </a:extLst>
                </p14:cNvPr>
                <p14:cNvContentPartPr/>
                <p14:nvPr/>
              </p14:nvContentPartPr>
              <p14:xfrm>
                <a:off x="10149590" y="3580957"/>
                <a:ext cx="69840" cy="97920"/>
              </p14:xfrm>
            </p:contentPart>
          </mc:Choice>
          <mc:Fallback xmlns="">
            <p:pic>
              <p:nvPicPr>
                <p:cNvPr id="33" name="Ink 32">
                  <a:extLst>
                    <a:ext uri="{FF2B5EF4-FFF2-40B4-BE49-F238E27FC236}">
                      <a16:creationId xmlns:a16="http://schemas.microsoft.com/office/drawing/2014/main" id="{3B6D71E1-A51B-F6B5-7831-7DD27298B509}"/>
                    </a:ext>
                  </a:extLst>
                </p:cNvPr>
                <p:cNvPicPr/>
                <p:nvPr/>
              </p:nvPicPr>
              <p:blipFill>
                <a:blip r:embed="rId43"/>
                <a:stretch>
                  <a:fillRect/>
                </a:stretch>
              </p:blipFill>
              <p:spPr>
                <a:xfrm>
                  <a:off x="10131590" y="3562957"/>
                  <a:ext cx="10548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4" name="Ink 33">
                  <a:extLst>
                    <a:ext uri="{FF2B5EF4-FFF2-40B4-BE49-F238E27FC236}">
                      <a16:creationId xmlns:a16="http://schemas.microsoft.com/office/drawing/2014/main" id="{31797F2F-62F9-0A22-E0B0-EE182F7DDA09}"/>
                    </a:ext>
                  </a:extLst>
                </p14:cNvPr>
                <p14:cNvContentPartPr/>
                <p14:nvPr/>
              </p14:nvContentPartPr>
              <p14:xfrm>
                <a:off x="10305470" y="1585477"/>
                <a:ext cx="75600" cy="552960"/>
              </p14:xfrm>
            </p:contentPart>
          </mc:Choice>
          <mc:Fallback xmlns="">
            <p:pic>
              <p:nvPicPr>
                <p:cNvPr id="34" name="Ink 33">
                  <a:extLst>
                    <a:ext uri="{FF2B5EF4-FFF2-40B4-BE49-F238E27FC236}">
                      <a16:creationId xmlns:a16="http://schemas.microsoft.com/office/drawing/2014/main" id="{31797F2F-62F9-0A22-E0B0-EE182F7DDA09}"/>
                    </a:ext>
                  </a:extLst>
                </p:cNvPr>
                <p:cNvPicPr/>
                <p:nvPr/>
              </p:nvPicPr>
              <p:blipFill>
                <a:blip r:embed="rId45"/>
                <a:stretch>
                  <a:fillRect/>
                </a:stretch>
              </p:blipFill>
              <p:spPr>
                <a:xfrm>
                  <a:off x="10287555" y="1567477"/>
                  <a:ext cx="111071" cy="588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5" name="Ink 34">
                  <a:extLst>
                    <a:ext uri="{FF2B5EF4-FFF2-40B4-BE49-F238E27FC236}">
                      <a16:creationId xmlns:a16="http://schemas.microsoft.com/office/drawing/2014/main" id="{7BA8BB8F-75BA-0CE5-92E2-684CE1D54B59}"/>
                    </a:ext>
                  </a:extLst>
                </p14:cNvPr>
                <p14:cNvContentPartPr/>
                <p14:nvPr/>
              </p14:nvContentPartPr>
              <p14:xfrm>
                <a:off x="10309430" y="1592677"/>
                <a:ext cx="291960" cy="25560"/>
              </p14:xfrm>
            </p:contentPart>
          </mc:Choice>
          <mc:Fallback xmlns="">
            <p:pic>
              <p:nvPicPr>
                <p:cNvPr id="35" name="Ink 34">
                  <a:extLst>
                    <a:ext uri="{FF2B5EF4-FFF2-40B4-BE49-F238E27FC236}">
                      <a16:creationId xmlns:a16="http://schemas.microsoft.com/office/drawing/2014/main" id="{7BA8BB8F-75BA-0CE5-92E2-684CE1D54B59}"/>
                    </a:ext>
                  </a:extLst>
                </p:cNvPr>
                <p:cNvPicPr/>
                <p:nvPr/>
              </p:nvPicPr>
              <p:blipFill>
                <a:blip r:embed="rId47"/>
                <a:stretch>
                  <a:fillRect/>
                </a:stretch>
              </p:blipFill>
              <p:spPr>
                <a:xfrm>
                  <a:off x="10291452" y="1574420"/>
                  <a:ext cx="327556" cy="61709"/>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6" name="Ink 35">
                  <a:extLst>
                    <a:ext uri="{FF2B5EF4-FFF2-40B4-BE49-F238E27FC236}">
                      <a16:creationId xmlns:a16="http://schemas.microsoft.com/office/drawing/2014/main" id="{2C96F7BB-EAB2-0AC0-5678-F6C6BC22C83F}"/>
                    </a:ext>
                  </a:extLst>
                </p14:cNvPr>
                <p14:cNvContentPartPr/>
                <p14:nvPr/>
              </p14:nvContentPartPr>
              <p14:xfrm>
                <a:off x="10697150" y="1437517"/>
                <a:ext cx="375120" cy="153720"/>
              </p14:xfrm>
            </p:contentPart>
          </mc:Choice>
          <mc:Fallback xmlns="">
            <p:pic>
              <p:nvPicPr>
                <p:cNvPr id="36" name="Ink 35">
                  <a:extLst>
                    <a:ext uri="{FF2B5EF4-FFF2-40B4-BE49-F238E27FC236}">
                      <a16:creationId xmlns:a16="http://schemas.microsoft.com/office/drawing/2014/main" id="{2C96F7BB-EAB2-0AC0-5678-F6C6BC22C83F}"/>
                    </a:ext>
                  </a:extLst>
                </p:cNvPr>
                <p:cNvPicPr/>
                <p:nvPr/>
              </p:nvPicPr>
              <p:blipFill>
                <a:blip r:embed="rId49"/>
                <a:stretch>
                  <a:fillRect/>
                </a:stretch>
              </p:blipFill>
              <p:spPr>
                <a:xfrm>
                  <a:off x="10679150" y="1419517"/>
                  <a:ext cx="41076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7" name="Ink 36">
                  <a:extLst>
                    <a:ext uri="{FF2B5EF4-FFF2-40B4-BE49-F238E27FC236}">
                      <a16:creationId xmlns:a16="http://schemas.microsoft.com/office/drawing/2014/main" id="{5E16E088-85D2-67B6-4052-42BECCACAEBC}"/>
                    </a:ext>
                  </a:extLst>
                </p14:cNvPr>
                <p14:cNvContentPartPr/>
                <p14:nvPr/>
              </p14:nvContentPartPr>
              <p14:xfrm>
                <a:off x="11117630" y="1518877"/>
                <a:ext cx="228600" cy="45000"/>
              </p14:xfrm>
            </p:contentPart>
          </mc:Choice>
          <mc:Fallback xmlns="">
            <p:pic>
              <p:nvPicPr>
                <p:cNvPr id="37" name="Ink 36">
                  <a:extLst>
                    <a:ext uri="{FF2B5EF4-FFF2-40B4-BE49-F238E27FC236}">
                      <a16:creationId xmlns:a16="http://schemas.microsoft.com/office/drawing/2014/main" id="{5E16E088-85D2-67B6-4052-42BECCACAEBC}"/>
                    </a:ext>
                  </a:extLst>
                </p:cNvPr>
                <p:cNvPicPr/>
                <p:nvPr/>
              </p:nvPicPr>
              <p:blipFill>
                <a:blip r:embed="rId51"/>
                <a:stretch>
                  <a:fillRect/>
                </a:stretch>
              </p:blipFill>
              <p:spPr>
                <a:xfrm>
                  <a:off x="11099602" y="1500877"/>
                  <a:ext cx="264296"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8" name="Ink 37">
                  <a:extLst>
                    <a:ext uri="{FF2B5EF4-FFF2-40B4-BE49-F238E27FC236}">
                      <a16:creationId xmlns:a16="http://schemas.microsoft.com/office/drawing/2014/main" id="{DDECFCC5-30C7-1675-1F02-BEC64D8A5258}"/>
                    </a:ext>
                  </a:extLst>
                </p14:cNvPr>
                <p14:cNvContentPartPr/>
                <p14:nvPr/>
              </p14:nvContentPartPr>
              <p14:xfrm>
                <a:off x="11466830" y="1486477"/>
                <a:ext cx="207720" cy="945360"/>
              </p14:xfrm>
            </p:contentPart>
          </mc:Choice>
          <mc:Fallback xmlns="">
            <p:pic>
              <p:nvPicPr>
                <p:cNvPr id="38" name="Ink 37">
                  <a:extLst>
                    <a:ext uri="{FF2B5EF4-FFF2-40B4-BE49-F238E27FC236}">
                      <a16:creationId xmlns:a16="http://schemas.microsoft.com/office/drawing/2014/main" id="{DDECFCC5-30C7-1675-1F02-BEC64D8A5258}"/>
                    </a:ext>
                  </a:extLst>
                </p:cNvPr>
                <p:cNvPicPr/>
                <p:nvPr/>
              </p:nvPicPr>
              <p:blipFill>
                <a:blip r:embed="rId53"/>
                <a:stretch>
                  <a:fillRect/>
                </a:stretch>
              </p:blipFill>
              <p:spPr>
                <a:xfrm>
                  <a:off x="11448861" y="1468477"/>
                  <a:ext cx="243298" cy="981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9" name="Ink 38">
                  <a:extLst>
                    <a:ext uri="{FF2B5EF4-FFF2-40B4-BE49-F238E27FC236}">
                      <a16:creationId xmlns:a16="http://schemas.microsoft.com/office/drawing/2014/main" id="{5AB1B69B-B403-6A00-2E17-77041E3E9B3D}"/>
                    </a:ext>
                  </a:extLst>
                </p14:cNvPr>
                <p14:cNvContentPartPr/>
                <p14:nvPr/>
              </p14:nvContentPartPr>
              <p14:xfrm>
                <a:off x="11507150" y="2292157"/>
                <a:ext cx="522000" cy="117000"/>
              </p14:xfrm>
            </p:contentPart>
          </mc:Choice>
          <mc:Fallback xmlns="">
            <p:pic>
              <p:nvPicPr>
                <p:cNvPr id="39" name="Ink 38">
                  <a:extLst>
                    <a:ext uri="{FF2B5EF4-FFF2-40B4-BE49-F238E27FC236}">
                      <a16:creationId xmlns:a16="http://schemas.microsoft.com/office/drawing/2014/main" id="{5AB1B69B-B403-6A00-2E17-77041E3E9B3D}"/>
                    </a:ext>
                  </a:extLst>
                </p:cNvPr>
                <p:cNvPicPr/>
                <p:nvPr/>
              </p:nvPicPr>
              <p:blipFill>
                <a:blip r:embed="rId55"/>
                <a:stretch>
                  <a:fillRect/>
                </a:stretch>
              </p:blipFill>
              <p:spPr>
                <a:xfrm>
                  <a:off x="11489138" y="2274157"/>
                  <a:ext cx="557665"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0" name="Ink 39">
                  <a:extLst>
                    <a:ext uri="{FF2B5EF4-FFF2-40B4-BE49-F238E27FC236}">
                      <a16:creationId xmlns:a16="http://schemas.microsoft.com/office/drawing/2014/main" id="{C0CA8833-34B5-701E-F5B5-B517C2577DA6}"/>
                    </a:ext>
                  </a:extLst>
                </p14:cNvPr>
                <p14:cNvContentPartPr/>
                <p14:nvPr/>
              </p14:nvContentPartPr>
              <p14:xfrm>
                <a:off x="11950310" y="2306557"/>
                <a:ext cx="69840" cy="61200"/>
              </p14:xfrm>
            </p:contentPart>
          </mc:Choice>
          <mc:Fallback xmlns="">
            <p:pic>
              <p:nvPicPr>
                <p:cNvPr id="40" name="Ink 39">
                  <a:extLst>
                    <a:ext uri="{FF2B5EF4-FFF2-40B4-BE49-F238E27FC236}">
                      <a16:creationId xmlns:a16="http://schemas.microsoft.com/office/drawing/2014/main" id="{C0CA8833-34B5-701E-F5B5-B517C2577DA6}"/>
                    </a:ext>
                  </a:extLst>
                </p:cNvPr>
                <p:cNvPicPr/>
                <p:nvPr/>
              </p:nvPicPr>
              <p:blipFill>
                <a:blip r:embed="rId57"/>
                <a:stretch>
                  <a:fillRect/>
                </a:stretch>
              </p:blipFill>
              <p:spPr>
                <a:xfrm>
                  <a:off x="11932217" y="2288557"/>
                  <a:ext cx="105665"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7" name="Ink 46">
                  <a:extLst>
                    <a:ext uri="{FF2B5EF4-FFF2-40B4-BE49-F238E27FC236}">
                      <a16:creationId xmlns:a16="http://schemas.microsoft.com/office/drawing/2014/main" id="{0EA4EE62-1D32-884E-FDE5-A8BD80F92C70}"/>
                    </a:ext>
                  </a:extLst>
                </p14:cNvPr>
                <p14:cNvContentPartPr/>
                <p14:nvPr/>
              </p14:nvContentPartPr>
              <p14:xfrm>
                <a:off x="9725870" y="1945837"/>
                <a:ext cx="412920" cy="421200"/>
              </p14:xfrm>
            </p:contentPart>
          </mc:Choice>
          <mc:Fallback xmlns="">
            <p:pic>
              <p:nvPicPr>
                <p:cNvPr id="47" name="Ink 46">
                  <a:extLst>
                    <a:ext uri="{FF2B5EF4-FFF2-40B4-BE49-F238E27FC236}">
                      <a16:creationId xmlns:a16="http://schemas.microsoft.com/office/drawing/2014/main" id="{0EA4EE62-1D32-884E-FDE5-A8BD80F92C70}"/>
                    </a:ext>
                  </a:extLst>
                </p:cNvPr>
                <p:cNvPicPr/>
                <p:nvPr/>
              </p:nvPicPr>
              <p:blipFill>
                <a:blip r:embed="rId59"/>
                <a:stretch>
                  <a:fillRect/>
                </a:stretch>
              </p:blipFill>
              <p:spPr>
                <a:xfrm>
                  <a:off x="9707886" y="1927837"/>
                  <a:ext cx="448529" cy="4568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8" name="Ink 47">
                  <a:extLst>
                    <a:ext uri="{FF2B5EF4-FFF2-40B4-BE49-F238E27FC236}">
                      <a16:creationId xmlns:a16="http://schemas.microsoft.com/office/drawing/2014/main" id="{770D5A0C-A436-4094-35CF-E27A63A8637E}"/>
                    </a:ext>
                  </a:extLst>
                </p14:cNvPr>
                <p14:cNvContentPartPr/>
                <p14:nvPr/>
              </p14:nvContentPartPr>
              <p14:xfrm>
                <a:off x="10085150" y="1879237"/>
                <a:ext cx="56160" cy="111600"/>
              </p14:xfrm>
            </p:contentPart>
          </mc:Choice>
          <mc:Fallback xmlns="">
            <p:pic>
              <p:nvPicPr>
                <p:cNvPr id="48" name="Ink 47">
                  <a:extLst>
                    <a:ext uri="{FF2B5EF4-FFF2-40B4-BE49-F238E27FC236}">
                      <a16:creationId xmlns:a16="http://schemas.microsoft.com/office/drawing/2014/main" id="{770D5A0C-A436-4094-35CF-E27A63A8637E}"/>
                    </a:ext>
                  </a:extLst>
                </p:cNvPr>
                <p:cNvPicPr/>
                <p:nvPr/>
              </p:nvPicPr>
              <p:blipFill>
                <a:blip r:embed="rId61"/>
                <a:stretch>
                  <a:fillRect/>
                </a:stretch>
              </p:blipFill>
              <p:spPr>
                <a:xfrm>
                  <a:off x="10067150" y="1861237"/>
                  <a:ext cx="9180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9" name="Ink 48">
                  <a:extLst>
                    <a:ext uri="{FF2B5EF4-FFF2-40B4-BE49-F238E27FC236}">
                      <a16:creationId xmlns:a16="http://schemas.microsoft.com/office/drawing/2014/main" id="{8F6E50C9-A9FC-2164-1288-88661A885F39}"/>
                    </a:ext>
                  </a:extLst>
                </p14:cNvPr>
                <p14:cNvContentPartPr/>
                <p14:nvPr/>
              </p14:nvContentPartPr>
              <p14:xfrm>
                <a:off x="9717950" y="1643437"/>
                <a:ext cx="96840" cy="121320"/>
              </p14:xfrm>
            </p:contentPart>
          </mc:Choice>
          <mc:Fallback xmlns="">
            <p:pic>
              <p:nvPicPr>
                <p:cNvPr id="49" name="Ink 48">
                  <a:extLst>
                    <a:ext uri="{FF2B5EF4-FFF2-40B4-BE49-F238E27FC236}">
                      <a16:creationId xmlns:a16="http://schemas.microsoft.com/office/drawing/2014/main" id="{8F6E50C9-A9FC-2164-1288-88661A885F39}"/>
                    </a:ext>
                  </a:extLst>
                </p:cNvPr>
                <p:cNvPicPr/>
                <p:nvPr/>
              </p:nvPicPr>
              <p:blipFill>
                <a:blip r:embed="rId63"/>
                <a:stretch>
                  <a:fillRect/>
                </a:stretch>
              </p:blipFill>
              <p:spPr>
                <a:xfrm>
                  <a:off x="9699950" y="1625490"/>
                  <a:ext cx="132480" cy="156855"/>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0" name="Ink 49">
                  <a:extLst>
                    <a:ext uri="{FF2B5EF4-FFF2-40B4-BE49-F238E27FC236}">
                      <a16:creationId xmlns:a16="http://schemas.microsoft.com/office/drawing/2014/main" id="{0EA0433B-15F5-1EF1-F8F7-4B10861BED1A}"/>
                    </a:ext>
                  </a:extLst>
                </p14:cNvPr>
                <p14:cNvContentPartPr/>
                <p14:nvPr/>
              </p14:nvContentPartPr>
              <p14:xfrm>
                <a:off x="9731630" y="1526077"/>
                <a:ext cx="34200" cy="2160"/>
              </p14:xfrm>
            </p:contentPart>
          </mc:Choice>
          <mc:Fallback xmlns="">
            <p:pic>
              <p:nvPicPr>
                <p:cNvPr id="50" name="Ink 49">
                  <a:extLst>
                    <a:ext uri="{FF2B5EF4-FFF2-40B4-BE49-F238E27FC236}">
                      <a16:creationId xmlns:a16="http://schemas.microsoft.com/office/drawing/2014/main" id="{0EA0433B-15F5-1EF1-F8F7-4B10861BED1A}"/>
                    </a:ext>
                  </a:extLst>
                </p:cNvPr>
                <p:cNvPicPr/>
                <p:nvPr/>
              </p:nvPicPr>
              <p:blipFill>
                <a:blip r:embed="rId65"/>
                <a:stretch>
                  <a:fillRect/>
                </a:stretch>
              </p:blipFill>
              <p:spPr>
                <a:xfrm>
                  <a:off x="9713630" y="1508077"/>
                  <a:ext cx="6984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1" name="Ink 50">
                  <a:extLst>
                    <a:ext uri="{FF2B5EF4-FFF2-40B4-BE49-F238E27FC236}">
                      <a16:creationId xmlns:a16="http://schemas.microsoft.com/office/drawing/2014/main" id="{E9054EE4-A564-ACA4-7DA1-B23951324231}"/>
                    </a:ext>
                  </a:extLst>
                </p14:cNvPr>
                <p14:cNvContentPartPr/>
                <p14:nvPr/>
              </p14:nvContentPartPr>
              <p14:xfrm>
                <a:off x="9909830" y="1668997"/>
                <a:ext cx="33120" cy="135720"/>
              </p14:xfrm>
            </p:contentPart>
          </mc:Choice>
          <mc:Fallback xmlns="">
            <p:pic>
              <p:nvPicPr>
                <p:cNvPr id="51" name="Ink 50">
                  <a:extLst>
                    <a:ext uri="{FF2B5EF4-FFF2-40B4-BE49-F238E27FC236}">
                      <a16:creationId xmlns:a16="http://schemas.microsoft.com/office/drawing/2014/main" id="{E9054EE4-A564-ACA4-7DA1-B23951324231}"/>
                    </a:ext>
                  </a:extLst>
                </p:cNvPr>
                <p:cNvPicPr/>
                <p:nvPr/>
              </p:nvPicPr>
              <p:blipFill>
                <a:blip r:embed="rId67"/>
                <a:stretch>
                  <a:fillRect/>
                </a:stretch>
              </p:blipFill>
              <p:spPr>
                <a:xfrm>
                  <a:off x="9891830" y="1650997"/>
                  <a:ext cx="68760" cy="171360"/>
                </a:xfrm>
                <a:prstGeom prst="rect">
                  <a:avLst/>
                </a:prstGeom>
              </p:spPr>
            </p:pic>
          </mc:Fallback>
        </mc:AlternateContent>
      </p:grpSp>
      <p:grpSp>
        <p:nvGrpSpPr>
          <p:cNvPr id="58" name="Group 57">
            <a:extLst>
              <a:ext uri="{FF2B5EF4-FFF2-40B4-BE49-F238E27FC236}">
                <a16:creationId xmlns:a16="http://schemas.microsoft.com/office/drawing/2014/main" id="{9A973F30-D30A-B420-8E71-593EAE763D18}"/>
              </a:ext>
            </a:extLst>
          </p:cNvPr>
          <p:cNvGrpSpPr/>
          <p:nvPr/>
        </p:nvGrpSpPr>
        <p:grpSpPr>
          <a:xfrm>
            <a:off x="11583830" y="2709757"/>
            <a:ext cx="519480" cy="260280"/>
            <a:chOff x="11583830" y="2709757"/>
            <a:chExt cx="519480" cy="260280"/>
          </a:xfrm>
        </p:grpSpPr>
        <mc:AlternateContent xmlns:mc="http://schemas.openxmlformats.org/markup-compatibility/2006" xmlns:p14="http://schemas.microsoft.com/office/powerpoint/2010/main">
          <mc:Choice Requires="p14">
            <p:contentPart p14:bwMode="auto" r:id="rId68">
              <p14:nvContentPartPr>
                <p14:cNvPr id="53" name="Ink 52">
                  <a:extLst>
                    <a:ext uri="{FF2B5EF4-FFF2-40B4-BE49-F238E27FC236}">
                      <a16:creationId xmlns:a16="http://schemas.microsoft.com/office/drawing/2014/main" id="{EE4B5DC2-BF3F-3E2C-8799-1CC595417626}"/>
                    </a:ext>
                  </a:extLst>
                </p14:cNvPr>
                <p14:cNvContentPartPr/>
                <p14:nvPr/>
              </p14:nvContentPartPr>
              <p14:xfrm>
                <a:off x="11583830" y="2709757"/>
                <a:ext cx="144000" cy="182520"/>
              </p14:xfrm>
            </p:contentPart>
          </mc:Choice>
          <mc:Fallback xmlns="">
            <p:pic>
              <p:nvPicPr>
                <p:cNvPr id="53" name="Ink 52">
                  <a:extLst>
                    <a:ext uri="{FF2B5EF4-FFF2-40B4-BE49-F238E27FC236}">
                      <a16:creationId xmlns:a16="http://schemas.microsoft.com/office/drawing/2014/main" id="{EE4B5DC2-BF3F-3E2C-8799-1CC595417626}"/>
                    </a:ext>
                  </a:extLst>
                </p:cNvPr>
                <p:cNvPicPr/>
                <p:nvPr/>
              </p:nvPicPr>
              <p:blipFill>
                <a:blip r:embed="rId69"/>
                <a:stretch>
                  <a:fillRect/>
                </a:stretch>
              </p:blipFill>
              <p:spPr>
                <a:xfrm>
                  <a:off x="11565830" y="2691757"/>
                  <a:ext cx="17964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4" name="Ink 53">
                  <a:extLst>
                    <a:ext uri="{FF2B5EF4-FFF2-40B4-BE49-F238E27FC236}">
                      <a16:creationId xmlns:a16="http://schemas.microsoft.com/office/drawing/2014/main" id="{B38D5AC0-14A0-6DB9-782E-781BC8326B9E}"/>
                    </a:ext>
                  </a:extLst>
                </p14:cNvPr>
                <p14:cNvContentPartPr/>
                <p14:nvPr/>
              </p14:nvContentPartPr>
              <p14:xfrm>
                <a:off x="11775710" y="2895517"/>
                <a:ext cx="37440" cy="45360"/>
              </p14:xfrm>
            </p:contentPart>
          </mc:Choice>
          <mc:Fallback xmlns="">
            <p:pic>
              <p:nvPicPr>
                <p:cNvPr id="54" name="Ink 53">
                  <a:extLst>
                    <a:ext uri="{FF2B5EF4-FFF2-40B4-BE49-F238E27FC236}">
                      <a16:creationId xmlns:a16="http://schemas.microsoft.com/office/drawing/2014/main" id="{B38D5AC0-14A0-6DB9-782E-781BC8326B9E}"/>
                    </a:ext>
                  </a:extLst>
                </p:cNvPr>
                <p:cNvPicPr/>
                <p:nvPr/>
              </p:nvPicPr>
              <p:blipFill>
                <a:blip r:embed="rId71"/>
                <a:stretch>
                  <a:fillRect/>
                </a:stretch>
              </p:blipFill>
              <p:spPr>
                <a:xfrm>
                  <a:off x="11757710" y="2877517"/>
                  <a:ext cx="7308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5" name="Ink 54">
                  <a:extLst>
                    <a:ext uri="{FF2B5EF4-FFF2-40B4-BE49-F238E27FC236}">
                      <a16:creationId xmlns:a16="http://schemas.microsoft.com/office/drawing/2014/main" id="{C52EC156-9A8D-0FA6-D347-466F85080012}"/>
                    </a:ext>
                  </a:extLst>
                </p14:cNvPr>
                <p14:cNvContentPartPr/>
                <p14:nvPr/>
              </p14:nvContentPartPr>
              <p14:xfrm>
                <a:off x="11877230" y="2881477"/>
                <a:ext cx="120960" cy="88560"/>
              </p14:xfrm>
            </p:contentPart>
          </mc:Choice>
          <mc:Fallback xmlns="">
            <p:pic>
              <p:nvPicPr>
                <p:cNvPr id="55" name="Ink 54">
                  <a:extLst>
                    <a:ext uri="{FF2B5EF4-FFF2-40B4-BE49-F238E27FC236}">
                      <a16:creationId xmlns:a16="http://schemas.microsoft.com/office/drawing/2014/main" id="{C52EC156-9A8D-0FA6-D347-466F85080012}"/>
                    </a:ext>
                  </a:extLst>
                </p:cNvPr>
                <p:cNvPicPr/>
                <p:nvPr/>
              </p:nvPicPr>
              <p:blipFill>
                <a:blip r:embed="rId73"/>
                <a:stretch>
                  <a:fillRect/>
                </a:stretch>
              </p:blipFill>
              <p:spPr>
                <a:xfrm>
                  <a:off x="11859230" y="2863477"/>
                  <a:ext cx="1566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6" name="Ink 55">
                  <a:extLst>
                    <a:ext uri="{FF2B5EF4-FFF2-40B4-BE49-F238E27FC236}">
                      <a16:creationId xmlns:a16="http://schemas.microsoft.com/office/drawing/2014/main" id="{26972A2B-4073-B1EE-5F6C-4D6EAB47B26B}"/>
                    </a:ext>
                  </a:extLst>
                </p14:cNvPr>
                <p14:cNvContentPartPr/>
                <p14:nvPr/>
              </p14:nvContentPartPr>
              <p14:xfrm>
                <a:off x="12028070" y="2806957"/>
                <a:ext cx="48600" cy="126000"/>
              </p14:xfrm>
            </p:contentPart>
          </mc:Choice>
          <mc:Fallback xmlns="">
            <p:pic>
              <p:nvPicPr>
                <p:cNvPr id="56" name="Ink 55">
                  <a:extLst>
                    <a:ext uri="{FF2B5EF4-FFF2-40B4-BE49-F238E27FC236}">
                      <a16:creationId xmlns:a16="http://schemas.microsoft.com/office/drawing/2014/main" id="{26972A2B-4073-B1EE-5F6C-4D6EAB47B26B}"/>
                    </a:ext>
                  </a:extLst>
                </p:cNvPr>
                <p:cNvPicPr/>
                <p:nvPr/>
              </p:nvPicPr>
              <p:blipFill>
                <a:blip r:embed="rId75"/>
                <a:stretch>
                  <a:fillRect/>
                </a:stretch>
              </p:blipFill>
              <p:spPr>
                <a:xfrm>
                  <a:off x="12010070" y="2789008"/>
                  <a:ext cx="84240" cy="161538"/>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7" name="Ink 56">
                  <a:extLst>
                    <a:ext uri="{FF2B5EF4-FFF2-40B4-BE49-F238E27FC236}">
                      <a16:creationId xmlns:a16="http://schemas.microsoft.com/office/drawing/2014/main" id="{C71F9D80-AF12-4187-C305-A2036C48A507}"/>
                    </a:ext>
                  </a:extLst>
                </p14:cNvPr>
                <p14:cNvContentPartPr/>
                <p14:nvPr/>
              </p14:nvContentPartPr>
              <p14:xfrm>
                <a:off x="12042470" y="2848717"/>
                <a:ext cx="60840" cy="24840"/>
              </p14:xfrm>
            </p:contentPart>
          </mc:Choice>
          <mc:Fallback xmlns="">
            <p:pic>
              <p:nvPicPr>
                <p:cNvPr id="57" name="Ink 56">
                  <a:extLst>
                    <a:ext uri="{FF2B5EF4-FFF2-40B4-BE49-F238E27FC236}">
                      <a16:creationId xmlns:a16="http://schemas.microsoft.com/office/drawing/2014/main" id="{C71F9D80-AF12-4187-C305-A2036C48A507}"/>
                    </a:ext>
                  </a:extLst>
                </p:cNvPr>
                <p:cNvPicPr/>
                <p:nvPr/>
              </p:nvPicPr>
              <p:blipFill>
                <a:blip r:embed="rId77"/>
                <a:stretch>
                  <a:fillRect/>
                </a:stretch>
              </p:blipFill>
              <p:spPr>
                <a:xfrm>
                  <a:off x="12024470" y="2830717"/>
                  <a:ext cx="96480" cy="60480"/>
                </a:xfrm>
                <a:prstGeom prst="rect">
                  <a:avLst/>
                </a:prstGeom>
              </p:spPr>
            </p:pic>
          </mc:Fallback>
        </mc:AlternateContent>
      </p:grpSp>
      <p:grpSp>
        <p:nvGrpSpPr>
          <p:cNvPr id="64" name="Group 63">
            <a:extLst>
              <a:ext uri="{FF2B5EF4-FFF2-40B4-BE49-F238E27FC236}">
                <a16:creationId xmlns:a16="http://schemas.microsoft.com/office/drawing/2014/main" id="{06B55A23-E38C-52F2-C87F-4337F46DF32D}"/>
              </a:ext>
            </a:extLst>
          </p:cNvPr>
          <p:cNvGrpSpPr/>
          <p:nvPr/>
        </p:nvGrpSpPr>
        <p:grpSpPr>
          <a:xfrm>
            <a:off x="10448030" y="378757"/>
            <a:ext cx="695160" cy="892440"/>
            <a:chOff x="10448030" y="378757"/>
            <a:chExt cx="695160" cy="892440"/>
          </a:xfrm>
        </p:grpSpPr>
        <mc:AlternateContent xmlns:mc="http://schemas.openxmlformats.org/markup-compatibility/2006" xmlns:p14="http://schemas.microsoft.com/office/powerpoint/2010/main">
          <mc:Choice Requires="p14">
            <p:contentPart p14:bwMode="auto" r:id="rId78">
              <p14:nvContentPartPr>
                <p14:cNvPr id="42" name="Ink 41">
                  <a:extLst>
                    <a:ext uri="{FF2B5EF4-FFF2-40B4-BE49-F238E27FC236}">
                      <a16:creationId xmlns:a16="http://schemas.microsoft.com/office/drawing/2014/main" id="{C7AFE06B-BB1F-F5B3-B708-47AE7EBFFF61}"/>
                    </a:ext>
                  </a:extLst>
                </p14:cNvPr>
                <p14:cNvContentPartPr/>
                <p14:nvPr/>
              </p14:nvContentPartPr>
              <p14:xfrm>
                <a:off x="10741070" y="988597"/>
                <a:ext cx="43200" cy="257760"/>
              </p14:xfrm>
            </p:contentPart>
          </mc:Choice>
          <mc:Fallback xmlns="">
            <p:pic>
              <p:nvPicPr>
                <p:cNvPr id="42" name="Ink 41">
                  <a:extLst>
                    <a:ext uri="{FF2B5EF4-FFF2-40B4-BE49-F238E27FC236}">
                      <a16:creationId xmlns:a16="http://schemas.microsoft.com/office/drawing/2014/main" id="{C7AFE06B-BB1F-F5B3-B708-47AE7EBFFF61}"/>
                    </a:ext>
                  </a:extLst>
                </p:cNvPr>
                <p:cNvPicPr/>
                <p:nvPr/>
              </p:nvPicPr>
              <p:blipFill>
                <a:blip r:embed="rId79"/>
                <a:stretch>
                  <a:fillRect/>
                </a:stretch>
              </p:blipFill>
              <p:spPr>
                <a:xfrm>
                  <a:off x="10723070" y="970597"/>
                  <a:ext cx="7884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3" name="Ink 42">
                  <a:extLst>
                    <a:ext uri="{FF2B5EF4-FFF2-40B4-BE49-F238E27FC236}">
                      <a16:creationId xmlns:a16="http://schemas.microsoft.com/office/drawing/2014/main" id="{5B525877-237E-32BD-AFF0-7FA0BDAEAB5A}"/>
                    </a:ext>
                  </a:extLst>
                </p14:cNvPr>
                <p14:cNvContentPartPr/>
                <p14:nvPr/>
              </p14:nvContentPartPr>
              <p14:xfrm>
                <a:off x="10703990" y="975637"/>
                <a:ext cx="219600" cy="165240"/>
              </p14:xfrm>
            </p:contentPart>
          </mc:Choice>
          <mc:Fallback xmlns="">
            <p:pic>
              <p:nvPicPr>
                <p:cNvPr id="43" name="Ink 42">
                  <a:extLst>
                    <a:ext uri="{FF2B5EF4-FFF2-40B4-BE49-F238E27FC236}">
                      <a16:creationId xmlns:a16="http://schemas.microsoft.com/office/drawing/2014/main" id="{5B525877-237E-32BD-AFF0-7FA0BDAEAB5A}"/>
                    </a:ext>
                  </a:extLst>
                </p:cNvPr>
                <p:cNvPicPr/>
                <p:nvPr/>
              </p:nvPicPr>
              <p:blipFill>
                <a:blip r:embed="rId81"/>
                <a:stretch>
                  <a:fillRect/>
                </a:stretch>
              </p:blipFill>
              <p:spPr>
                <a:xfrm>
                  <a:off x="10686019" y="957637"/>
                  <a:ext cx="255182"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4" name="Ink 43">
                  <a:extLst>
                    <a:ext uri="{FF2B5EF4-FFF2-40B4-BE49-F238E27FC236}">
                      <a16:creationId xmlns:a16="http://schemas.microsoft.com/office/drawing/2014/main" id="{C31EF822-7403-E372-C3B5-B2DF8AF493C1}"/>
                    </a:ext>
                  </a:extLst>
                </p14:cNvPr>
                <p14:cNvContentPartPr/>
                <p14:nvPr/>
              </p14:nvContentPartPr>
              <p14:xfrm>
                <a:off x="10996670" y="1027837"/>
                <a:ext cx="72720" cy="243360"/>
              </p14:xfrm>
            </p:contentPart>
          </mc:Choice>
          <mc:Fallback xmlns="">
            <p:pic>
              <p:nvPicPr>
                <p:cNvPr id="44" name="Ink 43">
                  <a:extLst>
                    <a:ext uri="{FF2B5EF4-FFF2-40B4-BE49-F238E27FC236}">
                      <a16:creationId xmlns:a16="http://schemas.microsoft.com/office/drawing/2014/main" id="{C31EF822-7403-E372-C3B5-B2DF8AF493C1}"/>
                    </a:ext>
                  </a:extLst>
                </p:cNvPr>
                <p:cNvPicPr/>
                <p:nvPr/>
              </p:nvPicPr>
              <p:blipFill>
                <a:blip r:embed="rId83"/>
                <a:stretch>
                  <a:fillRect/>
                </a:stretch>
              </p:blipFill>
              <p:spPr>
                <a:xfrm>
                  <a:off x="10978670" y="1009837"/>
                  <a:ext cx="10836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5" name="Ink 44">
                  <a:extLst>
                    <a:ext uri="{FF2B5EF4-FFF2-40B4-BE49-F238E27FC236}">
                      <a16:creationId xmlns:a16="http://schemas.microsoft.com/office/drawing/2014/main" id="{9668C06F-B796-2143-6BBB-1E43AF4EC5C5}"/>
                    </a:ext>
                  </a:extLst>
                </p14:cNvPr>
                <p14:cNvContentPartPr/>
                <p14:nvPr/>
              </p14:nvContentPartPr>
              <p14:xfrm>
                <a:off x="10988750" y="1127917"/>
                <a:ext cx="129600" cy="84960"/>
              </p14:xfrm>
            </p:contentPart>
          </mc:Choice>
          <mc:Fallback xmlns="">
            <p:pic>
              <p:nvPicPr>
                <p:cNvPr id="45" name="Ink 44">
                  <a:extLst>
                    <a:ext uri="{FF2B5EF4-FFF2-40B4-BE49-F238E27FC236}">
                      <a16:creationId xmlns:a16="http://schemas.microsoft.com/office/drawing/2014/main" id="{9668C06F-B796-2143-6BBB-1E43AF4EC5C5}"/>
                    </a:ext>
                  </a:extLst>
                </p:cNvPr>
                <p:cNvPicPr/>
                <p:nvPr/>
              </p:nvPicPr>
              <p:blipFill>
                <a:blip r:embed="rId85"/>
                <a:stretch>
                  <a:fillRect/>
                </a:stretch>
              </p:blipFill>
              <p:spPr>
                <a:xfrm>
                  <a:off x="10970750" y="1109917"/>
                  <a:ext cx="16524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9" name="Ink 58">
                  <a:extLst>
                    <a:ext uri="{FF2B5EF4-FFF2-40B4-BE49-F238E27FC236}">
                      <a16:creationId xmlns:a16="http://schemas.microsoft.com/office/drawing/2014/main" id="{6B67C5BE-36E9-8D84-CED6-8A2859995BED}"/>
                    </a:ext>
                  </a:extLst>
                </p14:cNvPr>
                <p14:cNvContentPartPr/>
                <p14:nvPr/>
              </p14:nvContentPartPr>
              <p14:xfrm>
                <a:off x="10539470" y="792757"/>
                <a:ext cx="581400" cy="70560"/>
              </p14:xfrm>
            </p:contentPart>
          </mc:Choice>
          <mc:Fallback xmlns="">
            <p:pic>
              <p:nvPicPr>
                <p:cNvPr id="59" name="Ink 58">
                  <a:extLst>
                    <a:ext uri="{FF2B5EF4-FFF2-40B4-BE49-F238E27FC236}">
                      <a16:creationId xmlns:a16="http://schemas.microsoft.com/office/drawing/2014/main" id="{6B67C5BE-36E9-8D84-CED6-8A2859995BED}"/>
                    </a:ext>
                  </a:extLst>
                </p:cNvPr>
                <p:cNvPicPr/>
                <p:nvPr/>
              </p:nvPicPr>
              <p:blipFill>
                <a:blip r:embed="rId87"/>
                <a:stretch>
                  <a:fillRect/>
                </a:stretch>
              </p:blipFill>
              <p:spPr>
                <a:xfrm>
                  <a:off x="10521470" y="774665"/>
                  <a:ext cx="617040" cy="106383"/>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0" name="Ink 59">
                  <a:extLst>
                    <a:ext uri="{FF2B5EF4-FFF2-40B4-BE49-F238E27FC236}">
                      <a16:creationId xmlns:a16="http://schemas.microsoft.com/office/drawing/2014/main" id="{4C06B946-778D-5DDA-AAE8-BE75B1C42C23}"/>
                    </a:ext>
                  </a:extLst>
                </p14:cNvPr>
                <p14:cNvContentPartPr/>
                <p14:nvPr/>
              </p14:nvContentPartPr>
              <p14:xfrm>
                <a:off x="11049230" y="736237"/>
                <a:ext cx="93960" cy="141840"/>
              </p14:xfrm>
            </p:contentPart>
          </mc:Choice>
          <mc:Fallback xmlns="">
            <p:pic>
              <p:nvPicPr>
                <p:cNvPr id="60" name="Ink 59">
                  <a:extLst>
                    <a:ext uri="{FF2B5EF4-FFF2-40B4-BE49-F238E27FC236}">
                      <a16:creationId xmlns:a16="http://schemas.microsoft.com/office/drawing/2014/main" id="{4C06B946-778D-5DDA-AAE8-BE75B1C42C23}"/>
                    </a:ext>
                  </a:extLst>
                </p:cNvPr>
                <p:cNvPicPr/>
                <p:nvPr/>
              </p:nvPicPr>
              <p:blipFill>
                <a:blip r:embed="rId89"/>
                <a:stretch>
                  <a:fillRect/>
                </a:stretch>
              </p:blipFill>
              <p:spPr>
                <a:xfrm>
                  <a:off x="11031161" y="718237"/>
                  <a:ext cx="129737"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1" name="Ink 60">
                  <a:extLst>
                    <a:ext uri="{FF2B5EF4-FFF2-40B4-BE49-F238E27FC236}">
                      <a16:creationId xmlns:a16="http://schemas.microsoft.com/office/drawing/2014/main" id="{8305FB66-4A04-1650-0C17-B0AA6D9EF30E}"/>
                    </a:ext>
                  </a:extLst>
                </p14:cNvPr>
                <p14:cNvContentPartPr/>
                <p14:nvPr/>
              </p14:nvContentPartPr>
              <p14:xfrm>
                <a:off x="10517870" y="518437"/>
                <a:ext cx="107640" cy="135000"/>
              </p14:xfrm>
            </p:contentPart>
          </mc:Choice>
          <mc:Fallback xmlns="">
            <p:pic>
              <p:nvPicPr>
                <p:cNvPr id="61" name="Ink 60">
                  <a:extLst>
                    <a:ext uri="{FF2B5EF4-FFF2-40B4-BE49-F238E27FC236}">
                      <a16:creationId xmlns:a16="http://schemas.microsoft.com/office/drawing/2014/main" id="{8305FB66-4A04-1650-0C17-B0AA6D9EF30E}"/>
                    </a:ext>
                  </a:extLst>
                </p:cNvPr>
                <p:cNvPicPr/>
                <p:nvPr/>
              </p:nvPicPr>
              <p:blipFill>
                <a:blip r:embed="rId91"/>
                <a:stretch>
                  <a:fillRect/>
                </a:stretch>
              </p:blipFill>
              <p:spPr>
                <a:xfrm>
                  <a:off x="10499810" y="500389"/>
                  <a:ext cx="143400" cy="170735"/>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2" name="Ink 61">
                  <a:extLst>
                    <a:ext uri="{FF2B5EF4-FFF2-40B4-BE49-F238E27FC236}">
                      <a16:creationId xmlns:a16="http://schemas.microsoft.com/office/drawing/2014/main" id="{D12CA9D3-8DDB-1D5E-AF3A-1D407DA67666}"/>
                    </a:ext>
                  </a:extLst>
                </p14:cNvPr>
                <p14:cNvContentPartPr/>
                <p14:nvPr/>
              </p14:nvContentPartPr>
              <p14:xfrm>
                <a:off x="10448030" y="378757"/>
                <a:ext cx="27000" cy="16920"/>
              </p14:xfrm>
            </p:contentPart>
          </mc:Choice>
          <mc:Fallback xmlns="">
            <p:pic>
              <p:nvPicPr>
                <p:cNvPr id="62" name="Ink 61">
                  <a:extLst>
                    <a:ext uri="{FF2B5EF4-FFF2-40B4-BE49-F238E27FC236}">
                      <a16:creationId xmlns:a16="http://schemas.microsoft.com/office/drawing/2014/main" id="{D12CA9D3-8DDB-1D5E-AF3A-1D407DA67666}"/>
                    </a:ext>
                  </a:extLst>
                </p:cNvPr>
                <p:cNvPicPr/>
                <p:nvPr/>
              </p:nvPicPr>
              <p:blipFill>
                <a:blip r:embed="rId93"/>
                <a:stretch>
                  <a:fillRect/>
                </a:stretch>
              </p:blipFill>
              <p:spPr>
                <a:xfrm>
                  <a:off x="10429787" y="361132"/>
                  <a:ext cx="63122" cy="51818"/>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3" name="Ink 62">
                  <a:extLst>
                    <a:ext uri="{FF2B5EF4-FFF2-40B4-BE49-F238E27FC236}">
                      <a16:creationId xmlns:a16="http://schemas.microsoft.com/office/drawing/2014/main" id="{BCCACA83-B5DB-C539-819E-1D0A5318D790}"/>
                    </a:ext>
                  </a:extLst>
                </p14:cNvPr>
                <p14:cNvContentPartPr/>
                <p14:nvPr/>
              </p14:nvContentPartPr>
              <p14:xfrm>
                <a:off x="10705430" y="577477"/>
                <a:ext cx="46080" cy="114840"/>
              </p14:xfrm>
            </p:contentPart>
          </mc:Choice>
          <mc:Fallback xmlns="">
            <p:pic>
              <p:nvPicPr>
                <p:cNvPr id="63" name="Ink 62">
                  <a:extLst>
                    <a:ext uri="{FF2B5EF4-FFF2-40B4-BE49-F238E27FC236}">
                      <a16:creationId xmlns:a16="http://schemas.microsoft.com/office/drawing/2014/main" id="{BCCACA83-B5DB-C539-819E-1D0A5318D790}"/>
                    </a:ext>
                  </a:extLst>
                </p:cNvPr>
                <p:cNvPicPr/>
                <p:nvPr/>
              </p:nvPicPr>
              <p:blipFill>
                <a:blip r:embed="rId95"/>
                <a:stretch>
                  <a:fillRect/>
                </a:stretch>
              </p:blipFill>
              <p:spPr>
                <a:xfrm>
                  <a:off x="10687430" y="559477"/>
                  <a:ext cx="81720" cy="150480"/>
                </a:xfrm>
                <a:prstGeom prst="rect">
                  <a:avLst/>
                </a:prstGeom>
              </p:spPr>
            </p:pic>
          </mc:Fallback>
        </mc:AlternateContent>
      </p:grpSp>
      <p:grpSp>
        <p:nvGrpSpPr>
          <p:cNvPr id="84" name="Group 83">
            <a:extLst>
              <a:ext uri="{FF2B5EF4-FFF2-40B4-BE49-F238E27FC236}">
                <a16:creationId xmlns:a16="http://schemas.microsoft.com/office/drawing/2014/main" id="{866745EF-A652-E680-8D73-23C4D1545B65}"/>
              </a:ext>
            </a:extLst>
          </p:cNvPr>
          <p:cNvGrpSpPr/>
          <p:nvPr/>
        </p:nvGrpSpPr>
        <p:grpSpPr>
          <a:xfrm>
            <a:off x="217550" y="4314997"/>
            <a:ext cx="2039760" cy="460440"/>
            <a:chOff x="217550" y="4314997"/>
            <a:chExt cx="2039760" cy="460440"/>
          </a:xfrm>
        </p:grpSpPr>
        <mc:AlternateContent xmlns:mc="http://schemas.openxmlformats.org/markup-compatibility/2006" xmlns:p14="http://schemas.microsoft.com/office/powerpoint/2010/main">
          <mc:Choice Requires="p14">
            <p:contentPart p14:bwMode="auto" r:id="rId96">
              <p14:nvContentPartPr>
                <p14:cNvPr id="65" name="Ink 64">
                  <a:extLst>
                    <a:ext uri="{FF2B5EF4-FFF2-40B4-BE49-F238E27FC236}">
                      <a16:creationId xmlns:a16="http://schemas.microsoft.com/office/drawing/2014/main" id="{912DED4F-ADE7-D8DC-965C-A8FAD228D4B4}"/>
                    </a:ext>
                  </a:extLst>
                </p14:cNvPr>
                <p14:cNvContentPartPr/>
                <p14:nvPr/>
              </p14:nvContentPartPr>
              <p14:xfrm>
                <a:off x="217550" y="4314997"/>
                <a:ext cx="162360" cy="320040"/>
              </p14:xfrm>
            </p:contentPart>
          </mc:Choice>
          <mc:Fallback xmlns="">
            <p:pic>
              <p:nvPicPr>
                <p:cNvPr id="65" name="Ink 64">
                  <a:extLst>
                    <a:ext uri="{FF2B5EF4-FFF2-40B4-BE49-F238E27FC236}">
                      <a16:creationId xmlns:a16="http://schemas.microsoft.com/office/drawing/2014/main" id="{912DED4F-ADE7-D8DC-965C-A8FAD228D4B4}"/>
                    </a:ext>
                  </a:extLst>
                </p:cNvPr>
                <p:cNvPicPr/>
                <p:nvPr/>
              </p:nvPicPr>
              <p:blipFill>
                <a:blip r:embed="rId97"/>
                <a:stretch>
                  <a:fillRect/>
                </a:stretch>
              </p:blipFill>
              <p:spPr>
                <a:xfrm>
                  <a:off x="199550" y="4296997"/>
                  <a:ext cx="19800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6" name="Ink 65">
                  <a:extLst>
                    <a:ext uri="{FF2B5EF4-FFF2-40B4-BE49-F238E27FC236}">
                      <a16:creationId xmlns:a16="http://schemas.microsoft.com/office/drawing/2014/main" id="{C8732A92-7AF0-F1F4-3524-B6B2FF82C147}"/>
                    </a:ext>
                  </a:extLst>
                </p14:cNvPr>
                <p14:cNvContentPartPr/>
                <p14:nvPr/>
              </p14:nvContentPartPr>
              <p14:xfrm>
                <a:off x="473870" y="4594717"/>
                <a:ext cx="152640" cy="136080"/>
              </p14:xfrm>
            </p:contentPart>
          </mc:Choice>
          <mc:Fallback xmlns="">
            <p:pic>
              <p:nvPicPr>
                <p:cNvPr id="66" name="Ink 65">
                  <a:extLst>
                    <a:ext uri="{FF2B5EF4-FFF2-40B4-BE49-F238E27FC236}">
                      <a16:creationId xmlns:a16="http://schemas.microsoft.com/office/drawing/2014/main" id="{C8732A92-7AF0-F1F4-3524-B6B2FF82C147}"/>
                    </a:ext>
                  </a:extLst>
                </p:cNvPr>
                <p:cNvPicPr/>
                <p:nvPr/>
              </p:nvPicPr>
              <p:blipFill>
                <a:blip r:embed="rId99"/>
                <a:stretch>
                  <a:fillRect/>
                </a:stretch>
              </p:blipFill>
              <p:spPr>
                <a:xfrm>
                  <a:off x="455870" y="4576717"/>
                  <a:ext cx="1882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7" name="Ink 66">
                  <a:extLst>
                    <a:ext uri="{FF2B5EF4-FFF2-40B4-BE49-F238E27FC236}">
                      <a16:creationId xmlns:a16="http://schemas.microsoft.com/office/drawing/2014/main" id="{0EB2E05A-791D-3D7B-B797-94F318216184}"/>
                    </a:ext>
                  </a:extLst>
                </p14:cNvPr>
                <p14:cNvContentPartPr/>
                <p14:nvPr/>
              </p14:nvContentPartPr>
              <p14:xfrm>
                <a:off x="683390" y="4600477"/>
                <a:ext cx="85680" cy="104760"/>
              </p14:xfrm>
            </p:contentPart>
          </mc:Choice>
          <mc:Fallback xmlns="">
            <p:pic>
              <p:nvPicPr>
                <p:cNvPr id="67" name="Ink 66">
                  <a:extLst>
                    <a:ext uri="{FF2B5EF4-FFF2-40B4-BE49-F238E27FC236}">
                      <a16:creationId xmlns:a16="http://schemas.microsoft.com/office/drawing/2014/main" id="{0EB2E05A-791D-3D7B-B797-94F318216184}"/>
                    </a:ext>
                  </a:extLst>
                </p:cNvPr>
                <p:cNvPicPr/>
                <p:nvPr/>
              </p:nvPicPr>
              <p:blipFill>
                <a:blip r:embed="rId101"/>
                <a:stretch>
                  <a:fillRect/>
                </a:stretch>
              </p:blipFill>
              <p:spPr>
                <a:xfrm>
                  <a:off x="665314" y="4582477"/>
                  <a:ext cx="12147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8" name="Ink 67">
                  <a:extLst>
                    <a:ext uri="{FF2B5EF4-FFF2-40B4-BE49-F238E27FC236}">
                      <a16:creationId xmlns:a16="http://schemas.microsoft.com/office/drawing/2014/main" id="{A2D61AED-E66E-9259-C997-2D28DF00DD3F}"/>
                    </a:ext>
                  </a:extLst>
                </p14:cNvPr>
                <p14:cNvContentPartPr/>
                <p14:nvPr/>
              </p14:nvContentPartPr>
              <p14:xfrm>
                <a:off x="843230" y="4607677"/>
                <a:ext cx="17280" cy="149400"/>
              </p14:xfrm>
            </p:contentPart>
          </mc:Choice>
          <mc:Fallback xmlns="">
            <p:pic>
              <p:nvPicPr>
                <p:cNvPr id="68" name="Ink 67">
                  <a:extLst>
                    <a:ext uri="{FF2B5EF4-FFF2-40B4-BE49-F238E27FC236}">
                      <a16:creationId xmlns:a16="http://schemas.microsoft.com/office/drawing/2014/main" id="{A2D61AED-E66E-9259-C997-2D28DF00DD3F}"/>
                    </a:ext>
                  </a:extLst>
                </p:cNvPr>
                <p:cNvPicPr/>
                <p:nvPr/>
              </p:nvPicPr>
              <p:blipFill>
                <a:blip r:embed="rId103"/>
                <a:stretch>
                  <a:fillRect/>
                </a:stretch>
              </p:blipFill>
              <p:spPr>
                <a:xfrm>
                  <a:off x="825230" y="4589677"/>
                  <a:ext cx="5292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9" name="Ink 68">
                  <a:extLst>
                    <a:ext uri="{FF2B5EF4-FFF2-40B4-BE49-F238E27FC236}">
                      <a16:creationId xmlns:a16="http://schemas.microsoft.com/office/drawing/2014/main" id="{3907D49B-36CD-DE39-4D08-994DA86856E2}"/>
                    </a:ext>
                  </a:extLst>
                </p14:cNvPr>
                <p14:cNvContentPartPr/>
                <p14:nvPr/>
              </p14:nvContentPartPr>
              <p14:xfrm>
                <a:off x="855470" y="4492117"/>
                <a:ext cx="2880" cy="39600"/>
              </p14:xfrm>
            </p:contentPart>
          </mc:Choice>
          <mc:Fallback xmlns="">
            <p:pic>
              <p:nvPicPr>
                <p:cNvPr id="69" name="Ink 68">
                  <a:extLst>
                    <a:ext uri="{FF2B5EF4-FFF2-40B4-BE49-F238E27FC236}">
                      <a16:creationId xmlns:a16="http://schemas.microsoft.com/office/drawing/2014/main" id="{3907D49B-36CD-DE39-4D08-994DA86856E2}"/>
                    </a:ext>
                  </a:extLst>
                </p:cNvPr>
                <p:cNvPicPr/>
                <p:nvPr/>
              </p:nvPicPr>
              <p:blipFill>
                <a:blip r:embed="rId105"/>
                <a:stretch>
                  <a:fillRect/>
                </a:stretch>
              </p:blipFill>
              <p:spPr>
                <a:xfrm>
                  <a:off x="834899" y="4474279"/>
                  <a:ext cx="43611" cy="74919"/>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0" name="Ink 69">
                  <a:extLst>
                    <a:ext uri="{FF2B5EF4-FFF2-40B4-BE49-F238E27FC236}">
                      <a16:creationId xmlns:a16="http://schemas.microsoft.com/office/drawing/2014/main" id="{212E258E-F07B-F4A3-BB7E-DA37C258643D}"/>
                    </a:ext>
                  </a:extLst>
                </p14:cNvPr>
                <p14:cNvContentPartPr/>
                <p14:nvPr/>
              </p14:nvContentPartPr>
              <p14:xfrm>
                <a:off x="931070" y="4568437"/>
                <a:ext cx="72000" cy="195480"/>
              </p14:xfrm>
            </p:contentPart>
          </mc:Choice>
          <mc:Fallback xmlns="">
            <p:pic>
              <p:nvPicPr>
                <p:cNvPr id="70" name="Ink 69">
                  <a:extLst>
                    <a:ext uri="{FF2B5EF4-FFF2-40B4-BE49-F238E27FC236}">
                      <a16:creationId xmlns:a16="http://schemas.microsoft.com/office/drawing/2014/main" id="{212E258E-F07B-F4A3-BB7E-DA37C258643D}"/>
                    </a:ext>
                  </a:extLst>
                </p:cNvPr>
                <p:cNvPicPr/>
                <p:nvPr/>
              </p:nvPicPr>
              <p:blipFill>
                <a:blip r:embed="rId107"/>
                <a:stretch>
                  <a:fillRect/>
                </a:stretch>
              </p:blipFill>
              <p:spPr>
                <a:xfrm>
                  <a:off x="913070" y="4550470"/>
                  <a:ext cx="107640" cy="231054"/>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1" name="Ink 70">
                  <a:extLst>
                    <a:ext uri="{FF2B5EF4-FFF2-40B4-BE49-F238E27FC236}">
                      <a16:creationId xmlns:a16="http://schemas.microsoft.com/office/drawing/2014/main" id="{9F04E65C-BE60-9CBB-9023-383D6351C171}"/>
                    </a:ext>
                  </a:extLst>
                </p14:cNvPr>
                <p14:cNvContentPartPr/>
                <p14:nvPr/>
              </p14:nvContentPartPr>
              <p14:xfrm>
                <a:off x="1017830" y="4581037"/>
                <a:ext cx="67320" cy="126360"/>
              </p14:xfrm>
            </p:contentPart>
          </mc:Choice>
          <mc:Fallback xmlns="">
            <p:pic>
              <p:nvPicPr>
                <p:cNvPr id="71" name="Ink 70">
                  <a:extLst>
                    <a:ext uri="{FF2B5EF4-FFF2-40B4-BE49-F238E27FC236}">
                      <a16:creationId xmlns:a16="http://schemas.microsoft.com/office/drawing/2014/main" id="{9F04E65C-BE60-9CBB-9023-383D6351C171}"/>
                    </a:ext>
                  </a:extLst>
                </p:cNvPr>
                <p:cNvPicPr/>
                <p:nvPr/>
              </p:nvPicPr>
              <p:blipFill>
                <a:blip r:embed="rId109"/>
                <a:stretch>
                  <a:fillRect/>
                </a:stretch>
              </p:blipFill>
              <p:spPr>
                <a:xfrm>
                  <a:off x="999830" y="4563088"/>
                  <a:ext cx="102960" cy="161899"/>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2" name="Ink 71">
                  <a:extLst>
                    <a:ext uri="{FF2B5EF4-FFF2-40B4-BE49-F238E27FC236}">
                      <a16:creationId xmlns:a16="http://schemas.microsoft.com/office/drawing/2014/main" id="{3C9C04FE-9DFF-F3B9-C18C-4914268F5460}"/>
                    </a:ext>
                  </a:extLst>
                </p14:cNvPr>
                <p14:cNvContentPartPr/>
                <p14:nvPr/>
              </p14:nvContentPartPr>
              <p14:xfrm>
                <a:off x="1220150" y="4658437"/>
                <a:ext cx="14760" cy="117000"/>
              </p14:xfrm>
            </p:contentPart>
          </mc:Choice>
          <mc:Fallback xmlns="">
            <p:pic>
              <p:nvPicPr>
                <p:cNvPr id="72" name="Ink 71">
                  <a:extLst>
                    <a:ext uri="{FF2B5EF4-FFF2-40B4-BE49-F238E27FC236}">
                      <a16:creationId xmlns:a16="http://schemas.microsoft.com/office/drawing/2014/main" id="{3C9C04FE-9DFF-F3B9-C18C-4914268F5460}"/>
                    </a:ext>
                  </a:extLst>
                </p:cNvPr>
                <p:cNvPicPr/>
                <p:nvPr/>
              </p:nvPicPr>
              <p:blipFill>
                <a:blip r:embed="rId111"/>
                <a:stretch>
                  <a:fillRect/>
                </a:stretch>
              </p:blipFill>
              <p:spPr>
                <a:xfrm>
                  <a:off x="1202150" y="4640437"/>
                  <a:ext cx="5040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3" name="Ink 72">
                  <a:extLst>
                    <a:ext uri="{FF2B5EF4-FFF2-40B4-BE49-F238E27FC236}">
                      <a16:creationId xmlns:a16="http://schemas.microsoft.com/office/drawing/2014/main" id="{492B936F-3263-5581-63C4-AB727F92CC4D}"/>
                    </a:ext>
                  </a:extLst>
                </p14:cNvPr>
                <p14:cNvContentPartPr/>
                <p14:nvPr/>
              </p14:nvContentPartPr>
              <p14:xfrm>
                <a:off x="1353350" y="4552237"/>
                <a:ext cx="26280" cy="152280"/>
              </p14:xfrm>
            </p:contentPart>
          </mc:Choice>
          <mc:Fallback xmlns="">
            <p:pic>
              <p:nvPicPr>
                <p:cNvPr id="73" name="Ink 72">
                  <a:extLst>
                    <a:ext uri="{FF2B5EF4-FFF2-40B4-BE49-F238E27FC236}">
                      <a16:creationId xmlns:a16="http://schemas.microsoft.com/office/drawing/2014/main" id="{492B936F-3263-5581-63C4-AB727F92CC4D}"/>
                    </a:ext>
                  </a:extLst>
                </p:cNvPr>
                <p:cNvPicPr/>
                <p:nvPr/>
              </p:nvPicPr>
              <p:blipFill>
                <a:blip r:embed="rId113"/>
                <a:stretch>
                  <a:fillRect/>
                </a:stretch>
              </p:blipFill>
              <p:spPr>
                <a:xfrm>
                  <a:off x="1335350" y="4534237"/>
                  <a:ext cx="6192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4" name="Ink 73">
                  <a:extLst>
                    <a:ext uri="{FF2B5EF4-FFF2-40B4-BE49-F238E27FC236}">
                      <a16:creationId xmlns:a16="http://schemas.microsoft.com/office/drawing/2014/main" id="{9D0A2292-E97A-1F42-99E0-321DE9CFA384}"/>
                    </a:ext>
                  </a:extLst>
                </p14:cNvPr>
                <p14:cNvContentPartPr/>
                <p14:nvPr/>
              </p14:nvContentPartPr>
              <p14:xfrm>
                <a:off x="1326350" y="4604437"/>
                <a:ext cx="89280" cy="64440"/>
              </p14:xfrm>
            </p:contentPart>
          </mc:Choice>
          <mc:Fallback xmlns="">
            <p:pic>
              <p:nvPicPr>
                <p:cNvPr id="74" name="Ink 73">
                  <a:extLst>
                    <a:ext uri="{FF2B5EF4-FFF2-40B4-BE49-F238E27FC236}">
                      <a16:creationId xmlns:a16="http://schemas.microsoft.com/office/drawing/2014/main" id="{9D0A2292-E97A-1F42-99E0-321DE9CFA384}"/>
                    </a:ext>
                  </a:extLst>
                </p:cNvPr>
                <p:cNvPicPr/>
                <p:nvPr/>
              </p:nvPicPr>
              <p:blipFill>
                <a:blip r:embed="rId115"/>
                <a:stretch>
                  <a:fillRect/>
                </a:stretch>
              </p:blipFill>
              <p:spPr>
                <a:xfrm>
                  <a:off x="1308350" y="4586437"/>
                  <a:ext cx="12492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5" name="Ink 74">
                  <a:extLst>
                    <a:ext uri="{FF2B5EF4-FFF2-40B4-BE49-F238E27FC236}">
                      <a16:creationId xmlns:a16="http://schemas.microsoft.com/office/drawing/2014/main" id="{1D00EA65-73DA-51CD-B48D-E211A3E47753}"/>
                    </a:ext>
                  </a:extLst>
                </p14:cNvPr>
                <p14:cNvContentPartPr/>
                <p14:nvPr/>
              </p14:nvContentPartPr>
              <p14:xfrm>
                <a:off x="1463870" y="4537837"/>
                <a:ext cx="111960" cy="158760"/>
              </p14:xfrm>
            </p:contentPart>
          </mc:Choice>
          <mc:Fallback xmlns="">
            <p:pic>
              <p:nvPicPr>
                <p:cNvPr id="75" name="Ink 74">
                  <a:extLst>
                    <a:ext uri="{FF2B5EF4-FFF2-40B4-BE49-F238E27FC236}">
                      <a16:creationId xmlns:a16="http://schemas.microsoft.com/office/drawing/2014/main" id="{1D00EA65-73DA-51CD-B48D-E211A3E47753}"/>
                    </a:ext>
                  </a:extLst>
                </p:cNvPr>
                <p:cNvPicPr/>
                <p:nvPr/>
              </p:nvPicPr>
              <p:blipFill>
                <a:blip r:embed="rId117"/>
                <a:stretch>
                  <a:fillRect/>
                </a:stretch>
              </p:blipFill>
              <p:spPr>
                <a:xfrm>
                  <a:off x="1445870" y="4519796"/>
                  <a:ext cx="147600" cy="194481"/>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6" name="Ink 75">
                  <a:extLst>
                    <a:ext uri="{FF2B5EF4-FFF2-40B4-BE49-F238E27FC236}">
                      <a16:creationId xmlns:a16="http://schemas.microsoft.com/office/drawing/2014/main" id="{86E29207-F5F1-847D-A5CF-B73E800ED4BB}"/>
                    </a:ext>
                  </a:extLst>
                </p14:cNvPr>
                <p14:cNvContentPartPr/>
                <p14:nvPr/>
              </p14:nvContentPartPr>
              <p14:xfrm>
                <a:off x="1620110" y="4567357"/>
                <a:ext cx="42480" cy="96480"/>
              </p14:xfrm>
            </p:contentPart>
          </mc:Choice>
          <mc:Fallback xmlns="">
            <p:pic>
              <p:nvPicPr>
                <p:cNvPr id="76" name="Ink 75">
                  <a:extLst>
                    <a:ext uri="{FF2B5EF4-FFF2-40B4-BE49-F238E27FC236}">
                      <a16:creationId xmlns:a16="http://schemas.microsoft.com/office/drawing/2014/main" id="{86E29207-F5F1-847D-A5CF-B73E800ED4BB}"/>
                    </a:ext>
                  </a:extLst>
                </p:cNvPr>
                <p:cNvPicPr/>
                <p:nvPr/>
              </p:nvPicPr>
              <p:blipFill>
                <a:blip r:embed="rId119"/>
                <a:stretch>
                  <a:fillRect/>
                </a:stretch>
              </p:blipFill>
              <p:spPr>
                <a:xfrm>
                  <a:off x="1602110" y="4549357"/>
                  <a:ext cx="7812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7" name="Ink 76">
                  <a:extLst>
                    <a:ext uri="{FF2B5EF4-FFF2-40B4-BE49-F238E27FC236}">
                      <a16:creationId xmlns:a16="http://schemas.microsoft.com/office/drawing/2014/main" id="{A0C5A9AD-2B9D-96D6-9C44-CF2B4549CE2D}"/>
                    </a:ext>
                  </a:extLst>
                </p14:cNvPr>
                <p14:cNvContentPartPr/>
                <p14:nvPr/>
              </p14:nvContentPartPr>
              <p14:xfrm>
                <a:off x="1734590" y="4565557"/>
                <a:ext cx="34920" cy="59400"/>
              </p14:xfrm>
            </p:contentPart>
          </mc:Choice>
          <mc:Fallback xmlns="">
            <p:pic>
              <p:nvPicPr>
                <p:cNvPr id="77" name="Ink 76">
                  <a:extLst>
                    <a:ext uri="{FF2B5EF4-FFF2-40B4-BE49-F238E27FC236}">
                      <a16:creationId xmlns:a16="http://schemas.microsoft.com/office/drawing/2014/main" id="{A0C5A9AD-2B9D-96D6-9C44-CF2B4549CE2D}"/>
                    </a:ext>
                  </a:extLst>
                </p:cNvPr>
                <p:cNvPicPr/>
                <p:nvPr/>
              </p:nvPicPr>
              <p:blipFill>
                <a:blip r:embed="rId121"/>
                <a:stretch>
                  <a:fillRect/>
                </a:stretch>
              </p:blipFill>
              <p:spPr>
                <a:xfrm>
                  <a:off x="1716590" y="4547557"/>
                  <a:ext cx="7056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8" name="Ink 77">
                  <a:extLst>
                    <a:ext uri="{FF2B5EF4-FFF2-40B4-BE49-F238E27FC236}">
                      <a16:creationId xmlns:a16="http://schemas.microsoft.com/office/drawing/2014/main" id="{BC3547C8-AFA7-4802-458F-1B3350913F6E}"/>
                    </a:ext>
                  </a:extLst>
                </p14:cNvPr>
                <p14:cNvContentPartPr/>
                <p14:nvPr/>
              </p14:nvContentPartPr>
              <p14:xfrm>
                <a:off x="1822790" y="4545397"/>
                <a:ext cx="181800" cy="80640"/>
              </p14:xfrm>
            </p:contentPart>
          </mc:Choice>
          <mc:Fallback xmlns="">
            <p:pic>
              <p:nvPicPr>
                <p:cNvPr id="78" name="Ink 77">
                  <a:extLst>
                    <a:ext uri="{FF2B5EF4-FFF2-40B4-BE49-F238E27FC236}">
                      <a16:creationId xmlns:a16="http://schemas.microsoft.com/office/drawing/2014/main" id="{BC3547C8-AFA7-4802-458F-1B3350913F6E}"/>
                    </a:ext>
                  </a:extLst>
                </p:cNvPr>
                <p:cNvPicPr/>
                <p:nvPr/>
              </p:nvPicPr>
              <p:blipFill>
                <a:blip r:embed="rId123"/>
                <a:stretch>
                  <a:fillRect/>
                </a:stretch>
              </p:blipFill>
              <p:spPr>
                <a:xfrm>
                  <a:off x="1804790" y="4527397"/>
                  <a:ext cx="21744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9" name="Ink 78">
                  <a:extLst>
                    <a:ext uri="{FF2B5EF4-FFF2-40B4-BE49-F238E27FC236}">
                      <a16:creationId xmlns:a16="http://schemas.microsoft.com/office/drawing/2014/main" id="{3852734E-231C-4D8C-197F-0A4F022D79E7}"/>
                    </a:ext>
                  </a:extLst>
                </p14:cNvPr>
                <p14:cNvContentPartPr/>
                <p14:nvPr/>
              </p14:nvContentPartPr>
              <p14:xfrm>
                <a:off x="2071190" y="4580317"/>
                <a:ext cx="87480" cy="66960"/>
              </p14:xfrm>
            </p:contentPart>
          </mc:Choice>
          <mc:Fallback xmlns="">
            <p:pic>
              <p:nvPicPr>
                <p:cNvPr id="79" name="Ink 78">
                  <a:extLst>
                    <a:ext uri="{FF2B5EF4-FFF2-40B4-BE49-F238E27FC236}">
                      <a16:creationId xmlns:a16="http://schemas.microsoft.com/office/drawing/2014/main" id="{3852734E-231C-4D8C-197F-0A4F022D79E7}"/>
                    </a:ext>
                  </a:extLst>
                </p:cNvPr>
                <p:cNvPicPr/>
                <p:nvPr/>
              </p:nvPicPr>
              <p:blipFill>
                <a:blip r:embed="rId125"/>
                <a:stretch>
                  <a:fillRect/>
                </a:stretch>
              </p:blipFill>
              <p:spPr>
                <a:xfrm>
                  <a:off x="2053190" y="4562317"/>
                  <a:ext cx="12312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0" name="Ink 79">
                  <a:extLst>
                    <a:ext uri="{FF2B5EF4-FFF2-40B4-BE49-F238E27FC236}">
                      <a16:creationId xmlns:a16="http://schemas.microsoft.com/office/drawing/2014/main" id="{7CEC3F23-8EA4-EE81-A185-9076F58DA440}"/>
                    </a:ext>
                  </a:extLst>
                </p14:cNvPr>
                <p14:cNvContentPartPr/>
                <p14:nvPr/>
              </p14:nvContentPartPr>
              <p14:xfrm>
                <a:off x="2247950" y="4544677"/>
                <a:ext cx="9360" cy="157680"/>
              </p14:xfrm>
            </p:contentPart>
          </mc:Choice>
          <mc:Fallback xmlns="">
            <p:pic>
              <p:nvPicPr>
                <p:cNvPr id="80" name="Ink 79">
                  <a:extLst>
                    <a:ext uri="{FF2B5EF4-FFF2-40B4-BE49-F238E27FC236}">
                      <a16:creationId xmlns:a16="http://schemas.microsoft.com/office/drawing/2014/main" id="{7CEC3F23-8EA4-EE81-A185-9076F58DA440}"/>
                    </a:ext>
                  </a:extLst>
                </p:cNvPr>
                <p:cNvPicPr/>
                <p:nvPr/>
              </p:nvPicPr>
              <p:blipFill>
                <a:blip r:embed="rId127"/>
                <a:stretch>
                  <a:fillRect/>
                </a:stretch>
              </p:blipFill>
              <p:spPr>
                <a:xfrm>
                  <a:off x="2229950" y="4526677"/>
                  <a:ext cx="45000" cy="193320"/>
                </a:xfrm>
                <a:prstGeom prst="rect">
                  <a:avLst/>
                </a:prstGeom>
              </p:spPr>
            </p:pic>
          </mc:Fallback>
        </mc:AlternateContent>
      </p:grpSp>
      <p:grpSp>
        <p:nvGrpSpPr>
          <p:cNvPr id="83" name="Group 82">
            <a:extLst>
              <a:ext uri="{FF2B5EF4-FFF2-40B4-BE49-F238E27FC236}">
                <a16:creationId xmlns:a16="http://schemas.microsoft.com/office/drawing/2014/main" id="{6AB7EE43-6C6F-08DC-76EA-C31E14D6B938}"/>
              </a:ext>
            </a:extLst>
          </p:cNvPr>
          <p:cNvGrpSpPr/>
          <p:nvPr/>
        </p:nvGrpSpPr>
        <p:grpSpPr>
          <a:xfrm>
            <a:off x="2473670" y="4512997"/>
            <a:ext cx="90360" cy="112320"/>
            <a:chOff x="2473670" y="4512997"/>
            <a:chExt cx="90360" cy="112320"/>
          </a:xfrm>
        </p:grpSpPr>
        <mc:AlternateContent xmlns:mc="http://schemas.openxmlformats.org/markup-compatibility/2006" xmlns:p14="http://schemas.microsoft.com/office/powerpoint/2010/main">
          <mc:Choice Requires="p14">
            <p:contentPart p14:bwMode="auto" r:id="rId128">
              <p14:nvContentPartPr>
                <p14:cNvPr id="81" name="Ink 80">
                  <a:extLst>
                    <a:ext uri="{FF2B5EF4-FFF2-40B4-BE49-F238E27FC236}">
                      <a16:creationId xmlns:a16="http://schemas.microsoft.com/office/drawing/2014/main" id="{4FABA9CC-7D19-7B69-FF5F-E240DFCA35AC}"/>
                    </a:ext>
                  </a:extLst>
                </p14:cNvPr>
                <p14:cNvContentPartPr/>
                <p14:nvPr/>
              </p14:nvContentPartPr>
              <p14:xfrm>
                <a:off x="2473670" y="4512997"/>
                <a:ext cx="41760" cy="11160"/>
              </p14:xfrm>
            </p:contentPart>
          </mc:Choice>
          <mc:Fallback xmlns="">
            <p:pic>
              <p:nvPicPr>
                <p:cNvPr id="81" name="Ink 80">
                  <a:extLst>
                    <a:ext uri="{FF2B5EF4-FFF2-40B4-BE49-F238E27FC236}">
                      <a16:creationId xmlns:a16="http://schemas.microsoft.com/office/drawing/2014/main" id="{4FABA9CC-7D19-7B69-FF5F-E240DFCA35AC}"/>
                    </a:ext>
                  </a:extLst>
                </p:cNvPr>
                <p:cNvPicPr/>
                <p:nvPr/>
              </p:nvPicPr>
              <p:blipFill>
                <a:blip r:embed="rId129"/>
                <a:stretch>
                  <a:fillRect/>
                </a:stretch>
              </p:blipFill>
              <p:spPr>
                <a:xfrm>
                  <a:off x="2455670" y="4494997"/>
                  <a:ext cx="7740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2" name="Ink 81">
                  <a:extLst>
                    <a:ext uri="{FF2B5EF4-FFF2-40B4-BE49-F238E27FC236}">
                      <a16:creationId xmlns:a16="http://schemas.microsoft.com/office/drawing/2014/main" id="{6B355BA8-F950-758B-7A3A-584022F05D2E}"/>
                    </a:ext>
                  </a:extLst>
                </p14:cNvPr>
                <p14:cNvContentPartPr/>
                <p14:nvPr/>
              </p14:nvContentPartPr>
              <p14:xfrm>
                <a:off x="2497430" y="4593997"/>
                <a:ext cx="66600" cy="31320"/>
              </p14:xfrm>
            </p:contentPart>
          </mc:Choice>
          <mc:Fallback xmlns="">
            <p:pic>
              <p:nvPicPr>
                <p:cNvPr id="82" name="Ink 81">
                  <a:extLst>
                    <a:ext uri="{FF2B5EF4-FFF2-40B4-BE49-F238E27FC236}">
                      <a16:creationId xmlns:a16="http://schemas.microsoft.com/office/drawing/2014/main" id="{6B355BA8-F950-758B-7A3A-584022F05D2E}"/>
                    </a:ext>
                  </a:extLst>
                </p:cNvPr>
                <p:cNvPicPr/>
                <p:nvPr/>
              </p:nvPicPr>
              <p:blipFill>
                <a:blip r:embed="rId131"/>
                <a:stretch>
                  <a:fillRect/>
                </a:stretch>
              </p:blipFill>
              <p:spPr>
                <a:xfrm>
                  <a:off x="2479430" y="4575997"/>
                  <a:ext cx="102240" cy="66960"/>
                </a:xfrm>
                <a:prstGeom prst="rect">
                  <a:avLst/>
                </a:prstGeom>
              </p:spPr>
            </p:pic>
          </mc:Fallback>
        </mc:AlternateContent>
      </p:grpSp>
      <p:grpSp>
        <p:nvGrpSpPr>
          <p:cNvPr id="99" name="Group 98">
            <a:extLst>
              <a:ext uri="{FF2B5EF4-FFF2-40B4-BE49-F238E27FC236}">
                <a16:creationId xmlns:a16="http://schemas.microsoft.com/office/drawing/2014/main" id="{3F1159E5-EC8D-C97F-D567-4C259F65665B}"/>
              </a:ext>
            </a:extLst>
          </p:cNvPr>
          <p:cNvGrpSpPr/>
          <p:nvPr/>
        </p:nvGrpSpPr>
        <p:grpSpPr>
          <a:xfrm>
            <a:off x="2825390" y="3700837"/>
            <a:ext cx="1908720" cy="1095120"/>
            <a:chOff x="2825390" y="3700837"/>
            <a:chExt cx="1908720" cy="1095120"/>
          </a:xfrm>
        </p:grpSpPr>
        <mc:AlternateContent xmlns:mc="http://schemas.openxmlformats.org/markup-compatibility/2006" xmlns:p14="http://schemas.microsoft.com/office/powerpoint/2010/main">
          <mc:Choice Requires="p14">
            <p:contentPart p14:bwMode="auto" r:id="rId132">
              <p14:nvContentPartPr>
                <p14:cNvPr id="85" name="Ink 84">
                  <a:extLst>
                    <a:ext uri="{FF2B5EF4-FFF2-40B4-BE49-F238E27FC236}">
                      <a16:creationId xmlns:a16="http://schemas.microsoft.com/office/drawing/2014/main" id="{0EE15017-BDE7-5C82-5D2A-224E5BA111B5}"/>
                    </a:ext>
                  </a:extLst>
                </p14:cNvPr>
                <p14:cNvContentPartPr/>
                <p14:nvPr/>
              </p14:nvContentPartPr>
              <p14:xfrm>
                <a:off x="2825390" y="4516597"/>
                <a:ext cx="300240" cy="279360"/>
              </p14:xfrm>
            </p:contentPart>
          </mc:Choice>
          <mc:Fallback xmlns="">
            <p:pic>
              <p:nvPicPr>
                <p:cNvPr id="85" name="Ink 84">
                  <a:extLst>
                    <a:ext uri="{FF2B5EF4-FFF2-40B4-BE49-F238E27FC236}">
                      <a16:creationId xmlns:a16="http://schemas.microsoft.com/office/drawing/2014/main" id="{0EE15017-BDE7-5C82-5D2A-224E5BA111B5}"/>
                    </a:ext>
                  </a:extLst>
                </p:cNvPr>
                <p:cNvPicPr/>
                <p:nvPr/>
              </p:nvPicPr>
              <p:blipFill>
                <a:blip r:embed="rId133"/>
                <a:stretch>
                  <a:fillRect/>
                </a:stretch>
              </p:blipFill>
              <p:spPr>
                <a:xfrm>
                  <a:off x="2807390" y="4498597"/>
                  <a:ext cx="33588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86" name="Ink 85">
                  <a:extLst>
                    <a:ext uri="{FF2B5EF4-FFF2-40B4-BE49-F238E27FC236}">
                      <a16:creationId xmlns:a16="http://schemas.microsoft.com/office/drawing/2014/main" id="{B49CFE3B-31E7-9C4B-7B82-7E13FB374990}"/>
                    </a:ext>
                  </a:extLst>
                </p14:cNvPr>
                <p14:cNvContentPartPr/>
                <p14:nvPr/>
              </p14:nvContentPartPr>
              <p14:xfrm>
                <a:off x="2837270" y="3700837"/>
                <a:ext cx="1896840" cy="866160"/>
              </p14:xfrm>
            </p:contentPart>
          </mc:Choice>
          <mc:Fallback xmlns="">
            <p:pic>
              <p:nvPicPr>
                <p:cNvPr id="86" name="Ink 85">
                  <a:extLst>
                    <a:ext uri="{FF2B5EF4-FFF2-40B4-BE49-F238E27FC236}">
                      <a16:creationId xmlns:a16="http://schemas.microsoft.com/office/drawing/2014/main" id="{B49CFE3B-31E7-9C4B-7B82-7E13FB374990}"/>
                    </a:ext>
                  </a:extLst>
                </p:cNvPr>
                <p:cNvPicPr/>
                <p:nvPr/>
              </p:nvPicPr>
              <p:blipFill>
                <a:blip r:embed="rId135"/>
                <a:stretch>
                  <a:fillRect/>
                </a:stretch>
              </p:blipFill>
              <p:spPr>
                <a:xfrm>
                  <a:off x="2819270" y="3682837"/>
                  <a:ext cx="1932480" cy="9018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88" name="Ink 87">
                  <a:extLst>
                    <a:ext uri="{FF2B5EF4-FFF2-40B4-BE49-F238E27FC236}">
                      <a16:creationId xmlns:a16="http://schemas.microsoft.com/office/drawing/2014/main" id="{9264CC25-7FB7-C2AD-D5BB-B23AF999D730}"/>
                    </a:ext>
                  </a:extLst>
                </p14:cNvPr>
                <p14:cNvContentPartPr/>
                <p14:nvPr/>
              </p14:nvContentPartPr>
              <p14:xfrm>
                <a:off x="3172790" y="4061557"/>
                <a:ext cx="167040" cy="275400"/>
              </p14:xfrm>
            </p:contentPart>
          </mc:Choice>
          <mc:Fallback xmlns="">
            <p:pic>
              <p:nvPicPr>
                <p:cNvPr id="88" name="Ink 87">
                  <a:extLst>
                    <a:ext uri="{FF2B5EF4-FFF2-40B4-BE49-F238E27FC236}">
                      <a16:creationId xmlns:a16="http://schemas.microsoft.com/office/drawing/2014/main" id="{9264CC25-7FB7-C2AD-D5BB-B23AF999D730}"/>
                    </a:ext>
                  </a:extLst>
                </p:cNvPr>
                <p:cNvPicPr/>
                <p:nvPr/>
              </p:nvPicPr>
              <p:blipFill>
                <a:blip r:embed="rId137"/>
                <a:stretch>
                  <a:fillRect/>
                </a:stretch>
              </p:blipFill>
              <p:spPr>
                <a:xfrm>
                  <a:off x="3154790" y="4043557"/>
                  <a:ext cx="20268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9" name="Ink 88">
                  <a:extLst>
                    <a:ext uri="{FF2B5EF4-FFF2-40B4-BE49-F238E27FC236}">
                      <a16:creationId xmlns:a16="http://schemas.microsoft.com/office/drawing/2014/main" id="{F010042D-1E34-911E-C980-D62ABF6FE875}"/>
                    </a:ext>
                  </a:extLst>
                </p14:cNvPr>
                <p14:cNvContentPartPr/>
                <p14:nvPr/>
              </p14:nvContentPartPr>
              <p14:xfrm>
                <a:off x="3316070" y="4210237"/>
                <a:ext cx="60840" cy="278280"/>
              </p14:xfrm>
            </p:contentPart>
          </mc:Choice>
          <mc:Fallback xmlns="">
            <p:pic>
              <p:nvPicPr>
                <p:cNvPr id="89" name="Ink 88">
                  <a:extLst>
                    <a:ext uri="{FF2B5EF4-FFF2-40B4-BE49-F238E27FC236}">
                      <a16:creationId xmlns:a16="http://schemas.microsoft.com/office/drawing/2014/main" id="{F010042D-1E34-911E-C980-D62ABF6FE875}"/>
                    </a:ext>
                  </a:extLst>
                </p:cNvPr>
                <p:cNvPicPr/>
                <p:nvPr/>
              </p:nvPicPr>
              <p:blipFill>
                <a:blip r:embed="rId139"/>
                <a:stretch>
                  <a:fillRect/>
                </a:stretch>
              </p:blipFill>
              <p:spPr>
                <a:xfrm>
                  <a:off x="3298070" y="4192237"/>
                  <a:ext cx="9648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0" name="Ink 89">
                  <a:extLst>
                    <a:ext uri="{FF2B5EF4-FFF2-40B4-BE49-F238E27FC236}">
                      <a16:creationId xmlns:a16="http://schemas.microsoft.com/office/drawing/2014/main" id="{D45E7DDD-B660-1C25-2697-8CE4377DD9AC}"/>
                    </a:ext>
                  </a:extLst>
                </p14:cNvPr>
                <p14:cNvContentPartPr/>
                <p14:nvPr/>
              </p14:nvContentPartPr>
              <p14:xfrm>
                <a:off x="3539990" y="4078477"/>
                <a:ext cx="44280" cy="348480"/>
              </p14:xfrm>
            </p:contentPart>
          </mc:Choice>
          <mc:Fallback xmlns="">
            <p:pic>
              <p:nvPicPr>
                <p:cNvPr id="90" name="Ink 89">
                  <a:extLst>
                    <a:ext uri="{FF2B5EF4-FFF2-40B4-BE49-F238E27FC236}">
                      <a16:creationId xmlns:a16="http://schemas.microsoft.com/office/drawing/2014/main" id="{D45E7DDD-B660-1C25-2697-8CE4377DD9AC}"/>
                    </a:ext>
                  </a:extLst>
                </p:cNvPr>
                <p:cNvPicPr/>
                <p:nvPr/>
              </p:nvPicPr>
              <p:blipFill>
                <a:blip r:embed="rId141"/>
                <a:stretch>
                  <a:fillRect/>
                </a:stretch>
              </p:blipFill>
              <p:spPr>
                <a:xfrm>
                  <a:off x="3521990" y="4060477"/>
                  <a:ext cx="7992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1" name="Ink 90">
                  <a:extLst>
                    <a:ext uri="{FF2B5EF4-FFF2-40B4-BE49-F238E27FC236}">
                      <a16:creationId xmlns:a16="http://schemas.microsoft.com/office/drawing/2014/main" id="{AE0F127D-8D5C-545A-C690-7CB538BA9BF3}"/>
                    </a:ext>
                  </a:extLst>
                </p14:cNvPr>
                <p14:cNvContentPartPr/>
                <p14:nvPr/>
              </p14:nvContentPartPr>
              <p14:xfrm>
                <a:off x="3579950" y="4137877"/>
                <a:ext cx="135360" cy="172440"/>
              </p14:xfrm>
            </p:contentPart>
          </mc:Choice>
          <mc:Fallback xmlns="">
            <p:pic>
              <p:nvPicPr>
                <p:cNvPr id="91" name="Ink 90">
                  <a:extLst>
                    <a:ext uri="{FF2B5EF4-FFF2-40B4-BE49-F238E27FC236}">
                      <a16:creationId xmlns:a16="http://schemas.microsoft.com/office/drawing/2014/main" id="{AE0F127D-8D5C-545A-C690-7CB538BA9BF3}"/>
                    </a:ext>
                  </a:extLst>
                </p:cNvPr>
                <p:cNvPicPr/>
                <p:nvPr/>
              </p:nvPicPr>
              <p:blipFill>
                <a:blip r:embed="rId143"/>
                <a:stretch>
                  <a:fillRect/>
                </a:stretch>
              </p:blipFill>
              <p:spPr>
                <a:xfrm>
                  <a:off x="3561950" y="4119877"/>
                  <a:ext cx="17100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3" name="Ink 92">
                  <a:extLst>
                    <a:ext uri="{FF2B5EF4-FFF2-40B4-BE49-F238E27FC236}">
                      <a16:creationId xmlns:a16="http://schemas.microsoft.com/office/drawing/2014/main" id="{0BCBA75F-48B6-9E28-A325-9A2C08303165}"/>
                    </a:ext>
                  </a:extLst>
                </p14:cNvPr>
                <p14:cNvContentPartPr/>
                <p14:nvPr/>
              </p14:nvContentPartPr>
              <p14:xfrm>
                <a:off x="3771110" y="4052197"/>
                <a:ext cx="236160" cy="39960"/>
              </p14:xfrm>
            </p:contentPart>
          </mc:Choice>
          <mc:Fallback xmlns="">
            <p:pic>
              <p:nvPicPr>
                <p:cNvPr id="93" name="Ink 92">
                  <a:extLst>
                    <a:ext uri="{FF2B5EF4-FFF2-40B4-BE49-F238E27FC236}">
                      <a16:creationId xmlns:a16="http://schemas.microsoft.com/office/drawing/2014/main" id="{0BCBA75F-48B6-9E28-A325-9A2C08303165}"/>
                    </a:ext>
                  </a:extLst>
                </p:cNvPr>
                <p:cNvPicPr/>
                <p:nvPr/>
              </p:nvPicPr>
              <p:blipFill>
                <a:blip r:embed="rId145"/>
                <a:stretch>
                  <a:fillRect/>
                </a:stretch>
              </p:blipFill>
              <p:spPr>
                <a:xfrm>
                  <a:off x="3753083" y="4034197"/>
                  <a:ext cx="271854"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4" name="Ink 93">
                  <a:extLst>
                    <a:ext uri="{FF2B5EF4-FFF2-40B4-BE49-F238E27FC236}">
                      <a16:creationId xmlns:a16="http://schemas.microsoft.com/office/drawing/2014/main" id="{1B549338-7C18-95B6-A876-87976E314F43}"/>
                    </a:ext>
                  </a:extLst>
                </p14:cNvPr>
                <p14:cNvContentPartPr/>
                <p14:nvPr/>
              </p14:nvContentPartPr>
              <p14:xfrm>
                <a:off x="3899630" y="4077397"/>
                <a:ext cx="51840" cy="309960"/>
              </p14:xfrm>
            </p:contentPart>
          </mc:Choice>
          <mc:Fallback xmlns="">
            <p:pic>
              <p:nvPicPr>
                <p:cNvPr id="94" name="Ink 93">
                  <a:extLst>
                    <a:ext uri="{FF2B5EF4-FFF2-40B4-BE49-F238E27FC236}">
                      <a16:creationId xmlns:a16="http://schemas.microsoft.com/office/drawing/2014/main" id="{1B549338-7C18-95B6-A876-87976E314F43}"/>
                    </a:ext>
                  </a:extLst>
                </p:cNvPr>
                <p:cNvPicPr/>
                <p:nvPr/>
              </p:nvPicPr>
              <p:blipFill>
                <a:blip r:embed="rId147"/>
                <a:stretch>
                  <a:fillRect/>
                </a:stretch>
              </p:blipFill>
              <p:spPr>
                <a:xfrm>
                  <a:off x="3881754" y="4059376"/>
                  <a:ext cx="87234" cy="345641"/>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5" name="Ink 94">
                  <a:extLst>
                    <a:ext uri="{FF2B5EF4-FFF2-40B4-BE49-F238E27FC236}">
                      <a16:creationId xmlns:a16="http://schemas.microsoft.com/office/drawing/2014/main" id="{C704A5EA-682C-DD1D-78F6-74CDDA6C6EE6}"/>
                    </a:ext>
                  </a:extLst>
                </p14:cNvPr>
                <p14:cNvContentPartPr/>
                <p14:nvPr/>
              </p14:nvContentPartPr>
              <p14:xfrm>
                <a:off x="4121750" y="4058677"/>
                <a:ext cx="59760" cy="263880"/>
              </p14:xfrm>
            </p:contentPart>
          </mc:Choice>
          <mc:Fallback xmlns="">
            <p:pic>
              <p:nvPicPr>
                <p:cNvPr id="95" name="Ink 94">
                  <a:extLst>
                    <a:ext uri="{FF2B5EF4-FFF2-40B4-BE49-F238E27FC236}">
                      <a16:creationId xmlns:a16="http://schemas.microsoft.com/office/drawing/2014/main" id="{C704A5EA-682C-DD1D-78F6-74CDDA6C6EE6}"/>
                    </a:ext>
                  </a:extLst>
                </p:cNvPr>
                <p:cNvPicPr/>
                <p:nvPr/>
              </p:nvPicPr>
              <p:blipFill>
                <a:blip r:embed="rId149"/>
                <a:stretch>
                  <a:fillRect/>
                </a:stretch>
              </p:blipFill>
              <p:spPr>
                <a:xfrm>
                  <a:off x="4103750" y="4040677"/>
                  <a:ext cx="9540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6" name="Ink 95">
                  <a:extLst>
                    <a:ext uri="{FF2B5EF4-FFF2-40B4-BE49-F238E27FC236}">
                      <a16:creationId xmlns:a16="http://schemas.microsoft.com/office/drawing/2014/main" id="{483966E5-59FF-1DBD-356C-0A88BF7CD10D}"/>
                    </a:ext>
                  </a:extLst>
                </p14:cNvPr>
                <p14:cNvContentPartPr/>
                <p14:nvPr/>
              </p14:nvContentPartPr>
              <p14:xfrm>
                <a:off x="4148750" y="4009717"/>
                <a:ext cx="189720" cy="205200"/>
              </p14:xfrm>
            </p:contentPart>
          </mc:Choice>
          <mc:Fallback xmlns="">
            <p:pic>
              <p:nvPicPr>
                <p:cNvPr id="96" name="Ink 95">
                  <a:extLst>
                    <a:ext uri="{FF2B5EF4-FFF2-40B4-BE49-F238E27FC236}">
                      <a16:creationId xmlns:a16="http://schemas.microsoft.com/office/drawing/2014/main" id="{483966E5-59FF-1DBD-356C-0A88BF7CD10D}"/>
                    </a:ext>
                  </a:extLst>
                </p:cNvPr>
                <p:cNvPicPr/>
                <p:nvPr/>
              </p:nvPicPr>
              <p:blipFill>
                <a:blip r:embed="rId151"/>
                <a:stretch>
                  <a:fillRect/>
                </a:stretch>
              </p:blipFill>
              <p:spPr>
                <a:xfrm>
                  <a:off x="4130750" y="3991749"/>
                  <a:ext cx="225360" cy="240778"/>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7" name="Ink 96">
                  <a:extLst>
                    <a:ext uri="{FF2B5EF4-FFF2-40B4-BE49-F238E27FC236}">
                      <a16:creationId xmlns:a16="http://schemas.microsoft.com/office/drawing/2014/main" id="{FAE41641-BBE4-8FA7-D6D6-CBD2E51761E2}"/>
                    </a:ext>
                  </a:extLst>
                </p14:cNvPr>
                <p14:cNvContentPartPr/>
                <p14:nvPr/>
              </p14:nvContentPartPr>
              <p14:xfrm>
                <a:off x="4439270" y="4018357"/>
                <a:ext cx="76680" cy="321480"/>
              </p14:xfrm>
            </p:contentPart>
          </mc:Choice>
          <mc:Fallback xmlns="">
            <p:pic>
              <p:nvPicPr>
                <p:cNvPr id="97" name="Ink 96">
                  <a:extLst>
                    <a:ext uri="{FF2B5EF4-FFF2-40B4-BE49-F238E27FC236}">
                      <a16:creationId xmlns:a16="http://schemas.microsoft.com/office/drawing/2014/main" id="{FAE41641-BBE4-8FA7-D6D6-CBD2E51761E2}"/>
                    </a:ext>
                  </a:extLst>
                </p:cNvPr>
                <p:cNvPicPr/>
                <p:nvPr/>
              </p:nvPicPr>
              <p:blipFill>
                <a:blip r:embed="rId153"/>
                <a:stretch>
                  <a:fillRect/>
                </a:stretch>
              </p:blipFill>
              <p:spPr>
                <a:xfrm>
                  <a:off x="4421270" y="4000357"/>
                  <a:ext cx="112320" cy="3571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8" name="Ink 97">
                  <a:extLst>
                    <a:ext uri="{FF2B5EF4-FFF2-40B4-BE49-F238E27FC236}">
                      <a16:creationId xmlns:a16="http://schemas.microsoft.com/office/drawing/2014/main" id="{D35EFDAE-CAE0-A29B-F4AE-B42520076CEB}"/>
                    </a:ext>
                  </a:extLst>
                </p14:cNvPr>
                <p14:cNvContentPartPr/>
                <p14:nvPr/>
              </p14:nvContentPartPr>
              <p14:xfrm>
                <a:off x="4468430" y="3981277"/>
                <a:ext cx="262800" cy="353880"/>
              </p14:xfrm>
            </p:contentPart>
          </mc:Choice>
          <mc:Fallback xmlns="">
            <p:pic>
              <p:nvPicPr>
                <p:cNvPr id="98" name="Ink 97">
                  <a:extLst>
                    <a:ext uri="{FF2B5EF4-FFF2-40B4-BE49-F238E27FC236}">
                      <a16:creationId xmlns:a16="http://schemas.microsoft.com/office/drawing/2014/main" id="{D35EFDAE-CAE0-A29B-F4AE-B42520076CEB}"/>
                    </a:ext>
                  </a:extLst>
                </p:cNvPr>
                <p:cNvPicPr/>
                <p:nvPr/>
              </p:nvPicPr>
              <p:blipFill>
                <a:blip r:embed="rId155"/>
                <a:stretch>
                  <a:fillRect/>
                </a:stretch>
              </p:blipFill>
              <p:spPr>
                <a:xfrm>
                  <a:off x="4450430" y="3963295"/>
                  <a:ext cx="298440" cy="389484"/>
                </a:xfrm>
                <a:prstGeom prst="rect">
                  <a:avLst/>
                </a:prstGeom>
              </p:spPr>
            </p:pic>
          </mc:Fallback>
        </mc:AlternateContent>
      </p:grpSp>
      <p:grpSp>
        <p:nvGrpSpPr>
          <p:cNvPr id="102" name="Group 101">
            <a:extLst>
              <a:ext uri="{FF2B5EF4-FFF2-40B4-BE49-F238E27FC236}">
                <a16:creationId xmlns:a16="http://schemas.microsoft.com/office/drawing/2014/main" id="{DDABDA77-F349-091F-D786-885B4ACDAC28}"/>
              </a:ext>
            </a:extLst>
          </p:cNvPr>
          <p:cNvGrpSpPr/>
          <p:nvPr/>
        </p:nvGrpSpPr>
        <p:grpSpPr>
          <a:xfrm>
            <a:off x="2281790" y="4548637"/>
            <a:ext cx="1373400" cy="771480"/>
            <a:chOff x="2281790" y="4548637"/>
            <a:chExt cx="1373400" cy="771480"/>
          </a:xfrm>
        </p:grpSpPr>
        <mc:AlternateContent xmlns:mc="http://schemas.openxmlformats.org/markup-compatibility/2006" xmlns:p14="http://schemas.microsoft.com/office/powerpoint/2010/main">
          <mc:Choice Requires="p14">
            <p:contentPart p14:bwMode="auto" r:id="rId156">
              <p14:nvContentPartPr>
                <p14:cNvPr id="100" name="Ink 99">
                  <a:extLst>
                    <a:ext uri="{FF2B5EF4-FFF2-40B4-BE49-F238E27FC236}">
                      <a16:creationId xmlns:a16="http://schemas.microsoft.com/office/drawing/2014/main" id="{4E4FA8A5-A695-F79B-4FB0-0FABB40AE85E}"/>
                    </a:ext>
                  </a:extLst>
                </p14:cNvPr>
                <p14:cNvContentPartPr/>
                <p14:nvPr/>
              </p14:nvContentPartPr>
              <p14:xfrm>
                <a:off x="2310230" y="4548637"/>
                <a:ext cx="1344960" cy="712440"/>
              </p14:xfrm>
            </p:contentPart>
          </mc:Choice>
          <mc:Fallback xmlns="">
            <p:pic>
              <p:nvPicPr>
                <p:cNvPr id="100" name="Ink 99">
                  <a:extLst>
                    <a:ext uri="{FF2B5EF4-FFF2-40B4-BE49-F238E27FC236}">
                      <a16:creationId xmlns:a16="http://schemas.microsoft.com/office/drawing/2014/main" id="{4E4FA8A5-A695-F79B-4FB0-0FABB40AE85E}"/>
                    </a:ext>
                  </a:extLst>
                </p:cNvPr>
                <p:cNvPicPr/>
                <p:nvPr/>
              </p:nvPicPr>
              <p:blipFill>
                <a:blip r:embed="rId157"/>
                <a:stretch>
                  <a:fillRect/>
                </a:stretch>
              </p:blipFill>
              <p:spPr>
                <a:xfrm>
                  <a:off x="2292230" y="4530637"/>
                  <a:ext cx="1380600" cy="7480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1" name="Ink 100">
                  <a:extLst>
                    <a:ext uri="{FF2B5EF4-FFF2-40B4-BE49-F238E27FC236}">
                      <a16:creationId xmlns:a16="http://schemas.microsoft.com/office/drawing/2014/main" id="{0C436267-5EFE-36F0-C0F0-A10F45849245}"/>
                    </a:ext>
                  </a:extLst>
                </p14:cNvPr>
                <p14:cNvContentPartPr/>
                <p14:nvPr/>
              </p14:nvContentPartPr>
              <p14:xfrm>
                <a:off x="2281790" y="5075677"/>
                <a:ext cx="153720" cy="244440"/>
              </p14:xfrm>
            </p:contentPart>
          </mc:Choice>
          <mc:Fallback xmlns="">
            <p:pic>
              <p:nvPicPr>
                <p:cNvPr id="101" name="Ink 100">
                  <a:extLst>
                    <a:ext uri="{FF2B5EF4-FFF2-40B4-BE49-F238E27FC236}">
                      <a16:creationId xmlns:a16="http://schemas.microsoft.com/office/drawing/2014/main" id="{0C436267-5EFE-36F0-C0F0-A10F45849245}"/>
                    </a:ext>
                  </a:extLst>
                </p:cNvPr>
                <p:cNvPicPr/>
                <p:nvPr/>
              </p:nvPicPr>
              <p:blipFill>
                <a:blip r:embed="rId159"/>
                <a:stretch>
                  <a:fillRect/>
                </a:stretch>
              </p:blipFill>
              <p:spPr>
                <a:xfrm>
                  <a:off x="2263790" y="5057677"/>
                  <a:ext cx="189360" cy="280080"/>
                </a:xfrm>
                <a:prstGeom prst="rect">
                  <a:avLst/>
                </a:prstGeom>
              </p:spPr>
            </p:pic>
          </mc:Fallback>
        </mc:AlternateContent>
      </p:grpSp>
      <p:grpSp>
        <p:nvGrpSpPr>
          <p:cNvPr id="126" name="Group 125">
            <a:extLst>
              <a:ext uri="{FF2B5EF4-FFF2-40B4-BE49-F238E27FC236}">
                <a16:creationId xmlns:a16="http://schemas.microsoft.com/office/drawing/2014/main" id="{8F8E039E-8E94-6F82-7508-0FA4EFA6CD2C}"/>
              </a:ext>
            </a:extLst>
          </p:cNvPr>
          <p:cNvGrpSpPr/>
          <p:nvPr/>
        </p:nvGrpSpPr>
        <p:grpSpPr>
          <a:xfrm>
            <a:off x="266510" y="5137237"/>
            <a:ext cx="1733040" cy="771480"/>
            <a:chOff x="266510" y="5137237"/>
            <a:chExt cx="1733040" cy="771480"/>
          </a:xfrm>
        </p:grpSpPr>
        <mc:AlternateContent xmlns:mc="http://schemas.openxmlformats.org/markup-compatibility/2006" xmlns:p14="http://schemas.microsoft.com/office/powerpoint/2010/main">
          <mc:Choice Requires="p14">
            <p:contentPart p14:bwMode="auto" r:id="rId160">
              <p14:nvContentPartPr>
                <p14:cNvPr id="103" name="Ink 102">
                  <a:extLst>
                    <a:ext uri="{FF2B5EF4-FFF2-40B4-BE49-F238E27FC236}">
                      <a16:creationId xmlns:a16="http://schemas.microsoft.com/office/drawing/2014/main" id="{D72AAE74-B5E6-36D3-26A9-960D5AB5B981}"/>
                    </a:ext>
                  </a:extLst>
                </p14:cNvPr>
                <p14:cNvContentPartPr/>
                <p14:nvPr/>
              </p14:nvContentPartPr>
              <p14:xfrm>
                <a:off x="266510" y="5395357"/>
                <a:ext cx="48960" cy="219240"/>
              </p14:xfrm>
            </p:contentPart>
          </mc:Choice>
          <mc:Fallback xmlns="">
            <p:pic>
              <p:nvPicPr>
                <p:cNvPr id="103" name="Ink 102">
                  <a:extLst>
                    <a:ext uri="{FF2B5EF4-FFF2-40B4-BE49-F238E27FC236}">
                      <a16:creationId xmlns:a16="http://schemas.microsoft.com/office/drawing/2014/main" id="{D72AAE74-B5E6-36D3-26A9-960D5AB5B981}"/>
                    </a:ext>
                  </a:extLst>
                </p:cNvPr>
                <p:cNvPicPr/>
                <p:nvPr/>
              </p:nvPicPr>
              <p:blipFill>
                <a:blip r:embed="rId161"/>
                <a:stretch>
                  <a:fillRect/>
                </a:stretch>
              </p:blipFill>
              <p:spPr>
                <a:xfrm>
                  <a:off x="248510" y="5377327"/>
                  <a:ext cx="84600" cy="254939"/>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4" name="Ink 103">
                  <a:extLst>
                    <a:ext uri="{FF2B5EF4-FFF2-40B4-BE49-F238E27FC236}">
                      <a16:creationId xmlns:a16="http://schemas.microsoft.com/office/drawing/2014/main" id="{282D517F-0BCF-344E-9957-FE58CF344900}"/>
                    </a:ext>
                  </a:extLst>
                </p14:cNvPr>
                <p14:cNvContentPartPr/>
                <p14:nvPr/>
              </p14:nvContentPartPr>
              <p14:xfrm>
                <a:off x="306830" y="5356117"/>
                <a:ext cx="182160" cy="218880"/>
              </p14:xfrm>
            </p:contentPart>
          </mc:Choice>
          <mc:Fallback xmlns="">
            <p:pic>
              <p:nvPicPr>
                <p:cNvPr id="104" name="Ink 103">
                  <a:extLst>
                    <a:ext uri="{FF2B5EF4-FFF2-40B4-BE49-F238E27FC236}">
                      <a16:creationId xmlns:a16="http://schemas.microsoft.com/office/drawing/2014/main" id="{282D517F-0BCF-344E-9957-FE58CF344900}"/>
                    </a:ext>
                  </a:extLst>
                </p:cNvPr>
                <p:cNvPicPr/>
                <p:nvPr/>
              </p:nvPicPr>
              <p:blipFill>
                <a:blip r:embed="rId163"/>
                <a:stretch>
                  <a:fillRect/>
                </a:stretch>
              </p:blipFill>
              <p:spPr>
                <a:xfrm>
                  <a:off x="288830" y="5338147"/>
                  <a:ext cx="217800" cy="254461"/>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5" name="Ink 104">
                  <a:extLst>
                    <a:ext uri="{FF2B5EF4-FFF2-40B4-BE49-F238E27FC236}">
                      <a16:creationId xmlns:a16="http://schemas.microsoft.com/office/drawing/2014/main" id="{FC58C416-8CEB-C4B8-7C53-265515872A28}"/>
                    </a:ext>
                  </a:extLst>
                </p14:cNvPr>
                <p14:cNvContentPartPr/>
                <p14:nvPr/>
              </p14:nvContentPartPr>
              <p14:xfrm>
                <a:off x="543710" y="5418037"/>
                <a:ext cx="85680" cy="110520"/>
              </p14:xfrm>
            </p:contentPart>
          </mc:Choice>
          <mc:Fallback xmlns="">
            <p:pic>
              <p:nvPicPr>
                <p:cNvPr id="105" name="Ink 104">
                  <a:extLst>
                    <a:ext uri="{FF2B5EF4-FFF2-40B4-BE49-F238E27FC236}">
                      <a16:creationId xmlns:a16="http://schemas.microsoft.com/office/drawing/2014/main" id="{FC58C416-8CEB-C4B8-7C53-265515872A28}"/>
                    </a:ext>
                  </a:extLst>
                </p:cNvPr>
                <p:cNvPicPr/>
                <p:nvPr/>
              </p:nvPicPr>
              <p:blipFill>
                <a:blip r:embed="rId165"/>
                <a:stretch>
                  <a:fillRect/>
                </a:stretch>
              </p:blipFill>
              <p:spPr>
                <a:xfrm>
                  <a:off x="525710" y="5400037"/>
                  <a:ext cx="12132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6" name="Ink 105">
                  <a:extLst>
                    <a:ext uri="{FF2B5EF4-FFF2-40B4-BE49-F238E27FC236}">
                      <a16:creationId xmlns:a16="http://schemas.microsoft.com/office/drawing/2014/main" id="{849B26DF-2ED9-A7DD-F643-9D5D570C4885}"/>
                    </a:ext>
                  </a:extLst>
                </p14:cNvPr>
                <p14:cNvContentPartPr/>
                <p14:nvPr/>
              </p14:nvContentPartPr>
              <p14:xfrm>
                <a:off x="743150" y="5268997"/>
                <a:ext cx="45000" cy="218880"/>
              </p14:xfrm>
            </p:contentPart>
          </mc:Choice>
          <mc:Fallback xmlns="">
            <p:pic>
              <p:nvPicPr>
                <p:cNvPr id="106" name="Ink 105">
                  <a:extLst>
                    <a:ext uri="{FF2B5EF4-FFF2-40B4-BE49-F238E27FC236}">
                      <a16:creationId xmlns:a16="http://schemas.microsoft.com/office/drawing/2014/main" id="{849B26DF-2ED9-A7DD-F643-9D5D570C4885}"/>
                    </a:ext>
                  </a:extLst>
                </p:cNvPr>
                <p:cNvPicPr/>
                <p:nvPr/>
              </p:nvPicPr>
              <p:blipFill>
                <a:blip r:embed="rId167"/>
                <a:stretch>
                  <a:fillRect/>
                </a:stretch>
              </p:blipFill>
              <p:spPr>
                <a:xfrm>
                  <a:off x="725150" y="5250997"/>
                  <a:ext cx="8064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8" name="Ink 107">
                  <a:extLst>
                    <a:ext uri="{FF2B5EF4-FFF2-40B4-BE49-F238E27FC236}">
                      <a16:creationId xmlns:a16="http://schemas.microsoft.com/office/drawing/2014/main" id="{90481224-7A87-4C8C-0132-980BAD64C6F8}"/>
                    </a:ext>
                  </a:extLst>
                </p14:cNvPr>
                <p14:cNvContentPartPr/>
                <p14:nvPr/>
              </p14:nvContentPartPr>
              <p14:xfrm>
                <a:off x="903710" y="5201317"/>
                <a:ext cx="75240" cy="227880"/>
              </p14:xfrm>
            </p:contentPart>
          </mc:Choice>
          <mc:Fallback xmlns="">
            <p:pic>
              <p:nvPicPr>
                <p:cNvPr id="108" name="Ink 107">
                  <a:extLst>
                    <a:ext uri="{FF2B5EF4-FFF2-40B4-BE49-F238E27FC236}">
                      <a16:creationId xmlns:a16="http://schemas.microsoft.com/office/drawing/2014/main" id="{90481224-7A87-4C8C-0132-980BAD64C6F8}"/>
                    </a:ext>
                  </a:extLst>
                </p:cNvPr>
                <p:cNvPicPr/>
                <p:nvPr/>
              </p:nvPicPr>
              <p:blipFill>
                <a:blip r:embed="rId169"/>
                <a:stretch>
                  <a:fillRect/>
                </a:stretch>
              </p:blipFill>
              <p:spPr>
                <a:xfrm>
                  <a:off x="885710" y="5183317"/>
                  <a:ext cx="11088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9" name="Ink 108">
                  <a:extLst>
                    <a:ext uri="{FF2B5EF4-FFF2-40B4-BE49-F238E27FC236}">
                      <a16:creationId xmlns:a16="http://schemas.microsoft.com/office/drawing/2014/main" id="{523A4F3F-9B91-206A-8180-9750A44423AD}"/>
                    </a:ext>
                  </a:extLst>
                </p14:cNvPr>
                <p14:cNvContentPartPr/>
                <p14:nvPr/>
              </p14:nvContentPartPr>
              <p14:xfrm>
                <a:off x="887150" y="5343517"/>
                <a:ext cx="93600" cy="60840"/>
              </p14:xfrm>
            </p:contentPart>
          </mc:Choice>
          <mc:Fallback xmlns="">
            <p:pic>
              <p:nvPicPr>
                <p:cNvPr id="109" name="Ink 108">
                  <a:extLst>
                    <a:ext uri="{FF2B5EF4-FFF2-40B4-BE49-F238E27FC236}">
                      <a16:creationId xmlns:a16="http://schemas.microsoft.com/office/drawing/2014/main" id="{523A4F3F-9B91-206A-8180-9750A44423AD}"/>
                    </a:ext>
                  </a:extLst>
                </p:cNvPr>
                <p:cNvPicPr/>
                <p:nvPr/>
              </p:nvPicPr>
              <p:blipFill>
                <a:blip r:embed="rId171"/>
                <a:stretch>
                  <a:fillRect/>
                </a:stretch>
              </p:blipFill>
              <p:spPr>
                <a:xfrm>
                  <a:off x="869219" y="5325517"/>
                  <a:ext cx="129103"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0" name="Ink 109">
                  <a:extLst>
                    <a:ext uri="{FF2B5EF4-FFF2-40B4-BE49-F238E27FC236}">
                      <a16:creationId xmlns:a16="http://schemas.microsoft.com/office/drawing/2014/main" id="{A7FC95E3-B077-D1DC-26A2-7BC95B7CA612}"/>
                    </a:ext>
                  </a:extLst>
                </p14:cNvPr>
                <p14:cNvContentPartPr/>
                <p14:nvPr/>
              </p14:nvContentPartPr>
              <p14:xfrm>
                <a:off x="1059950" y="5315797"/>
                <a:ext cx="83880" cy="158040"/>
              </p14:xfrm>
            </p:contentPart>
          </mc:Choice>
          <mc:Fallback xmlns="">
            <p:pic>
              <p:nvPicPr>
                <p:cNvPr id="110" name="Ink 109">
                  <a:extLst>
                    <a:ext uri="{FF2B5EF4-FFF2-40B4-BE49-F238E27FC236}">
                      <a16:creationId xmlns:a16="http://schemas.microsoft.com/office/drawing/2014/main" id="{A7FC95E3-B077-D1DC-26A2-7BC95B7CA612}"/>
                    </a:ext>
                  </a:extLst>
                </p:cNvPr>
                <p:cNvPicPr/>
                <p:nvPr/>
              </p:nvPicPr>
              <p:blipFill>
                <a:blip r:embed="rId173"/>
                <a:stretch>
                  <a:fillRect/>
                </a:stretch>
              </p:blipFill>
              <p:spPr>
                <a:xfrm>
                  <a:off x="1041950" y="5297838"/>
                  <a:ext cx="119520" cy="193599"/>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1" name="Ink 110">
                  <a:extLst>
                    <a:ext uri="{FF2B5EF4-FFF2-40B4-BE49-F238E27FC236}">
                      <a16:creationId xmlns:a16="http://schemas.microsoft.com/office/drawing/2014/main" id="{1694E437-11D0-1BC8-7D56-0C0D8137378E}"/>
                    </a:ext>
                  </a:extLst>
                </p14:cNvPr>
                <p14:cNvContentPartPr/>
                <p14:nvPr/>
              </p14:nvContentPartPr>
              <p14:xfrm>
                <a:off x="1067150" y="5366197"/>
                <a:ext cx="65160" cy="27000"/>
              </p14:xfrm>
            </p:contentPart>
          </mc:Choice>
          <mc:Fallback xmlns="">
            <p:pic>
              <p:nvPicPr>
                <p:cNvPr id="111" name="Ink 110">
                  <a:extLst>
                    <a:ext uri="{FF2B5EF4-FFF2-40B4-BE49-F238E27FC236}">
                      <a16:creationId xmlns:a16="http://schemas.microsoft.com/office/drawing/2014/main" id="{1694E437-11D0-1BC8-7D56-0C0D8137378E}"/>
                    </a:ext>
                  </a:extLst>
                </p:cNvPr>
                <p:cNvPicPr/>
                <p:nvPr/>
              </p:nvPicPr>
              <p:blipFill>
                <a:blip r:embed="rId175"/>
                <a:stretch>
                  <a:fillRect/>
                </a:stretch>
              </p:blipFill>
              <p:spPr>
                <a:xfrm>
                  <a:off x="1049150" y="5347954"/>
                  <a:ext cx="100800" cy="63122"/>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2" name="Ink 111">
                  <a:extLst>
                    <a:ext uri="{FF2B5EF4-FFF2-40B4-BE49-F238E27FC236}">
                      <a16:creationId xmlns:a16="http://schemas.microsoft.com/office/drawing/2014/main" id="{B6CABFC6-0A01-0BD1-6907-A92706C5F659}"/>
                    </a:ext>
                  </a:extLst>
                </p14:cNvPr>
                <p14:cNvContentPartPr/>
                <p14:nvPr/>
              </p14:nvContentPartPr>
              <p14:xfrm>
                <a:off x="1214750" y="5282677"/>
                <a:ext cx="218880" cy="86400"/>
              </p14:xfrm>
            </p:contentPart>
          </mc:Choice>
          <mc:Fallback xmlns="">
            <p:pic>
              <p:nvPicPr>
                <p:cNvPr id="112" name="Ink 111">
                  <a:extLst>
                    <a:ext uri="{FF2B5EF4-FFF2-40B4-BE49-F238E27FC236}">
                      <a16:creationId xmlns:a16="http://schemas.microsoft.com/office/drawing/2014/main" id="{B6CABFC6-0A01-0BD1-6907-A92706C5F659}"/>
                    </a:ext>
                  </a:extLst>
                </p:cNvPr>
                <p:cNvPicPr/>
                <p:nvPr/>
              </p:nvPicPr>
              <p:blipFill>
                <a:blip r:embed="rId177"/>
                <a:stretch>
                  <a:fillRect/>
                </a:stretch>
              </p:blipFill>
              <p:spPr>
                <a:xfrm>
                  <a:off x="1196750" y="5264602"/>
                  <a:ext cx="254520" cy="122189"/>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3" name="Ink 112">
                  <a:extLst>
                    <a:ext uri="{FF2B5EF4-FFF2-40B4-BE49-F238E27FC236}">
                      <a16:creationId xmlns:a16="http://schemas.microsoft.com/office/drawing/2014/main" id="{46E9C90F-F88B-2A61-8E1C-D055C659389E}"/>
                    </a:ext>
                  </a:extLst>
                </p14:cNvPr>
                <p14:cNvContentPartPr/>
                <p14:nvPr/>
              </p14:nvContentPartPr>
              <p14:xfrm>
                <a:off x="1483310" y="5229037"/>
                <a:ext cx="131400" cy="100800"/>
              </p14:xfrm>
            </p:contentPart>
          </mc:Choice>
          <mc:Fallback xmlns="">
            <p:pic>
              <p:nvPicPr>
                <p:cNvPr id="113" name="Ink 112">
                  <a:extLst>
                    <a:ext uri="{FF2B5EF4-FFF2-40B4-BE49-F238E27FC236}">
                      <a16:creationId xmlns:a16="http://schemas.microsoft.com/office/drawing/2014/main" id="{46E9C90F-F88B-2A61-8E1C-D055C659389E}"/>
                    </a:ext>
                  </a:extLst>
                </p:cNvPr>
                <p:cNvPicPr/>
                <p:nvPr/>
              </p:nvPicPr>
              <p:blipFill>
                <a:blip r:embed="rId179"/>
                <a:stretch>
                  <a:fillRect/>
                </a:stretch>
              </p:blipFill>
              <p:spPr>
                <a:xfrm>
                  <a:off x="1465310" y="5211037"/>
                  <a:ext cx="1670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4" name="Ink 113">
                  <a:extLst>
                    <a:ext uri="{FF2B5EF4-FFF2-40B4-BE49-F238E27FC236}">
                      <a16:creationId xmlns:a16="http://schemas.microsoft.com/office/drawing/2014/main" id="{1477C0EA-665A-C923-439A-2C9CF874A9C1}"/>
                    </a:ext>
                  </a:extLst>
                </p14:cNvPr>
                <p14:cNvContentPartPr/>
                <p14:nvPr/>
              </p14:nvContentPartPr>
              <p14:xfrm>
                <a:off x="1657190" y="5203477"/>
                <a:ext cx="226800" cy="96120"/>
              </p14:xfrm>
            </p:contentPart>
          </mc:Choice>
          <mc:Fallback xmlns="">
            <p:pic>
              <p:nvPicPr>
                <p:cNvPr id="114" name="Ink 113">
                  <a:extLst>
                    <a:ext uri="{FF2B5EF4-FFF2-40B4-BE49-F238E27FC236}">
                      <a16:creationId xmlns:a16="http://schemas.microsoft.com/office/drawing/2014/main" id="{1477C0EA-665A-C923-439A-2C9CF874A9C1}"/>
                    </a:ext>
                  </a:extLst>
                </p:cNvPr>
                <p:cNvPicPr/>
                <p:nvPr/>
              </p:nvPicPr>
              <p:blipFill>
                <a:blip r:embed="rId181"/>
                <a:stretch>
                  <a:fillRect/>
                </a:stretch>
              </p:blipFill>
              <p:spPr>
                <a:xfrm>
                  <a:off x="1639161" y="5185477"/>
                  <a:ext cx="262497"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5" name="Ink 114">
                  <a:extLst>
                    <a:ext uri="{FF2B5EF4-FFF2-40B4-BE49-F238E27FC236}">
                      <a16:creationId xmlns:a16="http://schemas.microsoft.com/office/drawing/2014/main" id="{B7BF07D3-5AE3-7CE6-06ED-505BCD0C8F3A}"/>
                    </a:ext>
                  </a:extLst>
                </p14:cNvPr>
                <p14:cNvContentPartPr/>
                <p14:nvPr/>
              </p14:nvContentPartPr>
              <p14:xfrm>
                <a:off x="1859870" y="5137237"/>
                <a:ext cx="139680" cy="121680"/>
              </p14:xfrm>
            </p:contentPart>
          </mc:Choice>
          <mc:Fallback xmlns="">
            <p:pic>
              <p:nvPicPr>
                <p:cNvPr id="115" name="Ink 114">
                  <a:extLst>
                    <a:ext uri="{FF2B5EF4-FFF2-40B4-BE49-F238E27FC236}">
                      <a16:creationId xmlns:a16="http://schemas.microsoft.com/office/drawing/2014/main" id="{B7BF07D3-5AE3-7CE6-06ED-505BCD0C8F3A}"/>
                    </a:ext>
                  </a:extLst>
                </p:cNvPr>
                <p:cNvPicPr/>
                <p:nvPr/>
              </p:nvPicPr>
              <p:blipFill>
                <a:blip r:embed="rId183"/>
                <a:stretch>
                  <a:fillRect/>
                </a:stretch>
              </p:blipFill>
              <p:spPr>
                <a:xfrm>
                  <a:off x="1841870" y="5119237"/>
                  <a:ext cx="17532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7" name="Ink 116">
                  <a:extLst>
                    <a:ext uri="{FF2B5EF4-FFF2-40B4-BE49-F238E27FC236}">
                      <a16:creationId xmlns:a16="http://schemas.microsoft.com/office/drawing/2014/main" id="{D4183761-315B-DD36-8FA2-DFDD1EA088D4}"/>
                    </a:ext>
                  </a:extLst>
                </p14:cNvPr>
                <p14:cNvContentPartPr/>
                <p14:nvPr/>
              </p14:nvContentPartPr>
              <p14:xfrm>
                <a:off x="623630" y="5745637"/>
                <a:ext cx="131400" cy="163080"/>
              </p14:xfrm>
            </p:contentPart>
          </mc:Choice>
          <mc:Fallback xmlns="">
            <p:pic>
              <p:nvPicPr>
                <p:cNvPr id="117" name="Ink 116">
                  <a:extLst>
                    <a:ext uri="{FF2B5EF4-FFF2-40B4-BE49-F238E27FC236}">
                      <a16:creationId xmlns:a16="http://schemas.microsoft.com/office/drawing/2014/main" id="{D4183761-315B-DD36-8FA2-DFDD1EA088D4}"/>
                    </a:ext>
                  </a:extLst>
                </p:cNvPr>
                <p:cNvPicPr/>
                <p:nvPr/>
              </p:nvPicPr>
              <p:blipFill>
                <a:blip r:embed="rId185"/>
                <a:stretch>
                  <a:fillRect/>
                </a:stretch>
              </p:blipFill>
              <p:spPr>
                <a:xfrm>
                  <a:off x="605581" y="5727637"/>
                  <a:ext cx="167138"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8" name="Ink 117">
                  <a:extLst>
                    <a:ext uri="{FF2B5EF4-FFF2-40B4-BE49-F238E27FC236}">
                      <a16:creationId xmlns:a16="http://schemas.microsoft.com/office/drawing/2014/main" id="{5585C393-52FA-73ED-3CED-EDA3482985E5}"/>
                    </a:ext>
                  </a:extLst>
                </p14:cNvPr>
                <p14:cNvContentPartPr/>
                <p14:nvPr/>
              </p14:nvContentPartPr>
              <p14:xfrm>
                <a:off x="822350" y="5743477"/>
                <a:ext cx="67320" cy="116280"/>
              </p14:xfrm>
            </p:contentPart>
          </mc:Choice>
          <mc:Fallback xmlns="">
            <p:pic>
              <p:nvPicPr>
                <p:cNvPr id="118" name="Ink 117">
                  <a:extLst>
                    <a:ext uri="{FF2B5EF4-FFF2-40B4-BE49-F238E27FC236}">
                      <a16:creationId xmlns:a16="http://schemas.microsoft.com/office/drawing/2014/main" id="{5585C393-52FA-73ED-3CED-EDA3482985E5}"/>
                    </a:ext>
                  </a:extLst>
                </p:cNvPr>
                <p:cNvPicPr/>
                <p:nvPr/>
              </p:nvPicPr>
              <p:blipFill>
                <a:blip r:embed="rId187"/>
                <a:stretch>
                  <a:fillRect/>
                </a:stretch>
              </p:blipFill>
              <p:spPr>
                <a:xfrm>
                  <a:off x="804253" y="5725477"/>
                  <a:ext cx="103152"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9" name="Ink 118">
                  <a:extLst>
                    <a:ext uri="{FF2B5EF4-FFF2-40B4-BE49-F238E27FC236}">
                      <a16:creationId xmlns:a16="http://schemas.microsoft.com/office/drawing/2014/main" id="{D0053C94-C7FE-F427-FAF1-0E7C2BF50953}"/>
                    </a:ext>
                  </a:extLst>
                </p14:cNvPr>
                <p14:cNvContentPartPr/>
                <p14:nvPr/>
              </p14:nvContentPartPr>
              <p14:xfrm>
                <a:off x="942590" y="5724037"/>
                <a:ext cx="104040" cy="59400"/>
              </p14:xfrm>
            </p:contentPart>
          </mc:Choice>
          <mc:Fallback xmlns="">
            <p:pic>
              <p:nvPicPr>
                <p:cNvPr id="119" name="Ink 118">
                  <a:extLst>
                    <a:ext uri="{FF2B5EF4-FFF2-40B4-BE49-F238E27FC236}">
                      <a16:creationId xmlns:a16="http://schemas.microsoft.com/office/drawing/2014/main" id="{D0053C94-C7FE-F427-FAF1-0E7C2BF50953}"/>
                    </a:ext>
                  </a:extLst>
                </p:cNvPr>
                <p:cNvPicPr/>
                <p:nvPr/>
              </p:nvPicPr>
              <p:blipFill>
                <a:blip r:embed="rId189"/>
                <a:stretch>
                  <a:fillRect/>
                </a:stretch>
              </p:blipFill>
              <p:spPr>
                <a:xfrm>
                  <a:off x="924590" y="5706037"/>
                  <a:ext cx="13968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0" name="Ink 119">
                  <a:extLst>
                    <a:ext uri="{FF2B5EF4-FFF2-40B4-BE49-F238E27FC236}">
                      <a16:creationId xmlns:a16="http://schemas.microsoft.com/office/drawing/2014/main" id="{AFA30098-3F90-0705-80B2-0996C87E95ED}"/>
                    </a:ext>
                  </a:extLst>
                </p14:cNvPr>
                <p14:cNvContentPartPr/>
                <p14:nvPr/>
              </p14:nvContentPartPr>
              <p14:xfrm>
                <a:off x="1136630" y="5696677"/>
                <a:ext cx="101880" cy="106560"/>
              </p14:xfrm>
            </p:contentPart>
          </mc:Choice>
          <mc:Fallback xmlns="">
            <p:pic>
              <p:nvPicPr>
                <p:cNvPr id="120" name="Ink 119">
                  <a:extLst>
                    <a:ext uri="{FF2B5EF4-FFF2-40B4-BE49-F238E27FC236}">
                      <a16:creationId xmlns:a16="http://schemas.microsoft.com/office/drawing/2014/main" id="{AFA30098-3F90-0705-80B2-0996C87E95ED}"/>
                    </a:ext>
                  </a:extLst>
                </p:cNvPr>
                <p:cNvPicPr/>
                <p:nvPr/>
              </p:nvPicPr>
              <p:blipFill>
                <a:blip r:embed="rId191"/>
                <a:stretch>
                  <a:fillRect/>
                </a:stretch>
              </p:blipFill>
              <p:spPr>
                <a:xfrm>
                  <a:off x="1118630" y="5678677"/>
                  <a:ext cx="13752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1" name="Ink 120">
                  <a:extLst>
                    <a:ext uri="{FF2B5EF4-FFF2-40B4-BE49-F238E27FC236}">
                      <a16:creationId xmlns:a16="http://schemas.microsoft.com/office/drawing/2014/main" id="{92D2F228-AD31-0254-B428-E032E56BC040}"/>
                    </a:ext>
                  </a:extLst>
                </p14:cNvPr>
                <p14:cNvContentPartPr/>
                <p14:nvPr/>
              </p14:nvContentPartPr>
              <p14:xfrm>
                <a:off x="1256510" y="5561677"/>
                <a:ext cx="59400" cy="164160"/>
              </p14:xfrm>
            </p:contentPart>
          </mc:Choice>
          <mc:Fallback xmlns="">
            <p:pic>
              <p:nvPicPr>
                <p:cNvPr id="121" name="Ink 120">
                  <a:extLst>
                    <a:ext uri="{FF2B5EF4-FFF2-40B4-BE49-F238E27FC236}">
                      <a16:creationId xmlns:a16="http://schemas.microsoft.com/office/drawing/2014/main" id="{92D2F228-AD31-0254-B428-E032E56BC040}"/>
                    </a:ext>
                  </a:extLst>
                </p:cNvPr>
                <p:cNvPicPr/>
                <p:nvPr/>
              </p:nvPicPr>
              <p:blipFill>
                <a:blip r:embed="rId193"/>
                <a:stretch>
                  <a:fillRect/>
                </a:stretch>
              </p:blipFill>
              <p:spPr>
                <a:xfrm>
                  <a:off x="1238400" y="5543677"/>
                  <a:ext cx="95257"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2" name="Ink 121">
                  <a:extLst>
                    <a:ext uri="{FF2B5EF4-FFF2-40B4-BE49-F238E27FC236}">
                      <a16:creationId xmlns:a16="http://schemas.microsoft.com/office/drawing/2014/main" id="{4A35808A-FD6E-F6C7-8C10-4BC1B28EC88F}"/>
                    </a:ext>
                  </a:extLst>
                </p14:cNvPr>
                <p14:cNvContentPartPr/>
                <p14:nvPr/>
              </p14:nvContentPartPr>
              <p14:xfrm>
                <a:off x="1256870" y="5605237"/>
                <a:ext cx="49680" cy="34920"/>
              </p14:xfrm>
            </p:contentPart>
          </mc:Choice>
          <mc:Fallback xmlns="">
            <p:pic>
              <p:nvPicPr>
                <p:cNvPr id="122" name="Ink 121">
                  <a:extLst>
                    <a:ext uri="{FF2B5EF4-FFF2-40B4-BE49-F238E27FC236}">
                      <a16:creationId xmlns:a16="http://schemas.microsoft.com/office/drawing/2014/main" id="{4A35808A-FD6E-F6C7-8C10-4BC1B28EC88F}"/>
                    </a:ext>
                  </a:extLst>
                </p:cNvPr>
                <p:cNvPicPr/>
                <p:nvPr/>
              </p:nvPicPr>
              <p:blipFill>
                <a:blip r:embed="rId195"/>
                <a:stretch>
                  <a:fillRect/>
                </a:stretch>
              </p:blipFill>
              <p:spPr>
                <a:xfrm>
                  <a:off x="1238739" y="5587049"/>
                  <a:ext cx="85580" cy="70931"/>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3" name="Ink 122">
                  <a:extLst>
                    <a:ext uri="{FF2B5EF4-FFF2-40B4-BE49-F238E27FC236}">
                      <a16:creationId xmlns:a16="http://schemas.microsoft.com/office/drawing/2014/main" id="{90B067E0-F219-F830-3B86-47D5C9A9FD4F}"/>
                    </a:ext>
                  </a:extLst>
                </p14:cNvPr>
                <p14:cNvContentPartPr/>
                <p14:nvPr/>
              </p14:nvContentPartPr>
              <p14:xfrm>
                <a:off x="1436510" y="5600557"/>
                <a:ext cx="232920" cy="109800"/>
              </p14:xfrm>
            </p:contentPart>
          </mc:Choice>
          <mc:Fallback xmlns="">
            <p:pic>
              <p:nvPicPr>
                <p:cNvPr id="123" name="Ink 122">
                  <a:extLst>
                    <a:ext uri="{FF2B5EF4-FFF2-40B4-BE49-F238E27FC236}">
                      <a16:creationId xmlns:a16="http://schemas.microsoft.com/office/drawing/2014/main" id="{90B067E0-F219-F830-3B86-47D5C9A9FD4F}"/>
                    </a:ext>
                  </a:extLst>
                </p:cNvPr>
                <p:cNvPicPr/>
                <p:nvPr/>
              </p:nvPicPr>
              <p:blipFill>
                <a:blip r:embed="rId197"/>
                <a:stretch>
                  <a:fillRect/>
                </a:stretch>
              </p:blipFill>
              <p:spPr>
                <a:xfrm>
                  <a:off x="1418538" y="5582557"/>
                  <a:ext cx="268505"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4" name="Ink 123">
                  <a:extLst>
                    <a:ext uri="{FF2B5EF4-FFF2-40B4-BE49-F238E27FC236}">
                      <a16:creationId xmlns:a16="http://schemas.microsoft.com/office/drawing/2014/main" id="{E0CCEAA3-0C4C-181D-5FDB-2A28417794C3}"/>
                    </a:ext>
                  </a:extLst>
                </p14:cNvPr>
                <p14:cNvContentPartPr/>
                <p14:nvPr/>
              </p14:nvContentPartPr>
              <p14:xfrm>
                <a:off x="1713350" y="5443597"/>
                <a:ext cx="99360" cy="212040"/>
              </p14:xfrm>
            </p:contentPart>
          </mc:Choice>
          <mc:Fallback xmlns="">
            <p:pic>
              <p:nvPicPr>
                <p:cNvPr id="124" name="Ink 123">
                  <a:extLst>
                    <a:ext uri="{FF2B5EF4-FFF2-40B4-BE49-F238E27FC236}">
                      <a16:creationId xmlns:a16="http://schemas.microsoft.com/office/drawing/2014/main" id="{E0CCEAA3-0C4C-181D-5FDB-2A28417794C3}"/>
                    </a:ext>
                  </a:extLst>
                </p:cNvPr>
                <p:cNvPicPr/>
                <p:nvPr/>
              </p:nvPicPr>
              <p:blipFill>
                <a:blip r:embed="rId199"/>
                <a:stretch>
                  <a:fillRect/>
                </a:stretch>
              </p:blipFill>
              <p:spPr>
                <a:xfrm>
                  <a:off x="1695350" y="5425597"/>
                  <a:ext cx="13500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5" name="Ink 124">
                  <a:extLst>
                    <a:ext uri="{FF2B5EF4-FFF2-40B4-BE49-F238E27FC236}">
                      <a16:creationId xmlns:a16="http://schemas.microsoft.com/office/drawing/2014/main" id="{DB5E6F5C-7F8B-61AF-C44A-FC93F35A9652}"/>
                    </a:ext>
                  </a:extLst>
                </p14:cNvPr>
                <p14:cNvContentPartPr/>
                <p14:nvPr/>
              </p14:nvContentPartPr>
              <p14:xfrm>
                <a:off x="1731710" y="5539357"/>
                <a:ext cx="77040" cy="39240"/>
              </p14:xfrm>
            </p:contentPart>
          </mc:Choice>
          <mc:Fallback xmlns="">
            <p:pic>
              <p:nvPicPr>
                <p:cNvPr id="125" name="Ink 124">
                  <a:extLst>
                    <a:ext uri="{FF2B5EF4-FFF2-40B4-BE49-F238E27FC236}">
                      <a16:creationId xmlns:a16="http://schemas.microsoft.com/office/drawing/2014/main" id="{DB5E6F5C-7F8B-61AF-C44A-FC93F35A9652}"/>
                    </a:ext>
                  </a:extLst>
                </p:cNvPr>
                <p:cNvPicPr/>
                <p:nvPr/>
              </p:nvPicPr>
              <p:blipFill>
                <a:blip r:embed="rId201"/>
                <a:stretch>
                  <a:fillRect/>
                </a:stretch>
              </p:blipFill>
              <p:spPr>
                <a:xfrm>
                  <a:off x="1713710" y="5521357"/>
                  <a:ext cx="112680" cy="74880"/>
                </a:xfrm>
                <a:prstGeom prst="rect">
                  <a:avLst/>
                </a:prstGeom>
              </p:spPr>
            </p:pic>
          </mc:Fallback>
        </mc:AlternateContent>
      </p:grpSp>
      <p:grpSp>
        <p:nvGrpSpPr>
          <p:cNvPr id="166" name="Group 165">
            <a:extLst>
              <a:ext uri="{FF2B5EF4-FFF2-40B4-BE49-F238E27FC236}">
                <a16:creationId xmlns:a16="http://schemas.microsoft.com/office/drawing/2014/main" id="{41A34A93-525C-782B-98F6-9B3AB7A2D08F}"/>
              </a:ext>
            </a:extLst>
          </p:cNvPr>
          <p:cNvGrpSpPr/>
          <p:nvPr/>
        </p:nvGrpSpPr>
        <p:grpSpPr>
          <a:xfrm>
            <a:off x="3624950" y="4570237"/>
            <a:ext cx="335520" cy="802080"/>
            <a:chOff x="3624950" y="4570237"/>
            <a:chExt cx="335520" cy="802080"/>
          </a:xfrm>
        </p:grpSpPr>
        <mc:AlternateContent xmlns:mc="http://schemas.openxmlformats.org/markup-compatibility/2006" xmlns:p14="http://schemas.microsoft.com/office/powerpoint/2010/main">
          <mc:Choice Requires="p14">
            <p:contentPart p14:bwMode="auto" r:id="rId202">
              <p14:nvContentPartPr>
                <p14:cNvPr id="127" name="Ink 126">
                  <a:extLst>
                    <a:ext uri="{FF2B5EF4-FFF2-40B4-BE49-F238E27FC236}">
                      <a16:creationId xmlns:a16="http://schemas.microsoft.com/office/drawing/2014/main" id="{5B487111-A186-BB95-3CFC-46EBF50877A2}"/>
                    </a:ext>
                  </a:extLst>
                </p14:cNvPr>
                <p14:cNvContentPartPr/>
                <p14:nvPr/>
              </p14:nvContentPartPr>
              <p14:xfrm>
                <a:off x="3692630" y="4570237"/>
                <a:ext cx="267840" cy="781560"/>
              </p14:xfrm>
            </p:contentPart>
          </mc:Choice>
          <mc:Fallback xmlns="">
            <p:pic>
              <p:nvPicPr>
                <p:cNvPr id="127" name="Ink 126">
                  <a:extLst>
                    <a:ext uri="{FF2B5EF4-FFF2-40B4-BE49-F238E27FC236}">
                      <a16:creationId xmlns:a16="http://schemas.microsoft.com/office/drawing/2014/main" id="{5B487111-A186-BB95-3CFC-46EBF50877A2}"/>
                    </a:ext>
                  </a:extLst>
                </p:cNvPr>
                <p:cNvPicPr/>
                <p:nvPr/>
              </p:nvPicPr>
              <p:blipFill>
                <a:blip r:embed="rId203"/>
                <a:stretch>
                  <a:fillRect/>
                </a:stretch>
              </p:blipFill>
              <p:spPr>
                <a:xfrm>
                  <a:off x="3674630" y="4552237"/>
                  <a:ext cx="303480" cy="8172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8" name="Ink 127">
                  <a:extLst>
                    <a:ext uri="{FF2B5EF4-FFF2-40B4-BE49-F238E27FC236}">
                      <a16:creationId xmlns:a16="http://schemas.microsoft.com/office/drawing/2014/main" id="{446558F3-3430-4CB5-E655-4D152DA0E2B0}"/>
                    </a:ext>
                  </a:extLst>
                </p14:cNvPr>
                <p14:cNvContentPartPr/>
                <p14:nvPr/>
              </p14:nvContentPartPr>
              <p14:xfrm>
                <a:off x="3624950" y="5263957"/>
                <a:ext cx="214920" cy="108360"/>
              </p14:xfrm>
            </p:contentPart>
          </mc:Choice>
          <mc:Fallback xmlns="">
            <p:pic>
              <p:nvPicPr>
                <p:cNvPr id="128" name="Ink 127">
                  <a:extLst>
                    <a:ext uri="{FF2B5EF4-FFF2-40B4-BE49-F238E27FC236}">
                      <a16:creationId xmlns:a16="http://schemas.microsoft.com/office/drawing/2014/main" id="{446558F3-3430-4CB5-E655-4D152DA0E2B0}"/>
                    </a:ext>
                  </a:extLst>
                </p:cNvPr>
                <p:cNvPicPr/>
                <p:nvPr/>
              </p:nvPicPr>
              <p:blipFill>
                <a:blip r:embed="rId205"/>
                <a:stretch>
                  <a:fillRect/>
                </a:stretch>
              </p:blipFill>
              <p:spPr>
                <a:xfrm>
                  <a:off x="3606920" y="5246017"/>
                  <a:ext cx="250620" cy="143882"/>
                </a:xfrm>
                <a:prstGeom prst="rect">
                  <a:avLst/>
                </a:prstGeom>
              </p:spPr>
            </p:pic>
          </mc:Fallback>
        </mc:AlternateContent>
      </p:grpSp>
      <p:grpSp>
        <p:nvGrpSpPr>
          <p:cNvPr id="165" name="Group 164">
            <a:extLst>
              <a:ext uri="{FF2B5EF4-FFF2-40B4-BE49-F238E27FC236}">
                <a16:creationId xmlns:a16="http://schemas.microsoft.com/office/drawing/2014/main" id="{1EAA8CF7-FFEE-1340-4909-B0BB3A65EC90}"/>
              </a:ext>
            </a:extLst>
          </p:cNvPr>
          <p:cNvGrpSpPr/>
          <p:nvPr/>
        </p:nvGrpSpPr>
        <p:grpSpPr>
          <a:xfrm>
            <a:off x="2610470" y="5671477"/>
            <a:ext cx="809280" cy="239760"/>
            <a:chOff x="2610470" y="5671477"/>
            <a:chExt cx="809280" cy="239760"/>
          </a:xfrm>
        </p:grpSpPr>
        <mc:AlternateContent xmlns:mc="http://schemas.openxmlformats.org/markup-compatibility/2006" xmlns:p14="http://schemas.microsoft.com/office/powerpoint/2010/main">
          <mc:Choice Requires="p14">
            <p:contentPart p14:bwMode="auto" r:id="rId206">
              <p14:nvContentPartPr>
                <p14:cNvPr id="129" name="Ink 128">
                  <a:extLst>
                    <a:ext uri="{FF2B5EF4-FFF2-40B4-BE49-F238E27FC236}">
                      <a16:creationId xmlns:a16="http://schemas.microsoft.com/office/drawing/2014/main" id="{14B17206-59BC-432F-8664-FD3DBB68492D}"/>
                    </a:ext>
                  </a:extLst>
                </p14:cNvPr>
                <p14:cNvContentPartPr/>
                <p14:nvPr/>
              </p14:nvContentPartPr>
              <p14:xfrm>
                <a:off x="2610470" y="5677237"/>
                <a:ext cx="210600" cy="83520"/>
              </p14:xfrm>
            </p:contentPart>
          </mc:Choice>
          <mc:Fallback xmlns="">
            <p:pic>
              <p:nvPicPr>
                <p:cNvPr id="129" name="Ink 128">
                  <a:extLst>
                    <a:ext uri="{FF2B5EF4-FFF2-40B4-BE49-F238E27FC236}">
                      <a16:creationId xmlns:a16="http://schemas.microsoft.com/office/drawing/2014/main" id="{14B17206-59BC-432F-8664-FD3DBB68492D}"/>
                    </a:ext>
                  </a:extLst>
                </p:cNvPr>
                <p:cNvPicPr/>
                <p:nvPr/>
              </p:nvPicPr>
              <p:blipFill>
                <a:blip r:embed="rId207"/>
                <a:stretch>
                  <a:fillRect/>
                </a:stretch>
              </p:blipFill>
              <p:spPr>
                <a:xfrm>
                  <a:off x="2592501" y="5659237"/>
                  <a:ext cx="246179"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0" name="Ink 129">
                  <a:extLst>
                    <a:ext uri="{FF2B5EF4-FFF2-40B4-BE49-F238E27FC236}">
                      <a16:creationId xmlns:a16="http://schemas.microsoft.com/office/drawing/2014/main" id="{B8874643-917C-4542-17B2-261A34A97438}"/>
                    </a:ext>
                  </a:extLst>
                </p14:cNvPr>
                <p14:cNvContentPartPr/>
                <p14:nvPr/>
              </p14:nvContentPartPr>
              <p14:xfrm>
                <a:off x="2724230" y="5717917"/>
                <a:ext cx="60120" cy="193320"/>
              </p14:xfrm>
            </p:contentPart>
          </mc:Choice>
          <mc:Fallback xmlns="">
            <p:pic>
              <p:nvPicPr>
                <p:cNvPr id="130" name="Ink 129">
                  <a:extLst>
                    <a:ext uri="{FF2B5EF4-FFF2-40B4-BE49-F238E27FC236}">
                      <a16:creationId xmlns:a16="http://schemas.microsoft.com/office/drawing/2014/main" id="{B8874643-917C-4542-17B2-261A34A97438}"/>
                    </a:ext>
                  </a:extLst>
                </p:cNvPr>
                <p:cNvPicPr/>
                <p:nvPr/>
              </p:nvPicPr>
              <p:blipFill>
                <a:blip r:embed="rId209"/>
                <a:stretch>
                  <a:fillRect/>
                </a:stretch>
              </p:blipFill>
              <p:spPr>
                <a:xfrm>
                  <a:off x="2706230" y="5699883"/>
                  <a:ext cx="95760" cy="229026"/>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1" name="Ink 130">
                  <a:extLst>
                    <a:ext uri="{FF2B5EF4-FFF2-40B4-BE49-F238E27FC236}">
                      <a16:creationId xmlns:a16="http://schemas.microsoft.com/office/drawing/2014/main" id="{C56559B7-E155-7F25-0093-6CA0A123126A}"/>
                    </a:ext>
                  </a:extLst>
                </p14:cNvPr>
                <p14:cNvContentPartPr/>
                <p14:nvPr/>
              </p14:nvContentPartPr>
              <p14:xfrm>
                <a:off x="2859950" y="5747797"/>
                <a:ext cx="138240" cy="122400"/>
              </p14:xfrm>
            </p:contentPart>
          </mc:Choice>
          <mc:Fallback xmlns="">
            <p:pic>
              <p:nvPicPr>
                <p:cNvPr id="131" name="Ink 130">
                  <a:extLst>
                    <a:ext uri="{FF2B5EF4-FFF2-40B4-BE49-F238E27FC236}">
                      <a16:creationId xmlns:a16="http://schemas.microsoft.com/office/drawing/2014/main" id="{C56559B7-E155-7F25-0093-6CA0A123126A}"/>
                    </a:ext>
                  </a:extLst>
                </p:cNvPr>
                <p:cNvPicPr/>
                <p:nvPr/>
              </p:nvPicPr>
              <p:blipFill>
                <a:blip r:embed="rId211"/>
                <a:stretch>
                  <a:fillRect/>
                </a:stretch>
              </p:blipFill>
              <p:spPr>
                <a:xfrm>
                  <a:off x="2841903" y="5729850"/>
                  <a:ext cx="173973" cy="157935"/>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2" name="Ink 131">
                  <a:extLst>
                    <a:ext uri="{FF2B5EF4-FFF2-40B4-BE49-F238E27FC236}">
                      <a16:creationId xmlns:a16="http://schemas.microsoft.com/office/drawing/2014/main" id="{FDB592E3-FBE1-0C00-A701-91BE14BE3EF0}"/>
                    </a:ext>
                  </a:extLst>
                </p14:cNvPr>
                <p14:cNvContentPartPr/>
                <p14:nvPr/>
              </p14:nvContentPartPr>
              <p14:xfrm>
                <a:off x="3044630" y="5698117"/>
                <a:ext cx="230040" cy="104760"/>
              </p14:xfrm>
            </p:contentPart>
          </mc:Choice>
          <mc:Fallback xmlns="">
            <p:pic>
              <p:nvPicPr>
                <p:cNvPr id="132" name="Ink 131">
                  <a:extLst>
                    <a:ext uri="{FF2B5EF4-FFF2-40B4-BE49-F238E27FC236}">
                      <a16:creationId xmlns:a16="http://schemas.microsoft.com/office/drawing/2014/main" id="{FDB592E3-FBE1-0C00-A701-91BE14BE3EF0}"/>
                    </a:ext>
                  </a:extLst>
                </p:cNvPr>
                <p:cNvPicPr/>
                <p:nvPr/>
              </p:nvPicPr>
              <p:blipFill>
                <a:blip r:embed="rId213"/>
                <a:stretch>
                  <a:fillRect/>
                </a:stretch>
              </p:blipFill>
              <p:spPr>
                <a:xfrm>
                  <a:off x="3026658" y="5680117"/>
                  <a:ext cx="265624"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3" name="Ink 132">
                  <a:extLst>
                    <a:ext uri="{FF2B5EF4-FFF2-40B4-BE49-F238E27FC236}">
                      <a16:creationId xmlns:a16="http://schemas.microsoft.com/office/drawing/2014/main" id="{985127CD-114A-E18E-A162-CE89EE86557B}"/>
                    </a:ext>
                  </a:extLst>
                </p14:cNvPr>
                <p14:cNvContentPartPr/>
                <p14:nvPr/>
              </p14:nvContentPartPr>
              <p14:xfrm>
                <a:off x="3343070" y="5700637"/>
                <a:ext cx="47160" cy="139320"/>
              </p14:xfrm>
            </p:contentPart>
          </mc:Choice>
          <mc:Fallback xmlns="">
            <p:pic>
              <p:nvPicPr>
                <p:cNvPr id="133" name="Ink 132">
                  <a:extLst>
                    <a:ext uri="{FF2B5EF4-FFF2-40B4-BE49-F238E27FC236}">
                      <a16:creationId xmlns:a16="http://schemas.microsoft.com/office/drawing/2014/main" id="{985127CD-114A-E18E-A162-CE89EE86557B}"/>
                    </a:ext>
                  </a:extLst>
                </p:cNvPr>
                <p:cNvPicPr/>
                <p:nvPr/>
              </p:nvPicPr>
              <p:blipFill>
                <a:blip r:embed="rId215"/>
                <a:stretch>
                  <a:fillRect/>
                </a:stretch>
              </p:blipFill>
              <p:spPr>
                <a:xfrm>
                  <a:off x="3325070" y="5682637"/>
                  <a:ext cx="8280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4" name="Ink 133">
                  <a:extLst>
                    <a:ext uri="{FF2B5EF4-FFF2-40B4-BE49-F238E27FC236}">
                      <a16:creationId xmlns:a16="http://schemas.microsoft.com/office/drawing/2014/main" id="{2FBB75E6-A293-0840-1DDB-6119CCC7C78B}"/>
                    </a:ext>
                  </a:extLst>
                </p14:cNvPr>
                <p14:cNvContentPartPr/>
                <p14:nvPr/>
              </p14:nvContentPartPr>
              <p14:xfrm>
                <a:off x="3342710" y="5671477"/>
                <a:ext cx="77040" cy="97920"/>
              </p14:xfrm>
            </p:contentPart>
          </mc:Choice>
          <mc:Fallback xmlns="">
            <p:pic>
              <p:nvPicPr>
                <p:cNvPr id="134" name="Ink 133">
                  <a:extLst>
                    <a:ext uri="{FF2B5EF4-FFF2-40B4-BE49-F238E27FC236}">
                      <a16:creationId xmlns:a16="http://schemas.microsoft.com/office/drawing/2014/main" id="{2FBB75E6-A293-0840-1DDB-6119CCC7C78B}"/>
                    </a:ext>
                  </a:extLst>
                </p:cNvPr>
                <p:cNvPicPr/>
                <p:nvPr/>
              </p:nvPicPr>
              <p:blipFill>
                <a:blip r:embed="rId217"/>
                <a:stretch>
                  <a:fillRect/>
                </a:stretch>
              </p:blipFill>
              <p:spPr>
                <a:xfrm>
                  <a:off x="3324710" y="5653477"/>
                  <a:ext cx="112680" cy="133560"/>
                </a:xfrm>
                <a:prstGeom prst="rect">
                  <a:avLst/>
                </a:prstGeom>
              </p:spPr>
            </p:pic>
          </mc:Fallback>
        </mc:AlternateContent>
      </p:grpSp>
      <p:grpSp>
        <p:nvGrpSpPr>
          <p:cNvPr id="163" name="Group 162">
            <a:extLst>
              <a:ext uri="{FF2B5EF4-FFF2-40B4-BE49-F238E27FC236}">
                <a16:creationId xmlns:a16="http://schemas.microsoft.com/office/drawing/2014/main" id="{4956E255-73FC-6A09-0D48-D5554D891F1D}"/>
              </a:ext>
            </a:extLst>
          </p:cNvPr>
          <p:cNvGrpSpPr/>
          <p:nvPr/>
        </p:nvGrpSpPr>
        <p:grpSpPr>
          <a:xfrm>
            <a:off x="3564110" y="6012397"/>
            <a:ext cx="1456920" cy="452520"/>
            <a:chOff x="3564110" y="6012397"/>
            <a:chExt cx="1456920" cy="452520"/>
          </a:xfrm>
        </p:grpSpPr>
        <mc:AlternateContent xmlns:mc="http://schemas.openxmlformats.org/markup-compatibility/2006" xmlns:p14="http://schemas.microsoft.com/office/powerpoint/2010/main">
          <mc:Choice Requires="p14">
            <p:contentPart p14:bwMode="auto" r:id="rId218">
              <p14:nvContentPartPr>
                <p14:cNvPr id="137" name="Ink 136">
                  <a:extLst>
                    <a:ext uri="{FF2B5EF4-FFF2-40B4-BE49-F238E27FC236}">
                      <a16:creationId xmlns:a16="http://schemas.microsoft.com/office/drawing/2014/main" id="{B320A60F-89AC-1238-DCC4-781D7ECAF8E9}"/>
                    </a:ext>
                  </a:extLst>
                </p14:cNvPr>
                <p14:cNvContentPartPr/>
                <p14:nvPr/>
              </p14:nvContentPartPr>
              <p14:xfrm>
                <a:off x="3564110" y="6243877"/>
                <a:ext cx="72720" cy="221040"/>
              </p14:xfrm>
            </p:contentPart>
          </mc:Choice>
          <mc:Fallback xmlns="">
            <p:pic>
              <p:nvPicPr>
                <p:cNvPr id="137" name="Ink 136">
                  <a:extLst>
                    <a:ext uri="{FF2B5EF4-FFF2-40B4-BE49-F238E27FC236}">
                      <a16:creationId xmlns:a16="http://schemas.microsoft.com/office/drawing/2014/main" id="{B320A60F-89AC-1238-DCC4-781D7ECAF8E9}"/>
                    </a:ext>
                  </a:extLst>
                </p:cNvPr>
                <p:cNvPicPr/>
                <p:nvPr/>
              </p:nvPicPr>
              <p:blipFill>
                <a:blip r:embed="rId219"/>
                <a:stretch>
                  <a:fillRect/>
                </a:stretch>
              </p:blipFill>
              <p:spPr>
                <a:xfrm>
                  <a:off x="3546020" y="6225877"/>
                  <a:ext cx="108537"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8" name="Ink 137">
                  <a:extLst>
                    <a:ext uri="{FF2B5EF4-FFF2-40B4-BE49-F238E27FC236}">
                      <a16:creationId xmlns:a16="http://schemas.microsoft.com/office/drawing/2014/main" id="{6622BAC8-7F41-7CC2-F0F0-0B1DC879912C}"/>
                    </a:ext>
                  </a:extLst>
                </p14:cNvPr>
                <p14:cNvContentPartPr/>
                <p14:nvPr/>
              </p14:nvContentPartPr>
              <p14:xfrm>
                <a:off x="3564110" y="6196357"/>
                <a:ext cx="169560" cy="157680"/>
              </p14:xfrm>
            </p:contentPart>
          </mc:Choice>
          <mc:Fallback xmlns="">
            <p:pic>
              <p:nvPicPr>
                <p:cNvPr id="138" name="Ink 137">
                  <a:extLst>
                    <a:ext uri="{FF2B5EF4-FFF2-40B4-BE49-F238E27FC236}">
                      <a16:creationId xmlns:a16="http://schemas.microsoft.com/office/drawing/2014/main" id="{6622BAC8-7F41-7CC2-F0F0-0B1DC879912C}"/>
                    </a:ext>
                  </a:extLst>
                </p:cNvPr>
                <p:cNvPicPr/>
                <p:nvPr/>
              </p:nvPicPr>
              <p:blipFill>
                <a:blip r:embed="rId221"/>
                <a:stretch>
                  <a:fillRect/>
                </a:stretch>
              </p:blipFill>
              <p:spPr>
                <a:xfrm>
                  <a:off x="3546072" y="6178316"/>
                  <a:ext cx="205276" cy="193402"/>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9" name="Ink 138">
                  <a:extLst>
                    <a:ext uri="{FF2B5EF4-FFF2-40B4-BE49-F238E27FC236}">
                      <a16:creationId xmlns:a16="http://schemas.microsoft.com/office/drawing/2014/main" id="{3CD131AD-E542-59C8-8189-73E6DD508853}"/>
                    </a:ext>
                  </a:extLst>
                </p14:cNvPr>
                <p14:cNvContentPartPr/>
                <p14:nvPr/>
              </p14:nvContentPartPr>
              <p14:xfrm>
                <a:off x="3781190" y="6210757"/>
                <a:ext cx="96480" cy="136800"/>
              </p14:xfrm>
            </p:contentPart>
          </mc:Choice>
          <mc:Fallback xmlns="">
            <p:pic>
              <p:nvPicPr>
                <p:cNvPr id="139" name="Ink 138">
                  <a:extLst>
                    <a:ext uri="{FF2B5EF4-FFF2-40B4-BE49-F238E27FC236}">
                      <a16:creationId xmlns:a16="http://schemas.microsoft.com/office/drawing/2014/main" id="{3CD131AD-E542-59C8-8189-73E6DD508853}"/>
                    </a:ext>
                  </a:extLst>
                </p:cNvPr>
                <p:cNvPicPr/>
                <p:nvPr/>
              </p:nvPicPr>
              <p:blipFill>
                <a:blip r:embed="rId223"/>
                <a:stretch>
                  <a:fillRect/>
                </a:stretch>
              </p:blipFill>
              <p:spPr>
                <a:xfrm>
                  <a:off x="3763123" y="6192757"/>
                  <a:ext cx="132253"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0" name="Ink 139">
                  <a:extLst>
                    <a:ext uri="{FF2B5EF4-FFF2-40B4-BE49-F238E27FC236}">
                      <a16:creationId xmlns:a16="http://schemas.microsoft.com/office/drawing/2014/main" id="{5B52C58D-3957-548E-0710-45EDF8B19C6F}"/>
                    </a:ext>
                  </a:extLst>
                </p14:cNvPr>
                <p14:cNvContentPartPr/>
                <p14:nvPr/>
              </p14:nvContentPartPr>
              <p14:xfrm>
                <a:off x="3954710" y="6183397"/>
                <a:ext cx="94320" cy="153360"/>
              </p14:xfrm>
            </p:contentPart>
          </mc:Choice>
          <mc:Fallback xmlns="">
            <p:pic>
              <p:nvPicPr>
                <p:cNvPr id="140" name="Ink 139">
                  <a:extLst>
                    <a:ext uri="{FF2B5EF4-FFF2-40B4-BE49-F238E27FC236}">
                      <a16:creationId xmlns:a16="http://schemas.microsoft.com/office/drawing/2014/main" id="{5B52C58D-3957-548E-0710-45EDF8B19C6F}"/>
                    </a:ext>
                  </a:extLst>
                </p:cNvPr>
                <p:cNvPicPr/>
                <p:nvPr/>
              </p:nvPicPr>
              <p:blipFill>
                <a:blip r:embed="rId225"/>
                <a:stretch>
                  <a:fillRect/>
                </a:stretch>
              </p:blipFill>
              <p:spPr>
                <a:xfrm>
                  <a:off x="3936710" y="6165397"/>
                  <a:ext cx="12996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1" name="Ink 140">
                  <a:extLst>
                    <a:ext uri="{FF2B5EF4-FFF2-40B4-BE49-F238E27FC236}">
                      <a16:creationId xmlns:a16="http://schemas.microsoft.com/office/drawing/2014/main" id="{BDB3CFFC-19E4-8EBA-CF71-5A39BE9FC275}"/>
                    </a:ext>
                  </a:extLst>
                </p14:cNvPr>
                <p14:cNvContentPartPr/>
                <p14:nvPr/>
              </p14:nvContentPartPr>
              <p14:xfrm>
                <a:off x="4109150" y="6240277"/>
                <a:ext cx="27000" cy="88920"/>
              </p14:xfrm>
            </p:contentPart>
          </mc:Choice>
          <mc:Fallback xmlns="">
            <p:pic>
              <p:nvPicPr>
                <p:cNvPr id="141" name="Ink 140">
                  <a:extLst>
                    <a:ext uri="{FF2B5EF4-FFF2-40B4-BE49-F238E27FC236}">
                      <a16:creationId xmlns:a16="http://schemas.microsoft.com/office/drawing/2014/main" id="{BDB3CFFC-19E4-8EBA-CF71-5A39BE9FC275}"/>
                    </a:ext>
                  </a:extLst>
                </p:cNvPr>
                <p:cNvPicPr/>
                <p:nvPr/>
              </p:nvPicPr>
              <p:blipFill>
                <a:blip r:embed="rId227"/>
                <a:stretch>
                  <a:fillRect/>
                </a:stretch>
              </p:blipFill>
              <p:spPr>
                <a:xfrm>
                  <a:off x="4091387" y="6222204"/>
                  <a:ext cx="62171" cy="124705"/>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2" name="Ink 141">
                  <a:extLst>
                    <a:ext uri="{FF2B5EF4-FFF2-40B4-BE49-F238E27FC236}">
                      <a16:creationId xmlns:a16="http://schemas.microsoft.com/office/drawing/2014/main" id="{56DF4C2A-FFFE-C92D-557B-6DA69B36E1C3}"/>
                    </a:ext>
                  </a:extLst>
                </p14:cNvPr>
                <p14:cNvContentPartPr/>
                <p14:nvPr/>
              </p14:nvContentPartPr>
              <p14:xfrm>
                <a:off x="4108430" y="6115357"/>
                <a:ext cx="4320" cy="19440"/>
              </p14:xfrm>
            </p:contentPart>
          </mc:Choice>
          <mc:Fallback xmlns="">
            <p:pic>
              <p:nvPicPr>
                <p:cNvPr id="142" name="Ink 141">
                  <a:extLst>
                    <a:ext uri="{FF2B5EF4-FFF2-40B4-BE49-F238E27FC236}">
                      <a16:creationId xmlns:a16="http://schemas.microsoft.com/office/drawing/2014/main" id="{56DF4C2A-FFFE-C92D-557B-6DA69B36E1C3}"/>
                    </a:ext>
                  </a:extLst>
                </p:cNvPr>
                <p:cNvPicPr/>
                <p:nvPr/>
              </p:nvPicPr>
              <p:blipFill>
                <a:blip r:embed="rId229"/>
                <a:stretch>
                  <a:fillRect/>
                </a:stretch>
              </p:blipFill>
              <p:spPr>
                <a:xfrm>
                  <a:off x="4090430" y="6097357"/>
                  <a:ext cx="399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3" name="Ink 142">
                  <a:extLst>
                    <a:ext uri="{FF2B5EF4-FFF2-40B4-BE49-F238E27FC236}">
                      <a16:creationId xmlns:a16="http://schemas.microsoft.com/office/drawing/2014/main" id="{BC75CCA9-8D44-56C7-7E2C-D7DFDC5D2E29}"/>
                    </a:ext>
                  </a:extLst>
                </p14:cNvPr>
                <p14:cNvContentPartPr/>
                <p14:nvPr/>
              </p14:nvContentPartPr>
              <p14:xfrm>
                <a:off x="4200230" y="6147397"/>
                <a:ext cx="95760" cy="172080"/>
              </p14:xfrm>
            </p:contentPart>
          </mc:Choice>
          <mc:Fallback xmlns="">
            <p:pic>
              <p:nvPicPr>
                <p:cNvPr id="143" name="Ink 142">
                  <a:extLst>
                    <a:ext uri="{FF2B5EF4-FFF2-40B4-BE49-F238E27FC236}">
                      <a16:creationId xmlns:a16="http://schemas.microsoft.com/office/drawing/2014/main" id="{BC75CCA9-8D44-56C7-7E2C-D7DFDC5D2E29}"/>
                    </a:ext>
                  </a:extLst>
                </p:cNvPr>
                <p:cNvPicPr/>
                <p:nvPr/>
              </p:nvPicPr>
              <p:blipFill>
                <a:blip r:embed="rId231"/>
                <a:stretch>
                  <a:fillRect/>
                </a:stretch>
              </p:blipFill>
              <p:spPr>
                <a:xfrm>
                  <a:off x="4182230" y="6129397"/>
                  <a:ext cx="13140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4" name="Ink 143">
                  <a:extLst>
                    <a:ext uri="{FF2B5EF4-FFF2-40B4-BE49-F238E27FC236}">
                      <a16:creationId xmlns:a16="http://schemas.microsoft.com/office/drawing/2014/main" id="{CAF7141B-1093-D952-86E2-455CC6C72F32}"/>
                    </a:ext>
                  </a:extLst>
                </p14:cNvPr>
                <p14:cNvContentPartPr/>
                <p14:nvPr/>
              </p14:nvContentPartPr>
              <p14:xfrm>
                <a:off x="4296710" y="6114997"/>
                <a:ext cx="79200" cy="167760"/>
              </p14:xfrm>
            </p:contentPart>
          </mc:Choice>
          <mc:Fallback xmlns="">
            <p:pic>
              <p:nvPicPr>
                <p:cNvPr id="144" name="Ink 143">
                  <a:extLst>
                    <a:ext uri="{FF2B5EF4-FFF2-40B4-BE49-F238E27FC236}">
                      <a16:creationId xmlns:a16="http://schemas.microsoft.com/office/drawing/2014/main" id="{CAF7141B-1093-D952-86E2-455CC6C72F32}"/>
                    </a:ext>
                  </a:extLst>
                </p:cNvPr>
                <p:cNvPicPr/>
                <p:nvPr/>
              </p:nvPicPr>
              <p:blipFill>
                <a:blip r:embed="rId233"/>
                <a:stretch>
                  <a:fillRect/>
                </a:stretch>
              </p:blipFill>
              <p:spPr>
                <a:xfrm>
                  <a:off x="4278710" y="6096997"/>
                  <a:ext cx="1148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5" name="Ink 144">
                  <a:extLst>
                    <a:ext uri="{FF2B5EF4-FFF2-40B4-BE49-F238E27FC236}">
                      <a16:creationId xmlns:a16="http://schemas.microsoft.com/office/drawing/2014/main" id="{9E6E95A3-E39F-E1D1-75BD-E5BD84696931}"/>
                    </a:ext>
                  </a:extLst>
                </p14:cNvPr>
                <p14:cNvContentPartPr/>
                <p14:nvPr/>
              </p14:nvContentPartPr>
              <p14:xfrm>
                <a:off x="4343150" y="6159637"/>
                <a:ext cx="72360" cy="29520"/>
              </p14:xfrm>
            </p:contentPart>
          </mc:Choice>
          <mc:Fallback xmlns="">
            <p:pic>
              <p:nvPicPr>
                <p:cNvPr id="145" name="Ink 144">
                  <a:extLst>
                    <a:ext uri="{FF2B5EF4-FFF2-40B4-BE49-F238E27FC236}">
                      <a16:creationId xmlns:a16="http://schemas.microsoft.com/office/drawing/2014/main" id="{9E6E95A3-E39F-E1D1-75BD-E5BD84696931}"/>
                    </a:ext>
                  </a:extLst>
                </p:cNvPr>
                <p:cNvPicPr/>
                <p:nvPr/>
              </p:nvPicPr>
              <p:blipFill>
                <a:blip r:embed="rId235"/>
                <a:stretch>
                  <a:fillRect/>
                </a:stretch>
              </p:blipFill>
              <p:spPr>
                <a:xfrm>
                  <a:off x="4325060" y="6141415"/>
                  <a:ext cx="108178" cy="656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6" name="Ink 145">
                  <a:extLst>
                    <a:ext uri="{FF2B5EF4-FFF2-40B4-BE49-F238E27FC236}">
                      <a16:creationId xmlns:a16="http://schemas.microsoft.com/office/drawing/2014/main" id="{B24B6ABE-721A-6154-A130-10817C7DB0A2}"/>
                    </a:ext>
                  </a:extLst>
                </p14:cNvPr>
                <p14:cNvContentPartPr/>
                <p14:nvPr/>
              </p14:nvContentPartPr>
              <p14:xfrm>
                <a:off x="4443950" y="6099877"/>
                <a:ext cx="330840" cy="132480"/>
              </p14:xfrm>
            </p:contentPart>
          </mc:Choice>
          <mc:Fallback xmlns="">
            <p:pic>
              <p:nvPicPr>
                <p:cNvPr id="146" name="Ink 145">
                  <a:extLst>
                    <a:ext uri="{FF2B5EF4-FFF2-40B4-BE49-F238E27FC236}">
                      <a16:creationId xmlns:a16="http://schemas.microsoft.com/office/drawing/2014/main" id="{B24B6ABE-721A-6154-A130-10817C7DB0A2}"/>
                    </a:ext>
                  </a:extLst>
                </p:cNvPr>
                <p:cNvPicPr/>
                <p:nvPr/>
              </p:nvPicPr>
              <p:blipFill>
                <a:blip r:embed="rId237"/>
                <a:stretch>
                  <a:fillRect/>
                </a:stretch>
              </p:blipFill>
              <p:spPr>
                <a:xfrm>
                  <a:off x="4425950" y="6081877"/>
                  <a:ext cx="36648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7" name="Ink 146">
                  <a:extLst>
                    <a:ext uri="{FF2B5EF4-FFF2-40B4-BE49-F238E27FC236}">
                      <a16:creationId xmlns:a16="http://schemas.microsoft.com/office/drawing/2014/main" id="{83719776-D030-765A-6EE9-F73AE4C80E57}"/>
                    </a:ext>
                  </a:extLst>
                </p14:cNvPr>
                <p14:cNvContentPartPr/>
                <p14:nvPr/>
              </p14:nvContentPartPr>
              <p14:xfrm>
                <a:off x="4824470" y="6032197"/>
                <a:ext cx="30960" cy="109080"/>
              </p14:xfrm>
            </p:contentPart>
          </mc:Choice>
          <mc:Fallback xmlns="">
            <p:pic>
              <p:nvPicPr>
                <p:cNvPr id="147" name="Ink 146">
                  <a:extLst>
                    <a:ext uri="{FF2B5EF4-FFF2-40B4-BE49-F238E27FC236}">
                      <a16:creationId xmlns:a16="http://schemas.microsoft.com/office/drawing/2014/main" id="{83719776-D030-765A-6EE9-F73AE4C80E57}"/>
                    </a:ext>
                  </a:extLst>
                </p:cNvPr>
                <p:cNvPicPr/>
                <p:nvPr/>
              </p:nvPicPr>
              <p:blipFill>
                <a:blip r:embed="rId239"/>
                <a:stretch>
                  <a:fillRect/>
                </a:stretch>
              </p:blipFill>
              <p:spPr>
                <a:xfrm>
                  <a:off x="4806470" y="6014197"/>
                  <a:ext cx="6660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8" name="Ink 147">
                  <a:extLst>
                    <a:ext uri="{FF2B5EF4-FFF2-40B4-BE49-F238E27FC236}">
                      <a16:creationId xmlns:a16="http://schemas.microsoft.com/office/drawing/2014/main" id="{D648CE35-BF88-431B-48D5-36C85F5C020E}"/>
                    </a:ext>
                  </a:extLst>
                </p14:cNvPr>
                <p14:cNvContentPartPr/>
                <p14:nvPr/>
              </p14:nvContentPartPr>
              <p14:xfrm>
                <a:off x="4924190" y="6012397"/>
                <a:ext cx="96840" cy="111960"/>
              </p14:xfrm>
            </p:contentPart>
          </mc:Choice>
          <mc:Fallback xmlns="">
            <p:pic>
              <p:nvPicPr>
                <p:cNvPr id="148" name="Ink 147">
                  <a:extLst>
                    <a:ext uri="{FF2B5EF4-FFF2-40B4-BE49-F238E27FC236}">
                      <a16:creationId xmlns:a16="http://schemas.microsoft.com/office/drawing/2014/main" id="{D648CE35-BF88-431B-48D5-36C85F5C020E}"/>
                    </a:ext>
                  </a:extLst>
                </p:cNvPr>
                <p:cNvPicPr/>
                <p:nvPr/>
              </p:nvPicPr>
              <p:blipFill>
                <a:blip r:embed="rId241"/>
                <a:stretch>
                  <a:fillRect/>
                </a:stretch>
              </p:blipFill>
              <p:spPr>
                <a:xfrm>
                  <a:off x="4906123" y="5994397"/>
                  <a:ext cx="132613" cy="147600"/>
                </a:xfrm>
                <a:prstGeom prst="rect">
                  <a:avLst/>
                </a:prstGeom>
              </p:spPr>
            </p:pic>
          </mc:Fallback>
        </mc:AlternateContent>
      </p:grpSp>
      <p:grpSp>
        <p:nvGrpSpPr>
          <p:cNvPr id="164" name="Group 163">
            <a:extLst>
              <a:ext uri="{FF2B5EF4-FFF2-40B4-BE49-F238E27FC236}">
                <a16:creationId xmlns:a16="http://schemas.microsoft.com/office/drawing/2014/main" id="{10380E93-5235-C240-7DC5-B82C2CAE3728}"/>
              </a:ext>
            </a:extLst>
          </p:cNvPr>
          <p:cNvGrpSpPr/>
          <p:nvPr/>
        </p:nvGrpSpPr>
        <p:grpSpPr>
          <a:xfrm>
            <a:off x="4134710" y="4546837"/>
            <a:ext cx="1996560" cy="1211040"/>
            <a:chOff x="4134710" y="4546837"/>
            <a:chExt cx="1996560" cy="1211040"/>
          </a:xfrm>
        </p:grpSpPr>
        <mc:AlternateContent xmlns:mc="http://schemas.openxmlformats.org/markup-compatibility/2006" xmlns:p14="http://schemas.microsoft.com/office/powerpoint/2010/main">
          <mc:Choice Requires="p14">
            <p:contentPart p14:bwMode="auto" r:id="rId242">
              <p14:nvContentPartPr>
                <p14:cNvPr id="135" name="Ink 134">
                  <a:extLst>
                    <a:ext uri="{FF2B5EF4-FFF2-40B4-BE49-F238E27FC236}">
                      <a16:creationId xmlns:a16="http://schemas.microsoft.com/office/drawing/2014/main" id="{D33E9BF5-B670-6D13-FDDE-E19565DA6795}"/>
                    </a:ext>
                  </a:extLst>
                </p14:cNvPr>
                <p14:cNvContentPartPr/>
                <p14:nvPr/>
              </p14:nvContentPartPr>
              <p14:xfrm>
                <a:off x="4193390" y="4546837"/>
                <a:ext cx="51120" cy="1138680"/>
              </p14:xfrm>
            </p:contentPart>
          </mc:Choice>
          <mc:Fallback xmlns="">
            <p:pic>
              <p:nvPicPr>
                <p:cNvPr id="135" name="Ink 134">
                  <a:extLst>
                    <a:ext uri="{FF2B5EF4-FFF2-40B4-BE49-F238E27FC236}">
                      <a16:creationId xmlns:a16="http://schemas.microsoft.com/office/drawing/2014/main" id="{D33E9BF5-B670-6D13-FDDE-E19565DA6795}"/>
                    </a:ext>
                  </a:extLst>
                </p:cNvPr>
                <p:cNvPicPr/>
                <p:nvPr/>
              </p:nvPicPr>
              <p:blipFill>
                <a:blip r:embed="rId243"/>
                <a:stretch>
                  <a:fillRect/>
                </a:stretch>
              </p:blipFill>
              <p:spPr>
                <a:xfrm>
                  <a:off x="4175390" y="4528837"/>
                  <a:ext cx="86760" cy="11743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36" name="Ink 135">
                  <a:extLst>
                    <a:ext uri="{FF2B5EF4-FFF2-40B4-BE49-F238E27FC236}">
                      <a16:creationId xmlns:a16="http://schemas.microsoft.com/office/drawing/2014/main" id="{6A69D1C9-9043-6D56-523C-172A53FDC419}"/>
                    </a:ext>
                  </a:extLst>
                </p14:cNvPr>
                <p14:cNvContentPartPr/>
                <p14:nvPr/>
              </p14:nvContentPartPr>
              <p14:xfrm>
                <a:off x="4134710" y="5604517"/>
                <a:ext cx="159120" cy="153360"/>
              </p14:xfrm>
            </p:contentPart>
          </mc:Choice>
          <mc:Fallback xmlns="">
            <p:pic>
              <p:nvPicPr>
                <p:cNvPr id="136" name="Ink 135">
                  <a:extLst>
                    <a:ext uri="{FF2B5EF4-FFF2-40B4-BE49-F238E27FC236}">
                      <a16:creationId xmlns:a16="http://schemas.microsoft.com/office/drawing/2014/main" id="{6A69D1C9-9043-6D56-523C-172A53FDC419}"/>
                    </a:ext>
                  </a:extLst>
                </p:cNvPr>
                <p:cNvPicPr/>
                <p:nvPr/>
              </p:nvPicPr>
              <p:blipFill>
                <a:blip r:embed="rId245"/>
                <a:stretch>
                  <a:fillRect/>
                </a:stretch>
              </p:blipFill>
              <p:spPr>
                <a:xfrm>
                  <a:off x="4116751" y="5586517"/>
                  <a:ext cx="19468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9" name="Ink 148">
                  <a:extLst>
                    <a:ext uri="{FF2B5EF4-FFF2-40B4-BE49-F238E27FC236}">
                      <a16:creationId xmlns:a16="http://schemas.microsoft.com/office/drawing/2014/main" id="{B2C06A09-13E9-8277-59F7-E0F5C1175CEA}"/>
                    </a:ext>
                  </a:extLst>
                </p14:cNvPr>
                <p14:cNvContentPartPr/>
                <p14:nvPr/>
              </p14:nvContentPartPr>
              <p14:xfrm>
                <a:off x="4590110" y="4551517"/>
                <a:ext cx="133920" cy="463680"/>
              </p14:xfrm>
            </p:contentPart>
          </mc:Choice>
          <mc:Fallback xmlns="">
            <p:pic>
              <p:nvPicPr>
                <p:cNvPr id="149" name="Ink 148">
                  <a:extLst>
                    <a:ext uri="{FF2B5EF4-FFF2-40B4-BE49-F238E27FC236}">
                      <a16:creationId xmlns:a16="http://schemas.microsoft.com/office/drawing/2014/main" id="{B2C06A09-13E9-8277-59F7-E0F5C1175CEA}"/>
                    </a:ext>
                  </a:extLst>
                </p:cNvPr>
                <p:cNvPicPr/>
                <p:nvPr/>
              </p:nvPicPr>
              <p:blipFill>
                <a:blip r:embed="rId247"/>
                <a:stretch>
                  <a:fillRect/>
                </a:stretch>
              </p:blipFill>
              <p:spPr>
                <a:xfrm>
                  <a:off x="4572110" y="4533517"/>
                  <a:ext cx="169560" cy="4993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0" name="Ink 149">
                  <a:extLst>
                    <a:ext uri="{FF2B5EF4-FFF2-40B4-BE49-F238E27FC236}">
                      <a16:creationId xmlns:a16="http://schemas.microsoft.com/office/drawing/2014/main" id="{18FB3E3E-9446-FDB7-19C8-58A54D2F0693}"/>
                    </a:ext>
                  </a:extLst>
                </p14:cNvPr>
                <p14:cNvContentPartPr/>
                <p14:nvPr/>
              </p14:nvContentPartPr>
              <p14:xfrm>
                <a:off x="4609190" y="4909357"/>
                <a:ext cx="189000" cy="122400"/>
              </p14:xfrm>
            </p:contentPart>
          </mc:Choice>
          <mc:Fallback xmlns="">
            <p:pic>
              <p:nvPicPr>
                <p:cNvPr id="150" name="Ink 149">
                  <a:extLst>
                    <a:ext uri="{FF2B5EF4-FFF2-40B4-BE49-F238E27FC236}">
                      <a16:creationId xmlns:a16="http://schemas.microsoft.com/office/drawing/2014/main" id="{18FB3E3E-9446-FDB7-19C8-58A54D2F0693}"/>
                    </a:ext>
                  </a:extLst>
                </p:cNvPr>
                <p:cNvPicPr/>
                <p:nvPr/>
              </p:nvPicPr>
              <p:blipFill>
                <a:blip r:embed="rId249"/>
                <a:stretch>
                  <a:fillRect/>
                </a:stretch>
              </p:blipFill>
              <p:spPr>
                <a:xfrm>
                  <a:off x="4591190" y="4891357"/>
                  <a:ext cx="22464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1" name="Ink 150">
                  <a:extLst>
                    <a:ext uri="{FF2B5EF4-FFF2-40B4-BE49-F238E27FC236}">
                      <a16:creationId xmlns:a16="http://schemas.microsoft.com/office/drawing/2014/main" id="{F7750751-C34A-BF31-BD93-03ABDA153867}"/>
                    </a:ext>
                  </a:extLst>
                </p14:cNvPr>
                <p14:cNvContentPartPr/>
                <p14:nvPr/>
              </p14:nvContentPartPr>
              <p14:xfrm>
                <a:off x="4470950" y="5317597"/>
                <a:ext cx="56160" cy="267480"/>
              </p14:xfrm>
            </p:contentPart>
          </mc:Choice>
          <mc:Fallback xmlns="">
            <p:pic>
              <p:nvPicPr>
                <p:cNvPr id="151" name="Ink 150">
                  <a:extLst>
                    <a:ext uri="{FF2B5EF4-FFF2-40B4-BE49-F238E27FC236}">
                      <a16:creationId xmlns:a16="http://schemas.microsoft.com/office/drawing/2014/main" id="{F7750751-C34A-BF31-BD93-03ABDA153867}"/>
                    </a:ext>
                  </a:extLst>
                </p:cNvPr>
                <p:cNvPicPr/>
                <p:nvPr/>
              </p:nvPicPr>
              <p:blipFill>
                <a:blip r:embed="rId251"/>
                <a:stretch>
                  <a:fillRect/>
                </a:stretch>
              </p:blipFill>
              <p:spPr>
                <a:xfrm>
                  <a:off x="4452834" y="5299597"/>
                  <a:ext cx="9203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2" name="Ink 151">
                  <a:extLst>
                    <a:ext uri="{FF2B5EF4-FFF2-40B4-BE49-F238E27FC236}">
                      <a16:creationId xmlns:a16="http://schemas.microsoft.com/office/drawing/2014/main" id="{171213B0-A41F-151A-97C8-5FC2C7E41076}"/>
                    </a:ext>
                  </a:extLst>
                </p14:cNvPr>
                <p14:cNvContentPartPr/>
                <p14:nvPr/>
              </p14:nvContentPartPr>
              <p14:xfrm>
                <a:off x="4474550" y="5337037"/>
                <a:ext cx="154440" cy="233640"/>
              </p14:xfrm>
            </p:contentPart>
          </mc:Choice>
          <mc:Fallback xmlns="">
            <p:pic>
              <p:nvPicPr>
                <p:cNvPr id="152" name="Ink 151">
                  <a:extLst>
                    <a:ext uri="{FF2B5EF4-FFF2-40B4-BE49-F238E27FC236}">
                      <a16:creationId xmlns:a16="http://schemas.microsoft.com/office/drawing/2014/main" id="{171213B0-A41F-151A-97C8-5FC2C7E41076}"/>
                    </a:ext>
                  </a:extLst>
                </p:cNvPr>
                <p:cNvPicPr/>
                <p:nvPr/>
              </p:nvPicPr>
              <p:blipFill>
                <a:blip r:embed="rId253"/>
                <a:stretch>
                  <a:fillRect/>
                </a:stretch>
              </p:blipFill>
              <p:spPr>
                <a:xfrm>
                  <a:off x="4456508" y="5319065"/>
                  <a:ext cx="190163" cy="269225"/>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3" name="Ink 152">
                  <a:extLst>
                    <a:ext uri="{FF2B5EF4-FFF2-40B4-BE49-F238E27FC236}">
                      <a16:creationId xmlns:a16="http://schemas.microsoft.com/office/drawing/2014/main" id="{4A7412C2-125D-660A-C42D-28E951A1ADF7}"/>
                    </a:ext>
                  </a:extLst>
                </p14:cNvPr>
                <p14:cNvContentPartPr/>
                <p14:nvPr/>
              </p14:nvContentPartPr>
              <p14:xfrm>
                <a:off x="4688750" y="5418037"/>
                <a:ext cx="302760" cy="83520"/>
              </p14:xfrm>
            </p:contentPart>
          </mc:Choice>
          <mc:Fallback xmlns="">
            <p:pic>
              <p:nvPicPr>
                <p:cNvPr id="153" name="Ink 152">
                  <a:extLst>
                    <a:ext uri="{FF2B5EF4-FFF2-40B4-BE49-F238E27FC236}">
                      <a16:creationId xmlns:a16="http://schemas.microsoft.com/office/drawing/2014/main" id="{4A7412C2-125D-660A-C42D-28E951A1ADF7}"/>
                    </a:ext>
                  </a:extLst>
                </p:cNvPr>
                <p:cNvPicPr/>
                <p:nvPr/>
              </p:nvPicPr>
              <p:blipFill>
                <a:blip r:embed="rId255"/>
                <a:stretch>
                  <a:fillRect/>
                </a:stretch>
              </p:blipFill>
              <p:spPr>
                <a:xfrm>
                  <a:off x="4670750" y="5400114"/>
                  <a:ext cx="338400" cy="119007"/>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4" name="Ink 153">
                  <a:extLst>
                    <a:ext uri="{FF2B5EF4-FFF2-40B4-BE49-F238E27FC236}">
                      <a16:creationId xmlns:a16="http://schemas.microsoft.com/office/drawing/2014/main" id="{D4B0746C-803B-CF01-B6EF-966CEA962657}"/>
                    </a:ext>
                  </a:extLst>
                </p14:cNvPr>
                <p14:cNvContentPartPr/>
                <p14:nvPr/>
              </p14:nvContentPartPr>
              <p14:xfrm>
                <a:off x="5073230" y="5273317"/>
                <a:ext cx="84600" cy="238680"/>
              </p14:xfrm>
            </p:contentPart>
          </mc:Choice>
          <mc:Fallback xmlns="">
            <p:pic>
              <p:nvPicPr>
                <p:cNvPr id="154" name="Ink 153">
                  <a:extLst>
                    <a:ext uri="{FF2B5EF4-FFF2-40B4-BE49-F238E27FC236}">
                      <a16:creationId xmlns:a16="http://schemas.microsoft.com/office/drawing/2014/main" id="{D4B0746C-803B-CF01-B6EF-966CEA962657}"/>
                    </a:ext>
                  </a:extLst>
                </p:cNvPr>
                <p:cNvPicPr/>
                <p:nvPr/>
              </p:nvPicPr>
              <p:blipFill>
                <a:blip r:embed="rId257"/>
                <a:stretch>
                  <a:fillRect/>
                </a:stretch>
              </p:blipFill>
              <p:spPr>
                <a:xfrm>
                  <a:off x="5055230" y="5255317"/>
                  <a:ext cx="12024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5" name="Ink 154">
                  <a:extLst>
                    <a:ext uri="{FF2B5EF4-FFF2-40B4-BE49-F238E27FC236}">
                      <a16:creationId xmlns:a16="http://schemas.microsoft.com/office/drawing/2014/main" id="{9614F448-9191-E9D5-01AA-999C6FAB39D9}"/>
                    </a:ext>
                  </a:extLst>
                </p14:cNvPr>
                <p14:cNvContentPartPr/>
                <p14:nvPr/>
              </p14:nvContentPartPr>
              <p14:xfrm>
                <a:off x="5280230" y="5405797"/>
                <a:ext cx="150480" cy="100440"/>
              </p14:xfrm>
            </p:contentPart>
          </mc:Choice>
          <mc:Fallback xmlns="">
            <p:pic>
              <p:nvPicPr>
                <p:cNvPr id="155" name="Ink 154">
                  <a:extLst>
                    <a:ext uri="{FF2B5EF4-FFF2-40B4-BE49-F238E27FC236}">
                      <a16:creationId xmlns:a16="http://schemas.microsoft.com/office/drawing/2014/main" id="{9614F448-9191-E9D5-01AA-999C6FAB39D9}"/>
                    </a:ext>
                  </a:extLst>
                </p:cNvPr>
                <p:cNvPicPr/>
                <p:nvPr/>
              </p:nvPicPr>
              <p:blipFill>
                <a:blip r:embed="rId259"/>
                <a:stretch>
                  <a:fillRect/>
                </a:stretch>
              </p:blipFill>
              <p:spPr>
                <a:xfrm>
                  <a:off x="5262230" y="5387797"/>
                  <a:ext cx="18612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56" name="Ink 155">
                  <a:extLst>
                    <a:ext uri="{FF2B5EF4-FFF2-40B4-BE49-F238E27FC236}">
                      <a16:creationId xmlns:a16="http://schemas.microsoft.com/office/drawing/2014/main" id="{74AFA4E6-EB15-55EE-1781-806ADA45CFF5}"/>
                    </a:ext>
                  </a:extLst>
                </p14:cNvPr>
                <p14:cNvContentPartPr/>
                <p14:nvPr/>
              </p14:nvContentPartPr>
              <p14:xfrm>
                <a:off x="5504150" y="5370157"/>
                <a:ext cx="10800" cy="79560"/>
              </p14:xfrm>
            </p:contentPart>
          </mc:Choice>
          <mc:Fallback xmlns="">
            <p:pic>
              <p:nvPicPr>
                <p:cNvPr id="156" name="Ink 155">
                  <a:extLst>
                    <a:ext uri="{FF2B5EF4-FFF2-40B4-BE49-F238E27FC236}">
                      <a16:creationId xmlns:a16="http://schemas.microsoft.com/office/drawing/2014/main" id="{74AFA4E6-EB15-55EE-1781-806ADA45CFF5}"/>
                    </a:ext>
                  </a:extLst>
                </p:cNvPr>
                <p:cNvPicPr/>
                <p:nvPr/>
              </p:nvPicPr>
              <p:blipFill>
                <a:blip r:embed="rId261"/>
                <a:stretch>
                  <a:fillRect/>
                </a:stretch>
              </p:blipFill>
              <p:spPr>
                <a:xfrm>
                  <a:off x="5485529" y="5352075"/>
                  <a:ext cx="47669" cy="115362"/>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57" name="Ink 156">
                  <a:extLst>
                    <a:ext uri="{FF2B5EF4-FFF2-40B4-BE49-F238E27FC236}">
                      <a16:creationId xmlns:a16="http://schemas.microsoft.com/office/drawing/2014/main" id="{A0723CCE-7F79-1218-18F3-29C433754A0C}"/>
                    </a:ext>
                  </a:extLst>
                </p14:cNvPr>
                <p14:cNvContentPartPr/>
                <p14:nvPr/>
              </p14:nvContentPartPr>
              <p14:xfrm>
                <a:off x="5462750" y="5258557"/>
                <a:ext cx="27360" cy="24480"/>
              </p14:xfrm>
            </p:contentPart>
          </mc:Choice>
          <mc:Fallback xmlns="">
            <p:pic>
              <p:nvPicPr>
                <p:cNvPr id="157" name="Ink 156">
                  <a:extLst>
                    <a:ext uri="{FF2B5EF4-FFF2-40B4-BE49-F238E27FC236}">
                      <a16:creationId xmlns:a16="http://schemas.microsoft.com/office/drawing/2014/main" id="{A0723CCE-7F79-1218-18F3-29C433754A0C}"/>
                    </a:ext>
                  </a:extLst>
                </p:cNvPr>
                <p:cNvPicPr/>
                <p:nvPr/>
              </p:nvPicPr>
              <p:blipFill>
                <a:blip r:embed="rId263"/>
                <a:stretch>
                  <a:fillRect/>
                </a:stretch>
              </p:blipFill>
              <p:spPr>
                <a:xfrm>
                  <a:off x="5444750" y="5240557"/>
                  <a:ext cx="630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58" name="Ink 157">
                  <a:extLst>
                    <a:ext uri="{FF2B5EF4-FFF2-40B4-BE49-F238E27FC236}">
                      <a16:creationId xmlns:a16="http://schemas.microsoft.com/office/drawing/2014/main" id="{7C869851-A637-3AD2-BF73-DB00D6205E8E}"/>
                    </a:ext>
                  </a:extLst>
                </p14:cNvPr>
                <p14:cNvContentPartPr/>
                <p14:nvPr/>
              </p14:nvContentPartPr>
              <p14:xfrm>
                <a:off x="5580110" y="5187637"/>
                <a:ext cx="118440" cy="221760"/>
              </p14:xfrm>
            </p:contentPart>
          </mc:Choice>
          <mc:Fallback xmlns="">
            <p:pic>
              <p:nvPicPr>
                <p:cNvPr id="158" name="Ink 157">
                  <a:extLst>
                    <a:ext uri="{FF2B5EF4-FFF2-40B4-BE49-F238E27FC236}">
                      <a16:creationId xmlns:a16="http://schemas.microsoft.com/office/drawing/2014/main" id="{7C869851-A637-3AD2-BF73-DB00D6205E8E}"/>
                    </a:ext>
                  </a:extLst>
                </p:cNvPr>
                <p:cNvPicPr/>
                <p:nvPr/>
              </p:nvPicPr>
              <p:blipFill>
                <a:blip r:embed="rId265"/>
                <a:stretch>
                  <a:fillRect/>
                </a:stretch>
              </p:blipFill>
              <p:spPr>
                <a:xfrm>
                  <a:off x="5562110" y="5169637"/>
                  <a:ext cx="15408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59" name="Ink 158">
                  <a:extLst>
                    <a:ext uri="{FF2B5EF4-FFF2-40B4-BE49-F238E27FC236}">
                      <a16:creationId xmlns:a16="http://schemas.microsoft.com/office/drawing/2014/main" id="{E4D663C2-0E11-1454-74A3-29BDB7CDF8D4}"/>
                    </a:ext>
                  </a:extLst>
                </p14:cNvPr>
                <p14:cNvContentPartPr/>
                <p14:nvPr/>
              </p14:nvContentPartPr>
              <p14:xfrm>
                <a:off x="5732750" y="5138317"/>
                <a:ext cx="81720" cy="225360"/>
              </p14:xfrm>
            </p:contentPart>
          </mc:Choice>
          <mc:Fallback xmlns="">
            <p:pic>
              <p:nvPicPr>
                <p:cNvPr id="159" name="Ink 158">
                  <a:extLst>
                    <a:ext uri="{FF2B5EF4-FFF2-40B4-BE49-F238E27FC236}">
                      <a16:creationId xmlns:a16="http://schemas.microsoft.com/office/drawing/2014/main" id="{E4D663C2-0E11-1454-74A3-29BDB7CDF8D4}"/>
                    </a:ext>
                  </a:extLst>
                </p:cNvPr>
                <p:cNvPicPr/>
                <p:nvPr/>
              </p:nvPicPr>
              <p:blipFill>
                <a:blip r:embed="rId267"/>
                <a:stretch>
                  <a:fillRect/>
                </a:stretch>
              </p:blipFill>
              <p:spPr>
                <a:xfrm>
                  <a:off x="5714670" y="5120288"/>
                  <a:ext cx="117518" cy="261057"/>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60" name="Ink 159">
                  <a:extLst>
                    <a:ext uri="{FF2B5EF4-FFF2-40B4-BE49-F238E27FC236}">
                      <a16:creationId xmlns:a16="http://schemas.microsoft.com/office/drawing/2014/main" id="{4BD6E76B-F2EB-ADED-D475-FB2102D67772}"/>
                    </a:ext>
                  </a:extLst>
                </p14:cNvPr>
                <p14:cNvContentPartPr/>
                <p14:nvPr/>
              </p14:nvContentPartPr>
              <p14:xfrm>
                <a:off x="5741750" y="5149837"/>
                <a:ext cx="289080" cy="143280"/>
              </p14:xfrm>
            </p:contentPart>
          </mc:Choice>
          <mc:Fallback xmlns="">
            <p:pic>
              <p:nvPicPr>
                <p:cNvPr id="160" name="Ink 159">
                  <a:extLst>
                    <a:ext uri="{FF2B5EF4-FFF2-40B4-BE49-F238E27FC236}">
                      <a16:creationId xmlns:a16="http://schemas.microsoft.com/office/drawing/2014/main" id="{4BD6E76B-F2EB-ADED-D475-FB2102D67772}"/>
                    </a:ext>
                  </a:extLst>
                </p:cNvPr>
                <p:cNvPicPr/>
                <p:nvPr/>
              </p:nvPicPr>
              <p:blipFill>
                <a:blip r:embed="rId269"/>
                <a:stretch>
                  <a:fillRect/>
                </a:stretch>
              </p:blipFill>
              <p:spPr>
                <a:xfrm>
                  <a:off x="5723750" y="5131837"/>
                  <a:ext cx="32472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61" name="Ink 160">
                  <a:extLst>
                    <a:ext uri="{FF2B5EF4-FFF2-40B4-BE49-F238E27FC236}">
                      <a16:creationId xmlns:a16="http://schemas.microsoft.com/office/drawing/2014/main" id="{2B72AF28-0012-AB11-FA77-AF2BEF608349}"/>
                    </a:ext>
                  </a:extLst>
                </p14:cNvPr>
                <p14:cNvContentPartPr/>
                <p14:nvPr/>
              </p14:nvContentPartPr>
              <p14:xfrm>
                <a:off x="6129470" y="5205997"/>
                <a:ext cx="1800" cy="2880"/>
              </p14:xfrm>
            </p:contentPart>
          </mc:Choice>
          <mc:Fallback xmlns="">
            <p:pic>
              <p:nvPicPr>
                <p:cNvPr id="161" name="Ink 160">
                  <a:extLst>
                    <a:ext uri="{FF2B5EF4-FFF2-40B4-BE49-F238E27FC236}">
                      <a16:creationId xmlns:a16="http://schemas.microsoft.com/office/drawing/2014/main" id="{2B72AF28-0012-AB11-FA77-AF2BEF608349}"/>
                    </a:ext>
                  </a:extLst>
                </p:cNvPr>
                <p:cNvPicPr/>
                <p:nvPr/>
              </p:nvPicPr>
              <p:blipFill>
                <a:blip r:embed="rId271"/>
                <a:stretch>
                  <a:fillRect/>
                </a:stretch>
              </p:blipFill>
              <p:spPr>
                <a:xfrm>
                  <a:off x="6111470" y="5187997"/>
                  <a:ext cx="37440" cy="38520"/>
                </a:xfrm>
                <a:prstGeom prst="rect">
                  <a:avLst/>
                </a:prstGeom>
              </p:spPr>
            </p:pic>
          </mc:Fallback>
        </mc:AlternateContent>
      </p:grpSp>
      <p:grpSp>
        <p:nvGrpSpPr>
          <p:cNvPr id="204" name="Group 203">
            <a:extLst>
              <a:ext uri="{FF2B5EF4-FFF2-40B4-BE49-F238E27FC236}">
                <a16:creationId xmlns:a16="http://schemas.microsoft.com/office/drawing/2014/main" id="{E08BA90A-FFD1-8CE2-9905-719B8382BDFA}"/>
              </a:ext>
            </a:extLst>
          </p:cNvPr>
          <p:cNvGrpSpPr/>
          <p:nvPr/>
        </p:nvGrpSpPr>
        <p:grpSpPr>
          <a:xfrm>
            <a:off x="9463070" y="4772917"/>
            <a:ext cx="1030320" cy="351360"/>
            <a:chOff x="9463070" y="4772917"/>
            <a:chExt cx="1030320" cy="351360"/>
          </a:xfrm>
        </p:grpSpPr>
        <mc:AlternateContent xmlns:mc="http://schemas.openxmlformats.org/markup-compatibility/2006" xmlns:p14="http://schemas.microsoft.com/office/powerpoint/2010/main">
          <mc:Choice Requires="p14">
            <p:contentPart p14:bwMode="auto" r:id="rId272">
              <p14:nvContentPartPr>
                <p14:cNvPr id="179" name="Ink 178">
                  <a:extLst>
                    <a:ext uri="{FF2B5EF4-FFF2-40B4-BE49-F238E27FC236}">
                      <a16:creationId xmlns:a16="http://schemas.microsoft.com/office/drawing/2014/main" id="{637B02C3-93A0-7F71-D0B9-0752729B22C5}"/>
                    </a:ext>
                  </a:extLst>
                </p14:cNvPr>
                <p14:cNvContentPartPr/>
                <p14:nvPr/>
              </p14:nvContentPartPr>
              <p14:xfrm>
                <a:off x="9463070" y="4851397"/>
                <a:ext cx="233280" cy="272880"/>
              </p14:xfrm>
            </p:contentPart>
          </mc:Choice>
          <mc:Fallback xmlns="">
            <p:pic>
              <p:nvPicPr>
                <p:cNvPr id="179" name="Ink 178">
                  <a:extLst>
                    <a:ext uri="{FF2B5EF4-FFF2-40B4-BE49-F238E27FC236}">
                      <a16:creationId xmlns:a16="http://schemas.microsoft.com/office/drawing/2014/main" id="{637B02C3-93A0-7F71-D0B9-0752729B22C5}"/>
                    </a:ext>
                  </a:extLst>
                </p:cNvPr>
                <p:cNvPicPr/>
                <p:nvPr/>
              </p:nvPicPr>
              <p:blipFill>
                <a:blip r:embed="rId273"/>
                <a:stretch>
                  <a:fillRect/>
                </a:stretch>
              </p:blipFill>
              <p:spPr>
                <a:xfrm>
                  <a:off x="9445042" y="4833397"/>
                  <a:ext cx="268975"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80" name="Ink 179">
                  <a:extLst>
                    <a:ext uri="{FF2B5EF4-FFF2-40B4-BE49-F238E27FC236}">
                      <a16:creationId xmlns:a16="http://schemas.microsoft.com/office/drawing/2014/main" id="{D72FF782-6D54-7D8C-C1BE-2066BD1E2422}"/>
                    </a:ext>
                  </a:extLst>
                </p14:cNvPr>
                <p14:cNvContentPartPr/>
                <p14:nvPr/>
              </p14:nvContentPartPr>
              <p14:xfrm>
                <a:off x="9798590" y="5000437"/>
                <a:ext cx="104760" cy="119160"/>
              </p14:xfrm>
            </p:contentPart>
          </mc:Choice>
          <mc:Fallback xmlns="">
            <p:pic>
              <p:nvPicPr>
                <p:cNvPr id="180" name="Ink 179">
                  <a:extLst>
                    <a:ext uri="{FF2B5EF4-FFF2-40B4-BE49-F238E27FC236}">
                      <a16:creationId xmlns:a16="http://schemas.microsoft.com/office/drawing/2014/main" id="{D72FF782-6D54-7D8C-C1BE-2066BD1E2422}"/>
                    </a:ext>
                  </a:extLst>
                </p:cNvPr>
                <p:cNvPicPr/>
                <p:nvPr/>
              </p:nvPicPr>
              <p:blipFill>
                <a:blip r:embed="rId275"/>
                <a:stretch>
                  <a:fillRect/>
                </a:stretch>
              </p:blipFill>
              <p:spPr>
                <a:xfrm>
                  <a:off x="9780590" y="4982437"/>
                  <a:ext cx="14040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1" name="Ink 180">
                  <a:extLst>
                    <a:ext uri="{FF2B5EF4-FFF2-40B4-BE49-F238E27FC236}">
                      <a16:creationId xmlns:a16="http://schemas.microsoft.com/office/drawing/2014/main" id="{F975379B-949C-0AD6-25FB-340DF80EB4F4}"/>
                    </a:ext>
                  </a:extLst>
                </p14:cNvPr>
                <p14:cNvContentPartPr/>
                <p14:nvPr/>
              </p14:nvContentPartPr>
              <p14:xfrm>
                <a:off x="9964190" y="4957597"/>
                <a:ext cx="143280" cy="133200"/>
              </p14:xfrm>
            </p:contentPart>
          </mc:Choice>
          <mc:Fallback xmlns="">
            <p:pic>
              <p:nvPicPr>
                <p:cNvPr id="181" name="Ink 180">
                  <a:extLst>
                    <a:ext uri="{FF2B5EF4-FFF2-40B4-BE49-F238E27FC236}">
                      <a16:creationId xmlns:a16="http://schemas.microsoft.com/office/drawing/2014/main" id="{F975379B-949C-0AD6-25FB-340DF80EB4F4}"/>
                    </a:ext>
                  </a:extLst>
                </p:cNvPr>
                <p:cNvPicPr/>
                <p:nvPr/>
              </p:nvPicPr>
              <p:blipFill>
                <a:blip r:embed="rId277"/>
                <a:stretch>
                  <a:fillRect/>
                </a:stretch>
              </p:blipFill>
              <p:spPr>
                <a:xfrm>
                  <a:off x="9946235" y="4939597"/>
                  <a:ext cx="178831"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82" name="Ink 181">
                  <a:extLst>
                    <a:ext uri="{FF2B5EF4-FFF2-40B4-BE49-F238E27FC236}">
                      <a16:creationId xmlns:a16="http://schemas.microsoft.com/office/drawing/2014/main" id="{9921BD61-63D8-11E8-538B-D273608B2467}"/>
                    </a:ext>
                  </a:extLst>
                </p14:cNvPr>
                <p14:cNvContentPartPr/>
                <p14:nvPr/>
              </p14:nvContentPartPr>
              <p14:xfrm>
                <a:off x="10215110" y="4772917"/>
                <a:ext cx="34200" cy="294840"/>
              </p14:xfrm>
            </p:contentPart>
          </mc:Choice>
          <mc:Fallback xmlns="">
            <p:pic>
              <p:nvPicPr>
                <p:cNvPr id="182" name="Ink 181">
                  <a:extLst>
                    <a:ext uri="{FF2B5EF4-FFF2-40B4-BE49-F238E27FC236}">
                      <a16:creationId xmlns:a16="http://schemas.microsoft.com/office/drawing/2014/main" id="{9921BD61-63D8-11E8-538B-D273608B2467}"/>
                    </a:ext>
                  </a:extLst>
                </p:cNvPr>
                <p:cNvPicPr/>
                <p:nvPr/>
              </p:nvPicPr>
              <p:blipFill>
                <a:blip r:embed="rId279"/>
                <a:stretch>
                  <a:fillRect/>
                </a:stretch>
              </p:blipFill>
              <p:spPr>
                <a:xfrm>
                  <a:off x="10197110" y="4754917"/>
                  <a:ext cx="6984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83" name="Ink 182">
                  <a:extLst>
                    <a:ext uri="{FF2B5EF4-FFF2-40B4-BE49-F238E27FC236}">
                      <a16:creationId xmlns:a16="http://schemas.microsoft.com/office/drawing/2014/main" id="{77F81036-E70D-264A-B90D-FD2E61F15909}"/>
                    </a:ext>
                  </a:extLst>
                </p14:cNvPr>
                <p14:cNvContentPartPr/>
                <p14:nvPr/>
              </p14:nvContentPartPr>
              <p14:xfrm>
                <a:off x="10179470" y="4869757"/>
                <a:ext cx="92160" cy="74520"/>
              </p14:xfrm>
            </p:contentPart>
          </mc:Choice>
          <mc:Fallback xmlns="">
            <p:pic>
              <p:nvPicPr>
                <p:cNvPr id="183" name="Ink 182">
                  <a:extLst>
                    <a:ext uri="{FF2B5EF4-FFF2-40B4-BE49-F238E27FC236}">
                      <a16:creationId xmlns:a16="http://schemas.microsoft.com/office/drawing/2014/main" id="{77F81036-E70D-264A-B90D-FD2E61F15909}"/>
                    </a:ext>
                  </a:extLst>
                </p:cNvPr>
                <p:cNvPicPr/>
                <p:nvPr/>
              </p:nvPicPr>
              <p:blipFill>
                <a:blip r:embed="rId281"/>
                <a:stretch>
                  <a:fillRect/>
                </a:stretch>
              </p:blipFill>
              <p:spPr>
                <a:xfrm>
                  <a:off x="10161470" y="4851757"/>
                  <a:ext cx="12780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84" name="Ink 183">
                  <a:extLst>
                    <a:ext uri="{FF2B5EF4-FFF2-40B4-BE49-F238E27FC236}">
                      <a16:creationId xmlns:a16="http://schemas.microsoft.com/office/drawing/2014/main" id="{1FDBB6AE-62D3-20BF-9152-917FCBBAA8F4}"/>
                    </a:ext>
                  </a:extLst>
                </p14:cNvPr>
                <p14:cNvContentPartPr/>
                <p14:nvPr/>
              </p14:nvContentPartPr>
              <p14:xfrm>
                <a:off x="10387910" y="4852837"/>
                <a:ext cx="105480" cy="28800"/>
              </p14:xfrm>
            </p:contentPart>
          </mc:Choice>
          <mc:Fallback xmlns="">
            <p:pic>
              <p:nvPicPr>
                <p:cNvPr id="184" name="Ink 183">
                  <a:extLst>
                    <a:ext uri="{FF2B5EF4-FFF2-40B4-BE49-F238E27FC236}">
                      <a16:creationId xmlns:a16="http://schemas.microsoft.com/office/drawing/2014/main" id="{1FDBB6AE-62D3-20BF-9152-917FCBBAA8F4}"/>
                    </a:ext>
                  </a:extLst>
                </p:cNvPr>
                <p:cNvPicPr/>
                <p:nvPr/>
              </p:nvPicPr>
              <p:blipFill>
                <a:blip r:embed="rId283"/>
                <a:stretch>
                  <a:fillRect/>
                </a:stretch>
              </p:blipFill>
              <p:spPr>
                <a:xfrm>
                  <a:off x="10369910" y="4834837"/>
                  <a:ext cx="1411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85" name="Ink 184">
                  <a:extLst>
                    <a:ext uri="{FF2B5EF4-FFF2-40B4-BE49-F238E27FC236}">
                      <a16:creationId xmlns:a16="http://schemas.microsoft.com/office/drawing/2014/main" id="{6EE8B792-916E-2B90-C5FA-9FA47793AD5D}"/>
                    </a:ext>
                  </a:extLst>
                </p14:cNvPr>
                <p14:cNvContentPartPr/>
                <p14:nvPr/>
              </p14:nvContentPartPr>
              <p14:xfrm>
                <a:off x="10437590" y="4912597"/>
                <a:ext cx="44640" cy="24480"/>
              </p14:xfrm>
            </p:contentPart>
          </mc:Choice>
          <mc:Fallback xmlns="">
            <p:pic>
              <p:nvPicPr>
                <p:cNvPr id="185" name="Ink 184">
                  <a:extLst>
                    <a:ext uri="{FF2B5EF4-FFF2-40B4-BE49-F238E27FC236}">
                      <a16:creationId xmlns:a16="http://schemas.microsoft.com/office/drawing/2014/main" id="{6EE8B792-916E-2B90-C5FA-9FA47793AD5D}"/>
                    </a:ext>
                  </a:extLst>
                </p:cNvPr>
                <p:cNvPicPr/>
                <p:nvPr/>
              </p:nvPicPr>
              <p:blipFill>
                <a:blip r:embed="rId285"/>
                <a:stretch>
                  <a:fillRect/>
                </a:stretch>
              </p:blipFill>
              <p:spPr>
                <a:xfrm>
                  <a:off x="10419590" y="4894597"/>
                  <a:ext cx="80280" cy="60120"/>
                </a:xfrm>
                <a:prstGeom prst="rect">
                  <a:avLst/>
                </a:prstGeom>
              </p:spPr>
            </p:pic>
          </mc:Fallback>
        </mc:AlternateContent>
      </p:grpSp>
      <p:grpSp>
        <p:nvGrpSpPr>
          <p:cNvPr id="203" name="Group 202">
            <a:extLst>
              <a:ext uri="{FF2B5EF4-FFF2-40B4-BE49-F238E27FC236}">
                <a16:creationId xmlns:a16="http://schemas.microsoft.com/office/drawing/2014/main" id="{CE18367F-3388-2F0B-F741-6E6399A2F446}"/>
              </a:ext>
            </a:extLst>
          </p:cNvPr>
          <p:cNvGrpSpPr/>
          <p:nvPr/>
        </p:nvGrpSpPr>
        <p:grpSpPr>
          <a:xfrm>
            <a:off x="10793270" y="4639717"/>
            <a:ext cx="388800" cy="317160"/>
            <a:chOff x="10793270" y="4639717"/>
            <a:chExt cx="388800" cy="317160"/>
          </a:xfrm>
        </p:grpSpPr>
        <mc:AlternateContent xmlns:mc="http://schemas.openxmlformats.org/markup-compatibility/2006" xmlns:p14="http://schemas.microsoft.com/office/powerpoint/2010/main">
          <mc:Choice Requires="p14">
            <p:contentPart p14:bwMode="auto" r:id="rId286">
              <p14:nvContentPartPr>
                <p14:cNvPr id="186" name="Ink 185">
                  <a:extLst>
                    <a:ext uri="{FF2B5EF4-FFF2-40B4-BE49-F238E27FC236}">
                      <a16:creationId xmlns:a16="http://schemas.microsoft.com/office/drawing/2014/main" id="{C443F758-9933-B5AA-5538-5FE8EEBB3C98}"/>
                    </a:ext>
                  </a:extLst>
                </p14:cNvPr>
                <p14:cNvContentPartPr/>
                <p14:nvPr/>
              </p14:nvContentPartPr>
              <p14:xfrm>
                <a:off x="10793270" y="4667797"/>
                <a:ext cx="37800" cy="289080"/>
              </p14:xfrm>
            </p:contentPart>
          </mc:Choice>
          <mc:Fallback xmlns="">
            <p:pic>
              <p:nvPicPr>
                <p:cNvPr id="186" name="Ink 185">
                  <a:extLst>
                    <a:ext uri="{FF2B5EF4-FFF2-40B4-BE49-F238E27FC236}">
                      <a16:creationId xmlns:a16="http://schemas.microsoft.com/office/drawing/2014/main" id="{C443F758-9933-B5AA-5538-5FE8EEBB3C98}"/>
                    </a:ext>
                  </a:extLst>
                </p:cNvPr>
                <p:cNvPicPr/>
                <p:nvPr/>
              </p:nvPicPr>
              <p:blipFill>
                <a:blip r:embed="rId287"/>
                <a:stretch>
                  <a:fillRect/>
                </a:stretch>
              </p:blipFill>
              <p:spPr>
                <a:xfrm>
                  <a:off x="10775270" y="4649775"/>
                  <a:ext cx="73440" cy="324764"/>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87" name="Ink 186">
                  <a:extLst>
                    <a:ext uri="{FF2B5EF4-FFF2-40B4-BE49-F238E27FC236}">
                      <a16:creationId xmlns:a16="http://schemas.microsoft.com/office/drawing/2014/main" id="{6CD52DBC-FB8B-D849-AA2C-9D9427A26BBF}"/>
                    </a:ext>
                  </a:extLst>
                </p14:cNvPr>
                <p14:cNvContentPartPr/>
                <p14:nvPr/>
              </p14:nvContentPartPr>
              <p14:xfrm>
                <a:off x="10966430" y="4639717"/>
                <a:ext cx="215640" cy="244080"/>
              </p14:xfrm>
            </p:contentPart>
          </mc:Choice>
          <mc:Fallback xmlns="">
            <p:pic>
              <p:nvPicPr>
                <p:cNvPr id="187" name="Ink 186">
                  <a:extLst>
                    <a:ext uri="{FF2B5EF4-FFF2-40B4-BE49-F238E27FC236}">
                      <a16:creationId xmlns:a16="http://schemas.microsoft.com/office/drawing/2014/main" id="{6CD52DBC-FB8B-D849-AA2C-9D9427A26BBF}"/>
                    </a:ext>
                  </a:extLst>
                </p:cNvPr>
                <p:cNvPicPr/>
                <p:nvPr/>
              </p:nvPicPr>
              <p:blipFill>
                <a:blip r:embed="rId289"/>
                <a:stretch>
                  <a:fillRect/>
                </a:stretch>
              </p:blipFill>
              <p:spPr>
                <a:xfrm>
                  <a:off x="10948430" y="4621744"/>
                  <a:ext cx="251280" cy="279668"/>
                </a:xfrm>
                <a:prstGeom prst="rect">
                  <a:avLst/>
                </a:prstGeom>
              </p:spPr>
            </p:pic>
          </mc:Fallback>
        </mc:AlternateContent>
      </p:grpSp>
      <p:grpSp>
        <p:nvGrpSpPr>
          <p:cNvPr id="202" name="Group 201">
            <a:extLst>
              <a:ext uri="{FF2B5EF4-FFF2-40B4-BE49-F238E27FC236}">
                <a16:creationId xmlns:a16="http://schemas.microsoft.com/office/drawing/2014/main" id="{B138F589-5B34-FBA8-EA85-AE5BF20E5EBF}"/>
              </a:ext>
            </a:extLst>
          </p:cNvPr>
          <p:cNvGrpSpPr/>
          <p:nvPr/>
        </p:nvGrpSpPr>
        <p:grpSpPr>
          <a:xfrm>
            <a:off x="9116030" y="5441077"/>
            <a:ext cx="987120" cy="333720"/>
            <a:chOff x="9116030" y="5441077"/>
            <a:chExt cx="987120" cy="333720"/>
          </a:xfrm>
        </p:grpSpPr>
        <mc:AlternateContent xmlns:mc="http://schemas.openxmlformats.org/markup-compatibility/2006" xmlns:p14="http://schemas.microsoft.com/office/powerpoint/2010/main">
          <mc:Choice Requires="p14">
            <p:contentPart p14:bwMode="auto" r:id="rId290">
              <p14:nvContentPartPr>
                <p14:cNvPr id="188" name="Ink 187">
                  <a:extLst>
                    <a:ext uri="{FF2B5EF4-FFF2-40B4-BE49-F238E27FC236}">
                      <a16:creationId xmlns:a16="http://schemas.microsoft.com/office/drawing/2014/main" id="{418A6E2E-E201-7883-15FE-F413B637FAFE}"/>
                    </a:ext>
                  </a:extLst>
                </p14:cNvPr>
                <p14:cNvContentPartPr/>
                <p14:nvPr/>
              </p14:nvContentPartPr>
              <p14:xfrm>
                <a:off x="9116030" y="5565637"/>
                <a:ext cx="302400" cy="209160"/>
              </p14:xfrm>
            </p:contentPart>
          </mc:Choice>
          <mc:Fallback xmlns="">
            <p:pic>
              <p:nvPicPr>
                <p:cNvPr id="188" name="Ink 187">
                  <a:extLst>
                    <a:ext uri="{FF2B5EF4-FFF2-40B4-BE49-F238E27FC236}">
                      <a16:creationId xmlns:a16="http://schemas.microsoft.com/office/drawing/2014/main" id="{418A6E2E-E201-7883-15FE-F413B637FAFE}"/>
                    </a:ext>
                  </a:extLst>
                </p:cNvPr>
                <p:cNvPicPr/>
                <p:nvPr/>
              </p:nvPicPr>
              <p:blipFill>
                <a:blip r:embed="rId291"/>
                <a:stretch>
                  <a:fillRect/>
                </a:stretch>
              </p:blipFill>
              <p:spPr>
                <a:xfrm>
                  <a:off x="9098030" y="5547637"/>
                  <a:ext cx="33804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89" name="Ink 188">
                  <a:extLst>
                    <a:ext uri="{FF2B5EF4-FFF2-40B4-BE49-F238E27FC236}">
                      <a16:creationId xmlns:a16="http://schemas.microsoft.com/office/drawing/2014/main" id="{0A9ED4A3-BE01-A351-6CDB-C556CDA6473D}"/>
                    </a:ext>
                  </a:extLst>
                </p14:cNvPr>
                <p14:cNvContentPartPr/>
                <p14:nvPr/>
              </p14:nvContentPartPr>
              <p14:xfrm>
                <a:off x="9455510" y="5494717"/>
                <a:ext cx="247680" cy="198360"/>
              </p14:xfrm>
            </p:contentPart>
          </mc:Choice>
          <mc:Fallback xmlns="">
            <p:pic>
              <p:nvPicPr>
                <p:cNvPr id="189" name="Ink 188">
                  <a:extLst>
                    <a:ext uri="{FF2B5EF4-FFF2-40B4-BE49-F238E27FC236}">
                      <a16:creationId xmlns:a16="http://schemas.microsoft.com/office/drawing/2014/main" id="{0A9ED4A3-BE01-A351-6CDB-C556CDA6473D}"/>
                    </a:ext>
                  </a:extLst>
                </p:cNvPr>
                <p:cNvPicPr/>
                <p:nvPr/>
              </p:nvPicPr>
              <p:blipFill>
                <a:blip r:embed="rId293"/>
                <a:stretch>
                  <a:fillRect/>
                </a:stretch>
              </p:blipFill>
              <p:spPr>
                <a:xfrm>
                  <a:off x="9437510" y="5476750"/>
                  <a:ext cx="283320" cy="233935"/>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90" name="Ink 189">
                  <a:extLst>
                    <a:ext uri="{FF2B5EF4-FFF2-40B4-BE49-F238E27FC236}">
                      <a16:creationId xmlns:a16="http://schemas.microsoft.com/office/drawing/2014/main" id="{B71EDF12-E229-124E-9685-4A1ADFBCEC0D}"/>
                    </a:ext>
                  </a:extLst>
                </p14:cNvPr>
                <p14:cNvContentPartPr/>
                <p14:nvPr/>
              </p14:nvContentPartPr>
              <p14:xfrm>
                <a:off x="9773750" y="5576077"/>
                <a:ext cx="113400" cy="124560"/>
              </p14:xfrm>
            </p:contentPart>
          </mc:Choice>
          <mc:Fallback xmlns="">
            <p:pic>
              <p:nvPicPr>
                <p:cNvPr id="190" name="Ink 189">
                  <a:extLst>
                    <a:ext uri="{FF2B5EF4-FFF2-40B4-BE49-F238E27FC236}">
                      <a16:creationId xmlns:a16="http://schemas.microsoft.com/office/drawing/2014/main" id="{B71EDF12-E229-124E-9685-4A1ADFBCEC0D}"/>
                    </a:ext>
                  </a:extLst>
                </p:cNvPr>
                <p:cNvPicPr/>
                <p:nvPr/>
              </p:nvPicPr>
              <p:blipFill>
                <a:blip r:embed="rId295"/>
                <a:stretch>
                  <a:fillRect/>
                </a:stretch>
              </p:blipFill>
              <p:spPr>
                <a:xfrm>
                  <a:off x="9755750" y="5558129"/>
                  <a:ext cx="149040" cy="160097"/>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91" name="Ink 190">
                  <a:extLst>
                    <a:ext uri="{FF2B5EF4-FFF2-40B4-BE49-F238E27FC236}">
                      <a16:creationId xmlns:a16="http://schemas.microsoft.com/office/drawing/2014/main" id="{2F6354F2-0990-1153-FB54-F43F68E2EB31}"/>
                    </a:ext>
                  </a:extLst>
                </p14:cNvPr>
                <p14:cNvContentPartPr/>
                <p14:nvPr/>
              </p14:nvContentPartPr>
              <p14:xfrm>
                <a:off x="9952670" y="5441077"/>
                <a:ext cx="150480" cy="298800"/>
              </p14:xfrm>
            </p:contentPart>
          </mc:Choice>
          <mc:Fallback xmlns="">
            <p:pic>
              <p:nvPicPr>
                <p:cNvPr id="191" name="Ink 190">
                  <a:extLst>
                    <a:ext uri="{FF2B5EF4-FFF2-40B4-BE49-F238E27FC236}">
                      <a16:creationId xmlns:a16="http://schemas.microsoft.com/office/drawing/2014/main" id="{2F6354F2-0990-1153-FB54-F43F68E2EB31}"/>
                    </a:ext>
                  </a:extLst>
                </p:cNvPr>
                <p:cNvPicPr/>
                <p:nvPr/>
              </p:nvPicPr>
              <p:blipFill>
                <a:blip r:embed="rId297"/>
                <a:stretch>
                  <a:fillRect/>
                </a:stretch>
              </p:blipFill>
              <p:spPr>
                <a:xfrm>
                  <a:off x="9934627" y="5423077"/>
                  <a:ext cx="186205"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92" name="Ink 191">
                  <a:extLst>
                    <a:ext uri="{FF2B5EF4-FFF2-40B4-BE49-F238E27FC236}">
                      <a16:creationId xmlns:a16="http://schemas.microsoft.com/office/drawing/2014/main" id="{2F26B5C7-0AA3-95CB-967A-459A3D289042}"/>
                    </a:ext>
                  </a:extLst>
                </p14:cNvPr>
                <p14:cNvContentPartPr/>
                <p14:nvPr/>
              </p14:nvContentPartPr>
              <p14:xfrm>
                <a:off x="9942950" y="5548717"/>
                <a:ext cx="143640" cy="42840"/>
              </p14:xfrm>
            </p:contentPart>
          </mc:Choice>
          <mc:Fallback xmlns="">
            <p:pic>
              <p:nvPicPr>
                <p:cNvPr id="192" name="Ink 191">
                  <a:extLst>
                    <a:ext uri="{FF2B5EF4-FFF2-40B4-BE49-F238E27FC236}">
                      <a16:creationId xmlns:a16="http://schemas.microsoft.com/office/drawing/2014/main" id="{2F26B5C7-0AA3-95CB-967A-459A3D289042}"/>
                    </a:ext>
                  </a:extLst>
                </p:cNvPr>
                <p:cNvPicPr/>
                <p:nvPr/>
              </p:nvPicPr>
              <p:blipFill>
                <a:blip r:embed="rId299"/>
                <a:stretch>
                  <a:fillRect/>
                </a:stretch>
              </p:blipFill>
              <p:spPr>
                <a:xfrm>
                  <a:off x="9924950" y="5530564"/>
                  <a:ext cx="179280" cy="78782"/>
                </a:xfrm>
                <a:prstGeom prst="rect">
                  <a:avLst/>
                </a:prstGeom>
              </p:spPr>
            </p:pic>
          </mc:Fallback>
        </mc:AlternateContent>
      </p:grpSp>
      <p:grpSp>
        <p:nvGrpSpPr>
          <p:cNvPr id="201" name="Group 200">
            <a:extLst>
              <a:ext uri="{FF2B5EF4-FFF2-40B4-BE49-F238E27FC236}">
                <a16:creationId xmlns:a16="http://schemas.microsoft.com/office/drawing/2014/main" id="{300848D5-F4F7-A923-552D-F0CDE8D0051A}"/>
              </a:ext>
            </a:extLst>
          </p:cNvPr>
          <p:cNvGrpSpPr/>
          <p:nvPr/>
        </p:nvGrpSpPr>
        <p:grpSpPr>
          <a:xfrm>
            <a:off x="10469630" y="5331637"/>
            <a:ext cx="946440" cy="404280"/>
            <a:chOff x="10469630" y="5331637"/>
            <a:chExt cx="946440" cy="404280"/>
          </a:xfrm>
        </p:grpSpPr>
        <mc:AlternateContent xmlns:mc="http://schemas.openxmlformats.org/markup-compatibility/2006" xmlns:p14="http://schemas.microsoft.com/office/powerpoint/2010/main">
          <mc:Choice Requires="p14">
            <p:contentPart p14:bwMode="auto" r:id="rId300">
              <p14:nvContentPartPr>
                <p14:cNvPr id="193" name="Ink 192">
                  <a:extLst>
                    <a:ext uri="{FF2B5EF4-FFF2-40B4-BE49-F238E27FC236}">
                      <a16:creationId xmlns:a16="http://schemas.microsoft.com/office/drawing/2014/main" id="{5F5D5105-B5F2-44A8-8E2E-D0F1E23512EF}"/>
                    </a:ext>
                  </a:extLst>
                </p14:cNvPr>
                <p14:cNvContentPartPr/>
                <p14:nvPr/>
              </p14:nvContentPartPr>
              <p14:xfrm>
                <a:off x="10496630" y="5393197"/>
                <a:ext cx="63000" cy="311040"/>
              </p14:xfrm>
            </p:contentPart>
          </mc:Choice>
          <mc:Fallback xmlns="">
            <p:pic>
              <p:nvPicPr>
                <p:cNvPr id="193" name="Ink 192">
                  <a:extLst>
                    <a:ext uri="{FF2B5EF4-FFF2-40B4-BE49-F238E27FC236}">
                      <a16:creationId xmlns:a16="http://schemas.microsoft.com/office/drawing/2014/main" id="{5F5D5105-B5F2-44A8-8E2E-D0F1E23512EF}"/>
                    </a:ext>
                  </a:extLst>
                </p:cNvPr>
                <p:cNvPicPr/>
                <p:nvPr/>
              </p:nvPicPr>
              <p:blipFill>
                <a:blip r:embed="rId301"/>
                <a:stretch>
                  <a:fillRect/>
                </a:stretch>
              </p:blipFill>
              <p:spPr>
                <a:xfrm>
                  <a:off x="10478630" y="5375197"/>
                  <a:ext cx="9864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94" name="Ink 193">
                  <a:extLst>
                    <a:ext uri="{FF2B5EF4-FFF2-40B4-BE49-F238E27FC236}">
                      <a16:creationId xmlns:a16="http://schemas.microsoft.com/office/drawing/2014/main" id="{F42571E6-5291-39CD-7A65-825E1DAA36AE}"/>
                    </a:ext>
                  </a:extLst>
                </p14:cNvPr>
                <p14:cNvContentPartPr/>
                <p14:nvPr/>
              </p14:nvContentPartPr>
              <p14:xfrm>
                <a:off x="10469630" y="5331637"/>
                <a:ext cx="245160" cy="244080"/>
              </p14:xfrm>
            </p:contentPart>
          </mc:Choice>
          <mc:Fallback xmlns="">
            <p:pic>
              <p:nvPicPr>
                <p:cNvPr id="194" name="Ink 193">
                  <a:extLst>
                    <a:ext uri="{FF2B5EF4-FFF2-40B4-BE49-F238E27FC236}">
                      <a16:creationId xmlns:a16="http://schemas.microsoft.com/office/drawing/2014/main" id="{F42571E6-5291-39CD-7A65-825E1DAA36AE}"/>
                    </a:ext>
                  </a:extLst>
                </p:cNvPr>
                <p:cNvPicPr/>
                <p:nvPr/>
              </p:nvPicPr>
              <p:blipFill>
                <a:blip r:embed="rId303"/>
                <a:stretch>
                  <a:fillRect/>
                </a:stretch>
              </p:blipFill>
              <p:spPr>
                <a:xfrm>
                  <a:off x="10451630" y="5313637"/>
                  <a:ext cx="28080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95" name="Ink 194">
                  <a:extLst>
                    <a:ext uri="{FF2B5EF4-FFF2-40B4-BE49-F238E27FC236}">
                      <a16:creationId xmlns:a16="http://schemas.microsoft.com/office/drawing/2014/main" id="{77602682-F3C1-6E4B-83AF-1B71E31ACC90}"/>
                    </a:ext>
                  </a:extLst>
                </p14:cNvPr>
                <p14:cNvContentPartPr/>
                <p14:nvPr/>
              </p14:nvContentPartPr>
              <p14:xfrm>
                <a:off x="10811630" y="5459797"/>
                <a:ext cx="84240" cy="276120"/>
              </p14:xfrm>
            </p:contentPart>
          </mc:Choice>
          <mc:Fallback xmlns="">
            <p:pic>
              <p:nvPicPr>
                <p:cNvPr id="195" name="Ink 194">
                  <a:extLst>
                    <a:ext uri="{FF2B5EF4-FFF2-40B4-BE49-F238E27FC236}">
                      <a16:creationId xmlns:a16="http://schemas.microsoft.com/office/drawing/2014/main" id="{77602682-F3C1-6E4B-83AF-1B71E31ACC90}"/>
                    </a:ext>
                  </a:extLst>
                </p:cNvPr>
                <p:cNvPicPr/>
                <p:nvPr/>
              </p:nvPicPr>
              <p:blipFill>
                <a:blip r:embed="rId305"/>
                <a:stretch>
                  <a:fillRect/>
                </a:stretch>
              </p:blipFill>
              <p:spPr>
                <a:xfrm>
                  <a:off x="10793630" y="5441820"/>
                  <a:ext cx="119880" cy="311714"/>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96" name="Ink 195">
                  <a:extLst>
                    <a:ext uri="{FF2B5EF4-FFF2-40B4-BE49-F238E27FC236}">
                      <a16:creationId xmlns:a16="http://schemas.microsoft.com/office/drawing/2014/main" id="{C1E6841A-0707-E904-3AA0-8D4DA9B8E1D9}"/>
                    </a:ext>
                  </a:extLst>
                </p14:cNvPr>
                <p14:cNvContentPartPr/>
                <p14:nvPr/>
              </p14:nvContentPartPr>
              <p14:xfrm>
                <a:off x="10814150" y="5658157"/>
                <a:ext cx="95400" cy="23040"/>
              </p14:xfrm>
            </p:contentPart>
          </mc:Choice>
          <mc:Fallback xmlns="">
            <p:pic>
              <p:nvPicPr>
                <p:cNvPr id="196" name="Ink 195">
                  <a:extLst>
                    <a:ext uri="{FF2B5EF4-FFF2-40B4-BE49-F238E27FC236}">
                      <a16:creationId xmlns:a16="http://schemas.microsoft.com/office/drawing/2014/main" id="{C1E6841A-0707-E904-3AA0-8D4DA9B8E1D9}"/>
                    </a:ext>
                  </a:extLst>
                </p:cNvPr>
                <p:cNvPicPr/>
                <p:nvPr/>
              </p:nvPicPr>
              <p:blipFill>
                <a:blip r:embed="rId307"/>
                <a:stretch>
                  <a:fillRect/>
                </a:stretch>
              </p:blipFill>
              <p:spPr>
                <a:xfrm>
                  <a:off x="10796150" y="5640157"/>
                  <a:ext cx="13104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97" name="Ink 196">
                  <a:extLst>
                    <a:ext uri="{FF2B5EF4-FFF2-40B4-BE49-F238E27FC236}">
                      <a16:creationId xmlns:a16="http://schemas.microsoft.com/office/drawing/2014/main" id="{30025B04-8ADC-8F3D-6965-D9B62A9569BD}"/>
                    </a:ext>
                  </a:extLst>
                </p14:cNvPr>
                <p14:cNvContentPartPr/>
                <p14:nvPr/>
              </p14:nvContentPartPr>
              <p14:xfrm>
                <a:off x="11110790" y="5467717"/>
                <a:ext cx="63720" cy="29520"/>
              </p14:xfrm>
            </p:contentPart>
          </mc:Choice>
          <mc:Fallback xmlns="">
            <p:pic>
              <p:nvPicPr>
                <p:cNvPr id="197" name="Ink 196">
                  <a:extLst>
                    <a:ext uri="{FF2B5EF4-FFF2-40B4-BE49-F238E27FC236}">
                      <a16:creationId xmlns:a16="http://schemas.microsoft.com/office/drawing/2014/main" id="{30025B04-8ADC-8F3D-6965-D9B62A9569BD}"/>
                    </a:ext>
                  </a:extLst>
                </p:cNvPr>
                <p:cNvPicPr/>
                <p:nvPr/>
              </p:nvPicPr>
              <p:blipFill>
                <a:blip r:embed="rId309"/>
                <a:stretch>
                  <a:fillRect/>
                </a:stretch>
              </p:blipFill>
              <p:spPr>
                <a:xfrm>
                  <a:off x="11092790" y="5449717"/>
                  <a:ext cx="993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98" name="Ink 197">
                  <a:extLst>
                    <a:ext uri="{FF2B5EF4-FFF2-40B4-BE49-F238E27FC236}">
                      <a16:creationId xmlns:a16="http://schemas.microsoft.com/office/drawing/2014/main" id="{F52465E4-A845-08BE-EA35-09B21048B113}"/>
                    </a:ext>
                  </a:extLst>
                </p14:cNvPr>
                <p14:cNvContentPartPr/>
                <p14:nvPr/>
              </p14:nvContentPartPr>
              <p14:xfrm>
                <a:off x="11126270" y="5505877"/>
                <a:ext cx="106560" cy="51840"/>
              </p14:xfrm>
            </p:contentPart>
          </mc:Choice>
          <mc:Fallback xmlns="">
            <p:pic>
              <p:nvPicPr>
                <p:cNvPr id="198" name="Ink 197">
                  <a:extLst>
                    <a:ext uri="{FF2B5EF4-FFF2-40B4-BE49-F238E27FC236}">
                      <a16:creationId xmlns:a16="http://schemas.microsoft.com/office/drawing/2014/main" id="{F52465E4-A845-08BE-EA35-09B21048B113}"/>
                    </a:ext>
                  </a:extLst>
                </p:cNvPr>
                <p:cNvPicPr/>
                <p:nvPr/>
              </p:nvPicPr>
              <p:blipFill>
                <a:blip r:embed="rId311"/>
                <a:stretch>
                  <a:fillRect/>
                </a:stretch>
              </p:blipFill>
              <p:spPr>
                <a:xfrm>
                  <a:off x="11108270" y="5487877"/>
                  <a:ext cx="14220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99" name="Ink 198">
                  <a:extLst>
                    <a:ext uri="{FF2B5EF4-FFF2-40B4-BE49-F238E27FC236}">
                      <a16:creationId xmlns:a16="http://schemas.microsoft.com/office/drawing/2014/main" id="{EA4D8F22-4413-BE17-D493-576BDFBDBEF9}"/>
                    </a:ext>
                  </a:extLst>
                </p14:cNvPr>
                <p14:cNvContentPartPr/>
                <p14:nvPr/>
              </p14:nvContentPartPr>
              <p14:xfrm>
                <a:off x="11323190" y="5340997"/>
                <a:ext cx="73800" cy="223200"/>
              </p14:xfrm>
            </p:contentPart>
          </mc:Choice>
          <mc:Fallback xmlns="">
            <p:pic>
              <p:nvPicPr>
                <p:cNvPr id="199" name="Ink 198">
                  <a:extLst>
                    <a:ext uri="{FF2B5EF4-FFF2-40B4-BE49-F238E27FC236}">
                      <a16:creationId xmlns:a16="http://schemas.microsoft.com/office/drawing/2014/main" id="{EA4D8F22-4413-BE17-D493-576BDFBDBEF9}"/>
                    </a:ext>
                  </a:extLst>
                </p:cNvPr>
                <p:cNvPicPr/>
                <p:nvPr/>
              </p:nvPicPr>
              <p:blipFill>
                <a:blip r:embed="rId313"/>
                <a:stretch>
                  <a:fillRect/>
                </a:stretch>
              </p:blipFill>
              <p:spPr>
                <a:xfrm>
                  <a:off x="11305190" y="5322968"/>
                  <a:ext cx="109440" cy="258898"/>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00" name="Ink 199">
                  <a:extLst>
                    <a:ext uri="{FF2B5EF4-FFF2-40B4-BE49-F238E27FC236}">
                      <a16:creationId xmlns:a16="http://schemas.microsoft.com/office/drawing/2014/main" id="{2ADC9732-78AC-5F8E-6A3A-2BDC82863085}"/>
                    </a:ext>
                  </a:extLst>
                </p14:cNvPr>
                <p14:cNvContentPartPr/>
                <p14:nvPr/>
              </p14:nvContentPartPr>
              <p14:xfrm>
                <a:off x="11398070" y="5632957"/>
                <a:ext cx="18000" cy="33840"/>
              </p14:xfrm>
            </p:contentPart>
          </mc:Choice>
          <mc:Fallback xmlns="">
            <p:pic>
              <p:nvPicPr>
                <p:cNvPr id="200" name="Ink 199">
                  <a:extLst>
                    <a:ext uri="{FF2B5EF4-FFF2-40B4-BE49-F238E27FC236}">
                      <a16:creationId xmlns:a16="http://schemas.microsoft.com/office/drawing/2014/main" id="{2ADC9732-78AC-5F8E-6A3A-2BDC82863085}"/>
                    </a:ext>
                  </a:extLst>
                </p:cNvPr>
                <p:cNvPicPr/>
                <p:nvPr/>
              </p:nvPicPr>
              <p:blipFill>
                <a:blip r:embed="rId315"/>
                <a:stretch>
                  <a:fillRect/>
                </a:stretch>
              </p:blipFill>
              <p:spPr>
                <a:xfrm>
                  <a:off x="11380070" y="5614957"/>
                  <a:ext cx="53640" cy="69480"/>
                </a:xfrm>
                <a:prstGeom prst="rect">
                  <a:avLst/>
                </a:prstGeom>
              </p:spPr>
            </p:pic>
          </mc:Fallback>
        </mc:AlternateContent>
      </p:grpSp>
      <p:grpSp>
        <p:nvGrpSpPr>
          <p:cNvPr id="212" name="Group 211">
            <a:extLst>
              <a:ext uri="{FF2B5EF4-FFF2-40B4-BE49-F238E27FC236}">
                <a16:creationId xmlns:a16="http://schemas.microsoft.com/office/drawing/2014/main" id="{A0AF7CC0-04B9-B536-E25C-D24B94D70999}"/>
              </a:ext>
            </a:extLst>
          </p:cNvPr>
          <p:cNvGrpSpPr/>
          <p:nvPr/>
        </p:nvGrpSpPr>
        <p:grpSpPr>
          <a:xfrm>
            <a:off x="9838550" y="3757357"/>
            <a:ext cx="1639440" cy="572760"/>
            <a:chOff x="9838550" y="3757357"/>
            <a:chExt cx="1639440" cy="572760"/>
          </a:xfrm>
        </p:grpSpPr>
        <mc:AlternateContent xmlns:mc="http://schemas.openxmlformats.org/markup-compatibility/2006" xmlns:p14="http://schemas.microsoft.com/office/powerpoint/2010/main">
          <mc:Choice Requires="p14">
            <p:contentPart p14:bwMode="auto" r:id="rId316">
              <p14:nvContentPartPr>
                <p14:cNvPr id="167" name="Ink 166">
                  <a:extLst>
                    <a:ext uri="{FF2B5EF4-FFF2-40B4-BE49-F238E27FC236}">
                      <a16:creationId xmlns:a16="http://schemas.microsoft.com/office/drawing/2014/main" id="{B2E54F94-022D-78AC-1B6F-DBFA4E65D627}"/>
                    </a:ext>
                  </a:extLst>
                </p14:cNvPr>
                <p14:cNvContentPartPr/>
                <p14:nvPr/>
              </p14:nvContentPartPr>
              <p14:xfrm>
                <a:off x="9838550" y="4040677"/>
                <a:ext cx="117000" cy="274320"/>
              </p14:xfrm>
            </p:contentPart>
          </mc:Choice>
          <mc:Fallback xmlns="">
            <p:pic>
              <p:nvPicPr>
                <p:cNvPr id="167" name="Ink 166">
                  <a:extLst>
                    <a:ext uri="{FF2B5EF4-FFF2-40B4-BE49-F238E27FC236}">
                      <a16:creationId xmlns:a16="http://schemas.microsoft.com/office/drawing/2014/main" id="{B2E54F94-022D-78AC-1B6F-DBFA4E65D627}"/>
                    </a:ext>
                  </a:extLst>
                </p:cNvPr>
                <p:cNvPicPr/>
                <p:nvPr/>
              </p:nvPicPr>
              <p:blipFill>
                <a:blip r:embed="rId317"/>
                <a:stretch>
                  <a:fillRect/>
                </a:stretch>
              </p:blipFill>
              <p:spPr>
                <a:xfrm>
                  <a:off x="9820550" y="4022653"/>
                  <a:ext cx="152640" cy="310007"/>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68" name="Ink 167">
                  <a:extLst>
                    <a:ext uri="{FF2B5EF4-FFF2-40B4-BE49-F238E27FC236}">
                      <a16:creationId xmlns:a16="http://schemas.microsoft.com/office/drawing/2014/main" id="{D81A9681-A59E-77CB-3D4D-4F0BEFF4DC8C}"/>
                    </a:ext>
                  </a:extLst>
                </p14:cNvPr>
                <p14:cNvContentPartPr/>
                <p14:nvPr/>
              </p14:nvContentPartPr>
              <p14:xfrm>
                <a:off x="9882830" y="3850237"/>
                <a:ext cx="28080" cy="32400"/>
              </p14:xfrm>
            </p:contentPart>
          </mc:Choice>
          <mc:Fallback xmlns="">
            <p:pic>
              <p:nvPicPr>
                <p:cNvPr id="168" name="Ink 167">
                  <a:extLst>
                    <a:ext uri="{FF2B5EF4-FFF2-40B4-BE49-F238E27FC236}">
                      <a16:creationId xmlns:a16="http://schemas.microsoft.com/office/drawing/2014/main" id="{D81A9681-A59E-77CB-3D4D-4F0BEFF4DC8C}"/>
                    </a:ext>
                  </a:extLst>
                </p:cNvPr>
                <p:cNvPicPr/>
                <p:nvPr/>
              </p:nvPicPr>
              <p:blipFill>
                <a:blip r:embed="rId319"/>
                <a:stretch>
                  <a:fillRect/>
                </a:stretch>
              </p:blipFill>
              <p:spPr>
                <a:xfrm>
                  <a:off x="9864830" y="3832237"/>
                  <a:ext cx="6372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169" name="Ink 168">
                  <a:extLst>
                    <a:ext uri="{FF2B5EF4-FFF2-40B4-BE49-F238E27FC236}">
                      <a16:creationId xmlns:a16="http://schemas.microsoft.com/office/drawing/2014/main" id="{3A33DB43-C7CC-6AE1-7907-4D5BE3E86936}"/>
                    </a:ext>
                  </a:extLst>
                </p14:cNvPr>
                <p14:cNvContentPartPr/>
                <p14:nvPr/>
              </p14:nvContentPartPr>
              <p14:xfrm>
                <a:off x="10010990" y="4166317"/>
                <a:ext cx="118080" cy="152280"/>
              </p14:xfrm>
            </p:contentPart>
          </mc:Choice>
          <mc:Fallback xmlns="">
            <p:pic>
              <p:nvPicPr>
                <p:cNvPr id="169" name="Ink 168">
                  <a:extLst>
                    <a:ext uri="{FF2B5EF4-FFF2-40B4-BE49-F238E27FC236}">
                      <a16:creationId xmlns:a16="http://schemas.microsoft.com/office/drawing/2014/main" id="{3A33DB43-C7CC-6AE1-7907-4D5BE3E86936}"/>
                    </a:ext>
                  </a:extLst>
                </p:cNvPr>
                <p:cNvPicPr/>
                <p:nvPr/>
              </p:nvPicPr>
              <p:blipFill>
                <a:blip r:embed="rId321"/>
                <a:stretch>
                  <a:fillRect/>
                </a:stretch>
              </p:blipFill>
              <p:spPr>
                <a:xfrm>
                  <a:off x="9992990" y="4148317"/>
                  <a:ext cx="15372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170" name="Ink 169">
                  <a:extLst>
                    <a:ext uri="{FF2B5EF4-FFF2-40B4-BE49-F238E27FC236}">
                      <a16:creationId xmlns:a16="http://schemas.microsoft.com/office/drawing/2014/main" id="{18CEC47D-EBE5-6F44-B588-D96650C93C5F}"/>
                    </a:ext>
                  </a:extLst>
                </p14:cNvPr>
                <p14:cNvContentPartPr/>
                <p14:nvPr/>
              </p14:nvContentPartPr>
              <p14:xfrm>
                <a:off x="10305470" y="4090357"/>
                <a:ext cx="38880" cy="20160"/>
              </p14:xfrm>
            </p:contentPart>
          </mc:Choice>
          <mc:Fallback xmlns="">
            <p:pic>
              <p:nvPicPr>
                <p:cNvPr id="170" name="Ink 169">
                  <a:extLst>
                    <a:ext uri="{FF2B5EF4-FFF2-40B4-BE49-F238E27FC236}">
                      <a16:creationId xmlns:a16="http://schemas.microsoft.com/office/drawing/2014/main" id="{18CEC47D-EBE5-6F44-B588-D96650C93C5F}"/>
                    </a:ext>
                  </a:extLst>
                </p:cNvPr>
                <p:cNvPicPr/>
                <p:nvPr/>
              </p:nvPicPr>
              <p:blipFill>
                <a:blip r:embed="rId323"/>
                <a:stretch>
                  <a:fillRect/>
                </a:stretch>
              </p:blipFill>
              <p:spPr>
                <a:xfrm>
                  <a:off x="10287470" y="4072357"/>
                  <a:ext cx="745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171" name="Ink 170">
                  <a:extLst>
                    <a:ext uri="{FF2B5EF4-FFF2-40B4-BE49-F238E27FC236}">
                      <a16:creationId xmlns:a16="http://schemas.microsoft.com/office/drawing/2014/main" id="{9CA78582-71DE-F119-66BA-16256CA4A920}"/>
                    </a:ext>
                  </a:extLst>
                </p14:cNvPr>
                <p14:cNvContentPartPr/>
                <p14:nvPr/>
              </p14:nvContentPartPr>
              <p14:xfrm>
                <a:off x="10315550" y="4175677"/>
                <a:ext cx="78120" cy="15120"/>
              </p14:xfrm>
            </p:contentPart>
          </mc:Choice>
          <mc:Fallback xmlns="">
            <p:pic>
              <p:nvPicPr>
                <p:cNvPr id="171" name="Ink 170">
                  <a:extLst>
                    <a:ext uri="{FF2B5EF4-FFF2-40B4-BE49-F238E27FC236}">
                      <a16:creationId xmlns:a16="http://schemas.microsoft.com/office/drawing/2014/main" id="{9CA78582-71DE-F119-66BA-16256CA4A920}"/>
                    </a:ext>
                  </a:extLst>
                </p:cNvPr>
                <p:cNvPicPr/>
                <p:nvPr/>
              </p:nvPicPr>
              <p:blipFill>
                <a:blip r:embed="rId325"/>
                <a:stretch>
                  <a:fillRect/>
                </a:stretch>
              </p:blipFill>
              <p:spPr>
                <a:xfrm>
                  <a:off x="10297550" y="4157677"/>
                  <a:ext cx="1137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72" name="Ink 171">
                  <a:extLst>
                    <a:ext uri="{FF2B5EF4-FFF2-40B4-BE49-F238E27FC236}">
                      <a16:creationId xmlns:a16="http://schemas.microsoft.com/office/drawing/2014/main" id="{03B764B4-28E3-0DAA-BCFC-D7EA0DCCE3A4}"/>
                    </a:ext>
                  </a:extLst>
                </p14:cNvPr>
                <p14:cNvContentPartPr/>
                <p14:nvPr/>
              </p14:nvContentPartPr>
              <p14:xfrm>
                <a:off x="10566110" y="4053637"/>
                <a:ext cx="45720" cy="188640"/>
              </p14:xfrm>
            </p:contentPart>
          </mc:Choice>
          <mc:Fallback xmlns="">
            <p:pic>
              <p:nvPicPr>
                <p:cNvPr id="172" name="Ink 171">
                  <a:extLst>
                    <a:ext uri="{FF2B5EF4-FFF2-40B4-BE49-F238E27FC236}">
                      <a16:creationId xmlns:a16="http://schemas.microsoft.com/office/drawing/2014/main" id="{03B764B4-28E3-0DAA-BCFC-D7EA0DCCE3A4}"/>
                    </a:ext>
                  </a:extLst>
                </p:cNvPr>
                <p:cNvPicPr/>
                <p:nvPr/>
              </p:nvPicPr>
              <p:blipFill>
                <a:blip r:embed="rId327"/>
                <a:stretch>
                  <a:fillRect/>
                </a:stretch>
              </p:blipFill>
              <p:spPr>
                <a:xfrm>
                  <a:off x="10547967" y="4035637"/>
                  <a:ext cx="81643"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05" name="Ink 204">
                  <a:extLst>
                    <a:ext uri="{FF2B5EF4-FFF2-40B4-BE49-F238E27FC236}">
                      <a16:creationId xmlns:a16="http://schemas.microsoft.com/office/drawing/2014/main" id="{B162F0DE-F6DA-3E07-C103-066532F5805C}"/>
                    </a:ext>
                  </a:extLst>
                </p14:cNvPr>
                <p14:cNvContentPartPr/>
                <p14:nvPr/>
              </p14:nvContentPartPr>
              <p14:xfrm>
                <a:off x="10814510" y="4143997"/>
                <a:ext cx="29160" cy="186120"/>
              </p14:xfrm>
            </p:contentPart>
          </mc:Choice>
          <mc:Fallback xmlns="">
            <p:pic>
              <p:nvPicPr>
                <p:cNvPr id="205" name="Ink 204">
                  <a:extLst>
                    <a:ext uri="{FF2B5EF4-FFF2-40B4-BE49-F238E27FC236}">
                      <a16:creationId xmlns:a16="http://schemas.microsoft.com/office/drawing/2014/main" id="{B162F0DE-F6DA-3E07-C103-066532F5805C}"/>
                    </a:ext>
                  </a:extLst>
                </p:cNvPr>
                <p:cNvPicPr/>
                <p:nvPr/>
              </p:nvPicPr>
              <p:blipFill>
                <a:blip r:embed="rId329"/>
                <a:stretch>
                  <a:fillRect/>
                </a:stretch>
              </p:blipFill>
              <p:spPr>
                <a:xfrm>
                  <a:off x="10796510" y="4125997"/>
                  <a:ext cx="6480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06" name="Ink 205">
                  <a:extLst>
                    <a:ext uri="{FF2B5EF4-FFF2-40B4-BE49-F238E27FC236}">
                      <a16:creationId xmlns:a16="http://schemas.microsoft.com/office/drawing/2014/main" id="{10764A35-3712-29BB-1886-6D823BA02370}"/>
                    </a:ext>
                  </a:extLst>
                </p14:cNvPr>
                <p14:cNvContentPartPr/>
                <p14:nvPr/>
              </p14:nvContentPartPr>
              <p14:xfrm>
                <a:off x="10849430" y="4081717"/>
                <a:ext cx="205560" cy="180720"/>
              </p14:xfrm>
            </p:contentPart>
          </mc:Choice>
          <mc:Fallback xmlns="">
            <p:pic>
              <p:nvPicPr>
                <p:cNvPr id="206" name="Ink 205">
                  <a:extLst>
                    <a:ext uri="{FF2B5EF4-FFF2-40B4-BE49-F238E27FC236}">
                      <a16:creationId xmlns:a16="http://schemas.microsoft.com/office/drawing/2014/main" id="{10764A35-3712-29BB-1886-6D823BA02370}"/>
                    </a:ext>
                  </a:extLst>
                </p:cNvPr>
                <p:cNvPicPr/>
                <p:nvPr/>
              </p:nvPicPr>
              <p:blipFill>
                <a:blip r:embed="rId331"/>
                <a:stretch>
                  <a:fillRect/>
                </a:stretch>
              </p:blipFill>
              <p:spPr>
                <a:xfrm>
                  <a:off x="10831398" y="4063717"/>
                  <a:ext cx="241263"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07" name="Ink 206">
                  <a:extLst>
                    <a:ext uri="{FF2B5EF4-FFF2-40B4-BE49-F238E27FC236}">
                      <a16:creationId xmlns:a16="http://schemas.microsoft.com/office/drawing/2014/main" id="{0A2717A7-F4FB-3F72-B623-4A8560F7DDC1}"/>
                    </a:ext>
                  </a:extLst>
                </p14:cNvPr>
                <p14:cNvContentPartPr/>
                <p14:nvPr/>
              </p14:nvContentPartPr>
              <p14:xfrm>
                <a:off x="11200430" y="3757357"/>
                <a:ext cx="91080" cy="483120"/>
              </p14:xfrm>
            </p:contentPart>
          </mc:Choice>
          <mc:Fallback xmlns="">
            <p:pic>
              <p:nvPicPr>
                <p:cNvPr id="207" name="Ink 206">
                  <a:extLst>
                    <a:ext uri="{FF2B5EF4-FFF2-40B4-BE49-F238E27FC236}">
                      <a16:creationId xmlns:a16="http://schemas.microsoft.com/office/drawing/2014/main" id="{0A2717A7-F4FB-3F72-B623-4A8560F7DDC1}"/>
                    </a:ext>
                  </a:extLst>
                </p:cNvPr>
                <p:cNvPicPr/>
                <p:nvPr/>
              </p:nvPicPr>
              <p:blipFill>
                <a:blip r:embed="rId333"/>
                <a:stretch>
                  <a:fillRect/>
                </a:stretch>
              </p:blipFill>
              <p:spPr>
                <a:xfrm>
                  <a:off x="11182430" y="3739357"/>
                  <a:ext cx="126720" cy="51876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08" name="Ink 207">
                  <a:extLst>
                    <a:ext uri="{FF2B5EF4-FFF2-40B4-BE49-F238E27FC236}">
                      <a16:creationId xmlns:a16="http://schemas.microsoft.com/office/drawing/2014/main" id="{EF51BEA8-EE73-92FB-62CC-3FB37AC105BD}"/>
                    </a:ext>
                  </a:extLst>
                </p14:cNvPr>
                <p14:cNvContentPartPr/>
                <p14:nvPr/>
              </p14:nvContentPartPr>
              <p14:xfrm>
                <a:off x="11228150" y="3780037"/>
                <a:ext cx="249840" cy="402120"/>
              </p14:xfrm>
            </p:contentPart>
          </mc:Choice>
          <mc:Fallback xmlns="">
            <p:pic>
              <p:nvPicPr>
                <p:cNvPr id="208" name="Ink 207">
                  <a:extLst>
                    <a:ext uri="{FF2B5EF4-FFF2-40B4-BE49-F238E27FC236}">
                      <a16:creationId xmlns:a16="http://schemas.microsoft.com/office/drawing/2014/main" id="{EF51BEA8-EE73-92FB-62CC-3FB37AC105BD}"/>
                    </a:ext>
                  </a:extLst>
                </p:cNvPr>
                <p:cNvPicPr/>
                <p:nvPr/>
              </p:nvPicPr>
              <p:blipFill>
                <a:blip r:embed="rId335"/>
                <a:stretch>
                  <a:fillRect/>
                </a:stretch>
              </p:blipFill>
              <p:spPr>
                <a:xfrm>
                  <a:off x="11210124" y="3762037"/>
                  <a:ext cx="285531" cy="43776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09" name="Ink 208">
                  <a:extLst>
                    <a:ext uri="{FF2B5EF4-FFF2-40B4-BE49-F238E27FC236}">
                      <a16:creationId xmlns:a16="http://schemas.microsoft.com/office/drawing/2014/main" id="{F9EE7542-46F6-F389-3EB0-103306361111}"/>
                    </a:ext>
                  </a:extLst>
                </p14:cNvPr>
                <p14:cNvContentPartPr/>
                <p14:nvPr/>
              </p14:nvContentPartPr>
              <p14:xfrm>
                <a:off x="11241470" y="4018357"/>
                <a:ext cx="117000" cy="37080"/>
              </p14:xfrm>
            </p:contentPart>
          </mc:Choice>
          <mc:Fallback xmlns="">
            <p:pic>
              <p:nvPicPr>
                <p:cNvPr id="209" name="Ink 208">
                  <a:extLst>
                    <a:ext uri="{FF2B5EF4-FFF2-40B4-BE49-F238E27FC236}">
                      <a16:creationId xmlns:a16="http://schemas.microsoft.com/office/drawing/2014/main" id="{F9EE7542-46F6-F389-3EB0-103306361111}"/>
                    </a:ext>
                  </a:extLst>
                </p:cNvPr>
                <p:cNvPicPr/>
                <p:nvPr/>
              </p:nvPicPr>
              <p:blipFill>
                <a:blip r:embed="rId337"/>
                <a:stretch>
                  <a:fillRect/>
                </a:stretch>
              </p:blipFill>
              <p:spPr>
                <a:xfrm>
                  <a:off x="11223470" y="4000357"/>
                  <a:ext cx="15264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10" name="Ink 209">
                  <a:extLst>
                    <a:ext uri="{FF2B5EF4-FFF2-40B4-BE49-F238E27FC236}">
                      <a16:creationId xmlns:a16="http://schemas.microsoft.com/office/drawing/2014/main" id="{4B1E1CB2-CFC8-3E87-AB0D-0CC8B6B10E4F}"/>
                    </a:ext>
                  </a:extLst>
                </p14:cNvPr>
                <p14:cNvContentPartPr/>
                <p14:nvPr/>
              </p14:nvContentPartPr>
              <p14:xfrm>
                <a:off x="10537670" y="3930517"/>
                <a:ext cx="101520" cy="375480"/>
              </p14:xfrm>
            </p:contentPart>
          </mc:Choice>
          <mc:Fallback xmlns="">
            <p:pic>
              <p:nvPicPr>
                <p:cNvPr id="210" name="Ink 209">
                  <a:extLst>
                    <a:ext uri="{FF2B5EF4-FFF2-40B4-BE49-F238E27FC236}">
                      <a16:creationId xmlns:a16="http://schemas.microsoft.com/office/drawing/2014/main" id="{4B1E1CB2-CFC8-3E87-AB0D-0CC8B6B10E4F}"/>
                    </a:ext>
                  </a:extLst>
                </p:cNvPr>
                <p:cNvPicPr/>
                <p:nvPr/>
              </p:nvPicPr>
              <p:blipFill>
                <a:blip r:embed="rId339"/>
                <a:stretch>
                  <a:fillRect/>
                </a:stretch>
              </p:blipFill>
              <p:spPr>
                <a:xfrm>
                  <a:off x="10519734" y="3912517"/>
                  <a:ext cx="137034" cy="41112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11" name="Ink 210">
                  <a:extLst>
                    <a:ext uri="{FF2B5EF4-FFF2-40B4-BE49-F238E27FC236}">
                      <a16:creationId xmlns:a16="http://schemas.microsoft.com/office/drawing/2014/main" id="{9DF339B0-7217-DDAE-95F9-8218F0E2BB3E}"/>
                    </a:ext>
                  </a:extLst>
                </p14:cNvPr>
                <p14:cNvContentPartPr/>
                <p14:nvPr/>
              </p14:nvContentPartPr>
              <p14:xfrm>
                <a:off x="10602110" y="4278997"/>
                <a:ext cx="79920" cy="49680"/>
              </p14:xfrm>
            </p:contentPart>
          </mc:Choice>
          <mc:Fallback xmlns="">
            <p:pic>
              <p:nvPicPr>
                <p:cNvPr id="211" name="Ink 210">
                  <a:extLst>
                    <a:ext uri="{FF2B5EF4-FFF2-40B4-BE49-F238E27FC236}">
                      <a16:creationId xmlns:a16="http://schemas.microsoft.com/office/drawing/2014/main" id="{9DF339B0-7217-DDAE-95F9-8218F0E2BB3E}"/>
                    </a:ext>
                  </a:extLst>
                </p:cNvPr>
                <p:cNvPicPr/>
                <p:nvPr/>
              </p:nvPicPr>
              <p:blipFill>
                <a:blip r:embed="rId341"/>
                <a:stretch>
                  <a:fillRect/>
                </a:stretch>
              </p:blipFill>
              <p:spPr>
                <a:xfrm>
                  <a:off x="10584191" y="4260866"/>
                  <a:ext cx="115400" cy="85580"/>
                </a:xfrm>
                <a:prstGeom prst="rect">
                  <a:avLst/>
                </a:prstGeom>
              </p:spPr>
            </p:pic>
          </mc:Fallback>
        </mc:AlternateContent>
      </p:grpSp>
    </p:spTree>
    <p:extLst>
      <p:ext uri="{BB962C8B-B14F-4D97-AF65-F5344CB8AC3E}">
        <p14:creationId xmlns:p14="http://schemas.microsoft.com/office/powerpoint/2010/main" val="1578203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EDC23-C6D1-45E1-CE71-1F302E784A4C}"/>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0E0BAA68-E7E9-DE5E-3345-8BE1EE777FE4}"/>
              </a:ext>
            </a:extLst>
          </p:cNvPr>
          <p:cNvSpPr txBox="1">
            <a:spLocks noGrp="1"/>
          </p:cNvSpPr>
          <p:nvPr>
            <p:ph type="title"/>
          </p:nvPr>
        </p:nvSpPr>
        <p:spPr>
          <a:prstGeom prst="rect">
            <a:avLst/>
          </a:prstGeom>
        </p:spPr>
        <p:txBody>
          <a:bodyPr vert="horz" wrap="square" lIns="0" tIns="12700" rIns="0" bIns="0" rtlCol="0">
            <a:spAutoFit/>
          </a:bodyPr>
          <a:lstStyle/>
          <a:p>
            <a:pPr marL="24765">
              <a:lnSpc>
                <a:spcPct val="100000"/>
              </a:lnSpc>
              <a:spcBef>
                <a:spcPts val="100"/>
              </a:spcBef>
            </a:pPr>
            <a:r>
              <a:rPr dirty="0"/>
              <a:t>Shot</a:t>
            </a:r>
            <a:r>
              <a:rPr spc="155" dirty="0"/>
              <a:t> </a:t>
            </a:r>
            <a:r>
              <a:rPr spc="-10" dirty="0"/>
              <a:t>Noise</a:t>
            </a:r>
          </a:p>
        </p:txBody>
      </p:sp>
      <p:sp>
        <p:nvSpPr>
          <p:cNvPr id="4" name="object 4">
            <a:extLst>
              <a:ext uri="{FF2B5EF4-FFF2-40B4-BE49-F238E27FC236}">
                <a16:creationId xmlns:a16="http://schemas.microsoft.com/office/drawing/2014/main" id="{3AE82CC0-0D15-DDDF-B10C-3F7998EB3F56}"/>
              </a:ext>
            </a:extLst>
          </p:cNvPr>
          <p:cNvSpPr txBox="1"/>
          <p:nvPr/>
        </p:nvSpPr>
        <p:spPr>
          <a:xfrm>
            <a:off x="303846" y="585151"/>
            <a:ext cx="9878060" cy="2228815"/>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Arial"/>
                <a:cs typeface="Arial"/>
              </a:rPr>
              <a:t>Shot</a:t>
            </a:r>
            <a:r>
              <a:rPr sz="1800" spc="-25" dirty="0">
                <a:latin typeface="Arial"/>
                <a:cs typeface="Arial"/>
              </a:rPr>
              <a:t> </a:t>
            </a:r>
            <a:r>
              <a:rPr sz="1800" dirty="0">
                <a:latin typeface="Arial"/>
                <a:cs typeface="Arial"/>
              </a:rPr>
              <a:t>noise</a:t>
            </a:r>
            <a:r>
              <a:rPr sz="1800" spc="-15" dirty="0">
                <a:latin typeface="Arial"/>
                <a:cs typeface="Arial"/>
              </a:rPr>
              <a:t> </a:t>
            </a:r>
            <a:r>
              <a:rPr sz="1800" dirty="0">
                <a:latin typeface="Arial"/>
                <a:cs typeface="Arial"/>
              </a:rPr>
              <a:t>is</a:t>
            </a:r>
            <a:r>
              <a:rPr sz="1800" spc="-25" dirty="0">
                <a:latin typeface="Arial"/>
                <a:cs typeface="Arial"/>
              </a:rPr>
              <a:t> </a:t>
            </a:r>
            <a:r>
              <a:rPr sz="1800" dirty="0">
                <a:latin typeface="Arial"/>
                <a:cs typeface="Arial"/>
              </a:rPr>
              <a:t>caused</a:t>
            </a:r>
            <a:r>
              <a:rPr sz="1800" spc="-15" dirty="0">
                <a:latin typeface="Arial"/>
                <a:cs typeface="Arial"/>
              </a:rPr>
              <a:t> </a:t>
            </a:r>
            <a:r>
              <a:rPr sz="1800" dirty="0">
                <a:latin typeface="Arial"/>
                <a:cs typeface="Arial"/>
              </a:rPr>
              <a:t>by</a:t>
            </a:r>
            <a:r>
              <a:rPr sz="1800" spc="-2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random</a:t>
            </a:r>
            <a:r>
              <a:rPr sz="1800" spc="-10" dirty="0">
                <a:latin typeface="Arial"/>
                <a:cs typeface="Arial"/>
              </a:rPr>
              <a:t> </a:t>
            </a:r>
            <a:r>
              <a:rPr sz="1800" dirty="0">
                <a:latin typeface="Arial"/>
                <a:cs typeface="Arial"/>
              </a:rPr>
              <a:t>arrival</a:t>
            </a:r>
            <a:r>
              <a:rPr sz="1800" spc="-15" dirty="0">
                <a:latin typeface="Arial"/>
                <a:cs typeface="Arial"/>
              </a:rPr>
              <a:t> </a:t>
            </a:r>
            <a:r>
              <a:rPr sz="1800" dirty="0">
                <a:latin typeface="Arial"/>
                <a:cs typeface="Arial"/>
              </a:rPr>
              <a:t>of</a:t>
            </a:r>
            <a:r>
              <a:rPr sz="1800" spc="-20" dirty="0">
                <a:latin typeface="Arial"/>
                <a:cs typeface="Arial"/>
              </a:rPr>
              <a:t> </a:t>
            </a:r>
            <a:r>
              <a:rPr sz="1800" dirty="0">
                <a:latin typeface="Arial"/>
                <a:cs typeface="Arial"/>
              </a:rPr>
              <a:t>charge</a:t>
            </a:r>
            <a:r>
              <a:rPr sz="1800" spc="-15" dirty="0">
                <a:latin typeface="Arial"/>
                <a:cs typeface="Arial"/>
              </a:rPr>
              <a:t> </a:t>
            </a:r>
            <a:r>
              <a:rPr sz="1800" dirty="0">
                <a:latin typeface="Arial"/>
                <a:cs typeface="Arial"/>
              </a:rPr>
              <a:t>carriers</a:t>
            </a:r>
            <a:r>
              <a:rPr sz="1800" spc="-25" dirty="0">
                <a:latin typeface="Arial"/>
                <a:cs typeface="Arial"/>
              </a:rPr>
              <a:t> </a:t>
            </a:r>
            <a:r>
              <a:rPr sz="1800" dirty="0">
                <a:latin typeface="Arial"/>
                <a:cs typeface="Arial"/>
              </a:rPr>
              <a:t>(e.g.,</a:t>
            </a:r>
            <a:r>
              <a:rPr sz="1800" spc="-20" dirty="0">
                <a:latin typeface="Arial"/>
                <a:cs typeface="Arial"/>
              </a:rPr>
              <a:t> </a:t>
            </a:r>
            <a:r>
              <a:rPr sz="1800" dirty="0">
                <a:latin typeface="Arial"/>
                <a:cs typeface="Arial"/>
              </a:rPr>
              <a:t>electrons</a:t>
            </a:r>
            <a:r>
              <a:rPr sz="1800" spc="-10" dirty="0">
                <a:latin typeface="Arial"/>
                <a:cs typeface="Arial"/>
              </a:rPr>
              <a:t> </a:t>
            </a:r>
            <a:r>
              <a:rPr sz="1800" dirty="0">
                <a:latin typeface="Arial"/>
                <a:cs typeface="Arial"/>
              </a:rPr>
              <a:t>or</a:t>
            </a:r>
            <a:r>
              <a:rPr sz="1800" spc="-25" dirty="0">
                <a:latin typeface="Arial"/>
                <a:cs typeface="Arial"/>
              </a:rPr>
              <a:t> </a:t>
            </a:r>
            <a:r>
              <a:rPr sz="1800" dirty="0">
                <a:latin typeface="Arial"/>
                <a:cs typeface="Arial"/>
              </a:rPr>
              <a:t>holes)</a:t>
            </a:r>
            <a:r>
              <a:rPr sz="1800" spc="-10" dirty="0">
                <a:latin typeface="Arial"/>
                <a:cs typeface="Arial"/>
              </a:rPr>
              <a:t> </a:t>
            </a:r>
            <a:r>
              <a:rPr sz="1800" dirty="0">
                <a:latin typeface="Arial"/>
                <a:cs typeface="Arial"/>
              </a:rPr>
              <a:t>at</a:t>
            </a:r>
            <a:r>
              <a:rPr sz="1800" spc="-30" dirty="0">
                <a:latin typeface="Arial"/>
                <a:cs typeface="Arial"/>
              </a:rPr>
              <a:t> </a:t>
            </a:r>
            <a:r>
              <a:rPr sz="1800" spc="-50" dirty="0">
                <a:latin typeface="Arial"/>
                <a:cs typeface="Arial"/>
              </a:rPr>
              <a:t>a </a:t>
            </a:r>
            <a:r>
              <a:rPr sz="1800" dirty="0">
                <a:latin typeface="Arial"/>
                <a:cs typeface="Arial"/>
              </a:rPr>
              <a:t>potential</a:t>
            </a:r>
            <a:r>
              <a:rPr sz="1800" spc="-30" dirty="0">
                <a:latin typeface="Arial"/>
                <a:cs typeface="Arial"/>
              </a:rPr>
              <a:t> </a:t>
            </a:r>
            <a:r>
              <a:rPr sz="1800" dirty="0">
                <a:latin typeface="Arial"/>
                <a:cs typeface="Arial"/>
              </a:rPr>
              <a:t>barrier</a:t>
            </a:r>
            <a:r>
              <a:rPr sz="1800" spc="-30" dirty="0">
                <a:latin typeface="Arial"/>
                <a:cs typeface="Arial"/>
              </a:rPr>
              <a:t> </a:t>
            </a:r>
            <a:r>
              <a:rPr sz="1800" dirty="0">
                <a:latin typeface="Arial"/>
                <a:cs typeface="Arial"/>
              </a:rPr>
              <a:t>or</a:t>
            </a:r>
            <a:r>
              <a:rPr sz="1800" spc="-35" dirty="0">
                <a:latin typeface="Arial"/>
                <a:cs typeface="Arial"/>
              </a:rPr>
              <a:t> </a:t>
            </a:r>
            <a:r>
              <a:rPr sz="1800" dirty="0">
                <a:latin typeface="Arial"/>
                <a:cs typeface="Arial"/>
              </a:rPr>
              <a:t>through</a:t>
            </a:r>
            <a:r>
              <a:rPr sz="1800" spc="-30" dirty="0">
                <a:latin typeface="Arial"/>
                <a:cs typeface="Arial"/>
              </a:rPr>
              <a:t> </a:t>
            </a:r>
            <a:r>
              <a:rPr sz="1800" dirty="0">
                <a:latin typeface="Arial"/>
                <a:cs typeface="Arial"/>
              </a:rPr>
              <a:t>a</a:t>
            </a:r>
            <a:r>
              <a:rPr sz="1800" spc="-45" dirty="0">
                <a:latin typeface="Arial"/>
                <a:cs typeface="Arial"/>
              </a:rPr>
              <a:t> </a:t>
            </a:r>
            <a:r>
              <a:rPr sz="1800" dirty="0">
                <a:latin typeface="Arial"/>
                <a:cs typeface="Arial"/>
              </a:rPr>
              <a:t>quantum</a:t>
            </a:r>
            <a:r>
              <a:rPr sz="1800" spc="-25" dirty="0">
                <a:latin typeface="Arial"/>
                <a:cs typeface="Arial"/>
              </a:rPr>
              <a:t> </a:t>
            </a:r>
            <a:r>
              <a:rPr sz="1800" dirty="0">
                <a:latin typeface="Arial"/>
                <a:cs typeface="Arial"/>
              </a:rPr>
              <a:t>tunneling</a:t>
            </a:r>
            <a:r>
              <a:rPr sz="1800" spc="-20" dirty="0">
                <a:latin typeface="Arial"/>
                <a:cs typeface="Arial"/>
              </a:rPr>
              <a:t> </a:t>
            </a:r>
            <a:r>
              <a:rPr sz="1800" dirty="0">
                <a:latin typeface="Arial"/>
                <a:cs typeface="Arial"/>
              </a:rPr>
              <a:t>process.</a:t>
            </a:r>
            <a:r>
              <a:rPr sz="1800" spc="-20" dirty="0">
                <a:latin typeface="Arial"/>
                <a:cs typeface="Arial"/>
              </a:rPr>
              <a:t> </a:t>
            </a:r>
            <a:r>
              <a:rPr sz="1800" dirty="0">
                <a:latin typeface="Arial"/>
                <a:cs typeface="Arial"/>
              </a:rPr>
              <a:t>Unlike</a:t>
            </a:r>
            <a:r>
              <a:rPr sz="1800" spc="-30" dirty="0">
                <a:latin typeface="Arial"/>
                <a:cs typeface="Arial"/>
              </a:rPr>
              <a:t> </a:t>
            </a:r>
            <a:r>
              <a:rPr sz="1800" dirty="0">
                <a:latin typeface="Arial"/>
                <a:cs typeface="Arial"/>
              </a:rPr>
              <a:t>thermal</a:t>
            </a:r>
            <a:r>
              <a:rPr sz="1800" spc="-30" dirty="0">
                <a:latin typeface="Arial"/>
                <a:cs typeface="Arial"/>
              </a:rPr>
              <a:t> </a:t>
            </a:r>
            <a:r>
              <a:rPr sz="1800" dirty="0">
                <a:latin typeface="Arial"/>
                <a:cs typeface="Arial"/>
              </a:rPr>
              <a:t>noise,</a:t>
            </a:r>
            <a:r>
              <a:rPr sz="1800" spc="-35" dirty="0">
                <a:latin typeface="Arial"/>
                <a:cs typeface="Arial"/>
              </a:rPr>
              <a:t> </a:t>
            </a:r>
            <a:r>
              <a:rPr sz="1800" dirty="0">
                <a:latin typeface="Arial"/>
                <a:cs typeface="Arial"/>
              </a:rPr>
              <a:t>which depends</a:t>
            </a:r>
            <a:r>
              <a:rPr sz="1800" spc="-15" dirty="0">
                <a:latin typeface="Arial"/>
                <a:cs typeface="Arial"/>
              </a:rPr>
              <a:t> </a:t>
            </a:r>
            <a:r>
              <a:rPr sz="1800" spc="-25" dirty="0">
                <a:latin typeface="Arial"/>
                <a:cs typeface="Arial"/>
              </a:rPr>
              <a:t>on </a:t>
            </a:r>
            <a:r>
              <a:rPr sz="1800" dirty="0">
                <a:latin typeface="Arial"/>
                <a:cs typeface="Arial"/>
              </a:rPr>
              <a:t>temperature,</a:t>
            </a:r>
            <a:r>
              <a:rPr sz="1800" spc="-15" dirty="0">
                <a:latin typeface="Arial"/>
                <a:cs typeface="Arial"/>
              </a:rPr>
              <a:t> </a:t>
            </a:r>
            <a:r>
              <a:rPr sz="1800" dirty="0">
                <a:latin typeface="Arial"/>
                <a:cs typeface="Arial"/>
              </a:rPr>
              <a:t>shot</a:t>
            </a:r>
            <a:r>
              <a:rPr sz="1800" spc="-25" dirty="0">
                <a:latin typeface="Arial"/>
                <a:cs typeface="Arial"/>
              </a:rPr>
              <a:t> </a:t>
            </a:r>
            <a:r>
              <a:rPr sz="1800" dirty="0">
                <a:latin typeface="Arial"/>
                <a:cs typeface="Arial"/>
              </a:rPr>
              <a:t>noise</a:t>
            </a:r>
            <a:r>
              <a:rPr sz="1800" spc="-20" dirty="0">
                <a:latin typeface="Arial"/>
                <a:cs typeface="Arial"/>
              </a:rPr>
              <a:t> </a:t>
            </a:r>
            <a:r>
              <a:rPr sz="1800" dirty="0">
                <a:latin typeface="Arial"/>
                <a:cs typeface="Arial"/>
              </a:rPr>
              <a:t>arises</a:t>
            </a:r>
            <a:r>
              <a:rPr sz="1800" spc="-25" dirty="0">
                <a:latin typeface="Arial"/>
                <a:cs typeface="Arial"/>
              </a:rPr>
              <a:t> </a:t>
            </a:r>
            <a:r>
              <a:rPr sz="1800" dirty="0">
                <a:latin typeface="Arial"/>
                <a:cs typeface="Arial"/>
              </a:rPr>
              <a:t>solely</a:t>
            </a:r>
            <a:r>
              <a:rPr sz="1800" spc="-15" dirty="0">
                <a:latin typeface="Arial"/>
                <a:cs typeface="Arial"/>
              </a:rPr>
              <a:t> </a:t>
            </a:r>
            <a:r>
              <a:rPr sz="1800" dirty="0">
                <a:latin typeface="Arial"/>
                <a:cs typeface="Arial"/>
              </a:rPr>
              <a:t>due</a:t>
            </a:r>
            <a:r>
              <a:rPr sz="1800" spc="-20" dirty="0">
                <a:latin typeface="Arial"/>
                <a:cs typeface="Arial"/>
              </a:rPr>
              <a:t> </a:t>
            </a:r>
            <a:r>
              <a:rPr sz="1800" dirty="0">
                <a:latin typeface="Arial"/>
                <a:cs typeface="Arial"/>
              </a:rPr>
              <a:t>to</a:t>
            </a:r>
            <a:r>
              <a:rPr sz="1800" spc="-30"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quantization</a:t>
            </a:r>
            <a:r>
              <a:rPr sz="1800" spc="-5" dirty="0">
                <a:latin typeface="Arial"/>
                <a:cs typeface="Arial"/>
              </a:rPr>
              <a:t> </a:t>
            </a:r>
            <a:r>
              <a:rPr sz="1800" dirty="0">
                <a:latin typeface="Arial"/>
                <a:cs typeface="Arial"/>
              </a:rPr>
              <a:t>of</a:t>
            </a:r>
            <a:r>
              <a:rPr sz="1800" spc="-35" dirty="0">
                <a:latin typeface="Arial"/>
                <a:cs typeface="Arial"/>
              </a:rPr>
              <a:t> </a:t>
            </a:r>
            <a:r>
              <a:rPr sz="1800" spc="-10" dirty="0">
                <a:latin typeface="Arial"/>
                <a:cs typeface="Arial"/>
              </a:rPr>
              <a:t>charge.</a:t>
            </a:r>
            <a:endParaRPr sz="1800" dirty="0">
              <a:latin typeface="Arial"/>
              <a:cs typeface="Arial"/>
            </a:endParaRPr>
          </a:p>
          <a:p>
            <a:pPr marL="12700">
              <a:lnSpc>
                <a:spcPct val="100000"/>
              </a:lnSpc>
            </a:pPr>
            <a:r>
              <a:rPr sz="1800" b="1" dirty="0">
                <a:latin typeface="Arial"/>
                <a:cs typeface="Arial"/>
              </a:rPr>
              <a:t>Key</a:t>
            </a:r>
            <a:r>
              <a:rPr sz="1800" b="1" spc="-20" dirty="0">
                <a:latin typeface="Arial"/>
                <a:cs typeface="Arial"/>
              </a:rPr>
              <a:t> </a:t>
            </a:r>
            <a:r>
              <a:rPr sz="1800" b="1" spc="-10" dirty="0">
                <a:latin typeface="Arial"/>
                <a:cs typeface="Arial"/>
              </a:rPr>
              <a:t>Characteristics:</a:t>
            </a:r>
            <a:endParaRPr sz="1800" dirty="0">
              <a:latin typeface="Arial"/>
              <a:cs typeface="Arial"/>
            </a:endParaRPr>
          </a:p>
          <a:p>
            <a:pPr marL="91440" indent="-88900">
              <a:lnSpc>
                <a:spcPct val="100000"/>
              </a:lnSpc>
              <a:buSzPct val="94444"/>
              <a:buChar char="•"/>
              <a:tabLst>
                <a:tab pos="91440" algn="l"/>
              </a:tabLst>
            </a:pPr>
            <a:r>
              <a:rPr sz="1800" dirty="0">
                <a:latin typeface="Arial"/>
                <a:cs typeface="Arial"/>
              </a:rPr>
              <a:t>It</a:t>
            </a:r>
            <a:r>
              <a:rPr sz="1800" spc="-35" dirty="0">
                <a:latin typeface="Arial"/>
                <a:cs typeface="Arial"/>
              </a:rPr>
              <a:t> </a:t>
            </a:r>
            <a:r>
              <a:rPr sz="1800" dirty="0">
                <a:latin typeface="Arial"/>
                <a:cs typeface="Arial"/>
              </a:rPr>
              <a:t>is</a:t>
            </a:r>
            <a:r>
              <a:rPr sz="1800" spc="-30" dirty="0">
                <a:latin typeface="Arial"/>
                <a:cs typeface="Arial"/>
              </a:rPr>
              <a:t> </a:t>
            </a:r>
            <a:r>
              <a:rPr sz="1800" dirty="0">
                <a:latin typeface="Arial"/>
                <a:cs typeface="Arial"/>
              </a:rPr>
              <a:t>independent</a:t>
            </a:r>
            <a:r>
              <a:rPr sz="1800" spc="10" dirty="0">
                <a:latin typeface="Arial"/>
                <a:cs typeface="Arial"/>
              </a:rPr>
              <a:t> </a:t>
            </a:r>
            <a:r>
              <a:rPr sz="1800" dirty="0">
                <a:latin typeface="Arial"/>
                <a:cs typeface="Arial"/>
              </a:rPr>
              <a:t>of</a:t>
            </a:r>
            <a:r>
              <a:rPr sz="1800" spc="-35" dirty="0">
                <a:latin typeface="Arial"/>
                <a:cs typeface="Arial"/>
              </a:rPr>
              <a:t> </a:t>
            </a:r>
            <a:r>
              <a:rPr sz="1800" spc="-10" dirty="0">
                <a:latin typeface="Arial"/>
                <a:cs typeface="Arial"/>
              </a:rPr>
              <a:t>temperature.</a:t>
            </a:r>
            <a:endParaRPr sz="1800" dirty="0">
              <a:latin typeface="Arial"/>
              <a:cs typeface="Arial"/>
            </a:endParaRPr>
          </a:p>
          <a:p>
            <a:pPr marL="91440" indent="-88900">
              <a:lnSpc>
                <a:spcPct val="100000"/>
              </a:lnSpc>
              <a:buSzPct val="94444"/>
              <a:buChar char="•"/>
              <a:tabLst>
                <a:tab pos="91440" algn="l"/>
              </a:tabLst>
            </a:pPr>
            <a:r>
              <a:rPr sz="1800" dirty="0">
                <a:latin typeface="Arial"/>
                <a:cs typeface="Arial"/>
              </a:rPr>
              <a:t>It</a:t>
            </a:r>
            <a:r>
              <a:rPr sz="1800" spc="-35" dirty="0">
                <a:latin typeface="Arial"/>
                <a:cs typeface="Arial"/>
              </a:rPr>
              <a:t> </a:t>
            </a:r>
            <a:r>
              <a:rPr sz="1800" dirty="0">
                <a:latin typeface="Arial"/>
                <a:cs typeface="Arial"/>
              </a:rPr>
              <a:t>is</a:t>
            </a:r>
            <a:r>
              <a:rPr sz="1800" spc="-30" dirty="0">
                <a:latin typeface="Arial"/>
                <a:cs typeface="Arial"/>
              </a:rPr>
              <a:t> </a:t>
            </a:r>
            <a:r>
              <a:rPr sz="1800" dirty="0">
                <a:latin typeface="Arial"/>
                <a:cs typeface="Arial"/>
              </a:rPr>
              <a:t>proportional</a:t>
            </a:r>
            <a:r>
              <a:rPr sz="1800" spc="-10" dirty="0">
                <a:latin typeface="Arial"/>
                <a:cs typeface="Arial"/>
              </a:rPr>
              <a:t> </a:t>
            </a:r>
            <a:r>
              <a:rPr sz="1800" dirty="0">
                <a:latin typeface="Arial"/>
                <a:cs typeface="Arial"/>
              </a:rPr>
              <a:t>to</a:t>
            </a:r>
            <a:r>
              <a:rPr sz="1800" spc="-30"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average</a:t>
            </a:r>
            <a:r>
              <a:rPr sz="1800" spc="-20" dirty="0">
                <a:latin typeface="Arial"/>
                <a:cs typeface="Arial"/>
              </a:rPr>
              <a:t> </a:t>
            </a:r>
            <a:r>
              <a:rPr sz="1800" dirty="0">
                <a:latin typeface="Arial"/>
                <a:cs typeface="Arial"/>
              </a:rPr>
              <a:t>current</a:t>
            </a:r>
            <a:r>
              <a:rPr sz="1800" spc="-10" dirty="0">
                <a:latin typeface="Arial"/>
                <a:cs typeface="Arial"/>
              </a:rPr>
              <a:t> </a:t>
            </a:r>
            <a:r>
              <a:rPr sz="1800" dirty="0">
                <a:latin typeface="Arial"/>
                <a:cs typeface="Arial"/>
              </a:rPr>
              <a:t>and</a:t>
            </a:r>
            <a:r>
              <a:rPr sz="1800" spc="-35" dirty="0">
                <a:latin typeface="Arial"/>
                <a:cs typeface="Arial"/>
              </a:rPr>
              <a:t> </a:t>
            </a:r>
            <a:r>
              <a:rPr sz="1800" dirty="0">
                <a:latin typeface="Arial"/>
                <a:cs typeface="Arial"/>
              </a:rPr>
              <a:t>depends</a:t>
            </a:r>
            <a:r>
              <a:rPr sz="1800" spc="-5" dirty="0">
                <a:latin typeface="Arial"/>
                <a:cs typeface="Arial"/>
              </a:rPr>
              <a:t> </a:t>
            </a:r>
            <a:r>
              <a:rPr sz="1800" dirty="0">
                <a:latin typeface="Arial"/>
                <a:cs typeface="Arial"/>
              </a:rPr>
              <a:t>on</a:t>
            </a:r>
            <a:r>
              <a:rPr sz="1800" spc="-3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bandwidth</a:t>
            </a:r>
            <a:r>
              <a:rPr sz="1800" spc="15" dirty="0">
                <a:latin typeface="Arial"/>
                <a:cs typeface="Arial"/>
              </a:rPr>
              <a:t> </a:t>
            </a:r>
            <a:r>
              <a:rPr sz="1800" dirty="0">
                <a:latin typeface="Arial"/>
                <a:cs typeface="Arial"/>
              </a:rPr>
              <a:t>of</a:t>
            </a:r>
            <a:r>
              <a:rPr sz="1800" spc="-25" dirty="0">
                <a:latin typeface="Arial"/>
                <a:cs typeface="Arial"/>
              </a:rPr>
              <a:t> </a:t>
            </a:r>
            <a:r>
              <a:rPr sz="1800" spc="-10" dirty="0">
                <a:latin typeface="Arial"/>
                <a:cs typeface="Arial"/>
              </a:rPr>
              <a:t>observation.</a:t>
            </a:r>
            <a:endParaRPr sz="1800" dirty="0">
              <a:latin typeface="Arial"/>
              <a:cs typeface="Arial"/>
            </a:endParaRPr>
          </a:p>
          <a:p>
            <a:pPr marL="91440" indent="-88900">
              <a:lnSpc>
                <a:spcPct val="100000"/>
              </a:lnSpc>
              <a:buSzPct val="94444"/>
              <a:buChar char="•"/>
              <a:tabLst>
                <a:tab pos="91440" algn="l"/>
              </a:tabLst>
            </a:pPr>
            <a:r>
              <a:rPr sz="1800" dirty="0">
                <a:latin typeface="Arial"/>
                <a:cs typeface="Arial"/>
              </a:rPr>
              <a:t>It</a:t>
            </a:r>
            <a:r>
              <a:rPr sz="1800" spc="-50" dirty="0">
                <a:latin typeface="Arial"/>
                <a:cs typeface="Arial"/>
              </a:rPr>
              <a:t> </a:t>
            </a:r>
            <a:r>
              <a:rPr sz="1800" dirty="0">
                <a:latin typeface="Arial"/>
                <a:cs typeface="Arial"/>
              </a:rPr>
              <a:t>is</a:t>
            </a:r>
            <a:r>
              <a:rPr sz="1800" spc="-40" dirty="0">
                <a:latin typeface="Arial"/>
                <a:cs typeface="Arial"/>
              </a:rPr>
              <a:t> </a:t>
            </a:r>
            <a:r>
              <a:rPr sz="1800" dirty="0">
                <a:latin typeface="Arial"/>
                <a:cs typeface="Arial"/>
              </a:rPr>
              <a:t>most</a:t>
            </a:r>
            <a:r>
              <a:rPr sz="1800" spc="-40" dirty="0">
                <a:latin typeface="Arial"/>
                <a:cs typeface="Arial"/>
              </a:rPr>
              <a:t> </a:t>
            </a:r>
            <a:r>
              <a:rPr sz="1800" dirty="0">
                <a:latin typeface="Arial"/>
                <a:cs typeface="Arial"/>
              </a:rPr>
              <a:t>commonly</a:t>
            </a:r>
            <a:r>
              <a:rPr sz="1800" spc="-30" dirty="0">
                <a:latin typeface="Arial"/>
                <a:cs typeface="Arial"/>
              </a:rPr>
              <a:t> </a:t>
            </a:r>
            <a:r>
              <a:rPr sz="1800" dirty="0">
                <a:latin typeface="Arial"/>
                <a:cs typeface="Arial"/>
              </a:rPr>
              <a:t>observed</a:t>
            </a:r>
            <a:r>
              <a:rPr sz="1800" spc="-35" dirty="0">
                <a:latin typeface="Arial"/>
                <a:cs typeface="Arial"/>
              </a:rPr>
              <a:t> </a:t>
            </a:r>
            <a:r>
              <a:rPr sz="1800" dirty="0">
                <a:latin typeface="Arial"/>
                <a:cs typeface="Arial"/>
              </a:rPr>
              <a:t>in</a:t>
            </a:r>
            <a:r>
              <a:rPr sz="1800" spc="-45" dirty="0">
                <a:latin typeface="Arial"/>
                <a:cs typeface="Arial"/>
              </a:rPr>
              <a:t> </a:t>
            </a:r>
            <a:r>
              <a:rPr sz="1800" b="1" dirty="0">
                <a:latin typeface="Arial"/>
                <a:cs typeface="Arial"/>
              </a:rPr>
              <a:t>semiconductor</a:t>
            </a:r>
            <a:r>
              <a:rPr sz="1800" b="1" spc="-50" dirty="0">
                <a:latin typeface="Arial"/>
                <a:cs typeface="Arial"/>
              </a:rPr>
              <a:t> </a:t>
            </a:r>
            <a:r>
              <a:rPr sz="1800" b="1" dirty="0">
                <a:latin typeface="Arial"/>
                <a:cs typeface="Arial"/>
              </a:rPr>
              <a:t>junctions</a:t>
            </a:r>
            <a:r>
              <a:rPr sz="1800" dirty="0">
                <a:latin typeface="Arial"/>
                <a:cs typeface="Arial"/>
              </a:rPr>
              <a:t>,</a:t>
            </a:r>
            <a:r>
              <a:rPr sz="1800" spc="-60" dirty="0">
                <a:latin typeface="Arial"/>
                <a:cs typeface="Arial"/>
              </a:rPr>
              <a:t> </a:t>
            </a:r>
            <a:r>
              <a:rPr sz="1800" b="1" dirty="0">
                <a:latin typeface="Arial"/>
                <a:cs typeface="Arial"/>
              </a:rPr>
              <a:t>vacuum</a:t>
            </a:r>
            <a:r>
              <a:rPr sz="1800" b="1" spc="-10" dirty="0">
                <a:latin typeface="Arial"/>
                <a:cs typeface="Arial"/>
              </a:rPr>
              <a:t> </a:t>
            </a:r>
            <a:r>
              <a:rPr sz="1800" b="1" dirty="0">
                <a:latin typeface="Arial"/>
                <a:cs typeface="Arial"/>
              </a:rPr>
              <a:t>diodes</a:t>
            </a:r>
            <a:r>
              <a:rPr sz="1800" dirty="0">
                <a:latin typeface="Arial"/>
                <a:cs typeface="Arial"/>
              </a:rPr>
              <a:t>,</a:t>
            </a:r>
            <a:r>
              <a:rPr sz="1800" spc="-45" dirty="0">
                <a:latin typeface="Arial"/>
                <a:cs typeface="Arial"/>
              </a:rPr>
              <a:t> </a:t>
            </a:r>
            <a:r>
              <a:rPr sz="1800" spc="-25" dirty="0">
                <a:latin typeface="Arial"/>
                <a:cs typeface="Arial"/>
              </a:rPr>
              <a:t>and</a:t>
            </a:r>
            <a:endParaRPr sz="1800" dirty="0">
              <a:latin typeface="Arial"/>
              <a:cs typeface="Arial"/>
            </a:endParaRPr>
          </a:p>
          <a:p>
            <a:pPr marL="12700">
              <a:lnSpc>
                <a:spcPct val="100000"/>
              </a:lnSpc>
            </a:pPr>
            <a:r>
              <a:rPr sz="1800" b="1" spc="-10" dirty="0">
                <a:latin typeface="Arial"/>
                <a:cs typeface="Arial"/>
              </a:rPr>
              <a:t>photodetectors</a:t>
            </a:r>
            <a:r>
              <a:rPr sz="1800" spc="-10" dirty="0">
                <a:latin typeface="Arial"/>
                <a:cs typeface="Arial"/>
              </a:rPr>
              <a:t>.</a:t>
            </a:r>
            <a:endParaRPr sz="1800" dirty="0">
              <a:latin typeface="Arial"/>
              <a:cs typeface="Arial"/>
            </a:endParaRPr>
          </a:p>
        </p:txBody>
      </p:sp>
      <p:pic>
        <p:nvPicPr>
          <p:cNvPr id="6" name="Picture 5" descr="A white paper with black text&#10;&#10;AI-generated content may be incorrect.">
            <a:extLst>
              <a:ext uri="{FF2B5EF4-FFF2-40B4-BE49-F238E27FC236}">
                <a16:creationId xmlns:a16="http://schemas.microsoft.com/office/drawing/2014/main" id="{C1D72322-0503-6188-AAD2-C41E05D58D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5248" y="2514600"/>
            <a:ext cx="6733386" cy="4231746"/>
          </a:xfrm>
          <a:prstGeom prst="rect">
            <a:avLst/>
          </a:prstGeom>
        </p:spPr>
      </p:pic>
      <p:grpSp>
        <p:nvGrpSpPr>
          <p:cNvPr id="20" name="Group 19">
            <a:extLst>
              <a:ext uri="{FF2B5EF4-FFF2-40B4-BE49-F238E27FC236}">
                <a16:creationId xmlns:a16="http://schemas.microsoft.com/office/drawing/2014/main" id="{89B2814E-0391-401C-3857-47C2A9E30D0B}"/>
              </a:ext>
            </a:extLst>
          </p:cNvPr>
          <p:cNvGrpSpPr/>
          <p:nvPr/>
        </p:nvGrpSpPr>
        <p:grpSpPr>
          <a:xfrm>
            <a:off x="419223" y="3326953"/>
            <a:ext cx="3431160" cy="1332000"/>
            <a:chOff x="419223" y="3326953"/>
            <a:chExt cx="3431160" cy="1332000"/>
          </a:xfrm>
        </p:grpSpPr>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8EABFE86-5125-B833-B11C-8486CD029876}"/>
                    </a:ext>
                  </a:extLst>
                </p14:cNvPr>
                <p14:cNvContentPartPr/>
                <p14:nvPr/>
              </p14:nvContentPartPr>
              <p14:xfrm>
                <a:off x="419223" y="4277713"/>
                <a:ext cx="87120" cy="261720"/>
              </p14:xfrm>
            </p:contentPart>
          </mc:Choice>
          <mc:Fallback>
            <p:pic>
              <p:nvPicPr>
                <p:cNvPr id="3" name="Ink 2">
                  <a:extLst>
                    <a:ext uri="{FF2B5EF4-FFF2-40B4-BE49-F238E27FC236}">
                      <a16:creationId xmlns:a16="http://schemas.microsoft.com/office/drawing/2014/main" id="{8EABFE86-5125-B833-B11C-8486CD029876}"/>
                    </a:ext>
                  </a:extLst>
                </p:cNvPr>
                <p:cNvPicPr/>
                <p:nvPr/>
              </p:nvPicPr>
              <p:blipFill>
                <a:blip r:embed="rId4"/>
                <a:stretch>
                  <a:fillRect/>
                </a:stretch>
              </p:blipFill>
              <p:spPr>
                <a:xfrm>
                  <a:off x="401583" y="4259713"/>
                  <a:ext cx="122760" cy="2973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B93F3A89-C2AF-7631-D171-66180FC16E33}"/>
                    </a:ext>
                  </a:extLst>
                </p14:cNvPr>
                <p14:cNvContentPartPr/>
                <p14:nvPr/>
              </p14:nvContentPartPr>
              <p14:xfrm>
                <a:off x="459183" y="4096273"/>
                <a:ext cx="5400" cy="27720"/>
              </p14:xfrm>
            </p:contentPart>
          </mc:Choice>
          <mc:Fallback>
            <p:pic>
              <p:nvPicPr>
                <p:cNvPr id="5" name="Ink 4">
                  <a:extLst>
                    <a:ext uri="{FF2B5EF4-FFF2-40B4-BE49-F238E27FC236}">
                      <a16:creationId xmlns:a16="http://schemas.microsoft.com/office/drawing/2014/main" id="{B93F3A89-C2AF-7631-D171-66180FC16E33}"/>
                    </a:ext>
                  </a:extLst>
                </p:cNvPr>
                <p:cNvPicPr/>
                <p:nvPr/>
              </p:nvPicPr>
              <p:blipFill>
                <a:blip r:embed="rId6"/>
                <a:stretch>
                  <a:fillRect/>
                </a:stretch>
              </p:blipFill>
              <p:spPr>
                <a:xfrm>
                  <a:off x="441183" y="4078273"/>
                  <a:ext cx="4104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F2DB0FF1-7987-A26C-2930-5AEB01E2A375}"/>
                    </a:ext>
                  </a:extLst>
                </p14:cNvPr>
                <p14:cNvContentPartPr/>
                <p14:nvPr/>
              </p14:nvContentPartPr>
              <p14:xfrm>
                <a:off x="639543" y="4489033"/>
                <a:ext cx="77400" cy="169920"/>
              </p14:xfrm>
            </p:contentPart>
          </mc:Choice>
          <mc:Fallback>
            <p:pic>
              <p:nvPicPr>
                <p:cNvPr id="7" name="Ink 6">
                  <a:extLst>
                    <a:ext uri="{FF2B5EF4-FFF2-40B4-BE49-F238E27FC236}">
                      <a16:creationId xmlns:a16="http://schemas.microsoft.com/office/drawing/2014/main" id="{F2DB0FF1-7987-A26C-2930-5AEB01E2A375}"/>
                    </a:ext>
                  </a:extLst>
                </p:cNvPr>
                <p:cNvPicPr/>
                <p:nvPr/>
              </p:nvPicPr>
              <p:blipFill>
                <a:blip r:embed="rId8"/>
                <a:stretch>
                  <a:fillRect/>
                </a:stretch>
              </p:blipFill>
              <p:spPr>
                <a:xfrm>
                  <a:off x="621903" y="4471033"/>
                  <a:ext cx="11304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205DD840-891D-5D7B-5151-FED3DBA32F26}"/>
                    </a:ext>
                  </a:extLst>
                </p14:cNvPr>
                <p14:cNvContentPartPr/>
                <p14:nvPr/>
              </p14:nvContentPartPr>
              <p14:xfrm>
                <a:off x="786063" y="4478953"/>
                <a:ext cx="127800" cy="94320"/>
              </p14:xfrm>
            </p:contentPart>
          </mc:Choice>
          <mc:Fallback>
            <p:pic>
              <p:nvPicPr>
                <p:cNvPr id="8" name="Ink 7">
                  <a:extLst>
                    <a:ext uri="{FF2B5EF4-FFF2-40B4-BE49-F238E27FC236}">
                      <a16:creationId xmlns:a16="http://schemas.microsoft.com/office/drawing/2014/main" id="{205DD840-891D-5D7B-5151-FED3DBA32F26}"/>
                    </a:ext>
                  </a:extLst>
                </p:cNvPr>
                <p:cNvPicPr/>
                <p:nvPr/>
              </p:nvPicPr>
              <p:blipFill>
                <a:blip r:embed="rId10"/>
                <a:stretch>
                  <a:fillRect/>
                </a:stretch>
              </p:blipFill>
              <p:spPr>
                <a:xfrm>
                  <a:off x="768063" y="4460953"/>
                  <a:ext cx="16344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1521943F-5ABE-4EE9-60CF-AF83A44BC562}"/>
                    </a:ext>
                  </a:extLst>
                </p14:cNvPr>
                <p14:cNvContentPartPr/>
                <p14:nvPr/>
              </p14:nvContentPartPr>
              <p14:xfrm>
                <a:off x="971463" y="4486153"/>
                <a:ext cx="43920" cy="59760"/>
              </p14:xfrm>
            </p:contentPart>
          </mc:Choice>
          <mc:Fallback>
            <p:pic>
              <p:nvPicPr>
                <p:cNvPr id="9" name="Ink 8">
                  <a:extLst>
                    <a:ext uri="{FF2B5EF4-FFF2-40B4-BE49-F238E27FC236}">
                      <a16:creationId xmlns:a16="http://schemas.microsoft.com/office/drawing/2014/main" id="{1521943F-5ABE-4EE9-60CF-AF83A44BC562}"/>
                    </a:ext>
                  </a:extLst>
                </p:cNvPr>
                <p:cNvPicPr/>
                <p:nvPr/>
              </p:nvPicPr>
              <p:blipFill>
                <a:blip r:embed="rId12"/>
                <a:stretch>
                  <a:fillRect/>
                </a:stretch>
              </p:blipFill>
              <p:spPr>
                <a:xfrm>
                  <a:off x="953823" y="4468153"/>
                  <a:ext cx="7956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8B68A022-927F-903A-FF50-3126FEAF5B58}"/>
                    </a:ext>
                  </a:extLst>
                </p14:cNvPr>
                <p14:cNvContentPartPr/>
                <p14:nvPr/>
              </p14:nvContentPartPr>
              <p14:xfrm>
                <a:off x="1096383" y="4384993"/>
                <a:ext cx="62640" cy="200520"/>
              </p14:xfrm>
            </p:contentPart>
          </mc:Choice>
          <mc:Fallback>
            <p:pic>
              <p:nvPicPr>
                <p:cNvPr id="10" name="Ink 9">
                  <a:extLst>
                    <a:ext uri="{FF2B5EF4-FFF2-40B4-BE49-F238E27FC236}">
                      <a16:creationId xmlns:a16="http://schemas.microsoft.com/office/drawing/2014/main" id="{8B68A022-927F-903A-FF50-3126FEAF5B58}"/>
                    </a:ext>
                  </a:extLst>
                </p:cNvPr>
                <p:cNvPicPr/>
                <p:nvPr/>
              </p:nvPicPr>
              <p:blipFill>
                <a:blip r:embed="rId14"/>
                <a:stretch>
                  <a:fillRect/>
                </a:stretch>
              </p:blipFill>
              <p:spPr>
                <a:xfrm>
                  <a:off x="1078383" y="4366993"/>
                  <a:ext cx="9828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FD7940A0-3992-8BA2-6CC7-ED89EAF3AA9B}"/>
                    </a:ext>
                  </a:extLst>
                </p14:cNvPr>
                <p14:cNvContentPartPr/>
                <p14:nvPr/>
              </p14:nvContentPartPr>
              <p14:xfrm>
                <a:off x="1083063" y="4482193"/>
                <a:ext cx="52920" cy="42120"/>
              </p14:xfrm>
            </p:contentPart>
          </mc:Choice>
          <mc:Fallback>
            <p:pic>
              <p:nvPicPr>
                <p:cNvPr id="11" name="Ink 10">
                  <a:extLst>
                    <a:ext uri="{FF2B5EF4-FFF2-40B4-BE49-F238E27FC236}">
                      <a16:creationId xmlns:a16="http://schemas.microsoft.com/office/drawing/2014/main" id="{FD7940A0-3992-8BA2-6CC7-ED89EAF3AA9B}"/>
                    </a:ext>
                  </a:extLst>
                </p:cNvPr>
                <p:cNvPicPr/>
                <p:nvPr/>
              </p:nvPicPr>
              <p:blipFill>
                <a:blip r:embed="rId16"/>
                <a:stretch>
                  <a:fillRect/>
                </a:stretch>
              </p:blipFill>
              <p:spPr>
                <a:xfrm>
                  <a:off x="1065423" y="4464553"/>
                  <a:ext cx="8856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715BB300-6EE1-DC12-605A-D4FB16D03239}"/>
                    </a:ext>
                  </a:extLst>
                </p14:cNvPr>
                <p14:cNvContentPartPr/>
                <p14:nvPr/>
              </p14:nvContentPartPr>
              <p14:xfrm>
                <a:off x="1270623" y="4466713"/>
                <a:ext cx="11520" cy="131400"/>
              </p14:xfrm>
            </p:contentPart>
          </mc:Choice>
          <mc:Fallback>
            <p:pic>
              <p:nvPicPr>
                <p:cNvPr id="12" name="Ink 11">
                  <a:extLst>
                    <a:ext uri="{FF2B5EF4-FFF2-40B4-BE49-F238E27FC236}">
                      <a16:creationId xmlns:a16="http://schemas.microsoft.com/office/drawing/2014/main" id="{715BB300-6EE1-DC12-605A-D4FB16D03239}"/>
                    </a:ext>
                  </a:extLst>
                </p:cNvPr>
                <p:cNvPicPr/>
                <p:nvPr/>
              </p:nvPicPr>
              <p:blipFill>
                <a:blip r:embed="rId18"/>
                <a:stretch>
                  <a:fillRect/>
                </a:stretch>
              </p:blipFill>
              <p:spPr>
                <a:xfrm>
                  <a:off x="1252983" y="4448713"/>
                  <a:ext cx="4716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76D6D2CD-EF18-0DF6-3B08-C8A51FA65A9E}"/>
                    </a:ext>
                  </a:extLst>
                </p14:cNvPr>
                <p14:cNvContentPartPr/>
                <p14:nvPr/>
              </p14:nvContentPartPr>
              <p14:xfrm>
                <a:off x="1389063" y="4363753"/>
                <a:ext cx="63720" cy="126720"/>
              </p14:xfrm>
            </p:contentPart>
          </mc:Choice>
          <mc:Fallback>
            <p:pic>
              <p:nvPicPr>
                <p:cNvPr id="14" name="Ink 13">
                  <a:extLst>
                    <a:ext uri="{FF2B5EF4-FFF2-40B4-BE49-F238E27FC236}">
                      <a16:creationId xmlns:a16="http://schemas.microsoft.com/office/drawing/2014/main" id="{76D6D2CD-EF18-0DF6-3B08-C8A51FA65A9E}"/>
                    </a:ext>
                  </a:extLst>
                </p:cNvPr>
                <p:cNvPicPr/>
                <p:nvPr/>
              </p:nvPicPr>
              <p:blipFill>
                <a:blip r:embed="rId20"/>
                <a:stretch>
                  <a:fillRect/>
                </a:stretch>
              </p:blipFill>
              <p:spPr>
                <a:xfrm>
                  <a:off x="1371423" y="4346113"/>
                  <a:ext cx="9936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AB6DB2B7-D979-CE3D-1BC6-73C0965C0C53}"/>
                    </a:ext>
                  </a:extLst>
                </p14:cNvPr>
                <p14:cNvContentPartPr/>
                <p14:nvPr/>
              </p14:nvContentPartPr>
              <p14:xfrm>
                <a:off x="1509663" y="4383913"/>
                <a:ext cx="176040" cy="99720"/>
              </p14:xfrm>
            </p:contentPart>
          </mc:Choice>
          <mc:Fallback>
            <p:pic>
              <p:nvPicPr>
                <p:cNvPr id="15" name="Ink 14">
                  <a:extLst>
                    <a:ext uri="{FF2B5EF4-FFF2-40B4-BE49-F238E27FC236}">
                      <a16:creationId xmlns:a16="http://schemas.microsoft.com/office/drawing/2014/main" id="{AB6DB2B7-D979-CE3D-1BC6-73C0965C0C53}"/>
                    </a:ext>
                  </a:extLst>
                </p:cNvPr>
                <p:cNvPicPr/>
                <p:nvPr/>
              </p:nvPicPr>
              <p:blipFill>
                <a:blip r:embed="rId22"/>
                <a:stretch>
                  <a:fillRect/>
                </a:stretch>
              </p:blipFill>
              <p:spPr>
                <a:xfrm>
                  <a:off x="1492023" y="4366273"/>
                  <a:ext cx="21168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DD992682-5C58-BA14-6A64-9FA85D4DDA47}"/>
                    </a:ext>
                  </a:extLst>
                </p14:cNvPr>
                <p14:cNvContentPartPr/>
                <p14:nvPr/>
              </p14:nvContentPartPr>
              <p14:xfrm>
                <a:off x="1736823" y="4330993"/>
                <a:ext cx="79200" cy="148680"/>
              </p14:xfrm>
            </p:contentPart>
          </mc:Choice>
          <mc:Fallback>
            <p:pic>
              <p:nvPicPr>
                <p:cNvPr id="16" name="Ink 15">
                  <a:extLst>
                    <a:ext uri="{FF2B5EF4-FFF2-40B4-BE49-F238E27FC236}">
                      <a16:creationId xmlns:a16="http://schemas.microsoft.com/office/drawing/2014/main" id="{DD992682-5C58-BA14-6A64-9FA85D4DDA47}"/>
                    </a:ext>
                  </a:extLst>
                </p:cNvPr>
                <p:cNvPicPr/>
                <p:nvPr/>
              </p:nvPicPr>
              <p:blipFill>
                <a:blip r:embed="rId24"/>
                <a:stretch>
                  <a:fillRect/>
                </a:stretch>
              </p:blipFill>
              <p:spPr>
                <a:xfrm>
                  <a:off x="1718823" y="4312993"/>
                  <a:ext cx="11484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37428E7C-6BD2-A573-7586-2129778D1AD2}"/>
                    </a:ext>
                  </a:extLst>
                </p14:cNvPr>
                <p14:cNvContentPartPr/>
                <p14:nvPr/>
              </p14:nvContentPartPr>
              <p14:xfrm>
                <a:off x="1855983" y="4184113"/>
                <a:ext cx="77400" cy="33480"/>
              </p14:xfrm>
            </p:contentPart>
          </mc:Choice>
          <mc:Fallback>
            <p:pic>
              <p:nvPicPr>
                <p:cNvPr id="17" name="Ink 16">
                  <a:extLst>
                    <a:ext uri="{FF2B5EF4-FFF2-40B4-BE49-F238E27FC236}">
                      <a16:creationId xmlns:a16="http://schemas.microsoft.com/office/drawing/2014/main" id="{37428E7C-6BD2-A573-7586-2129778D1AD2}"/>
                    </a:ext>
                  </a:extLst>
                </p:cNvPr>
                <p:cNvPicPr/>
                <p:nvPr/>
              </p:nvPicPr>
              <p:blipFill>
                <a:blip r:embed="rId26"/>
                <a:stretch>
                  <a:fillRect/>
                </a:stretch>
              </p:blipFill>
              <p:spPr>
                <a:xfrm>
                  <a:off x="1838343" y="4166473"/>
                  <a:ext cx="11304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3729DCCE-DC96-0CB6-75BF-AFC5B9FA6F79}"/>
                    </a:ext>
                  </a:extLst>
                </p14:cNvPr>
                <p14:cNvContentPartPr/>
                <p14:nvPr/>
              </p14:nvContentPartPr>
              <p14:xfrm>
                <a:off x="1921143" y="4259713"/>
                <a:ext cx="30600" cy="11880"/>
              </p14:xfrm>
            </p:contentPart>
          </mc:Choice>
          <mc:Fallback>
            <p:pic>
              <p:nvPicPr>
                <p:cNvPr id="18" name="Ink 17">
                  <a:extLst>
                    <a:ext uri="{FF2B5EF4-FFF2-40B4-BE49-F238E27FC236}">
                      <a16:creationId xmlns:a16="http://schemas.microsoft.com/office/drawing/2014/main" id="{3729DCCE-DC96-0CB6-75BF-AFC5B9FA6F79}"/>
                    </a:ext>
                  </a:extLst>
                </p:cNvPr>
                <p:cNvPicPr/>
                <p:nvPr/>
              </p:nvPicPr>
              <p:blipFill>
                <a:blip r:embed="rId28"/>
                <a:stretch>
                  <a:fillRect/>
                </a:stretch>
              </p:blipFill>
              <p:spPr>
                <a:xfrm>
                  <a:off x="1903143" y="4241713"/>
                  <a:ext cx="6624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9" name="Ink 18">
                  <a:extLst>
                    <a:ext uri="{FF2B5EF4-FFF2-40B4-BE49-F238E27FC236}">
                      <a16:creationId xmlns:a16="http://schemas.microsoft.com/office/drawing/2014/main" id="{24C97F9C-CA27-DAA0-6F6D-07F027D7B820}"/>
                    </a:ext>
                  </a:extLst>
                </p14:cNvPr>
                <p14:cNvContentPartPr/>
                <p14:nvPr/>
              </p14:nvContentPartPr>
              <p14:xfrm>
                <a:off x="2167743" y="3326953"/>
                <a:ext cx="1682640" cy="1131480"/>
              </p14:xfrm>
            </p:contentPart>
          </mc:Choice>
          <mc:Fallback>
            <p:pic>
              <p:nvPicPr>
                <p:cNvPr id="19" name="Ink 18">
                  <a:extLst>
                    <a:ext uri="{FF2B5EF4-FFF2-40B4-BE49-F238E27FC236}">
                      <a16:creationId xmlns:a16="http://schemas.microsoft.com/office/drawing/2014/main" id="{24C97F9C-CA27-DAA0-6F6D-07F027D7B820}"/>
                    </a:ext>
                  </a:extLst>
                </p:cNvPr>
                <p:cNvPicPr/>
                <p:nvPr/>
              </p:nvPicPr>
              <p:blipFill>
                <a:blip r:embed="rId30"/>
                <a:stretch>
                  <a:fillRect/>
                </a:stretch>
              </p:blipFill>
              <p:spPr>
                <a:xfrm>
                  <a:off x="2149743" y="3308953"/>
                  <a:ext cx="1718280" cy="1167120"/>
                </a:xfrm>
                <a:prstGeom prst="rect">
                  <a:avLst/>
                </a:prstGeom>
              </p:spPr>
            </p:pic>
          </mc:Fallback>
        </mc:AlternateContent>
      </p:grpSp>
      <p:grpSp>
        <p:nvGrpSpPr>
          <p:cNvPr id="31" name="Group 30">
            <a:extLst>
              <a:ext uri="{FF2B5EF4-FFF2-40B4-BE49-F238E27FC236}">
                <a16:creationId xmlns:a16="http://schemas.microsoft.com/office/drawing/2014/main" id="{0EB2810C-E4F0-9746-E8E4-E48C44DFDE97}"/>
              </a:ext>
            </a:extLst>
          </p:cNvPr>
          <p:cNvGrpSpPr/>
          <p:nvPr/>
        </p:nvGrpSpPr>
        <p:grpSpPr>
          <a:xfrm>
            <a:off x="2376903" y="3683353"/>
            <a:ext cx="1433880" cy="1458000"/>
            <a:chOff x="2376903" y="3683353"/>
            <a:chExt cx="1433880" cy="1458000"/>
          </a:xfrm>
        </p:grpSpPr>
        <mc:AlternateContent xmlns:mc="http://schemas.openxmlformats.org/markup-compatibility/2006">
          <mc:Choice xmlns:p14="http://schemas.microsoft.com/office/powerpoint/2010/main" Requires="p14">
            <p:contentPart p14:bwMode="auto" r:id="rId31">
              <p14:nvContentPartPr>
                <p14:cNvPr id="21" name="Ink 20">
                  <a:extLst>
                    <a:ext uri="{FF2B5EF4-FFF2-40B4-BE49-F238E27FC236}">
                      <a16:creationId xmlns:a16="http://schemas.microsoft.com/office/drawing/2014/main" id="{21C18BAA-8A05-FE8D-B3ED-E2BF36903A92}"/>
                    </a:ext>
                  </a:extLst>
                </p14:cNvPr>
                <p14:cNvContentPartPr/>
                <p14:nvPr/>
              </p14:nvContentPartPr>
              <p14:xfrm>
                <a:off x="2376903" y="3919153"/>
                <a:ext cx="269640" cy="200520"/>
              </p14:xfrm>
            </p:contentPart>
          </mc:Choice>
          <mc:Fallback>
            <p:pic>
              <p:nvPicPr>
                <p:cNvPr id="21" name="Ink 20">
                  <a:extLst>
                    <a:ext uri="{FF2B5EF4-FFF2-40B4-BE49-F238E27FC236}">
                      <a16:creationId xmlns:a16="http://schemas.microsoft.com/office/drawing/2014/main" id="{21C18BAA-8A05-FE8D-B3ED-E2BF36903A92}"/>
                    </a:ext>
                  </a:extLst>
                </p:cNvPr>
                <p:cNvPicPr/>
                <p:nvPr/>
              </p:nvPicPr>
              <p:blipFill>
                <a:blip r:embed="rId32"/>
                <a:stretch>
                  <a:fillRect/>
                </a:stretch>
              </p:blipFill>
              <p:spPr>
                <a:xfrm>
                  <a:off x="2359263" y="3901153"/>
                  <a:ext cx="30528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2" name="Ink 21">
                  <a:extLst>
                    <a:ext uri="{FF2B5EF4-FFF2-40B4-BE49-F238E27FC236}">
                      <a16:creationId xmlns:a16="http://schemas.microsoft.com/office/drawing/2014/main" id="{8E59E333-4606-3775-F435-463D2A066FC5}"/>
                    </a:ext>
                  </a:extLst>
                </p14:cNvPr>
                <p14:cNvContentPartPr/>
                <p14:nvPr/>
              </p14:nvContentPartPr>
              <p14:xfrm>
                <a:off x="2845263" y="3870193"/>
                <a:ext cx="204120" cy="236520"/>
              </p14:xfrm>
            </p:contentPart>
          </mc:Choice>
          <mc:Fallback>
            <p:pic>
              <p:nvPicPr>
                <p:cNvPr id="22" name="Ink 21">
                  <a:extLst>
                    <a:ext uri="{FF2B5EF4-FFF2-40B4-BE49-F238E27FC236}">
                      <a16:creationId xmlns:a16="http://schemas.microsoft.com/office/drawing/2014/main" id="{8E59E333-4606-3775-F435-463D2A066FC5}"/>
                    </a:ext>
                  </a:extLst>
                </p:cNvPr>
                <p:cNvPicPr/>
                <p:nvPr/>
              </p:nvPicPr>
              <p:blipFill>
                <a:blip r:embed="rId34"/>
                <a:stretch>
                  <a:fillRect/>
                </a:stretch>
              </p:blipFill>
              <p:spPr>
                <a:xfrm>
                  <a:off x="2827623" y="3852553"/>
                  <a:ext cx="23976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3" name="Ink 22">
                  <a:extLst>
                    <a:ext uri="{FF2B5EF4-FFF2-40B4-BE49-F238E27FC236}">
                      <a16:creationId xmlns:a16="http://schemas.microsoft.com/office/drawing/2014/main" id="{AF7BBD89-198A-635A-3ABC-A34EE52BFC5E}"/>
                    </a:ext>
                  </a:extLst>
                </p14:cNvPr>
                <p14:cNvContentPartPr/>
                <p14:nvPr/>
              </p14:nvContentPartPr>
              <p14:xfrm>
                <a:off x="3231183" y="3706393"/>
                <a:ext cx="115920" cy="292680"/>
              </p14:xfrm>
            </p:contentPart>
          </mc:Choice>
          <mc:Fallback>
            <p:pic>
              <p:nvPicPr>
                <p:cNvPr id="23" name="Ink 22">
                  <a:extLst>
                    <a:ext uri="{FF2B5EF4-FFF2-40B4-BE49-F238E27FC236}">
                      <a16:creationId xmlns:a16="http://schemas.microsoft.com/office/drawing/2014/main" id="{AF7BBD89-198A-635A-3ABC-A34EE52BFC5E}"/>
                    </a:ext>
                  </a:extLst>
                </p:cNvPr>
                <p:cNvPicPr/>
                <p:nvPr/>
              </p:nvPicPr>
              <p:blipFill>
                <a:blip r:embed="rId36"/>
                <a:stretch>
                  <a:fillRect/>
                </a:stretch>
              </p:blipFill>
              <p:spPr>
                <a:xfrm>
                  <a:off x="3213183" y="3688393"/>
                  <a:ext cx="151560" cy="3283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4" name="Ink 23">
                  <a:extLst>
                    <a:ext uri="{FF2B5EF4-FFF2-40B4-BE49-F238E27FC236}">
                      <a16:creationId xmlns:a16="http://schemas.microsoft.com/office/drawing/2014/main" id="{5622EF98-48C6-B6AD-4EB3-1BD2630D895C}"/>
                    </a:ext>
                  </a:extLst>
                </p14:cNvPr>
                <p14:cNvContentPartPr/>
                <p14:nvPr/>
              </p14:nvContentPartPr>
              <p14:xfrm>
                <a:off x="3195543" y="3740233"/>
                <a:ext cx="102960" cy="40320"/>
              </p14:xfrm>
            </p:contentPart>
          </mc:Choice>
          <mc:Fallback>
            <p:pic>
              <p:nvPicPr>
                <p:cNvPr id="24" name="Ink 23">
                  <a:extLst>
                    <a:ext uri="{FF2B5EF4-FFF2-40B4-BE49-F238E27FC236}">
                      <a16:creationId xmlns:a16="http://schemas.microsoft.com/office/drawing/2014/main" id="{5622EF98-48C6-B6AD-4EB3-1BD2630D895C}"/>
                    </a:ext>
                  </a:extLst>
                </p:cNvPr>
                <p:cNvPicPr/>
                <p:nvPr/>
              </p:nvPicPr>
              <p:blipFill>
                <a:blip r:embed="rId38"/>
                <a:stretch>
                  <a:fillRect/>
                </a:stretch>
              </p:blipFill>
              <p:spPr>
                <a:xfrm>
                  <a:off x="3177543" y="3722233"/>
                  <a:ext cx="138600" cy="759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5" name="Ink 24">
                  <a:extLst>
                    <a:ext uri="{FF2B5EF4-FFF2-40B4-BE49-F238E27FC236}">
                      <a16:creationId xmlns:a16="http://schemas.microsoft.com/office/drawing/2014/main" id="{A85C1F5B-60FE-20D1-537B-BCCEB35AF4B0}"/>
                    </a:ext>
                  </a:extLst>
                </p14:cNvPr>
                <p14:cNvContentPartPr/>
                <p14:nvPr/>
              </p14:nvContentPartPr>
              <p14:xfrm>
                <a:off x="3318663" y="3985033"/>
                <a:ext cx="61200" cy="28800"/>
              </p14:xfrm>
            </p:contentPart>
          </mc:Choice>
          <mc:Fallback>
            <p:pic>
              <p:nvPicPr>
                <p:cNvPr id="25" name="Ink 24">
                  <a:extLst>
                    <a:ext uri="{FF2B5EF4-FFF2-40B4-BE49-F238E27FC236}">
                      <a16:creationId xmlns:a16="http://schemas.microsoft.com/office/drawing/2014/main" id="{A85C1F5B-60FE-20D1-537B-BCCEB35AF4B0}"/>
                    </a:ext>
                  </a:extLst>
                </p:cNvPr>
                <p:cNvPicPr/>
                <p:nvPr/>
              </p:nvPicPr>
              <p:blipFill>
                <a:blip r:embed="rId40"/>
                <a:stretch>
                  <a:fillRect/>
                </a:stretch>
              </p:blipFill>
              <p:spPr>
                <a:xfrm>
                  <a:off x="3300663" y="3967033"/>
                  <a:ext cx="9684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6" name="Ink 25">
                  <a:extLst>
                    <a:ext uri="{FF2B5EF4-FFF2-40B4-BE49-F238E27FC236}">
                      <a16:creationId xmlns:a16="http://schemas.microsoft.com/office/drawing/2014/main" id="{0B96B03A-E972-9DE9-E295-39019D7A0EFE}"/>
                    </a:ext>
                  </a:extLst>
                </p14:cNvPr>
                <p14:cNvContentPartPr/>
                <p14:nvPr/>
              </p14:nvContentPartPr>
              <p14:xfrm>
                <a:off x="3605583" y="3718273"/>
                <a:ext cx="98280" cy="306360"/>
              </p14:xfrm>
            </p:contentPart>
          </mc:Choice>
          <mc:Fallback>
            <p:pic>
              <p:nvPicPr>
                <p:cNvPr id="26" name="Ink 25">
                  <a:extLst>
                    <a:ext uri="{FF2B5EF4-FFF2-40B4-BE49-F238E27FC236}">
                      <a16:creationId xmlns:a16="http://schemas.microsoft.com/office/drawing/2014/main" id="{0B96B03A-E972-9DE9-E295-39019D7A0EFE}"/>
                    </a:ext>
                  </a:extLst>
                </p:cNvPr>
                <p:cNvPicPr/>
                <p:nvPr/>
              </p:nvPicPr>
              <p:blipFill>
                <a:blip r:embed="rId42"/>
                <a:stretch>
                  <a:fillRect/>
                </a:stretch>
              </p:blipFill>
              <p:spPr>
                <a:xfrm>
                  <a:off x="3587943" y="3700633"/>
                  <a:ext cx="133920" cy="3420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7" name="Ink 26">
                  <a:extLst>
                    <a:ext uri="{FF2B5EF4-FFF2-40B4-BE49-F238E27FC236}">
                      <a16:creationId xmlns:a16="http://schemas.microsoft.com/office/drawing/2014/main" id="{98C94387-9852-589C-2672-2E24B38DA672}"/>
                    </a:ext>
                  </a:extLst>
                </p14:cNvPr>
                <p14:cNvContentPartPr/>
                <p14:nvPr/>
              </p14:nvContentPartPr>
              <p14:xfrm>
                <a:off x="3626463" y="3683353"/>
                <a:ext cx="184320" cy="295200"/>
              </p14:xfrm>
            </p:contentPart>
          </mc:Choice>
          <mc:Fallback>
            <p:pic>
              <p:nvPicPr>
                <p:cNvPr id="27" name="Ink 26">
                  <a:extLst>
                    <a:ext uri="{FF2B5EF4-FFF2-40B4-BE49-F238E27FC236}">
                      <a16:creationId xmlns:a16="http://schemas.microsoft.com/office/drawing/2014/main" id="{98C94387-9852-589C-2672-2E24B38DA672}"/>
                    </a:ext>
                  </a:extLst>
                </p:cNvPr>
                <p:cNvPicPr/>
                <p:nvPr/>
              </p:nvPicPr>
              <p:blipFill>
                <a:blip r:embed="rId44"/>
                <a:stretch>
                  <a:fillRect/>
                </a:stretch>
              </p:blipFill>
              <p:spPr>
                <a:xfrm>
                  <a:off x="3608823" y="3665713"/>
                  <a:ext cx="219960" cy="33084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8" name="Ink 27">
                  <a:extLst>
                    <a:ext uri="{FF2B5EF4-FFF2-40B4-BE49-F238E27FC236}">
                      <a16:creationId xmlns:a16="http://schemas.microsoft.com/office/drawing/2014/main" id="{9F218D95-7A42-45DE-A50C-D61B2CAEF702}"/>
                    </a:ext>
                  </a:extLst>
                </p14:cNvPr>
                <p14:cNvContentPartPr/>
                <p14:nvPr/>
              </p14:nvContentPartPr>
              <p14:xfrm>
                <a:off x="3368343" y="4222633"/>
                <a:ext cx="25560" cy="853560"/>
              </p14:xfrm>
            </p:contentPart>
          </mc:Choice>
          <mc:Fallback>
            <p:pic>
              <p:nvPicPr>
                <p:cNvPr id="28" name="Ink 27">
                  <a:extLst>
                    <a:ext uri="{FF2B5EF4-FFF2-40B4-BE49-F238E27FC236}">
                      <a16:creationId xmlns:a16="http://schemas.microsoft.com/office/drawing/2014/main" id="{9F218D95-7A42-45DE-A50C-D61B2CAEF702}"/>
                    </a:ext>
                  </a:extLst>
                </p:cNvPr>
                <p:cNvPicPr/>
                <p:nvPr/>
              </p:nvPicPr>
              <p:blipFill>
                <a:blip r:embed="rId46"/>
                <a:stretch>
                  <a:fillRect/>
                </a:stretch>
              </p:blipFill>
              <p:spPr>
                <a:xfrm>
                  <a:off x="3350703" y="4204993"/>
                  <a:ext cx="61200" cy="8892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9" name="Ink 28">
                  <a:extLst>
                    <a:ext uri="{FF2B5EF4-FFF2-40B4-BE49-F238E27FC236}">
                      <a16:creationId xmlns:a16="http://schemas.microsoft.com/office/drawing/2014/main" id="{E951CE3E-8DFE-33F6-8B79-86BD6866414C}"/>
                    </a:ext>
                  </a:extLst>
                </p14:cNvPr>
                <p14:cNvContentPartPr/>
                <p14:nvPr/>
              </p14:nvContentPartPr>
              <p14:xfrm>
                <a:off x="3279783" y="5015353"/>
                <a:ext cx="189360" cy="126000"/>
              </p14:xfrm>
            </p:contentPart>
          </mc:Choice>
          <mc:Fallback>
            <p:pic>
              <p:nvPicPr>
                <p:cNvPr id="29" name="Ink 28">
                  <a:extLst>
                    <a:ext uri="{FF2B5EF4-FFF2-40B4-BE49-F238E27FC236}">
                      <a16:creationId xmlns:a16="http://schemas.microsoft.com/office/drawing/2014/main" id="{E951CE3E-8DFE-33F6-8B79-86BD6866414C}"/>
                    </a:ext>
                  </a:extLst>
                </p:cNvPr>
                <p:cNvPicPr/>
                <p:nvPr/>
              </p:nvPicPr>
              <p:blipFill>
                <a:blip r:embed="rId48"/>
                <a:stretch>
                  <a:fillRect/>
                </a:stretch>
              </p:blipFill>
              <p:spPr>
                <a:xfrm>
                  <a:off x="3262143" y="4997353"/>
                  <a:ext cx="225000" cy="161640"/>
                </a:xfrm>
                <a:prstGeom prst="rect">
                  <a:avLst/>
                </a:prstGeom>
              </p:spPr>
            </p:pic>
          </mc:Fallback>
        </mc:AlternateContent>
      </p:grpSp>
      <p:grpSp>
        <p:nvGrpSpPr>
          <p:cNvPr id="62" name="Group 61">
            <a:extLst>
              <a:ext uri="{FF2B5EF4-FFF2-40B4-BE49-F238E27FC236}">
                <a16:creationId xmlns:a16="http://schemas.microsoft.com/office/drawing/2014/main" id="{E71DEF39-3E2C-BEDA-B82B-E84C59675FB2}"/>
              </a:ext>
            </a:extLst>
          </p:cNvPr>
          <p:cNvGrpSpPr/>
          <p:nvPr/>
        </p:nvGrpSpPr>
        <p:grpSpPr>
          <a:xfrm>
            <a:off x="3857223" y="4183033"/>
            <a:ext cx="1802160" cy="1239480"/>
            <a:chOff x="3857223" y="4183033"/>
            <a:chExt cx="1802160" cy="1239480"/>
          </a:xfrm>
        </p:grpSpPr>
        <mc:AlternateContent xmlns:mc="http://schemas.openxmlformats.org/markup-compatibility/2006">
          <mc:Choice xmlns:p14="http://schemas.microsoft.com/office/powerpoint/2010/main" Requires="p14">
            <p:contentPart p14:bwMode="auto" r:id="rId49">
              <p14:nvContentPartPr>
                <p14:cNvPr id="39" name="Ink 38">
                  <a:extLst>
                    <a:ext uri="{FF2B5EF4-FFF2-40B4-BE49-F238E27FC236}">
                      <a16:creationId xmlns:a16="http://schemas.microsoft.com/office/drawing/2014/main" id="{0F316C16-62A1-9BAE-934D-2A483F6D59B6}"/>
                    </a:ext>
                  </a:extLst>
                </p14:cNvPr>
                <p14:cNvContentPartPr/>
                <p14:nvPr/>
              </p14:nvContentPartPr>
              <p14:xfrm>
                <a:off x="3857223" y="4183033"/>
                <a:ext cx="387720" cy="741600"/>
              </p14:xfrm>
            </p:contentPart>
          </mc:Choice>
          <mc:Fallback>
            <p:pic>
              <p:nvPicPr>
                <p:cNvPr id="39" name="Ink 38">
                  <a:extLst>
                    <a:ext uri="{FF2B5EF4-FFF2-40B4-BE49-F238E27FC236}">
                      <a16:creationId xmlns:a16="http://schemas.microsoft.com/office/drawing/2014/main" id="{0F316C16-62A1-9BAE-934D-2A483F6D59B6}"/>
                    </a:ext>
                  </a:extLst>
                </p:cNvPr>
                <p:cNvPicPr/>
                <p:nvPr/>
              </p:nvPicPr>
              <p:blipFill>
                <a:blip r:embed="rId50"/>
                <a:stretch>
                  <a:fillRect/>
                </a:stretch>
              </p:blipFill>
              <p:spPr>
                <a:xfrm>
                  <a:off x="3839223" y="4165033"/>
                  <a:ext cx="423360" cy="77724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40" name="Ink 39">
                  <a:extLst>
                    <a:ext uri="{FF2B5EF4-FFF2-40B4-BE49-F238E27FC236}">
                      <a16:creationId xmlns:a16="http://schemas.microsoft.com/office/drawing/2014/main" id="{C65ABCF9-8A24-851D-CFAD-E67B1D2DFACA}"/>
                    </a:ext>
                  </a:extLst>
                </p14:cNvPr>
                <p14:cNvContentPartPr/>
                <p14:nvPr/>
              </p14:nvContentPartPr>
              <p14:xfrm>
                <a:off x="4138743" y="4765873"/>
                <a:ext cx="176760" cy="160920"/>
              </p14:xfrm>
            </p:contentPart>
          </mc:Choice>
          <mc:Fallback>
            <p:pic>
              <p:nvPicPr>
                <p:cNvPr id="40" name="Ink 39">
                  <a:extLst>
                    <a:ext uri="{FF2B5EF4-FFF2-40B4-BE49-F238E27FC236}">
                      <a16:creationId xmlns:a16="http://schemas.microsoft.com/office/drawing/2014/main" id="{C65ABCF9-8A24-851D-CFAD-E67B1D2DFACA}"/>
                    </a:ext>
                  </a:extLst>
                </p:cNvPr>
                <p:cNvPicPr/>
                <p:nvPr/>
              </p:nvPicPr>
              <p:blipFill>
                <a:blip r:embed="rId52"/>
                <a:stretch>
                  <a:fillRect/>
                </a:stretch>
              </p:blipFill>
              <p:spPr>
                <a:xfrm>
                  <a:off x="4120743" y="4747873"/>
                  <a:ext cx="21240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41" name="Ink 40">
                  <a:extLst>
                    <a:ext uri="{FF2B5EF4-FFF2-40B4-BE49-F238E27FC236}">
                      <a16:creationId xmlns:a16="http://schemas.microsoft.com/office/drawing/2014/main" id="{60EBAA7D-C3E4-9BF5-BBEF-0C575F838502}"/>
                    </a:ext>
                  </a:extLst>
                </p14:cNvPr>
                <p14:cNvContentPartPr/>
                <p14:nvPr/>
              </p14:nvContentPartPr>
              <p14:xfrm>
                <a:off x="4205703" y="5264113"/>
                <a:ext cx="70200" cy="158400"/>
              </p14:xfrm>
            </p:contentPart>
          </mc:Choice>
          <mc:Fallback>
            <p:pic>
              <p:nvPicPr>
                <p:cNvPr id="41" name="Ink 40">
                  <a:extLst>
                    <a:ext uri="{FF2B5EF4-FFF2-40B4-BE49-F238E27FC236}">
                      <a16:creationId xmlns:a16="http://schemas.microsoft.com/office/drawing/2014/main" id="{60EBAA7D-C3E4-9BF5-BBEF-0C575F838502}"/>
                    </a:ext>
                  </a:extLst>
                </p:cNvPr>
                <p:cNvPicPr/>
                <p:nvPr/>
              </p:nvPicPr>
              <p:blipFill>
                <a:blip r:embed="rId54"/>
                <a:stretch>
                  <a:fillRect/>
                </a:stretch>
              </p:blipFill>
              <p:spPr>
                <a:xfrm>
                  <a:off x="4187703" y="5246473"/>
                  <a:ext cx="10584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42" name="Ink 41">
                  <a:extLst>
                    <a:ext uri="{FF2B5EF4-FFF2-40B4-BE49-F238E27FC236}">
                      <a16:creationId xmlns:a16="http://schemas.microsoft.com/office/drawing/2014/main" id="{08BE22C6-89DF-697E-D4E8-3D9A83671F1A}"/>
                    </a:ext>
                  </a:extLst>
                </p14:cNvPr>
                <p14:cNvContentPartPr/>
                <p14:nvPr/>
              </p14:nvContentPartPr>
              <p14:xfrm>
                <a:off x="4190943" y="5195713"/>
                <a:ext cx="156240" cy="199440"/>
              </p14:xfrm>
            </p:contentPart>
          </mc:Choice>
          <mc:Fallback>
            <p:pic>
              <p:nvPicPr>
                <p:cNvPr id="42" name="Ink 41">
                  <a:extLst>
                    <a:ext uri="{FF2B5EF4-FFF2-40B4-BE49-F238E27FC236}">
                      <a16:creationId xmlns:a16="http://schemas.microsoft.com/office/drawing/2014/main" id="{08BE22C6-89DF-697E-D4E8-3D9A83671F1A}"/>
                    </a:ext>
                  </a:extLst>
                </p:cNvPr>
                <p:cNvPicPr/>
                <p:nvPr/>
              </p:nvPicPr>
              <p:blipFill>
                <a:blip r:embed="rId56"/>
                <a:stretch>
                  <a:fillRect/>
                </a:stretch>
              </p:blipFill>
              <p:spPr>
                <a:xfrm>
                  <a:off x="4172943" y="5177713"/>
                  <a:ext cx="19188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43" name="Ink 42">
                  <a:extLst>
                    <a:ext uri="{FF2B5EF4-FFF2-40B4-BE49-F238E27FC236}">
                      <a16:creationId xmlns:a16="http://schemas.microsoft.com/office/drawing/2014/main" id="{898BFCC2-C1DA-E0F8-61C7-3A6112BF7879}"/>
                    </a:ext>
                  </a:extLst>
                </p14:cNvPr>
                <p14:cNvContentPartPr/>
                <p14:nvPr/>
              </p14:nvContentPartPr>
              <p14:xfrm>
                <a:off x="4395423" y="5227033"/>
                <a:ext cx="122400" cy="93600"/>
              </p14:xfrm>
            </p:contentPart>
          </mc:Choice>
          <mc:Fallback>
            <p:pic>
              <p:nvPicPr>
                <p:cNvPr id="43" name="Ink 42">
                  <a:extLst>
                    <a:ext uri="{FF2B5EF4-FFF2-40B4-BE49-F238E27FC236}">
                      <a16:creationId xmlns:a16="http://schemas.microsoft.com/office/drawing/2014/main" id="{898BFCC2-C1DA-E0F8-61C7-3A6112BF7879}"/>
                    </a:ext>
                  </a:extLst>
                </p:cNvPr>
                <p:cNvPicPr/>
                <p:nvPr/>
              </p:nvPicPr>
              <p:blipFill>
                <a:blip r:embed="rId58"/>
                <a:stretch>
                  <a:fillRect/>
                </a:stretch>
              </p:blipFill>
              <p:spPr>
                <a:xfrm>
                  <a:off x="4377423" y="5209033"/>
                  <a:ext cx="15804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44" name="Ink 43">
                  <a:extLst>
                    <a:ext uri="{FF2B5EF4-FFF2-40B4-BE49-F238E27FC236}">
                      <a16:creationId xmlns:a16="http://schemas.microsoft.com/office/drawing/2014/main" id="{35F69A9A-457E-0DFF-DD9B-D69D23CB9DD4}"/>
                    </a:ext>
                  </a:extLst>
                </p14:cNvPr>
                <p14:cNvContentPartPr/>
                <p14:nvPr/>
              </p14:nvContentPartPr>
              <p14:xfrm>
                <a:off x="4557423" y="5174473"/>
                <a:ext cx="96840" cy="71280"/>
              </p14:xfrm>
            </p:contentPart>
          </mc:Choice>
          <mc:Fallback>
            <p:pic>
              <p:nvPicPr>
                <p:cNvPr id="44" name="Ink 43">
                  <a:extLst>
                    <a:ext uri="{FF2B5EF4-FFF2-40B4-BE49-F238E27FC236}">
                      <a16:creationId xmlns:a16="http://schemas.microsoft.com/office/drawing/2014/main" id="{35F69A9A-457E-0DFF-DD9B-D69D23CB9DD4}"/>
                    </a:ext>
                  </a:extLst>
                </p:cNvPr>
                <p:cNvPicPr/>
                <p:nvPr/>
              </p:nvPicPr>
              <p:blipFill>
                <a:blip r:embed="rId60"/>
                <a:stretch>
                  <a:fillRect/>
                </a:stretch>
              </p:blipFill>
              <p:spPr>
                <a:xfrm>
                  <a:off x="4539783" y="5156833"/>
                  <a:ext cx="13248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5" name="Ink 44">
                  <a:extLst>
                    <a:ext uri="{FF2B5EF4-FFF2-40B4-BE49-F238E27FC236}">
                      <a16:creationId xmlns:a16="http://schemas.microsoft.com/office/drawing/2014/main" id="{E3308D33-279B-9A0C-9154-97985302D5E4}"/>
                    </a:ext>
                  </a:extLst>
                </p14:cNvPr>
                <p14:cNvContentPartPr/>
                <p14:nvPr/>
              </p14:nvContentPartPr>
              <p14:xfrm>
                <a:off x="4683423" y="4997713"/>
                <a:ext cx="130680" cy="210600"/>
              </p14:xfrm>
            </p:contentPart>
          </mc:Choice>
          <mc:Fallback>
            <p:pic>
              <p:nvPicPr>
                <p:cNvPr id="45" name="Ink 44">
                  <a:extLst>
                    <a:ext uri="{FF2B5EF4-FFF2-40B4-BE49-F238E27FC236}">
                      <a16:creationId xmlns:a16="http://schemas.microsoft.com/office/drawing/2014/main" id="{E3308D33-279B-9A0C-9154-97985302D5E4}"/>
                    </a:ext>
                  </a:extLst>
                </p:cNvPr>
                <p:cNvPicPr/>
                <p:nvPr/>
              </p:nvPicPr>
              <p:blipFill>
                <a:blip r:embed="rId62"/>
                <a:stretch>
                  <a:fillRect/>
                </a:stretch>
              </p:blipFill>
              <p:spPr>
                <a:xfrm>
                  <a:off x="4665423" y="4980073"/>
                  <a:ext cx="16632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6" name="Ink 45">
                  <a:extLst>
                    <a:ext uri="{FF2B5EF4-FFF2-40B4-BE49-F238E27FC236}">
                      <a16:creationId xmlns:a16="http://schemas.microsoft.com/office/drawing/2014/main" id="{867305F8-746F-1137-2C2D-8B92CDED25E9}"/>
                    </a:ext>
                  </a:extLst>
                </p14:cNvPr>
                <p14:cNvContentPartPr/>
                <p14:nvPr/>
              </p14:nvContentPartPr>
              <p14:xfrm>
                <a:off x="4880703" y="5036593"/>
                <a:ext cx="192600" cy="123120"/>
              </p14:xfrm>
            </p:contentPart>
          </mc:Choice>
          <mc:Fallback>
            <p:pic>
              <p:nvPicPr>
                <p:cNvPr id="46" name="Ink 45">
                  <a:extLst>
                    <a:ext uri="{FF2B5EF4-FFF2-40B4-BE49-F238E27FC236}">
                      <a16:creationId xmlns:a16="http://schemas.microsoft.com/office/drawing/2014/main" id="{867305F8-746F-1137-2C2D-8B92CDED25E9}"/>
                    </a:ext>
                  </a:extLst>
                </p:cNvPr>
                <p:cNvPicPr/>
                <p:nvPr/>
              </p:nvPicPr>
              <p:blipFill>
                <a:blip r:embed="rId64"/>
                <a:stretch>
                  <a:fillRect/>
                </a:stretch>
              </p:blipFill>
              <p:spPr>
                <a:xfrm>
                  <a:off x="4863063" y="5018953"/>
                  <a:ext cx="22824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7" name="Ink 46">
                  <a:extLst>
                    <a:ext uri="{FF2B5EF4-FFF2-40B4-BE49-F238E27FC236}">
                      <a16:creationId xmlns:a16="http://schemas.microsoft.com/office/drawing/2014/main" id="{330B2A98-AD91-3C3D-F56A-C07C30FD342D}"/>
                    </a:ext>
                  </a:extLst>
                </p14:cNvPr>
                <p14:cNvContentPartPr/>
                <p14:nvPr/>
              </p14:nvContentPartPr>
              <p14:xfrm>
                <a:off x="5115783" y="4967113"/>
                <a:ext cx="46440" cy="90000"/>
              </p14:xfrm>
            </p:contentPart>
          </mc:Choice>
          <mc:Fallback>
            <p:pic>
              <p:nvPicPr>
                <p:cNvPr id="47" name="Ink 46">
                  <a:extLst>
                    <a:ext uri="{FF2B5EF4-FFF2-40B4-BE49-F238E27FC236}">
                      <a16:creationId xmlns:a16="http://schemas.microsoft.com/office/drawing/2014/main" id="{330B2A98-AD91-3C3D-F56A-C07C30FD342D}"/>
                    </a:ext>
                  </a:extLst>
                </p:cNvPr>
                <p:cNvPicPr/>
                <p:nvPr/>
              </p:nvPicPr>
              <p:blipFill>
                <a:blip r:embed="rId66"/>
                <a:stretch>
                  <a:fillRect/>
                </a:stretch>
              </p:blipFill>
              <p:spPr>
                <a:xfrm>
                  <a:off x="5098143" y="4949113"/>
                  <a:ext cx="8208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8" name="Ink 47">
                  <a:extLst>
                    <a:ext uri="{FF2B5EF4-FFF2-40B4-BE49-F238E27FC236}">
                      <a16:creationId xmlns:a16="http://schemas.microsoft.com/office/drawing/2014/main" id="{E6A5A11C-6A55-EF9B-C7B0-48D0AED23BDE}"/>
                    </a:ext>
                  </a:extLst>
                </p14:cNvPr>
                <p14:cNvContentPartPr/>
                <p14:nvPr/>
              </p14:nvContentPartPr>
              <p14:xfrm>
                <a:off x="5089863" y="4850473"/>
                <a:ext cx="30240" cy="67680"/>
              </p14:xfrm>
            </p:contentPart>
          </mc:Choice>
          <mc:Fallback>
            <p:pic>
              <p:nvPicPr>
                <p:cNvPr id="48" name="Ink 47">
                  <a:extLst>
                    <a:ext uri="{FF2B5EF4-FFF2-40B4-BE49-F238E27FC236}">
                      <a16:creationId xmlns:a16="http://schemas.microsoft.com/office/drawing/2014/main" id="{E6A5A11C-6A55-EF9B-C7B0-48D0AED23BDE}"/>
                    </a:ext>
                  </a:extLst>
                </p:cNvPr>
                <p:cNvPicPr/>
                <p:nvPr/>
              </p:nvPicPr>
              <p:blipFill>
                <a:blip r:embed="rId68"/>
                <a:stretch>
                  <a:fillRect/>
                </a:stretch>
              </p:blipFill>
              <p:spPr>
                <a:xfrm>
                  <a:off x="5071863" y="4832833"/>
                  <a:ext cx="6588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9" name="Ink 48">
                  <a:extLst>
                    <a:ext uri="{FF2B5EF4-FFF2-40B4-BE49-F238E27FC236}">
                      <a16:creationId xmlns:a16="http://schemas.microsoft.com/office/drawing/2014/main" id="{D8521C7B-D046-E8E0-752B-E3B307C54594}"/>
                    </a:ext>
                  </a:extLst>
                </p14:cNvPr>
                <p14:cNvContentPartPr/>
                <p14:nvPr/>
              </p14:nvContentPartPr>
              <p14:xfrm>
                <a:off x="5177343" y="4806913"/>
                <a:ext cx="181080" cy="198720"/>
              </p14:xfrm>
            </p:contentPart>
          </mc:Choice>
          <mc:Fallback>
            <p:pic>
              <p:nvPicPr>
                <p:cNvPr id="49" name="Ink 48">
                  <a:extLst>
                    <a:ext uri="{FF2B5EF4-FFF2-40B4-BE49-F238E27FC236}">
                      <a16:creationId xmlns:a16="http://schemas.microsoft.com/office/drawing/2014/main" id="{D8521C7B-D046-E8E0-752B-E3B307C54594}"/>
                    </a:ext>
                  </a:extLst>
                </p:cNvPr>
                <p:cNvPicPr/>
                <p:nvPr/>
              </p:nvPicPr>
              <p:blipFill>
                <a:blip r:embed="rId70"/>
                <a:stretch>
                  <a:fillRect/>
                </a:stretch>
              </p:blipFill>
              <p:spPr>
                <a:xfrm>
                  <a:off x="5159343" y="4788913"/>
                  <a:ext cx="21672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50" name="Ink 49">
                  <a:extLst>
                    <a:ext uri="{FF2B5EF4-FFF2-40B4-BE49-F238E27FC236}">
                      <a16:creationId xmlns:a16="http://schemas.microsoft.com/office/drawing/2014/main" id="{71AD4C2D-FDC4-D014-98B3-6E9C5D7B2515}"/>
                    </a:ext>
                  </a:extLst>
                </p14:cNvPr>
                <p14:cNvContentPartPr/>
                <p14:nvPr/>
              </p14:nvContentPartPr>
              <p14:xfrm>
                <a:off x="5352663" y="4748593"/>
                <a:ext cx="121320" cy="177480"/>
              </p14:xfrm>
            </p:contentPart>
          </mc:Choice>
          <mc:Fallback>
            <p:pic>
              <p:nvPicPr>
                <p:cNvPr id="50" name="Ink 49">
                  <a:extLst>
                    <a:ext uri="{FF2B5EF4-FFF2-40B4-BE49-F238E27FC236}">
                      <a16:creationId xmlns:a16="http://schemas.microsoft.com/office/drawing/2014/main" id="{71AD4C2D-FDC4-D014-98B3-6E9C5D7B2515}"/>
                    </a:ext>
                  </a:extLst>
                </p:cNvPr>
                <p:cNvPicPr/>
                <p:nvPr/>
              </p:nvPicPr>
              <p:blipFill>
                <a:blip r:embed="rId72"/>
                <a:stretch>
                  <a:fillRect/>
                </a:stretch>
              </p:blipFill>
              <p:spPr>
                <a:xfrm>
                  <a:off x="5335023" y="4730593"/>
                  <a:ext cx="15696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51" name="Ink 50">
                  <a:extLst>
                    <a:ext uri="{FF2B5EF4-FFF2-40B4-BE49-F238E27FC236}">
                      <a16:creationId xmlns:a16="http://schemas.microsoft.com/office/drawing/2014/main" id="{2CCEC8D6-9A5C-AE24-BED9-FD41F3818571}"/>
                    </a:ext>
                  </a:extLst>
                </p14:cNvPr>
                <p14:cNvContentPartPr/>
                <p14:nvPr/>
              </p14:nvContentPartPr>
              <p14:xfrm>
                <a:off x="5352303" y="4714033"/>
                <a:ext cx="307080" cy="119520"/>
              </p14:xfrm>
            </p:contentPart>
          </mc:Choice>
          <mc:Fallback>
            <p:pic>
              <p:nvPicPr>
                <p:cNvPr id="51" name="Ink 50">
                  <a:extLst>
                    <a:ext uri="{FF2B5EF4-FFF2-40B4-BE49-F238E27FC236}">
                      <a16:creationId xmlns:a16="http://schemas.microsoft.com/office/drawing/2014/main" id="{2CCEC8D6-9A5C-AE24-BED9-FD41F3818571}"/>
                    </a:ext>
                  </a:extLst>
                </p:cNvPr>
                <p:cNvPicPr/>
                <p:nvPr/>
              </p:nvPicPr>
              <p:blipFill>
                <a:blip r:embed="rId74"/>
                <a:stretch>
                  <a:fillRect/>
                </a:stretch>
              </p:blipFill>
              <p:spPr>
                <a:xfrm>
                  <a:off x="5334303" y="4696393"/>
                  <a:ext cx="342720" cy="155160"/>
                </a:xfrm>
                <a:prstGeom prst="rect">
                  <a:avLst/>
                </a:prstGeom>
              </p:spPr>
            </p:pic>
          </mc:Fallback>
        </mc:AlternateContent>
      </p:grpSp>
      <p:grpSp>
        <p:nvGrpSpPr>
          <p:cNvPr id="61" name="Group 60">
            <a:extLst>
              <a:ext uri="{FF2B5EF4-FFF2-40B4-BE49-F238E27FC236}">
                <a16:creationId xmlns:a16="http://schemas.microsoft.com/office/drawing/2014/main" id="{B3F2BC30-10FC-3C12-FC76-00D989FF8715}"/>
              </a:ext>
            </a:extLst>
          </p:cNvPr>
          <p:cNvGrpSpPr/>
          <p:nvPr/>
        </p:nvGrpSpPr>
        <p:grpSpPr>
          <a:xfrm>
            <a:off x="2356023" y="4265473"/>
            <a:ext cx="663120" cy="921240"/>
            <a:chOff x="2356023" y="4265473"/>
            <a:chExt cx="663120" cy="921240"/>
          </a:xfrm>
        </p:grpSpPr>
        <mc:AlternateContent xmlns:mc="http://schemas.openxmlformats.org/markup-compatibility/2006">
          <mc:Choice xmlns:p14="http://schemas.microsoft.com/office/powerpoint/2010/main" Requires="p14">
            <p:contentPart p14:bwMode="auto" r:id="rId75">
              <p14:nvContentPartPr>
                <p14:cNvPr id="52" name="Ink 51">
                  <a:extLst>
                    <a:ext uri="{FF2B5EF4-FFF2-40B4-BE49-F238E27FC236}">
                      <a16:creationId xmlns:a16="http://schemas.microsoft.com/office/drawing/2014/main" id="{30A9DA17-89FB-2E6A-6763-B9DF4483744F}"/>
                    </a:ext>
                  </a:extLst>
                </p14:cNvPr>
                <p14:cNvContentPartPr/>
                <p14:nvPr/>
              </p14:nvContentPartPr>
              <p14:xfrm>
                <a:off x="2368983" y="4265473"/>
                <a:ext cx="650160" cy="900000"/>
              </p14:xfrm>
            </p:contentPart>
          </mc:Choice>
          <mc:Fallback>
            <p:pic>
              <p:nvPicPr>
                <p:cNvPr id="52" name="Ink 51">
                  <a:extLst>
                    <a:ext uri="{FF2B5EF4-FFF2-40B4-BE49-F238E27FC236}">
                      <a16:creationId xmlns:a16="http://schemas.microsoft.com/office/drawing/2014/main" id="{30A9DA17-89FB-2E6A-6763-B9DF4483744F}"/>
                    </a:ext>
                  </a:extLst>
                </p:cNvPr>
                <p:cNvPicPr/>
                <p:nvPr/>
              </p:nvPicPr>
              <p:blipFill>
                <a:blip r:embed="rId76"/>
                <a:stretch>
                  <a:fillRect/>
                </a:stretch>
              </p:blipFill>
              <p:spPr>
                <a:xfrm>
                  <a:off x="2350983" y="4247473"/>
                  <a:ext cx="685800" cy="93564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3" name="Ink 52">
                  <a:extLst>
                    <a:ext uri="{FF2B5EF4-FFF2-40B4-BE49-F238E27FC236}">
                      <a16:creationId xmlns:a16="http://schemas.microsoft.com/office/drawing/2014/main" id="{34EA0183-CDA8-2EEA-2557-B5836F8009A9}"/>
                    </a:ext>
                  </a:extLst>
                </p14:cNvPr>
                <p14:cNvContentPartPr/>
                <p14:nvPr/>
              </p14:nvContentPartPr>
              <p14:xfrm>
                <a:off x="2356023" y="5048833"/>
                <a:ext cx="122400" cy="137880"/>
              </p14:xfrm>
            </p:contentPart>
          </mc:Choice>
          <mc:Fallback>
            <p:pic>
              <p:nvPicPr>
                <p:cNvPr id="53" name="Ink 52">
                  <a:extLst>
                    <a:ext uri="{FF2B5EF4-FFF2-40B4-BE49-F238E27FC236}">
                      <a16:creationId xmlns:a16="http://schemas.microsoft.com/office/drawing/2014/main" id="{34EA0183-CDA8-2EEA-2557-B5836F8009A9}"/>
                    </a:ext>
                  </a:extLst>
                </p:cNvPr>
                <p:cNvPicPr/>
                <p:nvPr/>
              </p:nvPicPr>
              <p:blipFill>
                <a:blip r:embed="rId78"/>
                <a:stretch>
                  <a:fillRect/>
                </a:stretch>
              </p:blipFill>
              <p:spPr>
                <a:xfrm>
                  <a:off x="2338023" y="5030833"/>
                  <a:ext cx="158040" cy="173520"/>
                </a:xfrm>
                <a:prstGeom prst="rect">
                  <a:avLst/>
                </a:prstGeom>
              </p:spPr>
            </p:pic>
          </mc:Fallback>
        </mc:AlternateContent>
      </p:grpSp>
      <p:grpSp>
        <p:nvGrpSpPr>
          <p:cNvPr id="60" name="Group 59">
            <a:extLst>
              <a:ext uri="{FF2B5EF4-FFF2-40B4-BE49-F238E27FC236}">
                <a16:creationId xmlns:a16="http://schemas.microsoft.com/office/drawing/2014/main" id="{D9EE1B80-5875-A101-CA63-94EA9229C327}"/>
              </a:ext>
            </a:extLst>
          </p:cNvPr>
          <p:cNvGrpSpPr/>
          <p:nvPr/>
        </p:nvGrpSpPr>
        <p:grpSpPr>
          <a:xfrm>
            <a:off x="1109343" y="5653993"/>
            <a:ext cx="674640" cy="321480"/>
            <a:chOff x="1109343" y="5653993"/>
            <a:chExt cx="674640" cy="321480"/>
          </a:xfrm>
        </p:grpSpPr>
        <mc:AlternateContent xmlns:mc="http://schemas.openxmlformats.org/markup-compatibility/2006">
          <mc:Choice xmlns:p14="http://schemas.microsoft.com/office/powerpoint/2010/main" Requires="p14">
            <p:contentPart p14:bwMode="auto" r:id="rId79">
              <p14:nvContentPartPr>
                <p14:cNvPr id="54" name="Ink 53">
                  <a:extLst>
                    <a:ext uri="{FF2B5EF4-FFF2-40B4-BE49-F238E27FC236}">
                      <a16:creationId xmlns:a16="http://schemas.microsoft.com/office/drawing/2014/main" id="{396879F5-CCE9-5BE5-91D5-095F83A93947}"/>
                    </a:ext>
                  </a:extLst>
                </p14:cNvPr>
                <p14:cNvContentPartPr/>
                <p14:nvPr/>
              </p14:nvContentPartPr>
              <p14:xfrm>
                <a:off x="1109343" y="5846593"/>
                <a:ext cx="257040" cy="128880"/>
              </p14:xfrm>
            </p:contentPart>
          </mc:Choice>
          <mc:Fallback>
            <p:pic>
              <p:nvPicPr>
                <p:cNvPr id="54" name="Ink 53">
                  <a:extLst>
                    <a:ext uri="{FF2B5EF4-FFF2-40B4-BE49-F238E27FC236}">
                      <a16:creationId xmlns:a16="http://schemas.microsoft.com/office/drawing/2014/main" id="{396879F5-CCE9-5BE5-91D5-095F83A93947}"/>
                    </a:ext>
                  </a:extLst>
                </p:cNvPr>
                <p:cNvPicPr/>
                <p:nvPr/>
              </p:nvPicPr>
              <p:blipFill>
                <a:blip r:embed="rId80"/>
                <a:stretch>
                  <a:fillRect/>
                </a:stretch>
              </p:blipFill>
              <p:spPr>
                <a:xfrm>
                  <a:off x="1091343" y="5828953"/>
                  <a:ext cx="29268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5" name="Ink 54">
                  <a:extLst>
                    <a:ext uri="{FF2B5EF4-FFF2-40B4-BE49-F238E27FC236}">
                      <a16:creationId xmlns:a16="http://schemas.microsoft.com/office/drawing/2014/main" id="{CC2E4EA3-D7B3-80AE-831D-5C85CE4D7298}"/>
                    </a:ext>
                  </a:extLst>
                </p14:cNvPr>
                <p14:cNvContentPartPr/>
                <p14:nvPr/>
              </p14:nvContentPartPr>
              <p14:xfrm>
                <a:off x="1394823" y="5787193"/>
                <a:ext cx="158040" cy="99360"/>
              </p14:xfrm>
            </p:contentPart>
          </mc:Choice>
          <mc:Fallback>
            <p:pic>
              <p:nvPicPr>
                <p:cNvPr id="55" name="Ink 54">
                  <a:extLst>
                    <a:ext uri="{FF2B5EF4-FFF2-40B4-BE49-F238E27FC236}">
                      <a16:creationId xmlns:a16="http://schemas.microsoft.com/office/drawing/2014/main" id="{CC2E4EA3-D7B3-80AE-831D-5C85CE4D7298}"/>
                    </a:ext>
                  </a:extLst>
                </p:cNvPr>
                <p:cNvPicPr/>
                <p:nvPr/>
              </p:nvPicPr>
              <p:blipFill>
                <a:blip r:embed="rId82"/>
                <a:stretch>
                  <a:fillRect/>
                </a:stretch>
              </p:blipFill>
              <p:spPr>
                <a:xfrm>
                  <a:off x="1377183" y="5769193"/>
                  <a:ext cx="19368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6" name="Ink 55">
                  <a:extLst>
                    <a:ext uri="{FF2B5EF4-FFF2-40B4-BE49-F238E27FC236}">
                      <a16:creationId xmlns:a16="http://schemas.microsoft.com/office/drawing/2014/main" id="{8BEEE51D-9F43-31BB-7589-3A25B63ED1E2}"/>
                    </a:ext>
                  </a:extLst>
                </p14:cNvPr>
                <p14:cNvContentPartPr/>
                <p14:nvPr/>
              </p14:nvContentPartPr>
              <p14:xfrm>
                <a:off x="1576623" y="5786473"/>
                <a:ext cx="47520" cy="54720"/>
              </p14:xfrm>
            </p:contentPart>
          </mc:Choice>
          <mc:Fallback>
            <p:pic>
              <p:nvPicPr>
                <p:cNvPr id="56" name="Ink 55">
                  <a:extLst>
                    <a:ext uri="{FF2B5EF4-FFF2-40B4-BE49-F238E27FC236}">
                      <a16:creationId xmlns:a16="http://schemas.microsoft.com/office/drawing/2014/main" id="{8BEEE51D-9F43-31BB-7589-3A25B63ED1E2}"/>
                    </a:ext>
                  </a:extLst>
                </p:cNvPr>
                <p:cNvPicPr/>
                <p:nvPr/>
              </p:nvPicPr>
              <p:blipFill>
                <a:blip r:embed="rId84"/>
                <a:stretch>
                  <a:fillRect/>
                </a:stretch>
              </p:blipFill>
              <p:spPr>
                <a:xfrm>
                  <a:off x="1558983" y="5768833"/>
                  <a:ext cx="8316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7" name="Ink 56">
                  <a:extLst>
                    <a:ext uri="{FF2B5EF4-FFF2-40B4-BE49-F238E27FC236}">
                      <a16:creationId xmlns:a16="http://schemas.microsoft.com/office/drawing/2014/main" id="{27D4EC4F-7768-5E62-A0DC-C1099A68D0F7}"/>
                    </a:ext>
                  </a:extLst>
                </p14:cNvPr>
                <p14:cNvContentPartPr/>
                <p14:nvPr/>
              </p14:nvContentPartPr>
              <p14:xfrm>
                <a:off x="1600383" y="5671273"/>
                <a:ext cx="25560" cy="66240"/>
              </p14:xfrm>
            </p:contentPart>
          </mc:Choice>
          <mc:Fallback>
            <p:pic>
              <p:nvPicPr>
                <p:cNvPr id="57" name="Ink 56">
                  <a:extLst>
                    <a:ext uri="{FF2B5EF4-FFF2-40B4-BE49-F238E27FC236}">
                      <a16:creationId xmlns:a16="http://schemas.microsoft.com/office/drawing/2014/main" id="{27D4EC4F-7768-5E62-A0DC-C1099A68D0F7}"/>
                    </a:ext>
                  </a:extLst>
                </p:cNvPr>
                <p:cNvPicPr/>
                <p:nvPr/>
              </p:nvPicPr>
              <p:blipFill>
                <a:blip r:embed="rId86"/>
                <a:stretch>
                  <a:fillRect/>
                </a:stretch>
              </p:blipFill>
              <p:spPr>
                <a:xfrm>
                  <a:off x="1582383" y="5653633"/>
                  <a:ext cx="6120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8" name="Ink 57">
                  <a:extLst>
                    <a:ext uri="{FF2B5EF4-FFF2-40B4-BE49-F238E27FC236}">
                      <a16:creationId xmlns:a16="http://schemas.microsoft.com/office/drawing/2014/main" id="{8014BA9E-0938-B9EC-A612-B31F63A84035}"/>
                    </a:ext>
                  </a:extLst>
                </p14:cNvPr>
                <p14:cNvContentPartPr/>
                <p14:nvPr/>
              </p14:nvContentPartPr>
              <p14:xfrm>
                <a:off x="1685343" y="5653993"/>
                <a:ext cx="78480" cy="144000"/>
              </p14:xfrm>
            </p:contentPart>
          </mc:Choice>
          <mc:Fallback>
            <p:pic>
              <p:nvPicPr>
                <p:cNvPr id="58" name="Ink 57">
                  <a:extLst>
                    <a:ext uri="{FF2B5EF4-FFF2-40B4-BE49-F238E27FC236}">
                      <a16:creationId xmlns:a16="http://schemas.microsoft.com/office/drawing/2014/main" id="{8014BA9E-0938-B9EC-A612-B31F63A84035}"/>
                    </a:ext>
                  </a:extLst>
                </p:cNvPr>
                <p:cNvPicPr/>
                <p:nvPr/>
              </p:nvPicPr>
              <p:blipFill>
                <a:blip r:embed="rId88"/>
                <a:stretch>
                  <a:fillRect/>
                </a:stretch>
              </p:blipFill>
              <p:spPr>
                <a:xfrm>
                  <a:off x="1667343" y="5635993"/>
                  <a:ext cx="11412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9" name="Ink 58">
                  <a:extLst>
                    <a:ext uri="{FF2B5EF4-FFF2-40B4-BE49-F238E27FC236}">
                      <a16:creationId xmlns:a16="http://schemas.microsoft.com/office/drawing/2014/main" id="{3C326AD2-AFE2-8B0D-3C7F-EDF9B136B0DA}"/>
                    </a:ext>
                  </a:extLst>
                </p14:cNvPr>
                <p14:cNvContentPartPr/>
                <p14:nvPr/>
              </p14:nvContentPartPr>
              <p14:xfrm>
                <a:off x="1714143" y="5716993"/>
                <a:ext cx="69840" cy="37440"/>
              </p14:xfrm>
            </p:contentPart>
          </mc:Choice>
          <mc:Fallback>
            <p:pic>
              <p:nvPicPr>
                <p:cNvPr id="59" name="Ink 58">
                  <a:extLst>
                    <a:ext uri="{FF2B5EF4-FFF2-40B4-BE49-F238E27FC236}">
                      <a16:creationId xmlns:a16="http://schemas.microsoft.com/office/drawing/2014/main" id="{3C326AD2-AFE2-8B0D-3C7F-EDF9B136B0DA}"/>
                    </a:ext>
                  </a:extLst>
                </p:cNvPr>
                <p:cNvPicPr/>
                <p:nvPr/>
              </p:nvPicPr>
              <p:blipFill>
                <a:blip r:embed="rId90"/>
                <a:stretch>
                  <a:fillRect/>
                </a:stretch>
              </p:blipFill>
              <p:spPr>
                <a:xfrm>
                  <a:off x="1696143" y="5698993"/>
                  <a:ext cx="105480" cy="73080"/>
                </a:xfrm>
                <a:prstGeom prst="rect">
                  <a:avLst/>
                </a:prstGeom>
              </p:spPr>
            </p:pic>
          </mc:Fallback>
        </mc:AlternateContent>
      </p:grpSp>
      <p:grpSp>
        <p:nvGrpSpPr>
          <p:cNvPr id="71" name="Group 70">
            <a:extLst>
              <a:ext uri="{FF2B5EF4-FFF2-40B4-BE49-F238E27FC236}">
                <a16:creationId xmlns:a16="http://schemas.microsoft.com/office/drawing/2014/main" id="{5C385D94-931D-FF26-DE66-81DC8499C30A}"/>
              </a:ext>
            </a:extLst>
          </p:cNvPr>
          <p:cNvGrpSpPr/>
          <p:nvPr/>
        </p:nvGrpSpPr>
        <p:grpSpPr>
          <a:xfrm>
            <a:off x="2040303" y="5448073"/>
            <a:ext cx="1862280" cy="551520"/>
            <a:chOff x="2040303" y="5448073"/>
            <a:chExt cx="1862280" cy="551520"/>
          </a:xfrm>
        </p:grpSpPr>
        <mc:AlternateContent xmlns:mc="http://schemas.openxmlformats.org/markup-compatibility/2006">
          <mc:Choice xmlns:p14="http://schemas.microsoft.com/office/powerpoint/2010/main" Requires="p14">
            <p:contentPart p14:bwMode="auto" r:id="rId91">
              <p14:nvContentPartPr>
                <p14:cNvPr id="32" name="Ink 31">
                  <a:extLst>
                    <a:ext uri="{FF2B5EF4-FFF2-40B4-BE49-F238E27FC236}">
                      <a16:creationId xmlns:a16="http://schemas.microsoft.com/office/drawing/2014/main" id="{2720E645-6063-8EA3-6711-638F31F33EB8}"/>
                    </a:ext>
                  </a:extLst>
                </p14:cNvPr>
                <p14:cNvContentPartPr/>
                <p14:nvPr/>
              </p14:nvContentPartPr>
              <p14:xfrm>
                <a:off x="2845263" y="5796553"/>
                <a:ext cx="193320" cy="203040"/>
              </p14:xfrm>
            </p:contentPart>
          </mc:Choice>
          <mc:Fallback>
            <p:pic>
              <p:nvPicPr>
                <p:cNvPr id="32" name="Ink 31">
                  <a:extLst>
                    <a:ext uri="{FF2B5EF4-FFF2-40B4-BE49-F238E27FC236}">
                      <a16:creationId xmlns:a16="http://schemas.microsoft.com/office/drawing/2014/main" id="{2720E645-6063-8EA3-6711-638F31F33EB8}"/>
                    </a:ext>
                  </a:extLst>
                </p:cNvPr>
                <p:cNvPicPr/>
                <p:nvPr/>
              </p:nvPicPr>
              <p:blipFill>
                <a:blip r:embed="rId92"/>
                <a:stretch>
                  <a:fillRect/>
                </a:stretch>
              </p:blipFill>
              <p:spPr>
                <a:xfrm>
                  <a:off x="2827263" y="5778913"/>
                  <a:ext cx="22896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33" name="Ink 32">
                  <a:extLst>
                    <a:ext uri="{FF2B5EF4-FFF2-40B4-BE49-F238E27FC236}">
                      <a16:creationId xmlns:a16="http://schemas.microsoft.com/office/drawing/2014/main" id="{CD3B3665-9F0C-C382-0004-8262BAF7EE13}"/>
                    </a:ext>
                  </a:extLst>
                </p14:cNvPr>
                <p14:cNvContentPartPr/>
                <p14:nvPr/>
              </p14:nvContentPartPr>
              <p14:xfrm>
                <a:off x="3063423" y="5863873"/>
                <a:ext cx="178920" cy="93600"/>
              </p14:xfrm>
            </p:contentPart>
          </mc:Choice>
          <mc:Fallback>
            <p:pic>
              <p:nvPicPr>
                <p:cNvPr id="33" name="Ink 32">
                  <a:extLst>
                    <a:ext uri="{FF2B5EF4-FFF2-40B4-BE49-F238E27FC236}">
                      <a16:creationId xmlns:a16="http://schemas.microsoft.com/office/drawing/2014/main" id="{CD3B3665-9F0C-C382-0004-8262BAF7EE13}"/>
                    </a:ext>
                  </a:extLst>
                </p:cNvPr>
                <p:cNvPicPr/>
                <p:nvPr/>
              </p:nvPicPr>
              <p:blipFill>
                <a:blip r:embed="rId94"/>
                <a:stretch>
                  <a:fillRect/>
                </a:stretch>
              </p:blipFill>
              <p:spPr>
                <a:xfrm>
                  <a:off x="3045423" y="5845873"/>
                  <a:ext cx="21456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34" name="Ink 33">
                  <a:extLst>
                    <a:ext uri="{FF2B5EF4-FFF2-40B4-BE49-F238E27FC236}">
                      <a16:creationId xmlns:a16="http://schemas.microsoft.com/office/drawing/2014/main" id="{0E1FE90C-4C1B-0B36-EF08-F5809333A59E}"/>
                    </a:ext>
                  </a:extLst>
                </p14:cNvPr>
                <p14:cNvContentPartPr/>
                <p14:nvPr/>
              </p14:nvContentPartPr>
              <p14:xfrm>
                <a:off x="3268623" y="5797633"/>
                <a:ext cx="75600" cy="111600"/>
              </p14:xfrm>
            </p:contentPart>
          </mc:Choice>
          <mc:Fallback>
            <p:pic>
              <p:nvPicPr>
                <p:cNvPr id="34" name="Ink 33">
                  <a:extLst>
                    <a:ext uri="{FF2B5EF4-FFF2-40B4-BE49-F238E27FC236}">
                      <a16:creationId xmlns:a16="http://schemas.microsoft.com/office/drawing/2014/main" id="{0E1FE90C-4C1B-0B36-EF08-F5809333A59E}"/>
                    </a:ext>
                  </a:extLst>
                </p:cNvPr>
                <p:cNvPicPr/>
                <p:nvPr/>
              </p:nvPicPr>
              <p:blipFill>
                <a:blip r:embed="rId96"/>
                <a:stretch>
                  <a:fillRect/>
                </a:stretch>
              </p:blipFill>
              <p:spPr>
                <a:xfrm>
                  <a:off x="3250983" y="5779633"/>
                  <a:ext cx="11124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35" name="Ink 34">
                  <a:extLst>
                    <a:ext uri="{FF2B5EF4-FFF2-40B4-BE49-F238E27FC236}">
                      <a16:creationId xmlns:a16="http://schemas.microsoft.com/office/drawing/2014/main" id="{133AC81A-DBC5-C692-8D92-33D7214D7714}"/>
                    </a:ext>
                  </a:extLst>
                </p14:cNvPr>
                <p14:cNvContentPartPr/>
                <p14:nvPr/>
              </p14:nvContentPartPr>
              <p14:xfrm>
                <a:off x="3393903" y="5755153"/>
                <a:ext cx="160200" cy="144360"/>
              </p14:xfrm>
            </p:contentPart>
          </mc:Choice>
          <mc:Fallback>
            <p:pic>
              <p:nvPicPr>
                <p:cNvPr id="35" name="Ink 34">
                  <a:extLst>
                    <a:ext uri="{FF2B5EF4-FFF2-40B4-BE49-F238E27FC236}">
                      <a16:creationId xmlns:a16="http://schemas.microsoft.com/office/drawing/2014/main" id="{133AC81A-DBC5-C692-8D92-33D7214D7714}"/>
                    </a:ext>
                  </a:extLst>
                </p:cNvPr>
                <p:cNvPicPr/>
                <p:nvPr/>
              </p:nvPicPr>
              <p:blipFill>
                <a:blip r:embed="rId98"/>
                <a:stretch>
                  <a:fillRect/>
                </a:stretch>
              </p:blipFill>
              <p:spPr>
                <a:xfrm>
                  <a:off x="3376263" y="5737153"/>
                  <a:ext cx="19584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36" name="Ink 35">
                  <a:extLst>
                    <a:ext uri="{FF2B5EF4-FFF2-40B4-BE49-F238E27FC236}">
                      <a16:creationId xmlns:a16="http://schemas.microsoft.com/office/drawing/2014/main" id="{42E9DF6F-A112-CD1A-21BC-61D7410B7561}"/>
                    </a:ext>
                  </a:extLst>
                </p14:cNvPr>
                <p14:cNvContentPartPr/>
                <p14:nvPr/>
              </p14:nvContentPartPr>
              <p14:xfrm>
                <a:off x="3580023" y="5772433"/>
                <a:ext cx="213120" cy="92880"/>
              </p14:xfrm>
            </p:contentPart>
          </mc:Choice>
          <mc:Fallback>
            <p:pic>
              <p:nvPicPr>
                <p:cNvPr id="36" name="Ink 35">
                  <a:extLst>
                    <a:ext uri="{FF2B5EF4-FFF2-40B4-BE49-F238E27FC236}">
                      <a16:creationId xmlns:a16="http://schemas.microsoft.com/office/drawing/2014/main" id="{42E9DF6F-A112-CD1A-21BC-61D7410B7561}"/>
                    </a:ext>
                  </a:extLst>
                </p:cNvPr>
                <p:cNvPicPr/>
                <p:nvPr/>
              </p:nvPicPr>
              <p:blipFill>
                <a:blip r:embed="rId100"/>
                <a:stretch>
                  <a:fillRect/>
                </a:stretch>
              </p:blipFill>
              <p:spPr>
                <a:xfrm>
                  <a:off x="3562383" y="5754793"/>
                  <a:ext cx="24876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37" name="Ink 36">
                  <a:extLst>
                    <a:ext uri="{FF2B5EF4-FFF2-40B4-BE49-F238E27FC236}">
                      <a16:creationId xmlns:a16="http://schemas.microsoft.com/office/drawing/2014/main" id="{2C8E2C66-A737-A86A-6F9A-FEABB92DAC22}"/>
                    </a:ext>
                  </a:extLst>
                </p14:cNvPr>
                <p14:cNvContentPartPr/>
                <p14:nvPr/>
              </p14:nvContentPartPr>
              <p14:xfrm>
                <a:off x="3836703" y="5661193"/>
                <a:ext cx="61200" cy="221400"/>
              </p14:xfrm>
            </p:contentPart>
          </mc:Choice>
          <mc:Fallback>
            <p:pic>
              <p:nvPicPr>
                <p:cNvPr id="37" name="Ink 36">
                  <a:extLst>
                    <a:ext uri="{FF2B5EF4-FFF2-40B4-BE49-F238E27FC236}">
                      <a16:creationId xmlns:a16="http://schemas.microsoft.com/office/drawing/2014/main" id="{2C8E2C66-A737-A86A-6F9A-FEABB92DAC22}"/>
                    </a:ext>
                  </a:extLst>
                </p:cNvPr>
                <p:cNvPicPr/>
                <p:nvPr/>
              </p:nvPicPr>
              <p:blipFill>
                <a:blip r:embed="rId102"/>
                <a:stretch>
                  <a:fillRect/>
                </a:stretch>
              </p:blipFill>
              <p:spPr>
                <a:xfrm>
                  <a:off x="3819063" y="5643553"/>
                  <a:ext cx="9684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38" name="Ink 37">
                  <a:extLst>
                    <a:ext uri="{FF2B5EF4-FFF2-40B4-BE49-F238E27FC236}">
                      <a16:creationId xmlns:a16="http://schemas.microsoft.com/office/drawing/2014/main" id="{E578B66A-F01A-936E-D39B-6BA0394DA535}"/>
                    </a:ext>
                  </a:extLst>
                </p14:cNvPr>
                <p14:cNvContentPartPr/>
                <p14:nvPr/>
              </p14:nvContentPartPr>
              <p14:xfrm>
                <a:off x="3811503" y="5752633"/>
                <a:ext cx="91080" cy="59040"/>
              </p14:xfrm>
            </p:contentPart>
          </mc:Choice>
          <mc:Fallback>
            <p:pic>
              <p:nvPicPr>
                <p:cNvPr id="38" name="Ink 37">
                  <a:extLst>
                    <a:ext uri="{FF2B5EF4-FFF2-40B4-BE49-F238E27FC236}">
                      <a16:creationId xmlns:a16="http://schemas.microsoft.com/office/drawing/2014/main" id="{E578B66A-F01A-936E-D39B-6BA0394DA535}"/>
                    </a:ext>
                  </a:extLst>
                </p:cNvPr>
                <p:cNvPicPr/>
                <p:nvPr/>
              </p:nvPicPr>
              <p:blipFill>
                <a:blip r:embed="rId104"/>
                <a:stretch>
                  <a:fillRect/>
                </a:stretch>
              </p:blipFill>
              <p:spPr>
                <a:xfrm>
                  <a:off x="3793503" y="5734633"/>
                  <a:ext cx="12672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4" name="Ink 63">
                  <a:extLst>
                    <a:ext uri="{FF2B5EF4-FFF2-40B4-BE49-F238E27FC236}">
                      <a16:creationId xmlns:a16="http://schemas.microsoft.com/office/drawing/2014/main" id="{F0EEE08C-6C66-CC3C-F822-235FD4630E85}"/>
                    </a:ext>
                  </a:extLst>
                </p14:cNvPr>
                <p14:cNvContentPartPr/>
                <p14:nvPr/>
              </p14:nvContentPartPr>
              <p14:xfrm>
                <a:off x="2040303" y="5668033"/>
                <a:ext cx="134640" cy="134280"/>
              </p14:xfrm>
            </p:contentPart>
          </mc:Choice>
          <mc:Fallback>
            <p:pic>
              <p:nvPicPr>
                <p:cNvPr id="64" name="Ink 63">
                  <a:extLst>
                    <a:ext uri="{FF2B5EF4-FFF2-40B4-BE49-F238E27FC236}">
                      <a16:creationId xmlns:a16="http://schemas.microsoft.com/office/drawing/2014/main" id="{F0EEE08C-6C66-CC3C-F822-235FD4630E85}"/>
                    </a:ext>
                  </a:extLst>
                </p:cNvPr>
                <p:cNvPicPr/>
                <p:nvPr/>
              </p:nvPicPr>
              <p:blipFill>
                <a:blip r:embed="rId106"/>
                <a:stretch>
                  <a:fillRect/>
                </a:stretch>
              </p:blipFill>
              <p:spPr>
                <a:xfrm>
                  <a:off x="2022303" y="5650033"/>
                  <a:ext cx="17028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5" name="Ink 64">
                  <a:extLst>
                    <a:ext uri="{FF2B5EF4-FFF2-40B4-BE49-F238E27FC236}">
                      <a16:creationId xmlns:a16="http://schemas.microsoft.com/office/drawing/2014/main" id="{F1E37502-34A3-346B-8FA1-DB385330B052}"/>
                    </a:ext>
                  </a:extLst>
                </p14:cNvPr>
                <p14:cNvContentPartPr/>
                <p14:nvPr/>
              </p14:nvContentPartPr>
              <p14:xfrm>
                <a:off x="2187183" y="5593153"/>
                <a:ext cx="156960" cy="129240"/>
              </p14:xfrm>
            </p:contentPart>
          </mc:Choice>
          <mc:Fallback>
            <p:pic>
              <p:nvPicPr>
                <p:cNvPr id="65" name="Ink 64">
                  <a:extLst>
                    <a:ext uri="{FF2B5EF4-FFF2-40B4-BE49-F238E27FC236}">
                      <a16:creationId xmlns:a16="http://schemas.microsoft.com/office/drawing/2014/main" id="{F1E37502-34A3-346B-8FA1-DB385330B052}"/>
                    </a:ext>
                  </a:extLst>
                </p:cNvPr>
                <p:cNvPicPr/>
                <p:nvPr/>
              </p:nvPicPr>
              <p:blipFill>
                <a:blip r:embed="rId108"/>
                <a:stretch>
                  <a:fillRect/>
                </a:stretch>
              </p:blipFill>
              <p:spPr>
                <a:xfrm>
                  <a:off x="2169183" y="5575513"/>
                  <a:ext cx="19260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6" name="Ink 65">
                  <a:extLst>
                    <a:ext uri="{FF2B5EF4-FFF2-40B4-BE49-F238E27FC236}">
                      <a16:creationId xmlns:a16="http://schemas.microsoft.com/office/drawing/2014/main" id="{0BAE7AF5-2EED-87A8-FE1A-CB0AB018D23A}"/>
                    </a:ext>
                  </a:extLst>
                </p14:cNvPr>
                <p14:cNvContentPartPr/>
                <p14:nvPr/>
              </p14:nvContentPartPr>
              <p14:xfrm>
                <a:off x="2378703" y="5575513"/>
                <a:ext cx="134280" cy="125640"/>
              </p14:xfrm>
            </p:contentPart>
          </mc:Choice>
          <mc:Fallback>
            <p:pic>
              <p:nvPicPr>
                <p:cNvPr id="66" name="Ink 65">
                  <a:extLst>
                    <a:ext uri="{FF2B5EF4-FFF2-40B4-BE49-F238E27FC236}">
                      <a16:creationId xmlns:a16="http://schemas.microsoft.com/office/drawing/2014/main" id="{0BAE7AF5-2EED-87A8-FE1A-CB0AB018D23A}"/>
                    </a:ext>
                  </a:extLst>
                </p:cNvPr>
                <p:cNvPicPr/>
                <p:nvPr/>
              </p:nvPicPr>
              <p:blipFill>
                <a:blip r:embed="rId110"/>
                <a:stretch>
                  <a:fillRect/>
                </a:stretch>
              </p:blipFill>
              <p:spPr>
                <a:xfrm>
                  <a:off x="2360703" y="5557513"/>
                  <a:ext cx="16992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7" name="Ink 66">
                  <a:extLst>
                    <a:ext uri="{FF2B5EF4-FFF2-40B4-BE49-F238E27FC236}">
                      <a16:creationId xmlns:a16="http://schemas.microsoft.com/office/drawing/2014/main" id="{841D1E60-0B0F-6321-50D6-F6845F89B201}"/>
                    </a:ext>
                  </a:extLst>
                </p14:cNvPr>
                <p14:cNvContentPartPr/>
                <p14:nvPr/>
              </p14:nvContentPartPr>
              <p14:xfrm>
                <a:off x="2534583" y="5516473"/>
                <a:ext cx="30600" cy="55440"/>
              </p14:xfrm>
            </p:contentPart>
          </mc:Choice>
          <mc:Fallback>
            <p:pic>
              <p:nvPicPr>
                <p:cNvPr id="67" name="Ink 66">
                  <a:extLst>
                    <a:ext uri="{FF2B5EF4-FFF2-40B4-BE49-F238E27FC236}">
                      <a16:creationId xmlns:a16="http://schemas.microsoft.com/office/drawing/2014/main" id="{841D1E60-0B0F-6321-50D6-F6845F89B201}"/>
                    </a:ext>
                  </a:extLst>
                </p:cNvPr>
                <p:cNvPicPr/>
                <p:nvPr/>
              </p:nvPicPr>
              <p:blipFill>
                <a:blip r:embed="rId112"/>
                <a:stretch>
                  <a:fillRect/>
                </a:stretch>
              </p:blipFill>
              <p:spPr>
                <a:xfrm>
                  <a:off x="2516583" y="5498833"/>
                  <a:ext cx="6624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68" name="Ink 67">
                  <a:extLst>
                    <a:ext uri="{FF2B5EF4-FFF2-40B4-BE49-F238E27FC236}">
                      <a16:creationId xmlns:a16="http://schemas.microsoft.com/office/drawing/2014/main" id="{9D9B3F12-FE41-EB12-AD22-BCA987D72B5A}"/>
                    </a:ext>
                  </a:extLst>
                </p14:cNvPr>
                <p14:cNvContentPartPr/>
                <p14:nvPr/>
              </p14:nvContentPartPr>
              <p14:xfrm>
                <a:off x="2649063" y="5461393"/>
                <a:ext cx="93600" cy="236160"/>
              </p14:xfrm>
            </p:contentPart>
          </mc:Choice>
          <mc:Fallback>
            <p:pic>
              <p:nvPicPr>
                <p:cNvPr id="68" name="Ink 67">
                  <a:extLst>
                    <a:ext uri="{FF2B5EF4-FFF2-40B4-BE49-F238E27FC236}">
                      <a16:creationId xmlns:a16="http://schemas.microsoft.com/office/drawing/2014/main" id="{9D9B3F12-FE41-EB12-AD22-BCA987D72B5A}"/>
                    </a:ext>
                  </a:extLst>
                </p:cNvPr>
                <p:cNvPicPr/>
                <p:nvPr/>
              </p:nvPicPr>
              <p:blipFill>
                <a:blip r:embed="rId114"/>
                <a:stretch>
                  <a:fillRect/>
                </a:stretch>
              </p:blipFill>
              <p:spPr>
                <a:xfrm>
                  <a:off x="2631063" y="5443753"/>
                  <a:ext cx="129240" cy="27180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69" name="Ink 68">
                  <a:extLst>
                    <a:ext uri="{FF2B5EF4-FFF2-40B4-BE49-F238E27FC236}">
                      <a16:creationId xmlns:a16="http://schemas.microsoft.com/office/drawing/2014/main" id="{696014DF-CE35-CDB5-A6BA-67DDCC4BDB6D}"/>
                    </a:ext>
                  </a:extLst>
                </p14:cNvPr>
                <p14:cNvContentPartPr/>
                <p14:nvPr/>
              </p14:nvContentPartPr>
              <p14:xfrm>
                <a:off x="2766783" y="5448073"/>
                <a:ext cx="76320" cy="104040"/>
              </p14:xfrm>
            </p:contentPart>
          </mc:Choice>
          <mc:Fallback>
            <p:pic>
              <p:nvPicPr>
                <p:cNvPr id="69" name="Ink 68">
                  <a:extLst>
                    <a:ext uri="{FF2B5EF4-FFF2-40B4-BE49-F238E27FC236}">
                      <a16:creationId xmlns:a16="http://schemas.microsoft.com/office/drawing/2014/main" id="{696014DF-CE35-CDB5-A6BA-67DDCC4BDB6D}"/>
                    </a:ext>
                  </a:extLst>
                </p:cNvPr>
                <p:cNvPicPr/>
                <p:nvPr/>
              </p:nvPicPr>
              <p:blipFill>
                <a:blip r:embed="rId116"/>
                <a:stretch>
                  <a:fillRect/>
                </a:stretch>
              </p:blipFill>
              <p:spPr>
                <a:xfrm>
                  <a:off x="2748783" y="5430433"/>
                  <a:ext cx="11196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70" name="Ink 69">
                  <a:extLst>
                    <a:ext uri="{FF2B5EF4-FFF2-40B4-BE49-F238E27FC236}">
                      <a16:creationId xmlns:a16="http://schemas.microsoft.com/office/drawing/2014/main" id="{3DE6B964-2192-4FF7-3E86-9E96E29E7B52}"/>
                    </a:ext>
                  </a:extLst>
                </p14:cNvPr>
                <p14:cNvContentPartPr/>
                <p14:nvPr/>
              </p14:nvContentPartPr>
              <p14:xfrm>
                <a:off x="2961183" y="5460673"/>
                <a:ext cx="9720" cy="15120"/>
              </p14:xfrm>
            </p:contentPart>
          </mc:Choice>
          <mc:Fallback>
            <p:pic>
              <p:nvPicPr>
                <p:cNvPr id="70" name="Ink 69">
                  <a:extLst>
                    <a:ext uri="{FF2B5EF4-FFF2-40B4-BE49-F238E27FC236}">
                      <a16:creationId xmlns:a16="http://schemas.microsoft.com/office/drawing/2014/main" id="{3DE6B964-2192-4FF7-3E86-9E96E29E7B52}"/>
                    </a:ext>
                  </a:extLst>
                </p:cNvPr>
                <p:cNvPicPr/>
                <p:nvPr/>
              </p:nvPicPr>
              <p:blipFill>
                <a:blip r:embed="rId118"/>
                <a:stretch>
                  <a:fillRect/>
                </a:stretch>
              </p:blipFill>
              <p:spPr>
                <a:xfrm>
                  <a:off x="2943543" y="5442673"/>
                  <a:ext cx="45360" cy="50760"/>
                </a:xfrm>
                <a:prstGeom prst="rect">
                  <a:avLst/>
                </a:prstGeom>
              </p:spPr>
            </p:pic>
          </mc:Fallback>
        </mc:AlternateContent>
      </p:grpSp>
    </p:spTree>
    <p:extLst>
      <p:ext uri="{BB962C8B-B14F-4D97-AF65-F5344CB8AC3E}">
        <p14:creationId xmlns:p14="http://schemas.microsoft.com/office/powerpoint/2010/main" val="40195078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4765">
              <a:lnSpc>
                <a:spcPct val="100000"/>
              </a:lnSpc>
              <a:spcBef>
                <a:spcPts val="100"/>
              </a:spcBef>
            </a:pPr>
            <a:r>
              <a:rPr dirty="0"/>
              <a:t>Shot</a:t>
            </a:r>
            <a:r>
              <a:rPr spc="155" dirty="0"/>
              <a:t> </a:t>
            </a:r>
            <a:r>
              <a:rPr spc="-10" dirty="0"/>
              <a:t>Noise</a:t>
            </a:r>
          </a:p>
        </p:txBody>
      </p:sp>
      <p:sp>
        <p:nvSpPr>
          <p:cNvPr id="4" name="object 4"/>
          <p:cNvSpPr txBox="1"/>
          <p:nvPr/>
        </p:nvSpPr>
        <p:spPr>
          <a:xfrm>
            <a:off x="303846" y="585151"/>
            <a:ext cx="9878060" cy="2228815"/>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Arial"/>
                <a:cs typeface="Arial"/>
              </a:rPr>
              <a:t>Shot</a:t>
            </a:r>
            <a:r>
              <a:rPr sz="1800" spc="-25" dirty="0">
                <a:latin typeface="Arial"/>
                <a:cs typeface="Arial"/>
              </a:rPr>
              <a:t> </a:t>
            </a:r>
            <a:r>
              <a:rPr sz="1800" dirty="0">
                <a:latin typeface="Arial"/>
                <a:cs typeface="Arial"/>
              </a:rPr>
              <a:t>noise</a:t>
            </a:r>
            <a:r>
              <a:rPr sz="1800" spc="-15" dirty="0">
                <a:latin typeface="Arial"/>
                <a:cs typeface="Arial"/>
              </a:rPr>
              <a:t> </a:t>
            </a:r>
            <a:r>
              <a:rPr sz="1800" dirty="0">
                <a:latin typeface="Arial"/>
                <a:cs typeface="Arial"/>
              </a:rPr>
              <a:t>is</a:t>
            </a:r>
            <a:r>
              <a:rPr sz="1800" spc="-25" dirty="0">
                <a:latin typeface="Arial"/>
                <a:cs typeface="Arial"/>
              </a:rPr>
              <a:t> </a:t>
            </a:r>
            <a:r>
              <a:rPr sz="1800" dirty="0">
                <a:latin typeface="Arial"/>
                <a:cs typeface="Arial"/>
              </a:rPr>
              <a:t>caused</a:t>
            </a:r>
            <a:r>
              <a:rPr sz="1800" spc="-15" dirty="0">
                <a:latin typeface="Arial"/>
                <a:cs typeface="Arial"/>
              </a:rPr>
              <a:t> </a:t>
            </a:r>
            <a:r>
              <a:rPr sz="1800" dirty="0">
                <a:latin typeface="Arial"/>
                <a:cs typeface="Arial"/>
              </a:rPr>
              <a:t>by</a:t>
            </a:r>
            <a:r>
              <a:rPr sz="1800" spc="-2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random</a:t>
            </a:r>
            <a:r>
              <a:rPr sz="1800" spc="-10" dirty="0">
                <a:latin typeface="Arial"/>
                <a:cs typeface="Arial"/>
              </a:rPr>
              <a:t> </a:t>
            </a:r>
            <a:r>
              <a:rPr sz="1800" dirty="0">
                <a:latin typeface="Arial"/>
                <a:cs typeface="Arial"/>
              </a:rPr>
              <a:t>arrival</a:t>
            </a:r>
            <a:r>
              <a:rPr sz="1800" spc="-15" dirty="0">
                <a:latin typeface="Arial"/>
                <a:cs typeface="Arial"/>
              </a:rPr>
              <a:t> </a:t>
            </a:r>
            <a:r>
              <a:rPr sz="1800" dirty="0">
                <a:latin typeface="Arial"/>
                <a:cs typeface="Arial"/>
              </a:rPr>
              <a:t>of</a:t>
            </a:r>
            <a:r>
              <a:rPr sz="1800" spc="-20" dirty="0">
                <a:latin typeface="Arial"/>
                <a:cs typeface="Arial"/>
              </a:rPr>
              <a:t> </a:t>
            </a:r>
            <a:r>
              <a:rPr sz="1800" dirty="0">
                <a:latin typeface="Arial"/>
                <a:cs typeface="Arial"/>
              </a:rPr>
              <a:t>charge</a:t>
            </a:r>
            <a:r>
              <a:rPr sz="1800" spc="-15" dirty="0">
                <a:latin typeface="Arial"/>
                <a:cs typeface="Arial"/>
              </a:rPr>
              <a:t> </a:t>
            </a:r>
            <a:r>
              <a:rPr sz="1800" dirty="0">
                <a:latin typeface="Arial"/>
                <a:cs typeface="Arial"/>
              </a:rPr>
              <a:t>carriers</a:t>
            </a:r>
            <a:r>
              <a:rPr sz="1800" spc="-25" dirty="0">
                <a:latin typeface="Arial"/>
                <a:cs typeface="Arial"/>
              </a:rPr>
              <a:t> </a:t>
            </a:r>
            <a:r>
              <a:rPr sz="1800" dirty="0">
                <a:latin typeface="Arial"/>
                <a:cs typeface="Arial"/>
              </a:rPr>
              <a:t>(e.g.,</a:t>
            </a:r>
            <a:r>
              <a:rPr sz="1800" spc="-20" dirty="0">
                <a:latin typeface="Arial"/>
                <a:cs typeface="Arial"/>
              </a:rPr>
              <a:t> </a:t>
            </a:r>
            <a:r>
              <a:rPr sz="1800" dirty="0">
                <a:latin typeface="Arial"/>
                <a:cs typeface="Arial"/>
              </a:rPr>
              <a:t>electrons</a:t>
            </a:r>
            <a:r>
              <a:rPr sz="1800" spc="-10" dirty="0">
                <a:latin typeface="Arial"/>
                <a:cs typeface="Arial"/>
              </a:rPr>
              <a:t> </a:t>
            </a:r>
            <a:r>
              <a:rPr sz="1800" dirty="0">
                <a:latin typeface="Arial"/>
                <a:cs typeface="Arial"/>
              </a:rPr>
              <a:t>or</a:t>
            </a:r>
            <a:r>
              <a:rPr sz="1800" spc="-25" dirty="0">
                <a:latin typeface="Arial"/>
                <a:cs typeface="Arial"/>
              </a:rPr>
              <a:t> </a:t>
            </a:r>
            <a:r>
              <a:rPr sz="1800" dirty="0">
                <a:latin typeface="Arial"/>
                <a:cs typeface="Arial"/>
              </a:rPr>
              <a:t>holes)</a:t>
            </a:r>
            <a:r>
              <a:rPr sz="1800" spc="-10" dirty="0">
                <a:latin typeface="Arial"/>
                <a:cs typeface="Arial"/>
              </a:rPr>
              <a:t> </a:t>
            </a:r>
            <a:r>
              <a:rPr sz="1800" dirty="0">
                <a:latin typeface="Arial"/>
                <a:cs typeface="Arial"/>
              </a:rPr>
              <a:t>at</a:t>
            </a:r>
            <a:r>
              <a:rPr sz="1800" spc="-30" dirty="0">
                <a:latin typeface="Arial"/>
                <a:cs typeface="Arial"/>
              </a:rPr>
              <a:t> </a:t>
            </a:r>
            <a:r>
              <a:rPr sz="1800" spc="-50" dirty="0">
                <a:latin typeface="Arial"/>
                <a:cs typeface="Arial"/>
              </a:rPr>
              <a:t>a </a:t>
            </a:r>
            <a:r>
              <a:rPr sz="1800" dirty="0">
                <a:latin typeface="Arial"/>
                <a:cs typeface="Arial"/>
              </a:rPr>
              <a:t>potential</a:t>
            </a:r>
            <a:r>
              <a:rPr sz="1800" spc="-30" dirty="0">
                <a:latin typeface="Arial"/>
                <a:cs typeface="Arial"/>
              </a:rPr>
              <a:t> </a:t>
            </a:r>
            <a:r>
              <a:rPr sz="1800" dirty="0">
                <a:latin typeface="Arial"/>
                <a:cs typeface="Arial"/>
              </a:rPr>
              <a:t>barrier</a:t>
            </a:r>
            <a:r>
              <a:rPr sz="1800" spc="-30" dirty="0">
                <a:latin typeface="Arial"/>
                <a:cs typeface="Arial"/>
              </a:rPr>
              <a:t> </a:t>
            </a:r>
            <a:r>
              <a:rPr sz="1800" dirty="0">
                <a:latin typeface="Arial"/>
                <a:cs typeface="Arial"/>
              </a:rPr>
              <a:t>or</a:t>
            </a:r>
            <a:r>
              <a:rPr sz="1800" spc="-35" dirty="0">
                <a:latin typeface="Arial"/>
                <a:cs typeface="Arial"/>
              </a:rPr>
              <a:t> </a:t>
            </a:r>
            <a:r>
              <a:rPr sz="1800" dirty="0">
                <a:latin typeface="Arial"/>
                <a:cs typeface="Arial"/>
              </a:rPr>
              <a:t>through</a:t>
            </a:r>
            <a:r>
              <a:rPr sz="1800" spc="-30" dirty="0">
                <a:latin typeface="Arial"/>
                <a:cs typeface="Arial"/>
              </a:rPr>
              <a:t> </a:t>
            </a:r>
            <a:r>
              <a:rPr sz="1800" dirty="0">
                <a:latin typeface="Arial"/>
                <a:cs typeface="Arial"/>
              </a:rPr>
              <a:t>a</a:t>
            </a:r>
            <a:r>
              <a:rPr sz="1800" spc="-45" dirty="0">
                <a:latin typeface="Arial"/>
                <a:cs typeface="Arial"/>
              </a:rPr>
              <a:t> </a:t>
            </a:r>
            <a:r>
              <a:rPr sz="1800" dirty="0">
                <a:latin typeface="Arial"/>
                <a:cs typeface="Arial"/>
              </a:rPr>
              <a:t>quantum</a:t>
            </a:r>
            <a:r>
              <a:rPr sz="1800" spc="-25" dirty="0">
                <a:latin typeface="Arial"/>
                <a:cs typeface="Arial"/>
              </a:rPr>
              <a:t> </a:t>
            </a:r>
            <a:r>
              <a:rPr sz="1800" dirty="0">
                <a:latin typeface="Arial"/>
                <a:cs typeface="Arial"/>
              </a:rPr>
              <a:t>tunneling</a:t>
            </a:r>
            <a:r>
              <a:rPr sz="1800" spc="-20" dirty="0">
                <a:latin typeface="Arial"/>
                <a:cs typeface="Arial"/>
              </a:rPr>
              <a:t> </a:t>
            </a:r>
            <a:r>
              <a:rPr sz="1800" dirty="0">
                <a:latin typeface="Arial"/>
                <a:cs typeface="Arial"/>
              </a:rPr>
              <a:t>process.</a:t>
            </a:r>
            <a:r>
              <a:rPr sz="1800" spc="-20" dirty="0">
                <a:latin typeface="Arial"/>
                <a:cs typeface="Arial"/>
              </a:rPr>
              <a:t> </a:t>
            </a:r>
            <a:r>
              <a:rPr sz="1800" dirty="0">
                <a:latin typeface="Arial"/>
                <a:cs typeface="Arial"/>
              </a:rPr>
              <a:t>Unlike</a:t>
            </a:r>
            <a:r>
              <a:rPr sz="1800" spc="-30" dirty="0">
                <a:latin typeface="Arial"/>
                <a:cs typeface="Arial"/>
              </a:rPr>
              <a:t> </a:t>
            </a:r>
            <a:r>
              <a:rPr sz="1800" dirty="0">
                <a:latin typeface="Arial"/>
                <a:cs typeface="Arial"/>
              </a:rPr>
              <a:t>thermal</a:t>
            </a:r>
            <a:r>
              <a:rPr sz="1800" spc="-30" dirty="0">
                <a:latin typeface="Arial"/>
                <a:cs typeface="Arial"/>
              </a:rPr>
              <a:t> </a:t>
            </a:r>
            <a:r>
              <a:rPr sz="1800" dirty="0">
                <a:latin typeface="Arial"/>
                <a:cs typeface="Arial"/>
              </a:rPr>
              <a:t>noise,</a:t>
            </a:r>
            <a:r>
              <a:rPr sz="1800" spc="-35" dirty="0">
                <a:latin typeface="Arial"/>
                <a:cs typeface="Arial"/>
              </a:rPr>
              <a:t> </a:t>
            </a:r>
            <a:r>
              <a:rPr sz="1800" dirty="0">
                <a:latin typeface="Arial"/>
                <a:cs typeface="Arial"/>
              </a:rPr>
              <a:t>which depends</a:t>
            </a:r>
            <a:r>
              <a:rPr sz="1800" spc="-15" dirty="0">
                <a:latin typeface="Arial"/>
                <a:cs typeface="Arial"/>
              </a:rPr>
              <a:t> </a:t>
            </a:r>
            <a:r>
              <a:rPr sz="1800" spc="-25" dirty="0">
                <a:latin typeface="Arial"/>
                <a:cs typeface="Arial"/>
              </a:rPr>
              <a:t>on </a:t>
            </a:r>
            <a:r>
              <a:rPr sz="1800" dirty="0">
                <a:latin typeface="Arial"/>
                <a:cs typeface="Arial"/>
              </a:rPr>
              <a:t>temperature,</a:t>
            </a:r>
            <a:r>
              <a:rPr sz="1800" spc="-15" dirty="0">
                <a:latin typeface="Arial"/>
                <a:cs typeface="Arial"/>
              </a:rPr>
              <a:t> </a:t>
            </a:r>
            <a:r>
              <a:rPr sz="1800" dirty="0">
                <a:latin typeface="Arial"/>
                <a:cs typeface="Arial"/>
              </a:rPr>
              <a:t>shot</a:t>
            </a:r>
            <a:r>
              <a:rPr sz="1800" spc="-25" dirty="0">
                <a:latin typeface="Arial"/>
                <a:cs typeface="Arial"/>
              </a:rPr>
              <a:t> </a:t>
            </a:r>
            <a:r>
              <a:rPr sz="1800" dirty="0">
                <a:latin typeface="Arial"/>
                <a:cs typeface="Arial"/>
              </a:rPr>
              <a:t>noise</a:t>
            </a:r>
            <a:r>
              <a:rPr sz="1800" spc="-20" dirty="0">
                <a:latin typeface="Arial"/>
                <a:cs typeface="Arial"/>
              </a:rPr>
              <a:t> </a:t>
            </a:r>
            <a:r>
              <a:rPr sz="1800" dirty="0">
                <a:latin typeface="Arial"/>
                <a:cs typeface="Arial"/>
              </a:rPr>
              <a:t>arises</a:t>
            </a:r>
            <a:r>
              <a:rPr sz="1800" spc="-25" dirty="0">
                <a:latin typeface="Arial"/>
                <a:cs typeface="Arial"/>
              </a:rPr>
              <a:t> </a:t>
            </a:r>
            <a:r>
              <a:rPr sz="1800" dirty="0">
                <a:latin typeface="Arial"/>
                <a:cs typeface="Arial"/>
              </a:rPr>
              <a:t>solely</a:t>
            </a:r>
            <a:r>
              <a:rPr sz="1800" spc="-15" dirty="0">
                <a:latin typeface="Arial"/>
                <a:cs typeface="Arial"/>
              </a:rPr>
              <a:t> </a:t>
            </a:r>
            <a:r>
              <a:rPr sz="1800" dirty="0">
                <a:latin typeface="Arial"/>
                <a:cs typeface="Arial"/>
              </a:rPr>
              <a:t>due</a:t>
            </a:r>
            <a:r>
              <a:rPr sz="1800" spc="-20" dirty="0">
                <a:latin typeface="Arial"/>
                <a:cs typeface="Arial"/>
              </a:rPr>
              <a:t> </a:t>
            </a:r>
            <a:r>
              <a:rPr sz="1800" dirty="0">
                <a:latin typeface="Arial"/>
                <a:cs typeface="Arial"/>
              </a:rPr>
              <a:t>to</a:t>
            </a:r>
            <a:r>
              <a:rPr sz="1800" spc="-30"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quantization</a:t>
            </a:r>
            <a:r>
              <a:rPr sz="1800" spc="-5" dirty="0">
                <a:latin typeface="Arial"/>
                <a:cs typeface="Arial"/>
              </a:rPr>
              <a:t> </a:t>
            </a:r>
            <a:r>
              <a:rPr sz="1800" dirty="0">
                <a:latin typeface="Arial"/>
                <a:cs typeface="Arial"/>
              </a:rPr>
              <a:t>of</a:t>
            </a:r>
            <a:r>
              <a:rPr sz="1800" spc="-35" dirty="0">
                <a:latin typeface="Arial"/>
                <a:cs typeface="Arial"/>
              </a:rPr>
              <a:t> </a:t>
            </a:r>
            <a:r>
              <a:rPr sz="1800" spc="-10" dirty="0">
                <a:latin typeface="Arial"/>
                <a:cs typeface="Arial"/>
              </a:rPr>
              <a:t>charge.</a:t>
            </a:r>
            <a:endParaRPr sz="1800" dirty="0">
              <a:latin typeface="Arial"/>
              <a:cs typeface="Arial"/>
            </a:endParaRPr>
          </a:p>
          <a:p>
            <a:pPr marL="12700">
              <a:lnSpc>
                <a:spcPct val="100000"/>
              </a:lnSpc>
            </a:pPr>
            <a:r>
              <a:rPr sz="1800" b="1" dirty="0">
                <a:latin typeface="Arial"/>
                <a:cs typeface="Arial"/>
              </a:rPr>
              <a:t>Key</a:t>
            </a:r>
            <a:r>
              <a:rPr sz="1800" b="1" spc="-20" dirty="0">
                <a:latin typeface="Arial"/>
                <a:cs typeface="Arial"/>
              </a:rPr>
              <a:t> </a:t>
            </a:r>
            <a:r>
              <a:rPr sz="1800" b="1" spc="-10" dirty="0">
                <a:latin typeface="Arial"/>
                <a:cs typeface="Arial"/>
              </a:rPr>
              <a:t>Characteristics:</a:t>
            </a:r>
            <a:endParaRPr sz="1800" dirty="0">
              <a:latin typeface="Arial"/>
              <a:cs typeface="Arial"/>
            </a:endParaRPr>
          </a:p>
          <a:p>
            <a:pPr marL="91440" indent="-88900">
              <a:lnSpc>
                <a:spcPct val="100000"/>
              </a:lnSpc>
              <a:buSzPct val="94444"/>
              <a:buChar char="•"/>
              <a:tabLst>
                <a:tab pos="91440" algn="l"/>
              </a:tabLst>
            </a:pPr>
            <a:r>
              <a:rPr sz="1800" dirty="0">
                <a:latin typeface="Arial"/>
                <a:cs typeface="Arial"/>
              </a:rPr>
              <a:t>It</a:t>
            </a:r>
            <a:r>
              <a:rPr sz="1800" spc="-35" dirty="0">
                <a:latin typeface="Arial"/>
                <a:cs typeface="Arial"/>
              </a:rPr>
              <a:t> </a:t>
            </a:r>
            <a:r>
              <a:rPr sz="1800" dirty="0">
                <a:latin typeface="Arial"/>
                <a:cs typeface="Arial"/>
              </a:rPr>
              <a:t>is</a:t>
            </a:r>
            <a:r>
              <a:rPr sz="1800" spc="-30" dirty="0">
                <a:latin typeface="Arial"/>
                <a:cs typeface="Arial"/>
              </a:rPr>
              <a:t> </a:t>
            </a:r>
            <a:r>
              <a:rPr sz="1800" dirty="0">
                <a:latin typeface="Arial"/>
                <a:cs typeface="Arial"/>
              </a:rPr>
              <a:t>independent</a:t>
            </a:r>
            <a:r>
              <a:rPr sz="1800" spc="10" dirty="0">
                <a:latin typeface="Arial"/>
                <a:cs typeface="Arial"/>
              </a:rPr>
              <a:t> </a:t>
            </a:r>
            <a:r>
              <a:rPr sz="1800" dirty="0">
                <a:latin typeface="Arial"/>
                <a:cs typeface="Arial"/>
              </a:rPr>
              <a:t>of</a:t>
            </a:r>
            <a:r>
              <a:rPr sz="1800" spc="-35" dirty="0">
                <a:latin typeface="Arial"/>
                <a:cs typeface="Arial"/>
              </a:rPr>
              <a:t> </a:t>
            </a:r>
            <a:r>
              <a:rPr sz="1800" spc="-10" dirty="0">
                <a:latin typeface="Arial"/>
                <a:cs typeface="Arial"/>
              </a:rPr>
              <a:t>temperature.</a:t>
            </a:r>
            <a:endParaRPr sz="1800" dirty="0">
              <a:latin typeface="Arial"/>
              <a:cs typeface="Arial"/>
            </a:endParaRPr>
          </a:p>
          <a:p>
            <a:pPr marL="91440" indent="-88900">
              <a:lnSpc>
                <a:spcPct val="100000"/>
              </a:lnSpc>
              <a:buSzPct val="94444"/>
              <a:buChar char="•"/>
              <a:tabLst>
                <a:tab pos="91440" algn="l"/>
              </a:tabLst>
            </a:pPr>
            <a:r>
              <a:rPr sz="1800" dirty="0">
                <a:latin typeface="Arial"/>
                <a:cs typeface="Arial"/>
              </a:rPr>
              <a:t>It</a:t>
            </a:r>
            <a:r>
              <a:rPr sz="1800" spc="-35" dirty="0">
                <a:latin typeface="Arial"/>
                <a:cs typeface="Arial"/>
              </a:rPr>
              <a:t> </a:t>
            </a:r>
            <a:r>
              <a:rPr sz="1800" dirty="0">
                <a:latin typeface="Arial"/>
                <a:cs typeface="Arial"/>
              </a:rPr>
              <a:t>is</a:t>
            </a:r>
            <a:r>
              <a:rPr sz="1800" spc="-30" dirty="0">
                <a:latin typeface="Arial"/>
                <a:cs typeface="Arial"/>
              </a:rPr>
              <a:t> </a:t>
            </a:r>
            <a:r>
              <a:rPr sz="1800" dirty="0">
                <a:latin typeface="Arial"/>
                <a:cs typeface="Arial"/>
              </a:rPr>
              <a:t>proportional</a:t>
            </a:r>
            <a:r>
              <a:rPr sz="1800" spc="-10" dirty="0">
                <a:latin typeface="Arial"/>
                <a:cs typeface="Arial"/>
              </a:rPr>
              <a:t> </a:t>
            </a:r>
            <a:r>
              <a:rPr sz="1800" dirty="0">
                <a:latin typeface="Arial"/>
                <a:cs typeface="Arial"/>
              </a:rPr>
              <a:t>to</a:t>
            </a:r>
            <a:r>
              <a:rPr sz="1800" spc="-30"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average</a:t>
            </a:r>
            <a:r>
              <a:rPr sz="1800" spc="-20" dirty="0">
                <a:latin typeface="Arial"/>
                <a:cs typeface="Arial"/>
              </a:rPr>
              <a:t> </a:t>
            </a:r>
            <a:r>
              <a:rPr sz="1800" dirty="0">
                <a:latin typeface="Arial"/>
                <a:cs typeface="Arial"/>
              </a:rPr>
              <a:t>current</a:t>
            </a:r>
            <a:r>
              <a:rPr sz="1800" spc="-10" dirty="0">
                <a:latin typeface="Arial"/>
                <a:cs typeface="Arial"/>
              </a:rPr>
              <a:t> </a:t>
            </a:r>
            <a:r>
              <a:rPr sz="1800" dirty="0">
                <a:latin typeface="Arial"/>
                <a:cs typeface="Arial"/>
              </a:rPr>
              <a:t>and</a:t>
            </a:r>
            <a:r>
              <a:rPr sz="1800" spc="-35" dirty="0">
                <a:latin typeface="Arial"/>
                <a:cs typeface="Arial"/>
              </a:rPr>
              <a:t> </a:t>
            </a:r>
            <a:r>
              <a:rPr sz="1800" dirty="0">
                <a:latin typeface="Arial"/>
                <a:cs typeface="Arial"/>
              </a:rPr>
              <a:t>depends</a:t>
            </a:r>
            <a:r>
              <a:rPr sz="1800" spc="-5" dirty="0">
                <a:latin typeface="Arial"/>
                <a:cs typeface="Arial"/>
              </a:rPr>
              <a:t> </a:t>
            </a:r>
            <a:r>
              <a:rPr sz="1800" dirty="0">
                <a:latin typeface="Arial"/>
                <a:cs typeface="Arial"/>
              </a:rPr>
              <a:t>on</a:t>
            </a:r>
            <a:r>
              <a:rPr sz="1800" spc="-3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bandwidth</a:t>
            </a:r>
            <a:r>
              <a:rPr sz="1800" spc="15" dirty="0">
                <a:latin typeface="Arial"/>
                <a:cs typeface="Arial"/>
              </a:rPr>
              <a:t> </a:t>
            </a:r>
            <a:r>
              <a:rPr sz="1800" dirty="0">
                <a:latin typeface="Arial"/>
                <a:cs typeface="Arial"/>
              </a:rPr>
              <a:t>of</a:t>
            </a:r>
            <a:r>
              <a:rPr sz="1800" spc="-25" dirty="0">
                <a:latin typeface="Arial"/>
                <a:cs typeface="Arial"/>
              </a:rPr>
              <a:t> </a:t>
            </a:r>
            <a:r>
              <a:rPr sz="1800" spc="-10" dirty="0">
                <a:latin typeface="Arial"/>
                <a:cs typeface="Arial"/>
              </a:rPr>
              <a:t>observation.</a:t>
            </a:r>
            <a:endParaRPr sz="1800" dirty="0">
              <a:latin typeface="Arial"/>
              <a:cs typeface="Arial"/>
            </a:endParaRPr>
          </a:p>
          <a:p>
            <a:pPr marL="91440" indent="-88900">
              <a:lnSpc>
                <a:spcPct val="100000"/>
              </a:lnSpc>
              <a:buSzPct val="94444"/>
              <a:buChar char="•"/>
              <a:tabLst>
                <a:tab pos="91440" algn="l"/>
              </a:tabLst>
            </a:pPr>
            <a:r>
              <a:rPr sz="1800" dirty="0">
                <a:latin typeface="Arial"/>
                <a:cs typeface="Arial"/>
              </a:rPr>
              <a:t>It</a:t>
            </a:r>
            <a:r>
              <a:rPr sz="1800" spc="-50" dirty="0">
                <a:latin typeface="Arial"/>
                <a:cs typeface="Arial"/>
              </a:rPr>
              <a:t> </a:t>
            </a:r>
            <a:r>
              <a:rPr sz="1800" dirty="0">
                <a:latin typeface="Arial"/>
                <a:cs typeface="Arial"/>
              </a:rPr>
              <a:t>is</a:t>
            </a:r>
            <a:r>
              <a:rPr sz="1800" spc="-40" dirty="0">
                <a:latin typeface="Arial"/>
                <a:cs typeface="Arial"/>
              </a:rPr>
              <a:t> </a:t>
            </a:r>
            <a:r>
              <a:rPr sz="1800" dirty="0">
                <a:latin typeface="Arial"/>
                <a:cs typeface="Arial"/>
              </a:rPr>
              <a:t>most</a:t>
            </a:r>
            <a:r>
              <a:rPr sz="1800" spc="-40" dirty="0">
                <a:latin typeface="Arial"/>
                <a:cs typeface="Arial"/>
              </a:rPr>
              <a:t> </a:t>
            </a:r>
            <a:r>
              <a:rPr sz="1800" dirty="0">
                <a:latin typeface="Arial"/>
                <a:cs typeface="Arial"/>
              </a:rPr>
              <a:t>commonly</a:t>
            </a:r>
            <a:r>
              <a:rPr sz="1800" spc="-30" dirty="0">
                <a:latin typeface="Arial"/>
                <a:cs typeface="Arial"/>
              </a:rPr>
              <a:t> </a:t>
            </a:r>
            <a:r>
              <a:rPr sz="1800" dirty="0">
                <a:latin typeface="Arial"/>
                <a:cs typeface="Arial"/>
              </a:rPr>
              <a:t>observed</a:t>
            </a:r>
            <a:r>
              <a:rPr sz="1800" spc="-35" dirty="0">
                <a:latin typeface="Arial"/>
                <a:cs typeface="Arial"/>
              </a:rPr>
              <a:t> </a:t>
            </a:r>
            <a:r>
              <a:rPr sz="1800" dirty="0">
                <a:latin typeface="Arial"/>
                <a:cs typeface="Arial"/>
              </a:rPr>
              <a:t>in</a:t>
            </a:r>
            <a:r>
              <a:rPr sz="1800" spc="-45" dirty="0">
                <a:latin typeface="Arial"/>
                <a:cs typeface="Arial"/>
              </a:rPr>
              <a:t> </a:t>
            </a:r>
            <a:r>
              <a:rPr sz="1800" b="1" dirty="0">
                <a:latin typeface="Arial"/>
                <a:cs typeface="Arial"/>
              </a:rPr>
              <a:t>semiconductor</a:t>
            </a:r>
            <a:r>
              <a:rPr sz="1800" b="1" spc="-50" dirty="0">
                <a:latin typeface="Arial"/>
                <a:cs typeface="Arial"/>
              </a:rPr>
              <a:t> </a:t>
            </a:r>
            <a:r>
              <a:rPr sz="1800" b="1" dirty="0">
                <a:latin typeface="Arial"/>
                <a:cs typeface="Arial"/>
              </a:rPr>
              <a:t>junctions</a:t>
            </a:r>
            <a:r>
              <a:rPr sz="1800" dirty="0">
                <a:latin typeface="Arial"/>
                <a:cs typeface="Arial"/>
              </a:rPr>
              <a:t>,</a:t>
            </a:r>
            <a:r>
              <a:rPr sz="1800" spc="-60" dirty="0">
                <a:latin typeface="Arial"/>
                <a:cs typeface="Arial"/>
              </a:rPr>
              <a:t> </a:t>
            </a:r>
            <a:r>
              <a:rPr sz="1800" b="1" dirty="0">
                <a:latin typeface="Arial"/>
                <a:cs typeface="Arial"/>
              </a:rPr>
              <a:t>vacuum</a:t>
            </a:r>
            <a:r>
              <a:rPr sz="1800" b="1" spc="-10" dirty="0">
                <a:latin typeface="Arial"/>
                <a:cs typeface="Arial"/>
              </a:rPr>
              <a:t> </a:t>
            </a:r>
            <a:r>
              <a:rPr sz="1800" b="1" dirty="0">
                <a:latin typeface="Arial"/>
                <a:cs typeface="Arial"/>
              </a:rPr>
              <a:t>diodes</a:t>
            </a:r>
            <a:r>
              <a:rPr sz="1800" dirty="0">
                <a:latin typeface="Arial"/>
                <a:cs typeface="Arial"/>
              </a:rPr>
              <a:t>,</a:t>
            </a:r>
            <a:r>
              <a:rPr sz="1800" spc="-45" dirty="0">
                <a:latin typeface="Arial"/>
                <a:cs typeface="Arial"/>
              </a:rPr>
              <a:t> </a:t>
            </a:r>
            <a:r>
              <a:rPr sz="1800" spc="-25" dirty="0">
                <a:latin typeface="Arial"/>
                <a:cs typeface="Arial"/>
              </a:rPr>
              <a:t>and</a:t>
            </a:r>
            <a:endParaRPr sz="1800" dirty="0">
              <a:latin typeface="Arial"/>
              <a:cs typeface="Arial"/>
            </a:endParaRPr>
          </a:p>
          <a:p>
            <a:pPr marL="12700">
              <a:lnSpc>
                <a:spcPct val="100000"/>
              </a:lnSpc>
            </a:pPr>
            <a:r>
              <a:rPr sz="1800" b="1" spc="-10" dirty="0">
                <a:latin typeface="Arial"/>
                <a:cs typeface="Arial"/>
              </a:rPr>
              <a:t>photodetectors</a:t>
            </a:r>
            <a:r>
              <a:rPr sz="1800" spc="-10" dirty="0">
                <a:latin typeface="Arial"/>
                <a:cs typeface="Arial"/>
              </a:rPr>
              <a:t>.</a:t>
            </a:r>
            <a:endParaRPr sz="1800" dirty="0">
              <a:latin typeface="Arial"/>
              <a:cs typeface="Arial"/>
            </a:endParaRPr>
          </a:p>
        </p:txBody>
      </p:sp>
      <p:pic>
        <p:nvPicPr>
          <p:cNvPr id="6" name="Picture 5" descr="A white paper with black text&#10;&#10;AI-generated content may be incorrect.">
            <a:extLst>
              <a:ext uri="{FF2B5EF4-FFF2-40B4-BE49-F238E27FC236}">
                <a16:creationId xmlns:a16="http://schemas.microsoft.com/office/drawing/2014/main" id="{035BDF26-1475-A030-85D6-3DF15105D5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5248" y="2514600"/>
            <a:ext cx="6733386" cy="4231746"/>
          </a:xfrm>
          <a:prstGeom prst="rect">
            <a:avLst/>
          </a:prstGeom>
        </p:spPr>
      </p:pic>
      <p:grpSp>
        <p:nvGrpSpPr>
          <p:cNvPr id="45" name="Group 44">
            <a:extLst>
              <a:ext uri="{FF2B5EF4-FFF2-40B4-BE49-F238E27FC236}">
                <a16:creationId xmlns:a16="http://schemas.microsoft.com/office/drawing/2014/main" id="{97CEDEC9-E15C-C4F0-A3CF-CABA230104A3}"/>
              </a:ext>
            </a:extLst>
          </p:cNvPr>
          <p:cNvGrpSpPr/>
          <p:nvPr/>
        </p:nvGrpSpPr>
        <p:grpSpPr>
          <a:xfrm>
            <a:off x="3166670" y="4587157"/>
            <a:ext cx="338760" cy="761040"/>
            <a:chOff x="3166670" y="4587157"/>
            <a:chExt cx="338760" cy="761040"/>
          </a:xfrm>
        </p:grpSpPr>
        <mc:AlternateContent xmlns:mc="http://schemas.openxmlformats.org/markup-compatibility/2006" xmlns:p14="http://schemas.microsoft.com/office/powerpoint/2010/main">
          <mc:Choice Requires="p14">
            <p:contentPart p14:bwMode="auto" r:id="rId3">
              <p14:nvContentPartPr>
                <p14:cNvPr id="31" name="Ink 30">
                  <a:extLst>
                    <a:ext uri="{FF2B5EF4-FFF2-40B4-BE49-F238E27FC236}">
                      <a16:creationId xmlns:a16="http://schemas.microsoft.com/office/drawing/2014/main" id="{6CE3DF32-6BD6-B4E5-FC43-3040EFBB9E6F}"/>
                    </a:ext>
                  </a:extLst>
                </p14:cNvPr>
                <p14:cNvContentPartPr/>
                <p14:nvPr/>
              </p14:nvContentPartPr>
              <p14:xfrm>
                <a:off x="3250550" y="4587157"/>
                <a:ext cx="254880" cy="724680"/>
              </p14:xfrm>
            </p:contentPart>
          </mc:Choice>
          <mc:Fallback xmlns="">
            <p:pic>
              <p:nvPicPr>
                <p:cNvPr id="31" name="Ink 30">
                  <a:extLst>
                    <a:ext uri="{FF2B5EF4-FFF2-40B4-BE49-F238E27FC236}">
                      <a16:creationId xmlns:a16="http://schemas.microsoft.com/office/drawing/2014/main" id="{6CE3DF32-6BD6-B4E5-FC43-3040EFBB9E6F}"/>
                    </a:ext>
                  </a:extLst>
                </p:cNvPr>
                <p:cNvPicPr/>
                <p:nvPr/>
              </p:nvPicPr>
              <p:blipFill>
                <a:blip r:embed="rId4"/>
                <a:stretch>
                  <a:fillRect/>
                </a:stretch>
              </p:blipFill>
              <p:spPr>
                <a:xfrm>
                  <a:off x="3232910" y="4569517"/>
                  <a:ext cx="290520" cy="760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2" name="Ink 31">
                  <a:extLst>
                    <a:ext uri="{FF2B5EF4-FFF2-40B4-BE49-F238E27FC236}">
                      <a16:creationId xmlns:a16="http://schemas.microsoft.com/office/drawing/2014/main" id="{F98F34B6-1058-5C63-C929-D0E3143F1FA1}"/>
                    </a:ext>
                  </a:extLst>
                </p14:cNvPr>
                <p14:cNvContentPartPr/>
                <p14:nvPr/>
              </p14:nvContentPartPr>
              <p14:xfrm>
                <a:off x="3166670" y="5232997"/>
                <a:ext cx="213840" cy="115200"/>
              </p14:xfrm>
            </p:contentPart>
          </mc:Choice>
          <mc:Fallback xmlns="">
            <p:pic>
              <p:nvPicPr>
                <p:cNvPr id="32" name="Ink 31">
                  <a:extLst>
                    <a:ext uri="{FF2B5EF4-FFF2-40B4-BE49-F238E27FC236}">
                      <a16:creationId xmlns:a16="http://schemas.microsoft.com/office/drawing/2014/main" id="{F98F34B6-1058-5C63-C929-D0E3143F1FA1}"/>
                    </a:ext>
                  </a:extLst>
                </p:cNvPr>
                <p:cNvPicPr/>
                <p:nvPr/>
              </p:nvPicPr>
              <p:blipFill>
                <a:blip r:embed="rId6"/>
                <a:stretch>
                  <a:fillRect/>
                </a:stretch>
              </p:blipFill>
              <p:spPr>
                <a:xfrm>
                  <a:off x="3148670" y="5214997"/>
                  <a:ext cx="249480" cy="150840"/>
                </a:xfrm>
                <a:prstGeom prst="rect">
                  <a:avLst/>
                </a:prstGeom>
              </p:spPr>
            </p:pic>
          </mc:Fallback>
        </mc:AlternateContent>
      </p:grpSp>
      <p:grpSp>
        <p:nvGrpSpPr>
          <p:cNvPr id="44" name="Group 43">
            <a:extLst>
              <a:ext uri="{FF2B5EF4-FFF2-40B4-BE49-F238E27FC236}">
                <a16:creationId xmlns:a16="http://schemas.microsoft.com/office/drawing/2014/main" id="{C8502C90-E887-DF68-01B2-BE5242B3535A}"/>
              </a:ext>
            </a:extLst>
          </p:cNvPr>
          <p:cNvGrpSpPr/>
          <p:nvPr/>
        </p:nvGrpSpPr>
        <p:grpSpPr>
          <a:xfrm>
            <a:off x="2610470" y="5579677"/>
            <a:ext cx="1161000" cy="754920"/>
            <a:chOff x="2610470" y="5579677"/>
            <a:chExt cx="1161000" cy="754920"/>
          </a:xfrm>
        </p:grpSpPr>
        <mc:AlternateContent xmlns:mc="http://schemas.openxmlformats.org/markup-compatibility/2006" xmlns:p14="http://schemas.microsoft.com/office/powerpoint/2010/main">
          <mc:Choice Requires="p14">
            <p:contentPart p14:bwMode="auto" r:id="rId7">
              <p14:nvContentPartPr>
                <p14:cNvPr id="33" name="Ink 32">
                  <a:extLst>
                    <a:ext uri="{FF2B5EF4-FFF2-40B4-BE49-F238E27FC236}">
                      <a16:creationId xmlns:a16="http://schemas.microsoft.com/office/drawing/2014/main" id="{B5902D94-D1A2-F210-93A2-2ED196FBFF2A}"/>
                    </a:ext>
                  </a:extLst>
                </p14:cNvPr>
                <p14:cNvContentPartPr/>
                <p14:nvPr/>
              </p14:nvContentPartPr>
              <p14:xfrm>
                <a:off x="2610470" y="5720437"/>
                <a:ext cx="417960" cy="244440"/>
              </p14:xfrm>
            </p:contentPart>
          </mc:Choice>
          <mc:Fallback xmlns="">
            <p:pic>
              <p:nvPicPr>
                <p:cNvPr id="33" name="Ink 32">
                  <a:extLst>
                    <a:ext uri="{FF2B5EF4-FFF2-40B4-BE49-F238E27FC236}">
                      <a16:creationId xmlns:a16="http://schemas.microsoft.com/office/drawing/2014/main" id="{B5902D94-D1A2-F210-93A2-2ED196FBFF2A}"/>
                    </a:ext>
                  </a:extLst>
                </p:cNvPr>
                <p:cNvPicPr/>
                <p:nvPr/>
              </p:nvPicPr>
              <p:blipFill>
                <a:blip r:embed="rId8"/>
                <a:stretch>
                  <a:fillRect/>
                </a:stretch>
              </p:blipFill>
              <p:spPr>
                <a:xfrm>
                  <a:off x="2592470" y="5702797"/>
                  <a:ext cx="45360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4" name="Ink 33">
                  <a:extLst>
                    <a:ext uri="{FF2B5EF4-FFF2-40B4-BE49-F238E27FC236}">
                      <a16:creationId xmlns:a16="http://schemas.microsoft.com/office/drawing/2014/main" id="{56C7159B-BC9D-005A-0591-9E4DA309D2C3}"/>
                    </a:ext>
                  </a:extLst>
                </p14:cNvPr>
                <p14:cNvContentPartPr/>
                <p14:nvPr/>
              </p14:nvContentPartPr>
              <p14:xfrm>
                <a:off x="3093230" y="5761117"/>
                <a:ext cx="61920" cy="116640"/>
              </p14:xfrm>
            </p:contentPart>
          </mc:Choice>
          <mc:Fallback xmlns="">
            <p:pic>
              <p:nvPicPr>
                <p:cNvPr id="34" name="Ink 33">
                  <a:extLst>
                    <a:ext uri="{FF2B5EF4-FFF2-40B4-BE49-F238E27FC236}">
                      <a16:creationId xmlns:a16="http://schemas.microsoft.com/office/drawing/2014/main" id="{56C7159B-BC9D-005A-0591-9E4DA309D2C3}"/>
                    </a:ext>
                  </a:extLst>
                </p:cNvPr>
                <p:cNvPicPr/>
                <p:nvPr/>
              </p:nvPicPr>
              <p:blipFill>
                <a:blip r:embed="rId10"/>
                <a:stretch>
                  <a:fillRect/>
                </a:stretch>
              </p:blipFill>
              <p:spPr>
                <a:xfrm>
                  <a:off x="3075590" y="5743117"/>
                  <a:ext cx="9756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5" name="Ink 34">
                  <a:extLst>
                    <a:ext uri="{FF2B5EF4-FFF2-40B4-BE49-F238E27FC236}">
                      <a16:creationId xmlns:a16="http://schemas.microsoft.com/office/drawing/2014/main" id="{A4C58A70-488F-3DDE-C9EF-58DB56148B12}"/>
                    </a:ext>
                  </a:extLst>
                </p14:cNvPr>
                <p14:cNvContentPartPr/>
                <p14:nvPr/>
              </p14:nvContentPartPr>
              <p14:xfrm>
                <a:off x="3096830" y="5598397"/>
                <a:ext cx="16200" cy="36360"/>
              </p14:xfrm>
            </p:contentPart>
          </mc:Choice>
          <mc:Fallback xmlns="">
            <p:pic>
              <p:nvPicPr>
                <p:cNvPr id="35" name="Ink 34">
                  <a:extLst>
                    <a:ext uri="{FF2B5EF4-FFF2-40B4-BE49-F238E27FC236}">
                      <a16:creationId xmlns:a16="http://schemas.microsoft.com/office/drawing/2014/main" id="{A4C58A70-488F-3DDE-C9EF-58DB56148B12}"/>
                    </a:ext>
                  </a:extLst>
                </p:cNvPr>
                <p:cNvPicPr/>
                <p:nvPr/>
              </p:nvPicPr>
              <p:blipFill>
                <a:blip r:embed="rId12"/>
                <a:stretch>
                  <a:fillRect/>
                </a:stretch>
              </p:blipFill>
              <p:spPr>
                <a:xfrm>
                  <a:off x="3078830" y="5580757"/>
                  <a:ext cx="518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6" name="Ink 35">
                  <a:extLst>
                    <a:ext uri="{FF2B5EF4-FFF2-40B4-BE49-F238E27FC236}">
                      <a16:creationId xmlns:a16="http://schemas.microsoft.com/office/drawing/2014/main" id="{35F0B8E0-49D8-B161-316C-7A9AC91BE483}"/>
                    </a:ext>
                  </a:extLst>
                </p14:cNvPr>
                <p14:cNvContentPartPr/>
                <p14:nvPr/>
              </p14:nvContentPartPr>
              <p14:xfrm>
                <a:off x="3245870" y="5579677"/>
                <a:ext cx="60480" cy="195120"/>
              </p14:xfrm>
            </p:contentPart>
          </mc:Choice>
          <mc:Fallback xmlns="">
            <p:pic>
              <p:nvPicPr>
                <p:cNvPr id="36" name="Ink 35">
                  <a:extLst>
                    <a:ext uri="{FF2B5EF4-FFF2-40B4-BE49-F238E27FC236}">
                      <a16:creationId xmlns:a16="http://schemas.microsoft.com/office/drawing/2014/main" id="{35F0B8E0-49D8-B161-316C-7A9AC91BE483}"/>
                    </a:ext>
                  </a:extLst>
                </p:cNvPr>
                <p:cNvPicPr/>
                <p:nvPr/>
              </p:nvPicPr>
              <p:blipFill>
                <a:blip r:embed="rId14"/>
                <a:stretch>
                  <a:fillRect/>
                </a:stretch>
              </p:blipFill>
              <p:spPr>
                <a:xfrm>
                  <a:off x="3228230" y="5562037"/>
                  <a:ext cx="9612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7" name="Ink 36">
                  <a:extLst>
                    <a:ext uri="{FF2B5EF4-FFF2-40B4-BE49-F238E27FC236}">
                      <a16:creationId xmlns:a16="http://schemas.microsoft.com/office/drawing/2014/main" id="{80E2D895-D06D-A38E-A280-0CD6B057F6AF}"/>
                    </a:ext>
                  </a:extLst>
                </p14:cNvPr>
                <p14:cNvContentPartPr/>
                <p14:nvPr/>
              </p14:nvContentPartPr>
              <p14:xfrm>
                <a:off x="3239390" y="5670757"/>
                <a:ext cx="110160" cy="59760"/>
              </p14:xfrm>
            </p:contentPart>
          </mc:Choice>
          <mc:Fallback xmlns="">
            <p:pic>
              <p:nvPicPr>
                <p:cNvPr id="37" name="Ink 36">
                  <a:extLst>
                    <a:ext uri="{FF2B5EF4-FFF2-40B4-BE49-F238E27FC236}">
                      <a16:creationId xmlns:a16="http://schemas.microsoft.com/office/drawing/2014/main" id="{80E2D895-D06D-A38E-A280-0CD6B057F6AF}"/>
                    </a:ext>
                  </a:extLst>
                </p:cNvPr>
                <p:cNvPicPr/>
                <p:nvPr/>
              </p:nvPicPr>
              <p:blipFill>
                <a:blip r:embed="rId16"/>
                <a:stretch>
                  <a:fillRect/>
                </a:stretch>
              </p:blipFill>
              <p:spPr>
                <a:xfrm>
                  <a:off x="3221390" y="5653117"/>
                  <a:ext cx="14580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8" name="Ink 37">
                  <a:extLst>
                    <a:ext uri="{FF2B5EF4-FFF2-40B4-BE49-F238E27FC236}">
                      <a16:creationId xmlns:a16="http://schemas.microsoft.com/office/drawing/2014/main" id="{22B774A5-E62C-B10A-2B37-A225A15D3D75}"/>
                    </a:ext>
                  </a:extLst>
                </p14:cNvPr>
                <p14:cNvContentPartPr/>
                <p14:nvPr/>
              </p14:nvContentPartPr>
              <p14:xfrm>
                <a:off x="2909270" y="6190957"/>
                <a:ext cx="146880" cy="143640"/>
              </p14:xfrm>
            </p:contentPart>
          </mc:Choice>
          <mc:Fallback xmlns="">
            <p:pic>
              <p:nvPicPr>
                <p:cNvPr id="38" name="Ink 37">
                  <a:extLst>
                    <a:ext uri="{FF2B5EF4-FFF2-40B4-BE49-F238E27FC236}">
                      <a16:creationId xmlns:a16="http://schemas.microsoft.com/office/drawing/2014/main" id="{22B774A5-E62C-B10A-2B37-A225A15D3D75}"/>
                    </a:ext>
                  </a:extLst>
                </p:cNvPr>
                <p:cNvPicPr/>
                <p:nvPr/>
              </p:nvPicPr>
              <p:blipFill>
                <a:blip r:embed="rId18"/>
                <a:stretch>
                  <a:fillRect/>
                </a:stretch>
              </p:blipFill>
              <p:spPr>
                <a:xfrm>
                  <a:off x="2891270" y="6173317"/>
                  <a:ext cx="1825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9" name="Ink 38">
                  <a:extLst>
                    <a:ext uri="{FF2B5EF4-FFF2-40B4-BE49-F238E27FC236}">
                      <a16:creationId xmlns:a16="http://schemas.microsoft.com/office/drawing/2014/main" id="{22314445-7D59-748E-5A0B-95EDE8282DC0}"/>
                    </a:ext>
                  </a:extLst>
                </p14:cNvPr>
                <p14:cNvContentPartPr/>
                <p14:nvPr/>
              </p14:nvContentPartPr>
              <p14:xfrm>
                <a:off x="3060470" y="6104557"/>
                <a:ext cx="146520" cy="145080"/>
              </p14:xfrm>
            </p:contentPart>
          </mc:Choice>
          <mc:Fallback xmlns="">
            <p:pic>
              <p:nvPicPr>
                <p:cNvPr id="39" name="Ink 38">
                  <a:extLst>
                    <a:ext uri="{FF2B5EF4-FFF2-40B4-BE49-F238E27FC236}">
                      <a16:creationId xmlns:a16="http://schemas.microsoft.com/office/drawing/2014/main" id="{22314445-7D59-748E-5A0B-95EDE8282DC0}"/>
                    </a:ext>
                  </a:extLst>
                </p:cNvPr>
                <p:cNvPicPr/>
                <p:nvPr/>
              </p:nvPicPr>
              <p:blipFill>
                <a:blip r:embed="rId20"/>
                <a:stretch>
                  <a:fillRect/>
                </a:stretch>
              </p:blipFill>
              <p:spPr>
                <a:xfrm>
                  <a:off x="3042830" y="6086917"/>
                  <a:ext cx="18216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0" name="Ink 39">
                  <a:extLst>
                    <a:ext uri="{FF2B5EF4-FFF2-40B4-BE49-F238E27FC236}">
                      <a16:creationId xmlns:a16="http://schemas.microsoft.com/office/drawing/2014/main" id="{581B5B78-A317-207A-574F-45201E6794F5}"/>
                    </a:ext>
                  </a:extLst>
                </p14:cNvPr>
                <p14:cNvContentPartPr/>
                <p14:nvPr/>
              </p14:nvContentPartPr>
              <p14:xfrm>
                <a:off x="3242270" y="6084037"/>
                <a:ext cx="129240" cy="127800"/>
              </p14:xfrm>
            </p:contentPart>
          </mc:Choice>
          <mc:Fallback xmlns="">
            <p:pic>
              <p:nvPicPr>
                <p:cNvPr id="40" name="Ink 39">
                  <a:extLst>
                    <a:ext uri="{FF2B5EF4-FFF2-40B4-BE49-F238E27FC236}">
                      <a16:creationId xmlns:a16="http://schemas.microsoft.com/office/drawing/2014/main" id="{581B5B78-A317-207A-574F-45201E6794F5}"/>
                    </a:ext>
                  </a:extLst>
                </p:cNvPr>
                <p:cNvPicPr/>
                <p:nvPr/>
              </p:nvPicPr>
              <p:blipFill>
                <a:blip r:embed="rId22"/>
                <a:stretch>
                  <a:fillRect/>
                </a:stretch>
              </p:blipFill>
              <p:spPr>
                <a:xfrm>
                  <a:off x="3224630" y="6066037"/>
                  <a:ext cx="1648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1" name="Ink 40">
                  <a:extLst>
                    <a:ext uri="{FF2B5EF4-FFF2-40B4-BE49-F238E27FC236}">
                      <a16:creationId xmlns:a16="http://schemas.microsoft.com/office/drawing/2014/main" id="{9EF0D748-1316-D771-6D92-6E5BEA057920}"/>
                    </a:ext>
                  </a:extLst>
                </p14:cNvPr>
                <p14:cNvContentPartPr/>
                <p14:nvPr/>
              </p14:nvContentPartPr>
              <p14:xfrm>
                <a:off x="3364670" y="6036877"/>
                <a:ext cx="52560" cy="96480"/>
              </p14:xfrm>
            </p:contentPart>
          </mc:Choice>
          <mc:Fallback xmlns="">
            <p:pic>
              <p:nvPicPr>
                <p:cNvPr id="41" name="Ink 40">
                  <a:extLst>
                    <a:ext uri="{FF2B5EF4-FFF2-40B4-BE49-F238E27FC236}">
                      <a16:creationId xmlns:a16="http://schemas.microsoft.com/office/drawing/2014/main" id="{9EF0D748-1316-D771-6D92-6E5BEA057920}"/>
                    </a:ext>
                  </a:extLst>
                </p:cNvPr>
                <p:cNvPicPr/>
                <p:nvPr/>
              </p:nvPicPr>
              <p:blipFill>
                <a:blip r:embed="rId24"/>
                <a:stretch>
                  <a:fillRect/>
                </a:stretch>
              </p:blipFill>
              <p:spPr>
                <a:xfrm>
                  <a:off x="3347030" y="6018877"/>
                  <a:ext cx="882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2" name="Ink 41">
                  <a:extLst>
                    <a:ext uri="{FF2B5EF4-FFF2-40B4-BE49-F238E27FC236}">
                      <a16:creationId xmlns:a16="http://schemas.microsoft.com/office/drawing/2014/main" id="{7732C2A7-CAA4-960F-B1C2-32C3F5B20A3D}"/>
                    </a:ext>
                  </a:extLst>
                </p14:cNvPr>
                <p14:cNvContentPartPr/>
                <p14:nvPr/>
              </p14:nvContentPartPr>
              <p14:xfrm>
                <a:off x="3479510" y="6002677"/>
                <a:ext cx="88200" cy="255960"/>
              </p14:xfrm>
            </p:contentPart>
          </mc:Choice>
          <mc:Fallback xmlns="">
            <p:pic>
              <p:nvPicPr>
                <p:cNvPr id="42" name="Ink 41">
                  <a:extLst>
                    <a:ext uri="{FF2B5EF4-FFF2-40B4-BE49-F238E27FC236}">
                      <a16:creationId xmlns:a16="http://schemas.microsoft.com/office/drawing/2014/main" id="{7732C2A7-CAA4-960F-B1C2-32C3F5B20A3D}"/>
                    </a:ext>
                  </a:extLst>
                </p:cNvPr>
                <p:cNvPicPr/>
                <p:nvPr/>
              </p:nvPicPr>
              <p:blipFill>
                <a:blip r:embed="rId26"/>
                <a:stretch>
                  <a:fillRect/>
                </a:stretch>
              </p:blipFill>
              <p:spPr>
                <a:xfrm>
                  <a:off x="3461510" y="5984677"/>
                  <a:ext cx="12384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3" name="Ink 42">
                  <a:extLst>
                    <a:ext uri="{FF2B5EF4-FFF2-40B4-BE49-F238E27FC236}">
                      <a16:creationId xmlns:a16="http://schemas.microsoft.com/office/drawing/2014/main" id="{4DD70AF6-4927-D653-E06A-5B46E3C0FD67}"/>
                    </a:ext>
                  </a:extLst>
                </p14:cNvPr>
                <p14:cNvContentPartPr/>
                <p14:nvPr/>
              </p14:nvContentPartPr>
              <p14:xfrm>
                <a:off x="3623870" y="5936077"/>
                <a:ext cx="147600" cy="104040"/>
              </p14:xfrm>
            </p:contentPart>
          </mc:Choice>
          <mc:Fallback xmlns="">
            <p:pic>
              <p:nvPicPr>
                <p:cNvPr id="43" name="Ink 42">
                  <a:extLst>
                    <a:ext uri="{FF2B5EF4-FFF2-40B4-BE49-F238E27FC236}">
                      <a16:creationId xmlns:a16="http://schemas.microsoft.com/office/drawing/2014/main" id="{4DD70AF6-4927-D653-E06A-5B46E3C0FD67}"/>
                    </a:ext>
                  </a:extLst>
                </p:cNvPr>
                <p:cNvPicPr/>
                <p:nvPr/>
              </p:nvPicPr>
              <p:blipFill>
                <a:blip r:embed="rId28"/>
                <a:stretch>
                  <a:fillRect/>
                </a:stretch>
              </p:blipFill>
              <p:spPr>
                <a:xfrm>
                  <a:off x="3606230" y="5918437"/>
                  <a:ext cx="183240" cy="139680"/>
                </a:xfrm>
                <a:prstGeom prst="rect">
                  <a:avLst/>
                </a:prstGeom>
              </p:spPr>
            </p:pic>
          </mc:Fallback>
        </mc:AlternateContent>
      </p:grpSp>
      <p:grpSp>
        <p:nvGrpSpPr>
          <p:cNvPr id="57" name="Group 56">
            <a:extLst>
              <a:ext uri="{FF2B5EF4-FFF2-40B4-BE49-F238E27FC236}">
                <a16:creationId xmlns:a16="http://schemas.microsoft.com/office/drawing/2014/main" id="{E692CDC8-1871-7FEA-35DC-41082484EA7C}"/>
              </a:ext>
            </a:extLst>
          </p:cNvPr>
          <p:cNvGrpSpPr/>
          <p:nvPr/>
        </p:nvGrpSpPr>
        <p:grpSpPr>
          <a:xfrm>
            <a:off x="3902510" y="4642957"/>
            <a:ext cx="1026360" cy="916560"/>
            <a:chOff x="3902510" y="4642957"/>
            <a:chExt cx="1026360" cy="916560"/>
          </a:xfrm>
        </p:grpSpPr>
        <mc:AlternateContent xmlns:mc="http://schemas.openxmlformats.org/markup-compatibility/2006" xmlns:p14="http://schemas.microsoft.com/office/powerpoint/2010/main">
          <mc:Choice Requires="p14">
            <p:contentPart p14:bwMode="auto" r:id="rId29">
              <p14:nvContentPartPr>
                <p14:cNvPr id="46" name="Ink 45">
                  <a:extLst>
                    <a:ext uri="{FF2B5EF4-FFF2-40B4-BE49-F238E27FC236}">
                      <a16:creationId xmlns:a16="http://schemas.microsoft.com/office/drawing/2014/main" id="{BE0010FE-AF6E-36F8-2E94-C7A03C80A36F}"/>
                    </a:ext>
                  </a:extLst>
                </p14:cNvPr>
                <p14:cNvContentPartPr/>
                <p14:nvPr/>
              </p14:nvContentPartPr>
              <p14:xfrm>
                <a:off x="3902510" y="4642957"/>
                <a:ext cx="189720" cy="445680"/>
              </p14:xfrm>
            </p:contentPart>
          </mc:Choice>
          <mc:Fallback xmlns="">
            <p:pic>
              <p:nvPicPr>
                <p:cNvPr id="46" name="Ink 45">
                  <a:extLst>
                    <a:ext uri="{FF2B5EF4-FFF2-40B4-BE49-F238E27FC236}">
                      <a16:creationId xmlns:a16="http://schemas.microsoft.com/office/drawing/2014/main" id="{BE0010FE-AF6E-36F8-2E94-C7A03C80A36F}"/>
                    </a:ext>
                  </a:extLst>
                </p:cNvPr>
                <p:cNvPicPr/>
                <p:nvPr/>
              </p:nvPicPr>
              <p:blipFill>
                <a:blip r:embed="rId30"/>
                <a:stretch>
                  <a:fillRect/>
                </a:stretch>
              </p:blipFill>
              <p:spPr>
                <a:xfrm>
                  <a:off x="3884870" y="4625317"/>
                  <a:ext cx="225360" cy="4813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7" name="Ink 46">
                  <a:extLst>
                    <a:ext uri="{FF2B5EF4-FFF2-40B4-BE49-F238E27FC236}">
                      <a16:creationId xmlns:a16="http://schemas.microsoft.com/office/drawing/2014/main" id="{A426BB10-9445-949B-44DF-E468F86FFA0D}"/>
                    </a:ext>
                  </a:extLst>
                </p14:cNvPr>
                <p14:cNvContentPartPr/>
                <p14:nvPr/>
              </p14:nvContentPartPr>
              <p14:xfrm>
                <a:off x="3983150" y="5013037"/>
                <a:ext cx="132120" cy="96480"/>
              </p14:xfrm>
            </p:contentPart>
          </mc:Choice>
          <mc:Fallback xmlns="">
            <p:pic>
              <p:nvPicPr>
                <p:cNvPr id="47" name="Ink 46">
                  <a:extLst>
                    <a:ext uri="{FF2B5EF4-FFF2-40B4-BE49-F238E27FC236}">
                      <a16:creationId xmlns:a16="http://schemas.microsoft.com/office/drawing/2014/main" id="{A426BB10-9445-949B-44DF-E468F86FFA0D}"/>
                    </a:ext>
                  </a:extLst>
                </p:cNvPr>
                <p:cNvPicPr/>
                <p:nvPr/>
              </p:nvPicPr>
              <p:blipFill>
                <a:blip r:embed="rId32"/>
                <a:stretch>
                  <a:fillRect/>
                </a:stretch>
              </p:blipFill>
              <p:spPr>
                <a:xfrm>
                  <a:off x="3965510" y="4995397"/>
                  <a:ext cx="16776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8" name="Ink 47">
                  <a:extLst>
                    <a:ext uri="{FF2B5EF4-FFF2-40B4-BE49-F238E27FC236}">
                      <a16:creationId xmlns:a16="http://schemas.microsoft.com/office/drawing/2014/main" id="{01D228E9-688B-AC1A-345D-A8388EA0AD64}"/>
                    </a:ext>
                  </a:extLst>
                </p14:cNvPr>
                <p14:cNvContentPartPr/>
                <p14:nvPr/>
              </p14:nvContentPartPr>
              <p14:xfrm>
                <a:off x="4025270" y="5392837"/>
                <a:ext cx="109440" cy="166680"/>
              </p14:xfrm>
            </p:contentPart>
          </mc:Choice>
          <mc:Fallback xmlns="">
            <p:pic>
              <p:nvPicPr>
                <p:cNvPr id="48" name="Ink 47">
                  <a:extLst>
                    <a:ext uri="{FF2B5EF4-FFF2-40B4-BE49-F238E27FC236}">
                      <a16:creationId xmlns:a16="http://schemas.microsoft.com/office/drawing/2014/main" id="{01D228E9-688B-AC1A-345D-A8388EA0AD64}"/>
                    </a:ext>
                  </a:extLst>
                </p:cNvPr>
                <p:cNvPicPr/>
                <p:nvPr/>
              </p:nvPicPr>
              <p:blipFill>
                <a:blip r:embed="rId34"/>
                <a:stretch>
                  <a:fillRect/>
                </a:stretch>
              </p:blipFill>
              <p:spPr>
                <a:xfrm>
                  <a:off x="4007270" y="5374837"/>
                  <a:ext cx="14508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9" name="Ink 48">
                  <a:extLst>
                    <a:ext uri="{FF2B5EF4-FFF2-40B4-BE49-F238E27FC236}">
                      <a16:creationId xmlns:a16="http://schemas.microsoft.com/office/drawing/2014/main" id="{823DA6C1-3A57-0C4D-7B23-4E9C81C23A1A}"/>
                    </a:ext>
                  </a:extLst>
                </p14:cNvPr>
                <p14:cNvContentPartPr/>
                <p14:nvPr/>
              </p14:nvContentPartPr>
              <p14:xfrm>
                <a:off x="4166750" y="5442157"/>
                <a:ext cx="71280" cy="84960"/>
              </p14:xfrm>
            </p:contentPart>
          </mc:Choice>
          <mc:Fallback xmlns="">
            <p:pic>
              <p:nvPicPr>
                <p:cNvPr id="49" name="Ink 48">
                  <a:extLst>
                    <a:ext uri="{FF2B5EF4-FFF2-40B4-BE49-F238E27FC236}">
                      <a16:creationId xmlns:a16="http://schemas.microsoft.com/office/drawing/2014/main" id="{823DA6C1-3A57-0C4D-7B23-4E9C81C23A1A}"/>
                    </a:ext>
                  </a:extLst>
                </p:cNvPr>
                <p:cNvPicPr/>
                <p:nvPr/>
              </p:nvPicPr>
              <p:blipFill>
                <a:blip r:embed="rId36"/>
                <a:stretch>
                  <a:fillRect/>
                </a:stretch>
              </p:blipFill>
              <p:spPr>
                <a:xfrm>
                  <a:off x="4148750" y="5424157"/>
                  <a:ext cx="1069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50" name="Ink 49">
                  <a:extLst>
                    <a:ext uri="{FF2B5EF4-FFF2-40B4-BE49-F238E27FC236}">
                      <a16:creationId xmlns:a16="http://schemas.microsoft.com/office/drawing/2014/main" id="{56674649-F197-95DE-BD38-A4F8EB8C5D26}"/>
                    </a:ext>
                  </a:extLst>
                </p14:cNvPr>
                <p14:cNvContentPartPr/>
                <p14:nvPr/>
              </p14:nvContentPartPr>
              <p14:xfrm>
                <a:off x="4250630" y="5424877"/>
                <a:ext cx="18720" cy="87480"/>
              </p14:xfrm>
            </p:contentPart>
          </mc:Choice>
          <mc:Fallback xmlns="">
            <p:pic>
              <p:nvPicPr>
                <p:cNvPr id="50" name="Ink 49">
                  <a:extLst>
                    <a:ext uri="{FF2B5EF4-FFF2-40B4-BE49-F238E27FC236}">
                      <a16:creationId xmlns:a16="http://schemas.microsoft.com/office/drawing/2014/main" id="{56674649-F197-95DE-BD38-A4F8EB8C5D26}"/>
                    </a:ext>
                  </a:extLst>
                </p:cNvPr>
                <p:cNvPicPr/>
                <p:nvPr/>
              </p:nvPicPr>
              <p:blipFill>
                <a:blip r:embed="rId38"/>
                <a:stretch>
                  <a:fillRect/>
                </a:stretch>
              </p:blipFill>
              <p:spPr>
                <a:xfrm>
                  <a:off x="4232990" y="5406877"/>
                  <a:ext cx="543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51" name="Ink 50">
                  <a:extLst>
                    <a:ext uri="{FF2B5EF4-FFF2-40B4-BE49-F238E27FC236}">
                      <a16:creationId xmlns:a16="http://schemas.microsoft.com/office/drawing/2014/main" id="{2645E7F5-634F-A2AE-22DB-17433965D35E}"/>
                    </a:ext>
                  </a:extLst>
                </p14:cNvPr>
                <p14:cNvContentPartPr/>
                <p14:nvPr/>
              </p14:nvContentPartPr>
              <p14:xfrm>
                <a:off x="4256030" y="5358997"/>
                <a:ext cx="76680" cy="123120"/>
              </p14:xfrm>
            </p:contentPart>
          </mc:Choice>
          <mc:Fallback xmlns="">
            <p:pic>
              <p:nvPicPr>
                <p:cNvPr id="51" name="Ink 50">
                  <a:extLst>
                    <a:ext uri="{FF2B5EF4-FFF2-40B4-BE49-F238E27FC236}">
                      <a16:creationId xmlns:a16="http://schemas.microsoft.com/office/drawing/2014/main" id="{2645E7F5-634F-A2AE-22DB-17433965D35E}"/>
                    </a:ext>
                  </a:extLst>
                </p:cNvPr>
                <p:cNvPicPr/>
                <p:nvPr/>
              </p:nvPicPr>
              <p:blipFill>
                <a:blip r:embed="rId40"/>
                <a:stretch>
                  <a:fillRect/>
                </a:stretch>
              </p:blipFill>
              <p:spPr>
                <a:xfrm>
                  <a:off x="4238030" y="5340997"/>
                  <a:ext cx="1123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52" name="Ink 51">
                  <a:extLst>
                    <a:ext uri="{FF2B5EF4-FFF2-40B4-BE49-F238E27FC236}">
                      <a16:creationId xmlns:a16="http://schemas.microsoft.com/office/drawing/2014/main" id="{572E59AA-F662-4334-B570-3A82EFCD0DBF}"/>
                    </a:ext>
                  </a:extLst>
                </p14:cNvPr>
                <p14:cNvContentPartPr/>
                <p14:nvPr/>
              </p14:nvContentPartPr>
              <p14:xfrm>
                <a:off x="4327670" y="5337757"/>
                <a:ext cx="66600" cy="87120"/>
              </p14:xfrm>
            </p:contentPart>
          </mc:Choice>
          <mc:Fallback xmlns="">
            <p:pic>
              <p:nvPicPr>
                <p:cNvPr id="52" name="Ink 51">
                  <a:extLst>
                    <a:ext uri="{FF2B5EF4-FFF2-40B4-BE49-F238E27FC236}">
                      <a16:creationId xmlns:a16="http://schemas.microsoft.com/office/drawing/2014/main" id="{572E59AA-F662-4334-B570-3A82EFCD0DBF}"/>
                    </a:ext>
                  </a:extLst>
                </p:cNvPr>
                <p:cNvPicPr/>
                <p:nvPr/>
              </p:nvPicPr>
              <p:blipFill>
                <a:blip r:embed="rId42"/>
                <a:stretch>
                  <a:fillRect/>
                </a:stretch>
              </p:blipFill>
              <p:spPr>
                <a:xfrm>
                  <a:off x="4309670" y="5319757"/>
                  <a:ext cx="10224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53" name="Ink 52">
                  <a:extLst>
                    <a:ext uri="{FF2B5EF4-FFF2-40B4-BE49-F238E27FC236}">
                      <a16:creationId xmlns:a16="http://schemas.microsoft.com/office/drawing/2014/main" id="{9D107326-A5B9-49E9-ABAB-46504D12739F}"/>
                    </a:ext>
                  </a:extLst>
                </p14:cNvPr>
                <p14:cNvContentPartPr/>
                <p14:nvPr/>
              </p14:nvContentPartPr>
              <p14:xfrm>
                <a:off x="4416590" y="5223997"/>
                <a:ext cx="104760" cy="150480"/>
              </p14:xfrm>
            </p:contentPart>
          </mc:Choice>
          <mc:Fallback xmlns="">
            <p:pic>
              <p:nvPicPr>
                <p:cNvPr id="53" name="Ink 52">
                  <a:extLst>
                    <a:ext uri="{FF2B5EF4-FFF2-40B4-BE49-F238E27FC236}">
                      <a16:creationId xmlns:a16="http://schemas.microsoft.com/office/drawing/2014/main" id="{9D107326-A5B9-49E9-ABAB-46504D12739F}"/>
                    </a:ext>
                  </a:extLst>
                </p:cNvPr>
                <p:cNvPicPr/>
                <p:nvPr/>
              </p:nvPicPr>
              <p:blipFill>
                <a:blip r:embed="rId44"/>
                <a:stretch>
                  <a:fillRect/>
                </a:stretch>
              </p:blipFill>
              <p:spPr>
                <a:xfrm>
                  <a:off x="4398590" y="5206357"/>
                  <a:ext cx="14040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4" name="Ink 53">
                  <a:extLst>
                    <a:ext uri="{FF2B5EF4-FFF2-40B4-BE49-F238E27FC236}">
                      <a16:creationId xmlns:a16="http://schemas.microsoft.com/office/drawing/2014/main" id="{ABDBF839-862D-DBF1-D342-501DD471CAF6}"/>
                    </a:ext>
                  </a:extLst>
                </p14:cNvPr>
                <p14:cNvContentPartPr/>
                <p14:nvPr/>
              </p14:nvContentPartPr>
              <p14:xfrm>
                <a:off x="4575710" y="5155957"/>
                <a:ext cx="262440" cy="166680"/>
              </p14:xfrm>
            </p:contentPart>
          </mc:Choice>
          <mc:Fallback xmlns="">
            <p:pic>
              <p:nvPicPr>
                <p:cNvPr id="54" name="Ink 53">
                  <a:extLst>
                    <a:ext uri="{FF2B5EF4-FFF2-40B4-BE49-F238E27FC236}">
                      <a16:creationId xmlns:a16="http://schemas.microsoft.com/office/drawing/2014/main" id="{ABDBF839-862D-DBF1-D342-501DD471CAF6}"/>
                    </a:ext>
                  </a:extLst>
                </p:cNvPr>
                <p:cNvPicPr/>
                <p:nvPr/>
              </p:nvPicPr>
              <p:blipFill>
                <a:blip r:embed="rId46"/>
                <a:stretch>
                  <a:fillRect/>
                </a:stretch>
              </p:blipFill>
              <p:spPr>
                <a:xfrm>
                  <a:off x="4558070" y="5138317"/>
                  <a:ext cx="29808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5" name="Ink 54">
                  <a:extLst>
                    <a:ext uri="{FF2B5EF4-FFF2-40B4-BE49-F238E27FC236}">
                      <a16:creationId xmlns:a16="http://schemas.microsoft.com/office/drawing/2014/main" id="{E63E0415-3F7D-EB51-92B8-B402E274633A}"/>
                    </a:ext>
                  </a:extLst>
                </p14:cNvPr>
                <p14:cNvContentPartPr/>
                <p14:nvPr/>
              </p14:nvContentPartPr>
              <p14:xfrm>
                <a:off x="4848950" y="5006917"/>
                <a:ext cx="79920" cy="115560"/>
              </p14:xfrm>
            </p:contentPart>
          </mc:Choice>
          <mc:Fallback xmlns="">
            <p:pic>
              <p:nvPicPr>
                <p:cNvPr id="55" name="Ink 54">
                  <a:extLst>
                    <a:ext uri="{FF2B5EF4-FFF2-40B4-BE49-F238E27FC236}">
                      <a16:creationId xmlns:a16="http://schemas.microsoft.com/office/drawing/2014/main" id="{E63E0415-3F7D-EB51-92B8-B402E274633A}"/>
                    </a:ext>
                  </a:extLst>
                </p:cNvPr>
                <p:cNvPicPr/>
                <p:nvPr/>
              </p:nvPicPr>
              <p:blipFill>
                <a:blip r:embed="rId48"/>
                <a:stretch>
                  <a:fillRect/>
                </a:stretch>
              </p:blipFill>
              <p:spPr>
                <a:xfrm>
                  <a:off x="4830950" y="4989277"/>
                  <a:ext cx="11556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6" name="Ink 55">
                  <a:extLst>
                    <a:ext uri="{FF2B5EF4-FFF2-40B4-BE49-F238E27FC236}">
                      <a16:creationId xmlns:a16="http://schemas.microsoft.com/office/drawing/2014/main" id="{EC18A6D4-2428-22EA-0BF1-E1B6261C519E}"/>
                    </a:ext>
                  </a:extLst>
                </p14:cNvPr>
                <p14:cNvContentPartPr/>
                <p14:nvPr/>
              </p14:nvContentPartPr>
              <p14:xfrm>
                <a:off x="4842470" y="5037517"/>
                <a:ext cx="66240" cy="48960"/>
              </p14:xfrm>
            </p:contentPart>
          </mc:Choice>
          <mc:Fallback xmlns="">
            <p:pic>
              <p:nvPicPr>
                <p:cNvPr id="56" name="Ink 55">
                  <a:extLst>
                    <a:ext uri="{FF2B5EF4-FFF2-40B4-BE49-F238E27FC236}">
                      <a16:creationId xmlns:a16="http://schemas.microsoft.com/office/drawing/2014/main" id="{EC18A6D4-2428-22EA-0BF1-E1B6261C519E}"/>
                    </a:ext>
                  </a:extLst>
                </p:cNvPr>
                <p:cNvPicPr/>
                <p:nvPr/>
              </p:nvPicPr>
              <p:blipFill>
                <a:blip r:embed="rId50"/>
                <a:stretch>
                  <a:fillRect/>
                </a:stretch>
              </p:blipFill>
              <p:spPr>
                <a:xfrm>
                  <a:off x="4824830" y="5019877"/>
                  <a:ext cx="101880" cy="84600"/>
                </a:xfrm>
                <a:prstGeom prst="rect">
                  <a:avLst/>
                </a:prstGeom>
              </p:spPr>
            </p:pic>
          </mc:Fallback>
        </mc:AlternateContent>
      </p:grpSp>
      <p:grpSp>
        <p:nvGrpSpPr>
          <p:cNvPr id="72" name="Group 71">
            <a:extLst>
              <a:ext uri="{FF2B5EF4-FFF2-40B4-BE49-F238E27FC236}">
                <a16:creationId xmlns:a16="http://schemas.microsoft.com/office/drawing/2014/main" id="{8C83476B-30D1-95F0-A06E-8501D31C6B87}"/>
              </a:ext>
            </a:extLst>
          </p:cNvPr>
          <p:cNvGrpSpPr/>
          <p:nvPr/>
        </p:nvGrpSpPr>
        <p:grpSpPr>
          <a:xfrm>
            <a:off x="629390" y="3625237"/>
            <a:ext cx="5602680" cy="1190880"/>
            <a:chOff x="629390" y="3625237"/>
            <a:chExt cx="5602680" cy="1190880"/>
          </a:xfrm>
        </p:grpSpPr>
        <mc:AlternateContent xmlns:mc="http://schemas.openxmlformats.org/markup-compatibility/2006" xmlns:p14="http://schemas.microsoft.com/office/powerpoint/2010/main">
          <mc:Choice Requires="p14">
            <p:contentPart p14:bwMode="auto" r:id="rId51">
              <p14:nvContentPartPr>
                <p14:cNvPr id="3" name="Ink 2">
                  <a:extLst>
                    <a:ext uri="{FF2B5EF4-FFF2-40B4-BE49-F238E27FC236}">
                      <a16:creationId xmlns:a16="http://schemas.microsoft.com/office/drawing/2014/main" id="{940AA703-75D7-C55E-6D37-0407753CBE59}"/>
                    </a:ext>
                  </a:extLst>
                </p14:cNvPr>
                <p14:cNvContentPartPr/>
                <p14:nvPr/>
              </p14:nvContentPartPr>
              <p14:xfrm>
                <a:off x="629390" y="4464757"/>
                <a:ext cx="127800" cy="278280"/>
              </p14:xfrm>
            </p:contentPart>
          </mc:Choice>
          <mc:Fallback xmlns="">
            <p:pic>
              <p:nvPicPr>
                <p:cNvPr id="3" name="Ink 2">
                  <a:extLst>
                    <a:ext uri="{FF2B5EF4-FFF2-40B4-BE49-F238E27FC236}">
                      <a16:creationId xmlns:a16="http://schemas.microsoft.com/office/drawing/2014/main" id="{940AA703-75D7-C55E-6D37-0407753CBE59}"/>
                    </a:ext>
                  </a:extLst>
                </p:cNvPr>
                <p:cNvPicPr/>
                <p:nvPr/>
              </p:nvPicPr>
              <p:blipFill>
                <a:blip r:embed="rId52"/>
                <a:stretch>
                  <a:fillRect/>
                </a:stretch>
              </p:blipFill>
              <p:spPr>
                <a:xfrm>
                  <a:off x="611750" y="4446757"/>
                  <a:ext cx="16344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 name="Ink 4">
                  <a:extLst>
                    <a:ext uri="{FF2B5EF4-FFF2-40B4-BE49-F238E27FC236}">
                      <a16:creationId xmlns:a16="http://schemas.microsoft.com/office/drawing/2014/main" id="{6F979897-6BE7-333C-16B6-23CC41F892DC}"/>
                    </a:ext>
                  </a:extLst>
                </p14:cNvPr>
                <p14:cNvContentPartPr/>
                <p14:nvPr/>
              </p14:nvContentPartPr>
              <p14:xfrm>
                <a:off x="667550" y="4225357"/>
                <a:ext cx="20160" cy="84960"/>
              </p14:xfrm>
            </p:contentPart>
          </mc:Choice>
          <mc:Fallback xmlns="">
            <p:pic>
              <p:nvPicPr>
                <p:cNvPr id="5" name="Ink 4">
                  <a:extLst>
                    <a:ext uri="{FF2B5EF4-FFF2-40B4-BE49-F238E27FC236}">
                      <a16:creationId xmlns:a16="http://schemas.microsoft.com/office/drawing/2014/main" id="{6F979897-6BE7-333C-16B6-23CC41F892DC}"/>
                    </a:ext>
                  </a:extLst>
                </p:cNvPr>
                <p:cNvPicPr/>
                <p:nvPr/>
              </p:nvPicPr>
              <p:blipFill>
                <a:blip r:embed="rId54"/>
                <a:stretch>
                  <a:fillRect/>
                </a:stretch>
              </p:blipFill>
              <p:spPr>
                <a:xfrm>
                  <a:off x="649910" y="4207717"/>
                  <a:ext cx="558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 name="Ink 6">
                  <a:extLst>
                    <a:ext uri="{FF2B5EF4-FFF2-40B4-BE49-F238E27FC236}">
                      <a16:creationId xmlns:a16="http://schemas.microsoft.com/office/drawing/2014/main" id="{AB829C03-39AC-3D12-B472-E7C7E8D0E304}"/>
                    </a:ext>
                  </a:extLst>
                </p14:cNvPr>
                <p14:cNvContentPartPr/>
                <p14:nvPr/>
              </p14:nvContentPartPr>
              <p14:xfrm>
                <a:off x="834950" y="4662397"/>
                <a:ext cx="140400" cy="109440"/>
              </p14:xfrm>
            </p:contentPart>
          </mc:Choice>
          <mc:Fallback xmlns="">
            <p:pic>
              <p:nvPicPr>
                <p:cNvPr id="7" name="Ink 6">
                  <a:extLst>
                    <a:ext uri="{FF2B5EF4-FFF2-40B4-BE49-F238E27FC236}">
                      <a16:creationId xmlns:a16="http://schemas.microsoft.com/office/drawing/2014/main" id="{AB829C03-39AC-3D12-B472-E7C7E8D0E304}"/>
                    </a:ext>
                  </a:extLst>
                </p:cNvPr>
                <p:cNvPicPr/>
                <p:nvPr/>
              </p:nvPicPr>
              <p:blipFill>
                <a:blip r:embed="rId56"/>
                <a:stretch>
                  <a:fillRect/>
                </a:stretch>
              </p:blipFill>
              <p:spPr>
                <a:xfrm>
                  <a:off x="817310" y="4644757"/>
                  <a:ext cx="1760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8" name="Ink 7">
                  <a:extLst>
                    <a:ext uri="{FF2B5EF4-FFF2-40B4-BE49-F238E27FC236}">
                      <a16:creationId xmlns:a16="http://schemas.microsoft.com/office/drawing/2014/main" id="{3E1876F2-493D-4A92-92CF-747393684ED9}"/>
                    </a:ext>
                  </a:extLst>
                </p14:cNvPr>
                <p14:cNvContentPartPr/>
                <p14:nvPr/>
              </p14:nvContentPartPr>
              <p14:xfrm>
                <a:off x="1053470" y="4648717"/>
                <a:ext cx="64080" cy="122400"/>
              </p14:xfrm>
            </p:contentPart>
          </mc:Choice>
          <mc:Fallback xmlns="">
            <p:pic>
              <p:nvPicPr>
                <p:cNvPr id="8" name="Ink 7">
                  <a:extLst>
                    <a:ext uri="{FF2B5EF4-FFF2-40B4-BE49-F238E27FC236}">
                      <a16:creationId xmlns:a16="http://schemas.microsoft.com/office/drawing/2014/main" id="{3E1876F2-493D-4A92-92CF-747393684ED9}"/>
                    </a:ext>
                  </a:extLst>
                </p:cNvPr>
                <p:cNvPicPr/>
                <p:nvPr/>
              </p:nvPicPr>
              <p:blipFill>
                <a:blip r:embed="rId58"/>
                <a:stretch>
                  <a:fillRect/>
                </a:stretch>
              </p:blipFill>
              <p:spPr>
                <a:xfrm>
                  <a:off x="1035470" y="4631077"/>
                  <a:ext cx="9972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9" name="Ink 8">
                  <a:extLst>
                    <a:ext uri="{FF2B5EF4-FFF2-40B4-BE49-F238E27FC236}">
                      <a16:creationId xmlns:a16="http://schemas.microsoft.com/office/drawing/2014/main" id="{B41181D1-DB9D-88AD-DB63-D8EDD5DDF0BB}"/>
                    </a:ext>
                  </a:extLst>
                </p14:cNvPr>
                <p14:cNvContentPartPr/>
                <p14:nvPr/>
              </p14:nvContentPartPr>
              <p14:xfrm>
                <a:off x="1189550" y="4677157"/>
                <a:ext cx="15120" cy="88200"/>
              </p14:xfrm>
            </p:contentPart>
          </mc:Choice>
          <mc:Fallback xmlns="">
            <p:pic>
              <p:nvPicPr>
                <p:cNvPr id="9" name="Ink 8">
                  <a:extLst>
                    <a:ext uri="{FF2B5EF4-FFF2-40B4-BE49-F238E27FC236}">
                      <a16:creationId xmlns:a16="http://schemas.microsoft.com/office/drawing/2014/main" id="{B41181D1-DB9D-88AD-DB63-D8EDD5DDF0BB}"/>
                    </a:ext>
                  </a:extLst>
                </p:cNvPr>
                <p:cNvPicPr/>
                <p:nvPr/>
              </p:nvPicPr>
              <p:blipFill>
                <a:blip r:embed="rId60"/>
                <a:stretch>
                  <a:fillRect/>
                </a:stretch>
              </p:blipFill>
              <p:spPr>
                <a:xfrm>
                  <a:off x="1171550" y="4659157"/>
                  <a:ext cx="5076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0" name="Ink 9">
                  <a:extLst>
                    <a:ext uri="{FF2B5EF4-FFF2-40B4-BE49-F238E27FC236}">
                      <a16:creationId xmlns:a16="http://schemas.microsoft.com/office/drawing/2014/main" id="{24FFA7C6-9A17-CEC5-679A-42461271778D}"/>
                    </a:ext>
                  </a:extLst>
                </p14:cNvPr>
                <p14:cNvContentPartPr/>
                <p14:nvPr/>
              </p14:nvContentPartPr>
              <p14:xfrm>
                <a:off x="1205390" y="4576357"/>
                <a:ext cx="10800" cy="21600"/>
              </p14:xfrm>
            </p:contentPart>
          </mc:Choice>
          <mc:Fallback xmlns="">
            <p:pic>
              <p:nvPicPr>
                <p:cNvPr id="10" name="Ink 9">
                  <a:extLst>
                    <a:ext uri="{FF2B5EF4-FFF2-40B4-BE49-F238E27FC236}">
                      <a16:creationId xmlns:a16="http://schemas.microsoft.com/office/drawing/2014/main" id="{24FFA7C6-9A17-CEC5-679A-42461271778D}"/>
                    </a:ext>
                  </a:extLst>
                </p:cNvPr>
                <p:cNvPicPr/>
                <p:nvPr/>
              </p:nvPicPr>
              <p:blipFill>
                <a:blip r:embed="rId62"/>
                <a:stretch>
                  <a:fillRect/>
                </a:stretch>
              </p:blipFill>
              <p:spPr>
                <a:xfrm>
                  <a:off x="1187390" y="4558357"/>
                  <a:ext cx="4644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1" name="Ink 10">
                  <a:extLst>
                    <a:ext uri="{FF2B5EF4-FFF2-40B4-BE49-F238E27FC236}">
                      <a16:creationId xmlns:a16="http://schemas.microsoft.com/office/drawing/2014/main" id="{639A77A7-6E01-EC7C-52CF-E1C999C9E39D}"/>
                    </a:ext>
                  </a:extLst>
                </p14:cNvPr>
                <p14:cNvContentPartPr/>
                <p14:nvPr/>
              </p14:nvContentPartPr>
              <p14:xfrm>
                <a:off x="1295750" y="4595077"/>
                <a:ext cx="66960" cy="184680"/>
              </p14:xfrm>
            </p:contentPart>
          </mc:Choice>
          <mc:Fallback xmlns="">
            <p:pic>
              <p:nvPicPr>
                <p:cNvPr id="11" name="Ink 10">
                  <a:extLst>
                    <a:ext uri="{FF2B5EF4-FFF2-40B4-BE49-F238E27FC236}">
                      <a16:creationId xmlns:a16="http://schemas.microsoft.com/office/drawing/2014/main" id="{639A77A7-6E01-EC7C-52CF-E1C999C9E39D}"/>
                    </a:ext>
                  </a:extLst>
                </p:cNvPr>
                <p:cNvPicPr/>
                <p:nvPr/>
              </p:nvPicPr>
              <p:blipFill>
                <a:blip r:embed="rId64"/>
                <a:stretch>
                  <a:fillRect/>
                </a:stretch>
              </p:blipFill>
              <p:spPr>
                <a:xfrm>
                  <a:off x="1277750" y="4577077"/>
                  <a:ext cx="10260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2" name="Ink 11">
                  <a:extLst>
                    <a:ext uri="{FF2B5EF4-FFF2-40B4-BE49-F238E27FC236}">
                      <a16:creationId xmlns:a16="http://schemas.microsoft.com/office/drawing/2014/main" id="{D3E84357-C322-80EB-F2C4-14826803EDCF}"/>
                    </a:ext>
                  </a:extLst>
                </p14:cNvPr>
                <p14:cNvContentPartPr/>
                <p14:nvPr/>
              </p14:nvContentPartPr>
              <p14:xfrm>
                <a:off x="1360190" y="4621357"/>
                <a:ext cx="94320" cy="140400"/>
              </p14:xfrm>
            </p:contentPart>
          </mc:Choice>
          <mc:Fallback xmlns="">
            <p:pic>
              <p:nvPicPr>
                <p:cNvPr id="12" name="Ink 11">
                  <a:extLst>
                    <a:ext uri="{FF2B5EF4-FFF2-40B4-BE49-F238E27FC236}">
                      <a16:creationId xmlns:a16="http://schemas.microsoft.com/office/drawing/2014/main" id="{D3E84357-C322-80EB-F2C4-14826803EDCF}"/>
                    </a:ext>
                  </a:extLst>
                </p:cNvPr>
                <p:cNvPicPr/>
                <p:nvPr/>
              </p:nvPicPr>
              <p:blipFill>
                <a:blip r:embed="rId66"/>
                <a:stretch>
                  <a:fillRect/>
                </a:stretch>
              </p:blipFill>
              <p:spPr>
                <a:xfrm>
                  <a:off x="1342550" y="4603357"/>
                  <a:ext cx="1299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3" name="Ink 12">
                  <a:extLst>
                    <a:ext uri="{FF2B5EF4-FFF2-40B4-BE49-F238E27FC236}">
                      <a16:creationId xmlns:a16="http://schemas.microsoft.com/office/drawing/2014/main" id="{F6641B32-321D-AB45-84BA-8C8A38CAAED2}"/>
                    </a:ext>
                  </a:extLst>
                </p14:cNvPr>
                <p14:cNvContentPartPr/>
                <p14:nvPr/>
              </p14:nvContentPartPr>
              <p14:xfrm>
                <a:off x="1584470" y="4716037"/>
                <a:ext cx="9360" cy="86760"/>
              </p14:xfrm>
            </p:contentPart>
          </mc:Choice>
          <mc:Fallback xmlns="">
            <p:pic>
              <p:nvPicPr>
                <p:cNvPr id="13" name="Ink 12">
                  <a:extLst>
                    <a:ext uri="{FF2B5EF4-FFF2-40B4-BE49-F238E27FC236}">
                      <a16:creationId xmlns:a16="http://schemas.microsoft.com/office/drawing/2014/main" id="{F6641B32-321D-AB45-84BA-8C8A38CAAED2}"/>
                    </a:ext>
                  </a:extLst>
                </p:cNvPr>
                <p:cNvPicPr/>
                <p:nvPr/>
              </p:nvPicPr>
              <p:blipFill>
                <a:blip r:embed="rId68"/>
                <a:stretch>
                  <a:fillRect/>
                </a:stretch>
              </p:blipFill>
              <p:spPr>
                <a:xfrm>
                  <a:off x="1566830" y="4698037"/>
                  <a:ext cx="450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4" name="Ink 13">
                  <a:extLst>
                    <a:ext uri="{FF2B5EF4-FFF2-40B4-BE49-F238E27FC236}">
                      <a16:creationId xmlns:a16="http://schemas.microsoft.com/office/drawing/2014/main" id="{63FEE8D2-1314-2999-9295-B7A0A911189C}"/>
                    </a:ext>
                  </a:extLst>
                </p14:cNvPr>
                <p14:cNvContentPartPr/>
                <p14:nvPr/>
              </p14:nvContentPartPr>
              <p14:xfrm>
                <a:off x="1687430" y="4650517"/>
                <a:ext cx="81720" cy="165600"/>
              </p14:xfrm>
            </p:contentPart>
          </mc:Choice>
          <mc:Fallback xmlns="">
            <p:pic>
              <p:nvPicPr>
                <p:cNvPr id="14" name="Ink 13">
                  <a:extLst>
                    <a:ext uri="{FF2B5EF4-FFF2-40B4-BE49-F238E27FC236}">
                      <a16:creationId xmlns:a16="http://schemas.microsoft.com/office/drawing/2014/main" id="{63FEE8D2-1314-2999-9295-B7A0A911189C}"/>
                    </a:ext>
                  </a:extLst>
                </p:cNvPr>
                <p:cNvPicPr/>
                <p:nvPr/>
              </p:nvPicPr>
              <p:blipFill>
                <a:blip r:embed="rId70"/>
                <a:stretch>
                  <a:fillRect/>
                </a:stretch>
              </p:blipFill>
              <p:spPr>
                <a:xfrm>
                  <a:off x="1669790" y="4632517"/>
                  <a:ext cx="11736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5" name="Ink 14">
                  <a:extLst>
                    <a:ext uri="{FF2B5EF4-FFF2-40B4-BE49-F238E27FC236}">
                      <a16:creationId xmlns:a16="http://schemas.microsoft.com/office/drawing/2014/main" id="{51A07AD9-BA44-DAF4-C8CD-E208D15EBDF9}"/>
                    </a:ext>
                  </a:extLst>
                </p14:cNvPr>
                <p14:cNvContentPartPr/>
                <p14:nvPr/>
              </p14:nvContentPartPr>
              <p14:xfrm>
                <a:off x="1861310" y="4639717"/>
                <a:ext cx="118800" cy="146520"/>
              </p14:xfrm>
            </p:contentPart>
          </mc:Choice>
          <mc:Fallback xmlns="">
            <p:pic>
              <p:nvPicPr>
                <p:cNvPr id="15" name="Ink 14">
                  <a:extLst>
                    <a:ext uri="{FF2B5EF4-FFF2-40B4-BE49-F238E27FC236}">
                      <a16:creationId xmlns:a16="http://schemas.microsoft.com/office/drawing/2014/main" id="{51A07AD9-BA44-DAF4-C8CD-E208D15EBDF9}"/>
                    </a:ext>
                  </a:extLst>
                </p:cNvPr>
                <p:cNvPicPr/>
                <p:nvPr/>
              </p:nvPicPr>
              <p:blipFill>
                <a:blip r:embed="rId72"/>
                <a:stretch>
                  <a:fillRect/>
                </a:stretch>
              </p:blipFill>
              <p:spPr>
                <a:xfrm>
                  <a:off x="1843310" y="4621717"/>
                  <a:ext cx="15444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6" name="Ink 15">
                  <a:extLst>
                    <a:ext uri="{FF2B5EF4-FFF2-40B4-BE49-F238E27FC236}">
                      <a16:creationId xmlns:a16="http://schemas.microsoft.com/office/drawing/2014/main" id="{DC9AB672-DBF7-95E9-E1C4-C561B888A5FA}"/>
                    </a:ext>
                  </a:extLst>
                </p14:cNvPr>
                <p14:cNvContentPartPr/>
                <p14:nvPr/>
              </p14:nvContentPartPr>
              <p14:xfrm>
                <a:off x="2037710" y="4657357"/>
                <a:ext cx="102960" cy="102600"/>
              </p14:xfrm>
            </p:contentPart>
          </mc:Choice>
          <mc:Fallback xmlns="">
            <p:pic>
              <p:nvPicPr>
                <p:cNvPr id="16" name="Ink 15">
                  <a:extLst>
                    <a:ext uri="{FF2B5EF4-FFF2-40B4-BE49-F238E27FC236}">
                      <a16:creationId xmlns:a16="http://schemas.microsoft.com/office/drawing/2014/main" id="{DC9AB672-DBF7-95E9-E1C4-C561B888A5FA}"/>
                    </a:ext>
                  </a:extLst>
                </p:cNvPr>
                <p:cNvPicPr/>
                <p:nvPr/>
              </p:nvPicPr>
              <p:blipFill>
                <a:blip r:embed="rId74"/>
                <a:stretch>
                  <a:fillRect/>
                </a:stretch>
              </p:blipFill>
              <p:spPr>
                <a:xfrm>
                  <a:off x="2019710" y="4639357"/>
                  <a:ext cx="13860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7" name="Ink 16">
                  <a:extLst>
                    <a:ext uri="{FF2B5EF4-FFF2-40B4-BE49-F238E27FC236}">
                      <a16:creationId xmlns:a16="http://schemas.microsoft.com/office/drawing/2014/main" id="{C8DF27E9-4D92-3312-C76D-1B8C4DB09CD6}"/>
                    </a:ext>
                  </a:extLst>
                </p14:cNvPr>
                <p14:cNvContentPartPr/>
                <p14:nvPr/>
              </p14:nvContentPartPr>
              <p14:xfrm>
                <a:off x="2233190" y="4548637"/>
                <a:ext cx="61200" cy="239760"/>
              </p14:xfrm>
            </p:contentPart>
          </mc:Choice>
          <mc:Fallback xmlns="">
            <p:pic>
              <p:nvPicPr>
                <p:cNvPr id="17" name="Ink 16">
                  <a:extLst>
                    <a:ext uri="{FF2B5EF4-FFF2-40B4-BE49-F238E27FC236}">
                      <a16:creationId xmlns:a16="http://schemas.microsoft.com/office/drawing/2014/main" id="{C8DF27E9-4D92-3312-C76D-1B8C4DB09CD6}"/>
                    </a:ext>
                  </a:extLst>
                </p:cNvPr>
                <p:cNvPicPr/>
                <p:nvPr/>
              </p:nvPicPr>
              <p:blipFill>
                <a:blip r:embed="rId76"/>
                <a:stretch>
                  <a:fillRect/>
                </a:stretch>
              </p:blipFill>
              <p:spPr>
                <a:xfrm>
                  <a:off x="2215550" y="4530997"/>
                  <a:ext cx="9684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8" name="Ink 17">
                  <a:extLst>
                    <a:ext uri="{FF2B5EF4-FFF2-40B4-BE49-F238E27FC236}">
                      <a16:creationId xmlns:a16="http://schemas.microsoft.com/office/drawing/2014/main" id="{B8FF1DDA-E87B-9E33-7D29-2AD51A9F91C2}"/>
                    </a:ext>
                  </a:extLst>
                </p14:cNvPr>
                <p14:cNvContentPartPr/>
                <p14:nvPr/>
              </p14:nvContentPartPr>
              <p14:xfrm>
                <a:off x="2193590" y="4625317"/>
                <a:ext cx="117360" cy="63720"/>
              </p14:xfrm>
            </p:contentPart>
          </mc:Choice>
          <mc:Fallback xmlns="">
            <p:pic>
              <p:nvPicPr>
                <p:cNvPr id="18" name="Ink 17">
                  <a:extLst>
                    <a:ext uri="{FF2B5EF4-FFF2-40B4-BE49-F238E27FC236}">
                      <a16:creationId xmlns:a16="http://schemas.microsoft.com/office/drawing/2014/main" id="{B8FF1DDA-E87B-9E33-7D29-2AD51A9F91C2}"/>
                    </a:ext>
                  </a:extLst>
                </p:cNvPr>
                <p:cNvPicPr/>
                <p:nvPr/>
              </p:nvPicPr>
              <p:blipFill>
                <a:blip r:embed="rId78"/>
                <a:stretch>
                  <a:fillRect/>
                </a:stretch>
              </p:blipFill>
              <p:spPr>
                <a:xfrm>
                  <a:off x="2175590" y="4607677"/>
                  <a:ext cx="15300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9" name="Ink 18">
                  <a:extLst>
                    <a:ext uri="{FF2B5EF4-FFF2-40B4-BE49-F238E27FC236}">
                      <a16:creationId xmlns:a16="http://schemas.microsoft.com/office/drawing/2014/main" id="{17EA4ADF-195A-E528-C483-65946C09D5DE}"/>
                    </a:ext>
                  </a:extLst>
                </p14:cNvPr>
                <p14:cNvContentPartPr/>
                <p14:nvPr/>
              </p14:nvContentPartPr>
              <p14:xfrm>
                <a:off x="2461430" y="4408957"/>
                <a:ext cx="37800" cy="14760"/>
              </p14:xfrm>
            </p:contentPart>
          </mc:Choice>
          <mc:Fallback xmlns="">
            <p:pic>
              <p:nvPicPr>
                <p:cNvPr id="19" name="Ink 18">
                  <a:extLst>
                    <a:ext uri="{FF2B5EF4-FFF2-40B4-BE49-F238E27FC236}">
                      <a16:creationId xmlns:a16="http://schemas.microsoft.com/office/drawing/2014/main" id="{17EA4ADF-195A-E528-C483-65946C09D5DE}"/>
                    </a:ext>
                  </a:extLst>
                </p:cNvPr>
                <p:cNvPicPr/>
                <p:nvPr/>
              </p:nvPicPr>
              <p:blipFill>
                <a:blip r:embed="rId80"/>
                <a:stretch>
                  <a:fillRect/>
                </a:stretch>
              </p:blipFill>
              <p:spPr>
                <a:xfrm>
                  <a:off x="2443430" y="4391317"/>
                  <a:ext cx="7344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20" name="Ink 19">
                  <a:extLst>
                    <a:ext uri="{FF2B5EF4-FFF2-40B4-BE49-F238E27FC236}">
                      <a16:creationId xmlns:a16="http://schemas.microsoft.com/office/drawing/2014/main" id="{04FFFB61-E30B-1F8C-8C81-9A839527E448}"/>
                    </a:ext>
                  </a:extLst>
                </p14:cNvPr>
                <p14:cNvContentPartPr/>
                <p14:nvPr/>
              </p14:nvContentPartPr>
              <p14:xfrm>
                <a:off x="2490590" y="4446037"/>
                <a:ext cx="67320" cy="35280"/>
              </p14:xfrm>
            </p:contentPart>
          </mc:Choice>
          <mc:Fallback xmlns="">
            <p:pic>
              <p:nvPicPr>
                <p:cNvPr id="20" name="Ink 19">
                  <a:extLst>
                    <a:ext uri="{FF2B5EF4-FFF2-40B4-BE49-F238E27FC236}">
                      <a16:creationId xmlns:a16="http://schemas.microsoft.com/office/drawing/2014/main" id="{04FFFB61-E30B-1F8C-8C81-9A839527E448}"/>
                    </a:ext>
                  </a:extLst>
                </p:cNvPr>
                <p:cNvPicPr/>
                <p:nvPr/>
              </p:nvPicPr>
              <p:blipFill>
                <a:blip r:embed="rId82"/>
                <a:stretch>
                  <a:fillRect/>
                </a:stretch>
              </p:blipFill>
              <p:spPr>
                <a:xfrm>
                  <a:off x="2472950" y="4428037"/>
                  <a:ext cx="10296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21" name="Ink 20">
                  <a:extLst>
                    <a:ext uri="{FF2B5EF4-FFF2-40B4-BE49-F238E27FC236}">
                      <a16:creationId xmlns:a16="http://schemas.microsoft.com/office/drawing/2014/main" id="{4FC45552-9BDF-9EA7-5186-7D94F30AF454}"/>
                    </a:ext>
                  </a:extLst>
                </p14:cNvPr>
                <p14:cNvContentPartPr/>
                <p14:nvPr/>
              </p14:nvContentPartPr>
              <p14:xfrm>
                <a:off x="2679590" y="3625237"/>
                <a:ext cx="1575360" cy="1055160"/>
              </p14:xfrm>
            </p:contentPart>
          </mc:Choice>
          <mc:Fallback xmlns="">
            <p:pic>
              <p:nvPicPr>
                <p:cNvPr id="21" name="Ink 20">
                  <a:extLst>
                    <a:ext uri="{FF2B5EF4-FFF2-40B4-BE49-F238E27FC236}">
                      <a16:creationId xmlns:a16="http://schemas.microsoft.com/office/drawing/2014/main" id="{4FC45552-9BDF-9EA7-5186-7D94F30AF454}"/>
                    </a:ext>
                  </a:extLst>
                </p:cNvPr>
                <p:cNvPicPr/>
                <p:nvPr/>
              </p:nvPicPr>
              <p:blipFill>
                <a:blip r:embed="rId84"/>
                <a:stretch>
                  <a:fillRect/>
                </a:stretch>
              </p:blipFill>
              <p:spPr>
                <a:xfrm>
                  <a:off x="2661590" y="3607597"/>
                  <a:ext cx="1611000" cy="10908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22" name="Ink 21">
                  <a:extLst>
                    <a:ext uri="{FF2B5EF4-FFF2-40B4-BE49-F238E27FC236}">
                      <a16:creationId xmlns:a16="http://schemas.microsoft.com/office/drawing/2014/main" id="{6D5030BC-4E3A-4D22-3985-E331F397521F}"/>
                    </a:ext>
                  </a:extLst>
                </p14:cNvPr>
                <p14:cNvContentPartPr/>
                <p14:nvPr/>
              </p14:nvContentPartPr>
              <p14:xfrm>
                <a:off x="2990630" y="4209877"/>
                <a:ext cx="218880" cy="168120"/>
              </p14:xfrm>
            </p:contentPart>
          </mc:Choice>
          <mc:Fallback xmlns="">
            <p:pic>
              <p:nvPicPr>
                <p:cNvPr id="22" name="Ink 21">
                  <a:extLst>
                    <a:ext uri="{FF2B5EF4-FFF2-40B4-BE49-F238E27FC236}">
                      <a16:creationId xmlns:a16="http://schemas.microsoft.com/office/drawing/2014/main" id="{6D5030BC-4E3A-4D22-3985-E331F397521F}"/>
                    </a:ext>
                  </a:extLst>
                </p:cNvPr>
                <p:cNvPicPr/>
                <p:nvPr/>
              </p:nvPicPr>
              <p:blipFill>
                <a:blip r:embed="rId86"/>
                <a:stretch>
                  <a:fillRect/>
                </a:stretch>
              </p:blipFill>
              <p:spPr>
                <a:xfrm>
                  <a:off x="2972990" y="4191877"/>
                  <a:ext cx="25452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23" name="Ink 22">
                  <a:extLst>
                    <a:ext uri="{FF2B5EF4-FFF2-40B4-BE49-F238E27FC236}">
                      <a16:creationId xmlns:a16="http://schemas.microsoft.com/office/drawing/2014/main" id="{E3C74013-324B-FBCC-44F0-98FC4612A67B}"/>
                    </a:ext>
                  </a:extLst>
                </p14:cNvPr>
                <p14:cNvContentPartPr/>
                <p14:nvPr/>
              </p14:nvContentPartPr>
              <p14:xfrm>
                <a:off x="3357470" y="4167397"/>
                <a:ext cx="212760" cy="200520"/>
              </p14:xfrm>
            </p:contentPart>
          </mc:Choice>
          <mc:Fallback xmlns="">
            <p:pic>
              <p:nvPicPr>
                <p:cNvPr id="23" name="Ink 22">
                  <a:extLst>
                    <a:ext uri="{FF2B5EF4-FFF2-40B4-BE49-F238E27FC236}">
                      <a16:creationId xmlns:a16="http://schemas.microsoft.com/office/drawing/2014/main" id="{E3C74013-324B-FBCC-44F0-98FC4612A67B}"/>
                    </a:ext>
                  </a:extLst>
                </p:cNvPr>
                <p:cNvPicPr/>
                <p:nvPr/>
              </p:nvPicPr>
              <p:blipFill>
                <a:blip r:embed="rId88"/>
                <a:stretch>
                  <a:fillRect/>
                </a:stretch>
              </p:blipFill>
              <p:spPr>
                <a:xfrm>
                  <a:off x="3339830" y="4149757"/>
                  <a:ext cx="24840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25" name="Ink 24">
                  <a:extLst>
                    <a:ext uri="{FF2B5EF4-FFF2-40B4-BE49-F238E27FC236}">
                      <a16:creationId xmlns:a16="http://schemas.microsoft.com/office/drawing/2014/main" id="{229E8380-2AE6-27D8-430A-56363607C78B}"/>
                    </a:ext>
                  </a:extLst>
                </p14:cNvPr>
                <p14:cNvContentPartPr/>
                <p14:nvPr/>
              </p14:nvContentPartPr>
              <p14:xfrm>
                <a:off x="3718550" y="3995317"/>
                <a:ext cx="131760" cy="387360"/>
              </p14:xfrm>
            </p:contentPart>
          </mc:Choice>
          <mc:Fallback xmlns="">
            <p:pic>
              <p:nvPicPr>
                <p:cNvPr id="25" name="Ink 24">
                  <a:extLst>
                    <a:ext uri="{FF2B5EF4-FFF2-40B4-BE49-F238E27FC236}">
                      <a16:creationId xmlns:a16="http://schemas.microsoft.com/office/drawing/2014/main" id="{229E8380-2AE6-27D8-430A-56363607C78B}"/>
                    </a:ext>
                  </a:extLst>
                </p:cNvPr>
                <p:cNvPicPr/>
                <p:nvPr/>
              </p:nvPicPr>
              <p:blipFill>
                <a:blip r:embed="rId90"/>
                <a:stretch>
                  <a:fillRect/>
                </a:stretch>
              </p:blipFill>
              <p:spPr>
                <a:xfrm>
                  <a:off x="3700910" y="3977677"/>
                  <a:ext cx="167400" cy="423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26" name="Ink 25">
                  <a:extLst>
                    <a:ext uri="{FF2B5EF4-FFF2-40B4-BE49-F238E27FC236}">
                      <a16:creationId xmlns:a16="http://schemas.microsoft.com/office/drawing/2014/main" id="{D4BCD5C6-362C-F2C0-F965-E59D595ACF46}"/>
                    </a:ext>
                  </a:extLst>
                </p14:cNvPr>
                <p14:cNvContentPartPr/>
                <p14:nvPr/>
              </p14:nvContentPartPr>
              <p14:xfrm>
                <a:off x="3809630" y="4364677"/>
                <a:ext cx="48960" cy="32760"/>
              </p14:xfrm>
            </p:contentPart>
          </mc:Choice>
          <mc:Fallback xmlns="">
            <p:pic>
              <p:nvPicPr>
                <p:cNvPr id="26" name="Ink 25">
                  <a:extLst>
                    <a:ext uri="{FF2B5EF4-FFF2-40B4-BE49-F238E27FC236}">
                      <a16:creationId xmlns:a16="http://schemas.microsoft.com/office/drawing/2014/main" id="{D4BCD5C6-362C-F2C0-F965-E59D595ACF46}"/>
                    </a:ext>
                  </a:extLst>
                </p:cNvPr>
                <p:cNvPicPr/>
                <p:nvPr/>
              </p:nvPicPr>
              <p:blipFill>
                <a:blip r:embed="rId92"/>
                <a:stretch>
                  <a:fillRect/>
                </a:stretch>
              </p:blipFill>
              <p:spPr>
                <a:xfrm>
                  <a:off x="3791630" y="4347037"/>
                  <a:ext cx="8460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27" name="Ink 26">
                  <a:extLst>
                    <a:ext uri="{FF2B5EF4-FFF2-40B4-BE49-F238E27FC236}">
                      <a16:creationId xmlns:a16="http://schemas.microsoft.com/office/drawing/2014/main" id="{751FC9E6-BF8E-C99B-C9B2-1C1C14173FEA}"/>
                    </a:ext>
                  </a:extLst>
                </p14:cNvPr>
                <p14:cNvContentPartPr/>
                <p14:nvPr/>
              </p14:nvContentPartPr>
              <p14:xfrm>
                <a:off x="3692270" y="4010437"/>
                <a:ext cx="86400" cy="30240"/>
              </p14:xfrm>
            </p:contentPart>
          </mc:Choice>
          <mc:Fallback xmlns="">
            <p:pic>
              <p:nvPicPr>
                <p:cNvPr id="27" name="Ink 26">
                  <a:extLst>
                    <a:ext uri="{FF2B5EF4-FFF2-40B4-BE49-F238E27FC236}">
                      <a16:creationId xmlns:a16="http://schemas.microsoft.com/office/drawing/2014/main" id="{751FC9E6-BF8E-C99B-C9B2-1C1C14173FEA}"/>
                    </a:ext>
                  </a:extLst>
                </p:cNvPr>
                <p:cNvPicPr/>
                <p:nvPr/>
              </p:nvPicPr>
              <p:blipFill>
                <a:blip r:embed="rId94"/>
                <a:stretch>
                  <a:fillRect/>
                </a:stretch>
              </p:blipFill>
              <p:spPr>
                <a:xfrm>
                  <a:off x="3674630" y="3992797"/>
                  <a:ext cx="12204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28" name="Ink 27">
                  <a:extLst>
                    <a:ext uri="{FF2B5EF4-FFF2-40B4-BE49-F238E27FC236}">
                      <a16:creationId xmlns:a16="http://schemas.microsoft.com/office/drawing/2014/main" id="{E1A43082-5273-5BA6-C59A-C19FF535FE67}"/>
                    </a:ext>
                  </a:extLst>
                </p14:cNvPr>
                <p14:cNvContentPartPr/>
                <p14:nvPr/>
              </p14:nvContentPartPr>
              <p14:xfrm>
                <a:off x="3988190" y="3994237"/>
                <a:ext cx="87120" cy="277920"/>
              </p14:xfrm>
            </p:contentPart>
          </mc:Choice>
          <mc:Fallback xmlns="">
            <p:pic>
              <p:nvPicPr>
                <p:cNvPr id="28" name="Ink 27">
                  <a:extLst>
                    <a:ext uri="{FF2B5EF4-FFF2-40B4-BE49-F238E27FC236}">
                      <a16:creationId xmlns:a16="http://schemas.microsoft.com/office/drawing/2014/main" id="{E1A43082-5273-5BA6-C59A-C19FF535FE67}"/>
                    </a:ext>
                  </a:extLst>
                </p:cNvPr>
                <p:cNvPicPr/>
                <p:nvPr/>
              </p:nvPicPr>
              <p:blipFill>
                <a:blip r:embed="rId96"/>
                <a:stretch>
                  <a:fillRect/>
                </a:stretch>
              </p:blipFill>
              <p:spPr>
                <a:xfrm>
                  <a:off x="3970550" y="3976237"/>
                  <a:ext cx="12276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29" name="Ink 28">
                  <a:extLst>
                    <a:ext uri="{FF2B5EF4-FFF2-40B4-BE49-F238E27FC236}">
                      <a16:creationId xmlns:a16="http://schemas.microsoft.com/office/drawing/2014/main" id="{A6658757-5D18-1B0D-3D0F-43251943BC4C}"/>
                    </a:ext>
                  </a:extLst>
                </p14:cNvPr>
                <p14:cNvContentPartPr/>
                <p14:nvPr/>
              </p14:nvContentPartPr>
              <p14:xfrm>
                <a:off x="3979550" y="3953197"/>
                <a:ext cx="226080" cy="318240"/>
              </p14:xfrm>
            </p:contentPart>
          </mc:Choice>
          <mc:Fallback xmlns="">
            <p:pic>
              <p:nvPicPr>
                <p:cNvPr id="29" name="Ink 28">
                  <a:extLst>
                    <a:ext uri="{FF2B5EF4-FFF2-40B4-BE49-F238E27FC236}">
                      <a16:creationId xmlns:a16="http://schemas.microsoft.com/office/drawing/2014/main" id="{A6658757-5D18-1B0D-3D0F-43251943BC4C}"/>
                    </a:ext>
                  </a:extLst>
                </p:cNvPr>
                <p:cNvPicPr/>
                <p:nvPr/>
              </p:nvPicPr>
              <p:blipFill>
                <a:blip r:embed="rId98"/>
                <a:stretch>
                  <a:fillRect/>
                </a:stretch>
              </p:blipFill>
              <p:spPr>
                <a:xfrm>
                  <a:off x="3961550" y="3935557"/>
                  <a:ext cx="261720" cy="3538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8" name="Ink 57">
                  <a:extLst>
                    <a:ext uri="{FF2B5EF4-FFF2-40B4-BE49-F238E27FC236}">
                      <a16:creationId xmlns:a16="http://schemas.microsoft.com/office/drawing/2014/main" id="{9983D78D-DFB9-CD48-51C1-DC3FF773BD0B}"/>
                    </a:ext>
                  </a:extLst>
                </p14:cNvPr>
                <p14:cNvContentPartPr/>
                <p14:nvPr/>
              </p14:nvContentPartPr>
              <p14:xfrm>
                <a:off x="4272950" y="4286917"/>
                <a:ext cx="518040" cy="153000"/>
              </p14:xfrm>
            </p:contentPart>
          </mc:Choice>
          <mc:Fallback xmlns="">
            <p:pic>
              <p:nvPicPr>
                <p:cNvPr id="58" name="Ink 57">
                  <a:extLst>
                    <a:ext uri="{FF2B5EF4-FFF2-40B4-BE49-F238E27FC236}">
                      <a16:creationId xmlns:a16="http://schemas.microsoft.com/office/drawing/2014/main" id="{9983D78D-DFB9-CD48-51C1-DC3FF773BD0B}"/>
                    </a:ext>
                  </a:extLst>
                </p:cNvPr>
                <p:cNvPicPr/>
                <p:nvPr/>
              </p:nvPicPr>
              <p:blipFill>
                <a:blip r:embed="rId100"/>
                <a:stretch>
                  <a:fillRect/>
                </a:stretch>
              </p:blipFill>
              <p:spPr>
                <a:xfrm>
                  <a:off x="4255310" y="4269277"/>
                  <a:ext cx="55368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9" name="Ink 58">
                  <a:extLst>
                    <a:ext uri="{FF2B5EF4-FFF2-40B4-BE49-F238E27FC236}">
                      <a16:creationId xmlns:a16="http://schemas.microsoft.com/office/drawing/2014/main" id="{7FAED541-8995-3AB1-E040-42D3B71D5264}"/>
                    </a:ext>
                  </a:extLst>
                </p14:cNvPr>
                <p14:cNvContentPartPr/>
                <p14:nvPr/>
              </p14:nvContentPartPr>
              <p14:xfrm>
                <a:off x="4708910" y="4302397"/>
                <a:ext cx="87480" cy="230760"/>
              </p14:xfrm>
            </p:contentPart>
          </mc:Choice>
          <mc:Fallback xmlns="">
            <p:pic>
              <p:nvPicPr>
                <p:cNvPr id="59" name="Ink 58">
                  <a:extLst>
                    <a:ext uri="{FF2B5EF4-FFF2-40B4-BE49-F238E27FC236}">
                      <a16:creationId xmlns:a16="http://schemas.microsoft.com/office/drawing/2014/main" id="{7FAED541-8995-3AB1-E040-42D3B71D5264}"/>
                    </a:ext>
                  </a:extLst>
                </p:cNvPr>
                <p:cNvPicPr/>
                <p:nvPr/>
              </p:nvPicPr>
              <p:blipFill>
                <a:blip r:embed="rId102"/>
                <a:stretch>
                  <a:fillRect/>
                </a:stretch>
              </p:blipFill>
              <p:spPr>
                <a:xfrm>
                  <a:off x="4690910" y="4284397"/>
                  <a:ext cx="12312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0" name="Ink 59">
                  <a:extLst>
                    <a:ext uri="{FF2B5EF4-FFF2-40B4-BE49-F238E27FC236}">
                      <a16:creationId xmlns:a16="http://schemas.microsoft.com/office/drawing/2014/main" id="{C550BFBC-5407-20B0-4EAB-E7B2327B9784}"/>
                    </a:ext>
                  </a:extLst>
                </p14:cNvPr>
                <p14:cNvContentPartPr/>
                <p14:nvPr/>
              </p14:nvContentPartPr>
              <p14:xfrm>
                <a:off x="4997990" y="4484557"/>
                <a:ext cx="28080" cy="217800"/>
              </p14:xfrm>
            </p:contentPart>
          </mc:Choice>
          <mc:Fallback xmlns="">
            <p:pic>
              <p:nvPicPr>
                <p:cNvPr id="60" name="Ink 59">
                  <a:extLst>
                    <a:ext uri="{FF2B5EF4-FFF2-40B4-BE49-F238E27FC236}">
                      <a16:creationId xmlns:a16="http://schemas.microsoft.com/office/drawing/2014/main" id="{C550BFBC-5407-20B0-4EAB-E7B2327B9784}"/>
                    </a:ext>
                  </a:extLst>
                </p:cNvPr>
                <p:cNvPicPr/>
                <p:nvPr/>
              </p:nvPicPr>
              <p:blipFill>
                <a:blip r:embed="rId104"/>
                <a:stretch>
                  <a:fillRect/>
                </a:stretch>
              </p:blipFill>
              <p:spPr>
                <a:xfrm>
                  <a:off x="4980350" y="4466917"/>
                  <a:ext cx="6372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1" name="Ink 60">
                  <a:extLst>
                    <a:ext uri="{FF2B5EF4-FFF2-40B4-BE49-F238E27FC236}">
                      <a16:creationId xmlns:a16="http://schemas.microsoft.com/office/drawing/2014/main" id="{6243A315-CAE6-FCEC-D815-D48D975AA644}"/>
                    </a:ext>
                  </a:extLst>
                </p14:cNvPr>
                <p14:cNvContentPartPr/>
                <p14:nvPr/>
              </p14:nvContentPartPr>
              <p14:xfrm>
                <a:off x="4997630" y="4426597"/>
                <a:ext cx="123120" cy="212040"/>
              </p14:xfrm>
            </p:contentPart>
          </mc:Choice>
          <mc:Fallback xmlns="">
            <p:pic>
              <p:nvPicPr>
                <p:cNvPr id="61" name="Ink 60">
                  <a:extLst>
                    <a:ext uri="{FF2B5EF4-FFF2-40B4-BE49-F238E27FC236}">
                      <a16:creationId xmlns:a16="http://schemas.microsoft.com/office/drawing/2014/main" id="{6243A315-CAE6-FCEC-D815-D48D975AA644}"/>
                    </a:ext>
                  </a:extLst>
                </p:cNvPr>
                <p:cNvPicPr/>
                <p:nvPr/>
              </p:nvPicPr>
              <p:blipFill>
                <a:blip r:embed="rId106"/>
                <a:stretch>
                  <a:fillRect/>
                </a:stretch>
              </p:blipFill>
              <p:spPr>
                <a:xfrm>
                  <a:off x="4979990" y="4408957"/>
                  <a:ext cx="15876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2" name="Ink 61">
                  <a:extLst>
                    <a:ext uri="{FF2B5EF4-FFF2-40B4-BE49-F238E27FC236}">
                      <a16:creationId xmlns:a16="http://schemas.microsoft.com/office/drawing/2014/main" id="{A14C32C6-FBB9-35FC-EEBA-3B87F53B390E}"/>
                    </a:ext>
                  </a:extLst>
                </p14:cNvPr>
                <p14:cNvContentPartPr/>
                <p14:nvPr/>
              </p14:nvContentPartPr>
              <p14:xfrm>
                <a:off x="5197070" y="4460437"/>
                <a:ext cx="246240" cy="116640"/>
              </p14:xfrm>
            </p:contentPart>
          </mc:Choice>
          <mc:Fallback xmlns="">
            <p:pic>
              <p:nvPicPr>
                <p:cNvPr id="62" name="Ink 61">
                  <a:extLst>
                    <a:ext uri="{FF2B5EF4-FFF2-40B4-BE49-F238E27FC236}">
                      <a16:creationId xmlns:a16="http://schemas.microsoft.com/office/drawing/2014/main" id="{A14C32C6-FBB9-35FC-EEBA-3B87F53B390E}"/>
                    </a:ext>
                  </a:extLst>
                </p:cNvPr>
                <p:cNvPicPr/>
                <p:nvPr/>
              </p:nvPicPr>
              <p:blipFill>
                <a:blip r:embed="rId108"/>
                <a:stretch>
                  <a:fillRect/>
                </a:stretch>
              </p:blipFill>
              <p:spPr>
                <a:xfrm>
                  <a:off x="5179070" y="4442797"/>
                  <a:ext cx="28188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3" name="Ink 62">
                  <a:extLst>
                    <a:ext uri="{FF2B5EF4-FFF2-40B4-BE49-F238E27FC236}">
                      <a16:creationId xmlns:a16="http://schemas.microsoft.com/office/drawing/2014/main" id="{C9EF8BDB-6D8A-E66D-3C3E-961E524FBFEA}"/>
                    </a:ext>
                  </a:extLst>
                </p14:cNvPr>
                <p14:cNvContentPartPr/>
                <p14:nvPr/>
              </p14:nvContentPartPr>
              <p14:xfrm>
                <a:off x="5411990" y="4434157"/>
                <a:ext cx="63000" cy="52560"/>
              </p14:xfrm>
            </p:contentPart>
          </mc:Choice>
          <mc:Fallback xmlns="">
            <p:pic>
              <p:nvPicPr>
                <p:cNvPr id="63" name="Ink 62">
                  <a:extLst>
                    <a:ext uri="{FF2B5EF4-FFF2-40B4-BE49-F238E27FC236}">
                      <a16:creationId xmlns:a16="http://schemas.microsoft.com/office/drawing/2014/main" id="{C9EF8BDB-6D8A-E66D-3C3E-961E524FBFEA}"/>
                    </a:ext>
                  </a:extLst>
                </p:cNvPr>
                <p:cNvPicPr/>
                <p:nvPr/>
              </p:nvPicPr>
              <p:blipFill>
                <a:blip r:embed="rId110"/>
                <a:stretch>
                  <a:fillRect/>
                </a:stretch>
              </p:blipFill>
              <p:spPr>
                <a:xfrm>
                  <a:off x="5393990" y="4416517"/>
                  <a:ext cx="9864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4" name="Ink 63">
                  <a:extLst>
                    <a:ext uri="{FF2B5EF4-FFF2-40B4-BE49-F238E27FC236}">
                      <a16:creationId xmlns:a16="http://schemas.microsoft.com/office/drawing/2014/main" id="{3258A70C-4800-9947-163B-C30C4B221CA1}"/>
                    </a:ext>
                  </a:extLst>
                </p14:cNvPr>
                <p14:cNvContentPartPr/>
                <p14:nvPr/>
              </p14:nvContentPartPr>
              <p14:xfrm>
                <a:off x="5535110" y="4300237"/>
                <a:ext cx="57240" cy="180000"/>
              </p14:xfrm>
            </p:contentPart>
          </mc:Choice>
          <mc:Fallback xmlns="">
            <p:pic>
              <p:nvPicPr>
                <p:cNvPr id="64" name="Ink 63">
                  <a:extLst>
                    <a:ext uri="{FF2B5EF4-FFF2-40B4-BE49-F238E27FC236}">
                      <a16:creationId xmlns:a16="http://schemas.microsoft.com/office/drawing/2014/main" id="{3258A70C-4800-9947-163B-C30C4B221CA1}"/>
                    </a:ext>
                  </a:extLst>
                </p:cNvPr>
                <p:cNvPicPr/>
                <p:nvPr/>
              </p:nvPicPr>
              <p:blipFill>
                <a:blip r:embed="rId112"/>
                <a:stretch>
                  <a:fillRect/>
                </a:stretch>
              </p:blipFill>
              <p:spPr>
                <a:xfrm>
                  <a:off x="5517470" y="4282597"/>
                  <a:ext cx="9288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5" name="Ink 64">
                  <a:extLst>
                    <a:ext uri="{FF2B5EF4-FFF2-40B4-BE49-F238E27FC236}">
                      <a16:creationId xmlns:a16="http://schemas.microsoft.com/office/drawing/2014/main" id="{CBB9962A-9A00-3F9F-CB0B-3B41279A98C3}"/>
                    </a:ext>
                  </a:extLst>
                </p14:cNvPr>
                <p14:cNvContentPartPr/>
                <p14:nvPr/>
              </p14:nvContentPartPr>
              <p14:xfrm>
                <a:off x="5669030" y="4358557"/>
                <a:ext cx="107280" cy="87480"/>
              </p14:xfrm>
            </p:contentPart>
          </mc:Choice>
          <mc:Fallback xmlns="">
            <p:pic>
              <p:nvPicPr>
                <p:cNvPr id="65" name="Ink 64">
                  <a:extLst>
                    <a:ext uri="{FF2B5EF4-FFF2-40B4-BE49-F238E27FC236}">
                      <a16:creationId xmlns:a16="http://schemas.microsoft.com/office/drawing/2014/main" id="{CBB9962A-9A00-3F9F-CB0B-3B41279A98C3}"/>
                    </a:ext>
                  </a:extLst>
                </p:cNvPr>
                <p:cNvPicPr/>
                <p:nvPr/>
              </p:nvPicPr>
              <p:blipFill>
                <a:blip r:embed="rId114"/>
                <a:stretch>
                  <a:fillRect/>
                </a:stretch>
              </p:blipFill>
              <p:spPr>
                <a:xfrm>
                  <a:off x="5651030" y="4340557"/>
                  <a:ext cx="1429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6" name="Ink 65">
                  <a:extLst>
                    <a:ext uri="{FF2B5EF4-FFF2-40B4-BE49-F238E27FC236}">
                      <a16:creationId xmlns:a16="http://schemas.microsoft.com/office/drawing/2014/main" id="{C758A68B-F5F1-EBCD-4B7C-42062B845330}"/>
                    </a:ext>
                  </a:extLst>
                </p14:cNvPr>
                <p14:cNvContentPartPr/>
                <p14:nvPr/>
              </p14:nvContentPartPr>
              <p14:xfrm>
                <a:off x="5831750" y="4279717"/>
                <a:ext cx="27000" cy="81720"/>
              </p14:xfrm>
            </p:contentPart>
          </mc:Choice>
          <mc:Fallback xmlns="">
            <p:pic>
              <p:nvPicPr>
                <p:cNvPr id="66" name="Ink 65">
                  <a:extLst>
                    <a:ext uri="{FF2B5EF4-FFF2-40B4-BE49-F238E27FC236}">
                      <a16:creationId xmlns:a16="http://schemas.microsoft.com/office/drawing/2014/main" id="{C758A68B-F5F1-EBCD-4B7C-42062B845330}"/>
                    </a:ext>
                  </a:extLst>
                </p:cNvPr>
                <p:cNvPicPr/>
                <p:nvPr/>
              </p:nvPicPr>
              <p:blipFill>
                <a:blip r:embed="rId116"/>
                <a:stretch>
                  <a:fillRect/>
                </a:stretch>
              </p:blipFill>
              <p:spPr>
                <a:xfrm>
                  <a:off x="5814110" y="4261717"/>
                  <a:ext cx="6264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7" name="Ink 66">
                  <a:extLst>
                    <a:ext uri="{FF2B5EF4-FFF2-40B4-BE49-F238E27FC236}">
                      <a16:creationId xmlns:a16="http://schemas.microsoft.com/office/drawing/2014/main" id="{0DA85194-8284-1017-3DD2-4402B71073ED}"/>
                    </a:ext>
                  </a:extLst>
                </p14:cNvPr>
                <p14:cNvContentPartPr/>
                <p14:nvPr/>
              </p14:nvContentPartPr>
              <p14:xfrm>
                <a:off x="5819510" y="4177837"/>
                <a:ext cx="14040" cy="21960"/>
              </p14:xfrm>
            </p:contentPart>
          </mc:Choice>
          <mc:Fallback xmlns="">
            <p:pic>
              <p:nvPicPr>
                <p:cNvPr id="67" name="Ink 66">
                  <a:extLst>
                    <a:ext uri="{FF2B5EF4-FFF2-40B4-BE49-F238E27FC236}">
                      <a16:creationId xmlns:a16="http://schemas.microsoft.com/office/drawing/2014/main" id="{0DA85194-8284-1017-3DD2-4402B71073ED}"/>
                    </a:ext>
                  </a:extLst>
                </p:cNvPr>
                <p:cNvPicPr/>
                <p:nvPr/>
              </p:nvPicPr>
              <p:blipFill>
                <a:blip r:embed="rId118"/>
                <a:stretch>
                  <a:fillRect/>
                </a:stretch>
              </p:blipFill>
              <p:spPr>
                <a:xfrm>
                  <a:off x="5801870" y="4159837"/>
                  <a:ext cx="4968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8" name="Ink 67">
                  <a:extLst>
                    <a:ext uri="{FF2B5EF4-FFF2-40B4-BE49-F238E27FC236}">
                      <a16:creationId xmlns:a16="http://schemas.microsoft.com/office/drawing/2014/main" id="{9E39D5F2-7994-6806-7FDA-AE270C4E4C2C}"/>
                    </a:ext>
                  </a:extLst>
                </p14:cNvPr>
                <p14:cNvContentPartPr/>
                <p14:nvPr/>
              </p14:nvContentPartPr>
              <p14:xfrm>
                <a:off x="5939390" y="4159477"/>
                <a:ext cx="66240" cy="123840"/>
              </p14:xfrm>
            </p:contentPart>
          </mc:Choice>
          <mc:Fallback xmlns="">
            <p:pic>
              <p:nvPicPr>
                <p:cNvPr id="68" name="Ink 67">
                  <a:extLst>
                    <a:ext uri="{FF2B5EF4-FFF2-40B4-BE49-F238E27FC236}">
                      <a16:creationId xmlns:a16="http://schemas.microsoft.com/office/drawing/2014/main" id="{9E39D5F2-7994-6806-7FDA-AE270C4E4C2C}"/>
                    </a:ext>
                  </a:extLst>
                </p:cNvPr>
                <p:cNvPicPr/>
                <p:nvPr/>
              </p:nvPicPr>
              <p:blipFill>
                <a:blip r:embed="rId120"/>
                <a:stretch>
                  <a:fillRect/>
                </a:stretch>
              </p:blipFill>
              <p:spPr>
                <a:xfrm>
                  <a:off x="5921750" y="4141837"/>
                  <a:ext cx="10188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9" name="Ink 68">
                  <a:extLst>
                    <a:ext uri="{FF2B5EF4-FFF2-40B4-BE49-F238E27FC236}">
                      <a16:creationId xmlns:a16="http://schemas.microsoft.com/office/drawing/2014/main" id="{2DD7E1B8-0E46-CC78-39A7-5CFEC2085C3C}"/>
                    </a:ext>
                  </a:extLst>
                </p14:cNvPr>
                <p14:cNvContentPartPr/>
                <p14:nvPr/>
              </p14:nvContentPartPr>
              <p14:xfrm>
                <a:off x="5969630" y="4257037"/>
                <a:ext cx="13320" cy="13680"/>
              </p14:xfrm>
            </p:contentPart>
          </mc:Choice>
          <mc:Fallback xmlns="">
            <p:pic>
              <p:nvPicPr>
                <p:cNvPr id="69" name="Ink 68">
                  <a:extLst>
                    <a:ext uri="{FF2B5EF4-FFF2-40B4-BE49-F238E27FC236}">
                      <a16:creationId xmlns:a16="http://schemas.microsoft.com/office/drawing/2014/main" id="{2DD7E1B8-0E46-CC78-39A7-5CFEC2085C3C}"/>
                    </a:ext>
                  </a:extLst>
                </p:cNvPr>
                <p:cNvPicPr/>
                <p:nvPr/>
              </p:nvPicPr>
              <p:blipFill>
                <a:blip r:embed="rId122"/>
                <a:stretch>
                  <a:fillRect/>
                </a:stretch>
              </p:blipFill>
              <p:spPr>
                <a:xfrm>
                  <a:off x="5951630" y="4239037"/>
                  <a:ext cx="4896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1" name="Ink 70">
                  <a:extLst>
                    <a:ext uri="{FF2B5EF4-FFF2-40B4-BE49-F238E27FC236}">
                      <a16:creationId xmlns:a16="http://schemas.microsoft.com/office/drawing/2014/main" id="{A3A434F5-7D71-CDFB-2A90-5AD56FB3A2A0}"/>
                    </a:ext>
                  </a:extLst>
                </p14:cNvPr>
                <p14:cNvContentPartPr/>
                <p14:nvPr/>
              </p14:nvContentPartPr>
              <p14:xfrm>
                <a:off x="6067550" y="4117717"/>
                <a:ext cx="164520" cy="153720"/>
              </p14:xfrm>
            </p:contentPart>
          </mc:Choice>
          <mc:Fallback xmlns="">
            <p:pic>
              <p:nvPicPr>
                <p:cNvPr id="71" name="Ink 70">
                  <a:extLst>
                    <a:ext uri="{FF2B5EF4-FFF2-40B4-BE49-F238E27FC236}">
                      <a16:creationId xmlns:a16="http://schemas.microsoft.com/office/drawing/2014/main" id="{A3A434F5-7D71-CDFB-2A90-5AD56FB3A2A0}"/>
                    </a:ext>
                  </a:extLst>
                </p:cNvPr>
                <p:cNvPicPr/>
                <p:nvPr/>
              </p:nvPicPr>
              <p:blipFill>
                <a:blip r:embed="rId124"/>
                <a:stretch>
                  <a:fillRect/>
                </a:stretch>
              </p:blipFill>
              <p:spPr>
                <a:xfrm>
                  <a:off x="6049910" y="4100077"/>
                  <a:ext cx="200160" cy="189360"/>
                </a:xfrm>
                <a:prstGeom prst="rect">
                  <a:avLst/>
                </a:prstGeom>
              </p:spPr>
            </p:pic>
          </mc:Fallback>
        </mc:AlternateContent>
      </p:grpSp>
      <p:grpSp>
        <p:nvGrpSpPr>
          <p:cNvPr id="103" name="Group 102">
            <a:extLst>
              <a:ext uri="{FF2B5EF4-FFF2-40B4-BE49-F238E27FC236}">
                <a16:creationId xmlns:a16="http://schemas.microsoft.com/office/drawing/2014/main" id="{CF476DF1-E5A8-9F75-61A9-8FED4E775DE6}"/>
              </a:ext>
            </a:extLst>
          </p:cNvPr>
          <p:cNvGrpSpPr/>
          <p:nvPr/>
        </p:nvGrpSpPr>
        <p:grpSpPr>
          <a:xfrm>
            <a:off x="9629030" y="1002997"/>
            <a:ext cx="2449080" cy="2139120"/>
            <a:chOff x="9629030" y="1002997"/>
            <a:chExt cx="2449080" cy="2139120"/>
          </a:xfrm>
        </p:grpSpPr>
        <mc:AlternateContent xmlns:mc="http://schemas.openxmlformats.org/markup-compatibility/2006" xmlns:p14="http://schemas.microsoft.com/office/powerpoint/2010/main">
          <mc:Choice Requires="p14">
            <p:contentPart p14:bwMode="auto" r:id="rId125">
              <p14:nvContentPartPr>
                <p14:cNvPr id="73" name="Ink 72">
                  <a:extLst>
                    <a:ext uri="{FF2B5EF4-FFF2-40B4-BE49-F238E27FC236}">
                      <a16:creationId xmlns:a16="http://schemas.microsoft.com/office/drawing/2014/main" id="{97BA815E-C417-6080-92CC-43BB46D3A39B}"/>
                    </a:ext>
                  </a:extLst>
                </p14:cNvPr>
                <p14:cNvContentPartPr/>
                <p14:nvPr/>
              </p14:nvContentPartPr>
              <p14:xfrm>
                <a:off x="9705710" y="2218357"/>
                <a:ext cx="261000" cy="30600"/>
              </p14:xfrm>
            </p:contentPart>
          </mc:Choice>
          <mc:Fallback xmlns="">
            <p:pic>
              <p:nvPicPr>
                <p:cNvPr id="73" name="Ink 72">
                  <a:extLst>
                    <a:ext uri="{FF2B5EF4-FFF2-40B4-BE49-F238E27FC236}">
                      <a16:creationId xmlns:a16="http://schemas.microsoft.com/office/drawing/2014/main" id="{97BA815E-C417-6080-92CC-43BB46D3A39B}"/>
                    </a:ext>
                  </a:extLst>
                </p:cNvPr>
                <p:cNvPicPr/>
                <p:nvPr/>
              </p:nvPicPr>
              <p:blipFill>
                <a:blip r:embed="rId126"/>
                <a:stretch>
                  <a:fillRect/>
                </a:stretch>
              </p:blipFill>
              <p:spPr>
                <a:xfrm>
                  <a:off x="9688070" y="2200717"/>
                  <a:ext cx="2966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4" name="Ink 73">
                  <a:extLst>
                    <a:ext uri="{FF2B5EF4-FFF2-40B4-BE49-F238E27FC236}">
                      <a16:creationId xmlns:a16="http://schemas.microsoft.com/office/drawing/2014/main" id="{3DEF64EC-EB55-5844-A386-860F96BCA24F}"/>
                    </a:ext>
                  </a:extLst>
                </p14:cNvPr>
                <p14:cNvContentPartPr/>
                <p14:nvPr/>
              </p14:nvContentPartPr>
              <p14:xfrm>
                <a:off x="9629030" y="2279917"/>
                <a:ext cx="277200" cy="135720"/>
              </p14:xfrm>
            </p:contentPart>
          </mc:Choice>
          <mc:Fallback xmlns="">
            <p:pic>
              <p:nvPicPr>
                <p:cNvPr id="74" name="Ink 73">
                  <a:extLst>
                    <a:ext uri="{FF2B5EF4-FFF2-40B4-BE49-F238E27FC236}">
                      <a16:creationId xmlns:a16="http://schemas.microsoft.com/office/drawing/2014/main" id="{3DEF64EC-EB55-5844-A386-860F96BCA24F}"/>
                    </a:ext>
                  </a:extLst>
                </p:cNvPr>
                <p:cNvPicPr/>
                <p:nvPr/>
              </p:nvPicPr>
              <p:blipFill>
                <a:blip r:embed="rId128"/>
                <a:stretch>
                  <a:fillRect/>
                </a:stretch>
              </p:blipFill>
              <p:spPr>
                <a:xfrm>
                  <a:off x="9611030" y="2262277"/>
                  <a:ext cx="31284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5" name="Ink 74">
                  <a:extLst>
                    <a:ext uri="{FF2B5EF4-FFF2-40B4-BE49-F238E27FC236}">
                      <a16:creationId xmlns:a16="http://schemas.microsoft.com/office/drawing/2014/main" id="{FF62B8B2-A235-FAD6-1651-9880FABB06E5}"/>
                    </a:ext>
                  </a:extLst>
                </p14:cNvPr>
                <p14:cNvContentPartPr/>
                <p14:nvPr/>
              </p14:nvContentPartPr>
              <p14:xfrm>
                <a:off x="9976430" y="2242837"/>
                <a:ext cx="79200" cy="170280"/>
              </p14:xfrm>
            </p:contentPart>
          </mc:Choice>
          <mc:Fallback xmlns="">
            <p:pic>
              <p:nvPicPr>
                <p:cNvPr id="75" name="Ink 74">
                  <a:extLst>
                    <a:ext uri="{FF2B5EF4-FFF2-40B4-BE49-F238E27FC236}">
                      <a16:creationId xmlns:a16="http://schemas.microsoft.com/office/drawing/2014/main" id="{FF62B8B2-A235-FAD6-1651-9880FABB06E5}"/>
                    </a:ext>
                  </a:extLst>
                </p:cNvPr>
                <p:cNvPicPr/>
                <p:nvPr/>
              </p:nvPicPr>
              <p:blipFill>
                <a:blip r:embed="rId130"/>
                <a:stretch>
                  <a:fillRect/>
                </a:stretch>
              </p:blipFill>
              <p:spPr>
                <a:xfrm>
                  <a:off x="9958430" y="2225197"/>
                  <a:ext cx="11484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6" name="Ink 75">
                  <a:extLst>
                    <a:ext uri="{FF2B5EF4-FFF2-40B4-BE49-F238E27FC236}">
                      <a16:creationId xmlns:a16="http://schemas.microsoft.com/office/drawing/2014/main" id="{8996CA6E-6710-1E9A-136F-A9198751CE2A}"/>
                    </a:ext>
                  </a:extLst>
                </p14:cNvPr>
                <p14:cNvContentPartPr/>
                <p14:nvPr/>
              </p14:nvContentPartPr>
              <p14:xfrm>
                <a:off x="9946910" y="2467477"/>
                <a:ext cx="29880" cy="458640"/>
              </p14:xfrm>
            </p:contentPart>
          </mc:Choice>
          <mc:Fallback xmlns="">
            <p:pic>
              <p:nvPicPr>
                <p:cNvPr id="76" name="Ink 75">
                  <a:extLst>
                    <a:ext uri="{FF2B5EF4-FFF2-40B4-BE49-F238E27FC236}">
                      <a16:creationId xmlns:a16="http://schemas.microsoft.com/office/drawing/2014/main" id="{8996CA6E-6710-1E9A-136F-A9198751CE2A}"/>
                    </a:ext>
                  </a:extLst>
                </p:cNvPr>
                <p:cNvPicPr/>
                <p:nvPr/>
              </p:nvPicPr>
              <p:blipFill>
                <a:blip r:embed="rId132"/>
                <a:stretch>
                  <a:fillRect/>
                </a:stretch>
              </p:blipFill>
              <p:spPr>
                <a:xfrm>
                  <a:off x="9928910" y="2449837"/>
                  <a:ext cx="65520" cy="4942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77" name="Ink 76">
                  <a:extLst>
                    <a:ext uri="{FF2B5EF4-FFF2-40B4-BE49-F238E27FC236}">
                      <a16:creationId xmlns:a16="http://schemas.microsoft.com/office/drawing/2014/main" id="{4E23A6DB-C206-50EA-983F-85A3ADC53E57}"/>
                    </a:ext>
                  </a:extLst>
                </p14:cNvPr>
                <p14:cNvContentPartPr/>
                <p14:nvPr/>
              </p14:nvContentPartPr>
              <p14:xfrm>
                <a:off x="9836750" y="1835317"/>
                <a:ext cx="101160" cy="368280"/>
              </p14:xfrm>
            </p:contentPart>
          </mc:Choice>
          <mc:Fallback xmlns="">
            <p:pic>
              <p:nvPicPr>
                <p:cNvPr id="77" name="Ink 76">
                  <a:extLst>
                    <a:ext uri="{FF2B5EF4-FFF2-40B4-BE49-F238E27FC236}">
                      <a16:creationId xmlns:a16="http://schemas.microsoft.com/office/drawing/2014/main" id="{4E23A6DB-C206-50EA-983F-85A3ADC53E57}"/>
                    </a:ext>
                  </a:extLst>
                </p:cNvPr>
                <p:cNvPicPr/>
                <p:nvPr/>
              </p:nvPicPr>
              <p:blipFill>
                <a:blip r:embed="rId134"/>
                <a:stretch>
                  <a:fillRect/>
                </a:stretch>
              </p:blipFill>
              <p:spPr>
                <a:xfrm>
                  <a:off x="9818750" y="1817317"/>
                  <a:ext cx="136800" cy="4039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8" name="Ink 77">
                  <a:extLst>
                    <a:ext uri="{FF2B5EF4-FFF2-40B4-BE49-F238E27FC236}">
                      <a16:creationId xmlns:a16="http://schemas.microsoft.com/office/drawing/2014/main" id="{007AFE8C-247F-6F10-8983-9FD40C45DB46}"/>
                    </a:ext>
                  </a:extLst>
                </p14:cNvPr>
                <p14:cNvContentPartPr/>
                <p14:nvPr/>
              </p14:nvContentPartPr>
              <p14:xfrm>
                <a:off x="9860150" y="1771237"/>
                <a:ext cx="828720" cy="63000"/>
              </p14:xfrm>
            </p:contentPart>
          </mc:Choice>
          <mc:Fallback xmlns="">
            <p:pic>
              <p:nvPicPr>
                <p:cNvPr id="78" name="Ink 77">
                  <a:extLst>
                    <a:ext uri="{FF2B5EF4-FFF2-40B4-BE49-F238E27FC236}">
                      <a16:creationId xmlns:a16="http://schemas.microsoft.com/office/drawing/2014/main" id="{007AFE8C-247F-6F10-8983-9FD40C45DB46}"/>
                    </a:ext>
                  </a:extLst>
                </p:cNvPr>
                <p:cNvPicPr/>
                <p:nvPr/>
              </p:nvPicPr>
              <p:blipFill>
                <a:blip r:embed="rId136"/>
                <a:stretch>
                  <a:fillRect/>
                </a:stretch>
              </p:blipFill>
              <p:spPr>
                <a:xfrm>
                  <a:off x="9842510" y="1753597"/>
                  <a:ext cx="86436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9" name="Ink 78">
                  <a:extLst>
                    <a:ext uri="{FF2B5EF4-FFF2-40B4-BE49-F238E27FC236}">
                      <a16:creationId xmlns:a16="http://schemas.microsoft.com/office/drawing/2014/main" id="{E4932D73-CCFB-469D-3F44-F9AC02E0241D}"/>
                    </a:ext>
                  </a:extLst>
                </p14:cNvPr>
                <p14:cNvContentPartPr/>
                <p14:nvPr/>
              </p14:nvContentPartPr>
              <p14:xfrm>
                <a:off x="10637750" y="1532557"/>
                <a:ext cx="94680" cy="696600"/>
              </p14:xfrm>
            </p:contentPart>
          </mc:Choice>
          <mc:Fallback xmlns="">
            <p:pic>
              <p:nvPicPr>
                <p:cNvPr id="79" name="Ink 78">
                  <a:extLst>
                    <a:ext uri="{FF2B5EF4-FFF2-40B4-BE49-F238E27FC236}">
                      <a16:creationId xmlns:a16="http://schemas.microsoft.com/office/drawing/2014/main" id="{E4932D73-CCFB-469D-3F44-F9AC02E0241D}"/>
                    </a:ext>
                  </a:extLst>
                </p:cNvPr>
                <p:cNvPicPr/>
                <p:nvPr/>
              </p:nvPicPr>
              <p:blipFill>
                <a:blip r:embed="rId138"/>
                <a:stretch>
                  <a:fillRect/>
                </a:stretch>
              </p:blipFill>
              <p:spPr>
                <a:xfrm>
                  <a:off x="10619750" y="1514917"/>
                  <a:ext cx="130320" cy="7322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0" name="Ink 79">
                  <a:extLst>
                    <a:ext uri="{FF2B5EF4-FFF2-40B4-BE49-F238E27FC236}">
                      <a16:creationId xmlns:a16="http://schemas.microsoft.com/office/drawing/2014/main" id="{739C890E-DF61-4FCF-CAC7-B48B1985DF0C}"/>
                    </a:ext>
                  </a:extLst>
                </p14:cNvPr>
                <p14:cNvContentPartPr/>
                <p14:nvPr/>
              </p14:nvContentPartPr>
              <p14:xfrm>
                <a:off x="10649990" y="1419517"/>
                <a:ext cx="664560" cy="1034640"/>
              </p14:xfrm>
            </p:contentPart>
          </mc:Choice>
          <mc:Fallback xmlns="">
            <p:pic>
              <p:nvPicPr>
                <p:cNvPr id="80" name="Ink 79">
                  <a:extLst>
                    <a:ext uri="{FF2B5EF4-FFF2-40B4-BE49-F238E27FC236}">
                      <a16:creationId xmlns:a16="http://schemas.microsoft.com/office/drawing/2014/main" id="{739C890E-DF61-4FCF-CAC7-B48B1985DF0C}"/>
                    </a:ext>
                  </a:extLst>
                </p:cNvPr>
                <p:cNvPicPr/>
                <p:nvPr/>
              </p:nvPicPr>
              <p:blipFill>
                <a:blip r:embed="rId140"/>
                <a:stretch>
                  <a:fillRect/>
                </a:stretch>
              </p:blipFill>
              <p:spPr>
                <a:xfrm>
                  <a:off x="10631990" y="1401877"/>
                  <a:ext cx="700200" cy="10702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1" name="Ink 80">
                  <a:extLst>
                    <a:ext uri="{FF2B5EF4-FFF2-40B4-BE49-F238E27FC236}">
                      <a16:creationId xmlns:a16="http://schemas.microsoft.com/office/drawing/2014/main" id="{19AE326C-3016-6CFE-A590-DA5A3BF0A083}"/>
                    </a:ext>
                  </a:extLst>
                </p14:cNvPr>
                <p14:cNvContentPartPr/>
                <p14:nvPr/>
              </p14:nvContentPartPr>
              <p14:xfrm>
                <a:off x="10766990" y="1819477"/>
                <a:ext cx="114480" cy="21600"/>
              </p14:xfrm>
            </p:contentPart>
          </mc:Choice>
          <mc:Fallback xmlns="">
            <p:pic>
              <p:nvPicPr>
                <p:cNvPr id="81" name="Ink 80">
                  <a:extLst>
                    <a:ext uri="{FF2B5EF4-FFF2-40B4-BE49-F238E27FC236}">
                      <a16:creationId xmlns:a16="http://schemas.microsoft.com/office/drawing/2014/main" id="{19AE326C-3016-6CFE-A590-DA5A3BF0A083}"/>
                    </a:ext>
                  </a:extLst>
                </p:cNvPr>
                <p:cNvPicPr/>
                <p:nvPr/>
              </p:nvPicPr>
              <p:blipFill>
                <a:blip r:embed="rId142"/>
                <a:stretch>
                  <a:fillRect/>
                </a:stretch>
              </p:blipFill>
              <p:spPr>
                <a:xfrm>
                  <a:off x="10748990" y="1801837"/>
                  <a:ext cx="15012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2" name="Ink 81">
                  <a:extLst>
                    <a:ext uri="{FF2B5EF4-FFF2-40B4-BE49-F238E27FC236}">
                      <a16:creationId xmlns:a16="http://schemas.microsoft.com/office/drawing/2014/main" id="{CCCCDF10-C8A0-5119-F4E7-2F8812FEAE4F}"/>
                    </a:ext>
                  </a:extLst>
                </p14:cNvPr>
                <p14:cNvContentPartPr/>
                <p14:nvPr/>
              </p14:nvContentPartPr>
              <p14:xfrm>
                <a:off x="10822790" y="2065717"/>
                <a:ext cx="82440" cy="12960"/>
              </p14:xfrm>
            </p:contentPart>
          </mc:Choice>
          <mc:Fallback xmlns="">
            <p:pic>
              <p:nvPicPr>
                <p:cNvPr id="82" name="Ink 81">
                  <a:extLst>
                    <a:ext uri="{FF2B5EF4-FFF2-40B4-BE49-F238E27FC236}">
                      <a16:creationId xmlns:a16="http://schemas.microsoft.com/office/drawing/2014/main" id="{CCCCDF10-C8A0-5119-F4E7-2F8812FEAE4F}"/>
                    </a:ext>
                  </a:extLst>
                </p:cNvPr>
                <p:cNvPicPr/>
                <p:nvPr/>
              </p:nvPicPr>
              <p:blipFill>
                <a:blip r:embed="rId144"/>
                <a:stretch>
                  <a:fillRect/>
                </a:stretch>
              </p:blipFill>
              <p:spPr>
                <a:xfrm>
                  <a:off x="10805150" y="2048077"/>
                  <a:ext cx="11808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3" name="Ink 82">
                  <a:extLst>
                    <a:ext uri="{FF2B5EF4-FFF2-40B4-BE49-F238E27FC236}">
                      <a16:creationId xmlns:a16="http://schemas.microsoft.com/office/drawing/2014/main" id="{126DD2B8-2141-4AA3-5E30-7DA33AA7B9F7}"/>
                    </a:ext>
                  </a:extLst>
                </p14:cNvPr>
                <p14:cNvContentPartPr/>
                <p14:nvPr/>
              </p14:nvContentPartPr>
              <p14:xfrm>
                <a:off x="10849790" y="2036917"/>
                <a:ext cx="21960" cy="118080"/>
              </p14:xfrm>
            </p:contentPart>
          </mc:Choice>
          <mc:Fallback xmlns="">
            <p:pic>
              <p:nvPicPr>
                <p:cNvPr id="83" name="Ink 82">
                  <a:extLst>
                    <a:ext uri="{FF2B5EF4-FFF2-40B4-BE49-F238E27FC236}">
                      <a16:creationId xmlns:a16="http://schemas.microsoft.com/office/drawing/2014/main" id="{126DD2B8-2141-4AA3-5E30-7DA33AA7B9F7}"/>
                    </a:ext>
                  </a:extLst>
                </p:cNvPr>
                <p:cNvPicPr/>
                <p:nvPr/>
              </p:nvPicPr>
              <p:blipFill>
                <a:blip r:embed="rId146"/>
                <a:stretch>
                  <a:fillRect/>
                </a:stretch>
              </p:blipFill>
              <p:spPr>
                <a:xfrm>
                  <a:off x="10832150" y="2018917"/>
                  <a:ext cx="5760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4" name="Ink 83">
                  <a:extLst>
                    <a:ext uri="{FF2B5EF4-FFF2-40B4-BE49-F238E27FC236}">
                      <a16:creationId xmlns:a16="http://schemas.microsoft.com/office/drawing/2014/main" id="{247043FD-87AC-D0B6-883D-9B3599ECD685}"/>
                    </a:ext>
                  </a:extLst>
                </p14:cNvPr>
                <p14:cNvContentPartPr/>
                <p14:nvPr/>
              </p14:nvContentPartPr>
              <p14:xfrm>
                <a:off x="10505270" y="2145997"/>
                <a:ext cx="225000" cy="580320"/>
              </p14:xfrm>
            </p:contentPart>
          </mc:Choice>
          <mc:Fallback xmlns="">
            <p:pic>
              <p:nvPicPr>
                <p:cNvPr id="84" name="Ink 83">
                  <a:extLst>
                    <a:ext uri="{FF2B5EF4-FFF2-40B4-BE49-F238E27FC236}">
                      <a16:creationId xmlns:a16="http://schemas.microsoft.com/office/drawing/2014/main" id="{247043FD-87AC-D0B6-883D-9B3599ECD685}"/>
                    </a:ext>
                  </a:extLst>
                </p:cNvPr>
                <p:cNvPicPr/>
                <p:nvPr/>
              </p:nvPicPr>
              <p:blipFill>
                <a:blip r:embed="rId148"/>
                <a:stretch>
                  <a:fillRect/>
                </a:stretch>
              </p:blipFill>
              <p:spPr>
                <a:xfrm>
                  <a:off x="10487630" y="2128357"/>
                  <a:ext cx="260640" cy="61596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85" name="Ink 84">
                  <a:extLst>
                    <a:ext uri="{FF2B5EF4-FFF2-40B4-BE49-F238E27FC236}">
                      <a16:creationId xmlns:a16="http://schemas.microsoft.com/office/drawing/2014/main" id="{D9709C45-0C33-5CAA-10C5-73D3DAAE676E}"/>
                    </a:ext>
                  </a:extLst>
                </p14:cNvPr>
                <p14:cNvContentPartPr/>
                <p14:nvPr/>
              </p14:nvContentPartPr>
              <p14:xfrm>
                <a:off x="10543790" y="2677717"/>
                <a:ext cx="100440" cy="37800"/>
              </p14:xfrm>
            </p:contentPart>
          </mc:Choice>
          <mc:Fallback xmlns="">
            <p:pic>
              <p:nvPicPr>
                <p:cNvPr id="85" name="Ink 84">
                  <a:extLst>
                    <a:ext uri="{FF2B5EF4-FFF2-40B4-BE49-F238E27FC236}">
                      <a16:creationId xmlns:a16="http://schemas.microsoft.com/office/drawing/2014/main" id="{D9709C45-0C33-5CAA-10C5-73D3DAAE676E}"/>
                    </a:ext>
                  </a:extLst>
                </p:cNvPr>
                <p:cNvPicPr/>
                <p:nvPr/>
              </p:nvPicPr>
              <p:blipFill>
                <a:blip r:embed="rId150"/>
                <a:stretch>
                  <a:fillRect/>
                </a:stretch>
              </p:blipFill>
              <p:spPr>
                <a:xfrm>
                  <a:off x="10525790" y="2660077"/>
                  <a:ext cx="13608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86" name="Ink 85">
                  <a:extLst>
                    <a:ext uri="{FF2B5EF4-FFF2-40B4-BE49-F238E27FC236}">
                      <a16:creationId xmlns:a16="http://schemas.microsoft.com/office/drawing/2014/main" id="{4F8EB99B-0080-A348-51A3-57A86248BA40}"/>
                    </a:ext>
                  </a:extLst>
                </p14:cNvPr>
                <p14:cNvContentPartPr/>
                <p14:nvPr/>
              </p14:nvContentPartPr>
              <p14:xfrm>
                <a:off x="10537670" y="2742157"/>
                <a:ext cx="97920" cy="44280"/>
              </p14:xfrm>
            </p:contentPart>
          </mc:Choice>
          <mc:Fallback xmlns="">
            <p:pic>
              <p:nvPicPr>
                <p:cNvPr id="86" name="Ink 85">
                  <a:extLst>
                    <a:ext uri="{FF2B5EF4-FFF2-40B4-BE49-F238E27FC236}">
                      <a16:creationId xmlns:a16="http://schemas.microsoft.com/office/drawing/2014/main" id="{4F8EB99B-0080-A348-51A3-57A86248BA40}"/>
                    </a:ext>
                  </a:extLst>
                </p:cNvPr>
                <p:cNvPicPr/>
                <p:nvPr/>
              </p:nvPicPr>
              <p:blipFill>
                <a:blip r:embed="rId152"/>
                <a:stretch>
                  <a:fillRect/>
                </a:stretch>
              </p:blipFill>
              <p:spPr>
                <a:xfrm>
                  <a:off x="10520030" y="2724517"/>
                  <a:ext cx="13356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87" name="Ink 86">
                  <a:extLst>
                    <a:ext uri="{FF2B5EF4-FFF2-40B4-BE49-F238E27FC236}">
                      <a16:creationId xmlns:a16="http://schemas.microsoft.com/office/drawing/2014/main" id="{E5D91A33-874B-8AD6-D423-C760BA2104F7}"/>
                    </a:ext>
                  </a:extLst>
                </p14:cNvPr>
                <p14:cNvContentPartPr/>
                <p14:nvPr/>
              </p14:nvContentPartPr>
              <p14:xfrm>
                <a:off x="10595270" y="2687797"/>
                <a:ext cx="98280" cy="154800"/>
              </p14:xfrm>
            </p:contentPart>
          </mc:Choice>
          <mc:Fallback xmlns="">
            <p:pic>
              <p:nvPicPr>
                <p:cNvPr id="87" name="Ink 86">
                  <a:extLst>
                    <a:ext uri="{FF2B5EF4-FFF2-40B4-BE49-F238E27FC236}">
                      <a16:creationId xmlns:a16="http://schemas.microsoft.com/office/drawing/2014/main" id="{E5D91A33-874B-8AD6-D423-C760BA2104F7}"/>
                    </a:ext>
                  </a:extLst>
                </p:cNvPr>
                <p:cNvPicPr/>
                <p:nvPr/>
              </p:nvPicPr>
              <p:blipFill>
                <a:blip r:embed="rId154"/>
                <a:stretch>
                  <a:fillRect/>
                </a:stretch>
              </p:blipFill>
              <p:spPr>
                <a:xfrm>
                  <a:off x="10577270" y="2669797"/>
                  <a:ext cx="13392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88" name="Ink 87">
                  <a:extLst>
                    <a:ext uri="{FF2B5EF4-FFF2-40B4-BE49-F238E27FC236}">
                      <a16:creationId xmlns:a16="http://schemas.microsoft.com/office/drawing/2014/main" id="{8A8423C1-E226-267E-5D69-87BA1D931226}"/>
                    </a:ext>
                  </a:extLst>
                </p14:cNvPr>
                <p14:cNvContentPartPr/>
                <p14:nvPr/>
              </p14:nvContentPartPr>
              <p14:xfrm>
                <a:off x="9915230" y="2985157"/>
                <a:ext cx="134280" cy="20880"/>
              </p14:xfrm>
            </p:contentPart>
          </mc:Choice>
          <mc:Fallback xmlns="">
            <p:pic>
              <p:nvPicPr>
                <p:cNvPr id="88" name="Ink 87">
                  <a:extLst>
                    <a:ext uri="{FF2B5EF4-FFF2-40B4-BE49-F238E27FC236}">
                      <a16:creationId xmlns:a16="http://schemas.microsoft.com/office/drawing/2014/main" id="{8A8423C1-E226-267E-5D69-87BA1D931226}"/>
                    </a:ext>
                  </a:extLst>
                </p:cNvPr>
                <p:cNvPicPr/>
                <p:nvPr/>
              </p:nvPicPr>
              <p:blipFill>
                <a:blip r:embed="rId156"/>
                <a:stretch>
                  <a:fillRect/>
                </a:stretch>
              </p:blipFill>
              <p:spPr>
                <a:xfrm>
                  <a:off x="9897590" y="2967157"/>
                  <a:ext cx="1699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89" name="Ink 88">
                  <a:extLst>
                    <a:ext uri="{FF2B5EF4-FFF2-40B4-BE49-F238E27FC236}">
                      <a16:creationId xmlns:a16="http://schemas.microsoft.com/office/drawing/2014/main" id="{53263AAA-1704-4002-56F4-9C360217F389}"/>
                    </a:ext>
                  </a:extLst>
                </p14:cNvPr>
                <p14:cNvContentPartPr/>
                <p14:nvPr/>
              </p14:nvContentPartPr>
              <p14:xfrm>
                <a:off x="9937550" y="3020437"/>
                <a:ext cx="76680" cy="61200"/>
              </p14:xfrm>
            </p:contentPart>
          </mc:Choice>
          <mc:Fallback xmlns="">
            <p:pic>
              <p:nvPicPr>
                <p:cNvPr id="89" name="Ink 88">
                  <a:extLst>
                    <a:ext uri="{FF2B5EF4-FFF2-40B4-BE49-F238E27FC236}">
                      <a16:creationId xmlns:a16="http://schemas.microsoft.com/office/drawing/2014/main" id="{53263AAA-1704-4002-56F4-9C360217F389}"/>
                    </a:ext>
                  </a:extLst>
                </p:cNvPr>
                <p:cNvPicPr/>
                <p:nvPr/>
              </p:nvPicPr>
              <p:blipFill>
                <a:blip r:embed="rId158"/>
                <a:stretch>
                  <a:fillRect/>
                </a:stretch>
              </p:blipFill>
              <p:spPr>
                <a:xfrm>
                  <a:off x="9919550" y="3002437"/>
                  <a:ext cx="11232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0" name="Ink 89">
                  <a:extLst>
                    <a:ext uri="{FF2B5EF4-FFF2-40B4-BE49-F238E27FC236}">
                      <a16:creationId xmlns:a16="http://schemas.microsoft.com/office/drawing/2014/main" id="{2CC55425-6F8E-0F73-1F5D-0A0FD9EF0DE3}"/>
                    </a:ext>
                  </a:extLst>
                </p14:cNvPr>
                <p14:cNvContentPartPr/>
                <p14:nvPr/>
              </p14:nvContentPartPr>
              <p14:xfrm>
                <a:off x="10001270" y="3019717"/>
                <a:ext cx="86760" cy="122400"/>
              </p14:xfrm>
            </p:contentPart>
          </mc:Choice>
          <mc:Fallback xmlns="">
            <p:pic>
              <p:nvPicPr>
                <p:cNvPr id="90" name="Ink 89">
                  <a:extLst>
                    <a:ext uri="{FF2B5EF4-FFF2-40B4-BE49-F238E27FC236}">
                      <a16:creationId xmlns:a16="http://schemas.microsoft.com/office/drawing/2014/main" id="{2CC55425-6F8E-0F73-1F5D-0A0FD9EF0DE3}"/>
                    </a:ext>
                  </a:extLst>
                </p:cNvPr>
                <p:cNvPicPr/>
                <p:nvPr/>
              </p:nvPicPr>
              <p:blipFill>
                <a:blip r:embed="rId160"/>
                <a:stretch>
                  <a:fillRect/>
                </a:stretch>
              </p:blipFill>
              <p:spPr>
                <a:xfrm>
                  <a:off x="9983630" y="3002077"/>
                  <a:ext cx="12240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1" name="Ink 90">
                  <a:extLst>
                    <a:ext uri="{FF2B5EF4-FFF2-40B4-BE49-F238E27FC236}">
                      <a16:creationId xmlns:a16="http://schemas.microsoft.com/office/drawing/2014/main" id="{90548A3C-F88F-A741-4E48-E40D444312A2}"/>
                    </a:ext>
                  </a:extLst>
                </p14:cNvPr>
                <p14:cNvContentPartPr/>
                <p14:nvPr/>
              </p14:nvContentPartPr>
              <p14:xfrm>
                <a:off x="10308710" y="1227277"/>
                <a:ext cx="29520" cy="606600"/>
              </p14:xfrm>
            </p:contentPart>
          </mc:Choice>
          <mc:Fallback xmlns="">
            <p:pic>
              <p:nvPicPr>
                <p:cNvPr id="91" name="Ink 90">
                  <a:extLst>
                    <a:ext uri="{FF2B5EF4-FFF2-40B4-BE49-F238E27FC236}">
                      <a16:creationId xmlns:a16="http://schemas.microsoft.com/office/drawing/2014/main" id="{90548A3C-F88F-A741-4E48-E40D444312A2}"/>
                    </a:ext>
                  </a:extLst>
                </p:cNvPr>
                <p:cNvPicPr/>
                <p:nvPr/>
              </p:nvPicPr>
              <p:blipFill>
                <a:blip r:embed="rId162"/>
                <a:stretch>
                  <a:fillRect/>
                </a:stretch>
              </p:blipFill>
              <p:spPr>
                <a:xfrm>
                  <a:off x="10291070" y="1209277"/>
                  <a:ext cx="65160" cy="6422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92" name="Ink 91">
                  <a:extLst>
                    <a:ext uri="{FF2B5EF4-FFF2-40B4-BE49-F238E27FC236}">
                      <a16:creationId xmlns:a16="http://schemas.microsoft.com/office/drawing/2014/main" id="{F5657080-789D-1229-AE14-974BD1F58EF3}"/>
                    </a:ext>
                  </a:extLst>
                </p14:cNvPr>
                <p14:cNvContentPartPr/>
                <p14:nvPr/>
              </p14:nvContentPartPr>
              <p14:xfrm>
                <a:off x="10252910" y="1166077"/>
                <a:ext cx="295560" cy="76320"/>
              </p14:xfrm>
            </p:contentPart>
          </mc:Choice>
          <mc:Fallback xmlns="">
            <p:pic>
              <p:nvPicPr>
                <p:cNvPr id="92" name="Ink 91">
                  <a:extLst>
                    <a:ext uri="{FF2B5EF4-FFF2-40B4-BE49-F238E27FC236}">
                      <a16:creationId xmlns:a16="http://schemas.microsoft.com/office/drawing/2014/main" id="{F5657080-789D-1229-AE14-974BD1F58EF3}"/>
                    </a:ext>
                  </a:extLst>
                </p:cNvPr>
                <p:cNvPicPr/>
                <p:nvPr/>
              </p:nvPicPr>
              <p:blipFill>
                <a:blip r:embed="rId164"/>
                <a:stretch>
                  <a:fillRect/>
                </a:stretch>
              </p:blipFill>
              <p:spPr>
                <a:xfrm>
                  <a:off x="10234910" y="1148077"/>
                  <a:ext cx="3312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93" name="Ink 92">
                  <a:extLst>
                    <a:ext uri="{FF2B5EF4-FFF2-40B4-BE49-F238E27FC236}">
                      <a16:creationId xmlns:a16="http://schemas.microsoft.com/office/drawing/2014/main" id="{E020CCCC-EC4E-AE14-1CD6-2DC6EB1EBA6A}"/>
                    </a:ext>
                  </a:extLst>
                </p14:cNvPr>
                <p14:cNvContentPartPr/>
                <p14:nvPr/>
              </p14:nvContentPartPr>
              <p14:xfrm>
                <a:off x="10654670" y="1006957"/>
                <a:ext cx="222120" cy="124200"/>
              </p14:xfrm>
            </p:contentPart>
          </mc:Choice>
          <mc:Fallback xmlns="">
            <p:pic>
              <p:nvPicPr>
                <p:cNvPr id="93" name="Ink 92">
                  <a:extLst>
                    <a:ext uri="{FF2B5EF4-FFF2-40B4-BE49-F238E27FC236}">
                      <a16:creationId xmlns:a16="http://schemas.microsoft.com/office/drawing/2014/main" id="{E020CCCC-EC4E-AE14-1CD6-2DC6EB1EBA6A}"/>
                    </a:ext>
                  </a:extLst>
                </p:cNvPr>
                <p:cNvPicPr/>
                <p:nvPr/>
              </p:nvPicPr>
              <p:blipFill>
                <a:blip r:embed="rId166"/>
                <a:stretch>
                  <a:fillRect/>
                </a:stretch>
              </p:blipFill>
              <p:spPr>
                <a:xfrm>
                  <a:off x="10637030" y="989317"/>
                  <a:ext cx="2577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94" name="Ink 93">
                  <a:extLst>
                    <a:ext uri="{FF2B5EF4-FFF2-40B4-BE49-F238E27FC236}">
                      <a16:creationId xmlns:a16="http://schemas.microsoft.com/office/drawing/2014/main" id="{2183CB96-6F43-1DCE-1E1C-EF6A89A8277C}"/>
                    </a:ext>
                  </a:extLst>
                </p14:cNvPr>
                <p14:cNvContentPartPr/>
                <p14:nvPr/>
              </p14:nvContentPartPr>
              <p14:xfrm>
                <a:off x="10882910" y="1002997"/>
                <a:ext cx="757800" cy="822960"/>
              </p14:xfrm>
            </p:contentPart>
          </mc:Choice>
          <mc:Fallback xmlns="">
            <p:pic>
              <p:nvPicPr>
                <p:cNvPr id="94" name="Ink 93">
                  <a:extLst>
                    <a:ext uri="{FF2B5EF4-FFF2-40B4-BE49-F238E27FC236}">
                      <a16:creationId xmlns:a16="http://schemas.microsoft.com/office/drawing/2014/main" id="{2183CB96-6F43-1DCE-1E1C-EF6A89A8277C}"/>
                    </a:ext>
                  </a:extLst>
                </p:cNvPr>
                <p:cNvPicPr/>
                <p:nvPr/>
              </p:nvPicPr>
              <p:blipFill>
                <a:blip r:embed="rId168"/>
                <a:stretch>
                  <a:fillRect/>
                </a:stretch>
              </p:blipFill>
              <p:spPr>
                <a:xfrm>
                  <a:off x="10865270" y="984997"/>
                  <a:ext cx="793440" cy="8586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95" name="Ink 94">
                  <a:extLst>
                    <a:ext uri="{FF2B5EF4-FFF2-40B4-BE49-F238E27FC236}">
                      <a16:creationId xmlns:a16="http://schemas.microsoft.com/office/drawing/2014/main" id="{E2B738ED-1692-A497-92B9-1050B5BA05DA}"/>
                    </a:ext>
                  </a:extLst>
                </p14:cNvPr>
                <p14:cNvContentPartPr/>
                <p14:nvPr/>
              </p14:nvContentPartPr>
              <p14:xfrm>
                <a:off x="11342990" y="1829197"/>
                <a:ext cx="678240" cy="44640"/>
              </p14:xfrm>
            </p:contentPart>
          </mc:Choice>
          <mc:Fallback xmlns="">
            <p:pic>
              <p:nvPicPr>
                <p:cNvPr id="95" name="Ink 94">
                  <a:extLst>
                    <a:ext uri="{FF2B5EF4-FFF2-40B4-BE49-F238E27FC236}">
                      <a16:creationId xmlns:a16="http://schemas.microsoft.com/office/drawing/2014/main" id="{E2B738ED-1692-A497-92B9-1050B5BA05DA}"/>
                    </a:ext>
                  </a:extLst>
                </p:cNvPr>
                <p:cNvPicPr/>
                <p:nvPr/>
              </p:nvPicPr>
              <p:blipFill>
                <a:blip r:embed="rId170"/>
                <a:stretch>
                  <a:fillRect/>
                </a:stretch>
              </p:blipFill>
              <p:spPr>
                <a:xfrm>
                  <a:off x="11324990" y="1811557"/>
                  <a:ext cx="71388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96" name="Ink 95">
                  <a:extLst>
                    <a:ext uri="{FF2B5EF4-FFF2-40B4-BE49-F238E27FC236}">
                      <a16:creationId xmlns:a16="http://schemas.microsoft.com/office/drawing/2014/main" id="{B62E58E6-FCAF-961D-5F0C-D167724C989F}"/>
                    </a:ext>
                  </a:extLst>
                </p14:cNvPr>
                <p14:cNvContentPartPr/>
                <p14:nvPr/>
              </p14:nvContentPartPr>
              <p14:xfrm>
                <a:off x="11966870" y="1775197"/>
                <a:ext cx="63000" cy="67320"/>
              </p14:xfrm>
            </p:contentPart>
          </mc:Choice>
          <mc:Fallback xmlns="">
            <p:pic>
              <p:nvPicPr>
                <p:cNvPr id="96" name="Ink 95">
                  <a:extLst>
                    <a:ext uri="{FF2B5EF4-FFF2-40B4-BE49-F238E27FC236}">
                      <a16:creationId xmlns:a16="http://schemas.microsoft.com/office/drawing/2014/main" id="{B62E58E6-FCAF-961D-5F0C-D167724C989F}"/>
                    </a:ext>
                  </a:extLst>
                </p:cNvPr>
                <p:cNvPicPr/>
                <p:nvPr/>
              </p:nvPicPr>
              <p:blipFill>
                <a:blip r:embed="rId172"/>
                <a:stretch>
                  <a:fillRect/>
                </a:stretch>
              </p:blipFill>
              <p:spPr>
                <a:xfrm>
                  <a:off x="11948870" y="1757557"/>
                  <a:ext cx="9864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97" name="Ink 96">
                  <a:extLst>
                    <a:ext uri="{FF2B5EF4-FFF2-40B4-BE49-F238E27FC236}">
                      <a16:creationId xmlns:a16="http://schemas.microsoft.com/office/drawing/2014/main" id="{DA390836-7FAB-0E21-B791-21CC8B089AF2}"/>
                    </a:ext>
                  </a:extLst>
                </p14:cNvPr>
                <p14:cNvContentPartPr/>
                <p14:nvPr/>
              </p14:nvContentPartPr>
              <p14:xfrm>
                <a:off x="11508590" y="2131237"/>
                <a:ext cx="203400" cy="163080"/>
              </p14:xfrm>
            </p:contentPart>
          </mc:Choice>
          <mc:Fallback xmlns="">
            <p:pic>
              <p:nvPicPr>
                <p:cNvPr id="97" name="Ink 96">
                  <a:extLst>
                    <a:ext uri="{FF2B5EF4-FFF2-40B4-BE49-F238E27FC236}">
                      <a16:creationId xmlns:a16="http://schemas.microsoft.com/office/drawing/2014/main" id="{DA390836-7FAB-0E21-B791-21CC8B089AF2}"/>
                    </a:ext>
                  </a:extLst>
                </p:cNvPr>
                <p:cNvPicPr/>
                <p:nvPr/>
              </p:nvPicPr>
              <p:blipFill>
                <a:blip r:embed="rId174"/>
                <a:stretch>
                  <a:fillRect/>
                </a:stretch>
              </p:blipFill>
              <p:spPr>
                <a:xfrm>
                  <a:off x="11490590" y="2113597"/>
                  <a:ext cx="2390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98" name="Ink 97">
                  <a:extLst>
                    <a:ext uri="{FF2B5EF4-FFF2-40B4-BE49-F238E27FC236}">
                      <a16:creationId xmlns:a16="http://schemas.microsoft.com/office/drawing/2014/main" id="{B629B830-3E96-D685-6339-EEC78A6E70D8}"/>
                    </a:ext>
                  </a:extLst>
                </p14:cNvPr>
                <p14:cNvContentPartPr/>
                <p14:nvPr/>
              </p14:nvContentPartPr>
              <p14:xfrm>
                <a:off x="11762750" y="2267677"/>
                <a:ext cx="78480" cy="65160"/>
              </p14:xfrm>
            </p:contentPart>
          </mc:Choice>
          <mc:Fallback xmlns="">
            <p:pic>
              <p:nvPicPr>
                <p:cNvPr id="98" name="Ink 97">
                  <a:extLst>
                    <a:ext uri="{FF2B5EF4-FFF2-40B4-BE49-F238E27FC236}">
                      <a16:creationId xmlns:a16="http://schemas.microsoft.com/office/drawing/2014/main" id="{B629B830-3E96-D685-6339-EEC78A6E70D8}"/>
                    </a:ext>
                  </a:extLst>
                </p:cNvPr>
                <p:cNvPicPr/>
                <p:nvPr/>
              </p:nvPicPr>
              <p:blipFill>
                <a:blip r:embed="rId176"/>
                <a:stretch>
                  <a:fillRect/>
                </a:stretch>
              </p:blipFill>
              <p:spPr>
                <a:xfrm>
                  <a:off x="11744750" y="2250037"/>
                  <a:ext cx="11412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99" name="Ink 98">
                  <a:extLst>
                    <a:ext uri="{FF2B5EF4-FFF2-40B4-BE49-F238E27FC236}">
                      <a16:creationId xmlns:a16="http://schemas.microsoft.com/office/drawing/2014/main" id="{0677AAEC-9911-69C8-06D4-A842EC308926}"/>
                    </a:ext>
                  </a:extLst>
                </p14:cNvPr>
                <p14:cNvContentPartPr/>
                <p14:nvPr/>
              </p14:nvContentPartPr>
              <p14:xfrm>
                <a:off x="11888750" y="2235637"/>
                <a:ext cx="100800" cy="65520"/>
              </p14:xfrm>
            </p:contentPart>
          </mc:Choice>
          <mc:Fallback xmlns="">
            <p:pic>
              <p:nvPicPr>
                <p:cNvPr id="99" name="Ink 98">
                  <a:extLst>
                    <a:ext uri="{FF2B5EF4-FFF2-40B4-BE49-F238E27FC236}">
                      <a16:creationId xmlns:a16="http://schemas.microsoft.com/office/drawing/2014/main" id="{0677AAEC-9911-69C8-06D4-A842EC308926}"/>
                    </a:ext>
                  </a:extLst>
                </p:cNvPr>
                <p:cNvPicPr/>
                <p:nvPr/>
              </p:nvPicPr>
              <p:blipFill>
                <a:blip r:embed="rId178"/>
                <a:stretch>
                  <a:fillRect/>
                </a:stretch>
              </p:blipFill>
              <p:spPr>
                <a:xfrm>
                  <a:off x="11871110" y="2217997"/>
                  <a:ext cx="13644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00" name="Ink 99">
                  <a:extLst>
                    <a:ext uri="{FF2B5EF4-FFF2-40B4-BE49-F238E27FC236}">
                      <a16:creationId xmlns:a16="http://schemas.microsoft.com/office/drawing/2014/main" id="{5D27A747-C882-EFA2-2A2D-51D11BC97604}"/>
                    </a:ext>
                  </a:extLst>
                </p14:cNvPr>
                <p14:cNvContentPartPr/>
                <p14:nvPr/>
              </p14:nvContentPartPr>
              <p14:xfrm>
                <a:off x="12046430" y="2111797"/>
                <a:ext cx="31680" cy="175320"/>
              </p14:xfrm>
            </p:contentPart>
          </mc:Choice>
          <mc:Fallback xmlns="">
            <p:pic>
              <p:nvPicPr>
                <p:cNvPr id="100" name="Ink 99">
                  <a:extLst>
                    <a:ext uri="{FF2B5EF4-FFF2-40B4-BE49-F238E27FC236}">
                      <a16:creationId xmlns:a16="http://schemas.microsoft.com/office/drawing/2014/main" id="{5D27A747-C882-EFA2-2A2D-51D11BC97604}"/>
                    </a:ext>
                  </a:extLst>
                </p:cNvPr>
                <p:cNvPicPr/>
                <p:nvPr/>
              </p:nvPicPr>
              <p:blipFill>
                <a:blip r:embed="rId180"/>
                <a:stretch>
                  <a:fillRect/>
                </a:stretch>
              </p:blipFill>
              <p:spPr>
                <a:xfrm>
                  <a:off x="12028790" y="2094157"/>
                  <a:ext cx="6732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01" name="Ink 100">
                  <a:extLst>
                    <a:ext uri="{FF2B5EF4-FFF2-40B4-BE49-F238E27FC236}">
                      <a16:creationId xmlns:a16="http://schemas.microsoft.com/office/drawing/2014/main" id="{ACAEFE21-F7F2-A78D-D7B4-DDCCB3500C2C}"/>
                    </a:ext>
                  </a:extLst>
                </p14:cNvPr>
                <p14:cNvContentPartPr/>
                <p14:nvPr/>
              </p14:nvContentPartPr>
              <p14:xfrm>
                <a:off x="11995670" y="2204677"/>
                <a:ext cx="41040" cy="41040"/>
              </p14:xfrm>
            </p:contentPart>
          </mc:Choice>
          <mc:Fallback xmlns="">
            <p:pic>
              <p:nvPicPr>
                <p:cNvPr id="101" name="Ink 100">
                  <a:extLst>
                    <a:ext uri="{FF2B5EF4-FFF2-40B4-BE49-F238E27FC236}">
                      <a16:creationId xmlns:a16="http://schemas.microsoft.com/office/drawing/2014/main" id="{ACAEFE21-F7F2-A78D-D7B4-DDCCB3500C2C}"/>
                    </a:ext>
                  </a:extLst>
                </p:cNvPr>
                <p:cNvPicPr/>
                <p:nvPr/>
              </p:nvPicPr>
              <p:blipFill>
                <a:blip r:embed="rId182"/>
                <a:stretch>
                  <a:fillRect/>
                </a:stretch>
              </p:blipFill>
              <p:spPr>
                <a:xfrm>
                  <a:off x="11977670" y="2186677"/>
                  <a:ext cx="76680" cy="76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3">
            <p14:nvContentPartPr>
              <p14:cNvPr id="104" name="Ink 103">
                <a:extLst>
                  <a:ext uri="{FF2B5EF4-FFF2-40B4-BE49-F238E27FC236}">
                    <a16:creationId xmlns:a16="http://schemas.microsoft.com/office/drawing/2014/main" id="{305EF041-EAFE-3848-8BCD-6EC57AED48E6}"/>
                  </a:ext>
                </a:extLst>
              </p14:cNvPr>
              <p14:cNvContentPartPr/>
              <p14:nvPr/>
            </p14:nvContentPartPr>
            <p14:xfrm>
              <a:off x="10336790" y="673597"/>
              <a:ext cx="851760" cy="772560"/>
            </p14:xfrm>
          </p:contentPart>
        </mc:Choice>
        <mc:Fallback xmlns="">
          <p:pic>
            <p:nvPicPr>
              <p:cNvPr id="104" name="Ink 103">
                <a:extLst>
                  <a:ext uri="{FF2B5EF4-FFF2-40B4-BE49-F238E27FC236}">
                    <a16:creationId xmlns:a16="http://schemas.microsoft.com/office/drawing/2014/main" id="{305EF041-EAFE-3848-8BCD-6EC57AED48E6}"/>
                  </a:ext>
                </a:extLst>
              </p:cNvPr>
              <p:cNvPicPr/>
              <p:nvPr/>
            </p:nvPicPr>
            <p:blipFill>
              <a:blip r:embed="rId184"/>
              <a:stretch>
                <a:fillRect/>
              </a:stretch>
            </p:blipFill>
            <p:spPr>
              <a:xfrm>
                <a:off x="10273790" y="610957"/>
                <a:ext cx="977400" cy="898200"/>
              </a:xfrm>
              <a:prstGeom prst="rect">
                <a:avLst/>
              </a:prstGeom>
            </p:spPr>
          </p:pic>
        </mc:Fallback>
      </mc:AlternateContent>
      <p:grpSp>
        <p:nvGrpSpPr>
          <p:cNvPr id="149" name="Group 148">
            <a:extLst>
              <a:ext uri="{FF2B5EF4-FFF2-40B4-BE49-F238E27FC236}">
                <a16:creationId xmlns:a16="http://schemas.microsoft.com/office/drawing/2014/main" id="{26125953-E935-A977-56E9-B18078C51A00}"/>
              </a:ext>
            </a:extLst>
          </p:cNvPr>
          <p:cNvGrpSpPr/>
          <p:nvPr/>
        </p:nvGrpSpPr>
        <p:grpSpPr>
          <a:xfrm>
            <a:off x="4272590" y="199477"/>
            <a:ext cx="1270440" cy="357480"/>
            <a:chOff x="4272590" y="199477"/>
            <a:chExt cx="1270440" cy="357480"/>
          </a:xfrm>
        </p:grpSpPr>
        <mc:AlternateContent xmlns:mc="http://schemas.openxmlformats.org/markup-compatibility/2006" xmlns:p14="http://schemas.microsoft.com/office/powerpoint/2010/main">
          <mc:Choice Requires="p14">
            <p:contentPart p14:bwMode="auto" r:id="rId185">
              <p14:nvContentPartPr>
                <p14:cNvPr id="108" name="Ink 107">
                  <a:extLst>
                    <a:ext uri="{FF2B5EF4-FFF2-40B4-BE49-F238E27FC236}">
                      <a16:creationId xmlns:a16="http://schemas.microsoft.com/office/drawing/2014/main" id="{34B98FF0-99D0-F4A6-7F5B-E55C7D662986}"/>
                    </a:ext>
                  </a:extLst>
                </p14:cNvPr>
                <p14:cNvContentPartPr/>
                <p14:nvPr/>
              </p14:nvContentPartPr>
              <p14:xfrm>
                <a:off x="4376630" y="199477"/>
                <a:ext cx="35280" cy="357480"/>
              </p14:xfrm>
            </p:contentPart>
          </mc:Choice>
          <mc:Fallback xmlns="">
            <p:pic>
              <p:nvPicPr>
                <p:cNvPr id="108" name="Ink 107">
                  <a:extLst>
                    <a:ext uri="{FF2B5EF4-FFF2-40B4-BE49-F238E27FC236}">
                      <a16:creationId xmlns:a16="http://schemas.microsoft.com/office/drawing/2014/main" id="{34B98FF0-99D0-F4A6-7F5B-E55C7D662986}"/>
                    </a:ext>
                  </a:extLst>
                </p:cNvPr>
                <p:cNvPicPr/>
                <p:nvPr/>
              </p:nvPicPr>
              <p:blipFill>
                <a:blip r:embed="rId186"/>
                <a:stretch>
                  <a:fillRect/>
                </a:stretch>
              </p:blipFill>
              <p:spPr>
                <a:xfrm>
                  <a:off x="4358630" y="181837"/>
                  <a:ext cx="70920" cy="3931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09" name="Ink 108">
                  <a:extLst>
                    <a:ext uri="{FF2B5EF4-FFF2-40B4-BE49-F238E27FC236}">
                      <a16:creationId xmlns:a16="http://schemas.microsoft.com/office/drawing/2014/main" id="{C3BD418F-40C6-120D-891E-0873D47EB9BC}"/>
                    </a:ext>
                  </a:extLst>
                </p14:cNvPr>
                <p14:cNvContentPartPr/>
                <p14:nvPr/>
              </p14:nvContentPartPr>
              <p14:xfrm>
                <a:off x="4272590" y="405037"/>
                <a:ext cx="195120" cy="72720"/>
              </p14:xfrm>
            </p:contentPart>
          </mc:Choice>
          <mc:Fallback xmlns="">
            <p:pic>
              <p:nvPicPr>
                <p:cNvPr id="109" name="Ink 108">
                  <a:extLst>
                    <a:ext uri="{FF2B5EF4-FFF2-40B4-BE49-F238E27FC236}">
                      <a16:creationId xmlns:a16="http://schemas.microsoft.com/office/drawing/2014/main" id="{C3BD418F-40C6-120D-891E-0873D47EB9BC}"/>
                    </a:ext>
                  </a:extLst>
                </p:cNvPr>
                <p:cNvPicPr/>
                <p:nvPr/>
              </p:nvPicPr>
              <p:blipFill>
                <a:blip r:embed="rId188"/>
                <a:stretch>
                  <a:fillRect/>
                </a:stretch>
              </p:blipFill>
              <p:spPr>
                <a:xfrm>
                  <a:off x="4254590" y="387397"/>
                  <a:ext cx="23076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10" name="Ink 109">
                  <a:extLst>
                    <a:ext uri="{FF2B5EF4-FFF2-40B4-BE49-F238E27FC236}">
                      <a16:creationId xmlns:a16="http://schemas.microsoft.com/office/drawing/2014/main" id="{EB7BF3A7-BDA0-1AD9-B1D5-ABE72C9A3CB6}"/>
                    </a:ext>
                  </a:extLst>
                </p14:cNvPr>
                <p14:cNvContentPartPr/>
                <p14:nvPr/>
              </p14:nvContentPartPr>
              <p14:xfrm>
                <a:off x="4546910" y="288757"/>
                <a:ext cx="182880" cy="203040"/>
              </p14:xfrm>
            </p:contentPart>
          </mc:Choice>
          <mc:Fallback xmlns="">
            <p:pic>
              <p:nvPicPr>
                <p:cNvPr id="110" name="Ink 109">
                  <a:extLst>
                    <a:ext uri="{FF2B5EF4-FFF2-40B4-BE49-F238E27FC236}">
                      <a16:creationId xmlns:a16="http://schemas.microsoft.com/office/drawing/2014/main" id="{EB7BF3A7-BDA0-1AD9-B1D5-ABE72C9A3CB6}"/>
                    </a:ext>
                  </a:extLst>
                </p:cNvPr>
                <p:cNvPicPr/>
                <p:nvPr/>
              </p:nvPicPr>
              <p:blipFill>
                <a:blip r:embed="rId190"/>
                <a:stretch>
                  <a:fillRect/>
                </a:stretch>
              </p:blipFill>
              <p:spPr>
                <a:xfrm>
                  <a:off x="4529270" y="270757"/>
                  <a:ext cx="21852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11" name="Ink 110">
                  <a:extLst>
                    <a:ext uri="{FF2B5EF4-FFF2-40B4-BE49-F238E27FC236}">
                      <a16:creationId xmlns:a16="http://schemas.microsoft.com/office/drawing/2014/main" id="{1E15DD49-CDEF-8F9E-B1F2-8735FF97518A}"/>
                    </a:ext>
                  </a:extLst>
                </p14:cNvPr>
                <p14:cNvContentPartPr/>
                <p14:nvPr/>
              </p14:nvContentPartPr>
              <p14:xfrm>
                <a:off x="4759670" y="337357"/>
                <a:ext cx="80640" cy="141840"/>
              </p14:xfrm>
            </p:contentPart>
          </mc:Choice>
          <mc:Fallback xmlns="">
            <p:pic>
              <p:nvPicPr>
                <p:cNvPr id="111" name="Ink 110">
                  <a:extLst>
                    <a:ext uri="{FF2B5EF4-FFF2-40B4-BE49-F238E27FC236}">
                      <a16:creationId xmlns:a16="http://schemas.microsoft.com/office/drawing/2014/main" id="{1E15DD49-CDEF-8F9E-B1F2-8735FF97518A}"/>
                    </a:ext>
                  </a:extLst>
                </p:cNvPr>
                <p:cNvPicPr/>
                <p:nvPr/>
              </p:nvPicPr>
              <p:blipFill>
                <a:blip r:embed="rId192"/>
                <a:stretch>
                  <a:fillRect/>
                </a:stretch>
              </p:blipFill>
              <p:spPr>
                <a:xfrm>
                  <a:off x="4741670" y="319357"/>
                  <a:ext cx="11628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12" name="Ink 111">
                  <a:extLst>
                    <a:ext uri="{FF2B5EF4-FFF2-40B4-BE49-F238E27FC236}">
                      <a16:creationId xmlns:a16="http://schemas.microsoft.com/office/drawing/2014/main" id="{8A77C474-ECEE-7F8A-3B16-6B965F78B9BF}"/>
                    </a:ext>
                  </a:extLst>
                </p14:cNvPr>
                <p14:cNvContentPartPr/>
                <p14:nvPr/>
              </p14:nvContentPartPr>
              <p14:xfrm>
                <a:off x="4902230" y="311077"/>
                <a:ext cx="34200" cy="119520"/>
              </p14:xfrm>
            </p:contentPart>
          </mc:Choice>
          <mc:Fallback xmlns="">
            <p:pic>
              <p:nvPicPr>
                <p:cNvPr id="112" name="Ink 111">
                  <a:extLst>
                    <a:ext uri="{FF2B5EF4-FFF2-40B4-BE49-F238E27FC236}">
                      <a16:creationId xmlns:a16="http://schemas.microsoft.com/office/drawing/2014/main" id="{8A77C474-ECEE-7F8A-3B16-6B965F78B9BF}"/>
                    </a:ext>
                  </a:extLst>
                </p:cNvPr>
                <p:cNvPicPr/>
                <p:nvPr/>
              </p:nvPicPr>
              <p:blipFill>
                <a:blip r:embed="rId194"/>
                <a:stretch>
                  <a:fillRect/>
                </a:stretch>
              </p:blipFill>
              <p:spPr>
                <a:xfrm>
                  <a:off x="4884230" y="293437"/>
                  <a:ext cx="6984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13" name="Ink 112">
                  <a:extLst>
                    <a:ext uri="{FF2B5EF4-FFF2-40B4-BE49-F238E27FC236}">
                      <a16:creationId xmlns:a16="http://schemas.microsoft.com/office/drawing/2014/main" id="{8705FA3F-F7FE-E6B4-C188-B5FF7741A533}"/>
                    </a:ext>
                  </a:extLst>
                </p14:cNvPr>
                <p14:cNvContentPartPr/>
                <p14:nvPr/>
              </p14:nvContentPartPr>
              <p14:xfrm>
                <a:off x="5036510" y="302797"/>
                <a:ext cx="228960" cy="124920"/>
              </p14:xfrm>
            </p:contentPart>
          </mc:Choice>
          <mc:Fallback xmlns="">
            <p:pic>
              <p:nvPicPr>
                <p:cNvPr id="113" name="Ink 112">
                  <a:extLst>
                    <a:ext uri="{FF2B5EF4-FFF2-40B4-BE49-F238E27FC236}">
                      <a16:creationId xmlns:a16="http://schemas.microsoft.com/office/drawing/2014/main" id="{8705FA3F-F7FE-E6B4-C188-B5FF7741A533}"/>
                    </a:ext>
                  </a:extLst>
                </p:cNvPr>
                <p:cNvPicPr/>
                <p:nvPr/>
              </p:nvPicPr>
              <p:blipFill>
                <a:blip r:embed="rId196"/>
                <a:stretch>
                  <a:fillRect/>
                </a:stretch>
              </p:blipFill>
              <p:spPr>
                <a:xfrm>
                  <a:off x="5018510" y="284797"/>
                  <a:ext cx="26460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14" name="Ink 113">
                  <a:extLst>
                    <a:ext uri="{FF2B5EF4-FFF2-40B4-BE49-F238E27FC236}">
                      <a16:creationId xmlns:a16="http://schemas.microsoft.com/office/drawing/2014/main" id="{E5423868-1948-AB25-45A9-02D479329E43}"/>
                    </a:ext>
                  </a:extLst>
                </p14:cNvPr>
                <p14:cNvContentPartPr/>
                <p14:nvPr/>
              </p14:nvContentPartPr>
              <p14:xfrm>
                <a:off x="5298950" y="326197"/>
                <a:ext cx="156600" cy="117720"/>
              </p14:xfrm>
            </p:contentPart>
          </mc:Choice>
          <mc:Fallback xmlns="">
            <p:pic>
              <p:nvPicPr>
                <p:cNvPr id="114" name="Ink 113">
                  <a:extLst>
                    <a:ext uri="{FF2B5EF4-FFF2-40B4-BE49-F238E27FC236}">
                      <a16:creationId xmlns:a16="http://schemas.microsoft.com/office/drawing/2014/main" id="{E5423868-1948-AB25-45A9-02D479329E43}"/>
                    </a:ext>
                  </a:extLst>
                </p:cNvPr>
                <p:cNvPicPr/>
                <p:nvPr/>
              </p:nvPicPr>
              <p:blipFill>
                <a:blip r:embed="rId198"/>
                <a:stretch>
                  <a:fillRect/>
                </a:stretch>
              </p:blipFill>
              <p:spPr>
                <a:xfrm>
                  <a:off x="5281310" y="308557"/>
                  <a:ext cx="19224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15" name="Ink 114">
                  <a:extLst>
                    <a:ext uri="{FF2B5EF4-FFF2-40B4-BE49-F238E27FC236}">
                      <a16:creationId xmlns:a16="http://schemas.microsoft.com/office/drawing/2014/main" id="{553EE391-D8D6-3D45-2587-B25DD997D402}"/>
                    </a:ext>
                  </a:extLst>
                </p14:cNvPr>
                <p14:cNvContentPartPr/>
                <p14:nvPr/>
              </p14:nvContentPartPr>
              <p14:xfrm>
                <a:off x="5462390" y="217117"/>
                <a:ext cx="80640" cy="263520"/>
              </p14:xfrm>
            </p:contentPart>
          </mc:Choice>
          <mc:Fallback xmlns="">
            <p:pic>
              <p:nvPicPr>
                <p:cNvPr id="115" name="Ink 114">
                  <a:extLst>
                    <a:ext uri="{FF2B5EF4-FFF2-40B4-BE49-F238E27FC236}">
                      <a16:creationId xmlns:a16="http://schemas.microsoft.com/office/drawing/2014/main" id="{553EE391-D8D6-3D45-2587-B25DD997D402}"/>
                    </a:ext>
                  </a:extLst>
                </p:cNvPr>
                <p:cNvPicPr/>
                <p:nvPr/>
              </p:nvPicPr>
              <p:blipFill>
                <a:blip r:embed="rId200"/>
                <a:stretch>
                  <a:fillRect/>
                </a:stretch>
              </p:blipFill>
              <p:spPr>
                <a:xfrm>
                  <a:off x="5444390" y="199117"/>
                  <a:ext cx="116280" cy="299160"/>
                </a:xfrm>
                <a:prstGeom prst="rect">
                  <a:avLst/>
                </a:prstGeom>
              </p:spPr>
            </p:pic>
          </mc:Fallback>
        </mc:AlternateContent>
      </p:grpSp>
      <p:grpSp>
        <p:nvGrpSpPr>
          <p:cNvPr id="148" name="Group 147">
            <a:extLst>
              <a:ext uri="{FF2B5EF4-FFF2-40B4-BE49-F238E27FC236}">
                <a16:creationId xmlns:a16="http://schemas.microsoft.com/office/drawing/2014/main" id="{9B78B0CD-0425-0606-6E9C-1637E81FFFD6}"/>
              </a:ext>
            </a:extLst>
          </p:cNvPr>
          <p:cNvGrpSpPr/>
          <p:nvPr/>
        </p:nvGrpSpPr>
        <p:grpSpPr>
          <a:xfrm>
            <a:off x="5813030" y="65197"/>
            <a:ext cx="5063040" cy="922680"/>
            <a:chOff x="5813030" y="65197"/>
            <a:chExt cx="5063040" cy="922680"/>
          </a:xfrm>
        </p:grpSpPr>
        <mc:AlternateContent xmlns:mc="http://schemas.openxmlformats.org/markup-compatibility/2006" xmlns:p14="http://schemas.microsoft.com/office/powerpoint/2010/main">
          <mc:Choice Requires="p14">
            <p:contentPart p14:bwMode="auto" r:id="rId201">
              <p14:nvContentPartPr>
                <p14:cNvPr id="105" name="Ink 104">
                  <a:extLst>
                    <a:ext uri="{FF2B5EF4-FFF2-40B4-BE49-F238E27FC236}">
                      <a16:creationId xmlns:a16="http://schemas.microsoft.com/office/drawing/2014/main" id="{0F663765-87A2-0871-2A95-99E614EF2D78}"/>
                    </a:ext>
                  </a:extLst>
                </p14:cNvPr>
                <p14:cNvContentPartPr/>
                <p14:nvPr/>
              </p14:nvContentPartPr>
              <p14:xfrm>
                <a:off x="8423030" y="269317"/>
                <a:ext cx="2173680" cy="718560"/>
              </p14:xfrm>
            </p:contentPart>
          </mc:Choice>
          <mc:Fallback xmlns="">
            <p:pic>
              <p:nvPicPr>
                <p:cNvPr id="105" name="Ink 104">
                  <a:extLst>
                    <a:ext uri="{FF2B5EF4-FFF2-40B4-BE49-F238E27FC236}">
                      <a16:creationId xmlns:a16="http://schemas.microsoft.com/office/drawing/2014/main" id="{0F663765-87A2-0871-2A95-99E614EF2D78}"/>
                    </a:ext>
                  </a:extLst>
                </p:cNvPr>
                <p:cNvPicPr/>
                <p:nvPr/>
              </p:nvPicPr>
              <p:blipFill>
                <a:blip r:embed="rId202"/>
                <a:stretch>
                  <a:fillRect/>
                </a:stretch>
              </p:blipFill>
              <p:spPr>
                <a:xfrm>
                  <a:off x="8405030" y="251677"/>
                  <a:ext cx="2209320" cy="75420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06" name="Ink 105">
                  <a:extLst>
                    <a:ext uri="{FF2B5EF4-FFF2-40B4-BE49-F238E27FC236}">
                      <a16:creationId xmlns:a16="http://schemas.microsoft.com/office/drawing/2014/main" id="{7456EDEA-9EA7-81C8-4F52-FE1EB0DA1CB6}"/>
                    </a:ext>
                  </a:extLst>
                </p14:cNvPr>
                <p14:cNvContentPartPr/>
                <p14:nvPr/>
              </p14:nvContentPartPr>
              <p14:xfrm>
                <a:off x="8435270" y="237277"/>
                <a:ext cx="209160" cy="231120"/>
              </p14:xfrm>
            </p:contentPart>
          </mc:Choice>
          <mc:Fallback xmlns="">
            <p:pic>
              <p:nvPicPr>
                <p:cNvPr id="106" name="Ink 105">
                  <a:extLst>
                    <a:ext uri="{FF2B5EF4-FFF2-40B4-BE49-F238E27FC236}">
                      <a16:creationId xmlns:a16="http://schemas.microsoft.com/office/drawing/2014/main" id="{7456EDEA-9EA7-81C8-4F52-FE1EB0DA1CB6}"/>
                    </a:ext>
                  </a:extLst>
                </p:cNvPr>
                <p:cNvPicPr/>
                <p:nvPr/>
              </p:nvPicPr>
              <p:blipFill>
                <a:blip r:embed="rId204"/>
                <a:stretch>
                  <a:fillRect/>
                </a:stretch>
              </p:blipFill>
              <p:spPr>
                <a:xfrm>
                  <a:off x="8417630" y="219637"/>
                  <a:ext cx="24480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16" name="Ink 115">
                  <a:extLst>
                    <a:ext uri="{FF2B5EF4-FFF2-40B4-BE49-F238E27FC236}">
                      <a16:creationId xmlns:a16="http://schemas.microsoft.com/office/drawing/2014/main" id="{CAFA726B-3392-EB14-E6C1-3118122CD478}"/>
                    </a:ext>
                  </a:extLst>
                </p14:cNvPr>
                <p14:cNvContentPartPr/>
                <p14:nvPr/>
              </p14:nvContentPartPr>
              <p14:xfrm>
                <a:off x="5813030" y="372277"/>
                <a:ext cx="191520" cy="153720"/>
              </p14:xfrm>
            </p:contentPart>
          </mc:Choice>
          <mc:Fallback xmlns="">
            <p:pic>
              <p:nvPicPr>
                <p:cNvPr id="116" name="Ink 115">
                  <a:extLst>
                    <a:ext uri="{FF2B5EF4-FFF2-40B4-BE49-F238E27FC236}">
                      <a16:creationId xmlns:a16="http://schemas.microsoft.com/office/drawing/2014/main" id="{CAFA726B-3392-EB14-E6C1-3118122CD478}"/>
                    </a:ext>
                  </a:extLst>
                </p:cNvPr>
                <p:cNvPicPr/>
                <p:nvPr/>
              </p:nvPicPr>
              <p:blipFill>
                <a:blip r:embed="rId206"/>
                <a:stretch>
                  <a:fillRect/>
                </a:stretch>
              </p:blipFill>
              <p:spPr>
                <a:xfrm>
                  <a:off x="5795030" y="354277"/>
                  <a:ext cx="22716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17" name="Ink 116">
                  <a:extLst>
                    <a:ext uri="{FF2B5EF4-FFF2-40B4-BE49-F238E27FC236}">
                      <a16:creationId xmlns:a16="http://schemas.microsoft.com/office/drawing/2014/main" id="{B16703A5-A7D3-8311-D70E-CA0906FE064F}"/>
                    </a:ext>
                  </a:extLst>
                </p14:cNvPr>
                <p14:cNvContentPartPr/>
                <p14:nvPr/>
              </p14:nvContentPartPr>
              <p14:xfrm>
                <a:off x="6085190" y="373717"/>
                <a:ext cx="89280" cy="122760"/>
              </p14:xfrm>
            </p:contentPart>
          </mc:Choice>
          <mc:Fallback xmlns="">
            <p:pic>
              <p:nvPicPr>
                <p:cNvPr id="117" name="Ink 116">
                  <a:extLst>
                    <a:ext uri="{FF2B5EF4-FFF2-40B4-BE49-F238E27FC236}">
                      <a16:creationId xmlns:a16="http://schemas.microsoft.com/office/drawing/2014/main" id="{B16703A5-A7D3-8311-D70E-CA0906FE064F}"/>
                    </a:ext>
                  </a:extLst>
                </p:cNvPr>
                <p:cNvPicPr/>
                <p:nvPr/>
              </p:nvPicPr>
              <p:blipFill>
                <a:blip r:embed="rId208"/>
                <a:stretch>
                  <a:fillRect/>
                </a:stretch>
              </p:blipFill>
              <p:spPr>
                <a:xfrm>
                  <a:off x="6067190" y="355717"/>
                  <a:ext cx="12492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18" name="Ink 117">
                  <a:extLst>
                    <a:ext uri="{FF2B5EF4-FFF2-40B4-BE49-F238E27FC236}">
                      <a16:creationId xmlns:a16="http://schemas.microsoft.com/office/drawing/2014/main" id="{0815D644-ACBC-6CF0-504C-7A85B609FEA5}"/>
                    </a:ext>
                  </a:extLst>
                </p14:cNvPr>
                <p14:cNvContentPartPr/>
                <p14:nvPr/>
              </p14:nvContentPartPr>
              <p14:xfrm>
                <a:off x="6238550" y="370117"/>
                <a:ext cx="32400" cy="88200"/>
              </p14:xfrm>
            </p:contentPart>
          </mc:Choice>
          <mc:Fallback xmlns="">
            <p:pic>
              <p:nvPicPr>
                <p:cNvPr id="118" name="Ink 117">
                  <a:extLst>
                    <a:ext uri="{FF2B5EF4-FFF2-40B4-BE49-F238E27FC236}">
                      <a16:creationId xmlns:a16="http://schemas.microsoft.com/office/drawing/2014/main" id="{0815D644-ACBC-6CF0-504C-7A85B609FEA5}"/>
                    </a:ext>
                  </a:extLst>
                </p:cNvPr>
                <p:cNvPicPr/>
                <p:nvPr/>
              </p:nvPicPr>
              <p:blipFill>
                <a:blip r:embed="rId210"/>
                <a:stretch>
                  <a:fillRect/>
                </a:stretch>
              </p:blipFill>
              <p:spPr>
                <a:xfrm>
                  <a:off x="6220910" y="352477"/>
                  <a:ext cx="6804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19" name="Ink 118">
                  <a:extLst>
                    <a:ext uri="{FF2B5EF4-FFF2-40B4-BE49-F238E27FC236}">
                      <a16:creationId xmlns:a16="http://schemas.microsoft.com/office/drawing/2014/main" id="{36ECF7D9-7F55-0C4C-72E7-8B924C3F3693}"/>
                    </a:ext>
                  </a:extLst>
                </p14:cNvPr>
                <p14:cNvContentPartPr/>
                <p14:nvPr/>
              </p14:nvContentPartPr>
              <p14:xfrm>
                <a:off x="6243230" y="258517"/>
                <a:ext cx="11160" cy="35280"/>
              </p14:xfrm>
            </p:contentPart>
          </mc:Choice>
          <mc:Fallback xmlns="">
            <p:pic>
              <p:nvPicPr>
                <p:cNvPr id="119" name="Ink 118">
                  <a:extLst>
                    <a:ext uri="{FF2B5EF4-FFF2-40B4-BE49-F238E27FC236}">
                      <a16:creationId xmlns:a16="http://schemas.microsoft.com/office/drawing/2014/main" id="{36ECF7D9-7F55-0C4C-72E7-8B924C3F3693}"/>
                    </a:ext>
                  </a:extLst>
                </p:cNvPr>
                <p:cNvPicPr/>
                <p:nvPr/>
              </p:nvPicPr>
              <p:blipFill>
                <a:blip r:embed="rId212"/>
                <a:stretch>
                  <a:fillRect/>
                </a:stretch>
              </p:blipFill>
              <p:spPr>
                <a:xfrm>
                  <a:off x="6225230" y="240877"/>
                  <a:ext cx="4680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20" name="Ink 119">
                  <a:extLst>
                    <a:ext uri="{FF2B5EF4-FFF2-40B4-BE49-F238E27FC236}">
                      <a16:creationId xmlns:a16="http://schemas.microsoft.com/office/drawing/2014/main" id="{D40421EC-737E-02B9-7A4C-EBCDA7FE93B3}"/>
                    </a:ext>
                  </a:extLst>
                </p14:cNvPr>
                <p14:cNvContentPartPr/>
                <p14:nvPr/>
              </p14:nvContentPartPr>
              <p14:xfrm>
                <a:off x="6365990" y="293437"/>
                <a:ext cx="85320" cy="201240"/>
              </p14:xfrm>
            </p:contentPart>
          </mc:Choice>
          <mc:Fallback xmlns="">
            <p:pic>
              <p:nvPicPr>
                <p:cNvPr id="120" name="Ink 119">
                  <a:extLst>
                    <a:ext uri="{FF2B5EF4-FFF2-40B4-BE49-F238E27FC236}">
                      <a16:creationId xmlns:a16="http://schemas.microsoft.com/office/drawing/2014/main" id="{D40421EC-737E-02B9-7A4C-EBCDA7FE93B3}"/>
                    </a:ext>
                  </a:extLst>
                </p:cNvPr>
                <p:cNvPicPr/>
                <p:nvPr/>
              </p:nvPicPr>
              <p:blipFill>
                <a:blip r:embed="rId214"/>
                <a:stretch>
                  <a:fillRect/>
                </a:stretch>
              </p:blipFill>
              <p:spPr>
                <a:xfrm>
                  <a:off x="6348350" y="275437"/>
                  <a:ext cx="12096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21" name="Ink 120">
                  <a:extLst>
                    <a:ext uri="{FF2B5EF4-FFF2-40B4-BE49-F238E27FC236}">
                      <a16:creationId xmlns:a16="http://schemas.microsoft.com/office/drawing/2014/main" id="{2CEAA680-F1FD-0F0E-8EC7-0072C4D970F5}"/>
                    </a:ext>
                  </a:extLst>
                </p14:cNvPr>
                <p14:cNvContentPartPr/>
                <p14:nvPr/>
              </p14:nvContentPartPr>
              <p14:xfrm>
                <a:off x="6457430" y="349597"/>
                <a:ext cx="134640" cy="100080"/>
              </p14:xfrm>
            </p:contentPart>
          </mc:Choice>
          <mc:Fallback xmlns="">
            <p:pic>
              <p:nvPicPr>
                <p:cNvPr id="121" name="Ink 120">
                  <a:extLst>
                    <a:ext uri="{FF2B5EF4-FFF2-40B4-BE49-F238E27FC236}">
                      <a16:creationId xmlns:a16="http://schemas.microsoft.com/office/drawing/2014/main" id="{2CEAA680-F1FD-0F0E-8EC7-0072C4D970F5}"/>
                    </a:ext>
                  </a:extLst>
                </p:cNvPr>
                <p:cNvPicPr/>
                <p:nvPr/>
              </p:nvPicPr>
              <p:blipFill>
                <a:blip r:embed="rId216"/>
                <a:stretch>
                  <a:fillRect/>
                </a:stretch>
              </p:blipFill>
              <p:spPr>
                <a:xfrm>
                  <a:off x="6439790" y="331957"/>
                  <a:ext cx="17028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22" name="Ink 121">
                  <a:extLst>
                    <a:ext uri="{FF2B5EF4-FFF2-40B4-BE49-F238E27FC236}">
                      <a16:creationId xmlns:a16="http://schemas.microsoft.com/office/drawing/2014/main" id="{2E459F86-8E36-4C48-4C47-07E1FA9F041C}"/>
                    </a:ext>
                  </a:extLst>
                </p14:cNvPr>
                <p14:cNvContentPartPr/>
                <p14:nvPr/>
              </p14:nvContentPartPr>
              <p14:xfrm>
                <a:off x="6525830" y="310717"/>
                <a:ext cx="72720" cy="165600"/>
              </p14:xfrm>
            </p:contentPart>
          </mc:Choice>
          <mc:Fallback xmlns="">
            <p:pic>
              <p:nvPicPr>
                <p:cNvPr id="122" name="Ink 121">
                  <a:extLst>
                    <a:ext uri="{FF2B5EF4-FFF2-40B4-BE49-F238E27FC236}">
                      <a16:creationId xmlns:a16="http://schemas.microsoft.com/office/drawing/2014/main" id="{2E459F86-8E36-4C48-4C47-07E1FA9F041C}"/>
                    </a:ext>
                  </a:extLst>
                </p:cNvPr>
                <p:cNvPicPr/>
                <p:nvPr/>
              </p:nvPicPr>
              <p:blipFill>
                <a:blip r:embed="rId218"/>
                <a:stretch>
                  <a:fillRect/>
                </a:stretch>
              </p:blipFill>
              <p:spPr>
                <a:xfrm>
                  <a:off x="6507830" y="292717"/>
                  <a:ext cx="10836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23" name="Ink 122">
                  <a:extLst>
                    <a:ext uri="{FF2B5EF4-FFF2-40B4-BE49-F238E27FC236}">
                      <a16:creationId xmlns:a16="http://schemas.microsoft.com/office/drawing/2014/main" id="{93973EFD-3306-8B63-EE05-FAA1112DB06A}"/>
                    </a:ext>
                  </a:extLst>
                </p14:cNvPr>
                <p14:cNvContentPartPr/>
                <p14:nvPr/>
              </p14:nvContentPartPr>
              <p14:xfrm>
                <a:off x="6785750" y="352117"/>
                <a:ext cx="190800" cy="18000"/>
              </p14:xfrm>
            </p:contentPart>
          </mc:Choice>
          <mc:Fallback xmlns="">
            <p:pic>
              <p:nvPicPr>
                <p:cNvPr id="123" name="Ink 122">
                  <a:extLst>
                    <a:ext uri="{FF2B5EF4-FFF2-40B4-BE49-F238E27FC236}">
                      <a16:creationId xmlns:a16="http://schemas.microsoft.com/office/drawing/2014/main" id="{93973EFD-3306-8B63-EE05-FAA1112DB06A}"/>
                    </a:ext>
                  </a:extLst>
                </p:cNvPr>
                <p:cNvPicPr/>
                <p:nvPr/>
              </p:nvPicPr>
              <p:blipFill>
                <a:blip r:embed="rId220"/>
                <a:stretch>
                  <a:fillRect/>
                </a:stretch>
              </p:blipFill>
              <p:spPr>
                <a:xfrm>
                  <a:off x="6767750" y="334117"/>
                  <a:ext cx="22644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24" name="Ink 123">
                  <a:extLst>
                    <a:ext uri="{FF2B5EF4-FFF2-40B4-BE49-F238E27FC236}">
                      <a16:creationId xmlns:a16="http://schemas.microsoft.com/office/drawing/2014/main" id="{615A33AD-A129-5DB3-1C13-4C65D166F0A2}"/>
                    </a:ext>
                  </a:extLst>
                </p14:cNvPr>
                <p14:cNvContentPartPr/>
                <p14:nvPr/>
              </p14:nvContentPartPr>
              <p14:xfrm>
                <a:off x="6862070" y="300997"/>
                <a:ext cx="27360" cy="189720"/>
              </p14:xfrm>
            </p:contentPart>
          </mc:Choice>
          <mc:Fallback xmlns="">
            <p:pic>
              <p:nvPicPr>
                <p:cNvPr id="124" name="Ink 123">
                  <a:extLst>
                    <a:ext uri="{FF2B5EF4-FFF2-40B4-BE49-F238E27FC236}">
                      <a16:creationId xmlns:a16="http://schemas.microsoft.com/office/drawing/2014/main" id="{615A33AD-A129-5DB3-1C13-4C65D166F0A2}"/>
                    </a:ext>
                  </a:extLst>
                </p:cNvPr>
                <p:cNvPicPr/>
                <p:nvPr/>
              </p:nvPicPr>
              <p:blipFill>
                <a:blip r:embed="rId222"/>
                <a:stretch>
                  <a:fillRect/>
                </a:stretch>
              </p:blipFill>
              <p:spPr>
                <a:xfrm>
                  <a:off x="6844070" y="282997"/>
                  <a:ext cx="6300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25" name="Ink 124">
                  <a:extLst>
                    <a:ext uri="{FF2B5EF4-FFF2-40B4-BE49-F238E27FC236}">
                      <a16:creationId xmlns:a16="http://schemas.microsoft.com/office/drawing/2014/main" id="{0555E57D-9F16-86A9-B5F7-E7E6AFDEBB1B}"/>
                    </a:ext>
                  </a:extLst>
                </p14:cNvPr>
                <p14:cNvContentPartPr/>
                <p14:nvPr/>
              </p14:nvContentPartPr>
              <p14:xfrm>
                <a:off x="7190390" y="237997"/>
                <a:ext cx="115200" cy="211320"/>
              </p14:xfrm>
            </p:contentPart>
          </mc:Choice>
          <mc:Fallback xmlns="">
            <p:pic>
              <p:nvPicPr>
                <p:cNvPr id="125" name="Ink 124">
                  <a:extLst>
                    <a:ext uri="{FF2B5EF4-FFF2-40B4-BE49-F238E27FC236}">
                      <a16:creationId xmlns:a16="http://schemas.microsoft.com/office/drawing/2014/main" id="{0555E57D-9F16-86A9-B5F7-E7E6AFDEBB1B}"/>
                    </a:ext>
                  </a:extLst>
                </p:cNvPr>
                <p:cNvPicPr/>
                <p:nvPr/>
              </p:nvPicPr>
              <p:blipFill>
                <a:blip r:embed="rId224"/>
                <a:stretch>
                  <a:fillRect/>
                </a:stretch>
              </p:blipFill>
              <p:spPr>
                <a:xfrm>
                  <a:off x="7172390" y="219997"/>
                  <a:ext cx="15084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26" name="Ink 125">
                  <a:extLst>
                    <a:ext uri="{FF2B5EF4-FFF2-40B4-BE49-F238E27FC236}">
                      <a16:creationId xmlns:a16="http://schemas.microsoft.com/office/drawing/2014/main" id="{27ED2C01-F605-7FB8-A224-7C144D3F5BFE}"/>
                    </a:ext>
                  </a:extLst>
                </p14:cNvPr>
                <p14:cNvContentPartPr/>
                <p14:nvPr/>
              </p14:nvContentPartPr>
              <p14:xfrm>
                <a:off x="7341230" y="208477"/>
                <a:ext cx="151200" cy="218520"/>
              </p14:xfrm>
            </p:contentPart>
          </mc:Choice>
          <mc:Fallback xmlns="">
            <p:pic>
              <p:nvPicPr>
                <p:cNvPr id="126" name="Ink 125">
                  <a:extLst>
                    <a:ext uri="{FF2B5EF4-FFF2-40B4-BE49-F238E27FC236}">
                      <a16:creationId xmlns:a16="http://schemas.microsoft.com/office/drawing/2014/main" id="{27ED2C01-F605-7FB8-A224-7C144D3F5BFE}"/>
                    </a:ext>
                  </a:extLst>
                </p:cNvPr>
                <p:cNvPicPr/>
                <p:nvPr/>
              </p:nvPicPr>
              <p:blipFill>
                <a:blip r:embed="rId226"/>
                <a:stretch>
                  <a:fillRect/>
                </a:stretch>
              </p:blipFill>
              <p:spPr>
                <a:xfrm>
                  <a:off x="7323590" y="190477"/>
                  <a:ext cx="18684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27" name="Ink 126">
                  <a:extLst>
                    <a:ext uri="{FF2B5EF4-FFF2-40B4-BE49-F238E27FC236}">
                      <a16:creationId xmlns:a16="http://schemas.microsoft.com/office/drawing/2014/main" id="{64087624-3818-6760-8A8E-6B4D25AEE8D6}"/>
                    </a:ext>
                  </a:extLst>
                </p14:cNvPr>
                <p14:cNvContentPartPr/>
                <p14:nvPr/>
              </p14:nvContentPartPr>
              <p14:xfrm>
                <a:off x="7566950" y="268597"/>
                <a:ext cx="82080" cy="102240"/>
              </p14:xfrm>
            </p:contentPart>
          </mc:Choice>
          <mc:Fallback xmlns="">
            <p:pic>
              <p:nvPicPr>
                <p:cNvPr id="127" name="Ink 126">
                  <a:extLst>
                    <a:ext uri="{FF2B5EF4-FFF2-40B4-BE49-F238E27FC236}">
                      <a16:creationId xmlns:a16="http://schemas.microsoft.com/office/drawing/2014/main" id="{64087624-3818-6760-8A8E-6B4D25AEE8D6}"/>
                    </a:ext>
                  </a:extLst>
                </p:cNvPr>
                <p:cNvPicPr/>
                <p:nvPr/>
              </p:nvPicPr>
              <p:blipFill>
                <a:blip r:embed="rId228"/>
                <a:stretch>
                  <a:fillRect/>
                </a:stretch>
              </p:blipFill>
              <p:spPr>
                <a:xfrm>
                  <a:off x="7549310" y="250597"/>
                  <a:ext cx="11772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28" name="Ink 127">
                  <a:extLst>
                    <a:ext uri="{FF2B5EF4-FFF2-40B4-BE49-F238E27FC236}">
                      <a16:creationId xmlns:a16="http://schemas.microsoft.com/office/drawing/2014/main" id="{17217B86-9703-419C-979F-E72DE625F7EB}"/>
                    </a:ext>
                  </a:extLst>
                </p14:cNvPr>
                <p14:cNvContentPartPr/>
                <p14:nvPr/>
              </p14:nvContentPartPr>
              <p14:xfrm>
                <a:off x="7704110" y="169237"/>
                <a:ext cx="41040" cy="184320"/>
              </p14:xfrm>
            </p:contentPart>
          </mc:Choice>
          <mc:Fallback xmlns="">
            <p:pic>
              <p:nvPicPr>
                <p:cNvPr id="128" name="Ink 127">
                  <a:extLst>
                    <a:ext uri="{FF2B5EF4-FFF2-40B4-BE49-F238E27FC236}">
                      <a16:creationId xmlns:a16="http://schemas.microsoft.com/office/drawing/2014/main" id="{17217B86-9703-419C-979F-E72DE625F7EB}"/>
                    </a:ext>
                  </a:extLst>
                </p:cNvPr>
                <p:cNvPicPr/>
                <p:nvPr/>
              </p:nvPicPr>
              <p:blipFill>
                <a:blip r:embed="rId230"/>
                <a:stretch>
                  <a:fillRect/>
                </a:stretch>
              </p:blipFill>
              <p:spPr>
                <a:xfrm>
                  <a:off x="7686110" y="151237"/>
                  <a:ext cx="7668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29" name="Ink 128">
                  <a:extLst>
                    <a:ext uri="{FF2B5EF4-FFF2-40B4-BE49-F238E27FC236}">
                      <a16:creationId xmlns:a16="http://schemas.microsoft.com/office/drawing/2014/main" id="{22332B8B-6388-B1F8-11B0-0A7220B43C2A}"/>
                    </a:ext>
                  </a:extLst>
                </p14:cNvPr>
                <p14:cNvContentPartPr/>
                <p14:nvPr/>
              </p14:nvContentPartPr>
              <p14:xfrm>
                <a:off x="7696550" y="277237"/>
                <a:ext cx="97200" cy="45720"/>
              </p14:xfrm>
            </p:contentPart>
          </mc:Choice>
          <mc:Fallback xmlns="">
            <p:pic>
              <p:nvPicPr>
                <p:cNvPr id="129" name="Ink 128">
                  <a:extLst>
                    <a:ext uri="{FF2B5EF4-FFF2-40B4-BE49-F238E27FC236}">
                      <a16:creationId xmlns:a16="http://schemas.microsoft.com/office/drawing/2014/main" id="{22332B8B-6388-B1F8-11B0-0A7220B43C2A}"/>
                    </a:ext>
                  </a:extLst>
                </p:cNvPr>
                <p:cNvPicPr/>
                <p:nvPr/>
              </p:nvPicPr>
              <p:blipFill>
                <a:blip r:embed="rId232"/>
                <a:stretch>
                  <a:fillRect/>
                </a:stretch>
              </p:blipFill>
              <p:spPr>
                <a:xfrm>
                  <a:off x="7678550" y="259597"/>
                  <a:ext cx="13284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30" name="Ink 129">
                  <a:extLst>
                    <a:ext uri="{FF2B5EF4-FFF2-40B4-BE49-F238E27FC236}">
                      <a16:creationId xmlns:a16="http://schemas.microsoft.com/office/drawing/2014/main" id="{5C99AB2B-8696-7FB6-C19C-0788C3F57961}"/>
                    </a:ext>
                  </a:extLst>
                </p14:cNvPr>
                <p14:cNvContentPartPr/>
                <p14:nvPr/>
              </p14:nvContentPartPr>
              <p14:xfrm>
                <a:off x="7998950" y="222877"/>
                <a:ext cx="126720" cy="137880"/>
              </p14:xfrm>
            </p:contentPart>
          </mc:Choice>
          <mc:Fallback xmlns="">
            <p:pic>
              <p:nvPicPr>
                <p:cNvPr id="130" name="Ink 129">
                  <a:extLst>
                    <a:ext uri="{FF2B5EF4-FFF2-40B4-BE49-F238E27FC236}">
                      <a16:creationId xmlns:a16="http://schemas.microsoft.com/office/drawing/2014/main" id="{5C99AB2B-8696-7FB6-C19C-0788C3F57961}"/>
                    </a:ext>
                  </a:extLst>
                </p:cNvPr>
                <p:cNvPicPr/>
                <p:nvPr/>
              </p:nvPicPr>
              <p:blipFill>
                <a:blip r:embed="rId234"/>
                <a:stretch>
                  <a:fillRect/>
                </a:stretch>
              </p:blipFill>
              <p:spPr>
                <a:xfrm>
                  <a:off x="7980950" y="205237"/>
                  <a:ext cx="1623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31" name="Ink 130">
                  <a:extLst>
                    <a:ext uri="{FF2B5EF4-FFF2-40B4-BE49-F238E27FC236}">
                      <a16:creationId xmlns:a16="http://schemas.microsoft.com/office/drawing/2014/main" id="{87C1E48A-6CF6-6042-8F42-79C29FB3986F}"/>
                    </a:ext>
                  </a:extLst>
                </p14:cNvPr>
                <p14:cNvContentPartPr/>
                <p14:nvPr/>
              </p14:nvContentPartPr>
              <p14:xfrm>
                <a:off x="8192630" y="192277"/>
                <a:ext cx="74160" cy="120600"/>
              </p14:xfrm>
            </p:contentPart>
          </mc:Choice>
          <mc:Fallback xmlns="">
            <p:pic>
              <p:nvPicPr>
                <p:cNvPr id="131" name="Ink 130">
                  <a:extLst>
                    <a:ext uri="{FF2B5EF4-FFF2-40B4-BE49-F238E27FC236}">
                      <a16:creationId xmlns:a16="http://schemas.microsoft.com/office/drawing/2014/main" id="{87C1E48A-6CF6-6042-8F42-79C29FB3986F}"/>
                    </a:ext>
                  </a:extLst>
                </p:cNvPr>
                <p:cNvPicPr/>
                <p:nvPr/>
              </p:nvPicPr>
              <p:blipFill>
                <a:blip r:embed="rId236"/>
                <a:stretch>
                  <a:fillRect/>
                </a:stretch>
              </p:blipFill>
              <p:spPr>
                <a:xfrm>
                  <a:off x="8174630" y="174637"/>
                  <a:ext cx="10980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32" name="Ink 131">
                  <a:extLst>
                    <a:ext uri="{FF2B5EF4-FFF2-40B4-BE49-F238E27FC236}">
                      <a16:creationId xmlns:a16="http://schemas.microsoft.com/office/drawing/2014/main" id="{203E76C7-8098-A2D4-DD08-001A947B3854}"/>
                    </a:ext>
                  </a:extLst>
                </p14:cNvPr>
                <p14:cNvContentPartPr/>
                <p14:nvPr/>
              </p14:nvContentPartPr>
              <p14:xfrm>
                <a:off x="8366870" y="142597"/>
                <a:ext cx="20880" cy="154080"/>
              </p14:xfrm>
            </p:contentPart>
          </mc:Choice>
          <mc:Fallback xmlns="">
            <p:pic>
              <p:nvPicPr>
                <p:cNvPr id="132" name="Ink 131">
                  <a:extLst>
                    <a:ext uri="{FF2B5EF4-FFF2-40B4-BE49-F238E27FC236}">
                      <a16:creationId xmlns:a16="http://schemas.microsoft.com/office/drawing/2014/main" id="{203E76C7-8098-A2D4-DD08-001A947B3854}"/>
                    </a:ext>
                  </a:extLst>
                </p:cNvPr>
                <p:cNvPicPr/>
                <p:nvPr/>
              </p:nvPicPr>
              <p:blipFill>
                <a:blip r:embed="rId238"/>
                <a:stretch>
                  <a:fillRect/>
                </a:stretch>
              </p:blipFill>
              <p:spPr>
                <a:xfrm>
                  <a:off x="8348870" y="124597"/>
                  <a:ext cx="5652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33" name="Ink 132">
                  <a:extLst>
                    <a:ext uri="{FF2B5EF4-FFF2-40B4-BE49-F238E27FC236}">
                      <a16:creationId xmlns:a16="http://schemas.microsoft.com/office/drawing/2014/main" id="{07960C99-F4FB-F00B-DAF4-3F5C506517EF}"/>
                    </a:ext>
                  </a:extLst>
                </p14:cNvPr>
                <p14:cNvContentPartPr/>
                <p14:nvPr/>
              </p14:nvContentPartPr>
              <p14:xfrm>
                <a:off x="8344910" y="65197"/>
                <a:ext cx="10800" cy="58320"/>
              </p14:xfrm>
            </p:contentPart>
          </mc:Choice>
          <mc:Fallback xmlns="">
            <p:pic>
              <p:nvPicPr>
                <p:cNvPr id="133" name="Ink 132">
                  <a:extLst>
                    <a:ext uri="{FF2B5EF4-FFF2-40B4-BE49-F238E27FC236}">
                      <a16:creationId xmlns:a16="http://schemas.microsoft.com/office/drawing/2014/main" id="{07960C99-F4FB-F00B-DAF4-3F5C506517EF}"/>
                    </a:ext>
                  </a:extLst>
                </p:cNvPr>
                <p:cNvPicPr/>
                <p:nvPr/>
              </p:nvPicPr>
              <p:blipFill>
                <a:blip r:embed="rId240"/>
                <a:stretch>
                  <a:fillRect/>
                </a:stretch>
              </p:blipFill>
              <p:spPr>
                <a:xfrm>
                  <a:off x="8327270" y="47557"/>
                  <a:ext cx="4644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34" name="Ink 133">
                  <a:extLst>
                    <a:ext uri="{FF2B5EF4-FFF2-40B4-BE49-F238E27FC236}">
                      <a16:creationId xmlns:a16="http://schemas.microsoft.com/office/drawing/2014/main" id="{C7C241FF-76AB-E853-A848-616EE270099D}"/>
                    </a:ext>
                  </a:extLst>
                </p14:cNvPr>
                <p14:cNvContentPartPr/>
                <p14:nvPr/>
              </p14:nvContentPartPr>
              <p14:xfrm>
                <a:off x="8473430" y="121357"/>
                <a:ext cx="61200" cy="157680"/>
              </p14:xfrm>
            </p:contentPart>
          </mc:Choice>
          <mc:Fallback xmlns="">
            <p:pic>
              <p:nvPicPr>
                <p:cNvPr id="134" name="Ink 133">
                  <a:extLst>
                    <a:ext uri="{FF2B5EF4-FFF2-40B4-BE49-F238E27FC236}">
                      <a16:creationId xmlns:a16="http://schemas.microsoft.com/office/drawing/2014/main" id="{C7C241FF-76AB-E853-A848-616EE270099D}"/>
                    </a:ext>
                  </a:extLst>
                </p:cNvPr>
                <p:cNvPicPr/>
                <p:nvPr/>
              </p:nvPicPr>
              <p:blipFill>
                <a:blip r:embed="rId242"/>
                <a:stretch>
                  <a:fillRect/>
                </a:stretch>
              </p:blipFill>
              <p:spPr>
                <a:xfrm>
                  <a:off x="8455790" y="103717"/>
                  <a:ext cx="9684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35" name="Ink 134">
                  <a:extLst>
                    <a:ext uri="{FF2B5EF4-FFF2-40B4-BE49-F238E27FC236}">
                      <a16:creationId xmlns:a16="http://schemas.microsoft.com/office/drawing/2014/main" id="{D7764878-968C-A884-BFFD-4441611CE106}"/>
                    </a:ext>
                  </a:extLst>
                </p14:cNvPr>
                <p14:cNvContentPartPr/>
                <p14:nvPr/>
              </p14:nvContentPartPr>
              <p14:xfrm>
                <a:off x="8579270" y="138997"/>
                <a:ext cx="64440" cy="133920"/>
              </p14:xfrm>
            </p:contentPart>
          </mc:Choice>
          <mc:Fallback xmlns="">
            <p:pic>
              <p:nvPicPr>
                <p:cNvPr id="135" name="Ink 134">
                  <a:extLst>
                    <a:ext uri="{FF2B5EF4-FFF2-40B4-BE49-F238E27FC236}">
                      <a16:creationId xmlns:a16="http://schemas.microsoft.com/office/drawing/2014/main" id="{D7764878-968C-A884-BFFD-4441611CE106}"/>
                    </a:ext>
                  </a:extLst>
                </p:cNvPr>
                <p:cNvPicPr/>
                <p:nvPr/>
              </p:nvPicPr>
              <p:blipFill>
                <a:blip r:embed="rId244"/>
                <a:stretch>
                  <a:fillRect/>
                </a:stretch>
              </p:blipFill>
              <p:spPr>
                <a:xfrm>
                  <a:off x="8561270" y="120997"/>
                  <a:ext cx="10008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36" name="Ink 135">
                  <a:extLst>
                    <a:ext uri="{FF2B5EF4-FFF2-40B4-BE49-F238E27FC236}">
                      <a16:creationId xmlns:a16="http://schemas.microsoft.com/office/drawing/2014/main" id="{D84BB72B-4507-F5D3-6799-972D0331731B}"/>
                    </a:ext>
                  </a:extLst>
                </p14:cNvPr>
                <p14:cNvContentPartPr/>
                <p14:nvPr/>
              </p14:nvContentPartPr>
              <p14:xfrm>
                <a:off x="8842430" y="203077"/>
                <a:ext cx="200520" cy="29880"/>
              </p14:xfrm>
            </p:contentPart>
          </mc:Choice>
          <mc:Fallback xmlns="">
            <p:pic>
              <p:nvPicPr>
                <p:cNvPr id="136" name="Ink 135">
                  <a:extLst>
                    <a:ext uri="{FF2B5EF4-FFF2-40B4-BE49-F238E27FC236}">
                      <a16:creationId xmlns:a16="http://schemas.microsoft.com/office/drawing/2014/main" id="{D84BB72B-4507-F5D3-6799-972D0331731B}"/>
                    </a:ext>
                  </a:extLst>
                </p:cNvPr>
                <p:cNvPicPr/>
                <p:nvPr/>
              </p:nvPicPr>
              <p:blipFill>
                <a:blip r:embed="rId246"/>
                <a:stretch>
                  <a:fillRect/>
                </a:stretch>
              </p:blipFill>
              <p:spPr>
                <a:xfrm>
                  <a:off x="8824430" y="185437"/>
                  <a:ext cx="23616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37" name="Ink 136">
                  <a:extLst>
                    <a:ext uri="{FF2B5EF4-FFF2-40B4-BE49-F238E27FC236}">
                      <a16:creationId xmlns:a16="http://schemas.microsoft.com/office/drawing/2014/main" id="{00600401-0D07-AC58-86BB-A93D3B82D7EA}"/>
                    </a:ext>
                  </a:extLst>
                </p14:cNvPr>
                <p14:cNvContentPartPr/>
                <p14:nvPr/>
              </p14:nvContentPartPr>
              <p14:xfrm>
                <a:off x="8928110" y="136117"/>
                <a:ext cx="25560" cy="158400"/>
              </p14:xfrm>
            </p:contentPart>
          </mc:Choice>
          <mc:Fallback xmlns="">
            <p:pic>
              <p:nvPicPr>
                <p:cNvPr id="137" name="Ink 136">
                  <a:extLst>
                    <a:ext uri="{FF2B5EF4-FFF2-40B4-BE49-F238E27FC236}">
                      <a16:creationId xmlns:a16="http://schemas.microsoft.com/office/drawing/2014/main" id="{00600401-0D07-AC58-86BB-A93D3B82D7EA}"/>
                    </a:ext>
                  </a:extLst>
                </p:cNvPr>
                <p:cNvPicPr/>
                <p:nvPr/>
              </p:nvPicPr>
              <p:blipFill>
                <a:blip r:embed="rId248"/>
                <a:stretch>
                  <a:fillRect/>
                </a:stretch>
              </p:blipFill>
              <p:spPr>
                <a:xfrm>
                  <a:off x="8910470" y="118477"/>
                  <a:ext cx="6120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38" name="Ink 137">
                  <a:extLst>
                    <a:ext uri="{FF2B5EF4-FFF2-40B4-BE49-F238E27FC236}">
                      <a16:creationId xmlns:a16="http://schemas.microsoft.com/office/drawing/2014/main" id="{D339934D-39D3-B41F-03B5-F54023978E87}"/>
                    </a:ext>
                  </a:extLst>
                </p14:cNvPr>
                <p14:cNvContentPartPr/>
                <p14:nvPr/>
              </p14:nvContentPartPr>
              <p14:xfrm>
                <a:off x="9222230" y="201997"/>
                <a:ext cx="98280" cy="114480"/>
              </p14:xfrm>
            </p:contentPart>
          </mc:Choice>
          <mc:Fallback xmlns="">
            <p:pic>
              <p:nvPicPr>
                <p:cNvPr id="138" name="Ink 137">
                  <a:extLst>
                    <a:ext uri="{FF2B5EF4-FFF2-40B4-BE49-F238E27FC236}">
                      <a16:creationId xmlns:a16="http://schemas.microsoft.com/office/drawing/2014/main" id="{D339934D-39D3-B41F-03B5-F54023978E87}"/>
                    </a:ext>
                  </a:extLst>
                </p:cNvPr>
                <p:cNvPicPr/>
                <p:nvPr/>
              </p:nvPicPr>
              <p:blipFill>
                <a:blip r:embed="rId250"/>
                <a:stretch>
                  <a:fillRect/>
                </a:stretch>
              </p:blipFill>
              <p:spPr>
                <a:xfrm>
                  <a:off x="9204230" y="183997"/>
                  <a:ext cx="13392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39" name="Ink 138">
                  <a:extLst>
                    <a:ext uri="{FF2B5EF4-FFF2-40B4-BE49-F238E27FC236}">
                      <a16:creationId xmlns:a16="http://schemas.microsoft.com/office/drawing/2014/main" id="{04D722AD-E12F-5821-9A17-A43A713542A3}"/>
                    </a:ext>
                  </a:extLst>
                </p14:cNvPr>
                <p14:cNvContentPartPr/>
                <p14:nvPr/>
              </p14:nvContentPartPr>
              <p14:xfrm>
                <a:off x="9411590" y="123157"/>
                <a:ext cx="32760" cy="161640"/>
              </p14:xfrm>
            </p:contentPart>
          </mc:Choice>
          <mc:Fallback xmlns="">
            <p:pic>
              <p:nvPicPr>
                <p:cNvPr id="139" name="Ink 138">
                  <a:extLst>
                    <a:ext uri="{FF2B5EF4-FFF2-40B4-BE49-F238E27FC236}">
                      <a16:creationId xmlns:a16="http://schemas.microsoft.com/office/drawing/2014/main" id="{04D722AD-E12F-5821-9A17-A43A713542A3}"/>
                    </a:ext>
                  </a:extLst>
                </p:cNvPr>
                <p:cNvPicPr/>
                <p:nvPr/>
              </p:nvPicPr>
              <p:blipFill>
                <a:blip r:embed="rId252"/>
                <a:stretch>
                  <a:fillRect/>
                </a:stretch>
              </p:blipFill>
              <p:spPr>
                <a:xfrm>
                  <a:off x="9393590" y="105517"/>
                  <a:ext cx="6840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40" name="Ink 139">
                  <a:extLst>
                    <a:ext uri="{FF2B5EF4-FFF2-40B4-BE49-F238E27FC236}">
                      <a16:creationId xmlns:a16="http://schemas.microsoft.com/office/drawing/2014/main" id="{94497637-BE02-85D6-84CE-EC6408FB5759}"/>
                    </a:ext>
                  </a:extLst>
                </p14:cNvPr>
                <p14:cNvContentPartPr/>
                <p14:nvPr/>
              </p14:nvContentPartPr>
              <p14:xfrm>
                <a:off x="9380990" y="149077"/>
                <a:ext cx="324360" cy="151200"/>
              </p14:xfrm>
            </p:contentPart>
          </mc:Choice>
          <mc:Fallback xmlns="">
            <p:pic>
              <p:nvPicPr>
                <p:cNvPr id="140" name="Ink 139">
                  <a:extLst>
                    <a:ext uri="{FF2B5EF4-FFF2-40B4-BE49-F238E27FC236}">
                      <a16:creationId xmlns:a16="http://schemas.microsoft.com/office/drawing/2014/main" id="{94497637-BE02-85D6-84CE-EC6408FB5759}"/>
                    </a:ext>
                  </a:extLst>
                </p:cNvPr>
                <p:cNvPicPr/>
                <p:nvPr/>
              </p:nvPicPr>
              <p:blipFill>
                <a:blip r:embed="rId254"/>
                <a:stretch>
                  <a:fillRect/>
                </a:stretch>
              </p:blipFill>
              <p:spPr>
                <a:xfrm>
                  <a:off x="9363350" y="131437"/>
                  <a:ext cx="36000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41" name="Ink 140">
                  <a:extLst>
                    <a:ext uri="{FF2B5EF4-FFF2-40B4-BE49-F238E27FC236}">
                      <a16:creationId xmlns:a16="http://schemas.microsoft.com/office/drawing/2014/main" id="{E70AAA91-C7DF-CDF5-34CB-0DDF40445C6C}"/>
                    </a:ext>
                  </a:extLst>
                </p14:cNvPr>
                <p14:cNvContentPartPr/>
                <p14:nvPr/>
              </p14:nvContentPartPr>
              <p14:xfrm>
                <a:off x="9743510" y="170677"/>
                <a:ext cx="43920" cy="101520"/>
              </p14:xfrm>
            </p:contentPart>
          </mc:Choice>
          <mc:Fallback xmlns="">
            <p:pic>
              <p:nvPicPr>
                <p:cNvPr id="141" name="Ink 140">
                  <a:extLst>
                    <a:ext uri="{FF2B5EF4-FFF2-40B4-BE49-F238E27FC236}">
                      <a16:creationId xmlns:a16="http://schemas.microsoft.com/office/drawing/2014/main" id="{E70AAA91-C7DF-CDF5-34CB-0DDF40445C6C}"/>
                    </a:ext>
                  </a:extLst>
                </p:cNvPr>
                <p:cNvPicPr/>
                <p:nvPr/>
              </p:nvPicPr>
              <p:blipFill>
                <a:blip r:embed="rId256"/>
                <a:stretch>
                  <a:fillRect/>
                </a:stretch>
              </p:blipFill>
              <p:spPr>
                <a:xfrm>
                  <a:off x="9725510" y="153037"/>
                  <a:ext cx="7956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42" name="Ink 141">
                  <a:extLst>
                    <a:ext uri="{FF2B5EF4-FFF2-40B4-BE49-F238E27FC236}">
                      <a16:creationId xmlns:a16="http://schemas.microsoft.com/office/drawing/2014/main" id="{BD8231C3-7A4F-9B71-9230-4660F95F4939}"/>
                    </a:ext>
                  </a:extLst>
                </p14:cNvPr>
                <p14:cNvContentPartPr/>
                <p14:nvPr/>
              </p14:nvContentPartPr>
              <p14:xfrm>
                <a:off x="9941150" y="154837"/>
                <a:ext cx="69120" cy="121320"/>
              </p14:xfrm>
            </p:contentPart>
          </mc:Choice>
          <mc:Fallback xmlns="">
            <p:pic>
              <p:nvPicPr>
                <p:cNvPr id="142" name="Ink 141">
                  <a:extLst>
                    <a:ext uri="{FF2B5EF4-FFF2-40B4-BE49-F238E27FC236}">
                      <a16:creationId xmlns:a16="http://schemas.microsoft.com/office/drawing/2014/main" id="{BD8231C3-7A4F-9B71-9230-4660F95F4939}"/>
                    </a:ext>
                  </a:extLst>
                </p:cNvPr>
                <p:cNvPicPr/>
                <p:nvPr/>
              </p:nvPicPr>
              <p:blipFill>
                <a:blip r:embed="rId258"/>
                <a:stretch>
                  <a:fillRect/>
                </a:stretch>
              </p:blipFill>
              <p:spPr>
                <a:xfrm>
                  <a:off x="9923150" y="136837"/>
                  <a:ext cx="1047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43" name="Ink 142">
                  <a:extLst>
                    <a:ext uri="{FF2B5EF4-FFF2-40B4-BE49-F238E27FC236}">
                      <a16:creationId xmlns:a16="http://schemas.microsoft.com/office/drawing/2014/main" id="{53DFA603-D210-5AF4-6269-AB856D05D8AC}"/>
                    </a:ext>
                  </a:extLst>
                </p14:cNvPr>
                <p14:cNvContentPartPr/>
                <p14:nvPr/>
              </p14:nvContentPartPr>
              <p14:xfrm>
                <a:off x="10268030" y="172837"/>
                <a:ext cx="149760" cy="105840"/>
              </p14:xfrm>
            </p:contentPart>
          </mc:Choice>
          <mc:Fallback xmlns="">
            <p:pic>
              <p:nvPicPr>
                <p:cNvPr id="143" name="Ink 142">
                  <a:extLst>
                    <a:ext uri="{FF2B5EF4-FFF2-40B4-BE49-F238E27FC236}">
                      <a16:creationId xmlns:a16="http://schemas.microsoft.com/office/drawing/2014/main" id="{53DFA603-D210-5AF4-6269-AB856D05D8AC}"/>
                    </a:ext>
                  </a:extLst>
                </p:cNvPr>
                <p:cNvPicPr/>
                <p:nvPr/>
              </p:nvPicPr>
              <p:blipFill>
                <a:blip r:embed="rId260"/>
                <a:stretch>
                  <a:fillRect/>
                </a:stretch>
              </p:blipFill>
              <p:spPr>
                <a:xfrm>
                  <a:off x="10250030" y="155197"/>
                  <a:ext cx="18540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44" name="Ink 143">
                  <a:extLst>
                    <a:ext uri="{FF2B5EF4-FFF2-40B4-BE49-F238E27FC236}">
                      <a16:creationId xmlns:a16="http://schemas.microsoft.com/office/drawing/2014/main" id="{992F8249-D350-2658-0CB9-7DCC5EBB97EE}"/>
                    </a:ext>
                  </a:extLst>
                </p14:cNvPr>
                <p14:cNvContentPartPr/>
                <p14:nvPr/>
              </p14:nvContentPartPr>
              <p14:xfrm>
                <a:off x="10505270" y="191917"/>
                <a:ext cx="57240" cy="61560"/>
              </p14:xfrm>
            </p:contentPart>
          </mc:Choice>
          <mc:Fallback xmlns="">
            <p:pic>
              <p:nvPicPr>
                <p:cNvPr id="144" name="Ink 143">
                  <a:extLst>
                    <a:ext uri="{FF2B5EF4-FFF2-40B4-BE49-F238E27FC236}">
                      <a16:creationId xmlns:a16="http://schemas.microsoft.com/office/drawing/2014/main" id="{992F8249-D350-2658-0CB9-7DCC5EBB97EE}"/>
                    </a:ext>
                  </a:extLst>
                </p:cNvPr>
                <p:cNvPicPr/>
                <p:nvPr/>
              </p:nvPicPr>
              <p:blipFill>
                <a:blip r:embed="rId262"/>
                <a:stretch>
                  <a:fillRect/>
                </a:stretch>
              </p:blipFill>
              <p:spPr>
                <a:xfrm>
                  <a:off x="10487630" y="173917"/>
                  <a:ext cx="928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45" name="Ink 144">
                  <a:extLst>
                    <a:ext uri="{FF2B5EF4-FFF2-40B4-BE49-F238E27FC236}">
                      <a16:creationId xmlns:a16="http://schemas.microsoft.com/office/drawing/2014/main" id="{0166CA14-FB10-68A5-58E6-5EA58FFBD11A}"/>
                    </a:ext>
                  </a:extLst>
                </p14:cNvPr>
                <p14:cNvContentPartPr/>
                <p14:nvPr/>
              </p14:nvContentPartPr>
              <p14:xfrm>
                <a:off x="10615430" y="188677"/>
                <a:ext cx="17280" cy="88560"/>
              </p14:xfrm>
            </p:contentPart>
          </mc:Choice>
          <mc:Fallback xmlns="">
            <p:pic>
              <p:nvPicPr>
                <p:cNvPr id="145" name="Ink 144">
                  <a:extLst>
                    <a:ext uri="{FF2B5EF4-FFF2-40B4-BE49-F238E27FC236}">
                      <a16:creationId xmlns:a16="http://schemas.microsoft.com/office/drawing/2014/main" id="{0166CA14-FB10-68A5-58E6-5EA58FFBD11A}"/>
                    </a:ext>
                  </a:extLst>
                </p:cNvPr>
                <p:cNvPicPr/>
                <p:nvPr/>
              </p:nvPicPr>
              <p:blipFill>
                <a:blip r:embed="rId264"/>
                <a:stretch>
                  <a:fillRect/>
                </a:stretch>
              </p:blipFill>
              <p:spPr>
                <a:xfrm>
                  <a:off x="10597430" y="170677"/>
                  <a:ext cx="5292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46" name="Ink 145">
                  <a:extLst>
                    <a:ext uri="{FF2B5EF4-FFF2-40B4-BE49-F238E27FC236}">
                      <a16:creationId xmlns:a16="http://schemas.microsoft.com/office/drawing/2014/main" id="{DF61D576-1008-91B9-1F4F-592E39B954FF}"/>
                    </a:ext>
                  </a:extLst>
                </p14:cNvPr>
                <p14:cNvContentPartPr/>
                <p14:nvPr/>
              </p14:nvContentPartPr>
              <p14:xfrm>
                <a:off x="10621190" y="99757"/>
                <a:ext cx="8280" cy="27000"/>
              </p14:xfrm>
            </p:contentPart>
          </mc:Choice>
          <mc:Fallback xmlns="">
            <p:pic>
              <p:nvPicPr>
                <p:cNvPr id="146" name="Ink 145">
                  <a:extLst>
                    <a:ext uri="{FF2B5EF4-FFF2-40B4-BE49-F238E27FC236}">
                      <a16:creationId xmlns:a16="http://schemas.microsoft.com/office/drawing/2014/main" id="{DF61D576-1008-91B9-1F4F-592E39B954FF}"/>
                    </a:ext>
                  </a:extLst>
                </p:cNvPr>
                <p:cNvPicPr/>
                <p:nvPr/>
              </p:nvPicPr>
              <p:blipFill>
                <a:blip r:embed="rId266"/>
                <a:stretch>
                  <a:fillRect/>
                </a:stretch>
              </p:blipFill>
              <p:spPr>
                <a:xfrm>
                  <a:off x="10603550" y="81757"/>
                  <a:ext cx="4392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47" name="Ink 146">
                  <a:extLst>
                    <a:ext uri="{FF2B5EF4-FFF2-40B4-BE49-F238E27FC236}">
                      <a16:creationId xmlns:a16="http://schemas.microsoft.com/office/drawing/2014/main" id="{E166B2AC-F5A1-42D7-3F45-F2549B053846}"/>
                    </a:ext>
                  </a:extLst>
                </p14:cNvPr>
                <p14:cNvContentPartPr/>
                <p14:nvPr/>
              </p14:nvContentPartPr>
              <p14:xfrm>
                <a:off x="10719470" y="142957"/>
                <a:ext cx="156600" cy="174600"/>
              </p14:xfrm>
            </p:contentPart>
          </mc:Choice>
          <mc:Fallback xmlns="">
            <p:pic>
              <p:nvPicPr>
                <p:cNvPr id="147" name="Ink 146">
                  <a:extLst>
                    <a:ext uri="{FF2B5EF4-FFF2-40B4-BE49-F238E27FC236}">
                      <a16:creationId xmlns:a16="http://schemas.microsoft.com/office/drawing/2014/main" id="{E166B2AC-F5A1-42D7-3F45-F2549B053846}"/>
                    </a:ext>
                  </a:extLst>
                </p:cNvPr>
                <p:cNvPicPr/>
                <p:nvPr/>
              </p:nvPicPr>
              <p:blipFill>
                <a:blip r:embed="rId268"/>
                <a:stretch>
                  <a:fillRect/>
                </a:stretch>
              </p:blipFill>
              <p:spPr>
                <a:xfrm>
                  <a:off x="10701470" y="125317"/>
                  <a:ext cx="192240" cy="210240"/>
                </a:xfrm>
                <a:prstGeom prst="rect">
                  <a:avLst/>
                </a:prstGeom>
              </p:spPr>
            </p:pic>
          </mc:Fallback>
        </mc:AlternateContent>
      </p:grpSp>
      <p:grpSp>
        <p:nvGrpSpPr>
          <p:cNvPr id="153" name="Group 152">
            <a:extLst>
              <a:ext uri="{FF2B5EF4-FFF2-40B4-BE49-F238E27FC236}">
                <a16:creationId xmlns:a16="http://schemas.microsoft.com/office/drawing/2014/main" id="{9176A74A-E925-53B2-E192-36877862A993}"/>
              </a:ext>
            </a:extLst>
          </p:cNvPr>
          <p:cNvGrpSpPr/>
          <p:nvPr/>
        </p:nvGrpSpPr>
        <p:grpSpPr>
          <a:xfrm>
            <a:off x="9367670" y="1130797"/>
            <a:ext cx="993960" cy="1563120"/>
            <a:chOff x="9367670" y="1130797"/>
            <a:chExt cx="993960" cy="1563120"/>
          </a:xfrm>
        </p:grpSpPr>
        <mc:AlternateContent xmlns:mc="http://schemas.openxmlformats.org/markup-compatibility/2006" xmlns:p14="http://schemas.microsoft.com/office/powerpoint/2010/main">
          <mc:Choice Requires="p14">
            <p:contentPart p14:bwMode="auto" r:id="rId269">
              <p14:nvContentPartPr>
                <p14:cNvPr id="150" name="Ink 149">
                  <a:extLst>
                    <a:ext uri="{FF2B5EF4-FFF2-40B4-BE49-F238E27FC236}">
                      <a16:creationId xmlns:a16="http://schemas.microsoft.com/office/drawing/2014/main" id="{DA48DD6E-BFB0-EE6E-F66C-7D0D9C0FF45F}"/>
                    </a:ext>
                  </a:extLst>
                </p14:cNvPr>
                <p14:cNvContentPartPr/>
                <p14:nvPr/>
              </p14:nvContentPartPr>
              <p14:xfrm>
                <a:off x="9367670" y="1781677"/>
                <a:ext cx="920880" cy="912240"/>
              </p14:xfrm>
            </p:contentPart>
          </mc:Choice>
          <mc:Fallback xmlns="">
            <p:pic>
              <p:nvPicPr>
                <p:cNvPr id="150" name="Ink 149">
                  <a:extLst>
                    <a:ext uri="{FF2B5EF4-FFF2-40B4-BE49-F238E27FC236}">
                      <a16:creationId xmlns:a16="http://schemas.microsoft.com/office/drawing/2014/main" id="{DA48DD6E-BFB0-EE6E-F66C-7D0D9C0FF45F}"/>
                    </a:ext>
                  </a:extLst>
                </p:cNvPr>
                <p:cNvPicPr/>
                <p:nvPr/>
              </p:nvPicPr>
              <p:blipFill>
                <a:blip r:embed="rId270"/>
                <a:stretch>
                  <a:fillRect/>
                </a:stretch>
              </p:blipFill>
              <p:spPr>
                <a:xfrm>
                  <a:off x="9305030" y="1718677"/>
                  <a:ext cx="1046520" cy="103788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51" name="Ink 150">
                  <a:extLst>
                    <a:ext uri="{FF2B5EF4-FFF2-40B4-BE49-F238E27FC236}">
                      <a16:creationId xmlns:a16="http://schemas.microsoft.com/office/drawing/2014/main" id="{F78847C3-00F4-D7FE-DAFD-12A242014C87}"/>
                    </a:ext>
                  </a:extLst>
                </p14:cNvPr>
                <p14:cNvContentPartPr/>
                <p14:nvPr/>
              </p14:nvContentPartPr>
              <p14:xfrm>
                <a:off x="9852950" y="1130797"/>
                <a:ext cx="508680" cy="634320"/>
              </p14:xfrm>
            </p:contentPart>
          </mc:Choice>
          <mc:Fallback xmlns="">
            <p:pic>
              <p:nvPicPr>
                <p:cNvPr id="151" name="Ink 150">
                  <a:extLst>
                    <a:ext uri="{FF2B5EF4-FFF2-40B4-BE49-F238E27FC236}">
                      <a16:creationId xmlns:a16="http://schemas.microsoft.com/office/drawing/2014/main" id="{F78847C3-00F4-D7FE-DAFD-12A242014C87}"/>
                    </a:ext>
                  </a:extLst>
                </p:cNvPr>
                <p:cNvPicPr/>
                <p:nvPr/>
              </p:nvPicPr>
              <p:blipFill>
                <a:blip r:embed="rId272"/>
                <a:stretch>
                  <a:fillRect/>
                </a:stretch>
              </p:blipFill>
              <p:spPr>
                <a:xfrm>
                  <a:off x="9789950" y="1068157"/>
                  <a:ext cx="634320" cy="75996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52" name="Ink 151">
                  <a:extLst>
                    <a:ext uri="{FF2B5EF4-FFF2-40B4-BE49-F238E27FC236}">
                      <a16:creationId xmlns:a16="http://schemas.microsoft.com/office/drawing/2014/main" id="{55FD6777-72BD-094E-724E-657E4F75D433}"/>
                    </a:ext>
                  </a:extLst>
                </p14:cNvPr>
                <p14:cNvContentPartPr/>
                <p14:nvPr/>
              </p14:nvContentPartPr>
              <p14:xfrm>
                <a:off x="9854750" y="1823077"/>
                <a:ext cx="360" cy="360"/>
              </p14:xfrm>
            </p:contentPart>
          </mc:Choice>
          <mc:Fallback xmlns="">
            <p:pic>
              <p:nvPicPr>
                <p:cNvPr id="152" name="Ink 151">
                  <a:extLst>
                    <a:ext uri="{FF2B5EF4-FFF2-40B4-BE49-F238E27FC236}">
                      <a16:creationId xmlns:a16="http://schemas.microsoft.com/office/drawing/2014/main" id="{55FD6777-72BD-094E-724E-657E4F75D433}"/>
                    </a:ext>
                  </a:extLst>
                </p:cNvPr>
                <p:cNvPicPr/>
                <p:nvPr/>
              </p:nvPicPr>
              <p:blipFill>
                <a:blip r:embed="rId274"/>
                <a:stretch>
                  <a:fillRect/>
                </a:stretch>
              </p:blipFill>
              <p:spPr>
                <a:xfrm>
                  <a:off x="9792110" y="1760077"/>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5">
            <p14:nvContentPartPr>
              <p14:cNvPr id="154" name="Ink 153">
                <a:extLst>
                  <a:ext uri="{FF2B5EF4-FFF2-40B4-BE49-F238E27FC236}">
                    <a16:creationId xmlns:a16="http://schemas.microsoft.com/office/drawing/2014/main" id="{8B43AA99-F920-6877-26D8-D8EA94ADF61A}"/>
                  </a:ext>
                </a:extLst>
              </p14:cNvPr>
              <p14:cNvContentPartPr/>
              <p14:nvPr/>
            </p14:nvContentPartPr>
            <p14:xfrm>
              <a:off x="4262510" y="438157"/>
              <a:ext cx="2132280" cy="30240"/>
            </p14:xfrm>
          </p:contentPart>
        </mc:Choice>
        <mc:Fallback xmlns="">
          <p:pic>
            <p:nvPicPr>
              <p:cNvPr id="154" name="Ink 153">
                <a:extLst>
                  <a:ext uri="{FF2B5EF4-FFF2-40B4-BE49-F238E27FC236}">
                    <a16:creationId xmlns:a16="http://schemas.microsoft.com/office/drawing/2014/main" id="{8B43AA99-F920-6877-26D8-D8EA94ADF61A}"/>
                  </a:ext>
                </a:extLst>
              </p:cNvPr>
              <p:cNvPicPr/>
              <p:nvPr/>
            </p:nvPicPr>
            <p:blipFill>
              <a:blip r:embed="rId276"/>
              <a:stretch>
                <a:fillRect/>
              </a:stretch>
            </p:blipFill>
            <p:spPr>
              <a:xfrm>
                <a:off x="4208870" y="330517"/>
                <a:ext cx="223992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55" name="Ink 154">
                <a:extLst>
                  <a:ext uri="{FF2B5EF4-FFF2-40B4-BE49-F238E27FC236}">
                    <a16:creationId xmlns:a16="http://schemas.microsoft.com/office/drawing/2014/main" id="{6ED5CE2F-5D34-6089-6670-B1BB21F1D5B0}"/>
                  </a:ext>
                </a:extLst>
              </p14:cNvPr>
              <p14:cNvContentPartPr/>
              <p14:nvPr/>
            </p14:nvContentPartPr>
            <p14:xfrm>
              <a:off x="7295870" y="160957"/>
              <a:ext cx="1389240" cy="216360"/>
            </p14:xfrm>
          </p:contentPart>
        </mc:Choice>
        <mc:Fallback xmlns="">
          <p:pic>
            <p:nvPicPr>
              <p:cNvPr id="155" name="Ink 154">
                <a:extLst>
                  <a:ext uri="{FF2B5EF4-FFF2-40B4-BE49-F238E27FC236}">
                    <a16:creationId xmlns:a16="http://schemas.microsoft.com/office/drawing/2014/main" id="{6ED5CE2F-5D34-6089-6670-B1BB21F1D5B0}"/>
                  </a:ext>
                </a:extLst>
              </p:cNvPr>
              <p:cNvPicPr/>
              <p:nvPr/>
            </p:nvPicPr>
            <p:blipFill>
              <a:blip r:embed="rId278"/>
              <a:stretch>
                <a:fillRect/>
              </a:stretch>
            </p:blipFill>
            <p:spPr>
              <a:xfrm>
                <a:off x="7241870" y="53317"/>
                <a:ext cx="149688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56" name="Ink 155">
                <a:extLst>
                  <a:ext uri="{FF2B5EF4-FFF2-40B4-BE49-F238E27FC236}">
                    <a16:creationId xmlns:a16="http://schemas.microsoft.com/office/drawing/2014/main" id="{21CCCD96-A93F-6DA0-401C-5CEE8DB75E4C}"/>
                  </a:ext>
                </a:extLst>
              </p14:cNvPr>
              <p14:cNvContentPartPr/>
              <p14:nvPr/>
            </p14:nvContentPartPr>
            <p14:xfrm>
              <a:off x="9118190" y="250957"/>
              <a:ext cx="1995840" cy="82800"/>
            </p14:xfrm>
          </p:contentPart>
        </mc:Choice>
        <mc:Fallback xmlns="">
          <p:pic>
            <p:nvPicPr>
              <p:cNvPr id="156" name="Ink 155">
                <a:extLst>
                  <a:ext uri="{FF2B5EF4-FFF2-40B4-BE49-F238E27FC236}">
                    <a16:creationId xmlns:a16="http://schemas.microsoft.com/office/drawing/2014/main" id="{21CCCD96-A93F-6DA0-401C-5CEE8DB75E4C}"/>
                  </a:ext>
                </a:extLst>
              </p:cNvPr>
              <p:cNvPicPr/>
              <p:nvPr/>
            </p:nvPicPr>
            <p:blipFill>
              <a:blip r:embed="rId280"/>
              <a:stretch>
                <a:fillRect/>
              </a:stretch>
            </p:blipFill>
            <p:spPr>
              <a:xfrm>
                <a:off x="9064190" y="142957"/>
                <a:ext cx="2103480" cy="29844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4765">
              <a:lnSpc>
                <a:spcPct val="100000"/>
              </a:lnSpc>
              <a:spcBef>
                <a:spcPts val="100"/>
              </a:spcBef>
            </a:pPr>
            <a:r>
              <a:rPr dirty="0"/>
              <a:t>Shot</a:t>
            </a:r>
            <a:r>
              <a:rPr spc="155" dirty="0"/>
              <a:t> </a:t>
            </a:r>
            <a:r>
              <a:rPr spc="-10" dirty="0"/>
              <a:t>Noise</a:t>
            </a:r>
          </a:p>
        </p:txBody>
      </p:sp>
      <p:sp>
        <p:nvSpPr>
          <p:cNvPr id="3" name="object 3"/>
          <p:cNvSpPr txBox="1"/>
          <p:nvPr/>
        </p:nvSpPr>
        <p:spPr>
          <a:xfrm>
            <a:off x="1145463" y="1238310"/>
            <a:ext cx="9915525" cy="4140200"/>
          </a:xfrm>
          <a:prstGeom prst="rect">
            <a:avLst/>
          </a:prstGeom>
        </p:spPr>
        <p:txBody>
          <a:bodyPr vert="horz" wrap="square" lIns="0" tIns="12700" rIns="0" bIns="0" rtlCol="0">
            <a:spAutoFit/>
          </a:bodyPr>
          <a:lstStyle/>
          <a:p>
            <a:pPr marL="91440" indent="-88900">
              <a:lnSpc>
                <a:spcPct val="100000"/>
              </a:lnSpc>
              <a:spcBef>
                <a:spcPts val="100"/>
              </a:spcBef>
              <a:buSzPct val="94444"/>
              <a:buFont typeface="Arial"/>
              <a:buChar char="•"/>
              <a:tabLst>
                <a:tab pos="91440" algn="l"/>
              </a:tabLst>
            </a:pPr>
            <a:r>
              <a:rPr sz="1800" b="1" dirty="0">
                <a:latin typeface="Arial"/>
                <a:cs typeface="Arial"/>
              </a:rPr>
              <a:t>Proportional</a:t>
            </a:r>
            <a:r>
              <a:rPr sz="1800" b="1" spc="-70" dirty="0">
                <a:latin typeface="Arial"/>
                <a:cs typeface="Arial"/>
              </a:rPr>
              <a:t> </a:t>
            </a:r>
            <a:r>
              <a:rPr sz="1800" b="1" dirty="0">
                <a:latin typeface="Arial"/>
                <a:cs typeface="Arial"/>
              </a:rPr>
              <a:t>to</a:t>
            </a:r>
            <a:r>
              <a:rPr sz="1800" b="1" spc="-45" dirty="0">
                <a:latin typeface="Arial"/>
                <a:cs typeface="Arial"/>
              </a:rPr>
              <a:t> </a:t>
            </a:r>
            <a:r>
              <a:rPr sz="1800" b="1" spc="-10" dirty="0">
                <a:latin typeface="Arial"/>
                <a:cs typeface="Arial"/>
              </a:rPr>
              <a:t>Current:</a:t>
            </a:r>
            <a:endParaRPr sz="1800">
              <a:latin typeface="Arial"/>
              <a:cs typeface="Arial"/>
            </a:endParaRPr>
          </a:p>
          <a:p>
            <a:pPr marL="12700" marR="5080">
              <a:lnSpc>
                <a:spcPct val="100000"/>
              </a:lnSpc>
            </a:pPr>
            <a:r>
              <a:rPr sz="1800" dirty="0">
                <a:latin typeface="Arial"/>
                <a:cs typeface="Arial"/>
              </a:rPr>
              <a:t>Shot</a:t>
            </a:r>
            <a:r>
              <a:rPr sz="1800" spc="-35" dirty="0">
                <a:latin typeface="Arial"/>
                <a:cs typeface="Arial"/>
              </a:rPr>
              <a:t> </a:t>
            </a:r>
            <a:r>
              <a:rPr sz="1800" dirty="0">
                <a:latin typeface="Arial"/>
                <a:cs typeface="Arial"/>
              </a:rPr>
              <a:t>noise</a:t>
            </a:r>
            <a:r>
              <a:rPr sz="1800" spc="-25" dirty="0">
                <a:latin typeface="Arial"/>
                <a:cs typeface="Arial"/>
              </a:rPr>
              <a:t> </a:t>
            </a:r>
            <a:r>
              <a:rPr sz="1800" dirty="0">
                <a:latin typeface="Arial"/>
                <a:cs typeface="Arial"/>
              </a:rPr>
              <a:t>increases</a:t>
            </a:r>
            <a:r>
              <a:rPr sz="1800" spc="-20" dirty="0">
                <a:latin typeface="Arial"/>
                <a:cs typeface="Arial"/>
              </a:rPr>
              <a:t> </a:t>
            </a:r>
            <a:r>
              <a:rPr sz="1800" dirty="0">
                <a:latin typeface="Arial"/>
                <a:cs typeface="Arial"/>
              </a:rPr>
              <a:t>linearly</a:t>
            </a:r>
            <a:r>
              <a:rPr sz="1800" spc="-10" dirty="0">
                <a:latin typeface="Arial"/>
                <a:cs typeface="Arial"/>
              </a:rPr>
              <a:t> </a:t>
            </a:r>
            <a:r>
              <a:rPr sz="1800" dirty="0">
                <a:latin typeface="Arial"/>
                <a:cs typeface="Arial"/>
              </a:rPr>
              <a:t>with</a:t>
            </a:r>
            <a:r>
              <a:rPr sz="1800" spc="-10" dirty="0">
                <a:latin typeface="Arial"/>
                <a:cs typeface="Arial"/>
              </a:rPr>
              <a:t> </a:t>
            </a:r>
            <a:r>
              <a:rPr sz="1800" dirty="0">
                <a:latin typeface="Arial"/>
                <a:cs typeface="Arial"/>
              </a:rPr>
              <a:t>the</a:t>
            </a:r>
            <a:r>
              <a:rPr sz="1800" spc="-40" dirty="0">
                <a:latin typeface="Arial"/>
                <a:cs typeface="Arial"/>
              </a:rPr>
              <a:t> </a:t>
            </a:r>
            <a:r>
              <a:rPr sz="1800" dirty="0">
                <a:latin typeface="Arial"/>
                <a:cs typeface="Arial"/>
              </a:rPr>
              <a:t>current</a:t>
            </a:r>
            <a:r>
              <a:rPr sz="1800" spc="-15" dirty="0">
                <a:latin typeface="Arial"/>
                <a:cs typeface="Arial"/>
              </a:rPr>
              <a:t> </a:t>
            </a:r>
            <a:r>
              <a:rPr sz="1800" dirty="0">
                <a:latin typeface="Arial"/>
                <a:cs typeface="Arial"/>
              </a:rPr>
              <a:t>III.</a:t>
            </a:r>
            <a:r>
              <a:rPr sz="1800" spc="-55" dirty="0">
                <a:latin typeface="Arial"/>
                <a:cs typeface="Arial"/>
              </a:rPr>
              <a:t> </a:t>
            </a:r>
            <a:r>
              <a:rPr sz="1800" dirty="0">
                <a:latin typeface="Arial"/>
                <a:cs typeface="Arial"/>
              </a:rPr>
              <a:t>Systems</a:t>
            </a:r>
            <a:r>
              <a:rPr sz="1800" spc="-10" dirty="0">
                <a:latin typeface="Arial"/>
                <a:cs typeface="Arial"/>
              </a:rPr>
              <a:t> </a:t>
            </a:r>
            <a:r>
              <a:rPr sz="1800" dirty="0">
                <a:latin typeface="Arial"/>
                <a:cs typeface="Arial"/>
              </a:rPr>
              <a:t>with</a:t>
            </a:r>
            <a:r>
              <a:rPr sz="1800" spc="-5" dirty="0">
                <a:latin typeface="Arial"/>
                <a:cs typeface="Arial"/>
              </a:rPr>
              <a:t> </a:t>
            </a:r>
            <a:r>
              <a:rPr sz="1800" dirty="0">
                <a:latin typeface="Arial"/>
                <a:cs typeface="Arial"/>
              </a:rPr>
              <a:t>higher</a:t>
            </a:r>
            <a:r>
              <a:rPr sz="1800" spc="-25" dirty="0">
                <a:latin typeface="Arial"/>
                <a:cs typeface="Arial"/>
              </a:rPr>
              <a:t> </a:t>
            </a:r>
            <a:r>
              <a:rPr sz="1800" dirty="0">
                <a:latin typeface="Arial"/>
                <a:cs typeface="Arial"/>
              </a:rPr>
              <a:t>currents</a:t>
            </a:r>
            <a:r>
              <a:rPr sz="1800" spc="-20" dirty="0">
                <a:latin typeface="Arial"/>
                <a:cs typeface="Arial"/>
              </a:rPr>
              <a:t> </a:t>
            </a:r>
            <a:r>
              <a:rPr sz="1800" dirty="0">
                <a:latin typeface="Arial"/>
                <a:cs typeface="Arial"/>
              </a:rPr>
              <a:t>generate</a:t>
            </a:r>
            <a:r>
              <a:rPr sz="1800" spc="-25" dirty="0">
                <a:latin typeface="Arial"/>
                <a:cs typeface="Arial"/>
              </a:rPr>
              <a:t> </a:t>
            </a:r>
            <a:r>
              <a:rPr sz="1800" dirty="0">
                <a:latin typeface="Arial"/>
                <a:cs typeface="Arial"/>
              </a:rPr>
              <a:t>more</a:t>
            </a:r>
            <a:r>
              <a:rPr sz="1800" spc="-40" dirty="0">
                <a:latin typeface="Arial"/>
                <a:cs typeface="Arial"/>
              </a:rPr>
              <a:t> </a:t>
            </a:r>
            <a:r>
              <a:rPr sz="1800" spc="-20" dirty="0">
                <a:latin typeface="Arial"/>
                <a:cs typeface="Arial"/>
              </a:rPr>
              <a:t>shot </a:t>
            </a:r>
            <a:r>
              <a:rPr sz="1800" spc="-10" dirty="0">
                <a:latin typeface="Arial"/>
                <a:cs typeface="Arial"/>
              </a:rPr>
              <a:t>noise.</a:t>
            </a:r>
            <a:endParaRPr sz="1800">
              <a:latin typeface="Arial"/>
              <a:cs typeface="Arial"/>
            </a:endParaRPr>
          </a:p>
          <a:p>
            <a:pPr>
              <a:lnSpc>
                <a:spcPct val="100000"/>
              </a:lnSpc>
              <a:spcBef>
                <a:spcPts val="90"/>
              </a:spcBef>
            </a:pPr>
            <a:endParaRPr sz="1800">
              <a:latin typeface="Arial"/>
              <a:cs typeface="Arial"/>
            </a:endParaRPr>
          </a:p>
          <a:p>
            <a:pPr marL="91440" indent="-88900">
              <a:lnSpc>
                <a:spcPct val="100000"/>
              </a:lnSpc>
              <a:buSzPct val="94444"/>
              <a:buFont typeface="Arial"/>
              <a:buChar char="•"/>
              <a:tabLst>
                <a:tab pos="91440" algn="l"/>
              </a:tabLst>
            </a:pPr>
            <a:r>
              <a:rPr sz="1800" b="1" dirty="0">
                <a:latin typeface="Arial"/>
                <a:cs typeface="Arial"/>
              </a:rPr>
              <a:t>Statistical</a:t>
            </a:r>
            <a:r>
              <a:rPr sz="1800" b="1" spc="-50" dirty="0">
                <a:latin typeface="Arial"/>
                <a:cs typeface="Arial"/>
              </a:rPr>
              <a:t> </a:t>
            </a:r>
            <a:r>
              <a:rPr sz="1800" b="1" spc="-10" dirty="0">
                <a:latin typeface="Arial"/>
                <a:cs typeface="Arial"/>
              </a:rPr>
              <a:t>Nature:</a:t>
            </a:r>
            <a:endParaRPr sz="1800">
              <a:latin typeface="Arial"/>
              <a:cs typeface="Arial"/>
            </a:endParaRPr>
          </a:p>
          <a:p>
            <a:pPr marL="12700" marR="219710">
              <a:lnSpc>
                <a:spcPct val="100000"/>
              </a:lnSpc>
            </a:pPr>
            <a:r>
              <a:rPr sz="1800" dirty="0">
                <a:latin typeface="Arial"/>
                <a:cs typeface="Arial"/>
              </a:rPr>
              <a:t>Shot</a:t>
            </a:r>
            <a:r>
              <a:rPr sz="1800" spc="-30" dirty="0">
                <a:latin typeface="Arial"/>
                <a:cs typeface="Arial"/>
              </a:rPr>
              <a:t> </a:t>
            </a:r>
            <a:r>
              <a:rPr sz="1800" dirty="0">
                <a:latin typeface="Arial"/>
                <a:cs typeface="Arial"/>
              </a:rPr>
              <a:t>noise</a:t>
            </a:r>
            <a:r>
              <a:rPr sz="1800" spc="-20" dirty="0">
                <a:latin typeface="Arial"/>
                <a:cs typeface="Arial"/>
              </a:rPr>
              <a:t> </a:t>
            </a:r>
            <a:r>
              <a:rPr sz="1800" dirty="0">
                <a:latin typeface="Arial"/>
                <a:cs typeface="Arial"/>
              </a:rPr>
              <a:t>is</a:t>
            </a:r>
            <a:r>
              <a:rPr sz="1800" spc="-35" dirty="0">
                <a:latin typeface="Arial"/>
                <a:cs typeface="Arial"/>
              </a:rPr>
              <a:t> </a:t>
            </a:r>
            <a:r>
              <a:rPr sz="1800" dirty="0">
                <a:latin typeface="Arial"/>
                <a:cs typeface="Arial"/>
              </a:rPr>
              <a:t>inherently</a:t>
            </a:r>
            <a:r>
              <a:rPr sz="1800" spc="-5" dirty="0">
                <a:latin typeface="Arial"/>
                <a:cs typeface="Arial"/>
              </a:rPr>
              <a:t> </a:t>
            </a:r>
            <a:r>
              <a:rPr sz="1800" dirty="0">
                <a:latin typeface="Arial"/>
                <a:cs typeface="Arial"/>
              </a:rPr>
              <a:t>random</a:t>
            </a:r>
            <a:r>
              <a:rPr sz="1800" spc="-20" dirty="0">
                <a:latin typeface="Arial"/>
                <a:cs typeface="Arial"/>
              </a:rPr>
              <a:t> </a:t>
            </a:r>
            <a:r>
              <a:rPr sz="1800" dirty="0">
                <a:latin typeface="Arial"/>
                <a:cs typeface="Arial"/>
              </a:rPr>
              <a:t>and</a:t>
            </a:r>
            <a:r>
              <a:rPr sz="1800" spc="-35" dirty="0">
                <a:latin typeface="Arial"/>
                <a:cs typeface="Arial"/>
              </a:rPr>
              <a:t> </a:t>
            </a:r>
            <a:r>
              <a:rPr sz="1800" dirty="0">
                <a:latin typeface="Arial"/>
                <a:cs typeface="Arial"/>
              </a:rPr>
              <a:t>follows</a:t>
            </a:r>
            <a:r>
              <a:rPr sz="1800" spc="15" dirty="0">
                <a:latin typeface="Arial"/>
                <a:cs typeface="Arial"/>
              </a:rPr>
              <a:t> </a:t>
            </a:r>
            <a:r>
              <a:rPr sz="1800" dirty="0">
                <a:latin typeface="Arial"/>
                <a:cs typeface="Arial"/>
              </a:rPr>
              <a:t>a</a:t>
            </a:r>
            <a:r>
              <a:rPr sz="1800" spc="-35" dirty="0">
                <a:latin typeface="Arial"/>
                <a:cs typeface="Arial"/>
              </a:rPr>
              <a:t> </a:t>
            </a:r>
            <a:r>
              <a:rPr sz="1800" dirty="0">
                <a:latin typeface="Arial"/>
                <a:cs typeface="Arial"/>
              </a:rPr>
              <a:t>Poisson</a:t>
            </a:r>
            <a:r>
              <a:rPr sz="1800" spc="-25" dirty="0">
                <a:latin typeface="Arial"/>
                <a:cs typeface="Arial"/>
              </a:rPr>
              <a:t> </a:t>
            </a:r>
            <a:r>
              <a:rPr sz="1800" dirty="0">
                <a:latin typeface="Arial"/>
                <a:cs typeface="Arial"/>
              </a:rPr>
              <a:t>distribution</a:t>
            </a:r>
            <a:r>
              <a:rPr sz="1800" spc="-10" dirty="0">
                <a:latin typeface="Arial"/>
                <a:cs typeface="Arial"/>
              </a:rPr>
              <a:t> </a:t>
            </a:r>
            <a:r>
              <a:rPr sz="1800" dirty="0">
                <a:latin typeface="Arial"/>
                <a:cs typeface="Arial"/>
              </a:rPr>
              <a:t>because</a:t>
            </a:r>
            <a:r>
              <a:rPr sz="1800" spc="-25" dirty="0">
                <a:latin typeface="Arial"/>
                <a:cs typeface="Arial"/>
              </a:rPr>
              <a:t> </a:t>
            </a:r>
            <a:r>
              <a:rPr sz="1800" dirty="0">
                <a:latin typeface="Arial"/>
                <a:cs typeface="Arial"/>
              </a:rPr>
              <a:t>it</a:t>
            </a:r>
            <a:r>
              <a:rPr sz="1800" spc="-25" dirty="0">
                <a:latin typeface="Arial"/>
                <a:cs typeface="Arial"/>
              </a:rPr>
              <a:t> </a:t>
            </a:r>
            <a:r>
              <a:rPr sz="1800" dirty="0">
                <a:latin typeface="Arial"/>
                <a:cs typeface="Arial"/>
              </a:rPr>
              <a:t>is</a:t>
            </a:r>
            <a:r>
              <a:rPr sz="1800" spc="-30" dirty="0">
                <a:latin typeface="Arial"/>
                <a:cs typeface="Arial"/>
              </a:rPr>
              <a:t> </a:t>
            </a:r>
            <a:r>
              <a:rPr sz="1800" dirty="0">
                <a:latin typeface="Arial"/>
                <a:cs typeface="Arial"/>
              </a:rPr>
              <a:t>governed</a:t>
            </a:r>
            <a:r>
              <a:rPr sz="1800" spc="-15" dirty="0">
                <a:latin typeface="Arial"/>
                <a:cs typeface="Arial"/>
              </a:rPr>
              <a:t> </a:t>
            </a:r>
            <a:r>
              <a:rPr sz="1800" dirty="0">
                <a:latin typeface="Arial"/>
                <a:cs typeface="Arial"/>
              </a:rPr>
              <a:t>by</a:t>
            </a:r>
            <a:r>
              <a:rPr sz="1800" spc="-30" dirty="0">
                <a:latin typeface="Arial"/>
                <a:cs typeface="Arial"/>
              </a:rPr>
              <a:t> </a:t>
            </a:r>
            <a:r>
              <a:rPr sz="1800" spc="-25" dirty="0">
                <a:latin typeface="Arial"/>
                <a:cs typeface="Arial"/>
              </a:rPr>
              <a:t>the </a:t>
            </a:r>
            <a:r>
              <a:rPr sz="1800" dirty="0">
                <a:latin typeface="Arial"/>
                <a:cs typeface="Arial"/>
              </a:rPr>
              <a:t>discrete</a:t>
            </a:r>
            <a:r>
              <a:rPr sz="1800" spc="-40" dirty="0">
                <a:latin typeface="Arial"/>
                <a:cs typeface="Arial"/>
              </a:rPr>
              <a:t> </a:t>
            </a:r>
            <a:r>
              <a:rPr sz="1800" dirty="0">
                <a:latin typeface="Arial"/>
                <a:cs typeface="Arial"/>
              </a:rPr>
              <a:t>and</a:t>
            </a:r>
            <a:r>
              <a:rPr sz="1800" spc="-40" dirty="0">
                <a:latin typeface="Arial"/>
                <a:cs typeface="Arial"/>
              </a:rPr>
              <a:t> </a:t>
            </a:r>
            <a:r>
              <a:rPr sz="1800" dirty="0">
                <a:latin typeface="Arial"/>
                <a:cs typeface="Arial"/>
              </a:rPr>
              <a:t>independent arrival</a:t>
            </a:r>
            <a:r>
              <a:rPr sz="1800" spc="-30" dirty="0">
                <a:latin typeface="Arial"/>
                <a:cs typeface="Arial"/>
              </a:rPr>
              <a:t> </a:t>
            </a:r>
            <a:r>
              <a:rPr sz="1800" dirty="0">
                <a:latin typeface="Arial"/>
                <a:cs typeface="Arial"/>
              </a:rPr>
              <a:t>of</a:t>
            </a:r>
            <a:r>
              <a:rPr sz="1800" spc="-30" dirty="0">
                <a:latin typeface="Arial"/>
                <a:cs typeface="Arial"/>
              </a:rPr>
              <a:t> </a:t>
            </a:r>
            <a:r>
              <a:rPr sz="1800" dirty="0">
                <a:latin typeface="Arial"/>
                <a:cs typeface="Arial"/>
              </a:rPr>
              <a:t>charge</a:t>
            </a:r>
            <a:r>
              <a:rPr sz="1800" spc="-25" dirty="0">
                <a:latin typeface="Arial"/>
                <a:cs typeface="Arial"/>
              </a:rPr>
              <a:t> </a:t>
            </a:r>
            <a:r>
              <a:rPr sz="1800" spc="-10" dirty="0">
                <a:latin typeface="Arial"/>
                <a:cs typeface="Arial"/>
              </a:rPr>
              <a:t>carriers.</a:t>
            </a:r>
            <a:endParaRPr sz="1800">
              <a:latin typeface="Arial"/>
              <a:cs typeface="Arial"/>
            </a:endParaRPr>
          </a:p>
          <a:p>
            <a:pPr>
              <a:lnSpc>
                <a:spcPct val="100000"/>
              </a:lnSpc>
              <a:spcBef>
                <a:spcPts val="90"/>
              </a:spcBef>
            </a:pPr>
            <a:endParaRPr sz="1800">
              <a:latin typeface="Arial"/>
              <a:cs typeface="Arial"/>
            </a:endParaRPr>
          </a:p>
          <a:p>
            <a:pPr marL="91440" indent="-88900">
              <a:lnSpc>
                <a:spcPct val="100000"/>
              </a:lnSpc>
              <a:buSzPct val="94444"/>
              <a:buFont typeface="Arial"/>
              <a:buChar char="•"/>
              <a:tabLst>
                <a:tab pos="91440" algn="l"/>
              </a:tabLst>
            </a:pPr>
            <a:r>
              <a:rPr sz="1800" b="1" dirty="0">
                <a:latin typeface="Arial"/>
                <a:cs typeface="Arial"/>
              </a:rPr>
              <a:t>Independence</a:t>
            </a:r>
            <a:r>
              <a:rPr sz="1800" b="1" spc="-75" dirty="0">
                <a:latin typeface="Arial"/>
                <a:cs typeface="Arial"/>
              </a:rPr>
              <a:t> </a:t>
            </a:r>
            <a:r>
              <a:rPr sz="1800" b="1" dirty="0">
                <a:latin typeface="Arial"/>
                <a:cs typeface="Arial"/>
              </a:rPr>
              <a:t>from</a:t>
            </a:r>
            <a:r>
              <a:rPr sz="1800" b="1" spc="-65" dirty="0">
                <a:latin typeface="Arial"/>
                <a:cs typeface="Arial"/>
              </a:rPr>
              <a:t> </a:t>
            </a:r>
            <a:r>
              <a:rPr sz="1800" b="1" spc="-10" dirty="0">
                <a:latin typeface="Arial"/>
                <a:cs typeface="Arial"/>
              </a:rPr>
              <a:t>Temperature:</a:t>
            </a:r>
            <a:endParaRPr sz="1800">
              <a:latin typeface="Arial"/>
              <a:cs typeface="Arial"/>
            </a:endParaRPr>
          </a:p>
          <a:p>
            <a:pPr marL="12700" marR="789940">
              <a:lnSpc>
                <a:spcPct val="100000"/>
              </a:lnSpc>
            </a:pPr>
            <a:r>
              <a:rPr sz="1800" dirty="0">
                <a:latin typeface="Arial"/>
                <a:cs typeface="Arial"/>
              </a:rPr>
              <a:t>Unlike</a:t>
            </a:r>
            <a:r>
              <a:rPr sz="1800" spc="-35" dirty="0">
                <a:latin typeface="Arial"/>
                <a:cs typeface="Arial"/>
              </a:rPr>
              <a:t> </a:t>
            </a:r>
            <a:r>
              <a:rPr sz="1800" dirty="0">
                <a:latin typeface="Arial"/>
                <a:cs typeface="Arial"/>
              </a:rPr>
              <a:t>thermal</a:t>
            </a:r>
            <a:r>
              <a:rPr sz="1800" spc="-20" dirty="0">
                <a:latin typeface="Arial"/>
                <a:cs typeface="Arial"/>
              </a:rPr>
              <a:t> </a:t>
            </a:r>
            <a:r>
              <a:rPr sz="1800" dirty="0">
                <a:latin typeface="Arial"/>
                <a:cs typeface="Arial"/>
              </a:rPr>
              <a:t>noise,</a:t>
            </a:r>
            <a:r>
              <a:rPr sz="1800" spc="-15" dirty="0">
                <a:latin typeface="Arial"/>
                <a:cs typeface="Arial"/>
              </a:rPr>
              <a:t> </a:t>
            </a:r>
            <a:r>
              <a:rPr sz="1800" dirty="0">
                <a:latin typeface="Arial"/>
                <a:cs typeface="Arial"/>
              </a:rPr>
              <a:t>shot</a:t>
            </a:r>
            <a:r>
              <a:rPr sz="1800" spc="-25" dirty="0">
                <a:latin typeface="Arial"/>
                <a:cs typeface="Arial"/>
              </a:rPr>
              <a:t> </a:t>
            </a:r>
            <a:r>
              <a:rPr sz="1800" dirty="0">
                <a:latin typeface="Arial"/>
                <a:cs typeface="Arial"/>
              </a:rPr>
              <a:t>noise</a:t>
            </a:r>
            <a:r>
              <a:rPr sz="1800" spc="-20" dirty="0">
                <a:latin typeface="Arial"/>
                <a:cs typeface="Arial"/>
              </a:rPr>
              <a:t> </a:t>
            </a:r>
            <a:r>
              <a:rPr sz="1800" dirty="0">
                <a:latin typeface="Arial"/>
                <a:cs typeface="Arial"/>
              </a:rPr>
              <a:t>does</a:t>
            </a:r>
            <a:r>
              <a:rPr sz="1800" spc="-35" dirty="0">
                <a:latin typeface="Arial"/>
                <a:cs typeface="Arial"/>
              </a:rPr>
              <a:t> </a:t>
            </a:r>
            <a:r>
              <a:rPr sz="1800" dirty="0">
                <a:latin typeface="Arial"/>
                <a:cs typeface="Arial"/>
              </a:rPr>
              <a:t>not</a:t>
            </a:r>
            <a:r>
              <a:rPr sz="1800" spc="-25" dirty="0">
                <a:latin typeface="Arial"/>
                <a:cs typeface="Arial"/>
              </a:rPr>
              <a:t> </a:t>
            </a:r>
            <a:r>
              <a:rPr sz="1800" dirty="0">
                <a:latin typeface="Arial"/>
                <a:cs typeface="Arial"/>
              </a:rPr>
              <a:t>depend</a:t>
            </a:r>
            <a:r>
              <a:rPr sz="1800" spc="-10" dirty="0">
                <a:latin typeface="Arial"/>
                <a:cs typeface="Arial"/>
              </a:rPr>
              <a:t> </a:t>
            </a:r>
            <a:r>
              <a:rPr sz="1800" dirty="0">
                <a:latin typeface="Arial"/>
                <a:cs typeface="Arial"/>
              </a:rPr>
              <a:t>on</a:t>
            </a:r>
            <a:r>
              <a:rPr sz="1800" spc="-40"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ambient</a:t>
            </a:r>
            <a:r>
              <a:rPr sz="1800" spc="-10" dirty="0">
                <a:latin typeface="Arial"/>
                <a:cs typeface="Arial"/>
              </a:rPr>
              <a:t> </a:t>
            </a:r>
            <a:r>
              <a:rPr sz="1800" dirty="0">
                <a:latin typeface="Arial"/>
                <a:cs typeface="Arial"/>
              </a:rPr>
              <a:t>temperature,</a:t>
            </a:r>
            <a:r>
              <a:rPr sz="1800" spc="-15" dirty="0">
                <a:latin typeface="Arial"/>
                <a:cs typeface="Arial"/>
              </a:rPr>
              <a:t> </a:t>
            </a:r>
            <a:r>
              <a:rPr sz="1800" dirty="0">
                <a:latin typeface="Arial"/>
                <a:cs typeface="Arial"/>
              </a:rPr>
              <a:t>making</a:t>
            </a:r>
            <a:r>
              <a:rPr sz="1800" spc="-20" dirty="0">
                <a:latin typeface="Arial"/>
                <a:cs typeface="Arial"/>
              </a:rPr>
              <a:t> </a:t>
            </a:r>
            <a:r>
              <a:rPr sz="1800" dirty="0">
                <a:latin typeface="Arial"/>
                <a:cs typeface="Arial"/>
              </a:rPr>
              <a:t>it</a:t>
            </a:r>
            <a:r>
              <a:rPr sz="1800" spc="-25" dirty="0">
                <a:latin typeface="Arial"/>
                <a:cs typeface="Arial"/>
              </a:rPr>
              <a:t> </a:t>
            </a:r>
            <a:r>
              <a:rPr sz="1800" spc="-50" dirty="0">
                <a:latin typeface="Arial"/>
                <a:cs typeface="Arial"/>
              </a:rPr>
              <a:t>a </a:t>
            </a:r>
            <a:r>
              <a:rPr sz="1800" dirty="0">
                <a:latin typeface="Arial"/>
                <a:cs typeface="Arial"/>
              </a:rPr>
              <a:t>fundamental</a:t>
            </a:r>
            <a:r>
              <a:rPr sz="1800" spc="-30" dirty="0">
                <a:latin typeface="Arial"/>
                <a:cs typeface="Arial"/>
              </a:rPr>
              <a:t> </a:t>
            </a:r>
            <a:r>
              <a:rPr sz="1800" dirty="0">
                <a:latin typeface="Arial"/>
                <a:cs typeface="Arial"/>
              </a:rPr>
              <a:t>noise</a:t>
            </a:r>
            <a:r>
              <a:rPr sz="1800" spc="-35" dirty="0">
                <a:latin typeface="Arial"/>
                <a:cs typeface="Arial"/>
              </a:rPr>
              <a:t> </a:t>
            </a:r>
            <a:r>
              <a:rPr sz="1800" spc="-10" dirty="0">
                <a:latin typeface="Arial"/>
                <a:cs typeface="Arial"/>
              </a:rPr>
              <a:t>source.</a:t>
            </a:r>
            <a:endParaRPr sz="1800">
              <a:latin typeface="Arial"/>
              <a:cs typeface="Arial"/>
            </a:endParaRPr>
          </a:p>
          <a:p>
            <a:pPr>
              <a:lnSpc>
                <a:spcPct val="100000"/>
              </a:lnSpc>
              <a:spcBef>
                <a:spcPts val="90"/>
              </a:spcBef>
            </a:pPr>
            <a:endParaRPr sz="1800">
              <a:latin typeface="Arial"/>
              <a:cs typeface="Arial"/>
            </a:endParaRPr>
          </a:p>
          <a:p>
            <a:pPr marL="91440" indent="-88900">
              <a:lnSpc>
                <a:spcPct val="100000"/>
              </a:lnSpc>
              <a:buSzPct val="94444"/>
              <a:buFont typeface="Arial"/>
              <a:buChar char="•"/>
              <a:tabLst>
                <a:tab pos="91440" algn="l"/>
              </a:tabLst>
            </a:pPr>
            <a:r>
              <a:rPr sz="1800" b="1" dirty="0">
                <a:latin typeface="Arial"/>
                <a:cs typeface="Arial"/>
              </a:rPr>
              <a:t>Quantum</a:t>
            </a:r>
            <a:r>
              <a:rPr sz="1800" b="1" spc="-65" dirty="0">
                <a:latin typeface="Arial"/>
                <a:cs typeface="Arial"/>
              </a:rPr>
              <a:t> </a:t>
            </a:r>
            <a:r>
              <a:rPr sz="1800" b="1" spc="-10" dirty="0">
                <a:latin typeface="Arial"/>
                <a:cs typeface="Arial"/>
              </a:rPr>
              <a:t>Nature:</a:t>
            </a:r>
            <a:endParaRPr sz="1800">
              <a:latin typeface="Arial"/>
              <a:cs typeface="Arial"/>
            </a:endParaRPr>
          </a:p>
          <a:p>
            <a:pPr marL="12700" marR="412115">
              <a:lnSpc>
                <a:spcPct val="100000"/>
              </a:lnSpc>
            </a:pPr>
            <a:r>
              <a:rPr sz="1800" dirty="0">
                <a:latin typeface="Arial"/>
                <a:cs typeface="Arial"/>
              </a:rPr>
              <a:t>Shot</a:t>
            </a:r>
            <a:r>
              <a:rPr sz="1800" spc="-25" dirty="0">
                <a:latin typeface="Arial"/>
                <a:cs typeface="Arial"/>
              </a:rPr>
              <a:t> </a:t>
            </a:r>
            <a:r>
              <a:rPr sz="1800" dirty="0">
                <a:latin typeface="Arial"/>
                <a:cs typeface="Arial"/>
              </a:rPr>
              <a:t>noise</a:t>
            </a:r>
            <a:r>
              <a:rPr sz="1800" spc="-20" dirty="0">
                <a:latin typeface="Arial"/>
                <a:cs typeface="Arial"/>
              </a:rPr>
              <a:t> </a:t>
            </a:r>
            <a:r>
              <a:rPr sz="1800" dirty="0">
                <a:latin typeface="Arial"/>
                <a:cs typeface="Arial"/>
              </a:rPr>
              <a:t>is</a:t>
            </a:r>
            <a:r>
              <a:rPr sz="1800" spc="-30" dirty="0">
                <a:latin typeface="Arial"/>
                <a:cs typeface="Arial"/>
              </a:rPr>
              <a:t> </a:t>
            </a:r>
            <a:r>
              <a:rPr sz="1800" dirty="0">
                <a:latin typeface="Arial"/>
                <a:cs typeface="Arial"/>
              </a:rPr>
              <a:t>a</a:t>
            </a:r>
            <a:r>
              <a:rPr sz="1800" spc="-35" dirty="0">
                <a:latin typeface="Arial"/>
                <a:cs typeface="Arial"/>
              </a:rPr>
              <a:t> </a:t>
            </a:r>
            <a:r>
              <a:rPr sz="1800" dirty="0">
                <a:latin typeface="Arial"/>
                <a:cs typeface="Arial"/>
              </a:rPr>
              <a:t>direct</a:t>
            </a:r>
            <a:r>
              <a:rPr sz="1800" spc="-25" dirty="0">
                <a:latin typeface="Arial"/>
                <a:cs typeface="Arial"/>
              </a:rPr>
              <a:t> </a:t>
            </a:r>
            <a:r>
              <a:rPr sz="1800" dirty="0">
                <a:latin typeface="Arial"/>
                <a:cs typeface="Arial"/>
              </a:rPr>
              <a:t>consequence of</a:t>
            </a:r>
            <a:r>
              <a:rPr sz="1800" spc="-35"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quantized</a:t>
            </a:r>
            <a:r>
              <a:rPr sz="1800" spc="-10" dirty="0">
                <a:latin typeface="Arial"/>
                <a:cs typeface="Arial"/>
              </a:rPr>
              <a:t> </a:t>
            </a:r>
            <a:r>
              <a:rPr sz="1800" dirty="0">
                <a:latin typeface="Arial"/>
                <a:cs typeface="Arial"/>
              </a:rPr>
              <a:t>nature</a:t>
            </a:r>
            <a:r>
              <a:rPr sz="1800" spc="-20" dirty="0">
                <a:latin typeface="Arial"/>
                <a:cs typeface="Arial"/>
              </a:rPr>
              <a:t> </a:t>
            </a:r>
            <a:r>
              <a:rPr sz="1800" dirty="0">
                <a:latin typeface="Arial"/>
                <a:cs typeface="Arial"/>
              </a:rPr>
              <a:t>of</a:t>
            </a:r>
            <a:r>
              <a:rPr sz="1800" spc="-35" dirty="0">
                <a:latin typeface="Arial"/>
                <a:cs typeface="Arial"/>
              </a:rPr>
              <a:t> </a:t>
            </a:r>
            <a:r>
              <a:rPr sz="1800" dirty="0">
                <a:latin typeface="Arial"/>
                <a:cs typeface="Arial"/>
              </a:rPr>
              <a:t>charge,</a:t>
            </a:r>
            <a:r>
              <a:rPr sz="1800" spc="-15" dirty="0">
                <a:latin typeface="Arial"/>
                <a:cs typeface="Arial"/>
              </a:rPr>
              <a:t> </a:t>
            </a:r>
            <a:r>
              <a:rPr sz="1800" dirty="0">
                <a:latin typeface="Arial"/>
                <a:cs typeface="Arial"/>
              </a:rPr>
              <a:t>highlighting its</a:t>
            </a:r>
            <a:r>
              <a:rPr sz="1800" spc="-30" dirty="0">
                <a:latin typeface="Arial"/>
                <a:cs typeface="Arial"/>
              </a:rPr>
              <a:t> </a:t>
            </a:r>
            <a:r>
              <a:rPr sz="1800" spc="-10" dirty="0">
                <a:latin typeface="Arial"/>
                <a:cs typeface="Arial"/>
              </a:rPr>
              <a:t>quantum </a:t>
            </a:r>
            <a:r>
              <a:rPr sz="1800" dirty="0">
                <a:latin typeface="Arial"/>
                <a:cs typeface="Arial"/>
              </a:rPr>
              <a:t>mechanical</a:t>
            </a:r>
            <a:r>
              <a:rPr sz="1800" spc="-50" dirty="0">
                <a:latin typeface="Arial"/>
                <a:cs typeface="Arial"/>
              </a:rPr>
              <a:t> </a:t>
            </a:r>
            <a:r>
              <a:rPr sz="1800" spc="-10" dirty="0">
                <a:latin typeface="Arial"/>
                <a:cs typeface="Arial"/>
              </a:rPr>
              <a:t>origin.</a:t>
            </a:r>
            <a:endParaRPr sz="1800">
              <a:latin typeface="Arial"/>
              <a:cs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4765">
              <a:lnSpc>
                <a:spcPct val="100000"/>
              </a:lnSpc>
              <a:spcBef>
                <a:spcPts val="100"/>
              </a:spcBef>
            </a:pPr>
            <a:r>
              <a:rPr dirty="0"/>
              <a:t>Flicker</a:t>
            </a:r>
            <a:r>
              <a:rPr spc="250" dirty="0"/>
              <a:t> </a:t>
            </a:r>
            <a:r>
              <a:rPr spc="-20" dirty="0"/>
              <a:t>Noise</a:t>
            </a:r>
          </a:p>
        </p:txBody>
      </p:sp>
      <p:sp>
        <p:nvSpPr>
          <p:cNvPr id="3" name="object 3"/>
          <p:cNvSpPr txBox="1"/>
          <p:nvPr/>
        </p:nvSpPr>
        <p:spPr>
          <a:xfrm>
            <a:off x="109219" y="762000"/>
            <a:ext cx="10439400" cy="4335161"/>
          </a:xfrm>
          <a:prstGeom prst="rect">
            <a:avLst/>
          </a:prstGeom>
        </p:spPr>
        <p:txBody>
          <a:bodyPr vert="horz" wrap="square" lIns="0" tIns="13335" rIns="0" bIns="0" rtlCol="0">
            <a:spAutoFit/>
          </a:bodyPr>
          <a:lstStyle/>
          <a:p>
            <a:pPr marL="50800">
              <a:lnSpc>
                <a:spcPct val="100000"/>
              </a:lnSpc>
              <a:spcBef>
                <a:spcPts val="105"/>
              </a:spcBef>
            </a:pPr>
            <a:r>
              <a:rPr sz="2000" b="1" spc="-10" dirty="0">
                <a:latin typeface="Arial"/>
                <a:cs typeface="Arial"/>
              </a:rPr>
              <a:t>Definition:</a:t>
            </a:r>
            <a:endParaRPr sz="2000" dirty="0">
              <a:latin typeface="Arial"/>
              <a:cs typeface="Arial"/>
            </a:endParaRPr>
          </a:p>
          <a:p>
            <a:pPr marL="50800" marR="58419">
              <a:lnSpc>
                <a:spcPct val="100000"/>
              </a:lnSpc>
            </a:pPr>
            <a:r>
              <a:rPr sz="2000" dirty="0">
                <a:latin typeface="Arial"/>
                <a:cs typeface="Arial"/>
              </a:rPr>
              <a:t>Flicker</a:t>
            </a:r>
            <a:r>
              <a:rPr sz="2000" spc="-40" dirty="0">
                <a:latin typeface="Arial"/>
                <a:cs typeface="Arial"/>
              </a:rPr>
              <a:t> </a:t>
            </a:r>
            <a:r>
              <a:rPr sz="2000" dirty="0">
                <a:latin typeface="Arial"/>
                <a:cs typeface="Arial"/>
              </a:rPr>
              <a:t>noise,</a:t>
            </a:r>
            <a:r>
              <a:rPr sz="2000" spc="-40" dirty="0">
                <a:latin typeface="Arial"/>
                <a:cs typeface="Arial"/>
              </a:rPr>
              <a:t> </a:t>
            </a:r>
            <a:r>
              <a:rPr sz="2000" dirty="0">
                <a:latin typeface="Arial"/>
                <a:cs typeface="Arial"/>
              </a:rPr>
              <a:t>also</a:t>
            </a:r>
            <a:r>
              <a:rPr sz="2000" spc="-30" dirty="0">
                <a:latin typeface="Arial"/>
                <a:cs typeface="Arial"/>
              </a:rPr>
              <a:t> </a:t>
            </a:r>
            <a:r>
              <a:rPr sz="2000" dirty="0">
                <a:latin typeface="Arial"/>
                <a:cs typeface="Arial"/>
              </a:rPr>
              <a:t>known</a:t>
            </a:r>
            <a:r>
              <a:rPr sz="2000" spc="-45" dirty="0">
                <a:latin typeface="Arial"/>
                <a:cs typeface="Arial"/>
              </a:rPr>
              <a:t> </a:t>
            </a:r>
            <a:r>
              <a:rPr sz="2000" dirty="0">
                <a:latin typeface="Arial"/>
                <a:cs typeface="Arial"/>
              </a:rPr>
              <a:t>as</a:t>
            </a:r>
            <a:r>
              <a:rPr sz="2000" spc="-25" dirty="0">
                <a:latin typeface="Arial"/>
                <a:cs typeface="Arial"/>
              </a:rPr>
              <a:t> </a:t>
            </a:r>
            <a:r>
              <a:rPr sz="2000" dirty="0">
                <a:latin typeface="Arial"/>
                <a:cs typeface="Arial"/>
              </a:rPr>
              <a:t>1/</a:t>
            </a:r>
            <a:r>
              <a:rPr lang="en-US" sz="2000" dirty="0">
                <a:latin typeface="Arial"/>
                <a:cs typeface="Arial"/>
              </a:rPr>
              <a:t>f </a:t>
            </a:r>
            <a:r>
              <a:rPr sz="2000" dirty="0">
                <a:latin typeface="Arial"/>
                <a:cs typeface="Arial"/>
              </a:rPr>
              <a:t>noise,</a:t>
            </a:r>
            <a:r>
              <a:rPr sz="2000" spc="-40" dirty="0">
                <a:latin typeface="Arial"/>
                <a:cs typeface="Arial"/>
              </a:rPr>
              <a:t> </a:t>
            </a:r>
            <a:r>
              <a:rPr sz="2000" dirty="0">
                <a:latin typeface="Arial"/>
                <a:cs typeface="Arial"/>
              </a:rPr>
              <a:t>is</a:t>
            </a:r>
            <a:r>
              <a:rPr sz="2000" spc="-25" dirty="0">
                <a:latin typeface="Arial"/>
                <a:cs typeface="Arial"/>
              </a:rPr>
              <a:t> </a:t>
            </a:r>
            <a:r>
              <a:rPr sz="2000" dirty="0">
                <a:latin typeface="Arial"/>
                <a:cs typeface="Arial"/>
              </a:rPr>
              <a:t>a</a:t>
            </a:r>
            <a:r>
              <a:rPr sz="2000" spc="-20" dirty="0">
                <a:latin typeface="Arial"/>
                <a:cs typeface="Arial"/>
              </a:rPr>
              <a:t> </a:t>
            </a:r>
            <a:r>
              <a:rPr sz="2000" dirty="0">
                <a:latin typeface="Arial"/>
                <a:cs typeface="Arial"/>
              </a:rPr>
              <a:t>type</a:t>
            </a:r>
            <a:r>
              <a:rPr sz="2000" spc="-30" dirty="0">
                <a:latin typeface="Arial"/>
                <a:cs typeface="Arial"/>
              </a:rPr>
              <a:t> </a:t>
            </a:r>
            <a:r>
              <a:rPr sz="2000" dirty="0">
                <a:latin typeface="Arial"/>
                <a:cs typeface="Arial"/>
              </a:rPr>
              <a:t>of</a:t>
            </a:r>
            <a:r>
              <a:rPr sz="2000" spc="-25" dirty="0">
                <a:latin typeface="Arial"/>
                <a:cs typeface="Arial"/>
              </a:rPr>
              <a:t> </a:t>
            </a:r>
            <a:r>
              <a:rPr sz="2000" dirty="0">
                <a:latin typeface="Arial"/>
                <a:cs typeface="Arial"/>
              </a:rPr>
              <a:t>electrical</a:t>
            </a:r>
            <a:r>
              <a:rPr sz="2000" spc="-40" dirty="0">
                <a:latin typeface="Arial"/>
                <a:cs typeface="Arial"/>
              </a:rPr>
              <a:t> </a:t>
            </a:r>
            <a:r>
              <a:rPr sz="2000" dirty="0">
                <a:latin typeface="Arial"/>
                <a:cs typeface="Arial"/>
              </a:rPr>
              <a:t>noise</a:t>
            </a:r>
            <a:r>
              <a:rPr sz="2000" spc="-30" dirty="0">
                <a:latin typeface="Arial"/>
                <a:cs typeface="Arial"/>
              </a:rPr>
              <a:t> </a:t>
            </a:r>
            <a:r>
              <a:rPr sz="2000" dirty="0">
                <a:latin typeface="Arial"/>
                <a:cs typeface="Arial"/>
              </a:rPr>
              <a:t>that</a:t>
            </a:r>
            <a:r>
              <a:rPr sz="2000" spc="-40" dirty="0">
                <a:latin typeface="Arial"/>
                <a:cs typeface="Arial"/>
              </a:rPr>
              <a:t> </a:t>
            </a:r>
            <a:r>
              <a:rPr sz="2000" spc="-25" dirty="0">
                <a:latin typeface="Arial"/>
                <a:cs typeface="Arial"/>
              </a:rPr>
              <a:t>is </a:t>
            </a:r>
            <a:r>
              <a:rPr sz="2000" dirty="0">
                <a:latin typeface="Arial"/>
                <a:cs typeface="Arial"/>
              </a:rPr>
              <a:t>dominant</a:t>
            </a:r>
            <a:r>
              <a:rPr sz="2000" spc="-45" dirty="0">
                <a:latin typeface="Arial"/>
                <a:cs typeface="Arial"/>
              </a:rPr>
              <a:t> </a:t>
            </a:r>
            <a:r>
              <a:rPr sz="2000" dirty="0">
                <a:latin typeface="Arial"/>
                <a:cs typeface="Arial"/>
              </a:rPr>
              <a:t>at</a:t>
            </a:r>
            <a:r>
              <a:rPr sz="2000" spc="-20" dirty="0">
                <a:latin typeface="Arial"/>
                <a:cs typeface="Arial"/>
              </a:rPr>
              <a:t> </a:t>
            </a:r>
            <a:r>
              <a:rPr sz="2000" dirty="0">
                <a:latin typeface="Arial"/>
                <a:cs typeface="Arial"/>
              </a:rPr>
              <a:t>low</a:t>
            </a:r>
            <a:r>
              <a:rPr sz="2000" spc="-10" dirty="0">
                <a:latin typeface="Arial"/>
                <a:cs typeface="Arial"/>
              </a:rPr>
              <a:t> </a:t>
            </a:r>
            <a:r>
              <a:rPr sz="2000" dirty="0">
                <a:latin typeface="Arial"/>
                <a:cs typeface="Arial"/>
              </a:rPr>
              <a:t>frequencies.</a:t>
            </a:r>
            <a:r>
              <a:rPr sz="2000" spc="-55" dirty="0">
                <a:latin typeface="Arial"/>
                <a:cs typeface="Arial"/>
              </a:rPr>
              <a:t> </a:t>
            </a:r>
            <a:r>
              <a:rPr sz="2000" dirty="0">
                <a:latin typeface="Arial"/>
                <a:cs typeface="Arial"/>
              </a:rPr>
              <a:t>It</a:t>
            </a:r>
            <a:r>
              <a:rPr sz="2000" spc="-35" dirty="0">
                <a:latin typeface="Arial"/>
                <a:cs typeface="Arial"/>
              </a:rPr>
              <a:t> </a:t>
            </a:r>
            <a:r>
              <a:rPr sz="2000" dirty="0">
                <a:latin typeface="Arial"/>
                <a:cs typeface="Arial"/>
              </a:rPr>
              <a:t>is</a:t>
            </a:r>
            <a:r>
              <a:rPr sz="2000" spc="-10" dirty="0">
                <a:latin typeface="Arial"/>
                <a:cs typeface="Arial"/>
              </a:rPr>
              <a:t> </a:t>
            </a:r>
            <a:r>
              <a:rPr sz="2000" dirty="0">
                <a:latin typeface="Arial"/>
                <a:cs typeface="Arial"/>
              </a:rPr>
              <a:t>caused</a:t>
            </a:r>
            <a:r>
              <a:rPr sz="2000" spc="-45" dirty="0">
                <a:latin typeface="Arial"/>
                <a:cs typeface="Arial"/>
              </a:rPr>
              <a:t> </a:t>
            </a:r>
            <a:r>
              <a:rPr sz="2000" dirty="0">
                <a:latin typeface="Arial"/>
                <a:cs typeface="Arial"/>
              </a:rPr>
              <a:t>by</a:t>
            </a:r>
            <a:r>
              <a:rPr sz="2000" spc="-20" dirty="0">
                <a:latin typeface="Arial"/>
                <a:cs typeface="Arial"/>
              </a:rPr>
              <a:t> </a:t>
            </a:r>
            <a:r>
              <a:rPr sz="2000" dirty="0">
                <a:latin typeface="Arial"/>
                <a:cs typeface="Arial"/>
              </a:rPr>
              <a:t>imperfections</a:t>
            </a:r>
            <a:r>
              <a:rPr sz="2000" spc="-60" dirty="0">
                <a:latin typeface="Arial"/>
                <a:cs typeface="Arial"/>
              </a:rPr>
              <a:t> </a:t>
            </a:r>
            <a:r>
              <a:rPr sz="2000" dirty="0">
                <a:latin typeface="Arial"/>
                <a:cs typeface="Arial"/>
              </a:rPr>
              <a:t>and</a:t>
            </a:r>
            <a:r>
              <a:rPr sz="2000" spc="-25" dirty="0">
                <a:latin typeface="Arial"/>
                <a:cs typeface="Arial"/>
              </a:rPr>
              <a:t> </a:t>
            </a:r>
            <a:r>
              <a:rPr sz="2000" dirty="0">
                <a:latin typeface="Arial"/>
                <a:cs typeface="Arial"/>
              </a:rPr>
              <a:t>defects</a:t>
            </a:r>
            <a:r>
              <a:rPr sz="2000" spc="-35" dirty="0">
                <a:latin typeface="Arial"/>
                <a:cs typeface="Arial"/>
              </a:rPr>
              <a:t> </a:t>
            </a:r>
            <a:r>
              <a:rPr sz="2000" dirty="0">
                <a:latin typeface="Arial"/>
                <a:cs typeface="Arial"/>
              </a:rPr>
              <a:t>in</a:t>
            </a:r>
            <a:r>
              <a:rPr sz="2000" spc="-15" dirty="0">
                <a:latin typeface="Arial"/>
                <a:cs typeface="Arial"/>
              </a:rPr>
              <a:t> </a:t>
            </a:r>
            <a:r>
              <a:rPr sz="2000" spc="-10" dirty="0">
                <a:latin typeface="Arial"/>
                <a:cs typeface="Arial"/>
              </a:rPr>
              <a:t>materials </a:t>
            </a:r>
            <a:r>
              <a:rPr sz="2000" dirty="0">
                <a:latin typeface="Arial"/>
                <a:cs typeface="Arial"/>
              </a:rPr>
              <a:t>or</a:t>
            </a:r>
            <a:r>
              <a:rPr sz="2000" spc="-30" dirty="0">
                <a:latin typeface="Arial"/>
                <a:cs typeface="Arial"/>
              </a:rPr>
              <a:t> </a:t>
            </a:r>
            <a:r>
              <a:rPr sz="2000" dirty="0">
                <a:latin typeface="Arial"/>
                <a:cs typeface="Arial"/>
              </a:rPr>
              <a:t>processes</a:t>
            </a:r>
            <a:r>
              <a:rPr sz="2000" spc="-60" dirty="0">
                <a:latin typeface="Arial"/>
                <a:cs typeface="Arial"/>
              </a:rPr>
              <a:t> </a:t>
            </a:r>
            <a:r>
              <a:rPr sz="2000" dirty="0">
                <a:latin typeface="Arial"/>
                <a:cs typeface="Arial"/>
              </a:rPr>
              <a:t>and</a:t>
            </a:r>
            <a:r>
              <a:rPr sz="2000" spc="-30" dirty="0">
                <a:latin typeface="Arial"/>
                <a:cs typeface="Arial"/>
              </a:rPr>
              <a:t> </a:t>
            </a:r>
            <a:r>
              <a:rPr sz="2000" dirty="0">
                <a:latin typeface="Arial"/>
                <a:cs typeface="Arial"/>
              </a:rPr>
              <a:t>is</a:t>
            </a:r>
            <a:r>
              <a:rPr sz="2000" spc="-10" dirty="0">
                <a:latin typeface="Arial"/>
                <a:cs typeface="Arial"/>
              </a:rPr>
              <a:t> </a:t>
            </a:r>
            <a:r>
              <a:rPr sz="2000" dirty="0">
                <a:latin typeface="Arial"/>
                <a:cs typeface="Arial"/>
              </a:rPr>
              <a:t>observed</a:t>
            </a:r>
            <a:r>
              <a:rPr sz="2000" spc="-55" dirty="0">
                <a:latin typeface="Arial"/>
                <a:cs typeface="Arial"/>
              </a:rPr>
              <a:t> </a:t>
            </a:r>
            <a:r>
              <a:rPr sz="2000" dirty="0">
                <a:latin typeface="Arial"/>
                <a:cs typeface="Arial"/>
              </a:rPr>
              <a:t>in</a:t>
            </a:r>
            <a:r>
              <a:rPr sz="2000" spc="-15" dirty="0">
                <a:latin typeface="Arial"/>
                <a:cs typeface="Arial"/>
              </a:rPr>
              <a:t> </a:t>
            </a:r>
            <a:r>
              <a:rPr sz="2000" dirty="0">
                <a:latin typeface="Arial"/>
                <a:cs typeface="Arial"/>
              </a:rPr>
              <a:t>electronic</a:t>
            </a:r>
            <a:r>
              <a:rPr sz="2000" spc="-45" dirty="0">
                <a:latin typeface="Arial"/>
                <a:cs typeface="Arial"/>
              </a:rPr>
              <a:t> </a:t>
            </a:r>
            <a:r>
              <a:rPr sz="2000" dirty="0">
                <a:latin typeface="Arial"/>
                <a:cs typeface="Arial"/>
              </a:rPr>
              <a:t>devices</a:t>
            </a:r>
            <a:r>
              <a:rPr sz="2000" spc="-25" dirty="0">
                <a:latin typeface="Arial"/>
                <a:cs typeface="Arial"/>
              </a:rPr>
              <a:t> </a:t>
            </a:r>
            <a:r>
              <a:rPr sz="2000" dirty="0">
                <a:latin typeface="Arial"/>
                <a:cs typeface="Arial"/>
              </a:rPr>
              <a:t>like</a:t>
            </a:r>
            <a:r>
              <a:rPr sz="2000" spc="-15" dirty="0">
                <a:latin typeface="Arial"/>
                <a:cs typeface="Arial"/>
              </a:rPr>
              <a:t> </a:t>
            </a:r>
            <a:r>
              <a:rPr sz="2000" dirty="0">
                <a:latin typeface="Arial"/>
                <a:cs typeface="Arial"/>
              </a:rPr>
              <a:t>resistors,</a:t>
            </a:r>
            <a:r>
              <a:rPr sz="2000" spc="-75" dirty="0">
                <a:latin typeface="Arial"/>
                <a:cs typeface="Arial"/>
              </a:rPr>
              <a:t> </a:t>
            </a:r>
            <a:r>
              <a:rPr sz="2000" dirty="0">
                <a:latin typeface="Arial"/>
                <a:cs typeface="Arial"/>
              </a:rPr>
              <a:t>transistors,</a:t>
            </a:r>
            <a:r>
              <a:rPr sz="2000" spc="-55" dirty="0">
                <a:latin typeface="Arial"/>
                <a:cs typeface="Arial"/>
              </a:rPr>
              <a:t> </a:t>
            </a:r>
            <a:r>
              <a:rPr sz="2000" spc="-25" dirty="0">
                <a:latin typeface="Arial"/>
                <a:cs typeface="Arial"/>
              </a:rPr>
              <a:t>and </a:t>
            </a:r>
            <a:r>
              <a:rPr sz="2000" spc="-10" dirty="0">
                <a:latin typeface="Arial"/>
                <a:cs typeface="Arial"/>
              </a:rPr>
              <a:t>semiconductors.</a:t>
            </a:r>
            <a:endParaRPr sz="2000" dirty="0">
              <a:latin typeface="Arial"/>
              <a:cs typeface="Arial"/>
            </a:endParaRPr>
          </a:p>
          <a:p>
            <a:pPr>
              <a:lnSpc>
                <a:spcPct val="100000"/>
              </a:lnSpc>
              <a:spcBef>
                <a:spcPts val="100"/>
              </a:spcBef>
            </a:pPr>
            <a:endParaRPr sz="2000" dirty="0">
              <a:latin typeface="Arial"/>
              <a:cs typeface="Arial"/>
            </a:endParaRPr>
          </a:p>
          <a:p>
            <a:pPr marL="50800">
              <a:lnSpc>
                <a:spcPts val="2400"/>
              </a:lnSpc>
            </a:pPr>
            <a:r>
              <a:rPr sz="2000" b="1" dirty="0">
                <a:latin typeface="Arial"/>
                <a:cs typeface="Arial"/>
              </a:rPr>
              <a:t>Key</a:t>
            </a:r>
            <a:r>
              <a:rPr sz="2000" b="1" spc="-30" dirty="0">
                <a:latin typeface="Arial"/>
                <a:cs typeface="Arial"/>
              </a:rPr>
              <a:t> </a:t>
            </a:r>
            <a:r>
              <a:rPr sz="2000" b="1" spc="-10" dirty="0">
                <a:latin typeface="Arial"/>
                <a:cs typeface="Arial"/>
              </a:rPr>
              <a:t>Characteristics:</a:t>
            </a:r>
            <a:endParaRPr sz="2000" dirty="0">
              <a:latin typeface="Arial"/>
              <a:cs typeface="Arial"/>
            </a:endParaRPr>
          </a:p>
          <a:p>
            <a:pPr marL="138430" indent="-97155">
              <a:lnSpc>
                <a:spcPts val="2400"/>
              </a:lnSpc>
              <a:buSzPct val="95000"/>
              <a:buFont typeface="Arial"/>
              <a:buChar char="•"/>
              <a:tabLst>
                <a:tab pos="138430" algn="l"/>
              </a:tabLst>
            </a:pPr>
            <a:r>
              <a:rPr sz="2000" b="1" dirty="0">
                <a:latin typeface="Arial"/>
                <a:cs typeface="Arial"/>
              </a:rPr>
              <a:t>Frequency</a:t>
            </a:r>
            <a:r>
              <a:rPr sz="2000" b="1" spc="-40" dirty="0">
                <a:latin typeface="Arial"/>
                <a:cs typeface="Arial"/>
              </a:rPr>
              <a:t> </a:t>
            </a:r>
            <a:r>
              <a:rPr sz="2000" b="1" spc="-10" dirty="0">
                <a:latin typeface="Arial"/>
                <a:cs typeface="Arial"/>
              </a:rPr>
              <a:t>Dependence:</a:t>
            </a:r>
            <a:endParaRPr sz="2000" dirty="0">
              <a:latin typeface="Arial"/>
              <a:cs typeface="Arial"/>
            </a:endParaRPr>
          </a:p>
          <a:p>
            <a:pPr marL="50800" marR="43180">
              <a:lnSpc>
                <a:spcPct val="100000"/>
              </a:lnSpc>
            </a:pPr>
            <a:r>
              <a:rPr sz="2000" dirty="0">
                <a:latin typeface="Arial"/>
                <a:cs typeface="Arial"/>
              </a:rPr>
              <a:t>The</a:t>
            </a:r>
            <a:r>
              <a:rPr sz="2000" spc="-25" dirty="0">
                <a:latin typeface="Arial"/>
                <a:cs typeface="Arial"/>
              </a:rPr>
              <a:t> </a:t>
            </a:r>
            <a:r>
              <a:rPr sz="2000" dirty="0">
                <a:latin typeface="Arial"/>
                <a:cs typeface="Arial"/>
              </a:rPr>
              <a:t>power</a:t>
            </a:r>
            <a:r>
              <a:rPr sz="2000" spc="-30" dirty="0">
                <a:latin typeface="Arial"/>
                <a:cs typeface="Arial"/>
              </a:rPr>
              <a:t> </a:t>
            </a:r>
            <a:r>
              <a:rPr sz="2000" dirty="0">
                <a:latin typeface="Arial"/>
                <a:cs typeface="Arial"/>
              </a:rPr>
              <a:t>spectral</a:t>
            </a:r>
            <a:r>
              <a:rPr sz="2000" spc="-35" dirty="0">
                <a:latin typeface="Arial"/>
                <a:cs typeface="Arial"/>
              </a:rPr>
              <a:t> </a:t>
            </a:r>
            <a:r>
              <a:rPr sz="2000" dirty="0">
                <a:latin typeface="Arial"/>
                <a:cs typeface="Arial"/>
              </a:rPr>
              <a:t>density</a:t>
            </a:r>
            <a:r>
              <a:rPr sz="2000" spc="-40" dirty="0">
                <a:latin typeface="Arial"/>
                <a:cs typeface="Arial"/>
              </a:rPr>
              <a:t> </a:t>
            </a:r>
            <a:r>
              <a:rPr sz="2000" dirty="0">
                <a:latin typeface="Arial"/>
                <a:cs typeface="Arial"/>
              </a:rPr>
              <a:t>(PSD)</a:t>
            </a:r>
            <a:r>
              <a:rPr sz="2000" spc="-25" dirty="0">
                <a:latin typeface="Arial"/>
                <a:cs typeface="Arial"/>
              </a:rPr>
              <a:t> </a:t>
            </a:r>
            <a:r>
              <a:rPr sz="2000" dirty="0">
                <a:latin typeface="Arial"/>
                <a:cs typeface="Arial"/>
              </a:rPr>
              <a:t>decreases</a:t>
            </a:r>
            <a:r>
              <a:rPr sz="2000" spc="-55" dirty="0">
                <a:latin typeface="Arial"/>
                <a:cs typeface="Arial"/>
              </a:rPr>
              <a:t> </a:t>
            </a:r>
            <a:r>
              <a:rPr sz="2000" dirty="0">
                <a:latin typeface="Arial"/>
                <a:cs typeface="Arial"/>
              </a:rPr>
              <a:t>as</a:t>
            </a:r>
            <a:r>
              <a:rPr sz="2000" spc="-15" dirty="0">
                <a:latin typeface="Arial"/>
                <a:cs typeface="Arial"/>
              </a:rPr>
              <a:t> </a:t>
            </a:r>
            <a:r>
              <a:rPr sz="2000" dirty="0">
                <a:latin typeface="Arial"/>
                <a:cs typeface="Arial"/>
              </a:rPr>
              <a:t>the</a:t>
            </a:r>
            <a:r>
              <a:rPr sz="2000" spc="-20" dirty="0">
                <a:latin typeface="Arial"/>
                <a:cs typeface="Arial"/>
              </a:rPr>
              <a:t> </a:t>
            </a:r>
            <a:r>
              <a:rPr sz="2000" dirty="0">
                <a:latin typeface="Arial"/>
                <a:cs typeface="Arial"/>
              </a:rPr>
              <a:t>frequency</a:t>
            </a:r>
            <a:r>
              <a:rPr sz="2000" spc="-55" dirty="0">
                <a:latin typeface="Arial"/>
                <a:cs typeface="Arial"/>
              </a:rPr>
              <a:t> </a:t>
            </a:r>
            <a:r>
              <a:rPr sz="2000" dirty="0">
                <a:latin typeface="Arial"/>
                <a:cs typeface="Arial"/>
              </a:rPr>
              <a:t>increases,</a:t>
            </a:r>
            <a:r>
              <a:rPr sz="2000" spc="-65" dirty="0">
                <a:latin typeface="Arial"/>
                <a:cs typeface="Arial"/>
              </a:rPr>
              <a:t> </a:t>
            </a:r>
            <a:r>
              <a:rPr sz="2000" spc="-10" dirty="0">
                <a:latin typeface="Arial"/>
                <a:cs typeface="Arial"/>
              </a:rPr>
              <a:t>following </a:t>
            </a:r>
            <a:r>
              <a:rPr sz="2000" dirty="0">
                <a:latin typeface="Arial"/>
                <a:cs typeface="Arial"/>
              </a:rPr>
              <a:t>a</a:t>
            </a:r>
            <a:r>
              <a:rPr sz="2000" spc="-25" dirty="0">
                <a:latin typeface="Arial"/>
                <a:cs typeface="Arial"/>
              </a:rPr>
              <a:t> </a:t>
            </a:r>
            <a:r>
              <a:rPr sz="2000" dirty="0">
                <a:latin typeface="Arial"/>
                <a:cs typeface="Arial"/>
              </a:rPr>
              <a:t>1/f</a:t>
            </a:r>
            <a:r>
              <a:rPr sz="1950" baseline="25641" dirty="0">
                <a:latin typeface="Arial"/>
                <a:cs typeface="Arial"/>
              </a:rPr>
              <a:t>α</a:t>
            </a:r>
            <a:r>
              <a:rPr sz="1950" spc="525" baseline="25641" dirty="0">
                <a:latin typeface="Arial"/>
                <a:cs typeface="Arial"/>
              </a:rPr>
              <a:t> </a:t>
            </a:r>
            <a:r>
              <a:rPr sz="2000" dirty="0">
                <a:latin typeface="Arial"/>
                <a:cs typeface="Arial"/>
              </a:rPr>
              <a:t>relationship</a:t>
            </a:r>
            <a:r>
              <a:rPr sz="2000" spc="-45" dirty="0">
                <a:latin typeface="Arial"/>
                <a:cs typeface="Arial"/>
              </a:rPr>
              <a:t> </a:t>
            </a:r>
            <a:r>
              <a:rPr sz="2000" dirty="0">
                <a:latin typeface="Arial"/>
                <a:cs typeface="Arial"/>
              </a:rPr>
              <a:t>where</a:t>
            </a:r>
            <a:r>
              <a:rPr sz="2000" spc="-45" dirty="0">
                <a:latin typeface="Arial"/>
                <a:cs typeface="Arial"/>
              </a:rPr>
              <a:t> </a:t>
            </a:r>
            <a:r>
              <a:rPr sz="2000" dirty="0">
                <a:latin typeface="Arial"/>
                <a:cs typeface="Arial"/>
              </a:rPr>
              <a:t>α</a:t>
            </a:r>
            <a:r>
              <a:rPr sz="2000" spc="-20" dirty="0">
                <a:latin typeface="Arial"/>
                <a:cs typeface="Arial"/>
              </a:rPr>
              <a:t> </a:t>
            </a:r>
            <a:r>
              <a:rPr sz="2000" dirty="0">
                <a:latin typeface="Arial"/>
                <a:cs typeface="Arial"/>
              </a:rPr>
              <a:t>is</a:t>
            </a:r>
            <a:r>
              <a:rPr sz="2000" spc="-25" dirty="0">
                <a:latin typeface="Arial"/>
                <a:cs typeface="Arial"/>
              </a:rPr>
              <a:t> </a:t>
            </a:r>
            <a:r>
              <a:rPr sz="2000" dirty="0">
                <a:latin typeface="Arial"/>
                <a:cs typeface="Arial"/>
              </a:rPr>
              <a:t>typically</a:t>
            </a:r>
            <a:r>
              <a:rPr sz="2000" spc="-15" dirty="0">
                <a:latin typeface="Arial"/>
                <a:cs typeface="Arial"/>
              </a:rPr>
              <a:t> </a:t>
            </a:r>
            <a:r>
              <a:rPr sz="2000" dirty="0">
                <a:latin typeface="Arial"/>
                <a:cs typeface="Arial"/>
              </a:rPr>
              <a:t>between</a:t>
            </a:r>
            <a:r>
              <a:rPr sz="2000" spc="-50" dirty="0">
                <a:latin typeface="Arial"/>
                <a:cs typeface="Arial"/>
              </a:rPr>
              <a:t> </a:t>
            </a:r>
            <a:r>
              <a:rPr sz="2000" dirty="0">
                <a:latin typeface="Arial"/>
                <a:cs typeface="Arial"/>
              </a:rPr>
              <a:t>0.8</a:t>
            </a:r>
            <a:r>
              <a:rPr sz="2000" spc="-30" dirty="0">
                <a:latin typeface="Arial"/>
                <a:cs typeface="Arial"/>
              </a:rPr>
              <a:t> </a:t>
            </a:r>
            <a:r>
              <a:rPr sz="2000" dirty="0">
                <a:latin typeface="Arial"/>
                <a:cs typeface="Arial"/>
              </a:rPr>
              <a:t>and</a:t>
            </a:r>
            <a:r>
              <a:rPr sz="2000" spc="-30" dirty="0">
                <a:latin typeface="Arial"/>
                <a:cs typeface="Arial"/>
              </a:rPr>
              <a:t> </a:t>
            </a:r>
            <a:r>
              <a:rPr sz="2000" spc="-20" dirty="0">
                <a:latin typeface="Arial"/>
                <a:cs typeface="Arial"/>
              </a:rPr>
              <a:t>1.2.</a:t>
            </a:r>
            <a:endParaRPr sz="2000" dirty="0">
              <a:latin typeface="Arial"/>
              <a:cs typeface="Arial"/>
            </a:endParaRPr>
          </a:p>
          <a:p>
            <a:pPr marL="138430" indent="-97155">
              <a:lnSpc>
                <a:spcPct val="100000"/>
              </a:lnSpc>
              <a:buSzPct val="95000"/>
              <a:buFont typeface="Arial"/>
              <a:buChar char="•"/>
              <a:tabLst>
                <a:tab pos="138430" algn="l"/>
              </a:tabLst>
            </a:pPr>
            <a:r>
              <a:rPr sz="2000" b="1" dirty="0">
                <a:latin typeface="Arial"/>
                <a:cs typeface="Arial"/>
              </a:rPr>
              <a:t>Low-Frequency</a:t>
            </a:r>
            <a:r>
              <a:rPr sz="2000" b="1" spc="-90" dirty="0">
                <a:latin typeface="Arial"/>
                <a:cs typeface="Arial"/>
              </a:rPr>
              <a:t> </a:t>
            </a:r>
            <a:r>
              <a:rPr sz="2000" b="1" spc="-10" dirty="0">
                <a:latin typeface="Arial"/>
                <a:cs typeface="Arial"/>
              </a:rPr>
              <a:t>Dominance:</a:t>
            </a:r>
            <a:endParaRPr sz="2000" dirty="0">
              <a:latin typeface="Arial"/>
              <a:cs typeface="Arial"/>
            </a:endParaRPr>
          </a:p>
          <a:p>
            <a:pPr marL="50800" marR="448945">
              <a:lnSpc>
                <a:spcPct val="100000"/>
              </a:lnSpc>
            </a:pPr>
            <a:r>
              <a:rPr sz="2000" dirty="0">
                <a:latin typeface="Arial"/>
                <a:cs typeface="Arial"/>
              </a:rPr>
              <a:t>Flicker</a:t>
            </a:r>
            <a:r>
              <a:rPr sz="2000" spc="-45" dirty="0">
                <a:latin typeface="Arial"/>
                <a:cs typeface="Arial"/>
              </a:rPr>
              <a:t> </a:t>
            </a:r>
            <a:r>
              <a:rPr sz="2000" dirty="0">
                <a:latin typeface="Arial"/>
                <a:cs typeface="Arial"/>
              </a:rPr>
              <a:t>noise</a:t>
            </a:r>
            <a:r>
              <a:rPr sz="2000" spc="-35" dirty="0">
                <a:latin typeface="Arial"/>
                <a:cs typeface="Arial"/>
              </a:rPr>
              <a:t> </a:t>
            </a:r>
            <a:r>
              <a:rPr sz="2000" dirty="0">
                <a:latin typeface="Arial"/>
                <a:cs typeface="Arial"/>
              </a:rPr>
              <a:t>is</a:t>
            </a:r>
            <a:r>
              <a:rPr sz="2000" spc="-15" dirty="0">
                <a:latin typeface="Arial"/>
                <a:cs typeface="Arial"/>
              </a:rPr>
              <a:t> </a:t>
            </a:r>
            <a:r>
              <a:rPr sz="2000" dirty="0">
                <a:latin typeface="Arial"/>
                <a:cs typeface="Arial"/>
              </a:rPr>
              <a:t>most</a:t>
            </a:r>
            <a:r>
              <a:rPr sz="2000" spc="-55" dirty="0">
                <a:latin typeface="Arial"/>
                <a:cs typeface="Arial"/>
              </a:rPr>
              <a:t> </a:t>
            </a:r>
            <a:r>
              <a:rPr sz="2000" dirty="0">
                <a:latin typeface="Arial"/>
                <a:cs typeface="Arial"/>
              </a:rPr>
              <a:t>prominent</a:t>
            </a:r>
            <a:r>
              <a:rPr sz="2000" spc="-55" dirty="0">
                <a:latin typeface="Arial"/>
                <a:cs typeface="Arial"/>
              </a:rPr>
              <a:t> </a:t>
            </a:r>
            <a:r>
              <a:rPr sz="2000" dirty="0">
                <a:latin typeface="Arial"/>
                <a:cs typeface="Arial"/>
              </a:rPr>
              <a:t>at</a:t>
            </a:r>
            <a:r>
              <a:rPr sz="2000" spc="-40" dirty="0">
                <a:latin typeface="Arial"/>
                <a:cs typeface="Arial"/>
              </a:rPr>
              <a:t> </a:t>
            </a:r>
            <a:r>
              <a:rPr sz="2000" dirty="0">
                <a:latin typeface="Arial"/>
                <a:cs typeface="Arial"/>
              </a:rPr>
              <a:t>lower</a:t>
            </a:r>
            <a:r>
              <a:rPr sz="2000" spc="-35" dirty="0">
                <a:latin typeface="Arial"/>
                <a:cs typeface="Arial"/>
              </a:rPr>
              <a:t> </a:t>
            </a:r>
            <a:r>
              <a:rPr sz="2000" dirty="0">
                <a:latin typeface="Arial"/>
                <a:cs typeface="Arial"/>
              </a:rPr>
              <a:t>frequencies</a:t>
            </a:r>
            <a:r>
              <a:rPr sz="2000" spc="-65" dirty="0">
                <a:latin typeface="Arial"/>
                <a:cs typeface="Arial"/>
              </a:rPr>
              <a:t> </a:t>
            </a:r>
            <a:r>
              <a:rPr sz="2000" dirty="0">
                <a:latin typeface="Arial"/>
                <a:cs typeface="Arial"/>
              </a:rPr>
              <a:t>and</a:t>
            </a:r>
            <a:r>
              <a:rPr sz="2000" spc="-35" dirty="0">
                <a:latin typeface="Arial"/>
                <a:cs typeface="Arial"/>
              </a:rPr>
              <a:t> </a:t>
            </a:r>
            <a:r>
              <a:rPr sz="2000" dirty="0">
                <a:latin typeface="Arial"/>
                <a:cs typeface="Arial"/>
              </a:rPr>
              <a:t>becomes</a:t>
            </a:r>
            <a:r>
              <a:rPr sz="2000" spc="-50" dirty="0">
                <a:latin typeface="Arial"/>
                <a:cs typeface="Arial"/>
              </a:rPr>
              <a:t> </a:t>
            </a:r>
            <a:r>
              <a:rPr sz="2000" dirty="0">
                <a:latin typeface="Arial"/>
                <a:cs typeface="Arial"/>
              </a:rPr>
              <a:t>negligible</a:t>
            </a:r>
            <a:r>
              <a:rPr sz="2000" spc="-25" dirty="0">
                <a:latin typeface="Arial"/>
                <a:cs typeface="Arial"/>
              </a:rPr>
              <a:t> at </a:t>
            </a:r>
            <a:r>
              <a:rPr sz="2000" dirty="0">
                <a:latin typeface="Arial"/>
                <a:cs typeface="Arial"/>
              </a:rPr>
              <a:t>higher</a:t>
            </a:r>
            <a:r>
              <a:rPr sz="2000" spc="-50" dirty="0">
                <a:latin typeface="Arial"/>
                <a:cs typeface="Arial"/>
              </a:rPr>
              <a:t> </a:t>
            </a:r>
            <a:r>
              <a:rPr sz="2000" spc="-10" dirty="0">
                <a:latin typeface="Arial"/>
                <a:cs typeface="Arial"/>
              </a:rPr>
              <a:t>frequencies.</a:t>
            </a:r>
            <a:endParaRPr sz="2000" dirty="0">
              <a:latin typeface="Arial"/>
              <a:cs typeface="Arial"/>
            </a:endParaRPr>
          </a:p>
          <a:p>
            <a:pPr marL="138430" indent="-97155">
              <a:lnSpc>
                <a:spcPct val="100000"/>
              </a:lnSpc>
              <a:buSzPct val="95000"/>
              <a:buFont typeface="Arial"/>
              <a:buChar char="•"/>
              <a:tabLst>
                <a:tab pos="138430" algn="l"/>
              </a:tabLst>
            </a:pPr>
            <a:r>
              <a:rPr sz="2000" b="1" spc="-10" dirty="0">
                <a:latin typeface="Arial"/>
                <a:cs typeface="Arial"/>
              </a:rPr>
              <a:t>Material-Dependent:</a:t>
            </a:r>
            <a:endParaRPr sz="2000" dirty="0">
              <a:latin typeface="Arial"/>
              <a:cs typeface="Arial"/>
            </a:endParaRPr>
          </a:p>
          <a:p>
            <a:pPr marL="50800">
              <a:lnSpc>
                <a:spcPct val="100000"/>
              </a:lnSpc>
            </a:pPr>
            <a:r>
              <a:rPr sz="2000" dirty="0">
                <a:latin typeface="Arial"/>
                <a:cs typeface="Arial"/>
              </a:rPr>
              <a:t>It</a:t>
            </a:r>
            <a:r>
              <a:rPr sz="2000" spc="-30" dirty="0">
                <a:latin typeface="Arial"/>
                <a:cs typeface="Arial"/>
              </a:rPr>
              <a:t> </a:t>
            </a:r>
            <a:r>
              <a:rPr sz="2000" dirty="0">
                <a:latin typeface="Arial"/>
                <a:cs typeface="Arial"/>
              </a:rPr>
              <a:t>arises</a:t>
            </a:r>
            <a:r>
              <a:rPr sz="2000" spc="-30" dirty="0">
                <a:latin typeface="Arial"/>
                <a:cs typeface="Arial"/>
              </a:rPr>
              <a:t> </a:t>
            </a:r>
            <a:r>
              <a:rPr sz="2000" dirty="0">
                <a:latin typeface="Arial"/>
                <a:cs typeface="Arial"/>
              </a:rPr>
              <a:t>from</a:t>
            </a:r>
            <a:r>
              <a:rPr sz="2000" spc="-35" dirty="0">
                <a:latin typeface="Arial"/>
                <a:cs typeface="Arial"/>
              </a:rPr>
              <a:t> </a:t>
            </a:r>
            <a:r>
              <a:rPr sz="2000" dirty="0">
                <a:latin typeface="Arial"/>
                <a:cs typeface="Arial"/>
              </a:rPr>
              <a:t>defects,</a:t>
            </a:r>
            <a:r>
              <a:rPr sz="2000" spc="-45" dirty="0">
                <a:latin typeface="Arial"/>
                <a:cs typeface="Arial"/>
              </a:rPr>
              <a:t> </a:t>
            </a:r>
            <a:r>
              <a:rPr sz="2000" dirty="0">
                <a:latin typeface="Arial"/>
                <a:cs typeface="Arial"/>
              </a:rPr>
              <a:t>impurities,</a:t>
            </a:r>
            <a:r>
              <a:rPr sz="2000" spc="-30" dirty="0">
                <a:latin typeface="Arial"/>
                <a:cs typeface="Arial"/>
              </a:rPr>
              <a:t> </a:t>
            </a:r>
            <a:r>
              <a:rPr sz="2000" dirty="0">
                <a:latin typeface="Arial"/>
                <a:cs typeface="Arial"/>
              </a:rPr>
              <a:t>and</a:t>
            </a:r>
            <a:r>
              <a:rPr sz="2000" spc="-20" dirty="0">
                <a:latin typeface="Arial"/>
                <a:cs typeface="Arial"/>
              </a:rPr>
              <a:t> </a:t>
            </a:r>
            <a:r>
              <a:rPr sz="2000" dirty="0">
                <a:latin typeface="Arial"/>
                <a:cs typeface="Arial"/>
              </a:rPr>
              <a:t>surface</a:t>
            </a:r>
            <a:r>
              <a:rPr sz="2000" spc="-55" dirty="0">
                <a:latin typeface="Arial"/>
                <a:cs typeface="Arial"/>
              </a:rPr>
              <a:t> </a:t>
            </a:r>
            <a:r>
              <a:rPr sz="2000" dirty="0">
                <a:latin typeface="Arial"/>
                <a:cs typeface="Arial"/>
              </a:rPr>
              <a:t>traps</a:t>
            </a:r>
            <a:r>
              <a:rPr sz="2000" spc="-30" dirty="0">
                <a:latin typeface="Arial"/>
                <a:cs typeface="Arial"/>
              </a:rPr>
              <a:t> </a:t>
            </a:r>
            <a:r>
              <a:rPr sz="2000" dirty="0">
                <a:latin typeface="Arial"/>
                <a:cs typeface="Arial"/>
              </a:rPr>
              <a:t>in</a:t>
            </a:r>
            <a:r>
              <a:rPr sz="2000" spc="-10" dirty="0">
                <a:latin typeface="Arial"/>
                <a:cs typeface="Arial"/>
              </a:rPr>
              <a:t> materials.</a:t>
            </a:r>
            <a:endParaRPr sz="2000" dirty="0">
              <a:latin typeface="Arial"/>
              <a:cs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4765">
              <a:lnSpc>
                <a:spcPct val="100000"/>
              </a:lnSpc>
              <a:spcBef>
                <a:spcPts val="100"/>
              </a:spcBef>
            </a:pPr>
            <a:r>
              <a:rPr dirty="0"/>
              <a:t>Time</a:t>
            </a:r>
            <a:r>
              <a:rPr spc="185" dirty="0"/>
              <a:t> </a:t>
            </a:r>
            <a:r>
              <a:rPr dirty="0"/>
              <a:t>and</a:t>
            </a:r>
            <a:r>
              <a:rPr spc="185" dirty="0"/>
              <a:t> </a:t>
            </a:r>
            <a:r>
              <a:rPr dirty="0"/>
              <a:t>Frequency</a:t>
            </a:r>
            <a:r>
              <a:rPr spc="190" dirty="0"/>
              <a:t> </a:t>
            </a:r>
            <a:r>
              <a:rPr dirty="0"/>
              <a:t>Domain</a:t>
            </a:r>
            <a:r>
              <a:rPr spc="215" dirty="0"/>
              <a:t> </a:t>
            </a:r>
            <a:r>
              <a:rPr spc="-10" dirty="0"/>
              <a:t>Visualizations</a:t>
            </a:r>
          </a:p>
        </p:txBody>
      </p:sp>
      <p:pic>
        <p:nvPicPr>
          <p:cNvPr id="3" name="object 3"/>
          <p:cNvPicPr/>
          <p:nvPr/>
        </p:nvPicPr>
        <p:blipFill>
          <a:blip r:embed="rId2" cstate="print"/>
          <a:stretch>
            <a:fillRect/>
          </a:stretch>
        </p:blipFill>
        <p:spPr>
          <a:xfrm>
            <a:off x="153573" y="1532531"/>
            <a:ext cx="11714216" cy="4922871"/>
          </a:xfrm>
          <a:prstGeom prst="rect">
            <a:avLst/>
          </a:prstGeom>
        </p:spPr>
      </p:pic>
      <p:grpSp>
        <p:nvGrpSpPr>
          <p:cNvPr id="11" name="Group 10">
            <a:extLst>
              <a:ext uri="{FF2B5EF4-FFF2-40B4-BE49-F238E27FC236}">
                <a16:creationId xmlns:a16="http://schemas.microsoft.com/office/drawing/2014/main" id="{73307087-3688-5834-1D45-187C4300EFB6}"/>
              </a:ext>
            </a:extLst>
          </p:cNvPr>
          <p:cNvGrpSpPr/>
          <p:nvPr/>
        </p:nvGrpSpPr>
        <p:grpSpPr>
          <a:xfrm>
            <a:off x="2461070" y="825877"/>
            <a:ext cx="1162080" cy="466200"/>
            <a:chOff x="2461070" y="825877"/>
            <a:chExt cx="1162080" cy="46620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F804DA3F-B6E9-F675-5269-2F7C6D729587}"/>
                    </a:ext>
                  </a:extLst>
                </p14:cNvPr>
                <p14:cNvContentPartPr/>
                <p14:nvPr/>
              </p14:nvContentPartPr>
              <p14:xfrm>
                <a:off x="2461070" y="982117"/>
                <a:ext cx="129240" cy="36720"/>
              </p14:xfrm>
            </p:contentPart>
          </mc:Choice>
          <mc:Fallback xmlns="">
            <p:pic>
              <p:nvPicPr>
                <p:cNvPr id="4" name="Ink 3">
                  <a:extLst>
                    <a:ext uri="{FF2B5EF4-FFF2-40B4-BE49-F238E27FC236}">
                      <a16:creationId xmlns:a16="http://schemas.microsoft.com/office/drawing/2014/main" id="{F804DA3F-B6E9-F675-5269-2F7C6D729587}"/>
                    </a:ext>
                  </a:extLst>
                </p:cNvPr>
                <p:cNvPicPr/>
                <p:nvPr/>
              </p:nvPicPr>
              <p:blipFill>
                <a:blip r:embed="rId4"/>
                <a:stretch>
                  <a:fillRect/>
                </a:stretch>
              </p:blipFill>
              <p:spPr>
                <a:xfrm>
                  <a:off x="2398430" y="919477"/>
                  <a:ext cx="25488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5D11665E-5E82-1D5E-1B36-6D5B99EEA62D}"/>
                    </a:ext>
                  </a:extLst>
                </p14:cNvPr>
                <p14:cNvContentPartPr/>
                <p14:nvPr/>
              </p14:nvContentPartPr>
              <p14:xfrm>
                <a:off x="2470790" y="825877"/>
                <a:ext cx="455400" cy="197640"/>
              </p14:xfrm>
            </p:contentPart>
          </mc:Choice>
          <mc:Fallback xmlns="">
            <p:pic>
              <p:nvPicPr>
                <p:cNvPr id="5" name="Ink 4">
                  <a:extLst>
                    <a:ext uri="{FF2B5EF4-FFF2-40B4-BE49-F238E27FC236}">
                      <a16:creationId xmlns:a16="http://schemas.microsoft.com/office/drawing/2014/main" id="{5D11665E-5E82-1D5E-1B36-6D5B99EEA62D}"/>
                    </a:ext>
                  </a:extLst>
                </p:cNvPr>
                <p:cNvPicPr/>
                <p:nvPr/>
              </p:nvPicPr>
              <p:blipFill>
                <a:blip r:embed="rId6"/>
                <a:stretch>
                  <a:fillRect/>
                </a:stretch>
              </p:blipFill>
              <p:spPr>
                <a:xfrm>
                  <a:off x="2408150" y="763237"/>
                  <a:ext cx="58104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304FDEB4-8CF0-A837-42D8-887B2901D037}"/>
                    </a:ext>
                  </a:extLst>
                </p14:cNvPr>
                <p14:cNvContentPartPr/>
                <p14:nvPr/>
              </p14:nvContentPartPr>
              <p14:xfrm>
                <a:off x="2614070" y="996157"/>
                <a:ext cx="90360" cy="207360"/>
              </p14:xfrm>
            </p:contentPart>
          </mc:Choice>
          <mc:Fallback xmlns="">
            <p:pic>
              <p:nvPicPr>
                <p:cNvPr id="6" name="Ink 5">
                  <a:extLst>
                    <a:ext uri="{FF2B5EF4-FFF2-40B4-BE49-F238E27FC236}">
                      <a16:creationId xmlns:a16="http://schemas.microsoft.com/office/drawing/2014/main" id="{304FDEB4-8CF0-A837-42D8-887B2901D037}"/>
                    </a:ext>
                  </a:extLst>
                </p:cNvPr>
                <p:cNvPicPr/>
                <p:nvPr/>
              </p:nvPicPr>
              <p:blipFill>
                <a:blip r:embed="rId8"/>
                <a:stretch>
                  <a:fillRect/>
                </a:stretch>
              </p:blipFill>
              <p:spPr>
                <a:xfrm>
                  <a:off x="2551430" y="933157"/>
                  <a:ext cx="21600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9A5F38D2-EB81-D147-6479-18794C704308}"/>
                    </a:ext>
                  </a:extLst>
                </p14:cNvPr>
                <p14:cNvContentPartPr/>
                <p14:nvPr/>
              </p14:nvContentPartPr>
              <p14:xfrm>
                <a:off x="2974070" y="1125037"/>
                <a:ext cx="9360" cy="167040"/>
              </p14:xfrm>
            </p:contentPart>
          </mc:Choice>
          <mc:Fallback xmlns="">
            <p:pic>
              <p:nvPicPr>
                <p:cNvPr id="7" name="Ink 6">
                  <a:extLst>
                    <a:ext uri="{FF2B5EF4-FFF2-40B4-BE49-F238E27FC236}">
                      <a16:creationId xmlns:a16="http://schemas.microsoft.com/office/drawing/2014/main" id="{9A5F38D2-EB81-D147-6479-18794C704308}"/>
                    </a:ext>
                  </a:extLst>
                </p:cNvPr>
                <p:cNvPicPr/>
                <p:nvPr/>
              </p:nvPicPr>
              <p:blipFill>
                <a:blip r:embed="rId10"/>
                <a:stretch>
                  <a:fillRect/>
                </a:stretch>
              </p:blipFill>
              <p:spPr>
                <a:xfrm>
                  <a:off x="2911430" y="1062037"/>
                  <a:ext cx="13500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0F758CBB-CA76-5DE0-2031-7E1C40D93B89}"/>
                    </a:ext>
                  </a:extLst>
                </p14:cNvPr>
                <p14:cNvContentPartPr/>
                <p14:nvPr/>
              </p14:nvContentPartPr>
              <p14:xfrm>
                <a:off x="2944550" y="1018117"/>
                <a:ext cx="16200" cy="6840"/>
              </p14:xfrm>
            </p:contentPart>
          </mc:Choice>
          <mc:Fallback xmlns="">
            <p:pic>
              <p:nvPicPr>
                <p:cNvPr id="8" name="Ink 7">
                  <a:extLst>
                    <a:ext uri="{FF2B5EF4-FFF2-40B4-BE49-F238E27FC236}">
                      <a16:creationId xmlns:a16="http://schemas.microsoft.com/office/drawing/2014/main" id="{0F758CBB-CA76-5DE0-2031-7E1C40D93B89}"/>
                    </a:ext>
                  </a:extLst>
                </p:cNvPr>
                <p:cNvPicPr/>
                <p:nvPr/>
              </p:nvPicPr>
              <p:blipFill>
                <a:blip r:embed="rId12"/>
                <a:stretch>
                  <a:fillRect/>
                </a:stretch>
              </p:blipFill>
              <p:spPr>
                <a:xfrm>
                  <a:off x="2881910" y="955477"/>
                  <a:ext cx="14184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555433BA-2423-1ADD-00C2-15F00A322D4A}"/>
                    </a:ext>
                  </a:extLst>
                </p14:cNvPr>
                <p14:cNvContentPartPr/>
                <p14:nvPr/>
              </p14:nvContentPartPr>
              <p14:xfrm>
                <a:off x="3138590" y="1014877"/>
                <a:ext cx="295560" cy="121680"/>
              </p14:xfrm>
            </p:contentPart>
          </mc:Choice>
          <mc:Fallback xmlns="">
            <p:pic>
              <p:nvPicPr>
                <p:cNvPr id="9" name="Ink 8">
                  <a:extLst>
                    <a:ext uri="{FF2B5EF4-FFF2-40B4-BE49-F238E27FC236}">
                      <a16:creationId xmlns:a16="http://schemas.microsoft.com/office/drawing/2014/main" id="{555433BA-2423-1ADD-00C2-15F00A322D4A}"/>
                    </a:ext>
                  </a:extLst>
                </p:cNvPr>
                <p:cNvPicPr/>
                <p:nvPr/>
              </p:nvPicPr>
              <p:blipFill>
                <a:blip r:embed="rId14"/>
                <a:stretch>
                  <a:fillRect/>
                </a:stretch>
              </p:blipFill>
              <p:spPr>
                <a:xfrm>
                  <a:off x="3075590" y="952237"/>
                  <a:ext cx="42120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95FD50D3-E5A2-B56F-3BFF-5059D332BA91}"/>
                    </a:ext>
                  </a:extLst>
                </p14:cNvPr>
                <p14:cNvContentPartPr/>
                <p14:nvPr/>
              </p14:nvContentPartPr>
              <p14:xfrm>
                <a:off x="3547190" y="994717"/>
                <a:ext cx="75960" cy="171360"/>
              </p14:xfrm>
            </p:contentPart>
          </mc:Choice>
          <mc:Fallback xmlns="">
            <p:pic>
              <p:nvPicPr>
                <p:cNvPr id="10" name="Ink 9">
                  <a:extLst>
                    <a:ext uri="{FF2B5EF4-FFF2-40B4-BE49-F238E27FC236}">
                      <a16:creationId xmlns:a16="http://schemas.microsoft.com/office/drawing/2014/main" id="{95FD50D3-E5A2-B56F-3BFF-5059D332BA91}"/>
                    </a:ext>
                  </a:extLst>
                </p:cNvPr>
                <p:cNvPicPr/>
                <p:nvPr/>
              </p:nvPicPr>
              <p:blipFill>
                <a:blip r:embed="rId16"/>
                <a:stretch>
                  <a:fillRect/>
                </a:stretch>
              </p:blipFill>
              <p:spPr>
                <a:xfrm>
                  <a:off x="3484550" y="931717"/>
                  <a:ext cx="201600" cy="297000"/>
                </a:xfrm>
                <a:prstGeom prst="rect">
                  <a:avLst/>
                </a:prstGeom>
              </p:spPr>
            </p:pic>
          </mc:Fallback>
        </mc:AlternateContent>
      </p:grpSp>
      <p:grpSp>
        <p:nvGrpSpPr>
          <p:cNvPr id="18" name="Group 17">
            <a:extLst>
              <a:ext uri="{FF2B5EF4-FFF2-40B4-BE49-F238E27FC236}">
                <a16:creationId xmlns:a16="http://schemas.microsoft.com/office/drawing/2014/main" id="{B35D38C4-082C-6F79-FC34-82208D4D5047}"/>
              </a:ext>
            </a:extLst>
          </p:cNvPr>
          <p:cNvGrpSpPr/>
          <p:nvPr/>
        </p:nvGrpSpPr>
        <p:grpSpPr>
          <a:xfrm>
            <a:off x="8357870" y="780877"/>
            <a:ext cx="568440" cy="446400"/>
            <a:chOff x="8357870" y="780877"/>
            <a:chExt cx="568440" cy="446400"/>
          </a:xfrm>
        </p:grpSpPr>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7B38D890-0251-8D05-C94C-8B65D8182F52}"/>
                    </a:ext>
                  </a:extLst>
                </p14:cNvPr>
                <p14:cNvContentPartPr/>
                <p14:nvPr/>
              </p14:nvContentPartPr>
              <p14:xfrm>
                <a:off x="8390990" y="780877"/>
                <a:ext cx="89280" cy="446400"/>
              </p14:xfrm>
            </p:contentPart>
          </mc:Choice>
          <mc:Fallback xmlns="">
            <p:pic>
              <p:nvPicPr>
                <p:cNvPr id="12" name="Ink 11">
                  <a:extLst>
                    <a:ext uri="{FF2B5EF4-FFF2-40B4-BE49-F238E27FC236}">
                      <a16:creationId xmlns:a16="http://schemas.microsoft.com/office/drawing/2014/main" id="{7B38D890-0251-8D05-C94C-8B65D8182F52}"/>
                    </a:ext>
                  </a:extLst>
                </p:cNvPr>
                <p:cNvPicPr/>
                <p:nvPr/>
              </p:nvPicPr>
              <p:blipFill>
                <a:blip r:embed="rId18"/>
                <a:stretch>
                  <a:fillRect/>
                </a:stretch>
              </p:blipFill>
              <p:spPr>
                <a:xfrm>
                  <a:off x="8373350" y="763237"/>
                  <a:ext cx="124920" cy="4820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D8B610DF-4603-32B9-EC0F-B8B309C27967}"/>
                    </a:ext>
                  </a:extLst>
                </p14:cNvPr>
                <p14:cNvContentPartPr/>
                <p14:nvPr/>
              </p14:nvContentPartPr>
              <p14:xfrm>
                <a:off x="8357870" y="789877"/>
                <a:ext cx="237960" cy="165240"/>
              </p14:xfrm>
            </p:contentPart>
          </mc:Choice>
          <mc:Fallback xmlns="">
            <p:pic>
              <p:nvPicPr>
                <p:cNvPr id="13" name="Ink 12">
                  <a:extLst>
                    <a:ext uri="{FF2B5EF4-FFF2-40B4-BE49-F238E27FC236}">
                      <a16:creationId xmlns:a16="http://schemas.microsoft.com/office/drawing/2014/main" id="{D8B610DF-4603-32B9-EC0F-B8B309C27967}"/>
                    </a:ext>
                  </a:extLst>
                </p:cNvPr>
                <p:cNvPicPr/>
                <p:nvPr/>
              </p:nvPicPr>
              <p:blipFill>
                <a:blip r:embed="rId20"/>
                <a:stretch>
                  <a:fillRect/>
                </a:stretch>
              </p:blipFill>
              <p:spPr>
                <a:xfrm>
                  <a:off x="8339870" y="771877"/>
                  <a:ext cx="27360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3BE0E158-5596-2ADD-0DD6-3F6815A3E963}"/>
                    </a:ext>
                  </a:extLst>
                </p14:cNvPr>
                <p14:cNvContentPartPr/>
                <p14:nvPr/>
              </p14:nvContentPartPr>
              <p14:xfrm>
                <a:off x="8457950" y="975997"/>
                <a:ext cx="102960" cy="65880"/>
              </p14:xfrm>
            </p:contentPart>
          </mc:Choice>
          <mc:Fallback xmlns="">
            <p:pic>
              <p:nvPicPr>
                <p:cNvPr id="14" name="Ink 13">
                  <a:extLst>
                    <a:ext uri="{FF2B5EF4-FFF2-40B4-BE49-F238E27FC236}">
                      <a16:creationId xmlns:a16="http://schemas.microsoft.com/office/drawing/2014/main" id="{3BE0E158-5596-2ADD-0DD6-3F6815A3E963}"/>
                    </a:ext>
                  </a:extLst>
                </p:cNvPr>
                <p:cNvPicPr/>
                <p:nvPr/>
              </p:nvPicPr>
              <p:blipFill>
                <a:blip r:embed="rId22"/>
                <a:stretch>
                  <a:fillRect/>
                </a:stretch>
              </p:blipFill>
              <p:spPr>
                <a:xfrm>
                  <a:off x="8440310" y="957997"/>
                  <a:ext cx="13860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Ink 14">
                  <a:extLst>
                    <a:ext uri="{FF2B5EF4-FFF2-40B4-BE49-F238E27FC236}">
                      <a16:creationId xmlns:a16="http://schemas.microsoft.com/office/drawing/2014/main" id="{7962C819-03D9-E4D5-1985-0398388BF2B3}"/>
                    </a:ext>
                  </a:extLst>
                </p14:cNvPr>
                <p14:cNvContentPartPr/>
                <p14:nvPr/>
              </p14:nvContentPartPr>
              <p14:xfrm>
                <a:off x="8661710" y="927037"/>
                <a:ext cx="131040" cy="189720"/>
              </p14:xfrm>
            </p:contentPart>
          </mc:Choice>
          <mc:Fallback xmlns="">
            <p:pic>
              <p:nvPicPr>
                <p:cNvPr id="15" name="Ink 14">
                  <a:extLst>
                    <a:ext uri="{FF2B5EF4-FFF2-40B4-BE49-F238E27FC236}">
                      <a16:creationId xmlns:a16="http://schemas.microsoft.com/office/drawing/2014/main" id="{7962C819-03D9-E4D5-1985-0398388BF2B3}"/>
                    </a:ext>
                  </a:extLst>
                </p:cNvPr>
                <p:cNvPicPr/>
                <p:nvPr/>
              </p:nvPicPr>
              <p:blipFill>
                <a:blip r:embed="rId24"/>
                <a:stretch>
                  <a:fillRect/>
                </a:stretch>
              </p:blipFill>
              <p:spPr>
                <a:xfrm>
                  <a:off x="8644070" y="909037"/>
                  <a:ext cx="16668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Ink 15">
                  <a:extLst>
                    <a:ext uri="{FF2B5EF4-FFF2-40B4-BE49-F238E27FC236}">
                      <a16:creationId xmlns:a16="http://schemas.microsoft.com/office/drawing/2014/main" id="{69CA6490-8777-99C4-CE72-2F290C26B6BA}"/>
                    </a:ext>
                  </a:extLst>
                </p14:cNvPr>
                <p14:cNvContentPartPr/>
                <p14:nvPr/>
              </p14:nvContentPartPr>
              <p14:xfrm>
                <a:off x="8810390" y="942517"/>
                <a:ext cx="115920" cy="185040"/>
              </p14:xfrm>
            </p:contentPart>
          </mc:Choice>
          <mc:Fallback xmlns="">
            <p:pic>
              <p:nvPicPr>
                <p:cNvPr id="16" name="Ink 15">
                  <a:extLst>
                    <a:ext uri="{FF2B5EF4-FFF2-40B4-BE49-F238E27FC236}">
                      <a16:creationId xmlns:a16="http://schemas.microsoft.com/office/drawing/2014/main" id="{69CA6490-8777-99C4-CE72-2F290C26B6BA}"/>
                    </a:ext>
                  </a:extLst>
                </p:cNvPr>
                <p:cNvPicPr/>
                <p:nvPr/>
              </p:nvPicPr>
              <p:blipFill>
                <a:blip r:embed="rId26"/>
                <a:stretch>
                  <a:fillRect/>
                </a:stretch>
              </p:blipFill>
              <p:spPr>
                <a:xfrm>
                  <a:off x="8792750" y="924877"/>
                  <a:ext cx="151560" cy="220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
            <p14:nvContentPartPr>
              <p14:cNvPr id="17" name="Ink 16">
                <a:extLst>
                  <a:ext uri="{FF2B5EF4-FFF2-40B4-BE49-F238E27FC236}">
                    <a16:creationId xmlns:a16="http://schemas.microsoft.com/office/drawing/2014/main" id="{356BAD96-A99A-177A-88B0-F4159F91FD2D}"/>
                  </a:ext>
                </a:extLst>
              </p14:cNvPr>
              <p14:cNvContentPartPr/>
              <p14:nvPr/>
            </p14:nvContentPartPr>
            <p14:xfrm>
              <a:off x="9138710" y="959077"/>
              <a:ext cx="263160" cy="267480"/>
            </p14:xfrm>
          </p:contentPart>
        </mc:Choice>
        <mc:Fallback xmlns="">
          <p:pic>
            <p:nvPicPr>
              <p:cNvPr id="17" name="Ink 16">
                <a:extLst>
                  <a:ext uri="{FF2B5EF4-FFF2-40B4-BE49-F238E27FC236}">
                    <a16:creationId xmlns:a16="http://schemas.microsoft.com/office/drawing/2014/main" id="{356BAD96-A99A-177A-88B0-F4159F91FD2D}"/>
                  </a:ext>
                </a:extLst>
              </p:cNvPr>
              <p:cNvPicPr/>
              <p:nvPr/>
            </p:nvPicPr>
            <p:blipFill>
              <a:blip r:embed="rId28"/>
              <a:stretch>
                <a:fillRect/>
              </a:stretch>
            </p:blipFill>
            <p:spPr>
              <a:xfrm>
                <a:off x="9121070" y="941437"/>
                <a:ext cx="298800" cy="303120"/>
              </a:xfrm>
              <a:prstGeom prst="rect">
                <a:avLst/>
              </a:prstGeom>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24765">
              <a:lnSpc>
                <a:spcPct val="100000"/>
              </a:lnSpc>
              <a:spcBef>
                <a:spcPts val="100"/>
              </a:spcBef>
            </a:pPr>
            <a:r>
              <a:rPr dirty="0"/>
              <a:t>Time</a:t>
            </a:r>
            <a:r>
              <a:rPr spc="185" dirty="0"/>
              <a:t> </a:t>
            </a:r>
            <a:r>
              <a:rPr dirty="0"/>
              <a:t>and</a:t>
            </a:r>
            <a:r>
              <a:rPr spc="185" dirty="0"/>
              <a:t> </a:t>
            </a:r>
            <a:r>
              <a:rPr dirty="0"/>
              <a:t>Frequency</a:t>
            </a:r>
            <a:r>
              <a:rPr spc="190" dirty="0"/>
              <a:t> </a:t>
            </a:r>
            <a:r>
              <a:rPr dirty="0"/>
              <a:t>Domain</a:t>
            </a:r>
            <a:r>
              <a:rPr spc="215" dirty="0"/>
              <a:t> </a:t>
            </a:r>
            <a:r>
              <a:rPr spc="-10" dirty="0"/>
              <a:t>Visualizations</a:t>
            </a:r>
          </a:p>
        </p:txBody>
      </p:sp>
      <p:pic>
        <p:nvPicPr>
          <p:cNvPr id="3" name="object 3"/>
          <p:cNvPicPr/>
          <p:nvPr/>
        </p:nvPicPr>
        <p:blipFill>
          <a:blip r:embed="rId2" cstate="print"/>
          <a:stretch>
            <a:fillRect/>
          </a:stretch>
        </p:blipFill>
        <p:spPr>
          <a:xfrm>
            <a:off x="312420" y="1235677"/>
            <a:ext cx="11270565" cy="486907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How</a:t>
            </a:r>
            <a:r>
              <a:rPr spc="-55" dirty="0"/>
              <a:t> </a:t>
            </a:r>
            <a:r>
              <a:rPr dirty="0"/>
              <a:t>do</a:t>
            </a:r>
            <a:r>
              <a:rPr spc="-45" dirty="0"/>
              <a:t> </a:t>
            </a:r>
            <a:r>
              <a:rPr dirty="0"/>
              <a:t>different</a:t>
            </a:r>
            <a:r>
              <a:rPr spc="-35" dirty="0"/>
              <a:t> </a:t>
            </a:r>
            <a:r>
              <a:rPr dirty="0"/>
              <a:t>noise</a:t>
            </a:r>
            <a:r>
              <a:rPr spc="-55" dirty="0"/>
              <a:t> </a:t>
            </a:r>
            <a:r>
              <a:rPr dirty="0"/>
              <a:t>sources</a:t>
            </a:r>
            <a:r>
              <a:rPr spc="-60" dirty="0"/>
              <a:t> </a:t>
            </a:r>
            <a:r>
              <a:rPr spc="-20" dirty="0"/>
              <a:t>add?</a:t>
            </a:r>
          </a:p>
        </p:txBody>
      </p:sp>
      <p:pic>
        <p:nvPicPr>
          <p:cNvPr id="3" name="object 3"/>
          <p:cNvPicPr/>
          <p:nvPr/>
        </p:nvPicPr>
        <p:blipFill>
          <a:blip r:embed="rId2" cstate="print"/>
          <a:stretch>
            <a:fillRect/>
          </a:stretch>
        </p:blipFill>
        <p:spPr>
          <a:xfrm>
            <a:off x="1619630" y="1044320"/>
            <a:ext cx="8385809" cy="5468491"/>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E3AB212-DB41-52FC-18CD-649B71F25C42}"/>
                  </a:ext>
                </a:extLst>
              </p14:cNvPr>
              <p14:cNvContentPartPr/>
              <p14:nvPr/>
            </p14:nvContentPartPr>
            <p14:xfrm>
              <a:off x="7704470" y="1856557"/>
              <a:ext cx="293760" cy="402120"/>
            </p14:xfrm>
          </p:contentPart>
        </mc:Choice>
        <mc:Fallback xmlns="">
          <p:pic>
            <p:nvPicPr>
              <p:cNvPr id="4" name="Ink 3">
                <a:extLst>
                  <a:ext uri="{FF2B5EF4-FFF2-40B4-BE49-F238E27FC236}">
                    <a16:creationId xmlns:a16="http://schemas.microsoft.com/office/drawing/2014/main" id="{BE3AB212-DB41-52FC-18CD-649B71F25C42}"/>
                  </a:ext>
                </a:extLst>
              </p:cNvPr>
              <p:cNvPicPr/>
              <p:nvPr/>
            </p:nvPicPr>
            <p:blipFill>
              <a:blip r:embed="rId4"/>
              <a:stretch>
                <a:fillRect/>
              </a:stretch>
            </p:blipFill>
            <p:spPr>
              <a:xfrm>
                <a:off x="7686470" y="1838917"/>
                <a:ext cx="329400" cy="437760"/>
              </a:xfrm>
              <a:prstGeom prst="rect">
                <a:avLst/>
              </a:prstGeom>
            </p:spPr>
          </p:pic>
        </mc:Fallback>
      </mc:AlternateContent>
      <p:grpSp>
        <p:nvGrpSpPr>
          <p:cNvPr id="80" name="Group 79">
            <a:extLst>
              <a:ext uri="{FF2B5EF4-FFF2-40B4-BE49-F238E27FC236}">
                <a16:creationId xmlns:a16="http://schemas.microsoft.com/office/drawing/2014/main" id="{38DFF282-680D-32CA-1F9A-D06BF37FCDD9}"/>
              </a:ext>
            </a:extLst>
          </p:cNvPr>
          <p:cNvGrpSpPr/>
          <p:nvPr/>
        </p:nvGrpSpPr>
        <p:grpSpPr>
          <a:xfrm>
            <a:off x="8081750" y="1546957"/>
            <a:ext cx="4071960" cy="4037400"/>
            <a:chOff x="8081750" y="1546957"/>
            <a:chExt cx="4071960" cy="4037400"/>
          </a:xfrm>
        </p:grpSpPr>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D0E11B31-FADD-7676-DFAB-786DC3F11C00}"/>
                    </a:ext>
                  </a:extLst>
                </p14:cNvPr>
                <p14:cNvContentPartPr/>
                <p14:nvPr/>
              </p14:nvContentPartPr>
              <p14:xfrm>
                <a:off x="8081750" y="2272357"/>
                <a:ext cx="157680" cy="142200"/>
              </p14:xfrm>
            </p:contentPart>
          </mc:Choice>
          <mc:Fallback xmlns="">
            <p:pic>
              <p:nvPicPr>
                <p:cNvPr id="13" name="Ink 12">
                  <a:extLst>
                    <a:ext uri="{FF2B5EF4-FFF2-40B4-BE49-F238E27FC236}">
                      <a16:creationId xmlns:a16="http://schemas.microsoft.com/office/drawing/2014/main" id="{D0E11B31-FADD-7676-DFAB-786DC3F11C00}"/>
                    </a:ext>
                  </a:extLst>
                </p:cNvPr>
                <p:cNvPicPr/>
                <p:nvPr/>
              </p:nvPicPr>
              <p:blipFill>
                <a:blip r:embed="rId6"/>
                <a:stretch>
                  <a:fillRect/>
                </a:stretch>
              </p:blipFill>
              <p:spPr>
                <a:xfrm>
                  <a:off x="8064110" y="2254717"/>
                  <a:ext cx="19332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0A3D6203-5318-D4B6-6E91-02C31A3374AC}"/>
                    </a:ext>
                  </a:extLst>
                </p14:cNvPr>
                <p14:cNvContentPartPr/>
                <p14:nvPr/>
              </p14:nvContentPartPr>
              <p14:xfrm>
                <a:off x="8310350" y="2306197"/>
                <a:ext cx="93240" cy="128520"/>
              </p14:xfrm>
            </p:contentPart>
          </mc:Choice>
          <mc:Fallback xmlns="">
            <p:pic>
              <p:nvPicPr>
                <p:cNvPr id="14" name="Ink 13">
                  <a:extLst>
                    <a:ext uri="{FF2B5EF4-FFF2-40B4-BE49-F238E27FC236}">
                      <a16:creationId xmlns:a16="http://schemas.microsoft.com/office/drawing/2014/main" id="{0A3D6203-5318-D4B6-6E91-02C31A3374AC}"/>
                    </a:ext>
                  </a:extLst>
                </p:cNvPr>
                <p:cNvPicPr/>
                <p:nvPr/>
              </p:nvPicPr>
              <p:blipFill>
                <a:blip r:embed="rId8"/>
                <a:stretch>
                  <a:fillRect/>
                </a:stretch>
              </p:blipFill>
              <p:spPr>
                <a:xfrm>
                  <a:off x="8292710" y="2288557"/>
                  <a:ext cx="1288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7A127373-60A6-A612-5FFB-D56281B87D08}"/>
                    </a:ext>
                  </a:extLst>
                </p14:cNvPr>
                <p14:cNvContentPartPr/>
                <p14:nvPr/>
              </p14:nvContentPartPr>
              <p14:xfrm>
                <a:off x="8457230" y="2296477"/>
                <a:ext cx="10440" cy="109440"/>
              </p14:xfrm>
            </p:contentPart>
          </mc:Choice>
          <mc:Fallback xmlns="">
            <p:pic>
              <p:nvPicPr>
                <p:cNvPr id="15" name="Ink 14">
                  <a:extLst>
                    <a:ext uri="{FF2B5EF4-FFF2-40B4-BE49-F238E27FC236}">
                      <a16:creationId xmlns:a16="http://schemas.microsoft.com/office/drawing/2014/main" id="{7A127373-60A6-A612-5FFB-D56281B87D08}"/>
                    </a:ext>
                  </a:extLst>
                </p:cNvPr>
                <p:cNvPicPr/>
                <p:nvPr/>
              </p:nvPicPr>
              <p:blipFill>
                <a:blip r:embed="rId10"/>
                <a:stretch>
                  <a:fillRect/>
                </a:stretch>
              </p:blipFill>
              <p:spPr>
                <a:xfrm>
                  <a:off x="8439230" y="2278837"/>
                  <a:ext cx="460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983E5650-BA9F-141F-8037-9D8071144D9E}"/>
                    </a:ext>
                  </a:extLst>
                </p14:cNvPr>
                <p14:cNvContentPartPr/>
                <p14:nvPr/>
              </p14:nvContentPartPr>
              <p14:xfrm>
                <a:off x="8446430" y="2188477"/>
                <a:ext cx="49680" cy="64080"/>
              </p14:xfrm>
            </p:contentPart>
          </mc:Choice>
          <mc:Fallback xmlns="">
            <p:pic>
              <p:nvPicPr>
                <p:cNvPr id="16" name="Ink 15">
                  <a:extLst>
                    <a:ext uri="{FF2B5EF4-FFF2-40B4-BE49-F238E27FC236}">
                      <a16:creationId xmlns:a16="http://schemas.microsoft.com/office/drawing/2014/main" id="{983E5650-BA9F-141F-8037-9D8071144D9E}"/>
                    </a:ext>
                  </a:extLst>
                </p:cNvPr>
                <p:cNvPicPr/>
                <p:nvPr/>
              </p:nvPicPr>
              <p:blipFill>
                <a:blip r:embed="rId12"/>
                <a:stretch>
                  <a:fillRect/>
                </a:stretch>
              </p:blipFill>
              <p:spPr>
                <a:xfrm>
                  <a:off x="8428430" y="2170837"/>
                  <a:ext cx="8532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E573F0C9-34C7-23A3-24DB-C35660098B54}"/>
                    </a:ext>
                  </a:extLst>
                </p14:cNvPr>
                <p14:cNvContentPartPr/>
                <p14:nvPr/>
              </p14:nvContentPartPr>
              <p14:xfrm>
                <a:off x="8584310" y="2226277"/>
                <a:ext cx="67320" cy="173520"/>
              </p14:xfrm>
            </p:contentPart>
          </mc:Choice>
          <mc:Fallback xmlns="">
            <p:pic>
              <p:nvPicPr>
                <p:cNvPr id="17" name="Ink 16">
                  <a:extLst>
                    <a:ext uri="{FF2B5EF4-FFF2-40B4-BE49-F238E27FC236}">
                      <a16:creationId xmlns:a16="http://schemas.microsoft.com/office/drawing/2014/main" id="{E573F0C9-34C7-23A3-24DB-C35660098B54}"/>
                    </a:ext>
                  </a:extLst>
                </p:cNvPr>
                <p:cNvPicPr/>
                <p:nvPr/>
              </p:nvPicPr>
              <p:blipFill>
                <a:blip r:embed="rId14"/>
                <a:stretch>
                  <a:fillRect/>
                </a:stretch>
              </p:blipFill>
              <p:spPr>
                <a:xfrm>
                  <a:off x="8566310" y="2208637"/>
                  <a:ext cx="102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0733CADB-6BC8-D728-9DB5-9D8BCE3CD0F9}"/>
                    </a:ext>
                  </a:extLst>
                </p14:cNvPr>
                <p14:cNvContentPartPr/>
                <p14:nvPr/>
              </p14:nvContentPartPr>
              <p14:xfrm>
                <a:off x="8650190" y="2264797"/>
                <a:ext cx="96120" cy="124920"/>
              </p14:xfrm>
            </p:contentPart>
          </mc:Choice>
          <mc:Fallback xmlns="">
            <p:pic>
              <p:nvPicPr>
                <p:cNvPr id="18" name="Ink 17">
                  <a:extLst>
                    <a:ext uri="{FF2B5EF4-FFF2-40B4-BE49-F238E27FC236}">
                      <a16:creationId xmlns:a16="http://schemas.microsoft.com/office/drawing/2014/main" id="{0733CADB-6BC8-D728-9DB5-9D8BCE3CD0F9}"/>
                    </a:ext>
                  </a:extLst>
                </p:cNvPr>
                <p:cNvPicPr/>
                <p:nvPr/>
              </p:nvPicPr>
              <p:blipFill>
                <a:blip r:embed="rId16"/>
                <a:stretch>
                  <a:fillRect/>
                </a:stretch>
              </p:blipFill>
              <p:spPr>
                <a:xfrm>
                  <a:off x="8632190" y="2246797"/>
                  <a:ext cx="13176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8ACF541A-CF79-694F-84F0-2DD3944E3858}"/>
                    </a:ext>
                  </a:extLst>
                </p14:cNvPr>
                <p14:cNvContentPartPr/>
                <p14:nvPr/>
              </p14:nvContentPartPr>
              <p14:xfrm>
                <a:off x="8789150" y="2343277"/>
                <a:ext cx="60840" cy="161280"/>
              </p14:xfrm>
            </p:contentPart>
          </mc:Choice>
          <mc:Fallback xmlns="">
            <p:pic>
              <p:nvPicPr>
                <p:cNvPr id="19" name="Ink 18">
                  <a:extLst>
                    <a:ext uri="{FF2B5EF4-FFF2-40B4-BE49-F238E27FC236}">
                      <a16:creationId xmlns:a16="http://schemas.microsoft.com/office/drawing/2014/main" id="{8ACF541A-CF79-694F-84F0-2DD3944E3858}"/>
                    </a:ext>
                  </a:extLst>
                </p:cNvPr>
                <p:cNvPicPr/>
                <p:nvPr/>
              </p:nvPicPr>
              <p:blipFill>
                <a:blip r:embed="rId18"/>
                <a:stretch>
                  <a:fillRect/>
                </a:stretch>
              </p:blipFill>
              <p:spPr>
                <a:xfrm>
                  <a:off x="8771510" y="2325637"/>
                  <a:ext cx="9648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AABF7159-5C65-1D90-5DBF-980B82DB51A3}"/>
                    </a:ext>
                  </a:extLst>
                </p14:cNvPr>
                <p14:cNvContentPartPr/>
                <p14:nvPr/>
              </p14:nvContentPartPr>
              <p14:xfrm>
                <a:off x="8963030" y="2250037"/>
                <a:ext cx="24480" cy="222480"/>
              </p14:xfrm>
            </p:contentPart>
          </mc:Choice>
          <mc:Fallback xmlns="">
            <p:pic>
              <p:nvPicPr>
                <p:cNvPr id="20" name="Ink 19">
                  <a:extLst>
                    <a:ext uri="{FF2B5EF4-FFF2-40B4-BE49-F238E27FC236}">
                      <a16:creationId xmlns:a16="http://schemas.microsoft.com/office/drawing/2014/main" id="{AABF7159-5C65-1D90-5DBF-980B82DB51A3}"/>
                    </a:ext>
                  </a:extLst>
                </p:cNvPr>
                <p:cNvPicPr/>
                <p:nvPr/>
              </p:nvPicPr>
              <p:blipFill>
                <a:blip r:embed="rId20"/>
                <a:stretch>
                  <a:fillRect/>
                </a:stretch>
              </p:blipFill>
              <p:spPr>
                <a:xfrm>
                  <a:off x="8945030" y="2232397"/>
                  <a:ext cx="6012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1" name="Ink 20">
                  <a:extLst>
                    <a:ext uri="{FF2B5EF4-FFF2-40B4-BE49-F238E27FC236}">
                      <a16:creationId xmlns:a16="http://schemas.microsoft.com/office/drawing/2014/main" id="{62323396-E4B7-A5F5-05CE-8C2EBA0F856B}"/>
                    </a:ext>
                  </a:extLst>
                </p14:cNvPr>
                <p14:cNvContentPartPr/>
                <p14:nvPr/>
              </p14:nvContentPartPr>
              <p14:xfrm>
                <a:off x="8917670" y="2341477"/>
                <a:ext cx="116280" cy="60480"/>
              </p14:xfrm>
            </p:contentPart>
          </mc:Choice>
          <mc:Fallback xmlns="">
            <p:pic>
              <p:nvPicPr>
                <p:cNvPr id="21" name="Ink 20">
                  <a:extLst>
                    <a:ext uri="{FF2B5EF4-FFF2-40B4-BE49-F238E27FC236}">
                      <a16:creationId xmlns:a16="http://schemas.microsoft.com/office/drawing/2014/main" id="{62323396-E4B7-A5F5-05CE-8C2EBA0F856B}"/>
                    </a:ext>
                  </a:extLst>
                </p:cNvPr>
                <p:cNvPicPr/>
                <p:nvPr/>
              </p:nvPicPr>
              <p:blipFill>
                <a:blip r:embed="rId22"/>
                <a:stretch>
                  <a:fillRect/>
                </a:stretch>
              </p:blipFill>
              <p:spPr>
                <a:xfrm>
                  <a:off x="8899670" y="2323477"/>
                  <a:ext cx="15192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2" name="Ink 21">
                  <a:extLst>
                    <a:ext uri="{FF2B5EF4-FFF2-40B4-BE49-F238E27FC236}">
                      <a16:creationId xmlns:a16="http://schemas.microsoft.com/office/drawing/2014/main" id="{FF29AB36-AC98-6308-C510-D61CE2BDAAED}"/>
                    </a:ext>
                  </a:extLst>
                </p14:cNvPr>
                <p14:cNvContentPartPr/>
                <p14:nvPr/>
              </p14:nvContentPartPr>
              <p14:xfrm>
                <a:off x="9048350" y="2322037"/>
                <a:ext cx="104760" cy="123840"/>
              </p14:xfrm>
            </p:contentPart>
          </mc:Choice>
          <mc:Fallback xmlns="">
            <p:pic>
              <p:nvPicPr>
                <p:cNvPr id="22" name="Ink 21">
                  <a:extLst>
                    <a:ext uri="{FF2B5EF4-FFF2-40B4-BE49-F238E27FC236}">
                      <a16:creationId xmlns:a16="http://schemas.microsoft.com/office/drawing/2014/main" id="{FF29AB36-AC98-6308-C510-D61CE2BDAAED}"/>
                    </a:ext>
                  </a:extLst>
                </p:cNvPr>
                <p:cNvPicPr/>
                <p:nvPr/>
              </p:nvPicPr>
              <p:blipFill>
                <a:blip r:embed="rId24"/>
                <a:stretch>
                  <a:fillRect/>
                </a:stretch>
              </p:blipFill>
              <p:spPr>
                <a:xfrm>
                  <a:off x="9030710" y="2304037"/>
                  <a:ext cx="14040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3" name="Ink 22">
                  <a:extLst>
                    <a:ext uri="{FF2B5EF4-FFF2-40B4-BE49-F238E27FC236}">
                      <a16:creationId xmlns:a16="http://schemas.microsoft.com/office/drawing/2014/main" id="{D7542B81-92F3-412D-0581-06900EE94924}"/>
                    </a:ext>
                  </a:extLst>
                </p14:cNvPr>
                <p14:cNvContentPartPr/>
                <p14:nvPr/>
              </p14:nvContentPartPr>
              <p14:xfrm>
                <a:off x="9253190" y="2264077"/>
                <a:ext cx="59040" cy="216720"/>
              </p14:xfrm>
            </p:contentPart>
          </mc:Choice>
          <mc:Fallback xmlns="">
            <p:pic>
              <p:nvPicPr>
                <p:cNvPr id="23" name="Ink 22">
                  <a:extLst>
                    <a:ext uri="{FF2B5EF4-FFF2-40B4-BE49-F238E27FC236}">
                      <a16:creationId xmlns:a16="http://schemas.microsoft.com/office/drawing/2014/main" id="{D7542B81-92F3-412D-0581-06900EE94924}"/>
                    </a:ext>
                  </a:extLst>
                </p:cNvPr>
                <p:cNvPicPr/>
                <p:nvPr/>
              </p:nvPicPr>
              <p:blipFill>
                <a:blip r:embed="rId26"/>
                <a:stretch>
                  <a:fillRect/>
                </a:stretch>
              </p:blipFill>
              <p:spPr>
                <a:xfrm>
                  <a:off x="9235190" y="2246437"/>
                  <a:ext cx="9468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4" name="Ink 23">
                  <a:extLst>
                    <a:ext uri="{FF2B5EF4-FFF2-40B4-BE49-F238E27FC236}">
                      <a16:creationId xmlns:a16="http://schemas.microsoft.com/office/drawing/2014/main" id="{9FEAE0F9-DAC7-A766-A2CE-8D7B2E096ED9}"/>
                    </a:ext>
                  </a:extLst>
                </p14:cNvPr>
                <p14:cNvContentPartPr/>
                <p14:nvPr/>
              </p14:nvContentPartPr>
              <p14:xfrm>
                <a:off x="9220790" y="2385397"/>
                <a:ext cx="52200" cy="29880"/>
              </p14:xfrm>
            </p:contentPart>
          </mc:Choice>
          <mc:Fallback xmlns="">
            <p:pic>
              <p:nvPicPr>
                <p:cNvPr id="24" name="Ink 23">
                  <a:extLst>
                    <a:ext uri="{FF2B5EF4-FFF2-40B4-BE49-F238E27FC236}">
                      <a16:creationId xmlns:a16="http://schemas.microsoft.com/office/drawing/2014/main" id="{9FEAE0F9-DAC7-A766-A2CE-8D7B2E096ED9}"/>
                    </a:ext>
                  </a:extLst>
                </p:cNvPr>
                <p:cNvPicPr/>
                <p:nvPr/>
              </p:nvPicPr>
              <p:blipFill>
                <a:blip r:embed="rId28"/>
                <a:stretch>
                  <a:fillRect/>
                </a:stretch>
              </p:blipFill>
              <p:spPr>
                <a:xfrm>
                  <a:off x="9203150" y="2367397"/>
                  <a:ext cx="8784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5" name="Ink 24">
                  <a:extLst>
                    <a:ext uri="{FF2B5EF4-FFF2-40B4-BE49-F238E27FC236}">
                      <a16:creationId xmlns:a16="http://schemas.microsoft.com/office/drawing/2014/main" id="{2E439820-0C15-D9DA-EF03-B6BE4CB89909}"/>
                    </a:ext>
                  </a:extLst>
                </p14:cNvPr>
                <p14:cNvContentPartPr/>
                <p14:nvPr/>
              </p14:nvContentPartPr>
              <p14:xfrm>
                <a:off x="9410510" y="2368837"/>
                <a:ext cx="97200" cy="100440"/>
              </p14:xfrm>
            </p:contentPart>
          </mc:Choice>
          <mc:Fallback xmlns="">
            <p:pic>
              <p:nvPicPr>
                <p:cNvPr id="25" name="Ink 24">
                  <a:extLst>
                    <a:ext uri="{FF2B5EF4-FFF2-40B4-BE49-F238E27FC236}">
                      <a16:creationId xmlns:a16="http://schemas.microsoft.com/office/drawing/2014/main" id="{2E439820-0C15-D9DA-EF03-B6BE4CB89909}"/>
                    </a:ext>
                  </a:extLst>
                </p:cNvPr>
                <p:cNvPicPr/>
                <p:nvPr/>
              </p:nvPicPr>
              <p:blipFill>
                <a:blip r:embed="rId30"/>
                <a:stretch>
                  <a:fillRect/>
                </a:stretch>
              </p:blipFill>
              <p:spPr>
                <a:xfrm>
                  <a:off x="9392870" y="2350837"/>
                  <a:ext cx="13284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6" name="Ink 25">
                  <a:extLst>
                    <a:ext uri="{FF2B5EF4-FFF2-40B4-BE49-F238E27FC236}">
                      <a16:creationId xmlns:a16="http://schemas.microsoft.com/office/drawing/2014/main" id="{1AD6B799-B3C4-AB06-9088-C17173E4BDFA}"/>
                    </a:ext>
                  </a:extLst>
                </p14:cNvPr>
                <p14:cNvContentPartPr/>
                <p14:nvPr/>
              </p14:nvContentPartPr>
              <p14:xfrm>
                <a:off x="9566750" y="2271637"/>
                <a:ext cx="46080" cy="201240"/>
              </p14:xfrm>
            </p:contentPart>
          </mc:Choice>
          <mc:Fallback xmlns="">
            <p:pic>
              <p:nvPicPr>
                <p:cNvPr id="26" name="Ink 25">
                  <a:extLst>
                    <a:ext uri="{FF2B5EF4-FFF2-40B4-BE49-F238E27FC236}">
                      <a16:creationId xmlns:a16="http://schemas.microsoft.com/office/drawing/2014/main" id="{1AD6B799-B3C4-AB06-9088-C17173E4BDFA}"/>
                    </a:ext>
                  </a:extLst>
                </p:cNvPr>
                <p:cNvPicPr/>
                <p:nvPr/>
              </p:nvPicPr>
              <p:blipFill>
                <a:blip r:embed="rId32"/>
                <a:stretch>
                  <a:fillRect/>
                </a:stretch>
              </p:blipFill>
              <p:spPr>
                <a:xfrm>
                  <a:off x="9549110" y="2253637"/>
                  <a:ext cx="8172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7" name="Ink 26">
                  <a:extLst>
                    <a:ext uri="{FF2B5EF4-FFF2-40B4-BE49-F238E27FC236}">
                      <a16:creationId xmlns:a16="http://schemas.microsoft.com/office/drawing/2014/main" id="{33644D02-F224-87FD-0B2D-C28B97E9509E}"/>
                    </a:ext>
                  </a:extLst>
                </p14:cNvPr>
                <p14:cNvContentPartPr/>
                <p14:nvPr/>
              </p14:nvContentPartPr>
              <p14:xfrm>
                <a:off x="9685550" y="2125477"/>
                <a:ext cx="55800" cy="3600"/>
              </p14:xfrm>
            </p:contentPart>
          </mc:Choice>
          <mc:Fallback xmlns="">
            <p:pic>
              <p:nvPicPr>
                <p:cNvPr id="27" name="Ink 26">
                  <a:extLst>
                    <a:ext uri="{FF2B5EF4-FFF2-40B4-BE49-F238E27FC236}">
                      <a16:creationId xmlns:a16="http://schemas.microsoft.com/office/drawing/2014/main" id="{33644D02-F224-87FD-0B2D-C28B97E9509E}"/>
                    </a:ext>
                  </a:extLst>
                </p:cNvPr>
                <p:cNvPicPr/>
                <p:nvPr/>
              </p:nvPicPr>
              <p:blipFill>
                <a:blip r:embed="rId34"/>
                <a:stretch>
                  <a:fillRect/>
                </a:stretch>
              </p:blipFill>
              <p:spPr>
                <a:xfrm>
                  <a:off x="9667910" y="2107477"/>
                  <a:ext cx="914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8" name="Ink 27">
                  <a:extLst>
                    <a:ext uri="{FF2B5EF4-FFF2-40B4-BE49-F238E27FC236}">
                      <a16:creationId xmlns:a16="http://schemas.microsoft.com/office/drawing/2014/main" id="{3065DBF0-D3E1-B8F2-456A-4AFC6404380F}"/>
                    </a:ext>
                  </a:extLst>
                </p14:cNvPr>
                <p14:cNvContentPartPr/>
                <p14:nvPr/>
              </p14:nvContentPartPr>
              <p14:xfrm>
                <a:off x="9739190" y="2201077"/>
                <a:ext cx="33840" cy="3240"/>
              </p14:xfrm>
            </p:contentPart>
          </mc:Choice>
          <mc:Fallback xmlns="">
            <p:pic>
              <p:nvPicPr>
                <p:cNvPr id="28" name="Ink 27">
                  <a:extLst>
                    <a:ext uri="{FF2B5EF4-FFF2-40B4-BE49-F238E27FC236}">
                      <a16:creationId xmlns:a16="http://schemas.microsoft.com/office/drawing/2014/main" id="{3065DBF0-D3E1-B8F2-456A-4AFC6404380F}"/>
                    </a:ext>
                  </a:extLst>
                </p:cNvPr>
                <p:cNvPicPr/>
                <p:nvPr/>
              </p:nvPicPr>
              <p:blipFill>
                <a:blip r:embed="rId36"/>
                <a:stretch>
                  <a:fillRect/>
                </a:stretch>
              </p:blipFill>
              <p:spPr>
                <a:xfrm>
                  <a:off x="9721190" y="2183437"/>
                  <a:ext cx="6948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9" name="Ink 28">
                  <a:extLst>
                    <a:ext uri="{FF2B5EF4-FFF2-40B4-BE49-F238E27FC236}">
                      <a16:creationId xmlns:a16="http://schemas.microsoft.com/office/drawing/2014/main" id="{22A47100-8DAA-8D9B-6D22-D8355DBE983C}"/>
                    </a:ext>
                  </a:extLst>
                </p14:cNvPr>
                <p14:cNvContentPartPr/>
                <p14:nvPr/>
              </p14:nvContentPartPr>
              <p14:xfrm>
                <a:off x="9915230" y="1693837"/>
                <a:ext cx="214200" cy="825840"/>
              </p14:xfrm>
            </p:contentPart>
          </mc:Choice>
          <mc:Fallback xmlns="">
            <p:pic>
              <p:nvPicPr>
                <p:cNvPr id="29" name="Ink 28">
                  <a:extLst>
                    <a:ext uri="{FF2B5EF4-FFF2-40B4-BE49-F238E27FC236}">
                      <a16:creationId xmlns:a16="http://schemas.microsoft.com/office/drawing/2014/main" id="{22A47100-8DAA-8D9B-6D22-D8355DBE983C}"/>
                    </a:ext>
                  </a:extLst>
                </p:cNvPr>
                <p:cNvPicPr/>
                <p:nvPr/>
              </p:nvPicPr>
              <p:blipFill>
                <a:blip r:embed="rId38"/>
                <a:stretch>
                  <a:fillRect/>
                </a:stretch>
              </p:blipFill>
              <p:spPr>
                <a:xfrm>
                  <a:off x="9897230" y="1675837"/>
                  <a:ext cx="249840" cy="8614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0" name="Ink 29">
                  <a:extLst>
                    <a:ext uri="{FF2B5EF4-FFF2-40B4-BE49-F238E27FC236}">
                      <a16:creationId xmlns:a16="http://schemas.microsoft.com/office/drawing/2014/main" id="{692A3B6C-7A58-E378-5C81-01FB3AAFDFFA}"/>
                    </a:ext>
                  </a:extLst>
                </p14:cNvPr>
                <p14:cNvContentPartPr/>
                <p14:nvPr/>
              </p14:nvContentPartPr>
              <p14:xfrm>
                <a:off x="9909470" y="1546957"/>
                <a:ext cx="1934280" cy="231120"/>
              </p14:xfrm>
            </p:contentPart>
          </mc:Choice>
          <mc:Fallback xmlns="">
            <p:pic>
              <p:nvPicPr>
                <p:cNvPr id="30" name="Ink 29">
                  <a:extLst>
                    <a:ext uri="{FF2B5EF4-FFF2-40B4-BE49-F238E27FC236}">
                      <a16:creationId xmlns:a16="http://schemas.microsoft.com/office/drawing/2014/main" id="{692A3B6C-7A58-E378-5C81-01FB3AAFDFFA}"/>
                    </a:ext>
                  </a:extLst>
                </p:cNvPr>
                <p:cNvPicPr/>
                <p:nvPr/>
              </p:nvPicPr>
              <p:blipFill>
                <a:blip r:embed="rId40"/>
                <a:stretch>
                  <a:fillRect/>
                </a:stretch>
              </p:blipFill>
              <p:spPr>
                <a:xfrm>
                  <a:off x="9891470" y="1528957"/>
                  <a:ext cx="196992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2" name="Ink 31">
                  <a:extLst>
                    <a:ext uri="{FF2B5EF4-FFF2-40B4-BE49-F238E27FC236}">
                      <a16:creationId xmlns:a16="http://schemas.microsoft.com/office/drawing/2014/main" id="{6DE7634C-FEE2-FEDC-CC55-4EC23B569B90}"/>
                    </a:ext>
                  </a:extLst>
                </p14:cNvPr>
                <p14:cNvContentPartPr/>
                <p14:nvPr/>
              </p14:nvContentPartPr>
              <p14:xfrm>
                <a:off x="10155710" y="1908397"/>
                <a:ext cx="232920" cy="285480"/>
              </p14:xfrm>
            </p:contentPart>
          </mc:Choice>
          <mc:Fallback xmlns="">
            <p:pic>
              <p:nvPicPr>
                <p:cNvPr id="32" name="Ink 31">
                  <a:extLst>
                    <a:ext uri="{FF2B5EF4-FFF2-40B4-BE49-F238E27FC236}">
                      <a16:creationId xmlns:a16="http://schemas.microsoft.com/office/drawing/2014/main" id="{6DE7634C-FEE2-FEDC-CC55-4EC23B569B90}"/>
                    </a:ext>
                  </a:extLst>
                </p:cNvPr>
                <p:cNvPicPr/>
                <p:nvPr/>
              </p:nvPicPr>
              <p:blipFill>
                <a:blip r:embed="rId42"/>
                <a:stretch>
                  <a:fillRect/>
                </a:stretch>
              </p:blipFill>
              <p:spPr>
                <a:xfrm>
                  <a:off x="10138070" y="1890757"/>
                  <a:ext cx="26856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3" name="Ink 32">
                  <a:extLst>
                    <a:ext uri="{FF2B5EF4-FFF2-40B4-BE49-F238E27FC236}">
                      <a16:creationId xmlns:a16="http://schemas.microsoft.com/office/drawing/2014/main" id="{A29F2485-F403-DF3B-B8CB-9096182D3FB7}"/>
                    </a:ext>
                  </a:extLst>
                </p14:cNvPr>
                <p14:cNvContentPartPr/>
                <p14:nvPr/>
              </p14:nvContentPartPr>
              <p14:xfrm>
                <a:off x="10431470" y="2196397"/>
                <a:ext cx="23760" cy="200880"/>
              </p14:xfrm>
            </p:contentPart>
          </mc:Choice>
          <mc:Fallback xmlns="">
            <p:pic>
              <p:nvPicPr>
                <p:cNvPr id="33" name="Ink 32">
                  <a:extLst>
                    <a:ext uri="{FF2B5EF4-FFF2-40B4-BE49-F238E27FC236}">
                      <a16:creationId xmlns:a16="http://schemas.microsoft.com/office/drawing/2014/main" id="{A29F2485-F403-DF3B-B8CB-9096182D3FB7}"/>
                    </a:ext>
                  </a:extLst>
                </p:cNvPr>
                <p:cNvPicPr/>
                <p:nvPr/>
              </p:nvPicPr>
              <p:blipFill>
                <a:blip r:embed="rId44"/>
                <a:stretch>
                  <a:fillRect/>
                </a:stretch>
              </p:blipFill>
              <p:spPr>
                <a:xfrm>
                  <a:off x="10413830" y="2178397"/>
                  <a:ext cx="5940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4" name="Ink 33">
                  <a:extLst>
                    <a:ext uri="{FF2B5EF4-FFF2-40B4-BE49-F238E27FC236}">
                      <a16:creationId xmlns:a16="http://schemas.microsoft.com/office/drawing/2014/main" id="{7BBDCD46-7CFB-B1AF-AC02-17B40700C16D}"/>
                    </a:ext>
                  </a:extLst>
                </p14:cNvPr>
                <p14:cNvContentPartPr/>
                <p14:nvPr/>
              </p14:nvContentPartPr>
              <p14:xfrm>
                <a:off x="10401590" y="2248237"/>
                <a:ext cx="111240" cy="68040"/>
              </p14:xfrm>
            </p:contentPart>
          </mc:Choice>
          <mc:Fallback xmlns="">
            <p:pic>
              <p:nvPicPr>
                <p:cNvPr id="34" name="Ink 33">
                  <a:extLst>
                    <a:ext uri="{FF2B5EF4-FFF2-40B4-BE49-F238E27FC236}">
                      <a16:creationId xmlns:a16="http://schemas.microsoft.com/office/drawing/2014/main" id="{7BBDCD46-7CFB-B1AF-AC02-17B40700C16D}"/>
                    </a:ext>
                  </a:extLst>
                </p:cNvPr>
                <p:cNvPicPr/>
                <p:nvPr/>
              </p:nvPicPr>
              <p:blipFill>
                <a:blip r:embed="rId46"/>
                <a:stretch>
                  <a:fillRect/>
                </a:stretch>
              </p:blipFill>
              <p:spPr>
                <a:xfrm>
                  <a:off x="10383950" y="2230237"/>
                  <a:ext cx="14688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5" name="Ink 34">
                  <a:extLst>
                    <a:ext uri="{FF2B5EF4-FFF2-40B4-BE49-F238E27FC236}">
                      <a16:creationId xmlns:a16="http://schemas.microsoft.com/office/drawing/2014/main" id="{54DF2179-2846-E37C-1B8B-B92C66B23C9C}"/>
                    </a:ext>
                  </a:extLst>
                </p14:cNvPr>
                <p14:cNvContentPartPr/>
                <p14:nvPr/>
              </p14:nvContentPartPr>
              <p14:xfrm>
                <a:off x="10441190" y="2239597"/>
                <a:ext cx="33840" cy="13320"/>
              </p14:xfrm>
            </p:contentPart>
          </mc:Choice>
          <mc:Fallback xmlns="">
            <p:pic>
              <p:nvPicPr>
                <p:cNvPr id="35" name="Ink 34">
                  <a:extLst>
                    <a:ext uri="{FF2B5EF4-FFF2-40B4-BE49-F238E27FC236}">
                      <a16:creationId xmlns:a16="http://schemas.microsoft.com/office/drawing/2014/main" id="{54DF2179-2846-E37C-1B8B-B92C66B23C9C}"/>
                    </a:ext>
                  </a:extLst>
                </p:cNvPr>
                <p:cNvPicPr/>
                <p:nvPr/>
              </p:nvPicPr>
              <p:blipFill>
                <a:blip r:embed="rId48"/>
                <a:stretch>
                  <a:fillRect/>
                </a:stretch>
              </p:blipFill>
              <p:spPr>
                <a:xfrm>
                  <a:off x="10423190" y="2221957"/>
                  <a:ext cx="6948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6" name="Ink 35">
                  <a:extLst>
                    <a:ext uri="{FF2B5EF4-FFF2-40B4-BE49-F238E27FC236}">
                      <a16:creationId xmlns:a16="http://schemas.microsoft.com/office/drawing/2014/main" id="{F27229F7-CBC5-0000-FB2F-69E0250E6202}"/>
                    </a:ext>
                  </a:extLst>
                </p14:cNvPr>
                <p14:cNvContentPartPr/>
                <p14:nvPr/>
              </p14:nvContentPartPr>
              <p14:xfrm>
                <a:off x="10473950" y="2243557"/>
                <a:ext cx="95400" cy="128880"/>
              </p14:xfrm>
            </p:contentPart>
          </mc:Choice>
          <mc:Fallback xmlns="">
            <p:pic>
              <p:nvPicPr>
                <p:cNvPr id="36" name="Ink 35">
                  <a:extLst>
                    <a:ext uri="{FF2B5EF4-FFF2-40B4-BE49-F238E27FC236}">
                      <a16:creationId xmlns:a16="http://schemas.microsoft.com/office/drawing/2014/main" id="{F27229F7-CBC5-0000-FB2F-69E0250E6202}"/>
                    </a:ext>
                  </a:extLst>
                </p:cNvPr>
                <p:cNvPicPr/>
                <p:nvPr/>
              </p:nvPicPr>
              <p:blipFill>
                <a:blip r:embed="rId50"/>
                <a:stretch>
                  <a:fillRect/>
                </a:stretch>
              </p:blipFill>
              <p:spPr>
                <a:xfrm>
                  <a:off x="10456310" y="2225917"/>
                  <a:ext cx="13104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7" name="Ink 36">
                  <a:extLst>
                    <a:ext uri="{FF2B5EF4-FFF2-40B4-BE49-F238E27FC236}">
                      <a16:creationId xmlns:a16="http://schemas.microsoft.com/office/drawing/2014/main" id="{5721ACF1-03B5-E0EE-6A95-63BCFAF4E7E4}"/>
                    </a:ext>
                  </a:extLst>
                </p14:cNvPr>
                <p14:cNvContentPartPr/>
                <p14:nvPr/>
              </p14:nvContentPartPr>
              <p14:xfrm>
                <a:off x="10638830" y="2355877"/>
                <a:ext cx="14760" cy="119520"/>
              </p14:xfrm>
            </p:contentPart>
          </mc:Choice>
          <mc:Fallback xmlns="">
            <p:pic>
              <p:nvPicPr>
                <p:cNvPr id="37" name="Ink 36">
                  <a:extLst>
                    <a:ext uri="{FF2B5EF4-FFF2-40B4-BE49-F238E27FC236}">
                      <a16:creationId xmlns:a16="http://schemas.microsoft.com/office/drawing/2014/main" id="{5721ACF1-03B5-E0EE-6A95-63BCFAF4E7E4}"/>
                    </a:ext>
                  </a:extLst>
                </p:cNvPr>
                <p:cNvPicPr/>
                <p:nvPr/>
              </p:nvPicPr>
              <p:blipFill>
                <a:blip r:embed="rId52"/>
                <a:stretch>
                  <a:fillRect/>
                </a:stretch>
              </p:blipFill>
              <p:spPr>
                <a:xfrm>
                  <a:off x="10621190" y="2338237"/>
                  <a:ext cx="5040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8" name="Ink 37">
                  <a:extLst>
                    <a:ext uri="{FF2B5EF4-FFF2-40B4-BE49-F238E27FC236}">
                      <a16:creationId xmlns:a16="http://schemas.microsoft.com/office/drawing/2014/main" id="{E31AFF98-4B71-3160-29FA-36AA363A32B6}"/>
                    </a:ext>
                  </a:extLst>
                </p14:cNvPr>
                <p14:cNvContentPartPr/>
                <p14:nvPr/>
              </p14:nvContentPartPr>
              <p14:xfrm>
                <a:off x="10755830" y="2231677"/>
                <a:ext cx="41760" cy="208080"/>
              </p14:xfrm>
            </p:contentPart>
          </mc:Choice>
          <mc:Fallback xmlns="">
            <p:pic>
              <p:nvPicPr>
                <p:cNvPr id="38" name="Ink 37">
                  <a:extLst>
                    <a:ext uri="{FF2B5EF4-FFF2-40B4-BE49-F238E27FC236}">
                      <a16:creationId xmlns:a16="http://schemas.microsoft.com/office/drawing/2014/main" id="{E31AFF98-4B71-3160-29FA-36AA363A32B6}"/>
                    </a:ext>
                  </a:extLst>
                </p:cNvPr>
                <p:cNvPicPr/>
                <p:nvPr/>
              </p:nvPicPr>
              <p:blipFill>
                <a:blip r:embed="rId54"/>
                <a:stretch>
                  <a:fillRect/>
                </a:stretch>
              </p:blipFill>
              <p:spPr>
                <a:xfrm>
                  <a:off x="10738190" y="2213677"/>
                  <a:ext cx="7740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9" name="Ink 38">
                  <a:extLst>
                    <a:ext uri="{FF2B5EF4-FFF2-40B4-BE49-F238E27FC236}">
                      <a16:creationId xmlns:a16="http://schemas.microsoft.com/office/drawing/2014/main" id="{99B4F488-3BBA-23DE-7D57-2A1B16CD83B8}"/>
                    </a:ext>
                  </a:extLst>
                </p14:cNvPr>
                <p14:cNvContentPartPr/>
                <p14:nvPr/>
              </p14:nvContentPartPr>
              <p14:xfrm>
                <a:off x="10730630" y="2258317"/>
                <a:ext cx="273960" cy="155880"/>
              </p14:xfrm>
            </p:contentPart>
          </mc:Choice>
          <mc:Fallback xmlns="">
            <p:pic>
              <p:nvPicPr>
                <p:cNvPr id="39" name="Ink 38">
                  <a:extLst>
                    <a:ext uri="{FF2B5EF4-FFF2-40B4-BE49-F238E27FC236}">
                      <a16:creationId xmlns:a16="http://schemas.microsoft.com/office/drawing/2014/main" id="{99B4F488-3BBA-23DE-7D57-2A1B16CD83B8}"/>
                    </a:ext>
                  </a:extLst>
                </p:cNvPr>
                <p:cNvPicPr/>
                <p:nvPr/>
              </p:nvPicPr>
              <p:blipFill>
                <a:blip r:embed="rId56"/>
                <a:stretch>
                  <a:fillRect/>
                </a:stretch>
              </p:blipFill>
              <p:spPr>
                <a:xfrm>
                  <a:off x="10712990" y="2240317"/>
                  <a:ext cx="30960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1" name="Ink 40">
                  <a:extLst>
                    <a:ext uri="{FF2B5EF4-FFF2-40B4-BE49-F238E27FC236}">
                      <a16:creationId xmlns:a16="http://schemas.microsoft.com/office/drawing/2014/main" id="{C383B7F0-B31C-3B97-82A2-52CA3B4570E4}"/>
                    </a:ext>
                  </a:extLst>
                </p14:cNvPr>
                <p14:cNvContentPartPr/>
                <p14:nvPr/>
              </p14:nvContentPartPr>
              <p14:xfrm>
                <a:off x="10118270" y="1871677"/>
                <a:ext cx="228240" cy="500760"/>
              </p14:xfrm>
            </p:contentPart>
          </mc:Choice>
          <mc:Fallback xmlns="">
            <p:pic>
              <p:nvPicPr>
                <p:cNvPr id="41" name="Ink 40">
                  <a:extLst>
                    <a:ext uri="{FF2B5EF4-FFF2-40B4-BE49-F238E27FC236}">
                      <a16:creationId xmlns:a16="http://schemas.microsoft.com/office/drawing/2014/main" id="{C383B7F0-B31C-3B97-82A2-52CA3B4570E4}"/>
                    </a:ext>
                  </a:extLst>
                </p:cNvPr>
                <p:cNvPicPr/>
                <p:nvPr/>
              </p:nvPicPr>
              <p:blipFill>
                <a:blip r:embed="rId58"/>
                <a:stretch>
                  <a:fillRect/>
                </a:stretch>
              </p:blipFill>
              <p:spPr>
                <a:xfrm>
                  <a:off x="10100270" y="1854037"/>
                  <a:ext cx="263880" cy="5364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2" name="Ink 41">
                  <a:extLst>
                    <a:ext uri="{FF2B5EF4-FFF2-40B4-BE49-F238E27FC236}">
                      <a16:creationId xmlns:a16="http://schemas.microsoft.com/office/drawing/2014/main" id="{E90FD4EA-BEAD-4B68-0620-420F4CBC6BF4}"/>
                    </a:ext>
                  </a:extLst>
                </p14:cNvPr>
                <p14:cNvContentPartPr/>
                <p14:nvPr/>
              </p14:nvContentPartPr>
              <p14:xfrm>
                <a:off x="10958150" y="1991917"/>
                <a:ext cx="168480" cy="369000"/>
              </p14:xfrm>
            </p:contentPart>
          </mc:Choice>
          <mc:Fallback xmlns="">
            <p:pic>
              <p:nvPicPr>
                <p:cNvPr id="42" name="Ink 41">
                  <a:extLst>
                    <a:ext uri="{FF2B5EF4-FFF2-40B4-BE49-F238E27FC236}">
                      <a16:creationId xmlns:a16="http://schemas.microsoft.com/office/drawing/2014/main" id="{E90FD4EA-BEAD-4B68-0620-420F4CBC6BF4}"/>
                    </a:ext>
                  </a:extLst>
                </p:cNvPr>
                <p:cNvPicPr/>
                <p:nvPr/>
              </p:nvPicPr>
              <p:blipFill>
                <a:blip r:embed="rId60"/>
                <a:stretch>
                  <a:fillRect/>
                </a:stretch>
              </p:blipFill>
              <p:spPr>
                <a:xfrm>
                  <a:off x="10940510" y="1974277"/>
                  <a:ext cx="204120" cy="4046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3" name="Ink 42">
                  <a:extLst>
                    <a:ext uri="{FF2B5EF4-FFF2-40B4-BE49-F238E27FC236}">
                      <a16:creationId xmlns:a16="http://schemas.microsoft.com/office/drawing/2014/main" id="{65959732-2457-4E27-1F6E-06B89E01E4DE}"/>
                    </a:ext>
                  </a:extLst>
                </p14:cNvPr>
                <p14:cNvContentPartPr/>
                <p14:nvPr/>
              </p14:nvContentPartPr>
              <p14:xfrm>
                <a:off x="11085590" y="1836037"/>
                <a:ext cx="221400" cy="124920"/>
              </p14:xfrm>
            </p:contentPart>
          </mc:Choice>
          <mc:Fallback xmlns="">
            <p:pic>
              <p:nvPicPr>
                <p:cNvPr id="43" name="Ink 42">
                  <a:extLst>
                    <a:ext uri="{FF2B5EF4-FFF2-40B4-BE49-F238E27FC236}">
                      <a16:creationId xmlns:a16="http://schemas.microsoft.com/office/drawing/2014/main" id="{65959732-2457-4E27-1F6E-06B89E01E4DE}"/>
                    </a:ext>
                  </a:extLst>
                </p:cNvPr>
                <p:cNvPicPr/>
                <p:nvPr/>
              </p:nvPicPr>
              <p:blipFill>
                <a:blip r:embed="rId62"/>
                <a:stretch>
                  <a:fillRect/>
                </a:stretch>
              </p:blipFill>
              <p:spPr>
                <a:xfrm>
                  <a:off x="11067590" y="1818397"/>
                  <a:ext cx="2570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4" name="Ink 43">
                  <a:extLst>
                    <a:ext uri="{FF2B5EF4-FFF2-40B4-BE49-F238E27FC236}">
                      <a16:creationId xmlns:a16="http://schemas.microsoft.com/office/drawing/2014/main" id="{8CCB2069-C98B-8E06-743F-27773E2A33B4}"/>
                    </a:ext>
                  </a:extLst>
                </p14:cNvPr>
                <p14:cNvContentPartPr/>
                <p14:nvPr/>
              </p14:nvContentPartPr>
              <p14:xfrm>
                <a:off x="10540190" y="2696437"/>
                <a:ext cx="245160" cy="52200"/>
              </p14:xfrm>
            </p:contentPart>
          </mc:Choice>
          <mc:Fallback xmlns="">
            <p:pic>
              <p:nvPicPr>
                <p:cNvPr id="44" name="Ink 43">
                  <a:extLst>
                    <a:ext uri="{FF2B5EF4-FFF2-40B4-BE49-F238E27FC236}">
                      <a16:creationId xmlns:a16="http://schemas.microsoft.com/office/drawing/2014/main" id="{8CCB2069-C98B-8E06-743F-27773E2A33B4}"/>
                    </a:ext>
                  </a:extLst>
                </p:cNvPr>
                <p:cNvPicPr/>
                <p:nvPr/>
              </p:nvPicPr>
              <p:blipFill>
                <a:blip r:embed="rId64"/>
                <a:stretch>
                  <a:fillRect/>
                </a:stretch>
              </p:blipFill>
              <p:spPr>
                <a:xfrm>
                  <a:off x="10522550" y="2678797"/>
                  <a:ext cx="2808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5" name="Ink 44">
                  <a:extLst>
                    <a:ext uri="{FF2B5EF4-FFF2-40B4-BE49-F238E27FC236}">
                      <a16:creationId xmlns:a16="http://schemas.microsoft.com/office/drawing/2014/main" id="{907B8563-3562-8163-681A-B436CDE7E1B1}"/>
                    </a:ext>
                  </a:extLst>
                </p14:cNvPr>
                <p14:cNvContentPartPr/>
                <p14:nvPr/>
              </p14:nvContentPartPr>
              <p14:xfrm>
                <a:off x="10638470" y="2650357"/>
                <a:ext cx="69840" cy="199080"/>
              </p14:xfrm>
            </p:contentPart>
          </mc:Choice>
          <mc:Fallback xmlns="">
            <p:pic>
              <p:nvPicPr>
                <p:cNvPr id="45" name="Ink 44">
                  <a:extLst>
                    <a:ext uri="{FF2B5EF4-FFF2-40B4-BE49-F238E27FC236}">
                      <a16:creationId xmlns:a16="http://schemas.microsoft.com/office/drawing/2014/main" id="{907B8563-3562-8163-681A-B436CDE7E1B1}"/>
                    </a:ext>
                  </a:extLst>
                </p:cNvPr>
                <p:cNvPicPr/>
                <p:nvPr/>
              </p:nvPicPr>
              <p:blipFill>
                <a:blip r:embed="rId66"/>
                <a:stretch>
                  <a:fillRect/>
                </a:stretch>
              </p:blipFill>
              <p:spPr>
                <a:xfrm>
                  <a:off x="10620470" y="2632357"/>
                  <a:ext cx="10548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6" name="Ink 45">
                  <a:extLst>
                    <a:ext uri="{FF2B5EF4-FFF2-40B4-BE49-F238E27FC236}">
                      <a16:creationId xmlns:a16="http://schemas.microsoft.com/office/drawing/2014/main" id="{7A81E5B8-F769-9528-1F0C-41D55534CC67}"/>
                    </a:ext>
                  </a:extLst>
                </p14:cNvPr>
                <p14:cNvContentPartPr/>
                <p14:nvPr/>
              </p14:nvContentPartPr>
              <p14:xfrm>
                <a:off x="10352630" y="3094597"/>
                <a:ext cx="261360" cy="558720"/>
              </p14:xfrm>
            </p:contentPart>
          </mc:Choice>
          <mc:Fallback xmlns="">
            <p:pic>
              <p:nvPicPr>
                <p:cNvPr id="46" name="Ink 45">
                  <a:extLst>
                    <a:ext uri="{FF2B5EF4-FFF2-40B4-BE49-F238E27FC236}">
                      <a16:creationId xmlns:a16="http://schemas.microsoft.com/office/drawing/2014/main" id="{7A81E5B8-F769-9528-1F0C-41D55534CC67}"/>
                    </a:ext>
                  </a:extLst>
                </p:cNvPr>
                <p:cNvPicPr/>
                <p:nvPr/>
              </p:nvPicPr>
              <p:blipFill>
                <a:blip r:embed="rId68"/>
                <a:stretch>
                  <a:fillRect/>
                </a:stretch>
              </p:blipFill>
              <p:spPr>
                <a:xfrm>
                  <a:off x="10334990" y="3076597"/>
                  <a:ext cx="297000" cy="5943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7" name="Ink 46">
                  <a:extLst>
                    <a:ext uri="{FF2B5EF4-FFF2-40B4-BE49-F238E27FC236}">
                      <a16:creationId xmlns:a16="http://schemas.microsoft.com/office/drawing/2014/main" id="{165D8550-83C6-FDED-2B0A-E8A2225F5DC3}"/>
                    </a:ext>
                  </a:extLst>
                </p14:cNvPr>
                <p14:cNvContentPartPr/>
                <p14:nvPr/>
              </p14:nvContentPartPr>
              <p14:xfrm>
                <a:off x="10511390" y="3215917"/>
                <a:ext cx="234000" cy="249120"/>
              </p14:xfrm>
            </p:contentPart>
          </mc:Choice>
          <mc:Fallback xmlns="">
            <p:pic>
              <p:nvPicPr>
                <p:cNvPr id="47" name="Ink 46">
                  <a:extLst>
                    <a:ext uri="{FF2B5EF4-FFF2-40B4-BE49-F238E27FC236}">
                      <a16:creationId xmlns:a16="http://schemas.microsoft.com/office/drawing/2014/main" id="{165D8550-83C6-FDED-2B0A-E8A2225F5DC3}"/>
                    </a:ext>
                  </a:extLst>
                </p:cNvPr>
                <p:cNvPicPr/>
                <p:nvPr/>
              </p:nvPicPr>
              <p:blipFill>
                <a:blip r:embed="rId70"/>
                <a:stretch>
                  <a:fillRect/>
                </a:stretch>
              </p:blipFill>
              <p:spPr>
                <a:xfrm>
                  <a:off x="10493750" y="3198277"/>
                  <a:ext cx="26964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8" name="Ink 47">
                  <a:extLst>
                    <a:ext uri="{FF2B5EF4-FFF2-40B4-BE49-F238E27FC236}">
                      <a16:creationId xmlns:a16="http://schemas.microsoft.com/office/drawing/2014/main" id="{54CA4A40-F53C-234A-EFDA-6AF1B8465879}"/>
                    </a:ext>
                  </a:extLst>
                </p14:cNvPr>
                <p14:cNvContentPartPr/>
                <p14:nvPr/>
              </p14:nvContentPartPr>
              <p14:xfrm>
                <a:off x="10835390" y="3455677"/>
                <a:ext cx="135720" cy="154080"/>
              </p14:xfrm>
            </p:contentPart>
          </mc:Choice>
          <mc:Fallback xmlns="">
            <p:pic>
              <p:nvPicPr>
                <p:cNvPr id="48" name="Ink 47">
                  <a:extLst>
                    <a:ext uri="{FF2B5EF4-FFF2-40B4-BE49-F238E27FC236}">
                      <a16:creationId xmlns:a16="http://schemas.microsoft.com/office/drawing/2014/main" id="{54CA4A40-F53C-234A-EFDA-6AF1B8465879}"/>
                    </a:ext>
                  </a:extLst>
                </p:cNvPr>
                <p:cNvPicPr/>
                <p:nvPr/>
              </p:nvPicPr>
              <p:blipFill>
                <a:blip r:embed="rId72"/>
                <a:stretch>
                  <a:fillRect/>
                </a:stretch>
              </p:blipFill>
              <p:spPr>
                <a:xfrm>
                  <a:off x="10817750" y="3438037"/>
                  <a:ext cx="17136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9" name="Ink 48">
                  <a:extLst>
                    <a:ext uri="{FF2B5EF4-FFF2-40B4-BE49-F238E27FC236}">
                      <a16:creationId xmlns:a16="http://schemas.microsoft.com/office/drawing/2014/main" id="{4FBBBB68-1B1C-FB3C-E23D-EABD82C5E5B9}"/>
                    </a:ext>
                  </a:extLst>
                </p14:cNvPr>
                <p14:cNvContentPartPr/>
                <p14:nvPr/>
              </p14:nvContentPartPr>
              <p14:xfrm>
                <a:off x="11056070" y="3558997"/>
                <a:ext cx="27000" cy="132840"/>
              </p14:xfrm>
            </p:contentPart>
          </mc:Choice>
          <mc:Fallback xmlns="">
            <p:pic>
              <p:nvPicPr>
                <p:cNvPr id="49" name="Ink 48">
                  <a:extLst>
                    <a:ext uri="{FF2B5EF4-FFF2-40B4-BE49-F238E27FC236}">
                      <a16:creationId xmlns:a16="http://schemas.microsoft.com/office/drawing/2014/main" id="{4FBBBB68-1B1C-FB3C-E23D-EABD82C5E5B9}"/>
                    </a:ext>
                  </a:extLst>
                </p:cNvPr>
                <p:cNvPicPr/>
                <p:nvPr/>
              </p:nvPicPr>
              <p:blipFill>
                <a:blip r:embed="rId74"/>
                <a:stretch>
                  <a:fillRect/>
                </a:stretch>
              </p:blipFill>
              <p:spPr>
                <a:xfrm>
                  <a:off x="11038430" y="3541357"/>
                  <a:ext cx="6264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0" name="Ink 49">
                  <a:extLst>
                    <a:ext uri="{FF2B5EF4-FFF2-40B4-BE49-F238E27FC236}">
                      <a16:creationId xmlns:a16="http://schemas.microsoft.com/office/drawing/2014/main" id="{0A3BCD4D-1CB0-0264-A39F-926DE58D5EBF}"/>
                    </a:ext>
                  </a:extLst>
                </p14:cNvPr>
                <p14:cNvContentPartPr/>
                <p14:nvPr/>
              </p14:nvContentPartPr>
              <p14:xfrm>
                <a:off x="11245790" y="3420037"/>
                <a:ext cx="93960" cy="203040"/>
              </p14:xfrm>
            </p:contentPart>
          </mc:Choice>
          <mc:Fallback xmlns="">
            <p:pic>
              <p:nvPicPr>
                <p:cNvPr id="50" name="Ink 49">
                  <a:extLst>
                    <a:ext uri="{FF2B5EF4-FFF2-40B4-BE49-F238E27FC236}">
                      <a16:creationId xmlns:a16="http://schemas.microsoft.com/office/drawing/2014/main" id="{0A3BCD4D-1CB0-0264-A39F-926DE58D5EBF}"/>
                    </a:ext>
                  </a:extLst>
                </p:cNvPr>
                <p:cNvPicPr/>
                <p:nvPr/>
              </p:nvPicPr>
              <p:blipFill>
                <a:blip r:embed="rId76"/>
                <a:stretch>
                  <a:fillRect/>
                </a:stretch>
              </p:blipFill>
              <p:spPr>
                <a:xfrm>
                  <a:off x="11228150" y="3402397"/>
                  <a:ext cx="12960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1" name="Ink 50">
                  <a:extLst>
                    <a:ext uri="{FF2B5EF4-FFF2-40B4-BE49-F238E27FC236}">
                      <a16:creationId xmlns:a16="http://schemas.microsoft.com/office/drawing/2014/main" id="{E4AAC34B-A8BE-3FB7-8ED0-F0105058E7E3}"/>
                    </a:ext>
                  </a:extLst>
                </p14:cNvPr>
                <p14:cNvContentPartPr/>
                <p14:nvPr/>
              </p14:nvContentPartPr>
              <p14:xfrm>
                <a:off x="11391230" y="3489157"/>
                <a:ext cx="134640" cy="146160"/>
              </p14:xfrm>
            </p:contentPart>
          </mc:Choice>
          <mc:Fallback xmlns="">
            <p:pic>
              <p:nvPicPr>
                <p:cNvPr id="51" name="Ink 50">
                  <a:extLst>
                    <a:ext uri="{FF2B5EF4-FFF2-40B4-BE49-F238E27FC236}">
                      <a16:creationId xmlns:a16="http://schemas.microsoft.com/office/drawing/2014/main" id="{E4AAC34B-A8BE-3FB7-8ED0-F0105058E7E3}"/>
                    </a:ext>
                  </a:extLst>
                </p:cNvPr>
                <p:cNvPicPr/>
                <p:nvPr/>
              </p:nvPicPr>
              <p:blipFill>
                <a:blip r:embed="rId78"/>
                <a:stretch>
                  <a:fillRect/>
                </a:stretch>
              </p:blipFill>
              <p:spPr>
                <a:xfrm>
                  <a:off x="11373230" y="3471517"/>
                  <a:ext cx="17028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2" name="Ink 51">
                  <a:extLst>
                    <a:ext uri="{FF2B5EF4-FFF2-40B4-BE49-F238E27FC236}">
                      <a16:creationId xmlns:a16="http://schemas.microsoft.com/office/drawing/2014/main" id="{B05C61B5-01F5-6706-3FC5-A9F0288B7C3A}"/>
                    </a:ext>
                  </a:extLst>
                </p14:cNvPr>
                <p14:cNvContentPartPr/>
                <p14:nvPr/>
              </p14:nvContentPartPr>
              <p14:xfrm>
                <a:off x="11571230" y="3488797"/>
                <a:ext cx="107640" cy="120960"/>
              </p14:xfrm>
            </p:contentPart>
          </mc:Choice>
          <mc:Fallback xmlns="">
            <p:pic>
              <p:nvPicPr>
                <p:cNvPr id="52" name="Ink 51">
                  <a:extLst>
                    <a:ext uri="{FF2B5EF4-FFF2-40B4-BE49-F238E27FC236}">
                      <a16:creationId xmlns:a16="http://schemas.microsoft.com/office/drawing/2014/main" id="{B05C61B5-01F5-6706-3FC5-A9F0288B7C3A}"/>
                    </a:ext>
                  </a:extLst>
                </p:cNvPr>
                <p:cNvPicPr/>
                <p:nvPr/>
              </p:nvPicPr>
              <p:blipFill>
                <a:blip r:embed="rId80"/>
                <a:stretch>
                  <a:fillRect/>
                </a:stretch>
              </p:blipFill>
              <p:spPr>
                <a:xfrm>
                  <a:off x="11553230" y="3470797"/>
                  <a:ext cx="14328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3" name="Ink 52">
                  <a:extLst>
                    <a:ext uri="{FF2B5EF4-FFF2-40B4-BE49-F238E27FC236}">
                      <a16:creationId xmlns:a16="http://schemas.microsoft.com/office/drawing/2014/main" id="{4C2C1F11-ED7F-44BB-56AF-3520A81392C2}"/>
                    </a:ext>
                  </a:extLst>
                </p14:cNvPr>
                <p14:cNvContentPartPr/>
                <p14:nvPr/>
              </p14:nvContentPartPr>
              <p14:xfrm>
                <a:off x="11746550" y="3432637"/>
                <a:ext cx="54360" cy="181080"/>
              </p14:xfrm>
            </p:contentPart>
          </mc:Choice>
          <mc:Fallback xmlns="">
            <p:pic>
              <p:nvPicPr>
                <p:cNvPr id="53" name="Ink 52">
                  <a:extLst>
                    <a:ext uri="{FF2B5EF4-FFF2-40B4-BE49-F238E27FC236}">
                      <a16:creationId xmlns:a16="http://schemas.microsoft.com/office/drawing/2014/main" id="{4C2C1F11-ED7F-44BB-56AF-3520A81392C2}"/>
                    </a:ext>
                  </a:extLst>
                </p:cNvPr>
                <p:cNvPicPr/>
                <p:nvPr/>
              </p:nvPicPr>
              <p:blipFill>
                <a:blip r:embed="rId82"/>
                <a:stretch>
                  <a:fillRect/>
                </a:stretch>
              </p:blipFill>
              <p:spPr>
                <a:xfrm>
                  <a:off x="11728550" y="3414997"/>
                  <a:ext cx="9000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4" name="Ink 53">
                  <a:extLst>
                    <a:ext uri="{FF2B5EF4-FFF2-40B4-BE49-F238E27FC236}">
                      <a16:creationId xmlns:a16="http://schemas.microsoft.com/office/drawing/2014/main" id="{431CD373-1210-9E0E-F857-FCE06BD2D3F7}"/>
                    </a:ext>
                  </a:extLst>
                </p14:cNvPr>
                <p14:cNvContentPartPr/>
                <p14:nvPr/>
              </p14:nvContentPartPr>
              <p14:xfrm>
                <a:off x="11720630" y="3490237"/>
                <a:ext cx="122040" cy="60840"/>
              </p14:xfrm>
            </p:contentPart>
          </mc:Choice>
          <mc:Fallback xmlns="">
            <p:pic>
              <p:nvPicPr>
                <p:cNvPr id="54" name="Ink 53">
                  <a:extLst>
                    <a:ext uri="{FF2B5EF4-FFF2-40B4-BE49-F238E27FC236}">
                      <a16:creationId xmlns:a16="http://schemas.microsoft.com/office/drawing/2014/main" id="{431CD373-1210-9E0E-F857-FCE06BD2D3F7}"/>
                    </a:ext>
                  </a:extLst>
                </p:cNvPr>
                <p:cNvPicPr/>
                <p:nvPr/>
              </p:nvPicPr>
              <p:blipFill>
                <a:blip r:embed="rId84"/>
                <a:stretch>
                  <a:fillRect/>
                </a:stretch>
              </p:blipFill>
              <p:spPr>
                <a:xfrm>
                  <a:off x="11702990" y="3472237"/>
                  <a:ext cx="15768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5" name="Ink 54">
                  <a:extLst>
                    <a:ext uri="{FF2B5EF4-FFF2-40B4-BE49-F238E27FC236}">
                      <a16:creationId xmlns:a16="http://schemas.microsoft.com/office/drawing/2014/main" id="{89318776-B9FE-0FF8-0845-5597F2B110AA}"/>
                    </a:ext>
                  </a:extLst>
                </p14:cNvPr>
                <p14:cNvContentPartPr/>
                <p14:nvPr/>
              </p14:nvContentPartPr>
              <p14:xfrm>
                <a:off x="11770670" y="3132037"/>
                <a:ext cx="192240" cy="474480"/>
              </p14:xfrm>
            </p:contentPart>
          </mc:Choice>
          <mc:Fallback xmlns="">
            <p:pic>
              <p:nvPicPr>
                <p:cNvPr id="55" name="Ink 54">
                  <a:extLst>
                    <a:ext uri="{FF2B5EF4-FFF2-40B4-BE49-F238E27FC236}">
                      <a16:creationId xmlns:a16="http://schemas.microsoft.com/office/drawing/2014/main" id="{89318776-B9FE-0FF8-0845-5597F2B110AA}"/>
                    </a:ext>
                  </a:extLst>
                </p:cNvPr>
                <p:cNvPicPr/>
                <p:nvPr/>
              </p:nvPicPr>
              <p:blipFill>
                <a:blip r:embed="rId86"/>
                <a:stretch>
                  <a:fillRect/>
                </a:stretch>
              </p:blipFill>
              <p:spPr>
                <a:xfrm>
                  <a:off x="11753030" y="3114037"/>
                  <a:ext cx="227880" cy="5101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6" name="Ink 55">
                  <a:extLst>
                    <a:ext uri="{FF2B5EF4-FFF2-40B4-BE49-F238E27FC236}">
                      <a16:creationId xmlns:a16="http://schemas.microsoft.com/office/drawing/2014/main" id="{93E06D48-1A06-A497-A56C-BF2A692C1360}"/>
                    </a:ext>
                  </a:extLst>
                </p14:cNvPr>
                <p14:cNvContentPartPr/>
                <p14:nvPr/>
              </p14:nvContentPartPr>
              <p14:xfrm>
                <a:off x="11794790" y="2795797"/>
                <a:ext cx="218880" cy="117360"/>
              </p14:xfrm>
            </p:contentPart>
          </mc:Choice>
          <mc:Fallback xmlns="">
            <p:pic>
              <p:nvPicPr>
                <p:cNvPr id="56" name="Ink 55">
                  <a:extLst>
                    <a:ext uri="{FF2B5EF4-FFF2-40B4-BE49-F238E27FC236}">
                      <a16:creationId xmlns:a16="http://schemas.microsoft.com/office/drawing/2014/main" id="{93E06D48-1A06-A497-A56C-BF2A692C1360}"/>
                    </a:ext>
                  </a:extLst>
                </p:cNvPr>
                <p:cNvPicPr/>
                <p:nvPr/>
              </p:nvPicPr>
              <p:blipFill>
                <a:blip r:embed="rId88"/>
                <a:stretch>
                  <a:fillRect/>
                </a:stretch>
              </p:blipFill>
              <p:spPr>
                <a:xfrm>
                  <a:off x="11777150" y="2778157"/>
                  <a:ext cx="25452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7" name="Ink 56">
                  <a:extLst>
                    <a:ext uri="{FF2B5EF4-FFF2-40B4-BE49-F238E27FC236}">
                      <a16:creationId xmlns:a16="http://schemas.microsoft.com/office/drawing/2014/main" id="{3CE140AE-36A6-CE16-9DB6-402B232A374E}"/>
                    </a:ext>
                  </a:extLst>
                </p14:cNvPr>
                <p14:cNvContentPartPr/>
                <p14:nvPr/>
              </p14:nvContentPartPr>
              <p14:xfrm>
                <a:off x="10806590" y="4079917"/>
                <a:ext cx="167760" cy="25920"/>
              </p14:xfrm>
            </p:contentPart>
          </mc:Choice>
          <mc:Fallback xmlns="">
            <p:pic>
              <p:nvPicPr>
                <p:cNvPr id="57" name="Ink 56">
                  <a:extLst>
                    <a:ext uri="{FF2B5EF4-FFF2-40B4-BE49-F238E27FC236}">
                      <a16:creationId xmlns:a16="http://schemas.microsoft.com/office/drawing/2014/main" id="{3CE140AE-36A6-CE16-9DB6-402B232A374E}"/>
                    </a:ext>
                  </a:extLst>
                </p:cNvPr>
                <p:cNvPicPr/>
                <p:nvPr/>
              </p:nvPicPr>
              <p:blipFill>
                <a:blip r:embed="rId90"/>
                <a:stretch>
                  <a:fillRect/>
                </a:stretch>
              </p:blipFill>
              <p:spPr>
                <a:xfrm>
                  <a:off x="10788950" y="4061917"/>
                  <a:ext cx="2034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8" name="Ink 57">
                  <a:extLst>
                    <a:ext uri="{FF2B5EF4-FFF2-40B4-BE49-F238E27FC236}">
                      <a16:creationId xmlns:a16="http://schemas.microsoft.com/office/drawing/2014/main" id="{A03A5A0A-0044-257B-3BF9-BF4B0DFC97C1}"/>
                    </a:ext>
                  </a:extLst>
                </p14:cNvPr>
                <p14:cNvContentPartPr/>
                <p14:nvPr/>
              </p14:nvContentPartPr>
              <p14:xfrm>
                <a:off x="10871750" y="4009357"/>
                <a:ext cx="32400" cy="161640"/>
              </p14:xfrm>
            </p:contentPart>
          </mc:Choice>
          <mc:Fallback xmlns="">
            <p:pic>
              <p:nvPicPr>
                <p:cNvPr id="58" name="Ink 57">
                  <a:extLst>
                    <a:ext uri="{FF2B5EF4-FFF2-40B4-BE49-F238E27FC236}">
                      <a16:creationId xmlns:a16="http://schemas.microsoft.com/office/drawing/2014/main" id="{A03A5A0A-0044-257B-3BF9-BF4B0DFC97C1}"/>
                    </a:ext>
                  </a:extLst>
                </p:cNvPr>
                <p:cNvPicPr/>
                <p:nvPr/>
              </p:nvPicPr>
              <p:blipFill>
                <a:blip r:embed="rId92"/>
                <a:stretch>
                  <a:fillRect/>
                </a:stretch>
              </p:blipFill>
              <p:spPr>
                <a:xfrm>
                  <a:off x="10853750" y="3991717"/>
                  <a:ext cx="6804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9" name="Ink 58">
                  <a:extLst>
                    <a:ext uri="{FF2B5EF4-FFF2-40B4-BE49-F238E27FC236}">
                      <a16:creationId xmlns:a16="http://schemas.microsoft.com/office/drawing/2014/main" id="{2A45D146-D5C0-0D33-69AA-70E0652E7B58}"/>
                    </a:ext>
                  </a:extLst>
                </p14:cNvPr>
                <p14:cNvContentPartPr/>
                <p14:nvPr/>
              </p14:nvContentPartPr>
              <p14:xfrm>
                <a:off x="10363790" y="4452877"/>
                <a:ext cx="214200" cy="568080"/>
              </p14:xfrm>
            </p:contentPart>
          </mc:Choice>
          <mc:Fallback xmlns="">
            <p:pic>
              <p:nvPicPr>
                <p:cNvPr id="59" name="Ink 58">
                  <a:extLst>
                    <a:ext uri="{FF2B5EF4-FFF2-40B4-BE49-F238E27FC236}">
                      <a16:creationId xmlns:a16="http://schemas.microsoft.com/office/drawing/2014/main" id="{2A45D146-D5C0-0D33-69AA-70E0652E7B58}"/>
                    </a:ext>
                  </a:extLst>
                </p:cNvPr>
                <p:cNvPicPr/>
                <p:nvPr/>
              </p:nvPicPr>
              <p:blipFill>
                <a:blip r:embed="rId94"/>
                <a:stretch>
                  <a:fillRect/>
                </a:stretch>
              </p:blipFill>
              <p:spPr>
                <a:xfrm>
                  <a:off x="10345790" y="4435237"/>
                  <a:ext cx="249840" cy="6037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0" name="Ink 59">
                  <a:extLst>
                    <a:ext uri="{FF2B5EF4-FFF2-40B4-BE49-F238E27FC236}">
                      <a16:creationId xmlns:a16="http://schemas.microsoft.com/office/drawing/2014/main" id="{73885A1F-E5C7-DE89-28F1-0819A971ED89}"/>
                    </a:ext>
                  </a:extLst>
                </p14:cNvPr>
                <p14:cNvContentPartPr/>
                <p14:nvPr/>
              </p14:nvContentPartPr>
              <p14:xfrm>
                <a:off x="10566110" y="4586077"/>
                <a:ext cx="244800" cy="228240"/>
              </p14:xfrm>
            </p:contentPart>
          </mc:Choice>
          <mc:Fallback xmlns="">
            <p:pic>
              <p:nvPicPr>
                <p:cNvPr id="60" name="Ink 59">
                  <a:extLst>
                    <a:ext uri="{FF2B5EF4-FFF2-40B4-BE49-F238E27FC236}">
                      <a16:creationId xmlns:a16="http://schemas.microsoft.com/office/drawing/2014/main" id="{73885A1F-E5C7-DE89-28F1-0819A971ED89}"/>
                    </a:ext>
                  </a:extLst>
                </p:cNvPr>
                <p:cNvPicPr/>
                <p:nvPr/>
              </p:nvPicPr>
              <p:blipFill>
                <a:blip r:embed="rId96"/>
                <a:stretch>
                  <a:fillRect/>
                </a:stretch>
              </p:blipFill>
              <p:spPr>
                <a:xfrm>
                  <a:off x="10548110" y="4568077"/>
                  <a:ext cx="28044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1" name="Ink 60">
                  <a:extLst>
                    <a:ext uri="{FF2B5EF4-FFF2-40B4-BE49-F238E27FC236}">
                      <a16:creationId xmlns:a16="http://schemas.microsoft.com/office/drawing/2014/main" id="{7A05A0F5-3476-28E1-26CC-5C300D8872DF}"/>
                    </a:ext>
                  </a:extLst>
                </p14:cNvPr>
                <p14:cNvContentPartPr/>
                <p14:nvPr/>
              </p14:nvContentPartPr>
              <p14:xfrm>
                <a:off x="10827830" y="4796677"/>
                <a:ext cx="132120" cy="113400"/>
              </p14:xfrm>
            </p:contentPart>
          </mc:Choice>
          <mc:Fallback xmlns="">
            <p:pic>
              <p:nvPicPr>
                <p:cNvPr id="61" name="Ink 60">
                  <a:extLst>
                    <a:ext uri="{FF2B5EF4-FFF2-40B4-BE49-F238E27FC236}">
                      <a16:creationId xmlns:a16="http://schemas.microsoft.com/office/drawing/2014/main" id="{7A05A0F5-3476-28E1-26CC-5C300D8872DF}"/>
                    </a:ext>
                  </a:extLst>
                </p:cNvPr>
                <p:cNvPicPr/>
                <p:nvPr/>
              </p:nvPicPr>
              <p:blipFill>
                <a:blip r:embed="rId98"/>
                <a:stretch>
                  <a:fillRect/>
                </a:stretch>
              </p:blipFill>
              <p:spPr>
                <a:xfrm>
                  <a:off x="10809830" y="4779037"/>
                  <a:ext cx="16776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2" name="Ink 61">
                  <a:extLst>
                    <a:ext uri="{FF2B5EF4-FFF2-40B4-BE49-F238E27FC236}">
                      <a16:creationId xmlns:a16="http://schemas.microsoft.com/office/drawing/2014/main" id="{F52D75ED-18CE-552A-B868-116C362143D2}"/>
                    </a:ext>
                  </a:extLst>
                </p14:cNvPr>
                <p14:cNvContentPartPr/>
                <p14:nvPr/>
              </p14:nvContentPartPr>
              <p14:xfrm>
                <a:off x="11057870" y="4865437"/>
                <a:ext cx="36720" cy="137520"/>
              </p14:xfrm>
            </p:contentPart>
          </mc:Choice>
          <mc:Fallback xmlns="">
            <p:pic>
              <p:nvPicPr>
                <p:cNvPr id="62" name="Ink 61">
                  <a:extLst>
                    <a:ext uri="{FF2B5EF4-FFF2-40B4-BE49-F238E27FC236}">
                      <a16:creationId xmlns:a16="http://schemas.microsoft.com/office/drawing/2014/main" id="{F52D75ED-18CE-552A-B868-116C362143D2}"/>
                    </a:ext>
                  </a:extLst>
                </p:cNvPr>
                <p:cNvPicPr/>
                <p:nvPr/>
              </p:nvPicPr>
              <p:blipFill>
                <a:blip r:embed="rId100"/>
                <a:stretch>
                  <a:fillRect/>
                </a:stretch>
              </p:blipFill>
              <p:spPr>
                <a:xfrm>
                  <a:off x="11040230" y="4847797"/>
                  <a:ext cx="7236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8" name="Ink 67">
                  <a:extLst>
                    <a:ext uri="{FF2B5EF4-FFF2-40B4-BE49-F238E27FC236}">
                      <a16:creationId xmlns:a16="http://schemas.microsoft.com/office/drawing/2014/main" id="{4243B1F9-8105-4676-A671-460844E1F597}"/>
                    </a:ext>
                  </a:extLst>
                </p14:cNvPr>
                <p14:cNvContentPartPr/>
                <p14:nvPr/>
              </p14:nvContentPartPr>
              <p14:xfrm>
                <a:off x="11292950" y="4756357"/>
                <a:ext cx="37080" cy="255240"/>
              </p14:xfrm>
            </p:contentPart>
          </mc:Choice>
          <mc:Fallback xmlns="">
            <p:pic>
              <p:nvPicPr>
                <p:cNvPr id="68" name="Ink 67">
                  <a:extLst>
                    <a:ext uri="{FF2B5EF4-FFF2-40B4-BE49-F238E27FC236}">
                      <a16:creationId xmlns:a16="http://schemas.microsoft.com/office/drawing/2014/main" id="{4243B1F9-8105-4676-A671-460844E1F597}"/>
                    </a:ext>
                  </a:extLst>
                </p:cNvPr>
                <p:cNvPicPr/>
                <p:nvPr/>
              </p:nvPicPr>
              <p:blipFill>
                <a:blip r:embed="rId102"/>
                <a:stretch>
                  <a:fillRect/>
                </a:stretch>
              </p:blipFill>
              <p:spPr>
                <a:xfrm>
                  <a:off x="11274950" y="4738717"/>
                  <a:ext cx="7272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9" name="Ink 68">
                  <a:extLst>
                    <a:ext uri="{FF2B5EF4-FFF2-40B4-BE49-F238E27FC236}">
                      <a16:creationId xmlns:a16="http://schemas.microsoft.com/office/drawing/2014/main" id="{F557B183-CBAA-456D-C97C-A768EDAEAD58}"/>
                    </a:ext>
                  </a:extLst>
                </p14:cNvPr>
                <p14:cNvContentPartPr/>
                <p14:nvPr/>
              </p14:nvContentPartPr>
              <p14:xfrm>
                <a:off x="11244710" y="4867957"/>
                <a:ext cx="141480" cy="55080"/>
              </p14:xfrm>
            </p:contentPart>
          </mc:Choice>
          <mc:Fallback xmlns="">
            <p:pic>
              <p:nvPicPr>
                <p:cNvPr id="69" name="Ink 68">
                  <a:extLst>
                    <a:ext uri="{FF2B5EF4-FFF2-40B4-BE49-F238E27FC236}">
                      <a16:creationId xmlns:a16="http://schemas.microsoft.com/office/drawing/2014/main" id="{F557B183-CBAA-456D-C97C-A768EDAEAD58}"/>
                    </a:ext>
                  </a:extLst>
                </p:cNvPr>
                <p:cNvPicPr/>
                <p:nvPr/>
              </p:nvPicPr>
              <p:blipFill>
                <a:blip r:embed="rId104"/>
                <a:stretch>
                  <a:fillRect/>
                </a:stretch>
              </p:blipFill>
              <p:spPr>
                <a:xfrm>
                  <a:off x="11226710" y="4850317"/>
                  <a:ext cx="17712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70" name="Ink 69">
                  <a:extLst>
                    <a:ext uri="{FF2B5EF4-FFF2-40B4-BE49-F238E27FC236}">
                      <a16:creationId xmlns:a16="http://schemas.microsoft.com/office/drawing/2014/main" id="{004E8F3F-30BE-5D0D-A584-0F031E042788}"/>
                    </a:ext>
                  </a:extLst>
                </p14:cNvPr>
                <p14:cNvContentPartPr/>
                <p14:nvPr/>
              </p14:nvContentPartPr>
              <p14:xfrm>
                <a:off x="11438390" y="4838797"/>
                <a:ext cx="43200" cy="156960"/>
              </p14:xfrm>
            </p:contentPart>
          </mc:Choice>
          <mc:Fallback xmlns="">
            <p:pic>
              <p:nvPicPr>
                <p:cNvPr id="70" name="Ink 69">
                  <a:extLst>
                    <a:ext uri="{FF2B5EF4-FFF2-40B4-BE49-F238E27FC236}">
                      <a16:creationId xmlns:a16="http://schemas.microsoft.com/office/drawing/2014/main" id="{004E8F3F-30BE-5D0D-A584-0F031E042788}"/>
                    </a:ext>
                  </a:extLst>
                </p:cNvPr>
                <p:cNvPicPr/>
                <p:nvPr/>
              </p:nvPicPr>
              <p:blipFill>
                <a:blip r:embed="rId106"/>
                <a:stretch>
                  <a:fillRect/>
                </a:stretch>
              </p:blipFill>
              <p:spPr>
                <a:xfrm>
                  <a:off x="11420390" y="4821157"/>
                  <a:ext cx="7884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1" name="Ink 70">
                  <a:extLst>
                    <a:ext uri="{FF2B5EF4-FFF2-40B4-BE49-F238E27FC236}">
                      <a16:creationId xmlns:a16="http://schemas.microsoft.com/office/drawing/2014/main" id="{086DFAB3-1A56-66B0-5E00-CB524D63973E}"/>
                    </a:ext>
                  </a:extLst>
                </p14:cNvPr>
                <p14:cNvContentPartPr/>
                <p14:nvPr/>
              </p14:nvContentPartPr>
              <p14:xfrm>
                <a:off x="11548550" y="4896037"/>
                <a:ext cx="36000" cy="73440"/>
              </p14:xfrm>
            </p:contentPart>
          </mc:Choice>
          <mc:Fallback xmlns="">
            <p:pic>
              <p:nvPicPr>
                <p:cNvPr id="71" name="Ink 70">
                  <a:extLst>
                    <a:ext uri="{FF2B5EF4-FFF2-40B4-BE49-F238E27FC236}">
                      <a16:creationId xmlns:a16="http://schemas.microsoft.com/office/drawing/2014/main" id="{086DFAB3-1A56-66B0-5E00-CB524D63973E}"/>
                    </a:ext>
                  </a:extLst>
                </p:cNvPr>
                <p:cNvPicPr/>
                <p:nvPr/>
              </p:nvPicPr>
              <p:blipFill>
                <a:blip r:embed="rId108"/>
                <a:stretch>
                  <a:fillRect/>
                </a:stretch>
              </p:blipFill>
              <p:spPr>
                <a:xfrm>
                  <a:off x="11530550" y="4878037"/>
                  <a:ext cx="7164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72" name="Ink 71">
                  <a:extLst>
                    <a:ext uri="{FF2B5EF4-FFF2-40B4-BE49-F238E27FC236}">
                      <a16:creationId xmlns:a16="http://schemas.microsoft.com/office/drawing/2014/main" id="{59650889-72EE-9D5C-59EC-3EE5601555C1}"/>
                    </a:ext>
                  </a:extLst>
                </p14:cNvPr>
                <p14:cNvContentPartPr/>
                <p14:nvPr/>
              </p14:nvContentPartPr>
              <p14:xfrm>
                <a:off x="11522270" y="4787317"/>
                <a:ext cx="22320" cy="8280"/>
              </p14:xfrm>
            </p:contentPart>
          </mc:Choice>
          <mc:Fallback xmlns="">
            <p:pic>
              <p:nvPicPr>
                <p:cNvPr id="72" name="Ink 71">
                  <a:extLst>
                    <a:ext uri="{FF2B5EF4-FFF2-40B4-BE49-F238E27FC236}">
                      <a16:creationId xmlns:a16="http://schemas.microsoft.com/office/drawing/2014/main" id="{59650889-72EE-9D5C-59EC-3EE5601555C1}"/>
                    </a:ext>
                  </a:extLst>
                </p:cNvPr>
                <p:cNvPicPr/>
                <p:nvPr/>
              </p:nvPicPr>
              <p:blipFill>
                <a:blip r:embed="rId110"/>
                <a:stretch>
                  <a:fillRect/>
                </a:stretch>
              </p:blipFill>
              <p:spPr>
                <a:xfrm>
                  <a:off x="11504630" y="4769317"/>
                  <a:ext cx="5796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4" name="Ink 73">
                  <a:extLst>
                    <a:ext uri="{FF2B5EF4-FFF2-40B4-BE49-F238E27FC236}">
                      <a16:creationId xmlns:a16="http://schemas.microsoft.com/office/drawing/2014/main" id="{A3893F5D-37CA-0E9A-9C55-E151D58B2C5F}"/>
                    </a:ext>
                  </a:extLst>
                </p14:cNvPr>
                <p14:cNvContentPartPr/>
                <p14:nvPr/>
              </p14:nvContentPartPr>
              <p14:xfrm>
                <a:off x="11570510" y="4432357"/>
                <a:ext cx="276840" cy="532080"/>
              </p14:xfrm>
            </p:contentPart>
          </mc:Choice>
          <mc:Fallback xmlns="">
            <p:pic>
              <p:nvPicPr>
                <p:cNvPr id="74" name="Ink 73">
                  <a:extLst>
                    <a:ext uri="{FF2B5EF4-FFF2-40B4-BE49-F238E27FC236}">
                      <a16:creationId xmlns:a16="http://schemas.microsoft.com/office/drawing/2014/main" id="{A3893F5D-37CA-0E9A-9C55-E151D58B2C5F}"/>
                    </a:ext>
                  </a:extLst>
                </p:cNvPr>
                <p:cNvPicPr/>
                <p:nvPr/>
              </p:nvPicPr>
              <p:blipFill>
                <a:blip r:embed="rId112"/>
                <a:stretch>
                  <a:fillRect/>
                </a:stretch>
              </p:blipFill>
              <p:spPr>
                <a:xfrm>
                  <a:off x="11552510" y="4414357"/>
                  <a:ext cx="312480" cy="5677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5" name="Ink 74">
                  <a:extLst>
                    <a:ext uri="{FF2B5EF4-FFF2-40B4-BE49-F238E27FC236}">
                      <a16:creationId xmlns:a16="http://schemas.microsoft.com/office/drawing/2014/main" id="{0D201590-DA4F-D5D7-5EE6-0E3D305A1B2F}"/>
                    </a:ext>
                  </a:extLst>
                </p14:cNvPr>
                <p14:cNvContentPartPr/>
                <p14:nvPr/>
              </p14:nvContentPartPr>
              <p14:xfrm>
                <a:off x="11836910" y="4293037"/>
                <a:ext cx="97560" cy="115920"/>
              </p14:xfrm>
            </p:contentPart>
          </mc:Choice>
          <mc:Fallback xmlns="">
            <p:pic>
              <p:nvPicPr>
                <p:cNvPr id="75" name="Ink 74">
                  <a:extLst>
                    <a:ext uri="{FF2B5EF4-FFF2-40B4-BE49-F238E27FC236}">
                      <a16:creationId xmlns:a16="http://schemas.microsoft.com/office/drawing/2014/main" id="{0D201590-DA4F-D5D7-5EE6-0E3D305A1B2F}"/>
                    </a:ext>
                  </a:extLst>
                </p:cNvPr>
                <p:cNvPicPr/>
                <p:nvPr/>
              </p:nvPicPr>
              <p:blipFill>
                <a:blip r:embed="rId114"/>
                <a:stretch>
                  <a:fillRect/>
                </a:stretch>
              </p:blipFill>
              <p:spPr>
                <a:xfrm>
                  <a:off x="11818910" y="4275037"/>
                  <a:ext cx="13320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7" name="Ink 76">
                  <a:extLst>
                    <a:ext uri="{FF2B5EF4-FFF2-40B4-BE49-F238E27FC236}">
                      <a16:creationId xmlns:a16="http://schemas.microsoft.com/office/drawing/2014/main" id="{472671FA-A869-E299-7936-C75701F92858}"/>
                    </a:ext>
                  </a:extLst>
                </p14:cNvPr>
                <p14:cNvContentPartPr/>
                <p14:nvPr/>
              </p14:nvContentPartPr>
              <p14:xfrm>
                <a:off x="10124390" y="1787437"/>
                <a:ext cx="167760" cy="3796920"/>
              </p14:xfrm>
            </p:contentPart>
          </mc:Choice>
          <mc:Fallback xmlns="">
            <p:pic>
              <p:nvPicPr>
                <p:cNvPr id="77" name="Ink 76">
                  <a:extLst>
                    <a:ext uri="{FF2B5EF4-FFF2-40B4-BE49-F238E27FC236}">
                      <a16:creationId xmlns:a16="http://schemas.microsoft.com/office/drawing/2014/main" id="{472671FA-A869-E299-7936-C75701F92858}"/>
                    </a:ext>
                  </a:extLst>
                </p:cNvPr>
                <p:cNvPicPr/>
                <p:nvPr/>
              </p:nvPicPr>
              <p:blipFill>
                <a:blip r:embed="rId116"/>
                <a:stretch>
                  <a:fillRect/>
                </a:stretch>
              </p:blipFill>
              <p:spPr>
                <a:xfrm>
                  <a:off x="10106390" y="1769797"/>
                  <a:ext cx="203400" cy="38325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78" name="Ink 77">
                  <a:extLst>
                    <a:ext uri="{FF2B5EF4-FFF2-40B4-BE49-F238E27FC236}">
                      <a16:creationId xmlns:a16="http://schemas.microsoft.com/office/drawing/2014/main" id="{17C9B272-9F4E-8D06-C2D0-702798DB8002}"/>
                    </a:ext>
                  </a:extLst>
                </p14:cNvPr>
                <p14:cNvContentPartPr/>
                <p14:nvPr/>
              </p14:nvContentPartPr>
              <p14:xfrm>
                <a:off x="10322750" y="1665397"/>
                <a:ext cx="1741320" cy="248760"/>
              </p14:xfrm>
            </p:contentPart>
          </mc:Choice>
          <mc:Fallback xmlns="">
            <p:pic>
              <p:nvPicPr>
                <p:cNvPr id="78" name="Ink 77">
                  <a:extLst>
                    <a:ext uri="{FF2B5EF4-FFF2-40B4-BE49-F238E27FC236}">
                      <a16:creationId xmlns:a16="http://schemas.microsoft.com/office/drawing/2014/main" id="{17C9B272-9F4E-8D06-C2D0-702798DB8002}"/>
                    </a:ext>
                  </a:extLst>
                </p:cNvPr>
                <p:cNvPicPr/>
                <p:nvPr/>
              </p:nvPicPr>
              <p:blipFill>
                <a:blip r:embed="rId118"/>
                <a:stretch>
                  <a:fillRect/>
                </a:stretch>
              </p:blipFill>
              <p:spPr>
                <a:xfrm>
                  <a:off x="10304750" y="1647757"/>
                  <a:ext cx="177696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9" name="Ink 78">
                  <a:extLst>
                    <a:ext uri="{FF2B5EF4-FFF2-40B4-BE49-F238E27FC236}">
                      <a16:creationId xmlns:a16="http://schemas.microsoft.com/office/drawing/2014/main" id="{02FD82C7-7AC1-C3AC-167A-4B3098642D23}"/>
                    </a:ext>
                  </a:extLst>
                </p14:cNvPr>
                <p14:cNvContentPartPr/>
                <p14:nvPr/>
              </p14:nvContentPartPr>
              <p14:xfrm>
                <a:off x="10371710" y="1733797"/>
                <a:ext cx="1782000" cy="3769200"/>
              </p14:xfrm>
            </p:contentPart>
          </mc:Choice>
          <mc:Fallback xmlns="">
            <p:pic>
              <p:nvPicPr>
                <p:cNvPr id="79" name="Ink 78">
                  <a:extLst>
                    <a:ext uri="{FF2B5EF4-FFF2-40B4-BE49-F238E27FC236}">
                      <a16:creationId xmlns:a16="http://schemas.microsoft.com/office/drawing/2014/main" id="{02FD82C7-7AC1-C3AC-167A-4B3098642D23}"/>
                    </a:ext>
                  </a:extLst>
                </p:cNvPr>
                <p:cNvPicPr/>
                <p:nvPr/>
              </p:nvPicPr>
              <p:blipFill>
                <a:blip r:embed="rId120"/>
                <a:stretch>
                  <a:fillRect/>
                </a:stretch>
              </p:blipFill>
              <p:spPr>
                <a:xfrm>
                  <a:off x="10354070" y="1716157"/>
                  <a:ext cx="1817640" cy="3804840"/>
                </a:xfrm>
                <a:prstGeom prst="rect">
                  <a:avLst/>
                </a:prstGeom>
              </p:spPr>
            </p:pic>
          </mc:Fallback>
        </mc:AlternateContent>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Power</a:t>
            </a:r>
            <a:r>
              <a:rPr spc="-60" dirty="0"/>
              <a:t> </a:t>
            </a:r>
            <a:r>
              <a:rPr dirty="0"/>
              <a:t>perspective</a:t>
            </a:r>
            <a:r>
              <a:rPr spc="-35" dirty="0"/>
              <a:t> </a:t>
            </a:r>
            <a:r>
              <a:rPr dirty="0"/>
              <a:t>of</a:t>
            </a:r>
            <a:r>
              <a:rPr spc="-45" dirty="0"/>
              <a:t> </a:t>
            </a:r>
            <a:r>
              <a:rPr dirty="0"/>
              <a:t>noise</a:t>
            </a:r>
            <a:r>
              <a:rPr spc="-20" dirty="0"/>
              <a:t> </a:t>
            </a:r>
            <a:r>
              <a:rPr spc="-10" dirty="0"/>
              <a:t>addition</a:t>
            </a:r>
          </a:p>
        </p:txBody>
      </p:sp>
      <p:pic>
        <p:nvPicPr>
          <p:cNvPr id="3" name="object 3"/>
          <p:cNvPicPr/>
          <p:nvPr/>
        </p:nvPicPr>
        <p:blipFill>
          <a:blip r:embed="rId2" cstate="print"/>
          <a:stretch>
            <a:fillRect/>
          </a:stretch>
        </p:blipFill>
        <p:spPr>
          <a:xfrm>
            <a:off x="1772710" y="1130995"/>
            <a:ext cx="8306713" cy="424695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Examples</a:t>
            </a:r>
            <a:r>
              <a:rPr spc="-80" dirty="0"/>
              <a:t> </a:t>
            </a:r>
            <a:r>
              <a:rPr dirty="0"/>
              <a:t>of</a:t>
            </a:r>
            <a:r>
              <a:rPr spc="-80" dirty="0"/>
              <a:t> </a:t>
            </a:r>
            <a:r>
              <a:rPr dirty="0"/>
              <a:t>calculating</a:t>
            </a:r>
            <a:r>
              <a:rPr spc="-50" dirty="0"/>
              <a:t> </a:t>
            </a:r>
            <a:r>
              <a:rPr spc="-10" dirty="0"/>
              <a:t>Noise</a:t>
            </a:r>
          </a:p>
        </p:txBody>
      </p:sp>
      <p:pic>
        <p:nvPicPr>
          <p:cNvPr id="3" name="object 3"/>
          <p:cNvPicPr/>
          <p:nvPr/>
        </p:nvPicPr>
        <p:blipFill>
          <a:blip r:embed="rId2" cstate="print"/>
          <a:stretch>
            <a:fillRect/>
          </a:stretch>
        </p:blipFill>
        <p:spPr>
          <a:xfrm>
            <a:off x="2045165" y="1104370"/>
            <a:ext cx="7945222" cy="5039788"/>
          </a:xfrm>
          <a:prstGeom prst="rect">
            <a:avLst/>
          </a:prstGeom>
        </p:spPr>
      </p:pic>
      <p:pic>
        <p:nvPicPr>
          <p:cNvPr id="4" name="Picture 3" descr="A white background with black text and black text&#10;&#10;AI-generated content may be incorrect.">
            <a:extLst>
              <a:ext uri="{FF2B5EF4-FFF2-40B4-BE49-F238E27FC236}">
                <a16:creationId xmlns:a16="http://schemas.microsoft.com/office/drawing/2014/main" id="{7B2E21C2-7E6B-32C8-9982-C679465D2A98}"/>
              </a:ext>
            </a:extLst>
          </p:cNvPr>
          <p:cNvPicPr>
            <a:picLocks noChangeAspect="1"/>
          </p:cNvPicPr>
          <p:nvPr/>
        </p:nvPicPr>
        <p:blipFill>
          <a:blip r:embed="rId3">
            <a:extLst>
              <a:ext uri="{28A0092B-C50C-407E-A947-70E740481C1C}">
                <a14:useLocalDpi xmlns:a14="http://schemas.microsoft.com/office/drawing/2010/main" val="0"/>
              </a:ext>
            </a:extLst>
          </a:blip>
          <a:srcRect l="37133" r="35861" b="89091"/>
          <a:stretch>
            <a:fillRect/>
          </a:stretch>
        </p:blipFill>
        <p:spPr>
          <a:xfrm>
            <a:off x="4724400" y="2362200"/>
            <a:ext cx="2743200" cy="685800"/>
          </a:xfrm>
          <a:prstGeom prst="rect">
            <a:avLst/>
          </a:prstGeom>
        </p:spPr>
      </p:pic>
      <p:pic>
        <p:nvPicPr>
          <p:cNvPr id="5" name="Picture 4" descr="A white paper with black text&#10;&#10;AI-generated content may be incorrect.">
            <a:extLst>
              <a:ext uri="{FF2B5EF4-FFF2-40B4-BE49-F238E27FC236}">
                <a16:creationId xmlns:a16="http://schemas.microsoft.com/office/drawing/2014/main" id="{1BD31B50-0092-3635-F1F0-1845044ECE01}"/>
              </a:ext>
            </a:extLst>
          </p:cNvPr>
          <p:cNvPicPr>
            <a:picLocks noChangeAspect="1"/>
          </p:cNvPicPr>
          <p:nvPr/>
        </p:nvPicPr>
        <p:blipFill>
          <a:blip r:embed="rId4">
            <a:extLst>
              <a:ext uri="{28A0092B-C50C-407E-A947-70E740481C1C}">
                <a14:useLocalDpi xmlns:a14="http://schemas.microsoft.com/office/drawing/2010/main" val="0"/>
              </a:ext>
            </a:extLst>
          </a:blip>
          <a:srcRect l="37345" t="-483" r="36626" b="87878"/>
          <a:stretch>
            <a:fillRect/>
          </a:stretch>
        </p:blipFill>
        <p:spPr>
          <a:xfrm>
            <a:off x="4763589" y="3078480"/>
            <a:ext cx="2704011" cy="822960"/>
          </a:xfrm>
          <a:prstGeom prst="rect">
            <a:avLst/>
          </a:prstGeom>
        </p:spPr>
      </p:pic>
      <p:pic>
        <p:nvPicPr>
          <p:cNvPr id="6" name="Picture 5" descr="A white paper with black text&#10;&#10;AI-generated content may be incorrect.">
            <a:extLst>
              <a:ext uri="{FF2B5EF4-FFF2-40B4-BE49-F238E27FC236}">
                <a16:creationId xmlns:a16="http://schemas.microsoft.com/office/drawing/2014/main" id="{B2C4D2E3-3665-3BFA-36B3-78A4D9F35A51}"/>
              </a:ext>
            </a:extLst>
          </p:cNvPr>
          <p:cNvPicPr>
            <a:picLocks noChangeAspect="1"/>
          </p:cNvPicPr>
          <p:nvPr/>
        </p:nvPicPr>
        <p:blipFill>
          <a:blip r:embed="rId4">
            <a:extLst>
              <a:ext uri="{28A0092B-C50C-407E-A947-70E740481C1C}">
                <a14:useLocalDpi xmlns:a14="http://schemas.microsoft.com/office/drawing/2010/main" val="0"/>
              </a:ext>
            </a:extLst>
          </a:blip>
          <a:srcRect l="52015" t="82" r="36626" b="87878"/>
          <a:stretch>
            <a:fillRect/>
          </a:stretch>
        </p:blipFill>
        <p:spPr>
          <a:xfrm>
            <a:off x="6934200" y="4522829"/>
            <a:ext cx="1180011" cy="786079"/>
          </a:xfrm>
          <a:prstGeom prst="rect">
            <a:avLst/>
          </a:prstGeom>
        </p:spPr>
      </p:pic>
      <p:grpSp>
        <p:nvGrpSpPr>
          <p:cNvPr id="33" name="Group 32">
            <a:extLst>
              <a:ext uri="{FF2B5EF4-FFF2-40B4-BE49-F238E27FC236}">
                <a16:creationId xmlns:a16="http://schemas.microsoft.com/office/drawing/2014/main" id="{AE983BF2-9E81-21FF-81CD-1BBF2D3D1349}"/>
              </a:ext>
            </a:extLst>
          </p:cNvPr>
          <p:cNvGrpSpPr/>
          <p:nvPr/>
        </p:nvGrpSpPr>
        <p:grpSpPr>
          <a:xfrm>
            <a:off x="9919983" y="824593"/>
            <a:ext cx="2108880" cy="2225520"/>
            <a:chOff x="9919983" y="824593"/>
            <a:chExt cx="2108880" cy="2225520"/>
          </a:xfrm>
        </p:grpSpPr>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4D19A586-886E-7B57-5226-A648F4AC6A62}"/>
                    </a:ext>
                  </a:extLst>
                </p14:cNvPr>
                <p14:cNvContentPartPr/>
                <p14:nvPr/>
              </p14:nvContentPartPr>
              <p14:xfrm>
                <a:off x="10047423" y="2029873"/>
                <a:ext cx="197280" cy="392400"/>
              </p14:xfrm>
            </p:contentPart>
          </mc:Choice>
          <mc:Fallback>
            <p:pic>
              <p:nvPicPr>
                <p:cNvPr id="7" name="Ink 6">
                  <a:extLst>
                    <a:ext uri="{FF2B5EF4-FFF2-40B4-BE49-F238E27FC236}">
                      <a16:creationId xmlns:a16="http://schemas.microsoft.com/office/drawing/2014/main" id="{4D19A586-886E-7B57-5226-A648F4AC6A62}"/>
                    </a:ext>
                  </a:extLst>
                </p:cNvPr>
                <p:cNvPicPr/>
                <p:nvPr/>
              </p:nvPicPr>
              <p:blipFill>
                <a:blip r:embed="rId6"/>
                <a:stretch>
                  <a:fillRect/>
                </a:stretch>
              </p:blipFill>
              <p:spPr>
                <a:xfrm>
                  <a:off x="10029783" y="2012233"/>
                  <a:ext cx="232920" cy="4280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8D75EE0C-E2C3-EDB3-E29C-CFF7879C5FBC}"/>
                    </a:ext>
                  </a:extLst>
                </p14:cNvPr>
                <p14:cNvContentPartPr/>
                <p14:nvPr/>
              </p14:nvContentPartPr>
              <p14:xfrm>
                <a:off x="9990183" y="2077753"/>
                <a:ext cx="439200" cy="389520"/>
              </p14:xfrm>
            </p:contentPart>
          </mc:Choice>
          <mc:Fallback>
            <p:pic>
              <p:nvPicPr>
                <p:cNvPr id="8" name="Ink 7">
                  <a:extLst>
                    <a:ext uri="{FF2B5EF4-FFF2-40B4-BE49-F238E27FC236}">
                      <a16:creationId xmlns:a16="http://schemas.microsoft.com/office/drawing/2014/main" id="{8D75EE0C-E2C3-EDB3-E29C-CFF7879C5FBC}"/>
                    </a:ext>
                  </a:extLst>
                </p:cNvPr>
                <p:cNvPicPr/>
                <p:nvPr/>
              </p:nvPicPr>
              <p:blipFill>
                <a:blip r:embed="rId8"/>
                <a:stretch>
                  <a:fillRect/>
                </a:stretch>
              </p:blipFill>
              <p:spPr>
                <a:xfrm>
                  <a:off x="9972543" y="2059753"/>
                  <a:ext cx="474840" cy="4251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3A8182DD-7988-7C14-0BF5-440D036A622A}"/>
                    </a:ext>
                  </a:extLst>
                </p14:cNvPr>
                <p14:cNvContentPartPr/>
                <p14:nvPr/>
              </p14:nvContentPartPr>
              <p14:xfrm>
                <a:off x="9919983" y="2028793"/>
                <a:ext cx="612000" cy="83520"/>
              </p14:xfrm>
            </p:contentPart>
          </mc:Choice>
          <mc:Fallback>
            <p:pic>
              <p:nvPicPr>
                <p:cNvPr id="9" name="Ink 8">
                  <a:extLst>
                    <a:ext uri="{FF2B5EF4-FFF2-40B4-BE49-F238E27FC236}">
                      <a16:creationId xmlns:a16="http://schemas.microsoft.com/office/drawing/2014/main" id="{3A8182DD-7988-7C14-0BF5-440D036A622A}"/>
                    </a:ext>
                  </a:extLst>
                </p:cNvPr>
                <p:cNvPicPr/>
                <p:nvPr/>
              </p:nvPicPr>
              <p:blipFill>
                <a:blip r:embed="rId10"/>
                <a:stretch>
                  <a:fillRect/>
                </a:stretch>
              </p:blipFill>
              <p:spPr>
                <a:xfrm>
                  <a:off x="9901983" y="2011153"/>
                  <a:ext cx="64764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754E2623-AB2B-AE45-C846-B665C165DCA4}"/>
                    </a:ext>
                  </a:extLst>
                </p14:cNvPr>
                <p14:cNvContentPartPr/>
                <p14:nvPr/>
              </p14:nvContentPartPr>
              <p14:xfrm>
                <a:off x="10177383" y="1556473"/>
                <a:ext cx="39960" cy="484920"/>
              </p14:xfrm>
            </p:contentPart>
          </mc:Choice>
          <mc:Fallback>
            <p:pic>
              <p:nvPicPr>
                <p:cNvPr id="10" name="Ink 9">
                  <a:extLst>
                    <a:ext uri="{FF2B5EF4-FFF2-40B4-BE49-F238E27FC236}">
                      <a16:creationId xmlns:a16="http://schemas.microsoft.com/office/drawing/2014/main" id="{754E2623-AB2B-AE45-C846-B665C165DCA4}"/>
                    </a:ext>
                  </a:extLst>
                </p:cNvPr>
                <p:cNvPicPr/>
                <p:nvPr/>
              </p:nvPicPr>
              <p:blipFill>
                <a:blip r:embed="rId12"/>
                <a:stretch>
                  <a:fillRect/>
                </a:stretch>
              </p:blipFill>
              <p:spPr>
                <a:xfrm>
                  <a:off x="10159743" y="1538473"/>
                  <a:ext cx="75600" cy="5205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B8FF4451-830B-D965-93E7-BA451D621543}"/>
                    </a:ext>
                  </a:extLst>
                </p14:cNvPr>
                <p14:cNvContentPartPr/>
                <p14:nvPr/>
              </p14:nvContentPartPr>
              <p14:xfrm>
                <a:off x="10142823" y="1499233"/>
                <a:ext cx="875520" cy="111960"/>
              </p14:xfrm>
            </p:contentPart>
          </mc:Choice>
          <mc:Fallback>
            <p:pic>
              <p:nvPicPr>
                <p:cNvPr id="11" name="Ink 10">
                  <a:extLst>
                    <a:ext uri="{FF2B5EF4-FFF2-40B4-BE49-F238E27FC236}">
                      <a16:creationId xmlns:a16="http://schemas.microsoft.com/office/drawing/2014/main" id="{B8FF4451-830B-D965-93E7-BA451D621543}"/>
                    </a:ext>
                  </a:extLst>
                </p:cNvPr>
                <p:cNvPicPr/>
                <p:nvPr/>
              </p:nvPicPr>
              <p:blipFill>
                <a:blip r:embed="rId14"/>
                <a:stretch>
                  <a:fillRect/>
                </a:stretch>
              </p:blipFill>
              <p:spPr>
                <a:xfrm>
                  <a:off x="10124823" y="1481233"/>
                  <a:ext cx="91116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648AC97A-EEA6-B300-AA51-E6B060DBCCCD}"/>
                    </a:ext>
                  </a:extLst>
                </p14:cNvPr>
                <p14:cNvContentPartPr/>
                <p14:nvPr/>
              </p14:nvContentPartPr>
              <p14:xfrm>
                <a:off x="10908903" y="1170193"/>
                <a:ext cx="84960" cy="994320"/>
              </p14:xfrm>
            </p:contentPart>
          </mc:Choice>
          <mc:Fallback>
            <p:pic>
              <p:nvPicPr>
                <p:cNvPr id="12" name="Ink 11">
                  <a:extLst>
                    <a:ext uri="{FF2B5EF4-FFF2-40B4-BE49-F238E27FC236}">
                      <a16:creationId xmlns:a16="http://schemas.microsoft.com/office/drawing/2014/main" id="{648AC97A-EEA6-B300-AA51-E6B060DBCCCD}"/>
                    </a:ext>
                  </a:extLst>
                </p:cNvPr>
                <p:cNvPicPr/>
                <p:nvPr/>
              </p:nvPicPr>
              <p:blipFill>
                <a:blip r:embed="rId16"/>
                <a:stretch>
                  <a:fillRect/>
                </a:stretch>
              </p:blipFill>
              <p:spPr>
                <a:xfrm>
                  <a:off x="10890903" y="1152193"/>
                  <a:ext cx="120600" cy="10299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77DEB1AA-94C1-147D-3146-348E8DD81913}"/>
                    </a:ext>
                  </a:extLst>
                </p14:cNvPr>
                <p14:cNvContentPartPr/>
                <p14:nvPr/>
              </p14:nvContentPartPr>
              <p14:xfrm>
                <a:off x="10843383" y="1277833"/>
                <a:ext cx="716040" cy="867600"/>
              </p14:xfrm>
            </p:contentPart>
          </mc:Choice>
          <mc:Fallback>
            <p:pic>
              <p:nvPicPr>
                <p:cNvPr id="13" name="Ink 12">
                  <a:extLst>
                    <a:ext uri="{FF2B5EF4-FFF2-40B4-BE49-F238E27FC236}">
                      <a16:creationId xmlns:a16="http://schemas.microsoft.com/office/drawing/2014/main" id="{77DEB1AA-94C1-147D-3146-348E8DD81913}"/>
                    </a:ext>
                  </a:extLst>
                </p:cNvPr>
                <p:cNvPicPr/>
                <p:nvPr/>
              </p:nvPicPr>
              <p:blipFill>
                <a:blip r:embed="rId18"/>
                <a:stretch>
                  <a:fillRect/>
                </a:stretch>
              </p:blipFill>
              <p:spPr>
                <a:xfrm>
                  <a:off x="10825383" y="1260193"/>
                  <a:ext cx="751680" cy="9032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8D353B05-BC55-A379-FA5F-679AF4B45B56}"/>
                    </a:ext>
                  </a:extLst>
                </p14:cNvPr>
                <p14:cNvContentPartPr/>
                <p14:nvPr/>
              </p14:nvContentPartPr>
              <p14:xfrm>
                <a:off x="11036703" y="1578433"/>
                <a:ext cx="181800" cy="34200"/>
              </p14:xfrm>
            </p:contentPart>
          </mc:Choice>
          <mc:Fallback>
            <p:pic>
              <p:nvPicPr>
                <p:cNvPr id="14" name="Ink 13">
                  <a:extLst>
                    <a:ext uri="{FF2B5EF4-FFF2-40B4-BE49-F238E27FC236}">
                      <a16:creationId xmlns:a16="http://schemas.microsoft.com/office/drawing/2014/main" id="{8D353B05-BC55-A379-FA5F-679AF4B45B56}"/>
                    </a:ext>
                  </a:extLst>
                </p:cNvPr>
                <p:cNvPicPr/>
                <p:nvPr/>
              </p:nvPicPr>
              <p:blipFill>
                <a:blip r:embed="rId20"/>
                <a:stretch>
                  <a:fillRect/>
                </a:stretch>
              </p:blipFill>
              <p:spPr>
                <a:xfrm>
                  <a:off x="11018703" y="1560793"/>
                  <a:ext cx="217440" cy="698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31009081-54E2-8EF0-8DEF-FBCD0E6070AB}"/>
                    </a:ext>
                  </a:extLst>
                </p14:cNvPr>
                <p14:cNvContentPartPr/>
                <p14:nvPr/>
              </p14:nvContentPartPr>
              <p14:xfrm>
                <a:off x="11089263" y="1789033"/>
                <a:ext cx="130320" cy="40680"/>
              </p14:xfrm>
            </p:contentPart>
          </mc:Choice>
          <mc:Fallback>
            <p:pic>
              <p:nvPicPr>
                <p:cNvPr id="15" name="Ink 14">
                  <a:extLst>
                    <a:ext uri="{FF2B5EF4-FFF2-40B4-BE49-F238E27FC236}">
                      <a16:creationId xmlns:a16="http://schemas.microsoft.com/office/drawing/2014/main" id="{31009081-54E2-8EF0-8DEF-FBCD0E6070AB}"/>
                    </a:ext>
                  </a:extLst>
                </p:cNvPr>
                <p:cNvPicPr/>
                <p:nvPr/>
              </p:nvPicPr>
              <p:blipFill>
                <a:blip r:embed="rId22"/>
                <a:stretch>
                  <a:fillRect/>
                </a:stretch>
              </p:blipFill>
              <p:spPr>
                <a:xfrm>
                  <a:off x="11071263" y="1771033"/>
                  <a:ext cx="16596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39DAE8DC-0A43-CEFB-23CA-98D468465FA2}"/>
                    </a:ext>
                  </a:extLst>
                </p14:cNvPr>
                <p14:cNvContentPartPr/>
                <p14:nvPr/>
              </p14:nvContentPartPr>
              <p14:xfrm>
                <a:off x="11119503" y="1772473"/>
                <a:ext cx="29160" cy="193320"/>
              </p14:xfrm>
            </p:contentPart>
          </mc:Choice>
          <mc:Fallback>
            <p:pic>
              <p:nvPicPr>
                <p:cNvPr id="16" name="Ink 15">
                  <a:extLst>
                    <a:ext uri="{FF2B5EF4-FFF2-40B4-BE49-F238E27FC236}">
                      <a16:creationId xmlns:a16="http://schemas.microsoft.com/office/drawing/2014/main" id="{39DAE8DC-0A43-CEFB-23CA-98D468465FA2}"/>
                    </a:ext>
                  </a:extLst>
                </p:cNvPr>
                <p:cNvPicPr/>
                <p:nvPr/>
              </p:nvPicPr>
              <p:blipFill>
                <a:blip r:embed="rId24"/>
                <a:stretch>
                  <a:fillRect/>
                </a:stretch>
              </p:blipFill>
              <p:spPr>
                <a:xfrm>
                  <a:off x="11101503" y="1754833"/>
                  <a:ext cx="6480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408AE124-9D1B-65E4-DA09-F573F737BEAF}"/>
                    </a:ext>
                  </a:extLst>
                </p14:cNvPr>
                <p14:cNvContentPartPr/>
                <p14:nvPr/>
              </p14:nvContentPartPr>
              <p14:xfrm>
                <a:off x="10249023" y="2470153"/>
                <a:ext cx="109800" cy="397800"/>
              </p14:xfrm>
            </p:contentPart>
          </mc:Choice>
          <mc:Fallback>
            <p:pic>
              <p:nvPicPr>
                <p:cNvPr id="17" name="Ink 16">
                  <a:extLst>
                    <a:ext uri="{FF2B5EF4-FFF2-40B4-BE49-F238E27FC236}">
                      <a16:creationId xmlns:a16="http://schemas.microsoft.com/office/drawing/2014/main" id="{408AE124-9D1B-65E4-DA09-F573F737BEAF}"/>
                    </a:ext>
                  </a:extLst>
                </p:cNvPr>
                <p:cNvPicPr/>
                <p:nvPr/>
              </p:nvPicPr>
              <p:blipFill>
                <a:blip r:embed="rId26"/>
                <a:stretch>
                  <a:fillRect/>
                </a:stretch>
              </p:blipFill>
              <p:spPr>
                <a:xfrm>
                  <a:off x="10231383" y="2452513"/>
                  <a:ext cx="145440" cy="4334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289A706F-54FB-76CE-8468-535B616B2D8C}"/>
                    </a:ext>
                  </a:extLst>
                </p14:cNvPr>
                <p14:cNvContentPartPr/>
                <p14:nvPr/>
              </p14:nvContentPartPr>
              <p14:xfrm>
                <a:off x="10144983" y="2901433"/>
                <a:ext cx="263880" cy="48960"/>
              </p14:xfrm>
            </p:contentPart>
          </mc:Choice>
          <mc:Fallback>
            <p:pic>
              <p:nvPicPr>
                <p:cNvPr id="18" name="Ink 17">
                  <a:extLst>
                    <a:ext uri="{FF2B5EF4-FFF2-40B4-BE49-F238E27FC236}">
                      <a16:creationId xmlns:a16="http://schemas.microsoft.com/office/drawing/2014/main" id="{289A706F-54FB-76CE-8468-535B616B2D8C}"/>
                    </a:ext>
                  </a:extLst>
                </p:cNvPr>
                <p:cNvPicPr/>
                <p:nvPr/>
              </p:nvPicPr>
              <p:blipFill>
                <a:blip r:embed="rId28"/>
                <a:stretch>
                  <a:fillRect/>
                </a:stretch>
              </p:blipFill>
              <p:spPr>
                <a:xfrm>
                  <a:off x="10126983" y="2883433"/>
                  <a:ext cx="29952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9" name="Ink 18">
                  <a:extLst>
                    <a:ext uri="{FF2B5EF4-FFF2-40B4-BE49-F238E27FC236}">
                      <a16:creationId xmlns:a16="http://schemas.microsoft.com/office/drawing/2014/main" id="{D354B1C1-14E3-75DD-D10B-75A4E844BAB8}"/>
                    </a:ext>
                  </a:extLst>
                </p14:cNvPr>
                <p14:cNvContentPartPr/>
                <p14:nvPr/>
              </p14:nvContentPartPr>
              <p14:xfrm>
                <a:off x="10165143" y="2953633"/>
                <a:ext cx="155880" cy="88560"/>
              </p14:xfrm>
            </p:contentPart>
          </mc:Choice>
          <mc:Fallback>
            <p:pic>
              <p:nvPicPr>
                <p:cNvPr id="19" name="Ink 18">
                  <a:extLst>
                    <a:ext uri="{FF2B5EF4-FFF2-40B4-BE49-F238E27FC236}">
                      <a16:creationId xmlns:a16="http://schemas.microsoft.com/office/drawing/2014/main" id="{D354B1C1-14E3-75DD-D10B-75A4E844BAB8}"/>
                    </a:ext>
                  </a:extLst>
                </p:cNvPr>
                <p:cNvPicPr/>
                <p:nvPr/>
              </p:nvPicPr>
              <p:blipFill>
                <a:blip r:embed="rId30"/>
                <a:stretch>
                  <a:fillRect/>
                </a:stretch>
              </p:blipFill>
              <p:spPr>
                <a:xfrm>
                  <a:off x="10147503" y="2935993"/>
                  <a:ext cx="19152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0" name="Ink 19">
                  <a:extLst>
                    <a:ext uri="{FF2B5EF4-FFF2-40B4-BE49-F238E27FC236}">
                      <a16:creationId xmlns:a16="http://schemas.microsoft.com/office/drawing/2014/main" id="{0DE1991C-34B6-B807-7A8D-47DFAB409040}"/>
                    </a:ext>
                  </a:extLst>
                </p14:cNvPr>
                <p14:cNvContentPartPr/>
                <p14:nvPr/>
              </p14:nvContentPartPr>
              <p14:xfrm>
                <a:off x="10334343" y="2907193"/>
                <a:ext cx="92880" cy="142920"/>
              </p14:xfrm>
            </p:contentPart>
          </mc:Choice>
          <mc:Fallback>
            <p:pic>
              <p:nvPicPr>
                <p:cNvPr id="20" name="Ink 19">
                  <a:extLst>
                    <a:ext uri="{FF2B5EF4-FFF2-40B4-BE49-F238E27FC236}">
                      <a16:creationId xmlns:a16="http://schemas.microsoft.com/office/drawing/2014/main" id="{0DE1991C-34B6-B807-7A8D-47DFAB409040}"/>
                    </a:ext>
                  </a:extLst>
                </p:cNvPr>
                <p:cNvPicPr/>
                <p:nvPr/>
              </p:nvPicPr>
              <p:blipFill>
                <a:blip r:embed="rId32"/>
                <a:stretch>
                  <a:fillRect/>
                </a:stretch>
              </p:blipFill>
              <p:spPr>
                <a:xfrm>
                  <a:off x="10316343" y="2889193"/>
                  <a:ext cx="12852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1" name="Ink 20">
                  <a:extLst>
                    <a:ext uri="{FF2B5EF4-FFF2-40B4-BE49-F238E27FC236}">
                      <a16:creationId xmlns:a16="http://schemas.microsoft.com/office/drawing/2014/main" id="{C8538464-4F1C-2DD6-531E-9E25DF17538A}"/>
                    </a:ext>
                  </a:extLst>
                </p14:cNvPr>
                <p14:cNvContentPartPr/>
                <p14:nvPr/>
              </p14:nvContentPartPr>
              <p14:xfrm>
                <a:off x="10707663" y="2001793"/>
                <a:ext cx="215640" cy="59400"/>
              </p14:xfrm>
            </p:contentPart>
          </mc:Choice>
          <mc:Fallback>
            <p:pic>
              <p:nvPicPr>
                <p:cNvPr id="21" name="Ink 20">
                  <a:extLst>
                    <a:ext uri="{FF2B5EF4-FFF2-40B4-BE49-F238E27FC236}">
                      <a16:creationId xmlns:a16="http://schemas.microsoft.com/office/drawing/2014/main" id="{C8538464-4F1C-2DD6-531E-9E25DF17538A}"/>
                    </a:ext>
                  </a:extLst>
                </p:cNvPr>
                <p:cNvPicPr/>
                <p:nvPr/>
              </p:nvPicPr>
              <p:blipFill>
                <a:blip r:embed="rId34"/>
                <a:stretch>
                  <a:fillRect/>
                </a:stretch>
              </p:blipFill>
              <p:spPr>
                <a:xfrm>
                  <a:off x="10689663" y="1983793"/>
                  <a:ext cx="25128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2" name="Ink 21">
                  <a:extLst>
                    <a:ext uri="{FF2B5EF4-FFF2-40B4-BE49-F238E27FC236}">
                      <a16:creationId xmlns:a16="http://schemas.microsoft.com/office/drawing/2014/main" id="{5E2FFA74-B8DB-95AB-B5FD-0120EA1D5D93}"/>
                    </a:ext>
                  </a:extLst>
                </p14:cNvPr>
                <p14:cNvContentPartPr/>
                <p14:nvPr/>
              </p14:nvContentPartPr>
              <p14:xfrm>
                <a:off x="10763103" y="2051473"/>
                <a:ext cx="68040" cy="480240"/>
              </p14:xfrm>
            </p:contentPart>
          </mc:Choice>
          <mc:Fallback>
            <p:pic>
              <p:nvPicPr>
                <p:cNvPr id="22" name="Ink 21">
                  <a:extLst>
                    <a:ext uri="{FF2B5EF4-FFF2-40B4-BE49-F238E27FC236}">
                      <a16:creationId xmlns:a16="http://schemas.microsoft.com/office/drawing/2014/main" id="{5E2FFA74-B8DB-95AB-B5FD-0120EA1D5D93}"/>
                    </a:ext>
                  </a:extLst>
                </p:cNvPr>
                <p:cNvPicPr/>
                <p:nvPr/>
              </p:nvPicPr>
              <p:blipFill>
                <a:blip r:embed="rId36"/>
                <a:stretch>
                  <a:fillRect/>
                </a:stretch>
              </p:blipFill>
              <p:spPr>
                <a:xfrm>
                  <a:off x="10745463" y="2033833"/>
                  <a:ext cx="103680" cy="5158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13414174-B6DF-D118-2A60-C3317DB785D7}"/>
                    </a:ext>
                  </a:extLst>
                </p14:cNvPr>
                <p14:cNvContentPartPr/>
                <p14:nvPr/>
              </p14:nvContentPartPr>
              <p14:xfrm>
                <a:off x="10749063" y="2564473"/>
                <a:ext cx="137520" cy="35280"/>
              </p14:xfrm>
            </p:contentPart>
          </mc:Choice>
          <mc:Fallback>
            <p:pic>
              <p:nvPicPr>
                <p:cNvPr id="23" name="Ink 22">
                  <a:extLst>
                    <a:ext uri="{FF2B5EF4-FFF2-40B4-BE49-F238E27FC236}">
                      <a16:creationId xmlns:a16="http://schemas.microsoft.com/office/drawing/2014/main" id="{13414174-B6DF-D118-2A60-C3317DB785D7}"/>
                    </a:ext>
                  </a:extLst>
                </p:cNvPr>
                <p:cNvPicPr/>
                <p:nvPr/>
              </p:nvPicPr>
              <p:blipFill>
                <a:blip r:embed="rId38"/>
                <a:stretch>
                  <a:fillRect/>
                </a:stretch>
              </p:blipFill>
              <p:spPr>
                <a:xfrm>
                  <a:off x="10731063" y="2546473"/>
                  <a:ext cx="17316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4" name="Ink 23">
                  <a:extLst>
                    <a:ext uri="{FF2B5EF4-FFF2-40B4-BE49-F238E27FC236}">
                      <a16:creationId xmlns:a16="http://schemas.microsoft.com/office/drawing/2014/main" id="{62542ECF-920E-D87F-480A-B7D2702666FF}"/>
                    </a:ext>
                  </a:extLst>
                </p14:cNvPr>
                <p14:cNvContentPartPr/>
                <p14:nvPr/>
              </p14:nvContentPartPr>
              <p14:xfrm>
                <a:off x="10798023" y="2597953"/>
                <a:ext cx="111600" cy="96120"/>
              </p14:xfrm>
            </p:contentPart>
          </mc:Choice>
          <mc:Fallback>
            <p:pic>
              <p:nvPicPr>
                <p:cNvPr id="24" name="Ink 23">
                  <a:extLst>
                    <a:ext uri="{FF2B5EF4-FFF2-40B4-BE49-F238E27FC236}">
                      <a16:creationId xmlns:a16="http://schemas.microsoft.com/office/drawing/2014/main" id="{62542ECF-920E-D87F-480A-B7D2702666FF}"/>
                    </a:ext>
                  </a:extLst>
                </p:cNvPr>
                <p:cNvPicPr/>
                <p:nvPr/>
              </p:nvPicPr>
              <p:blipFill>
                <a:blip r:embed="rId40"/>
                <a:stretch>
                  <a:fillRect/>
                </a:stretch>
              </p:blipFill>
              <p:spPr>
                <a:xfrm>
                  <a:off x="10780383" y="2580313"/>
                  <a:ext cx="14724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5" name="Ink 24">
                  <a:extLst>
                    <a:ext uri="{FF2B5EF4-FFF2-40B4-BE49-F238E27FC236}">
                      <a16:creationId xmlns:a16="http://schemas.microsoft.com/office/drawing/2014/main" id="{C8CA9ACC-4403-0A79-8360-832ABBB7569A}"/>
                    </a:ext>
                  </a:extLst>
                </p14:cNvPr>
                <p14:cNvContentPartPr/>
                <p14:nvPr/>
              </p14:nvContentPartPr>
              <p14:xfrm>
                <a:off x="10911063" y="2583553"/>
                <a:ext cx="67320" cy="78120"/>
              </p14:xfrm>
            </p:contentPart>
          </mc:Choice>
          <mc:Fallback>
            <p:pic>
              <p:nvPicPr>
                <p:cNvPr id="25" name="Ink 24">
                  <a:extLst>
                    <a:ext uri="{FF2B5EF4-FFF2-40B4-BE49-F238E27FC236}">
                      <a16:creationId xmlns:a16="http://schemas.microsoft.com/office/drawing/2014/main" id="{C8CA9ACC-4403-0A79-8360-832ABBB7569A}"/>
                    </a:ext>
                  </a:extLst>
                </p:cNvPr>
                <p:cNvPicPr/>
                <p:nvPr/>
              </p:nvPicPr>
              <p:blipFill>
                <a:blip r:embed="rId42"/>
                <a:stretch>
                  <a:fillRect/>
                </a:stretch>
              </p:blipFill>
              <p:spPr>
                <a:xfrm>
                  <a:off x="10893063" y="2565913"/>
                  <a:ext cx="10296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7" name="Ink 26">
                  <a:extLst>
                    <a:ext uri="{FF2B5EF4-FFF2-40B4-BE49-F238E27FC236}">
                      <a16:creationId xmlns:a16="http://schemas.microsoft.com/office/drawing/2014/main" id="{0505D342-381F-B456-3B6B-1C693E9E7792}"/>
                    </a:ext>
                  </a:extLst>
                </p14:cNvPr>
                <p14:cNvContentPartPr/>
                <p14:nvPr/>
              </p14:nvContentPartPr>
              <p14:xfrm>
                <a:off x="10415343" y="1033753"/>
                <a:ext cx="65520" cy="530280"/>
              </p14:xfrm>
            </p:contentPart>
          </mc:Choice>
          <mc:Fallback>
            <p:pic>
              <p:nvPicPr>
                <p:cNvPr id="27" name="Ink 26">
                  <a:extLst>
                    <a:ext uri="{FF2B5EF4-FFF2-40B4-BE49-F238E27FC236}">
                      <a16:creationId xmlns:a16="http://schemas.microsoft.com/office/drawing/2014/main" id="{0505D342-381F-B456-3B6B-1C693E9E7792}"/>
                    </a:ext>
                  </a:extLst>
                </p:cNvPr>
                <p:cNvPicPr/>
                <p:nvPr/>
              </p:nvPicPr>
              <p:blipFill>
                <a:blip r:embed="rId44"/>
                <a:stretch>
                  <a:fillRect/>
                </a:stretch>
              </p:blipFill>
              <p:spPr>
                <a:xfrm>
                  <a:off x="10397703" y="1016113"/>
                  <a:ext cx="101160" cy="5659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8" name="Ink 27">
                  <a:extLst>
                    <a:ext uri="{FF2B5EF4-FFF2-40B4-BE49-F238E27FC236}">
                      <a16:creationId xmlns:a16="http://schemas.microsoft.com/office/drawing/2014/main" id="{527FCDB4-F1F8-5928-4F45-D87493B7CF35}"/>
                    </a:ext>
                  </a:extLst>
                </p14:cNvPr>
                <p14:cNvContentPartPr/>
                <p14:nvPr/>
              </p14:nvContentPartPr>
              <p14:xfrm>
                <a:off x="10403823" y="999913"/>
                <a:ext cx="399600" cy="54720"/>
              </p14:xfrm>
            </p:contentPart>
          </mc:Choice>
          <mc:Fallback>
            <p:pic>
              <p:nvPicPr>
                <p:cNvPr id="28" name="Ink 27">
                  <a:extLst>
                    <a:ext uri="{FF2B5EF4-FFF2-40B4-BE49-F238E27FC236}">
                      <a16:creationId xmlns:a16="http://schemas.microsoft.com/office/drawing/2014/main" id="{527FCDB4-F1F8-5928-4F45-D87493B7CF35}"/>
                    </a:ext>
                  </a:extLst>
                </p:cNvPr>
                <p:cNvPicPr/>
                <p:nvPr/>
              </p:nvPicPr>
              <p:blipFill>
                <a:blip r:embed="rId46"/>
                <a:stretch>
                  <a:fillRect/>
                </a:stretch>
              </p:blipFill>
              <p:spPr>
                <a:xfrm>
                  <a:off x="10386183" y="981913"/>
                  <a:ext cx="43524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9" name="Ink 28">
                  <a:extLst>
                    <a:ext uri="{FF2B5EF4-FFF2-40B4-BE49-F238E27FC236}">
                      <a16:creationId xmlns:a16="http://schemas.microsoft.com/office/drawing/2014/main" id="{B28924BB-3C59-519F-6EEF-67EE9256C7D8}"/>
                    </a:ext>
                  </a:extLst>
                </p14:cNvPr>
                <p14:cNvContentPartPr/>
                <p14:nvPr/>
              </p14:nvContentPartPr>
              <p14:xfrm>
                <a:off x="10809903" y="838633"/>
                <a:ext cx="210600" cy="146880"/>
              </p14:xfrm>
            </p:contentPart>
          </mc:Choice>
          <mc:Fallback>
            <p:pic>
              <p:nvPicPr>
                <p:cNvPr id="29" name="Ink 28">
                  <a:extLst>
                    <a:ext uri="{FF2B5EF4-FFF2-40B4-BE49-F238E27FC236}">
                      <a16:creationId xmlns:a16="http://schemas.microsoft.com/office/drawing/2014/main" id="{B28924BB-3C59-519F-6EEF-67EE9256C7D8}"/>
                    </a:ext>
                  </a:extLst>
                </p:cNvPr>
                <p:cNvPicPr/>
                <p:nvPr/>
              </p:nvPicPr>
              <p:blipFill>
                <a:blip r:embed="rId48"/>
                <a:stretch>
                  <a:fillRect/>
                </a:stretch>
              </p:blipFill>
              <p:spPr>
                <a:xfrm>
                  <a:off x="10791903" y="820993"/>
                  <a:ext cx="24624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0" name="Ink 29">
                  <a:extLst>
                    <a:ext uri="{FF2B5EF4-FFF2-40B4-BE49-F238E27FC236}">
                      <a16:creationId xmlns:a16="http://schemas.microsoft.com/office/drawing/2014/main" id="{5149C5E8-A7AA-3FFD-7DC2-CA27450FACFA}"/>
                    </a:ext>
                  </a:extLst>
                </p14:cNvPr>
                <p14:cNvContentPartPr/>
                <p14:nvPr/>
              </p14:nvContentPartPr>
              <p14:xfrm>
                <a:off x="11053623" y="824593"/>
                <a:ext cx="48240" cy="146880"/>
              </p14:xfrm>
            </p:contentPart>
          </mc:Choice>
          <mc:Fallback>
            <p:pic>
              <p:nvPicPr>
                <p:cNvPr id="30" name="Ink 29">
                  <a:extLst>
                    <a:ext uri="{FF2B5EF4-FFF2-40B4-BE49-F238E27FC236}">
                      <a16:creationId xmlns:a16="http://schemas.microsoft.com/office/drawing/2014/main" id="{5149C5E8-A7AA-3FFD-7DC2-CA27450FACFA}"/>
                    </a:ext>
                  </a:extLst>
                </p:cNvPr>
                <p:cNvPicPr/>
                <p:nvPr/>
              </p:nvPicPr>
              <p:blipFill>
                <a:blip r:embed="rId50"/>
                <a:stretch>
                  <a:fillRect/>
                </a:stretch>
              </p:blipFill>
              <p:spPr>
                <a:xfrm>
                  <a:off x="11035623" y="806593"/>
                  <a:ext cx="8388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1" name="Ink 30">
                  <a:extLst>
                    <a:ext uri="{FF2B5EF4-FFF2-40B4-BE49-F238E27FC236}">
                      <a16:creationId xmlns:a16="http://schemas.microsoft.com/office/drawing/2014/main" id="{20A4EB95-6534-BB76-B317-FA14499E30AC}"/>
                    </a:ext>
                  </a:extLst>
                </p14:cNvPr>
                <p14:cNvContentPartPr/>
                <p14:nvPr/>
              </p14:nvContentPartPr>
              <p14:xfrm>
                <a:off x="11085303" y="867073"/>
                <a:ext cx="649080" cy="762840"/>
              </p14:xfrm>
            </p:contentPart>
          </mc:Choice>
          <mc:Fallback>
            <p:pic>
              <p:nvPicPr>
                <p:cNvPr id="31" name="Ink 30">
                  <a:extLst>
                    <a:ext uri="{FF2B5EF4-FFF2-40B4-BE49-F238E27FC236}">
                      <a16:creationId xmlns:a16="http://schemas.microsoft.com/office/drawing/2014/main" id="{20A4EB95-6534-BB76-B317-FA14499E30AC}"/>
                    </a:ext>
                  </a:extLst>
                </p:cNvPr>
                <p:cNvPicPr/>
                <p:nvPr/>
              </p:nvPicPr>
              <p:blipFill>
                <a:blip r:embed="rId52"/>
                <a:stretch>
                  <a:fillRect/>
                </a:stretch>
              </p:blipFill>
              <p:spPr>
                <a:xfrm>
                  <a:off x="11067663" y="849433"/>
                  <a:ext cx="684720" cy="7984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2" name="Ink 31">
                  <a:extLst>
                    <a:ext uri="{FF2B5EF4-FFF2-40B4-BE49-F238E27FC236}">
                      <a16:creationId xmlns:a16="http://schemas.microsoft.com/office/drawing/2014/main" id="{75D413C0-70D3-C202-42BD-36CC0CC1BAAC}"/>
                    </a:ext>
                  </a:extLst>
                </p14:cNvPr>
                <p14:cNvContentPartPr/>
                <p14:nvPr/>
              </p14:nvContentPartPr>
              <p14:xfrm>
                <a:off x="11574543" y="1482313"/>
                <a:ext cx="454320" cy="145800"/>
              </p14:xfrm>
            </p:contentPart>
          </mc:Choice>
          <mc:Fallback>
            <p:pic>
              <p:nvPicPr>
                <p:cNvPr id="32" name="Ink 31">
                  <a:extLst>
                    <a:ext uri="{FF2B5EF4-FFF2-40B4-BE49-F238E27FC236}">
                      <a16:creationId xmlns:a16="http://schemas.microsoft.com/office/drawing/2014/main" id="{75D413C0-70D3-C202-42BD-36CC0CC1BAAC}"/>
                    </a:ext>
                  </a:extLst>
                </p:cNvPr>
                <p:cNvPicPr/>
                <p:nvPr/>
              </p:nvPicPr>
              <p:blipFill>
                <a:blip r:embed="rId54"/>
                <a:stretch>
                  <a:fillRect/>
                </a:stretch>
              </p:blipFill>
              <p:spPr>
                <a:xfrm>
                  <a:off x="11556903" y="1464313"/>
                  <a:ext cx="489960" cy="181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5">
            <p14:nvContentPartPr>
              <p14:cNvPr id="34" name="Ink 33">
                <a:extLst>
                  <a:ext uri="{FF2B5EF4-FFF2-40B4-BE49-F238E27FC236}">
                    <a16:creationId xmlns:a16="http://schemas.microsoft.com/office/drawing/2014/main" id="{4F6B74BF-0DBE-FE23-F95F-6EDE03F3B4FD}"/>
                  </a:ext>
                </a:extLst>
              </p14:cNvPr>
              <p14:cNvContentPartPr/>
              <p14:nvPr/>
            </p14:nvContentPartPr>
            <p14:xfrm>
              <a:off x="2980263" y="1107553"/>
              <a:ext cx="1413000" cy="204840"/>
            </p14:xfrm>
          </p:contentPart>
        </mc:Choice>
        <mc:Fallback>
          <p:pic>
            <p:nvPicPr>
              <p:cNvPr id="34" name="Ink 33">
                <a:extLst>
                  <a:ext uri="{FF2B5EF4-FFF2-40B4-BE49-F238E27FC236}">
                    <a16:creationId xmlns:a16="http://schemas.microsoft.com/office/drawing/2014/main" id="{4F6B74BF-0DBE-FE23-F95F-6EDE03F3B4FD}"/>
                  </a:ext>
                </a:extLst>
              </p:cNvPr>
              <p:cNvPicPr/>
              <p:nvPr/>
            </p:nvPicPr>
            <p:blipFill>
              <a:blip r:embed="rId56"/>
              <a:stretch>
                <a:fillRect/>
              </a:stretch>
            </p:blipFill>
            <p:spPr>
              <a:xfrm>
                <a:off x="2926263" y="999913"/>
                <a:ext cx="1520640" cy="42048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5" name="Ink 34">
                <a:extLst>
                  <a:ext uri="{FF2B5EF4-FFF2-40B4-BE49-F238E27FC236}">
                    <a16:creationId xmlns:a16="http://schemas.microsoft.com/office/drawing/2014/main" id="{69EA85EE-02FD-EC0C-B2EC-2549196F02B7}"/>
                  </a:ext>
                </a:extLst>
              </p14:cNvPr>
              <p14:cNvContentPartPr/>
              <p14:nvPr/>
            </p14:nvContentPartPr>
            <p14:xfrm>
              <a:off x="4722303" y="1072273"/>
              <a:ext cx="778320" cy="216720"/>
            </p14:xfrm>
          </p:contentPart>
        </mc:Choice>
        <mc:Fallback>
          <p:pic>
            <p:nvPicPr>
              <p:cNvPr id="35" name="Ink 34">
                <a:extLst>
                  <a:ext uri="{FF2B5EF4-FFF2-40B4-BE49-F238E27FC236}">
                    <a16:creationId xmlns:a16="http://schemas.microsoft.com/office/drawing/2014/main" id="{69EA85EE-02FD-EC0C-B2EC-2549196F02B7}"/>
                  </a:ext>
                </a:extLst>
              </p:cNvPr>
              <p:cNvPicPr/>
              <p:nvPr/>
            </p:nvPicPr>
            <p:blipFill>
              <a:blip r:embed="rId58"/>
              <a:stretch>
                <a:fillRect/>
              </a:stretch>
            </p:blipFill>
            <p:spPr>
              <a:xfrm>
                <a:off x="4668663" y="964633"/>
                <a:ext cx="885960" cy="43236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6" name="Ink 35">
                <a:extLst>
                  <a:ext uri="{FF2B5EF4-FFF2-40B4-BE49-F238E27FC236}">
                    <a16:creationId xmlns:a16="http://schemas.microsoft.com/office/drawing/2014/main" id="{8E2BBD74-BF3D-6489-516E-C873CD4D9491}"/>
                  </a:ext>
                </a:extLst>
              </p14:cNvPr>
              <p14:cNvContentPartPr/>
              <p14:nvPr/>
            </p14:nvContentPartPr>
            <p14:xfrm>
              <a:off x="5998863" y="1074433"/>
              <a:ext cx="1252440" cy="313560"/>
            </p14:xfrm>
          </p:contentPart>
        </mc:Choice>
        <mc:Fallback>
          <p:pic>
            <p:nvPicPr>
              <p:cNvPr id="36" name="Ink 35">
                <a:extLst>
                  <a:ext uri="{FF2B5EF4-FFF2-40B4-BE49-F238E27FC236}">
                    <a16:creationId xmlns:a16="http://schemas.microsoft.com/office/drawing/2014/main" id="{8E2BBD74-BF3D-6489-516E-C873CD4D9491}"/>
                  </a:ext>
                </a:extLst>
              </p:cNvPr>
              <p:cNvPicPr/>
              <p:nvPr/>
            </p:nvPicPr>
            <p:blipFill>
              <a:blip r:embed="rId60"/>
              <a:stretch>
                <a:fillRect/>
              </a:stretch>
            </p:blipFill>
            <p:spPr>
              <a:xfrm>
                <a:off x="5945223" y="966433"/>
                <a:ext cx="1360080" cy="5292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7" name="Ink 36">
                <a:extLst>
                  <a:ext uri="{FF2B5EF4-FFF2-40B4-BE49-F238E27FC236}">
                    <a16:creationId xmlns:a16="http://schemas.microsoft.com/office/drawing/2014/main" id="{E0DCAD40-4437-B6BE-8738-2F17A6D05284}"/>
                  </a:ext>
                </a:extLst>
              </p14:cNvPr>
              <p14:cNvContentPartPr/>
              <p14:nvPr/>
            </p14:nvContentPartPr>
            <p14:xfrm>
              <a:off x="6742983" y="2503273"/>
              <a:ext cx="261000" cy="318960"/>
            </p14:xfrm>
          </p:contentPart>
        </mc:Choice>
        <mc:Fallback>
          <p:pic>
            <p:nvPicPr>
              <p:cNvPr id="37" name="Ink 36">
                <a:extLst>
                  <a:ext uri="{FF2B5EF4-FFF2-40B4-BE49-F238E27FC236}">
                    <a16:creationId xmlns:a16="http://schemas.microsoft.com/office/drawing/2014/main" id="{E0DCAD40-4437-B6BE-8738-2F17A6D05284}"/>
                  </a:ext>
                </a:extLst>
              </p:cNvPr>
              <p:cNvPicPr/>
              <p:nvPr/>
            </p:nvPicPr>
            <p:blipFill>
              <a:blip r:embed="rId62"/>
              <a:stretch>
                <a:fillRect/>
              </a:stretch>
            </p:blipFill>
            <p:spPr>
              <a:xfrm>
                <a:off x="6688983" y="2395273"/>
                <a:ext cx="368640" cy="5346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8" name="Ink 37">
                <a:extLst>
                  <a:ext uri="{FF2B5EF4-FFF2-40B4-BE49-F238E27FC236}">
                    <a16:creationId xmlns:a16="http://schemas.microsoft.com/office/drawing/2014/main" id="{E4C63D9E-06FA-7206-3329-B56B93F92854}"/>
                  </a:ext>
                </a:extLst>
              </p14:cNvPr>
              <p14:cNvContentPartPr/>
              <p14:nvPr/>
            </p14:nvContentPartPr>
            <p14:xfrm>
              <a:off x="10693983" y="707593"/>
              <a:ext cx="516600" cy="423000"/>
            </p14:xfrm>
          </p:contentPart>
        </mc:Choice>
        <mc:Fallback>
          <p:pic>
            <p:nvPicPr>
              <p:cNvPr id="38" name="Ink 37">
                <a:extLst>
                  <a:ext uri="{FF2B5EF4-FFF2-40B4-BE49-F238E27FC236}">
                    <a16:creationId xmlns:a16="http://schemas.microsoft.com/office/drawing/2014/main" id="{E4C63D9E-06FA-7206-3329-B56B93F92854}"/>
                  </a:ext>
                </a:extLst>
              </p:cNvPr>
              <p:cNvPicPr/>
              <p:nvPr/>
            </p:nvPicPr>
            <p:blipFill>
              <a:blip r:embed="rId64"/>
              <a:stretch>
                <a:fillRect/>
              </a:stretch>
            </p:blipFill>
            <p:spPr>
              <a:xfrm>
                <a:off x="10640343" y="599953"/>
                <a:ext cx="624240" cy="638640"/>
              </a:xfrm>
              <a:prstGeom prst="rect">
                <a:avLst/>
              </a:prstGeom>
            </p:spPr>
          </p:pic>
        </mc:Fallback>
      </mc:AlternateContent>
      <p:grpSp>
        <p:nvGrpSpPr>
          <p:cNvPr id="82" name="Group 81">
            <a:extLst>
              <a:ext uri="{FF2B5EF4-FFF2-40B4-BE49-F238E27FC236}">
                <a16:creationId xmlns:a16="http://schemas.microsoft.com/office/drawing/2014/main" id="{44E3F1CE-30EA-42A8-5BE6-6D5187319B75}"/>
              </a:ext>
            </a:extLst>
          </p:cNvPr>
          <p:cNvGrpSpPr/>
          <p:nvPr/>
        </p:nvGrpSpPr>
        <p:grpSpPr>
          <a:xfrm>
            <a:off x="4981863" y="734593"/>
            <a:ext cx="5853960" cy="2297160"/>
            <a:chOff x="4981863" y="734593"/>
            <a:chExt cx="5853960" cy="2297160"/>
          </a:xfrm>
        </p:grpSpPr>
        <mc:AlternateContent xmlns:mc="http://schemas.openxmlformats.org/markup-compatibility/2006">
          <mc:Choice xmlns:p14="http://schemas.microsoft.com/office/powerpoint/2010/main" Requires="p14">
            <p:contentPart p14:bwMode="auto" r:id="rId65">
              <p14:nvContentPartPr>
                <p14:cNvPr id="39" name="Ink 38">
                  <a:extLst>
                    <a:ext uri="{FF2B5EF4-FFF2-40B4-BE49-F238E27FC236}">
                      <a16:creationId xmlns:a16="http://schemas.microsoft.com/office/drawing/2014/main" id="{9626DFD2-F8B6-DF66-DD66-E6A148622F62}"/>
                    </a:ext>
                  </a:extLst>
                </p14:cNvPr>
                <p14:cNvContentPartPr/>
                <p14:nvPr/>
              </p14:nvContentPartPr>
              <p14:xfrm>
                <a:off x="5627343" y="1963993"/>
                <a:ext cx="16560" cy="200880"/>
              </p14:xfrm>
            </p:contentPart>
          </mc:Choice>
          <mc:Fallback>
            <p:pic>
              <p:nvPicPr>
                <p:cNvPr id="39" name="Ink 38">
                  <a:extLst>
                    <a:ext uri="{FF2B5EF4-FFF2-40B4-BE49-F238E27FC236}">
                      <a16:creationId xmlns:a16="http://schemas.microsoft.com/office/drawing/2014/main" id="{9626DFD2-F8B6-DF66-DD66-E6A148622F62}"/>
                    </a:ext>
                  </a:extLst>
                </p:cNvPr>
                <p:cNvPicPr/>
                <p:nvPr/>
              </p:nvPicPr>
              <p:blipFill>
                <a:blip r:embed="rId66"/>
                <a:stretch>
                  <a:fillRect/>
                </a:stretch>
              </p:blipFill>
              <p:spPr>
                <a:xfrm>
                  <a:off x="5609703" y="1945993"/>
                  <a:ext cx="5220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0" name="Ink 39">
                  <a:extLst>
                    <a:ext uri="{FF2B5EF4-FFF2-40B4-BE49-F238E27FC236}">
                      <a16:creationId xmlns:a16="http://schemas.microsoft.com/office/drawing/2014/main" id="{82E8B31A-DDD8-66E8-19FA-AD490B1CE8D4}"/>
                    </a:ext>
                  </a:extLst>
                </p14:cNvPr>
                <p14:cNvContentPartPr/>
                <p14:nvPr/>
              </p14:nvContentPartPr>
              <p14:xfrm>
                <a:off x="5645703" y="1936273"/>
                <a:ext cx="229680" cy="198720"/>
              </p14:xfrm>
            </p:contentPart>
          </mc:Choice>
          <mc:Fallback>
            <p:pic>
              <p:nvPicPr>
                <p:cNvPr id="40" name="Ink 39">
                  <a:extLst>
                    <a:ext uri="{FF2B5EF4-FFF2-40B4-BE49-F238E27FC236}">
                      <a16:creationId xmlns:a16="http://schemas.microsoft.com/office/drawing/2014/main" id="{82E8B31A-DDD8-66E8-19FA-AD490B1CE8D4}"/>
                    </a:ext>
                  </a:extLst>
                </p:cNvPr>
                <p:cNvPicPr/>
                <p:nvPr/>
              </p:nvPicPr>
              <p:blipFill>
                <a:blip r:embed="rId68"/>
                <a:stretch>
                  <a:fillRect/>
                </a:stretch>
              </p:blipFill>
              <p:spPr>
                <a:xfrm>
                  <a:off x="5628063" y="1918633"/>
                  <a:ext cx="26532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1" name="Ink 40">
                  <a:extLst>
                    <a:ext uri="{FF2B5EF4-FFF2-40B4-BE49-F238E27FC236}">
                      <a16:creationId xmlns:a16="http://schemas.microsoft.com/office/drawing/2014/main" id="{43891ED3-4D12-8E63-3726-1A57724F5538}"/>
                    </a:ext>
                  </a:extLst>
                </p14:cNvPr>
                <p14:cNvContentPartPr/>
                <p14:nvPr/>
              </p14:nvContentPartPr>
              <p14:xfrm>
                <a:off x="5931903" y="2021233"/>
                <a:ext cx="86040" cy="96480"/>
              </p14:xfrm>
            </p:contentPart>
          </mc:Choice>
          <mc:Fallback>
            <p:pic>
              <p:nvPicPr>
                <p:cNvPr id="41" name="Ink 40">
                  <a:extLst>
                    <a:ext uri="{FF2B5EF4-FFF2-40B4-BE49-F238E27FC236}">
                      <a16:creationId xmlns:a16="http://schemas.microsoft.com/office/drawing/2014/main" id="{43891ED3-4D12-8E63-3726-1A57724F5538}"/>
                    </a:ext>
                  </a:extLst>
                </p:cNvPr>
                <p:cNvPicPr/>
                <p:nvPr/>
              </p:nvPicPr>
              <p:blipFill>
                <a:blip r:embed="rId70"/>
                <a:stretch>
                  <a:fillRect/>
                </a:stretch>
              </p:blipFill>
              <p:spPr>
                <a:xfrm>
                  <a:off x="5913903" y="2003233"/>
                  <a:ext cx="12168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2" name="Ink 41">
                  <a:extLst>
                    <a:ext uri="{FF2B5EF4-FFF2-40B4-BE49-F238E27FC236}">
                      <a16:creationId xmlns:a16="http://schemas.microsoft.com/office/drawing/2014/main" id="{CC677B6A-E9B3-4183-A4FF-A56C302EE343}"/>
                    </a:ext>
                  </a:extLst>
                </p14:cNvPr>
                <p14:cNvContentPartPr/>
                <p14:nvPr/>
              </p14:nvContentPartPr>
              <p14:xfrm>
                <a:off x="6076263" y="1984873"/>
                <a:ext cx="72000" cy="156240"/>
              </p14:xfrm>
            </p:contentPart>
          </mc:Choice>
          <mc:Fallback>
            <p:pic>
              <p:nvPicPr>
                <p:cNvPr id="42" name="Ink 41">
                  <a:extLst>
                    <a:ext uri="{FF2B5EF4-FFF2-40B4-BE49-F238E27FC236}">
                      <a16:creationId xmlns:a16="http://schemas.microsoft.com/office/drawing/2014/main" id="{CC677B6A-E9B3-4183-A4FF-A56C302EE343}"/>
                    </a:ext>
                  </a:extLst>
                </p:cNvPr>
                <p:cNvPicPr/>
                <p:nvPr/>
              </p:nvPicPr>
              <p:blipFill>
                <a:blip r:embed="rId72"/>
                <a:stretch>
                  <a:fillRect/>
                </a:stretch>
              </p:blipFill>
              <p:spPr>
                <a:xfrm>
                  <a:off x="6058263" y="1967233"/>
                  <a:ext cx="107640" cy="1918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3" name="Ink 42">
                  <a:extLst>
                    <a:ext uri="{FF2B5EF4-FFF2-40B4-BE49-F238E27FC236}">
                      <a16:creationId xmlns:a16="http://schemas.microsoft.com/office/drawing/2014/main" id="{887D36C4-4E55-3DEF-0EE1-17F5C3CF1DD6}"/>
                    </a:ext>
                  </a:extLst>
                </p14:cNvPr>
                <p14:cNvContentPartPr/>
                <p14:nvPr/>
              </p14:nvContentPartPr>
              <p14:xfrm>
                <a:off x="6209103" y="1917553"/>
                <a:ext cx="11880" cy="227520"/>
              </p14:xfrm>
            </p:contentPart>
          </mc:Choice>
          <mc:Fallback>
            <p:pic>
              <p:nvPicPr>
                <p:cNvPr id="43" name="Ink 42">
                  <a:extLst>
                    <a:ext uri="{FF2B5EF4-FFF2-40B4-BE49-F238E27FC236}">
                      <a16:creationId xmlns:a16="http://schemas.microsoft.com/office/drawing/2014/main" id="{887D36C4-4E55-3DEF-0EE1-17F5C3CF1DD6}"/>
                    </a:ext>
                  </a:extLst>
                </p:cNvPr>
                <p:cNvPicPr/>
                <p:nvPr/>
              </p:nvPicPr>
              <p:blipFill>
                <a:blip r:embed="rId74"/>
                <a:stretch>
                  <a:fillRect/>
                </a:stretch>
              </p:blipFill>
              <p:spPr>
                <a:xfrm>
                  <a:off x="6191103" y="1899913"/>
                  <a:ext cx="4752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4" name="Ink 43">
                  <a:extLst>
                    <a:ext uri="{FF2B5EF4-FFF2-40B4-BE49-F238E27FC236}">
                      <a16:creationId xmlns:a16="http://schemas.microsoft.com/office/drawing/2014/main" id="{01EB6141-05BC-C33F-1EF1-96070A4CB286}"/>
                    </a:ext>
                  </a:extLst>
                </p14:cNvPr>
                <p14:cNvContentPartPr/>
                <p14:nvPr/>
              </p14:nvContentPartPr>
              <p14:xfrm>
                <a:off x="6178143" y="2024113"/>
                <a:ext cx="92160" cy="33840"/>
              </p14:xfrm>
            </p:contentPart>
          </mc:Choice>
          <mc:Fallback>
            <p:pic>
              <p:nvPicPr>
                <p:cNvPr id="44" name="Ink 43">
                  <a:extLst>
                    <a:ext uri="{FF2B5EF4-FFF2-40B4-BE49-F238E27FC236}">
                      <a16:creationId xmlns:a16="http://schemas.microsoft.com/office/drawing/2014/main" id="{01EB6141-05BC-C33F-1EF1-96070A4CB286}"/>
                    </a:ext>
                  </a:extLst>
                </p:cNvPr>
                <p:cNvPicPr/>
                <p:nvPr/>
              </p:nvPicPr>
              <p:blipFill>
                <a:blip r:embed="rId76"/>
                <a:stretch>
                  <a:fillRect/>
                </a:stretch>
              </p:blipFill>
              <p:spPr>
                <a:xfrm>
                  <a:off x="6160143" y="2006473"/>
                  <a:ext cx="12780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5" name="Ink 44">
                  <a:extLst>
                    <a:ext uri="{FF2B5EF4-FFF2-40B4-BE49-F238E27FC236}">
                      <a16:creationId xmlns:a16="http://schemas.microsoft.com/office/drawing/2014/main" id="{40F52754-60D6-D800-2AA0-66C14F339965}"/>
                    </a:ext>
                  </a:extLst>
                </p14:cNvPr>
                <p14:cNvContentPartPr/>
                <p14:nvPr/>
              </p14:nvContentPartPr>
              <p14:xfrm>
                <a:off x="6352383" y="1942033"/>
                <a:ext cx="28080" cy="191160"/>
              </p14:xfrm>
            </p:contentPart>
          </mc:Choice>
          <mc:Fallback>
            <p:pic>
              <p:nvPicPr>
                <p:cNvPr id="45" name="Ink 44">
                  <a:extLst>
                    <a:ext uri="{FF2B5EF4-FFF2-40B4-BE49-F238E27FC236}">
                      <a16:creationId xmlns:a16="http://schemas.microsoft.com/office/drawing/2014/main" id="{40F52754-60D6-D800-2AA0-66C14F339965}"/>
                    </a:ext>
                  </a:extLst>
                </p:cNvPr>
                <p:cNvPicPr/>
                <p:nvPr/>
              </p:nvPicPr>
              <p:blipFill>
                <a:blip r:embed="rId78"/>
                <a:stretch>
                  <a:fillRect/>
                </a:stretch>
              </p:blipFill>
              <p:spPr>
                <a:xfrm>
                  <a:off x="6334743" y="1924033"/>
                  <a:ext cx="6372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6" name="Ink 45">
                  <a:extLst>
                    <a:ext uri="{FF2B5EF4-FFF2-40B4-BE49-F238E27FC236}">
                      <a16:creationId xmlns:a16="http://schemas.microsoft.com/office/drawing/2014/main" id="{D0A175B3-0C9D-D71F-ABA9-22CE092B65D8}"/>
                    </a:ext>
                  </a:extLst>
                </p14:cNvPr>
                <p14:cNvContentPartPr/>
                <p14:nvPr/>
              </p14:nvContentPartPr>
              <p14:xfrm>
                <a:off x="6435543" y="2048233"/>
                <a:ext cx="91440" cy="179640"/>
              </p14:xfrm>
            </p:contentPart>
          </mc:Choice>
          <mc:Fallback>
            <p:pic>
              <p:nvPicPr>
                <p:cNvPr id="46" name="Ink 45">
                  <a:extLst>
                    <a:ext uri="{FF2B5EF4-FFF2-40B4-BE49-F238E27FC236}">
                      <a16:creationId xmlns:a16="http://schemas.microsoft.com/office/drawing/2014/main" id="{D0A175B3-0C9D-D71F-ABA9-22CE092B65D8}"/>
                    </a:ext>
                  </a:extLst>
                </p:cNvPr>
                <p:cNvPicPr/>
                <p:nvPr/>
              </p:nvPicPr>
              <p:blipFill>
                <a:blip r:embed="rId80"/>
                <a:stretch>
                  <a:fillRect/>
                </a:stretch>
              </p:blipFill>
              <p:spPr>
                <a:xfrm>
                  <a:off x="6417543" y="2030593"/>
                  <a:ext cx="12708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47" name="Ink 46">
                  <a:extLst>
                    <a:ext uri="{FF2B5EF4-FFF2-40B4-BE49-F238E27FC236}">
                      <a16:creationId xmlns:a16="http://schemas.microsoft.com/office/drawing/2014/main" id="{0D038D5C-9F29-BB54-49B8-B9D8FB0DDD8D}"/>
                    </a:ext>
                  </a:extLst>
                </p14:cNvPr>
                <p14:cNvContentPartPr/>
                <p14:nvPr/>
              </p14:nvContentPartPr>
              <p14:xfrm>
                <a:off x="6847743" y="1899553"/>
                <a:ext cx="64800" cy="234000"/>
              </p14:xfrm>
            </p:contentPart>
          </mc:Choice>
          <mc:Fallback>
            <p:pic>
              <p:nvPicPr>
                <p:cNvPr id="47" name="Ink 46">
                  <a:extLst>
                    <a:ext uri="{FF2B5EF4-FFF2-40B4-BE49-F238E27FC236}">
                      <a16:creationId xmlns:a16="http://schemas.microsoft.com/office/drawing/2014/main" id="{0D038D5C-9F29-BB54-49B8-B9D8FB0DDD8D}"/>
                    </a:ext>
                  </a:extLst>
                </p:cNvPr>
                <p:cNvPicPr/>
                <p:nvPr/>
              </p:nvPicPr>
              <p:blipFill>
                <a:blip r:embed="rId82"/>
                <a:stretch>
                  <a:fillRect/>
                </a:stretch>
              </p:blipFill>
              <p:spPr>
                <a:xfrm>
                  <a:off x="6830103" y="1881553"/>
                  <a:ext cx="10044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48" name="Ink 47">
                  <a:extLst>
                    <a:ext uri="{FF2B5EF4-FFF2-40B4-BE49-F238E27FC236}">
                      <a16:creationId xmlns:a16="http://schemas.microsoft.com/office/drawing/2014/main" id="{87AB7D43-823C-2663-1F15-80D114EEA5EF}"/>
                    </a:ext>
                  </a:extLst>
                </p14:cNvPr>
                <p14:cNvContentPartPr/>
                <p14:nvPr/>
              </p14:nvContentPartPr>
              <p14:xfrm>
                <a:off x="6829023" y="2030593"/>
                <a:ext cx="121680" cy="44280"/>
              </p14:xfrm>
            </p:contentPart>
          </mc:Choice>
          <mc:Fallback>
            <p:pic>
              <p:nvPicPr>
                <p:cNvPr id="48" name="Ink 47">
                  <a:extLst>
                    <a:ext uri="{FF2B5EF4-FFF2-40B4-BE49-F238E27FC236}">
                      <a16:creationId xmlns:a16="http://schemas.microsoft.com/office/drawing/2014/main" id="{87AB7D43-823C-2663-1F15-80D114EEA5EF}"/>
                    </a:ext>
                  </a:extLst>
                </p:cNvPr>
                <p:cNvPicPr/>
                <p:nvPr/>
              </p:nvPicPr>
              <p:blipFill>
                <a:blip r:embed="rId84"/>
                <a:stretch>
                  <a:fillRect/>
                </a:stretch>
              </p:blipFill>
              <p:spPr>
                <a:xfrm>
                  <a:off x="6811383" y="2012953"/>
                  <a:ext cx="15732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49" name="Ink 48">
                  <a:extLst>
                    <a:ext uri="{FF2B5EF4-FFF2-40B4-BE49-F238E27FC236}">
                      <a16:creationId xmlns:a16="http://schemas.microsoft.com/office/drawing/2014/main" id="{B7703628-C1B1-2235-18C4-5479205FD4A4}"/>
                    </a:ext>
                  </a:extLst>
                </p14:cNvPr>
                <p14:cNvContentPartPr/>
                <p14:nvPr/>
              </p14:nvContentPartPr>
              <p14:xfrm>
                <a:off x="7006863" y="1945993"/>
                <a:ext cx="74880" cy="148680"/>
              </p14:xfrm>
            </p:contentPart>
          </mc:Choice>
          <mc:Fallback>
            <p:pic>
              <p:nvPicPr>
                <p:cNvPr id="49" name="Ink 48">
                  <a:extLst>
                    <a:ext uri="{FF2B5EF4-FFF2-40B4-BE49-F238E27FC236}">
                      <a16:creationId xmlns:a16="http://schemas.microsoft.com/office/drawing/2014/main" id="{B7703628-C1B1-2235-18C4-5479205FD4A4}"/>
                    </a:ext>
                  </a:extLst>
                </p:cNvPr>
                <p:cNvPicPr/>
                <p:nvPr/>
              </p:nvPicPr>
              <p:blipFill>
                <a:blip r:embed="rId86"/>
                <a:stretch>
                  <a:fillRect/>
                </a:stretch>
              </p:blipFill>
              <p:spPr>
                <a:xfrm>
                  <a:off x="6989223" y="1928353"/>
                  <a:ext cx="11052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0" name="Ink 49">
                  <a:extLst>
                    <a:ext uri="{FF2B5EF4-FFF2-40B4-BE49-F238E27FC236}">
                      <a16:creationId xmlns:a16="http://schemas.microsoft.com/office/drawing/2014/main" id="{EBAA1D31-138E-2D5A-C034-827392E55B96}"/>
                    </a:ext>
                  </a:extLst>
                </p14:cNvPr>
                <p14:cNvContentPartPr/>
                <p14:nvPr/>
              </p14:nvContentPartPr>
              <p14:xfrm>
                <a:off x="7124223" y="1983433"/>
                <a:ext cx="66600" cy="106920"/>
              </p14:xfrm>
            </p:contentPart>
          </mc:Choice>
          <mc:Fallback>
            <p:pic>
              <p:nvPicPr>
                <p:cNvPr id="50" name="Ink 49">
                  <a:extLst>
                    <a:ext uri="{FF2B5EF4-FFF2-40B4-BE49-F238E27FC236}">
                      <a16:creationId xmlns:a16="http://schemas.microsoft.com/office/drawing/2014/main" id="{EBAA1D31-138E-2D5A-C034-827392E55B96}"/>
                    </a:ext>
                  </a:extLst>
                </p:cNvPr>
                <p:cNvPicPr/>
                <p:nvPr/>
              </p:nvPicPr>
              <p:blipFill>
                <a:blip r:embed="rId88"/>
                <a:stretch>
                  <a:fillRect/>
                </a:stretch>
              </p:blipFill>
              <p:spPr>
                <a:xfrm>
                  <a:off x="7106223" y="1965433"/>
                  <a:ext cx="10224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1" name="Ink 50">
                  <a:extLst>
                    <a:ext uri="{FF2B5EF4-FFF2-40B4-BE49-F238E27FC236}">
                      <a16:creationId xmlns:a16="http://schemas.microsoft.com/office/drawing/2014/main" id="{AFF89789-E5F8-64B7-CDEE-6DB708F4383F}"/>
                    </a:ext>
                  </a:extLst>
                </p14:cNvPr>
                <p14:cNvContentPartPr/>
                <p14:nvPr/>
              </p14:nvContentPartPr>
              <p14:xfrm>
                <a:off x="7262103" y="1975513"/>
                <a:ext cx="170280" cy="96480"/>
              </p14:xfrm>
            </p:contentPart>
          </mc:Choice>
          <mc:Fallback>
            <p:pic>
              <p:nvPicPr>
                <p:cNvPr id="51" name="Ink 50">
                  <a:extLst>
                    <a:ext uri="{FF2B5EF4-FFF2-40B4-BE49-F238E27FC236}">
                      <a16:creationId xmlns:a16="http://schemas.microsoft.com/office/drawing/2014/main" id="{AFF89789-E5F8-64B7-CDEE-6DB708F4383F}"/>
                    </a:ext>
                  </a:extLst>
                </p:cNvPr>
                <p:cNvPicPr/>
                <p:nvPr/>
              </p:nvPicPr>
              <p:blipFill>
                <a:blip r:embed="rId90"/>
                <a:stretch>
                  <a:fillRect/>
                </a:stretch>
              </p:blipFill>
              <p:spPr>
                <a:xfrm>
                  <a:off x="7244463" y="1957513"/>
                  <a:ext cx="20592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2" name="Ink 51">
                  <a:extLst>
                    <a:ext uri="{FF2B5EF4-FFF2-40B4-BE49-F238E27FC236}">
                      <a16:creationId xmlns:a16="http://schemas.microsoft.com/office/drawing/2014/main" id="{D7D357C9-2EDF-371C-95B1-965DA5ED5564}"/>
                    </a:ext>
                  </a:extLst>
                </p14:cNvPr>
                <p14:cNvContentPartPr/>
                <p14:nvPr/>
              </p14:nvContentPartPr>
              <p14:xfrm>
                <a:off x="7644783" y="1867873"/>
                <a:ext cx="43200" cy="216360"/>
              </p14:xfrm>
            </p:contentPart>
          </mc:Choice>
          <mc:Fallback>
            <p:pic>
              <p:nvPicPr>
                <p:cNvPr id="52" name="Ink 51">
                  <a:extLst>
                    <a:ext uri="{FF2B5EF4-FFF2-40B4-BE49-F238E27FC236}">
                      <a16:creationId xmlns:a16="http://schemas.microsoft.com/office/drawing/2014/main" id="{D7D357C9-2EDF-371C-95B1-965DA5ED5564}"/>
                    </a:ext>
                  </a:extLst>
                </p:cNvPr>
                <p:cNvPicPr/>
                <p:nvPr/>
              </p:nvPicPr>
              <p:blipFill>
                <a:blip r:embed="rId92"/>
                <a:stretch>
                  <a:fillRect/>
                </a:stretch>
              </p:blipFill>
              <p:spPr>
                <a:xfrm>
                  <a:off x="7626783" y="1850233"/>
                  <a:ext cx="7884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3" name="Ink 52">
                  <a:extLst>
                    <a:ext uri="{FF2B5EF4-FFF2-40B4-BE49-F238E27FC236}">
                      <a16:creationId xmlns:a16="http://schemas.microsoft.com/office/drawing/2014/main" id="{403F71FA-ACC3-8BBB-4D41-17A2CCDA371F}"/>
                    </a:ext>
                  </a:extLst>
                </p14:cNvPr>
                <p14:cNvContentPartPr/>
                <p14:nvPr/>
              </p14:nvContentPartPr>
              <p14:xfrm>
                <a:off x="7626783" y="1923673"/>
                <a:ext cx="287640" cy="82080"/>
              </p14:xfrm>
            </p:contentPart>
          </mc:Choice>
          <mc:Fallback>
            <p:pic>
              <p:nvPicPr>
                <p:cNvPr id="53" name="Ink 52">
                  <a:extLst>
                    <a:ext uri="{FF2B5EF4-FFF2-40B4-BE49-F238E27FC236}">
                      <a16:creationId xmlns:a16="http://schemas.microsoft.com/office/drawing/2014/main" id="{403F71FA-ACC3-8BBB-4D41-17A2CCDA371F}"/>
                    </a:ext>
                  </a:extLst>
                </p:cNvPr>
                <p:cNvPicPr/>
                <p:nvPr/>
              </p:nvPicPr>
              <p:blipFill>
                <a:blip r:embed="rId94"/>
                <a:stretch>
                  <a:fillRect/>
                </a:stretch>
              </p:blipFill>
              <p:spPr>
                <a:xfrm>
                  <a:off x="7609143" y="1905673"/>
                  <a:ext cx="32328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4" name="Ink 53">
                  <a:extLst>
                    <a:ext uri="{FF2B5EF4-FFF2-40B4-BE49-F238E27FC236}">
                      <a16:creationId xmlns:a16="http://schemas.microsoft.com/office/drawing/2014/main" id="{91FC4605-380B-646F-BA7D-5E19DC747A20}"/>
                    </a:ext>
                  </a:extLst>
                </p14:cNvPr>
                <p14:cNvContentPartPr/>
                <p14:nvPr/>
              </p14:nvContentPartPr>
              <p14:xfrm>
                <a:off x="7966263" y="1913233"/>
                <a:ext cx="34560" cy="89640"/>
              </p14:xfrm>
            </p:contentPart>
          </mc:Choice>
          <mc:Fallback>
            <p:pic>
              <p:nvPicPr>
                <p:cNvPr id="54" name="Ink 53">
                  <a:extLst>
                    <a:ext uri="{FF2B5EF4-FFF2-40B4-BE49-F238E27FC236}">
                      <a16:creationId xmlns:a16="http://schemas.microsoft.com/office/drawing/2014/main" id="{91FC4605-380B-646F-BA7D-5E19DC747A20}"/>
                    </a:ext>
                  </a:extLst>
                </p:cNvPr>
                <p:cNvPicPr/>
                <p:nvPr/>
              </p:nvPicPr>
              <p:blipFill>
                <a:blip r:embed="rId96"/>
                <a:stretch>
                  <a:fillRect/>
                </a:stretch>
              </p:blipFill>
              <p:spPr>
                <a:xfrm>
                  <a:off x="7948623" y="1895593"/>
                  <a:ext cx="7020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5" name="Ink 54">
                  <a:extLst>
                    <a:ext uri="{FF2B5EF4-FFF2-40B4-BE49-F238E27FC236}">
                      <a16:creationId xmlns:a16="http://schemas.microsoft.com/office/drawing/2014/main" id="{23024844-24CD-1C15-28A2-B159BD845B76}"/>
                    </a:ext>
                  </a:extLst>
                </p14:cNvPr>
                <p14:cNvContentPartPr/>
                <p14:nvPr/>
              </p14:nvContentPartPr>
              <p14:xfrm>
                <a:off x="8373783" y="1878313"/>
                <a:ext cx="65160" cy="181800"/>
              </p14:xfrm>
            </p:contentPart>
          </mc:Choice>
          <mc:Fallback>
            <p:pic>
              <p:nvPicPr>
                <p:cNvPr id="55" name="Ink 54">
                  <a:extLst>
                    <a:ext uri="{FF2B5EF4-FFF2-40B4-BE49-F238E27FC236}">
                      <a16:creationId xmlns:a16="http://schemas.microsoft.com/office/drawing/2014/main" id="{23024844-24CD-1C15-28A2-B159BD845B76}"/>
                    </a:ext>
                  </a:extLst>
                </p:cNvPr>
                <p:cNvPicPr/>
                <p:nvPr/>
              </p:nvPicPr>
              <p:blipFill>
                <a:blip r:embed="rId98"/>
                <a:stretch>
                  <a:fillRect/>
                </a:stretch>
              </p:blipFill>
              <p:spPr>
                <a:xfrm>
                  <a:off x="8356143" y="1860313"/>
                  <a:ext cx="10080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56" name="Ink 55">
                  <a:extLst>
                    <a:ext uri="{FF2B5EF4-FFF2-40B4-BE49-F238E27FC236}">
                      <a16:creationId xmlns:a16="http://schemas.microsoft.com/office/drawing/2014/main" id="{CCF2DBAE-F708-1148-6947-7B80D0882D76}"/>
                    </a:ext>
                  </a:extLst>
                </p14:cNvPr>
                <p14:cNvContentPartPr/>
                <p14:nvPr/>
              </p14:nvContentPartPr>
              <p14:xfrm>
                <a:off x="8357943" y="1953553"/>
                <a:ext cx="181800" cy="59400"/>
              </p14:xfrm>
            </p:contentPart>
          </mc:Choice>
          <mc:Fallback>
            <p:pic>
              <p:nvPicPr>
                <p:cNvPr id="56" name="Ink 55">
                  <a:extLst>
                    <a:ext uri="{FF2B5EF4-FFF2-40B4-BE49-F238E27FC236}">
                      <a16:creationId xmlns:a16="http://schemas.microsoft.com/office/drawing/2014/main" id="{CCF2DBAE-F708-1148-6947-7B80D0882D76}"/>
                    </a:ext>
                  </a:extLst>
                </p:cNvPr>
                <p:cNvPicPr/>
                <p:nvPr/>
              </p:nvPicPr>
              <p:blipFill>
                <a:blip r:embed="rId100"/>
                <a:stretch>
                  <a:fillRect/>
                </a:stretch>
              </p:blipFill>
              <p:spPr>
                <a:xfrm>
                  <a:off x="8340303" y="1935913"/>
                  <a:ext cx="21744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57" name="Ink 56">
                  <a:extLst>
                    <a:ext uri="{FF2B5EF4-FFF2-40B4-BE49-F238E27FC236}">
                      <a16:creationId xmlns:a16="http://schemas.microsoft.com/office/drawing/2014/main" id="{144EC2B8-843B-A6D0-77D2-C9EE9DF6C803}"/>
                    </a:ext>
                  </a:extLst>
                </p14:cNvPr>
                <p14:cNvContentPartPr/>
                <p14:nvPr/>
              </p14:nvContentPartPr>
              <p14:xfrm>
                <a:off x="8528583" y="1966153"/>
                <a:ext cx="105840" cy="93600"/>
              </p14:xfrm>
            </p:contentPart>
          </mc:Choice>
          <mc:Fallback>
            <p:pic>
              <p:nvPicPr>
                <p:cNvPr id="57" name="Ink 56">
                  <a:extLst>
                    <a:ext uri="{FF2B5EF4-FFF2-40B4-BE49-F238E27FC236}">
                      <a16:creationId xmlns:a16="http://schemas.microsoft.com/office/drawing/2014/main" id="{144EC2B8-843B-A6D0-77D2-C9EE9DF6C803}"/>
                    </a:ext>
                  </a:extLst>
                </p:cNvPr>
                <p:cNvPicPr/>
                <p:nvPr/>
              </p:nvPicPr>
              <p:blipFill>
                <a:blip r:embed="rId102"/>
                <a:stretch>
                  <a:fillRect/>
                </a:stretch>
              </p:blipFill>
              <p:spPr>
                <a:xfrm>
                  <a:off x="8510583" y="1948513"/>
                  <a:ext cx="14148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58" name="Ink 57">
                  <a:extLst>
                    <a:ext uri="{FF2B5EF4-FFF2-40B4-BE49-F238E27FC236}">
                      <a16:creationId xmlns:a16="http://schemas.microsoft.com/office/drawing/2014/main" id="{68CC8232-4545-8431-3065-206C582A6A9F}"/>
                    </a:ext>
                  </a:extLst>
                </p14:cNvPr>
                <p14:cNvContentPartPr/>
                <p14:nvPr/>
              </p14:nvContentPartPr>
              <p14:xfrm>
                <a:off x="8692383" y="1963993"/>
                <a:ext cx="65160" cy="128160"/>
              </p14:xfrm>
            </p:contentPart>
          </mc:Choice>
          <mc:Fallback>
            <p:pic>
              <p:nvPicPr>
                <p:cNvPr id="58" name="Ink 57">
                  <a:extLst>
                    <a:ext uri="{FF2B5EF4-FFF2-40B4-BE49-F238E27FC236}">
                      <a16:creationId xmlns:a16="http://schemas.microsoft.com/office/drawing/2014/main" id="{68CC8232-4545-8431-3065-206C582A6A9F}"/>
                    </a:ext>
                  </a:extLst>
                </p:cNvPr>
                <p:cNvPicPr/>
                <p:nvPr/>
              </p:nvPicPr>
              <p:blipFill>
                <a:blip r:embed="rId104"/>
                <a:stretch>
                  <a:fillRect/>
                </a:stretch>
              </p:blipFill>
              <p:spPr>
                <a:xfrm>
                  <a:off x="8674743" y="1946353"/>
                  <a:ext cx="10080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59" name="Ink 58">
                  <a:extLst>
                    <a:ext uri="{FF2B5EF4-FFF2-40B4-BE49-F238E27FC236}">
                      <a16:creationId xmlns:a16="http://schemas.microsoft.com/office/drawing/2014/main" id="{F91B4F0E-34C9-B032-DD14-336222CDFA73}"/>
                    </a:ext>
                  </a:extLst>
                </p14:cNvPr>
                <p14:cNvContentPartPr/>
                <p14:nvPr/>
              </p14:nvContentPartPr>
              <p14:xfrm>
                <a:off x="8870583" y="1858153"/>
                <a:ext cx="108720" cy="169200"/>
              </p14:xfrm>
            </p:contentPart>
          </mc:Choice>
          <mc:Fallback>
            <p:pic>
              <p:nvPicPr>
                <p:cNvPr id="59" name="Ink 58">
                  <a:extLst>
                    <a:ext uri="{FF2B5EF4-FFF2-40B4-BE49-F238E27FC236}">
                      <a16:creationId xmlns:a16="http://schemas.microsoft.com/office/drawing/2014/main" id="{F91B4F0E-34C9-B032-DD14-336222CDFA73}"/>
                    </a:ext>
                  </a:extLst>
                </p:cNvPr>
                <p:cNvPicPr/>
                <p:nvPr/>
              </p:nvPicPr>
              <p:blipFill>
                <a:blip r:embed="rId106"/>
                <a:stretch>
                  <a:fillRect/>
                </a:stretch>
              </p:blipFill>
              <p:spPr>
                <a:xfrm>
                  <a:off x="8852943" y="1840513"/>
                  <a:ext cx="14436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0" name="Ink 59">
                  <a:extLst>
                    <a:ext uri="{FF2B5EF4-FFF2-40B4-BE49-F238E27FC236}">
                      <a16:creationId xmlns:a16="http://schemas.microsoft.com/office/drawing/2014/main" id="{48F808D3-A226-A05E-EEA0-F8C521B215D9}"/>
                    </a:ext>
                  </a:extLst>
                </p14:cNvPr>
                <p14:cNvContentPartPr/>
                <p14:nvPr/>
              </p14:nvContentPartPr>
              <p14:xfrm>
                <a:off x="9108543" y="1874713"/>
                <a:ext cx="68760" cy="131400"/>
              </p14:xfrm>
            </p:contentPart>
          </mc:Choice>
          <mc:Fallback>
            <p:pic>
              <p:nvPicPr>
                <p:cNvPr id="60" name="Ink 59">
                  <a:extLst>
                    <a:ext uri="{FF2B5EF4-FFF2-40B4-BE49-F238E27FC236}">
                      <a16:creationId xmlns:a16="http://schemas.microsoft.com/office/drawing/2014/main" id="{48F808D3-A226-A05E-EEA0-F8C521B215D9}"/>
                    </a:ext>
                  </a:extLst>
                </p:cNvPr>
                <p:cNvPicPr/>
                <p:nvPr/>
              </p:nvPicPr>
              <p:blipFill>
                <a:blip r:embed="rId108"/>
                <a:stretch>
                  <a:fillRect/>
                </a:stretch>
              </p:blipFill>
              <p:spPr>
                <a:xfrm>
                  <a:off x="9090543" y="1856713"/>
                  <a:ext cx="10440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1" name="Ink 60">
                  <a:extLst>
                    <a:ext uri="{FF2B5EF4-FFF2-40B4-BE49-F238E27FC236}">
                      <a16:creationId xmlns:a16="http://schemas.microsoft.com/office/drawing/2014/main" id="{29BBF330-5925-6C9A-8A21-F9891ADB90B8}"/>
                    </a:ext>
                  </a:extLst>
                </p14:cNvPr>
                <p14:cNvContentPartPr/>
                <p14:nvPr/>
              </p14:nvContentPartPr>
              <p14:xfrm>
                <a:off x="9238143" y="1932313"/>
                <a:ext cx="109800" cy="69480"/>
              </p14:xfrm>
            </p:contentPart>
          </mc:Choice>
          <mc:Fallback>
            <p:pic>
              <p:nvPicPr>
                <p:cNvPr id="61" name="Ink 60">
                  <a:extLst>
                    <a:ext uri="{FF2B5EF4-FFF2-40B4-BE49-F238E27FC236}">
                      <a16:creationId xmlns:a16="http://schemas.microsoft.com/office/drawing/2014/main" id="{29BBF330-5925-6C9A-8A21-F9891ADB90B8}"/>
                    </a:ext>
                  </a:extLst>
                </p:cNvPr>
                <p:cNvPicPr/>
                <p:nvPr/>
              </p:nvPicPr>
              <p:blipFill>
                <a:blip r:embed="rId110"/>
                <a:stretch>
                  <a:fillRect/>
                </a:stretch>
              </p:blipFill>
              <p:spPr>
                <a:xfrm>
                  <a:off x="9220503" y="1914313"/>
                  <a:ext cx="145440" cy="10512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2" name="Ink 61">
                  <a:extLst>
                    <a:ext uri="{FF2B5EF4-FFF2-40B4-BE49-F238E27FC236}">
                      <a16:creationId xmlns:a16="http://schemas.microsoft.com/office/drawing/2014/main" id="{BB93E92D-4507-7D0E-FD63-1C61E5F2F0E4}"/>
                    </a:ext>
                  </a:extLst>
                </p14:cNvPr>
                <p14:cNvContentPartPr/>
                <p14:nvPr/>
              </p14:nvContentPartPr>
              <p14:xfrm>
                <a:off x="9394383" y="1940233"/>
                <a:ext cx="68400" cy="87120"/>
              </p14:xfrm>
            </p:contentPart>
          </mc:Choice>
          <mc:Fallback>
            <p:pic>
              <p:nvPicPr>
                <p:cNvPr id="62" name="Ink 61">
                  <a:extLst>
                    <a:ext uri="{FF2B5EF4-FFF2-40B4-BE49-F238E27FC236}">
                      <a16:creationId xmlns:a16="http://schemas.microsoft.com/office/drawing/2014/main" id="{BB93E92D-4507-7D0E-FD63-1C61E5F2F0E4}"/>
                    </a:ext>
                  </a:extLst>
                </p:cNvPr>
                <p:cNvPicPr/>
                <p:nvPr/>
              </p:nvPicPr>
              <p:blipFill>
                <a:blip r:embed="rId112"/>
                <a:stretch>
                  <a:fillRect/>
                </a:stretch>
              </p:blipFill>
              <p:spPr>
                <a:xfrm>
                  <a:off x="9376383" y="1922233"/>
                  <a:ext cx="10404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63" name="Ink 62">
                  <a:extLst>
                    <a:ext uri="{FF2B5EF4-FFF2-40B4-BE49-F238E27FC236}">
                      <a16:creationId xmlns:a16="http://schemas.microsoft.com/office/drawing/2014/main" id="{80A4E6DB-2D85-7BCB-CCF1-6A0A05C28A4A}"/>
                    </a:ext>
                  </a:extLst>
                </p14:cNvPr>
                <p14:cNvContentPartPr/>
                <p14:nvPr/>
              </p14:nvContentPartPr>
              <p14:xfrm>
                <a:off x="9527223" y="1910713"/>
                <a:ext cx="4680" cy="21240"/>
              </p14:xfrm>
            </p:contentPart>
          </mc:Choice>
          <mc:Fallback>
            <p:pic>
              <p:nvPicPr>
                <p:cNvPr id="63" name="Ink 62">
                  <a:extLst>
                    <a:ext uri="{FF2B5EF4-FFF2-40B4-BE49-F238E27FC236}">
                      <a16:creationId xmlns:a16="http://schemas.microsoft.com/office/drawing/2014/main" id="{80A4E6DB-2D85-7BCB-CCF1-6A0A05C28A4A}"/>
                    </a:ext>
                  </a:extLst>
                </p:cNvPr>
                <p:cNvPicPr/>
                <p:nvPr/>
              </p:nvPicPr>
              <p:blipFill>
                <a:blip r:embed="rId114"/>
                <a:stretch>
                  <a:fillRect/>
                </a:stretch>
              </p:blipFill>
              <p:spPr>
                <a:xfrm>
                  <a:off x="9509223" y="1892713"/>
                  <a:ext cx="4032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64" name="Ink 63">
                  <a:extLst>
                    <a:ext uri="{FF2B5EF4-FFF2-40B4-BE49-F238E27FC236}">
                      <a16:creationId xmlns:a16="http://schemas.microsoft.com/office/drawing/2014/main" id="{71D5E542-CB1D-F940-E7E5-E8A68E97BE8E}"/>
                    </a:ext>
                  </a:extLst>
                </p14:cNvPr>
                <p14:cNvContentPartPr/>
                <p14:nvPr/>
              </p14:nvContentPartPr>
              <p14:xfrm>
                <a:off x="9549903" y="1859953"/>
                <a:ext cx="9000" cy="159120"/>
              </p14:xfrm>
            </p:contentPart>
          </mc:Choice>
          <mc:Fallback>
            <p:pic>
              <p:nvPicPr>
                <p:cNvPr id="64" name="Ink 63">
                  <a:extLst>
                    <a:ext uri="{FF2B5EF4-FFF2-40B4-BE49-F238E27FC236}">
                      <a16:creationId xmlns:a16="http://schemas.microsoft.com/office/drawing/2014/main" id="{71D5E542-CB1D-F940-E7E5-E8A68E97BE8E}"/>
                    </a:ext>
                  </a:extLst>
                </p:cNvPr>
                <p:cNvPicPr/>
                <p:nvPr/>
              </p:nvPicPr>
              <p:blipFill>
                <a:blip r:embed="rId116"/>
                <a:stretch>
                  <a:fillRect/>
                </a:stretch>
              </p:blipFill>
              <p:spPr>
                <a:xfrm>
                  <a:off x="9532263" y="1841953"/>
                  <a:ext cx="4464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65" name="Ink 64">
                  <a:extLst>
                    <a:ext uri="{FF2B5EF4-FFF2-40B4-BE49-F238E27FC236}">
                      <a16:creationId xmlns:a16="http://schemas.microsoft.com/office/drawing/2014/main" id="{201DE646-9645-FC28-01A1-0C278208D7A4}"/>
                    </a:ext>
                  </a:extLst>
                </p14:cNvPr>
                <p14:cNvContentPartPr/>
                <p14:nvPr/>
              </p14:nvContentPartPr>
              <p14:xfrm>
                <a:off x="9563223" y="1917913"/>
                <a:ext cx="50760" cy="63000"/>
              </p14:xfrm>
            </p:contentPart>
          </mc:Choice>
          <mc:Fallback>
            <p:pic>
              <p:nvPicPr>
                <p:cNvPr id="65" name="Ink 64">
                  <a:extLst>
                    <a:ext uri="{FF2B5EF4-FFF2-40B4-BE49-F238E27FC236}">
                      <a16:creationId xmlns:a16="http://schemas.microsoft.com/office/drawing/2014/main" id="{201DE646-9645-FC28-01A1-0C278208D7A4}"/>
                    </a:ext>
                  </a:extLst>
                </p:cNvPr>
                <p:cNvPicPr/>
                <p:nvPr/>
              </p:nvPicPr>
              <p:blipFill>
                <a:blip r:embed="rId118"/>
                <a:stretch>
                  <a:fillRect/>
                </a:stretch>
              </p:blipFill>
              <p:spPr>
                <a:xfrm>
                  <a:off x="9545223" y="1899913"/>
                  <a:ext cx="8640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69" name="Ink 68">
                  <a:extLst>
                    <a:ext uri="{FF2B5EF4-FFF2-40B4-BE49-F238E27FC236}">
                      <a16:creationId xmlns:a16="http://schemas.microsoft.com/office/drawing/2014/main" id="{9404643D-D138-2B86-D6AB-B8026B327578}"/>
                    </a:ext>
                  </a:extLst>
                </p14:cNvPr>
                <p14:cNvContentPartPr/>
                <p14:nvPr/>
              </p14:nvContentPartPr>
              <p14:xfrm>
                <a:off x="7480623" y="2282593"/>
                <a:ext cx="102600" cy="129960"/>
              </p14:xfrm>
            </p:contentPart>
          </mc:Choice>
          <mc:Fallback>
            <p:pic>
              <p:nvPicPr>
                <p:cNvPr id="69" name="Ink 68">
                  <a:extLst>
                    <a:ext uri="{FF2B5EF4-FFF2-40B4-BE49-F238E27FC236}">
                      <a16:creationId xmlns:a16="http://schemas.microsoft.com/office/drawing/2014/main" id="{9404643D-D138-2B86-D6AB-B8026B327578}"/>
                    </a:ext>
                  </a:extLst>
                </p:cNvPr>
                <p:cNvPicPr/>
                <p:nvPr/>
              </p:nvPicPr>
              <p:blipFill>
                <a:blip r:embed="rId120"/>
                <a:stretch>
                  <a:fillRect/>
                </a:stretch>
              </p:blipFill>
              <p:spPr>
                <a:xfrm>
                  <a:off x="7462623" y="2264593"/>
                  <a:ext cx="13824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70" name="Ink 69">
                  <a:extLst>
                    <a:ext uri="{FF2B5EF4-FFF2-40B4-BE49-F238E27FC236}">
                      <a16:creationId xmlns:a16="http://schemas.microsoft.com/office/drawing/2014/main" id="{DD43BE89-86E0-7908-E4BB-AFE8B9655030}"/>
                    </a:ext>
                  </a:extLst>
                </p14:cNvPr>
                <p14:cNvContentPartPr/>
                <p14:nvPr/>
              </p14:nvContentPartPr>
              <p14:xfrm>
                <a:off x="7638303" y="2291953"/>
                <a:ext cx="63000" cy="115920"/>
              </p14:xfrm>
            </p:contentPart>
          </mc:Choice>
          <mc:Fallback>
            <p:pic>
              <p:nvPicPr>
                <p:cNvPr id="70" name="Ink 69">
                  <a:extLst>
                    <a:ext uri="{FF2B5EF4-FFF2-40B4-BE49-F238E27FC236}">
                      <a16:creationId xmlns:a16="http://schemas.microsoft.com/office/drawing/2014/main" id="{DD43BE89-86E0-7908-E4BB-AFE8B9655030}"/>
                    </a:ext>
                  </a:extLst>
                </p:cNvPr>
                <p:cNvPicPr/>
                <p:nvPr/>
              </p:nvPicPr>
              <p:blipFill>
                <a:blip r:embed="rId122"/>
                <a:stretch>
                  <a:fillRect/>
                </a:stretch>
              </p:blipFill>
              <p:spPr>
                <a:xfrm>
                  <a:off x="7620303" y="2274313"/>
                  <a:ext cx="9864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71" name="Ink 70">
                  <a:extLst>
                    <a:ext uri="{FF2B5EF4-FFF2-40B4-BE49-F238E27FC236}">
                      <a16:creationId xmlns:a16="http://schemas.microsoft.com/office/drawing/2014/main" id="{F7D38927-F640-74C7-93F4-6D34EF8AE397}"/>
                    </a:ext>
                  </a:extLst>
                </p14:cNvPr>
                <p14:cNvContentPartPr/>
                <p14:nvPr/>
              </p14:nvContentPartPr>
              <p14:xfrm>
                <a:off x="7762863" y="2271793"/>
                <a:ext cx="57960" cy="121680"/>
              </p14:xfrm>
            </p:contentPart>
          </mc:Choice>
          <mc:Fallback>
            <p:pic>
              <p:nvPicPr>
                <p:cNvPr id="71" name="Ink 70">
                  <a:extLst>
                    <a:ext uri="{FF2B5EF4-FFF2-40B4-BE49-F238E27FC236}">
                      <a16:creationId xmlns:a16="http://schemas.microsoft.com/office/drawing/2014/main" id="{F7D38927-F640-74C7-93F4-6D34EF8AE397}"/>
                    </a:ext>
                  </a:extLst>
                </p:cNvPr>
                <p:cNvPicPr/>
                <p:nvPr/>
              </p:nvPicPr>
              <p:blipFill>
                <a:blip r:embed="rId124"/>
                <a:stretch>
                  <a:fillRect/>
                </a:stretch>
              </p:blipFill>
              <p:spPr>
                <a:xfrm>
                  <a:off x="7745223" y="2253793"/>
                  <a:ext cx="9360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72" name="Ink 71">
                  <a:extLst>
                    <a:ext uri="{FF2B5EF4-FFF2-40B4-BE49-F238E27FC236}">
                      <a16:creationId xmlns:a16="http://schemas.microsoft.com/office/drawing/2014/main" id="{2F9FADF7-4A90-A19A-6F3D-06B67ACE37F7}"/>
                    </a:ext>
                  </a:extLst>
                </p14:cNvPr>
                <p14:cNvContentPartPr/>
                <p14:nvPr/>
              </p14:nvContentPartPr>
              <p14:xfrm>
                <a:off x="7899303" y="2266753"/>
                <a:ext cx="29880" cy="116640"/>
              </p14:xfrm>
            </p:contentPart>
          </mc:Choice>
          <mc:Fallback>
            <p:pic>
              <p:nvPicPr>
                <p:cNvPr id="72" name="Ink 71">
                  <a:extLst>
                    <a:ext uri="{FF2B5EF4-FFF2-40B4-BE49-F238E27FC236}">
                      <a16:creationId xmlns:a16="http://schemas.microsoft.com/office/drawing/2014/main" id="{2F9FADF7-4A90-A19A-6F3D-06B67ACE37F7}"/>
                    </a:ext>
                  </a:extLst>
                </p:cNvPr>
                <p:cNvPicPr/>
                <p:nvPr/>
              </p:nvPicPr>
              <p:blipFill>
                <a:blip r:embed="rId126"/>
                <a:stretch>
                  <a:fillRect/>
                </a:stretch>
              </p:blipFill>
              <p:spPr>
                <a:xfrm>
                  <a:off x="7881303" y="2249113"/>
                  <a:ext cx="6552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73" name="Ink 72">
                  <a:extLst>
                    <a:ext uri="{FF2B5EF4-FFF2-40B4-BE49-F238E27FC236}">
                      <a16:creationId xmlns:a16="http://schemas.microsoft.com/office/drawing/2014/main" id="{C4D28AA7-158E-AEA2-8F7C-7D7E1AA7D80A}"/>
                    </a:ext>
                  </a:extLst>
                </p14:cNvPr>
                <p14:cNvContentPartPr/>
                <p14:nvPr/>
              </p14:nvContentPartPr>
              <p14:xfrm>
                <a:off x="7923063" y="2210593"/>
                <a:ext cx="25920" cy="26640"/>
              </p14:xfrm>
            </p:contentPart>
          </mc:Choice>
          <mc:Fallback>
            <p:pic>
              <p:nvPicPr>
                <p:cNvPr id="73" name="Ink 72">
                  <a:extLst>
                    <a:ext uri="{FF2B5EF4-FFF2-40B4-BE49-F238E27FC236}">
                      <a16:creationId xmlns:a16="http://schemas.microsoft.com/office/drawing/2014/main" id="{C4D28AA7-158E-AEA2-8F7C-7D7E1AA7D80A}"/>
                    </a:ext>
                  </a:extLst>
                </p:cNvPr>
                <p:cNvPicPr/>
                <p:nvPr/>
              </p:nvPicPr>
              <p:blipFill>
                <a:blip r:embed="rId128"/>
                <a:stretch>
                  <a:fillRect/>
                </a:stretch>
              </p:blipFill>
              <p:spPr>
                <a:xfrm>
                  <a:off x="7905063" y="2192593"/>
                  <a:ext cx="6156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74" name="Ink 73">
                  <a:extLst>
                    <a:ext uri="{FF2B5EF4-FFF2-40B4-BE49-F238E27FC236}">
                      <a16:creationId xmlns:a16="http://schemas.microsoft.com/office/drawing/2014/main" id="{FBD25F67-28D5-438E-C1B0-509EA5B07302}"/>
                    </a:ext>
                  </a:extLst>
                </p14:cNvPr>
                <p14:cNvContentPartPr/>
                <p14:nvPr/>
              </p14:nvContentPartPr>
              <p14:xfrm>
                <a:off x="8004783" y="2254153"/>
                <a:ext cx="60120" cy="134280"/>
              </p14:xfrm>
            </p:contentPart>
          </mc:Choice>
          <mc:Fallback>
            <p:pic>
              <p:nvPicPr>
                <p:cNvPr id="74" name="Ink 73">
                  <a:extLst>
                    <a:ext uri="{FF2B5EF4-FFF2-40B4-BE49-F238E27FC236}">
                      <a16:creationId xmlns:a16="http://schemas.microsoft.com/office/drawing/2014/main" id="{FBD25F67-28D5-438E-C1B0-509EA5B07302}"/>
                    </a:ext>
                  </a:extLst>
                </p:cNvPr>
                <p:cNvPicPr/>
                <p:nvPr/>
              </p:nvPicPr>
              <p:blipFill>
                <a:blip r:embed="rId130"/>
                <a:stretch>
                  <a:fillRect/>
                </a:stretch>
              </p:blipFill>
              <p:spPr>
                <a:xfrm>
                  <a:off x="7986783" y="2236153"/>
                  <a:ext cx="9576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75" name="Ink 74">
                  <a:extLst>
                    <a:ext uri="{FF2B5EF4-FFF2-40B4-BE49-F238E27FC236}">
                      <a16:creationId xmlns:a16="http://schemas.microsoft.com/office/drawing/2014/main" id="{20115549-0379-FAF3-5348-E79ACF19B3AA}"/>
                    </a:ext>
                  </a:extLst>
                </p14:cNvPr>
                <p14:cNvContentPartPr/>
                <p14:nvPr/>
              </p14:nvContentPartPr>
              <p14:xfrm>
                <a:off x="8163183" y="2226073"/>
                <a:ext cx="37440" cy="136440"/>
              </p14:xfrm>
            </p:contentPart>
          </mc:Choice>
          <mc:Fallback>
            <p:pic>
              <p:nvPicPr>
                <p:cNvPr id="75" name="Ink 74">
                  <a:extLst>
                    <a:ext uri="{FF2B5EF4-FFF2-40B4-BE49-F238E27FC236}">
                      <a16:creationId xmlns:a16="http://schemas.microsoft.com/office/drawing/2014/main" id="{20115549-0379-FAF3-5348-E79ACF19B3AA}"/>
                    </a:ext>
                  </a:extLst>
                </p:cNvPr>
                <p:cNvPicPr/>
                <p:nvPr/>
              </p:nvPicPr>
              <p:blipFill>
                <a:blip r:embed="rId132"/>
                <a:stretch>
                  <a:fillRect/>
                </a:stretch>
              </p:blipFill>
              <p:spPr>
                <a:xfrm>
                  <a:off x="8145183" y="2208073"/>
                  <a:ext cx="7308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76" name="Ink 75">
                  <a:extLst>
                    <a:ext uri="{FF2B5EF4-FFF2-40B4-BE49-F238E27FC236}">
                      <a16:creationId xmlns:a16="http://schemas.microsoft.com/office/drawing/2014/main" id="{E6DD4E2D-DB94-1319-69EE-CD234070990C}"/>
                    </a:ext>
                  </a:extLst>
                </p14:cNvPr>
                <p14:cNvContentPartPr/>
                <p14:nvPr/>
              </p14:nvContentPartPr>
              <p14:xfrm>
                <a:off x="8150223" y="2275753"/>
                <a:ext cx="167760" cy="70560"/>
              </p14:xfrm>
            </p:contentPart>
          </mc:Choice>
          <mc:Fallback>
            <p:pic>
              <p:nvPicPr>
                <p:cNvPr id="76" name="Ink 75">
                  <a:extLst>
                    <a:ext uri="{FF2B5EF4-FFF2-40B4-BE49-F238E27FC236}">
                      <a16:creationId xmlns:a16="http://schemas.microsoft.com/office/drawing/2014/main" id="{E6DD4E2D-DB94-1319-69EE-CD234070990C}"/>
                    </a:ext>
                  </a:extLst>
                </p:cNvPr>
                <p:cNvPicPr/>
                <p:nvPr/>
              </p:nvPicPr>
              <p:blipFill>
                <a:blip r:embed="rId134"/>
                <a:stretch>
                  <a:fillRect/>
                </a:stretch>
              </p:blipFill>
              <p:spPr>
                <a:xfrm>
                  <a:off x="8132223" y="2258113"/>
                  <a:ext cx="20340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77" name="Ink 76">
                  <a:extLst>
                    <a:ext uri="{FF2B5EF4-FFF2-40B4-BE49-F238E27FC236}">
                      <a16:creationId xmlns:a16="http://schemas.microsoft.com/office/drawing/2014/main" id="{39FE6290-8DD1-EBF7-7D97-83016068857F}"/>
                    </a:ext>
                  </a:extLst>
                </p14:cNvPr>
                <p14:cNvContentPartPr/>
                <p14:nvPr/>
              </p14:nvContentPartPr>
              <p14:xfrm>
                <a:off x="8347503" y="2262433"/>
                <a:ext cx="47160" cy="90360"/>
              </p14:xfrm>
            </p:contentPart>
          </mc:Choice>
          <mc:Fallback>
            <p:pic>
              <p:nvPicPr>
                <p:cNvPr id="77" name="Ink 76">
                  <a:extLst>
                    <a:ext uri="{FF2B5EF4-FFF2-40B4-BE49-F238E27FC236}">
                      <a16:creationId xmlns:a16="http://schemas.microsoft.com/office/drawing/2014/main" id="{39FE6290-8DD1-EBF7-7D97-83016068857F}"/>
                    </a:ext>
                  </a:extLst>
                </p:cNvPr>
                <p:cNvPicPr/>
                <p:nvPr/>
              </p:nvPicPr>
              <p:blipFill>
                <a:blip r:embed="rId136"/>
                <a:stretch>
                  <a:fillRect/>
                </a:stretch>
              </p:blipFill>
              <p:spPr>
                <a:xfrm>
                  <a:off x="8329503" y="2244793"/>
                  <a:ext cx="828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79" name="Ink 78">
                  <a:extLst>
                    <a:ext uri="{FF2B5EF4-FFF2-40B4-BE49-F238E27FC236}">
                      <a16:creationId xmlns:a16="http://schemas.microsoft.com/office/drawing/2014/main" id="{9DEFC8CA-1A76-BCA2-09AA-A688BAD2DD42}"/>
                    </a:ext>
                  </a:extLst>
                </p14:cNvPr>
                <p14:cNvContentPartPr/>
                <p14:nvPr/>
              </p14:nvContentPartPr>
              <p14:xfrm>
                <a:off x="7047543" y="734593"/>
                <a:ext cx="3788280" cy="1726560"/>
              </p14:xfrm>
            </p:contentPart>
          </mc:Choice>
          <mc:Fallback>
            <p:pic>
              <p:nvPicPr>
                <p:cNvPr id="79" name="Ink 78">
                  <a:extLst>
                    <a:ext uri="{FF2B5EF4-FFF2-40B4-BE49-F238E27FC236}">
                      <a16:creationId xmlns:a16="http://schemas.microsoft.com/office/drawing/2014/main" id="{9DEFC8CA-1A76-BCA2-09AA-A688BAD2DD42}"/>
                    </a:ext>
                  </a:extLst>
                </p:cNvPr>
                <p:cNvPicPr/>
                <p:nvPr/>
              </p:nvPicPr>
              <p:blipFill>
                <a:blip r:embed="rId138"/>
                <a:stretch>
                  <a:fillRect/>
                </a:stretch>
              </p:blipFill>
              <p:spPr>
                <a:xfrm>
                  <a:off x="7029543" y="716953"/>
                  <a:ext cx="3823920" cy="176220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80" name="Ink 79">
                  <a:extLst>
                    <a:ext uri="{FF2B5EF4-FFF2-40B4-BE49-F238E27FC236}">
                      <a16:creationId xmlns:a16="http://schemas.microsoft.com/office/drawing/2014/main" id="{14792E49-5648-F22D-6506-A849394E1AE4}"/>
                    </a:ext>
                  </a:extLst>
                </p14:cNvPr>
                <p14:cNvContentPartPr/>
                <p14:nvPr/>
              </p14:nvContentPartPr>
              <p14:xfrm>
                <a:off x="4981863" y="1768873"/>
                <a:ext cx="88560" cy="1163880"/>
              </p14:xfrm>
            </p:contentPart>
          </mc:Choice>
          <mc:Fallback>
            <p:pic>
              <p:nvPicPr>
                <p:cNvPr id="80" name="Ink 79">
                  <a:extLst>
                    <a:ext uri="{FF2B5EF4-FFF2-40B4-BE49-F238E27FC236}">
                      <a16:creationId xmlns:a16="http://schemas.microsoft.com/office/drawing/2014/main" id="{14792E49-5648-F22D-6506-A849394E1AE4}"/>
                    </a:ext>
                  </a:extLst>
                </p:cNvPr>
                <p:cNvPicPr/>
                <p:nvPr/>
              </p:nvPicPr>
              <p:blipFill>
                <a:blip r:embed="rId140"/>
                <a:stretch>
                  <a:fillRect/>
                </a:stretch>
              </p:blipFill>
              <p:spPr>
                <a:xfrm>
                  <a:off x="4964223" y="1750873"/>
                  <a:ext cx="124200" cy="119952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81" name="Ink 80">
                  <a:extLst>
                    <a:ext uri="{FF2B5EF4-FFF2-40B4-BE49-F238E27FC236}">
                      <a16:creationId xmlns:a16="http://schemas.microsoft.com/office/drawing/2014/main" id="{2E81621C-980B-4601-0FB1-97F346648DB4}"/>
                    </a:ext>
                  </a:extLst>
                </p14:cNvPr>
                <p14:cNvContentPartPr/>
                <p14:nvPr/>
              </p14:nvContentPartPr>
              <p14:xfrm>
                <a:off x="4996623" y="1575193"/>
                <a:ext cx="4885560" cy="1456560"/>
              </p14:xfrm>
            </p:contentPart>
          </mc:Choice>
          <mc:Fallback>
            <p:pic>
              <p:nvPicPr>
                <p:cNvPr id="81" name="Ink 80">
                  <a:extLst>
                    <a:ext uri="{FF2B5EF4-FFF2-40B4-BE49-F238E27FC236}">
                      <a16:creationId xmlns:a16="http://schemas.microsoft.com/office/drawing/2014/main" id="{2E81621C-980B-4601-0FB1-97F346648DB4}"/>
                    </a:ext>
                  </a:extLst>
                </p:cNvPr>
                <p:cNvPicPr/>
                <p:nvPr/>
              </p:nvPicPr>
              <p:blipFill>
                <a:blip r:embed="rId142"/>
                <a:stretch>
                  <a:fillRect/>
                </a:stretch>
              </p:blipFill>
              <p:spPr>
                <a:xfrm>
                  <a:off x="4978623" y="1557193"/>
                  <a:ext cx="4921200" cy="1492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3">
            <p14:nvContentPartPr>
              <p14:cNvPr id="83" name="Ink 82">
                <a:extLst>
                  <a:ext uri="{FF2B5EF4-FFF2-40B4-BE49-F238E27FC236}">
                    <a16:creationId xmlns:a16="http://schemas.microsoft.com/office/drawing/2014/main" id="{3AC9A118-207C-FABC-1A91-DE7B64BB28B9}"/>
                  </a:ext>
                </a:extLst>
              </p14:cNvPr>
              <p14:cNvContentPartPr/>
              <p14:nvPr/>
            </p14:nvContentPartPr>
            <p14:xfrm>
              <a:off x="9985503" y="1918273"/>
              <a:ext cx="421920" cy="611640"/>
            </p14:xfrm>
          </p:contentPart>
        </mc:Choice>
        <mc:Fallback>
          <p:pic>
            <p:nvPicPr>
              <p:cNvPr id="83" name="Ink 82">
                <a:extLst>
                  <a:ext uri="{FF2B5EF4-FFF2-40B4-BE49-F238E27FC236}">
                    <a16:creationId xmlns:a16="http://schemas.microsoft.com/office/drawing/2014/main" id="{3AC9A118-207C-FABC-1A91-DE7B64BB28B9}"/>
                  </a:ext>
                </a:extLst>
              </p:cNvPr>
              <p:cNvPicPr/>
              <p:nvPr/>
            </p:nvPicPr>
            <p:blipFill>
              <a:blip r:embed="rId144"/>
              <a:stretch>
                <a:fillRect/>
              </a:stretch>
            </p:blipFill>
            <p:spPr>
              <a:xfrm>
                <a:off x="9931863" y="1810633"/>
                <a:ext cx="529560" cy="82728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84" name="Ink 83">
                <a:extLst>
                  <a:ext uri="{FF2B5EF4-FFF2-40B4-BE49-F238E27FC236}">
                    <a16:creationId xmlns:a16="http://schemas.microsoft.com/office/drawing/2014/main" id="{AA8F21E9-D570-2900-BD5C-C98B5D7CD4CF}"/>
                  </a:ext>
                </a:extLst>
              </p14:cNvPr>
              <p14:cNvContentPartPr/>
              <p14:nvPr/>
            </p14:nvContentPartPr>
            <p14:xfrm>
              <a:off x="6886983" y="3241273"/>
              <a:ext cx="182520" cy="324720"/>
            </p14:xfrm>
          </p:contentPart>
        </mc:Choice>
        <mc:Fallback>
          <p:pic>
            <p:nvPicPr>
              <p:cNvPr id="84" name="Ink 83">
                <a:extLst>
                  <a:ext uri="{FF2B5EF4-FFF2-40B4-BE49-F238E27FC236}">
                    <a16:creationId xmlns:a16="http://schemas.microsoft.com/office/drawing/2014/main" id="{AA8F21E9-D570-2900-BD5C-C98B5D7CD4CF}"/>
                  </a:ext>
                </a:extLst>
              </p:cNvPr>
              <p:cNvPicPr/>
              <p:nvPr/>
            </p:nvPicPr>
            <p:blipFill>
              <a:blip r:embed="rId146"/>
              <a:stretch>
                <a:fillRect/>
              </a:stretch>
            </p:blipFill>
            <p:spPr>
              <a:xfrm>
                <a:off x="6833343" y="3133633"/>
                <a:ext cx="290160" cy="540360"/>
              </a:xfrm>
              <a:prstGeom prst="rect">
                <a:avLst/>
              </a:prstGeom>
            </p:spPr>
          </p:pic>
        </mc:Fallback>
      </mc:AlternateContent>
      <p:grpSp>
        <p:nvGrpSpPr>
          <p:cNvPr id="113" name="Group 112">
            <a:extLst>
              <a:ext uri="{FF2B5EF4-FFF2-40B4-BE49-F238E27FC236}">
                <a16:creationId xmlns:a16="http://schemas.microsoft.com/office/drawing/2014/main" id="{BCC36D32-49E7-CDE6-1332-9A6C3EEE4B0F}"/>
              </a:ext>
            </a:extLst>
          </p:cNvPr>
          <p:cNvGrpSpPr/>
          <p:nvPr/>
        </p:nvGrpSpPr>
        <p:grpSpPr>
          <a:xfrm>
            <a:off x="6552903" y="2647273"/>
            <a:ext cx="4171320" cy="1307880"/>
            <a:chOff x="6552903" y="2647273"/>
            <a:chExt cx="4171320" cy="1307880"/>
          </a:xfrm>
        </p:grpSpPr>
        <mc:AlternateContent xmlns:mc="http://schemas.openxmlformats.org/markup-compatibility/2006">
          <mc:Choice xmlns:p14="http://schemas.microsoft.com/office/powerpoint/2010/main" Requires="p14">
            <p:contentPart p14:bwMode="auto" r:id="rId147">
              <p14:nvContentPartPr>
                <p14:cNvPr id="85" name="Ink 84">
                  <a:extLst>
                    <a:ext uri="{FF2B5EF4-FFF2-40B4-BE49-F238E27FC236}">
                      <a16:creationId xmlns:a16="http://schemas.microsoft.com/office/drawing/2014/main" id="{BF9AF4A9-0CEB-16E9-7428-D471A25D9ECB}"/>
                    </a:ext>
                  </a:extLst>
                </p14:cNvPr>
                <p14:cNvContentPartPr/>
                <p14:nvPr/>
              </p14:nvContentPartPr>
              <p14:xfrm>
                <a:off x="7529583" y="3436033"/>
                <a:ext cx="41760" cy="208440"/>
              </p14:xfrm>
            </p:contentPart>
          </mc:Choice>
          <mc:Fallback>
            <p:pic>
              <p:nvPicPr>
                <p:cNvPr id="85" name="Ink 84">
                  <a:extLst>
                    <a:ext uri="{FF2B5EF4-FFF2-40B4-BE49-F238E27FC236}">
                      <a16:creationId xmlns:a16="http://schemas.microsoft.com/office/drawing/2014/main" id="{BF9AF4A9-0CEB-16E9-7428-D471A25D9ECB}"/>
                    </a:ext>
                  </a:extLst>
                </p:cNvPr>
                <p:cNvPicPr/>
                <p:nvPr/>
              </p:nvPicPr>
              <p:blipFill>
                <a:blip r:embed="rId148"/>
                <a:stretch>
                  <a:fillRect/>
                </a:stretch>
              </p:blipFill>
              <p:spPr>
                <a:xfrm>
                  <a:off x="7511583" y="3418033"/>
                  <a:ext cx="7740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86" name="Ink 85">
                  <a:extLst>
                    <a:ext uri="{FF2B5EF4-FFF2-40B4-BE49-F238E27FC236}">
                      <a16:creationId xmlns:a16="http://schemas.microsoft.com/office/drawing/2014/main" id="{2A0448BC-0970-F432-3463-542BD5D9570F}"/>
                    </a:ext>
                  </a:extLst>
                </p14:cNvPr>
                <p14:cNvContentPartPr/>
                <p14:nvPr/>
              </p14:nvContentPartPr>
              <p14:xfrm>
                <a:off x="7523823" y="3417313"/>
                <a:ext cx="82080" cy="102240"/>
              </p14:xfrm>
            </p:contentPart>
          </mc:Choice>
          <mc:Fallback>
            <p:pic>
              <p:nvPicPr>
                <p:cNvPr id="86" name="Ink 85">
                  <a:extLst>
                    <a:ext uri="{FF2B5EF4-FFF2-40B4-BE49-F238E27FC236}">
                      <a16:creationId xmlns:a16="http://schemas.microsoft.com/office/drawing/2014/main" id="{2A0448BC-0970-F432-3463-542BD5D9570F}"/>
                    </a:ext>
                  </a:extLst>
                </p:cNvPr>
                <p:cNvPicPr/>
                <p:nvPr/>
              </p:nvPicPr>
              <p:blipFill>
                <a:blip r:embed="rId150"/>
                <a:stretch>
                  <a:fillRect/>
                </a:stretch>
              </p:blipFill>
              <p:spPr>
                <a:xfrm>
                  <a:off x="7505823" y="3399673"/>
                  <a:ext cx="11772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87" name="Ink 86">
                  <a:extLst>
                    <a:ext uri="{FF2B5EF4-FFF2-40B4-BE49-F238E27FC236}">
                      <a16:creationId xmlns:a16="http://schemas.microsoft.com/office/drawing/2014/main" id="{AF92FC48-D948-D085-62EA-348CF2F5AB72}"/>
                    </a:ext>
                  </a:extLst>
                </p14:cNvPr>
                <p14:cNvContentPartPr/>
                <p14:nvPr/>
              </p14:nvContentPartPr>
              <p14:xfrm>
                <a:off x="7694103" y="3368353"/>
                <a:ext cx="147240" cy="176760"/>
              </p14:xfrm>
            </p:contentPart>
          </mc:Choice>
          <mc:Fallback>
            <p:pic>
              <p:nvPicPr>
                <p:cNvPr id="87" name="Ink 86">
                  <a:extLst>
                    <a:ext uri="{FF2B5EF4-FFF2-40B4-BE49-F238E27FC236}">
                      <a16:creationId xmlns:a16="http://schemas.microsoft.com/office/drawing/2014/main" id="{AF92FC48-D948-D085-62EA-348CF2F5AB72}"/>
                    </a:ext>
                  </a:extLst>
                </p:cNvPr>
                <p:cNvPicPr/>
                <p:nvPr/>
              </p:nvPicPr>
              <p:blipFill>
                <a:blip r:embed="rId152"/>
                <a:stretch>
                  <a:fillRect/>
                </a:stretch>
              </p:blipFill>
              <p:spPr>
                <a:xfrm>
                  <a:off x="7676103" y="3350713"/>
                  <a:ext cx="18288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88" name="Ink 87">
                  <a:extLst>
                    <a:ext uri="{FF2B5EF4-FFF2-40B4-BE49-F238E27FC236}">
                      <a16:creationId xmlns:a16="http://schemas.microsoft.com/office/drawing/2014/main" id="{54EBC001-5950-77BD-A3D5-3DE4F1ECCF37}"/>
                    </a:ext>
                  </a:extLst>
                </p14:cNvPr>
                <p14:cNvContentPartPr/>
                <p14:nvPr/>
              </p14:nvContentPartPr>
              <p14:xfrm>
                <a:off x="7903983" y="3443233"/>
                <a:ext cx="99720" cy="79560"/>
              </p14:xfrm>
            </p:contentPart>
          </mc:Choice>
          <mc:Fallback>
            <p:pic>
              <p:nvPicPr>
                <p:cNvPr id="88" name="Ink 87">
                  <a:extLst>
                    <a:ext uri="{FF2B5EF4-FFF2-40B4-BE49-F238E27FC236}">
                      <a16:creationId xmlns:a16="http://schemas.microsoft.com/office/drawing/2014/main" id="{54EBC001-5950-77BD-A3D5-3DE4F1ECCF37}"/>
                    </a:ext>
                  </a:extLst>
                </p:cNvPr>
                <p:cNvPicPr/>
                <p:nvPr/>
              </p:nvPicPr>
              <p:blipFill>
                <a:blip r:embed="rId154"/>
                <a:stretch>
                  <a:fillRect/>
                </a:stretch>
              </p:blipFill>
              <p:spPr>
                <a:xfrm>
                  <a:off x="7886343" y="3425593"/>
                  <a:ext cx="13536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89" name="Ink 88">
                  <a:extLst>
                    <a:ext uri="{FF2B5EF4-FFF2-40B4-BE49-F238E27FC236}">
                      <a16:creationId xmlns:a16="http://schemas.microsoft.com/office/drawing/2014/main" id="{38FE3432-26B3-45E4-250A-BC1EF4E1E6FD}"/>
                    </a:ext>
                  </a:extLst>
                </p14:cNvPr>
                <p14:cNvContentPartPr/>
                <p14:nvPr/>
              </p14:nvContentPartPr>
              <p14:xfrm>
                <a:off x="8064903" y="3362953"/>
                <a:ext cx="42120" cy="183960"/>
              </p14:xfrm>
            </p:contentPart>
          </mc:Choice>
          <mc:Fallback>
            <p:pic>
              <p:nvPicPr>
                <p:cNvPr id="89" name="Ink 88">
                  <a:extLst>
                    <a:ext uri="{FF2B5EF4-FFF2-40B4-BE49-F238E27FC236}">
                      <a16:creationId xmlns:a16="http://schemas.microsoft.com/office/drawing/2014/main" id="{38FE3432-26B3-45E4-250A-BC1EF4E1E6FD}"/>
                    </a:ext>
                  </a:extLst>
                </p:cNvPr>
                <p:cNvPicPr/>
                <p:nvPr/>
              </p:nvPicPr>
              <p:blipFill>
                <a:blip r:embed="rId156"/>
                <a:stretch>
                  <a:fillRect/>
                </a:stretch>
              </p:blipFill>
              <p:spPr>
                <a:xfrm>
                  <a:off x="8046903" y="3344953"/>
                  <a:ext cx="7776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90" name="Ink 89">
                  <a:extLst>
                    <a:ext uri="{FF2B5EF4-FFF2-40B4-BE49-F238E27FC236}">
                      <a16:creationId xmlns:a16="http://schemas.microsoft.com/office/drawing/2014/main" id="{9AB32810-6C1E-187F-52B5-E22FCEDB22F4}"/>
                    </a:ext>
                  </a:extLst>
                </p14:cNvPr>
                <p14:cNvContentPartPr/>
                <p14:nvPr/>
              </p14:nvContentPartPr>
              <p14:xfrm>
                <a:off x="8064543" y="3459433"/>
                <a:ext cx="90360" cy="52920"/>
              </p14:xfrm>
            </p:contentPart>
          </mc:Choice>
          <mc:Fallback>
            <p:pic>
              <p:nvPicPr>
                <p:cNvPr id="90" name="Ink 89">
                  <a:extLst>
                    <a:ext uri="{FF2B5EF4-FFF2-40B4-BE49-F238E27FC236}">
                      <a16:creationId xmlns:a16="http://schemas.microsoft.com/office/drawing/2014/main" id="{9AB32810-6C1E-187F-52B5-E22FCEDB22F4}"/>
                    </a:ext>
                  </a:extLst>
                </p:cNvPr>
                <p:cNvPicPr/>
                <p:nvPr/>
              </p:nvPicPr>
              <p:blipFill>
                <a:blip r:embed="rId158"/>
                <a:stretch>
                  <a:fillRect/>
                </a:stretch>
              </p:blipFill>
              <p:spPr>
                <a:xfrm>
                  <a:off x="8046903" y="3441433"/>
                  <a:ext cx="12600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91" name="Ink 90">
                  <a:extLst>
                    <a:ext uri="{FF2B5EF4-FFF2-40B4-BE49-F238E27FC236}">
                      <a16:creationId xmlns:a16="http://schemas.microsoft.com/office/drawing/2014/main" id="{4E3E59F1-BDB4-5425-2C1D-18476C26F2BC}"/>
                    </a:ext>
                  </a:extLst>
                </p14:cNvPr>
                <p14:cNvContentPartPr/>
                <p14:nvPr/>
              </p14:nvContentPartPr>
              <p14:xfrm>
                <a:off x="8208183" y="3452593"/>
                <a:ext cx="100800" cy="98280"/>
              </p14:xfrm>
            </p:contentPart>
          </mc:Choice>
          <mc:Fallback>
            <p:pic>
              <p:nvPicPr>
                <p:cNvPr id="91" name="Ink 90">
                  <a:extLst>
                    <a:ext uri="{FF2B5EF4-FFF2-40B4-BE49-F238E27FC236}">
                      <a16:creationId xmlns:a16="http://schemas.microsoft.com/office/drawing/2014/main" id="{4E3E59F1-BDB4-5425-2C1D-18476C26F2BC}"/>
                    </a:ext>
                  </a:extLst>
                </p:cNvPr>
                <p:cNvPicPr/>
                <p:nvPr/>
              </p:nvPicPr>
              <p:blipFill>
                <a:blip r:embed="rId160"/>
                <a:stretch>
                  <a:fillRect/>
                </a:stretch>
              </p:blipFill>
              <p:spPr>
                <a:xfrm>
                  <a:off x="8190183" y="3434953"/>
                  <a:ext cx="13644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92" name="Ink 91">
                  <a:extLst>
                    <a:ext uri="{FF2B5EF4-FFF2-40B4-BE49-F238E27FC236}">
                      <a16:creationId xmlns:a16="http://schemas.microsoft.com/office/drawing/2014/main" id="{EBED28E4-07D5-34B7-D6F8-1C9E2C9E8FFD}"/>
                    </a:ext>
                  </a:extLst>
                </p14:cNvPr>
                <p14:cNvContentPartPr/>
                <p14:nvPr/>
              </p14:nvContentPartPr>
              <p14:xfrm>
                <a:off x="8404743" y="3344953"/>
                <a:ext cx="171360" cy="219600"/>
              </p14:xfrm>
            </p:contentPart>
          </mc:Choice>
          <mc:Fallback>
            <p:pic>
              <p:nvPicPr>
                <p:cNvPr id="92" name="Ink 91">
                  <a:extLst>
                    <a:ext uri="{FF2B5EF4-FFF2-40B4-BE49-F238E27FC236}">
                      <a16:creationId xmlns:a16="http://schemas.microsoft.com/office/drawing/2014/main" id="{EBED28E4-07D5-34B7-D6F8-1C9E2C9E8FFD}"/>
                    </a:ext>
                  </a:extLst>
                </p:cNvPr>
                <p:cNvPicPr/>
                <p:nvPr/>
              </p:nvPicPr>
              <p:blipFill>
                <a:blip r:embed="rId162"/>
                <a:stretch>
                  <a:fillRect/>
                </a:stretch>
              </p:blipFill>
              <p:spPr>
                <a:xfrm>
                  <a:off x="8387103" y="3326953"/>
                  <a:ext cx="20700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93" name="Ink 92">
                  <a:extLst>
                    <a:ext uri="{FF2B5EF4-FFF2-40B4-BE49-F238E27FC236}">
                      <a16:creationId xmlns:a16="http://schemas.microsoft.com/office/drawing/2014/main" id="{59DE083D-3FB6-1C0A-6D16-25CB96531E1B}"/>
                    </a:ext>
                  </a:extLst>
                </p14:cNvPr>
                <p14:cNvContentPartPr/>
                <p14:nvPr/>
              </p14:nvContentPartPr>
              <p14:xfrm>
                <a:off x="8620383" y="3469153"/>
                <a:ext cx="9360" cy="29160"/>
              </p14:xfrm>
            </p:contentPart>
          </mc:Choice>
          <mc:Fallback>
            <p:pic>
              <p:nvPicPr>
                <p:cNvPr id="93" name="Ink 92">
                  <a:extLst>
                    <a:ext uri="{FF2B5EF4-FFF2-40B4-BE49-F238E27FC236}">
                      <a16:creationId xmlns:a16="http://schemas.microsoft.com/office/drawing/2014/main" id="{59DE083D-3FB6-1C0A-6D16-25CB96531E1B}"/>
                    </a:ext>
                  </a:extLst>
                </p:cNvPr>
                <p:cNvPicPr/>
                <p:nvPr/>
              </p:nvPicPr>
              <p:blipFill>
                <a:blip r:embed="rId164"/>
                <a:stretch>
                  <a:fillRect/>
                </a:stretch>
              </p:blipFill>
              <p:spPr>
                <a:xfrm>
                  <a:off x="8602743" y="3451513"/>
                  <a:ext cx="4500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94" name="Ink 93">
                  <a:extLst>
                    <a:ext uri="{FF2B5EF4-FFF2-40B4-BE49-F238E27FC236}">
                      <a16:creationId xmlns:a16="http://schemas.microsoft.com/office/drawing/2014/main" id="{FAF98519-CEA7-96DC-5E6D-04FDF8C6EB07}"/>
                    </a:ext>
                  </a:extLst>
                </p14:cNvPr>
                <p14:cNvContentPartPr/>
                <p14:nvPr/>
              </p14:nvContentPartPr>
              <p14:xfrm>
                <a:off x="8634063" y="3336313"/>
                <a:ext cx="28440" cy="48600"/>
              </p14:xfrm>
            </p:contentPart>
          </mc:Choice>
          <mc:Fallback>
            <p:pic>
              <p:nvPicPr>
                <p:cNvPr id="94" name="Ink 93">
                  <a:extLst>
                    <a:ext uri="{FF2B5EF4-FFF2-40B4-BE49-F238E27FC236}">
                      <a16:creationId xmlns:a16="http://schemas.microsoft.com/office/drawing/2014/main" id="{FAF98519-CEA7-96DC-5E6D-04FDF8C6EB07}"/>
                    </a:ext>
                  </a:extLst>
                </p:cNvPr>
                <p:cNvPicPr/>
                <p:nvPr/>
              </p:nvPicPr>
              <p:blipFill>
                <a:blip r:embed="rId166"/>
                <a:stretch>
                  <a:fillRect/>
                </a:stretch>
              </p:blipFill>
              <p:spPr>
                <a:xfrm>
                  <a:off x="8616423" y="3318313"/>
                  <a:ext cx="6408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95" name="Ink 94">
                  <a:extLst>
                    <a:ext uri="{FF2B5EF4-FFF2-40B4-BE49-F238E27FC236}">
                      <a16:creationId xmlns:a16="http://schemas.microsoft.com/office/drawing/2014/main" id="{CEEC677A-3C06-DC8B-A972-09F4FB6CCEA1}"/>
                    </a:ext>
                  </a:extLst>
                </p14:cNvPr>
                <p14:cNvContentPartPr/>
                <p14:nvPr/>
              </p14:nvContentPartPr>
              <p14:xfrm>
                <a:off x="8740263" y="3432433"/>
                <a:ext cx="73440" cy="83880"/>
              </p14:xfrm>
            </p:contentPart>
          </mc:Choice>
          <mc:Fallback>
            <p:pic>
              <p:nvPicPr>
                <p:cNvPr id="95" name="Ink 94">
                  <a:extLst>
                    <a:ext uri="{FF2B5EF4-FFF2-40B4-BE49-F238E27FC236}">
                      <a16:creationId xmlns:a16="http://schemas.microsoft.com/office/drawing/2014/main" id="{CEEC677A-3C06-DC8B-A972-09F4FB6CCEA1}"/>
                    </a:ext>
                  </a:extLst>
                </p:cNvPr>
                <p:cNvPicPr/>
                <p:nvPr/>
              </p:nvPicPr>
              <p:blipFill>
                <a:blip r:embed="rId168"/>
                <a:stretch>
                  <a:fillRect/>
                </a:stretch>
              </p:blipFill>
              <p:spPr>
                <a:xfrm>
                  <a:off x="8722623" y="3414433"/>
                  <a:ext cx="10908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97" name="Ink 96">
                  <a:extLst>
                    <a:ext uri="{FF2B5EF4-FFF2-40B4-BE49-F238E27FC236}">
                      <a16:creationId xmlns:a16="http://schemas.microsoft.com/office/drawing/2014/main" id="{BCAA115A-90DF-C364-8DE2-A6381898D787}"/>
                    </a:ext>
                  </a:extLst>
                </p14:cNvPr>
                <p14:cNvContentPartPr/>
                <p14:nvPr/>
              </p14:nvContentPartPr>
              <p14:xfrm>
                <a:off x="8892183" y="3304993"/>
                <a:ext cx="113760" cy="224280"/>
              </p14:xfrm>
            </p:contentPart>
          </mc:Choice>
          <mc:Fallback>
            <p:pic>
              <p:nvPicPr>
                <p:cNvPr id="97" name="Ink 96">
                  <a:extLst>
                    <a:ext uri="{FF2B5EF4-FFF2-40B4-BE49-F238E27FC236}">
                      <a16:creationId xmlns:a16="http://schemas.microsoft.com/office/drawing/2014/main" id="{BCAA115A-90DF-C364-8DE2-A6381898D787}"/>
                    </a:ext>
                  </a:extLst>
                </p:cNvPr>
                <p:cNvPicPr/>
                <p:nvPr/>
              </p:nvPicPr>
              <p:blipFill>
                <a:blip r:embed="rId170"/>
                <a:stretch>
                  <a:fillRect/>
                </a:stretch>
              </p:blipFill>
              <p:spPr>
                <a:xfrm>
                  <a:off x="8874183" y="3287353"/>
                  <a:ext cx="14940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98" name="Ink 97">
                  <a:extLst>
                    <a:ext uri="{FF2B5EF4-FFF2-40B4-BE49-F238E27FC236}">
                      <a16:creationId xmlns:a16="http://schemas.microsoft.com/office/drawing/2014/main" id="{822796E9-D4CF-8BBB-4CF8-9E72FBC9850D}"/>
                    </a:ext>
                  </a:extLst>
                </p14:cNvPr>
                <p14:cNvContentPartPr/>
                <p14:nvPr/>
              </p14:nvContentPartPr>
              <p14:xfrm>
                <a:off x="9061023" y="3406153"/>
                <a:ext cx="76320" cy="108720"/>
              </p14:xfrm>
            </p:contentPart>
          </mc:Choice>
          <mc:Fallback>
            <p:pic>
              <p:nvPicPr>
                <p:cNvPr id="98" name="Ink 97">
                  <a:extLst>
                    <a:ext uri="{FF2B5EF4-FFF2-40B4-BE49-F238E27FC236}">
                      <a16:creationId xmlns:a16="http://schemas.microsoft.com/office/drawing/2014/main" id="{822796E9-D4CF-8BBB-4CF8-9E72FBC9850D}"/>
                    </a:ext>
                  </a:extLst>
                </p:cNvPr>
                <p:cNvPicPr/>
                <p:nvPr/>
              </p:nvPicPr>
              <p:blipFill>
                <a:blip r:embed="rId172"/>
                <a:stretch>
                  <a:fillRect/>
                </a:stretch>
              </p:blipFill>
              <p:spPr>
                <a:xfrm>
                  <a:off x="9043023" y="3388513"/>
                  <a:ext cx="11196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99" name="Ink 98">
                  <a:extLst>
                    <a:ext uri="{FF2B5EF4-FFF2-40B4-BE49-F238E27FC236}">
                      <a16:creationId xmlns:a16="http://schemas.microsoft.com/office/drawing/2014/main" id="{88F0979A-5434-4287-267B-4C2EC2A743D4}"/>
                    </a:ext>
                  </a:extLst>
                </p14:cNvPr>
                <p14:cNvContentPartPr/>
                <p14:nvPr/>
              </p14:nvContentPartPr>
              <p14:xfrm>
                <a:off x="9429663" y="3429193"/>
                <a:ext cx="190800" cy="126360"/>
              </p14:xfrm>
            </p:contentPart>
          </mc:Choice>
          <mc:Fallback>
            <p:pic>
              <p:nvPicPr>
                <p:cNvPr id="99" name="Ink 98">
                  <a:extLst>
                    <a:ext uri="{FF2B5EF4-FFF2-40B4-BE49-F238E27FC236}">
                      <a16:creationId xmlns:a16="http://schemas.microsoft.com/office/drawing/2014/main" id="{88F0979A-5434-4287-267B-4C2EC2A743D4}"/>
                    </a:ext>
                  </a:extLst>
                </p:cNvPr>
                <p:cNvPicPr/>
                <p:nvPr/>
              </p:nvPicPr>
              <p:blipFill>
                <a:blip r:embed="rId174"/>
                <a:stretch>
                  <a:fillRect/>
                </a:stretch>
              </p:blipFill>
              <p:spPr>
                <a:xfrm>
                  <a:off x="9412023" y="3411553"/>
                  <a:ext cx="22644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00" name="Ink 99">
                  <a:extLst>
                    <a:ext uri="{FF2B5EF4-FFF2-40B4-BE49-F238E27FC236}">
                      <a16:creationId xmlns:a16="http://schemas.microsoft.com/office/drawing/2014/main" id="{C926E6F0-2132-E328-66E1-1D0DE2410F00}"/>
                    </a:ext>
                  </a:extLst>
                </p14:cNvPr>
                <p14:cNvContentPartPr/>
                <p14:nvPr/>
              </p14:nvContentPartPr>
              <p14:xfrm>
                <a:off x="9608223" y="3471673"/>
                <a:ext cx="76320" cy="103680"/>
              </p14:xfrm>
            </p:contentPart>
          </mc:Choice>
          <mc:Fallback>
            <p:pic>
              <p:nvPicPr>
                <p:cNvPr id="100" name="Ink 99">
                  <a:extLst>
                    <a:ext uri="{FF2B5EF4-FFF2-40B4-BE49-F238E27FC236}">
                      <a16:creationId xmlns:a16="http://schemas.microsoft.com/office/drawing/2014/main" id="{C926E6F0-2132-E328-66E1-1D0DE2410F00}"/>
                    </a:ext>
                  </a:extLst>
                </p:cNvPr>
                <p:cNvPicPr/>
                <p:nvPr/>
              </p:nvPicPr>
              <p:blipFill>
                <a:blip r:embed="rId176"/>
                <a:stretch>
                  <a:fillRect/>
                </a:stretch>
              </p:blipFill>
              <p:spPr>
                <a:xfrm>
                  <a:off x="9590583" y="3454033"/>
                  <a:ext cx="11196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01" name="Ink 100">
                  <a:extLst>
                    <a:ext uri="{FF2B5EF4-FFF2-40B4-BE49-F238E27FC236}">
                      <a16:creationId xmlns:a16="http://schemas.microsoft.com/office/drawing/2014/main" id="{3A0B0695-95B7-99B7-E0B5-2D8DEA379797}"/>
                    </a:ext>
                  </a:extLst>
                </p14:cNvPr>
                <p14:cNvContentPartPr/>
                <p14:nvPr/>
              </p14:nvContentPartPr>
              <p14:xfrm>
                <a:off x="9751143" y="3467353"/>
                <a:ext cx="77040" cy="74520"/>
              </p14:xfrm>
            </p:contentPart>
          </mc:Choice>
          <mc:Fallback>
            <p:pic>
              <p:nvPicPr>
                <p:cNvPr id="101" name="Ink 100">
                  <a:extLst>
                    <a:ext uri="{FF2B5EF4-FFF2-40B4-BE49-F238E27FC236}">
                      <a16:creationId xmlns:a16="http://schemas.microsoft.com/office/drawing/2014/main" id="{3A0B0695-95B7-99B7-E0B5-2D8DEA379797}"/>
                    </a:ext>
                  </a:extLst>
                </p:cNvPr>
                <p:cNvPicPr/>
                <p:nvPr/>
              </p:nvPicPr>
              <p:blipFill>
                <a:blip r:embed="rId178"/>
                <a:stretch>
                  <a:fillRect/>
                </a:stretch>
              </p:blipFill>
              <p:spPr>
                <a:xfrm>
                  <a:off x="9733503" y="3449353"/>
                  <a:ext cx="11268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02" name="Ink 101">
                  <a:extLst>
                    <a:ext uri="{FF2B5EF4-FFF2-40B4-BE49-F238E27FC236}">
                      <a16:creationId xmlns:a16="http://schemas.microsoft.com/office/drawing/2014/main" id="{2A564303-452A-C2C7-D567-9B59F1FF896E}"/>
                    </a:ext>
                  </a:extLst>
                </p14:cNvPr>
                <p14:cNvContentPartPr/>
                <p14:nvPr/>
              </p14:nvContentPartPr>
              <p14:xfrm>
                <a:off x="9886863" y="3444313"/>
                <a:ext cx="77760" cy="72360"/>
              </p14:xfrm>
            </p:contentPart>
          </mc:Choice>
          <mc:Fallback>
            <p:pic>
              <p:nvPicPr>
                <p:cNvPr id="102" name="Ink 101">
                  <a:extLst>
                    <a:ext uri="{FF2B5EF4-FFF2-40B4-BE49-F238E27FC236}">
                      <a16:creationId xmlns:a16="http://schemas.microsoft.com/office/drawing/2014/main" id="{2A564303-452A-C2C7-D567-9B59F1FF896E}"/>
                    </a:ext>
                  </a:extLst>
                </p:cNvPr>
                <p:cNvPicPr/>
                <p:nvPr/>
              </p:nvPicPr>
              <p:blipFill>
                <a:blip r:embed="rId180"/>
                <a:stretch>
                  <a:fillRect/>
                </a:stretch>
              </p:blipFill>
              <p:spPr>
                <a:xfrm>
                  <a:off x="9869223" y="3426313"/>
                  <a:ext cx="11340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03" name="Ink 102">
                  <a:extLst>
                    <a:ext uri="{FF2B5EF4-FFF2-40B4-BE49-F238E27FC236}">
                      <a16:creationId xmlns:a16="http://schemas.microsoft.com/office/drawing/2014/main" id="{2D9E68AD-8A35-16B4-E869-F7F7BB808814}"/>
                    </a:ext>
                  </a:extLst>
                </p14:cNvPr>
                <p14:cNvContentPartPr/>
                <p14:nvPr/>
              </p14:nvContentPartPr>
              <p14:xfrm>
                <a:off x="10008903" y="3440353"/>
                <a:ext cx="219240" cy="72720"/>
              </p14:xfrm>
            </p:contentPart>
          </mc:Choice>
          <mc:Fallback>
            <p:pic>
              <p:nvPicPr>
                <p:cNvPr id="103" name="Ink 102">
                  <a:extLst>
                    <a:ext uri="{FF2B5EF4-FFF2-40B4-BE49-F238E27FC236}">
                      <a16:creationId xmlns:a16="http://schemas.microsoft.com/office/drawing/2014/main" id="{2D9E68AD-8A35-16B4-E869-F7F7BB808814}"/>
                    </a:ext>
                  </a:extLst>
                </p:cNvPr>
                <p:cNvPicPr/>
                <p:nvPr/>
              </p:nvPicPr>
              <p:blipFill>
                <a:blip r:embed="rId182"/>
                <a:stretch>
                  <a:fillRect/>
                </a:stretch>
              </p:blipFill>
              <p:spPr>
                <a:xfrm>
                  <a:off x="9990903" y="3422713"/>
                  <a:ext cx="25488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04" name="Ink 103">
                  <a:extLst>
                    <a:ext uri="{FF2B5EF4-FFF2-40B4-BE49-F238E27FC236}">
                      <a16:creationId xmlns:a16="http://schemas.microsoft.com/office/drawing/2014/main" id="{61FFD0EE-EBEC-4F0A-AB66-A308C42BC413}"/>
                    </a:ext>
                  </a:extLst>
                </p14:cNvPr>
                <p14:cNvContentPartPr/>
                <p14:nvPr/>
              </p14:nvContentPartPr>
              <p14:xfrm>
                <a:off x="10328223" y="3340273"/>
                <a:ext cx="88560" cy="194400"/>
              </p14:xfrm>
            </p:contentPart>
          </mc:Choice>
          <mc:Fallback>
            <p:pic>
              <p:nvPicPr>
                <p:cNvPr id="104" name="Ink 103">
                  <a:extLst>
                    <a:ext uri="{FF2B5EF4-FFF2-40B4-BE49-F238E27FC236}">
                      <a16:creationId xmlns:a16="http://schemas.microsoft.com/office/drawing/2014/main" id="{61FFD0EE-EBEC-4F0A-AB66-A308C42BC413}"/>
                    </a:ext>
                  </a:extLst>
                </p:cNvPr>
                <p:cNvPicPr/>
                <p:nvPr/>
              </p:nvPicPr>
              <p:blipFill>
                <a:blip r:embed="rId184"/>
                <a:stretch>
                  <a:fillRect/>
                </a:stretch>
              </p:blipFill>
              <p:spPr>
                <a:xfrm>
                  <a:off x="10310583" y="3322633"/>
                  <a:ext cx="12420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05" name="Ink 104">
                  <a:extLst>
                    <a:ext uri="{FF2B5EF4-FFF2-40B4-BE49-F238E27FC236}">
                      <a16:creationId xmlns:a16="http://schemas.microsoft.com/office/drawing/2014/main" id="{E0EC1188-69DD-BE51-375A-4480E9B23BDA}"/>
                    </a:ext>
                  </a:extLst>
                </p14:cNvPr>
                <p14:cNvContentPartPr/>
                <p14:nvPr/>
              </p14:nvContentPartPr>
              <p14:xfrm>
                <a:off x="10316703" y="3452233"/>
                <a:ext cx="113400" cy="28800"/>
              </p14:xfrm>
            </p:contentPart>
          </mc:Choice>
          <mc:Fallback>
            <p:pic>
              <p:nvPicPr>
                <p:cNvPr id="105" name="Ink 104">
                  <a:extLst>
                    <a:ext uri="{FF2B5EF4-FFF2-40B4-BE49-F238E27FC236}">
                      <a16:creationId xmlns:a16="http://schemas.microsoft.com/office/drawing/2014/main" id="{E0EC1188-69DD-BE51-375A-4480E9B23BDA}"/>
                    </a:ext>
                  </a:extLst>
                </p:cNvPr>
                <p:cNvPicPr/>
                <p:nvPr/>
              </p:nvPicPr>
              <p:blipFill>
                <a:blip r:embed="rId186"/>
                <a:stretch>
                  <a:fillRect/>
                </a:stretch>
              </p:blipFill>
              <p:spPr>
                <a:xfrm>
                  <a:off x="10299063" y="3434233"/>
                  <a:ext cx="14904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06" name="Ink 105">
                  <a:extLst>
                    <a:ext uri="{FF2B5EF4-FFF2-40B4-BE49-F238E27FC236}">
                      <a16:creationId xmlns:a16="http://schemas.microsoft.com/office/drawing/2014/main" id="{FD38C32F-89CB-0490-D4B8-6E347B1D54C0}"/>
                    </a:ext>
                  </a:extLst>
                </p14:cNvPr>
                <p14:cNvContentPartPr/>
                <p14:nvPr/>
              </p14:nvContentPartPr>
              <p14:xfrm>
                <a:off x="6552903" y="3252073"/>
                <a:ext cx="4171320" cy="663480"/>
              </p14:xfrm>
            </p:contentPart>
          </mc:Choice>
          <mc:Fallback>
            <p:pic>
              <p:nvPicPr>
                <p:cNvPr id="106" name="Ink 105">
                  <a:extLst>
                    <a:ext uri="{FF2B5EF4-FFF2-40B4-BE49-F238E27FC236}">
                      <a16:creationId xmlns:a16="http://schemas.microsoft.com/office/drawing/2014/main" id="{FD38C32F-89CB-0490-D4B8-6E347B1D54C0}"/>
                    </a:ext>
                  </a:extLst>
                </p:cNvPr>
                <p:cNvPicPr/>
                <p:nvPr/>
              </p:nvPicPr>
              <p:blipFill>
                <a:blip r:embed="rId188"/>
                <a:stretch>
                  <a:fillRect/>
                </a:stretch>
              </p:blipFill>
              <p:spPr>
                <a:xfrm>
                  <a:off x="6534903" y="3234073"/>
                  <a:ext cx="4206960" cy="69912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08" name="Ink 107">
                  <a:extLst>
                    <a:ext uri="{FF2B5EF4-FFF2-40B4-BE49-F238E27FC236}">
                      <a16:creationId xmlns:a16="http://schemas.microsoft.com/office/drawing/2014/main" id="{C77B87E1-372C-B442-1746-24057B2380E8}"/>
                    </a:ext>
                  </a:extLst>
                </p14:cNvPr>
                <p14:cNvContentPartPr/>
                <p14:nvPr/>
              </p14:nvContentPartPr>
              <p14:xfrm>
                <a:off x="7397823" y="3242713"/>
                <a:ext cx="60840" cy="712440"/>
              </p14:xfrm>
            </p:contentPart>
          </mc:Choice>
          <mc:Fallback>
            <p:pic>
              <p:nvPicPr>
                <p:cNvPr id="108" name="Ink 107">
                  <a:extLst>
                    <a:ext uri="{FF2B5EF4-FFF2-40B4-BE49-F238E27FC236}">
                      <a16:creationId xmlns:a16="http://schemas.microsoft.com/office/drawing/2014/main" id="{C77B87E1-372C-B442-1746-24057B2380E8}"/>
                    </a:ext>
                  </a:extLst>
                </p:cNvPr>
                <p:cNvPicPr/>
                <p:nvPr/>
              </p:nvPicPr>
              <p:blipFill>
                <a:blip r:embed="rId190"/>
                <a:stretch>
                  <a:fillRect/>
                </a:stretch>
              </p:blipFill>
              <p:spPr>
                <a:xfrm>
                  <a:off x="7379823" y="3224713"/>
                  <a:ext cx="96480" cy="74808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09" name="Ink 108">
                  <a:extLst>
                    <a:ext uri="{FF2B5EF4-FFF2-40B4-BE49-F238E27FC236}">
                      <a16:creationId xmlns:a16="http://schemas.microsoft.com/office/drawing/2014/main" id="{61C78F08-4558-5DF6-1172-04DD343B3174}"/>
                    </a:ext>
                  </a:extLst>
                </p14:cNvPr>
                <p14:cNvContentPartPr/>
                <p14:nvPr/>
              </p14:nvContentPartPr>
              <p14:xfrm>
                <a:off x="7396383" y="3141193"/>
                <a:ext cx="3130560" cy="142560"/>
              </p14:xfrm>
            </p:contentPart>
          </mc:Choice>
          <mc:Fallback>
            <p:pic>
              <p:nvPicPr>
                <p:cNvPr id="109" name="Ink 108">
                  <a:extLst>
                    <a:ext uri="{FF2B5EF4-FFF2-40B4-BE49-F238E27FC236}">
                      <a16:creationId xmlns:a16="http://schemas.microsoft.com/office/drawing/2014/main" id="{61C78F08-4558-5DF6-1172-04DD343B3174}"/>
                    </a:ext>
                  </a:extLst>
                </p:cNvPr>
                <p:cNvPicPr/>
                <p:nvPr/>
              </p:nvPicPr>
              <p:blipFill>
                <a:blip r:embed="rId192"/>
                <a:stretch>
                  <a:fillRect/>
                </a:stretch>
              </p:blipFill>
              <p:spPr>
                <a:xfrm>
                  <a:off x="7378743" y="3123193"/>
                  <a:ext cx="316620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10" name="Ink 109">
                  <a:extLst>
                    <a:ext uri="{FF2B5EF4-FFF2-40B4-BE49-F238E27FC236}">
                      <a16:creationId xmlns:a16="http://schemas.microsoft.com/office/drawing/2014/main" id="{C552E59D-DBE0-E8FD-96A7-A2CACD01C26E}"/>
                    </a:ext>
                  </a:extLst>
                </p14:cNvPr>
                <p14:cNvContentPartPr/>
                <p14:nvPr/>
              </p14:nvContentPartPr>
              <p14:xfrm>
                <a:off x="6970143" y="3609193"/>
                <a:ext cx="562680" cy="128520"/>
              </p14:xfrm>
            </p:contentPart>
          </mc:Choice>
          <mc:Fallback>
            <p:pic>
              <p:nvPicPr>
                <p:cNvPr id="110" name="Ink 109">
                  <a:extLst>
                    <a:ext uri="{FF2B5EF4-FFF2-40B4-BE49-F238E27FC236}">
                      <a16:creationId xmlns:a16="http://schemas.microsoft.com/office/drawing/2014/main" id="{C552E59D-DBE0-E8FD-96A7-A2CACD01C26E}"/>
                    </a:ext>
                  </a:extLst>
                </p:cNvPr>
                <p:cNvPicPr/>
                <p:nvPr/>
              </p:nvPicPr>
              <p:blipFill>
                <a:blip r:embed="rId194"/>
                <a:stretch>
                  <a:fillRect/>
                </a:stretch>
              </p:blipFill>
              <p:spPr>
                <a:xfrm>
                  <a:off x="6952503" y="3591553"/>
                  <a:ext cx="59832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12" name="Ink 111">
                  <a:extLst>
                    <a:ext uri="{FF2B5EF4-FFF2-40B4-BE49-F238E27FC236}">
                      <a16:creationId xmlns:a16="http://schemas.microsoft.com/office/drawing/2014/main" id="{822F7D8D-C010-5215-005A-E4B3040A8E01}"/>
                    </a:ext>
                  </a:extLst>
                </p14:cNvPr>
                <p14:cNvContentPartPr/>
                <p14:nvPr/>
              </p14:nvContentPartPr>
              <p14:xfrm>
                <a:off x="9791103" y="2647273"/>
                <a:ext cx="261360" cy="515160"/>
              </p14:xfrm>
            </p:contentPart>
          </mc:Choice>
          <mc:Fallback>
            <p:pic>
              <p:nvPicPr>
                <p:cNvPr id="112" name="Ink 111">
                  <a:extLst>
                    <a:ext uri="{FF2B5EF4-FFF2-40B4-BE49-F238E27FC236}">
                      <a16:creationId xmlns:a16="http://schemas.microsoft.com/office/drawing/2014/main" id="{822F7D8D-C010-5215-005A-E4B3040A8E01}"/>
                    </a:ext>
                  </a:extLst>
                </p:cNvPr>
                <p:cNvPicPr/>
                <p:nvPr/>
              </p:nvPicPr>
              <p:blipFill>
                <a:blip r:embed="rId196"/>
                <a:stretch>
                  <a:fillRect/>
                </a:stretch>
              </p:blipFill>
              <p:spPr>
                <a:xfrm>
                  <a:off x="9773103" y="2629633"/>
                  <a:ext cx="297000" cy="550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7">
            <p14:nvContentPartPr>
              <p14:cNvPr id="114" name="Ink 113">
                <a:extLst>
                  <a:ext uri="{FF2B5EF4-FFF2-40B4-BE49-F238E27FC236}">
                    <a16:creationId xmlns:a16="http://schemas.microsoft.com/office/drawing/2014/main" id="{B2162F53-D307-10AE-A58B-1EEDFB1C14F1}"/>
                  </a:ext>
                </a:extLst>
              </p14:cNvPr>
              <p14:cNvContentPartPr/>
              <p14:nvPr/>
            </p14:nvContentPartPr>
            <p14:xfrm>
              <a:off x="3679023" y="2475553"/>
              <a:ext cx="785160" cy="23400"/>
            </p14:xfrm>
          </p:contentPart>
        </mc:Choice>
        <mc:Fallback>
          <p:pic>
            <p:nvPicPr>
              <p:cNvPr id="114" name="Ink 113">
                <a:extLst>
                  <a:ext uri="{FF2B5EF4-FFF2-40B4-BE49-F238E27FC236}">
                    <a16:creationId xmlns:a16="http://schemas.microsoft.com/office/drawing/2014/main" id="{B2162F53-D307-10AE-A58B-1EEDFB1C14F1}"/>
                  </a:ext>
                </a:extLst>
              </p:cNvPr>
              <p:cNvPicPr/>
              <p:nvPr/>
            </p:nvPicPr>
            <p:blipFill>
              <a:blip r:embed="rId198"/>
              <a:stretch>
                <a:fillRect/>
              </a:stretch>
            </p:blipFill>
            <p:spPr>
              <a:xfrm>
                <a:off x="3661383" y="2457913"/>
                <a:ext cx="820800" cy="59040"/>
              </a:xfrm>
              <a:prstGeom prst="rect">
                <a:avLst/>
              </a:prstGeom>
            </p:spPr>
          </p:pic>
        </mc:Fallback>
      </mc:AlternateContent>
      <p:grpSp>
        <p:nvGrpSpPr>
          <p:cNvPr id="122" name="Group 121">
            <a:extLst>
              <a:ext uri="{FF2B5EF4-FFF2-40B4-BE49-F238E27FC236}">
                <a16:creationId xmlns:a16="http://schemas.microsoft.com/office/drawing/2014/main" id="{34EA3B44-A2E2-95A6-8556-87758A72CEB6}"/>
              </a:ext>
            </a:extLst>
          </p:cNvPr>
          <p:cNvGrpSpPr/>
          <p:nvPr/>
        </p:nvGrpSpPr>
        <p:grpSpPr>
          <a:xfrm>
            <a:off x="565023" y="2295193"/>
            <a:ext cx="1312200" cy="323640"/>
            <a:chOff x="565023" y="2295193"/>
            <a:chExt cx="1312200" cy="323640"/>
          </a:xfrm>
        </p:grpSpPr>
        <mc:AlternateContent xmlns:mc="http://schemas.openxmlformats.org/markup-compatibility/2006">
          <mc:Choice xmlns:p14="http://schemas.microsoft.com/office/powerpoint/2010/main" Requires="p14">
            <p:contentPart p14:bwMode="auto" r:id="rId199">
              <p14:nvContentPartPr>
                <p14:cNvPr id="115" name="Ink 114">
                  <a:extLst>
                    <a:ext uri="{FF2B5EF4-FFF2-40B4-BE49-F238E27FC236}">
                      <a16:creationId xmlns:a16="http://schemas.microsoft.com/office/drawing/2014/main" id="{390FFCDB-CD58-C5D1-867C-A1B06B30CC99}"/>
                    </a:ext>
                  </a:extLst>
                </p14:cNvPr>
                <p14:cNvContentPartPr/>
                <p14:nvPr/>
              </p14:nvContentPartPr>
              <p14:xfrm>
                <a:off x="565023" y="2295193"/>
                <a:ext cx="216360" cy="298800"/>
              </p14:xfrm>
            </p:contentPart>
          </mc:Choice>
          <mc:Fallback>
            <p:pic>
              <p:nvPicPr>
                <p:cNvPr id="115" name="Ink 114">
                  <a:extLst>
                    <a:ext uri="{FF2B5EF4-FFF2-40B4-BE49-F238E27FC236}">
                      <a16:creationId xmlns:a16="http://schemas.microsoft.com/office/drawing/2014/main" id="{390FFCDB-CD58-C5D1-867C-A1B06B30CC99}"/>
                    </a:ext>
                  </a:extLst>
                </p:cNvPr>
                <p:cNvPicPr/>
                <p:nvPr/>
              </p:nvPicPr>
              <p:blipFill>
                <a:blip r:embed="rId200"/>
                <a:stretch>
                  <a:fillRect/>
                </a:stretch>
              </p:blipFill>
              <p:spPr>
                <a:xfrm>
                  <a:off x="547023" y="2277193"/>
                  <a:ext cx="252000" cy="33444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16" name="Ink 115">
                  <a:extLst>
                    <a:ext uri="{FF2B5EF4-FFF2-40B4-BE49-F238E27FC236}">
                      <a16:creationId xmlns:a16="http://schemas.microsoft.com/office/drawing/2014/main" id="{DE26758A-3715-AC89-AD20-4691C1A312B0}"/>
                    </a:ext>
                  </a:extLst>
                </p14:cNvPr>
                <p14:cNvContentPartPr/>
                <p14:nvPr/>
              </p14:nvContentPartPr>
              <p14:xfrm>
                <a:off x="828543" y="2481673"/>
                <a:ext cx="137880" cy="137160"/>
              </p14:xfrm>
            </p:contentPart>
          </mc:Choice>
          <mc:Fallback>
            <p:pic>
              <p:nvPicPr>
                <p:cNvPr id="116" name="Ink 115">
                  <a:extLst>
                    <a:ext uri="{FF2B5EF4-FFF2-40B4-BE49-F238E27FC236}">
                      <a16:creationId xmlns:a16="http://schemas.microsoft.com/office/drawing/2014/main" id="{DE26758A-3715-AC89-AD20-4691C1A312B0}"/>
                    </a:ext>
                  </a:extLst>
                </p:cNvPr>
                <p:cNvPicPr/>
                <p:nvPr/>
              </p:nvPicPr>
              <p:blipFill>
                <a:blip r:embed="rId202"/>
                <a:stretch>
                  <a:fillRect/>
                </a:stretch>
              </p:blipFill>
              <p:spPr>
                <a:xfrm>
                  <a:off x="810903" y="2464033"/>
                  <a:ext cx="17352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17" name="Ink 116">
                  <a:extLst>
                    <a:ext uri="{FF2B5EF4-FFF2-40B4-BE49-F238E27FC236}">
                      <a16:creationId xmlns:a16="http://schemas.microsoft.com/office/drawing/2014/main" id="{3F428BD0-E0BD-28EF-72AD-20B54ACD505A}"/>
                    </a:ext>
                  </a:extLst>
                </p14:cNvPr>
                <p14:cNvContentPartPr/>
                <p14:nvPr/>
              </p14:nvContentPartPr>
              <p14:xfrm>
                <a:off x="1054263" y="2318233"/>
                <a:ext cx="76320" cy="253800"/>
              </p14:xfrm>
            </p:contentPart>
          </mc:Choice>
          <mc:Fallback>
            <p:pic>
              <p:nvPicPr>
                <p:cNvPr id="117" name="Ink 116">
                  <a:extLst>
                    <a:ext uri="{FF2B5EF4-FFF2-40B4-BE49-F238E27FC236}">
                      <a16:creationId xmlns:a16="http://schemas.microsoft.com/office/drawing/2014/main" id="{3F428BD0-E0BD-28EF-72AD-20B54ACD505A}"/>
                    </a:ext>
                  </a:extLst>
                </p:cNvPr>
                <p:cNvPicPr/>
                <p:nvPr/>
              </p:nvPicPr>
              <p:blipFill>
                <a:blip r:embed="rId204"/>
                <a:stretch>
                  <a:fillRect/>
                </a:stretch>
              </p:blipFill>
              <p:spPr>
                <a:xfrm>
                  <a:off x="1036623" y="2300593"/>
                  <a:ext cx="11196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118" name="Ink 117">
                  <a:extLst>
                    <a:ext uri="{FF2B5EF4-FFF2-40B4-BE49-F238E27FC236}">
                      <a16:creationId xmlns:a16="http://schemas.microsoft.com/office/drawing/2014/main" id="{990E1276-48F2-2EAE-7588-9FF724797B89}"/>
                    </a:ext>
                  </a:extLst>
                </p14:cNvPr>
                <p14:cNvContentPartPr/>
                <p14:nvPr/>
              </p14:nvContentPartPr>
              <p14:xfrm>
                <a:off x="1186743" y="2302033"/>
                <a:ext cx="91440" cy="253440"/>
              </p14:xfrm>
            </p:contentPart>
          </mc:Choice>
          <mc:Fallback>
            <p:pic>
              <p:nvPicPr>
                <p:cNvPr id="118" name="Ink 117">
                  <a:extLst>
                    <a:ext uri="{FF2B5EF4-FFF2-40B4-BE49-F238E27FC236}">
                      <a16:creationId xmlns:a16="http://schemas.microsoft.com/office/drawing/2014/main" id="{990E1276-48F2-2EAE-7588-9FF724797B89}"/>
                    </a:ext>
                  </a:extLst>
                </p:cNvPr>
                <p:cNvPicPr/>
                <p:nvPr/>
              </p:nvPicPr>
              <p:blipFill>
                <a:blip r:embed="rId206"/>
                <a:stretch>
                  <a:fillRect/>
                </a:stretch>
              </p:blipFill>
              <p:spPr>
                <a:xfrm>
                  <a:off x="1169103" y="2284033"/>
                  <a:ext cx="127080" cy="28908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119" name="Ink 118">
                  <a:extLst>
                    <a:ext uri="{FF2B5EF4-FFF2-40B4-BE49-F238E27FC236}">
                      <a16:creationId xmlns:a16="http://schemas.microsoft.com/office/drawing/2014/main" id="{05736667-B24A-D2B8-8A74-47180CC130F7}"/>
                    </a:ext>
                  </a:extLst>
                </p14:cNvPr>
                <p14:cNvContentPartPr/>
                <p14:nvPr/>
              </p14:nvContentPartPr>
              <p14:xfrm>
                <a:off x="1171983" y="2383393"/>
                <a:ext cx="305280" cy="123120"/>
              </p14:xfrm>
            </p:contentPart>
          </mc:Choice>
          <mc:Fallback>
            <p:pic>
              <p:nvPicPr>
                <p:cNvPr id="119" name="Ink 118">
                  <a:extLst>
                    <a:ext uri="{FF2B5EF4-FFF2-40B4-BE49-F238E27FC236}">
                      <a16:creationId xmlns:a16="http://schemas.microsoft.com/office/drawing/2014/main" id="{05736667-B24A-D2B8-8A74-47180CC130F7}"/>
                    </a:ext>
                  </a:extLst>
                </p:cNvPr>
                <p:cNvPicPr/>
                <p:nvPr/>
              </p:nvPicPr>
              <p:blipFill>
                <a:blip r:embed="rId208"/>
                <a:stretch>
                  <a:fillRect/>
                </a:stretch>
              </p:blipFill>
              <p:spPr>
                <a:xfrm>
                  <a:off x="1153983" y="2365753"/>
                  <a:ext cx="34092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120" name="Ink 119">
                  <a:extLst>
                    <a:ext uri="{FF2B5EF4-FFF2-40B4-BE49-F238E27FC236}">
                      <a16:creationId xmlns:a16="http://schemas.microsoft.com/office/drawing/2014/main" id="{547DA636-E47B-175D-7CF2-90880D1F61F8}"/>
                    </a:ext>
                  </a:extLst>
                </p14:cNvPr>
                <p14:cNvContentPartPr/>
                <p14:nvPr/>
              </p14:nvContentPartPr>
              <p14:xfrm>
                <a:off x="1525143" y="2386633"/>
                <a:ext cx="124920" cy="217080"/>
              </p14:xfrm>
            </p:contentPart>
          </mc:Choice>
          <mc:Fallback>
            <p:pic>
              <p:nvPicPr>
                <p:cNvPr id="120" name="Ink 119">
                  <a:extLst>
                    <a:ext uri="{FF2B5EF4-FFF2-40B4-BE49-F238E27FC236}">
                      <a16:creationId xmlns:a16="http://schemas.microsoft.com/office/drawing/2014/main" id="{547DA636-E47B-175D-7CF2-90880D1F61F8}"/>
                    </a:ext>
                  </a:extLst>
                </p:cNvPr>
                <p:cNvPicPr/>
                <p:nvPr/>
              </p:nvPicPr>
              <p:blipFill>
                <a:blip r:embed="rId210"/>
                <a:stretch>
                  <a:fillRect/>
                </a:stretch>
              </p:blipFill>
              <p:spPr>
                <a:xfrm>
                  <a:off x="1507143" y="2368633"/>
                  <a:ext cx="16056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121" name="Ink 120">
                  <a:extLst>
                    <a:ext uri="{FF2B5EF4-FFF2-40B4-BE49-F238E27FC236}">
                      <a16:creationId xmlns:a16="http://schemas.microsoft.com/office/drawing/2014/main" id="{BAD9B803-9CCB-A902-A9EE-DF597E35D5A0}"/>
                    </a:ext>
                  </a:extLst>
                </p14:cNvPr>
                <p14:cNvContentPartPr/>
                <p14:nvPr/>
              </p14:nvContentPartPr>
              <p14:xfrm>
                <a:off x="1713783" y="2383753"/>
                <a:ext cx="163440" cy="147240"/>
              </p14:xfrm>
            </p:contentPart>
          </mc:Choice>
          <mc:Fallback>
            <p:pic>
              <p:nvPicPr>
                <p:cNvPr id="121" name="Ink 120">
                  <a:extLst>
                    <a:ext uri="{FF2B5EF4-FFF2-40B4-BE49-F238E27FC236}">
                      <a16:creationId xmlns:a16="http://schemas.microsoft.com/office/drawing/2014/main" id="{BAD9B803-9CCB-A902-A9EE-DF597E35D5A0}"/>
                    </a:ext>
                  </a:extLst>
                </p:cNvPr>
                <p:cNvPicPr/>
                <p:nvPr/>
              </p:nvPicPr>
              <p:blipFill>
                <a:blip r:embed="rId212"/>
                <a:stretch>
                  <a:fillRect/>
                </a:stretch>
              </p:blipFill>
              <p:spPr>
                <a:xfrm>
                  <a:off x="1696143" y="2366113"/>
                  <a:ext cx="199080" cy="182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3">
            <p14:nvContentPartPr>
              <p14:cNvPr id="123" name="Ink 122">
                <a:extLst>
                  <a:ext uri="{FF2B5EF4-FFF2-40B4-BE49-F238E27FC236}">
                    <a16:creationId xmlns:a16="http://schemas.microsoft.com/office/drawing/2014/main" id="{1BD41C9B-AECA-9F32-B28D-6D4B301AD519}"/>
                  </a:ext>
                </a:extLst>
              </p14:cNvPr>
              <p14:cNvContentPartPr/>
              <p14:nvPr/>
            </p14:nvContentPartPr>
            <p14:xfrm>
              <a:off x="2424063" y="3353953"/>
              <a:ext cx="1452240" cy="47880"/>
            </p14:xfrm>
          </p:contentPart>
        </mc:Choice>
        <mc:Fallback>
          <p:pic>
            <p:nvPicPr>
              <p:cNvPr id="123" name="Ink 122">
                <a:extLst>
                  <a:ext uri="{FF2B5EF4-FFF2-40B4-BE49-F238E27FC236}">
                    <a16:creationId xmlns:a16="http://schemas.microsoft.com/office/drawing/2014/main" id="{1BD41C9B-AECA-9F32-B28D-6D4B301AD519}"/>
                  </a:ext>
                </a:extLst>
              </p:cNvPr>
              <p:cNvPicPr/>
              <p:nvPr/>
            </p:nvPicPr>
            <p:blipFill>
              <a:blip r:embed="rId214"/>
              <a:stretch>
                <a:fillRect/>
              </a:stretch>
            </p:blipFill>
            <p:spPr>
              <a:xfrm>
                <a:off x="2406423" y="3336313"/>
                <a:ext cx="1487880" cy="83520"/>
              </a:xfrm>
              <a:prstGeom prst="rect">
                <a:avLst/>
              </a:prstGeom>
            </p:spPr>
          </p:pic>
        </mc:Fallback>
      </mc:AlternateContent>
      <p:grpSp>
        <p:nvGrpSpPr>
          <p:cNvPr id="133" name="Group 132">
            <a:extLst>
              <a:ext uri="{FF2B5EF4-FFF2-40B4-BE49-F238E27FC236}">
                <a16:creationId xmlns:a16="http://schemas.microsoft.com/office/drawing/2014/main" id="{1A3E38B8-4657-10E7-8CB8-7E89DA09E6A3}"/>
              </a:ext>
            </a:extLst>
          </p:cNvPr>
          <p:cNvGrpSpPr/>
          <p:nvPr/>
        </p:nvGrpSpPr>
        <p:grpSpPr>
          <a:xfrm>
            <a:off x="581943" y="3336313"/>
            <a:ext cx="1280160" cy="306720"/>
            <a:chOff x="581943" y="3336313"/>
            <a:chExt cx="1280160" cy="306720"/>
          </a:xfrm>
        </p:grpSpPr>
        <mc:AlternateContent xmlns:mc="http://schemas.openxmlformats.org/markup-compatibility/2006">
          <mc:Choice xmlns:p14="http://schemas.microsoft.com/office/powerpoint/2010/main" Requires="p14">
            <p:contentPart p14:bwMode="auto" r:id="rId215">
              <p14:nvContentPartPr>
                <p14:cNvPr id="124" name="Ink 123">
                  <a:extLst>
                    <a:ext uri="{FF2B5EF4-FFF2-40B4-BE49-F238E27FC236}">
                      <a16:creationId xmlns:a16="http://schemas.microsoft.com/office/drawing/2014/main" id="{30223A84-8295-E13E-EDD8-F370A2172D5B}"/>
                    </a:ext>
                  </a:extLst>
                </p14:cNvPr>
                <p14:cNvContentPartPr/>
                <p14:nvPr/>
              </p14:nvContentPartPr>
              <p14:xfrm>
                <a:off x="581943" y="3486793"/>
                <a:ext cx="245520" cy="156240"/>
              </p14:xfrm>
            </p:contentPart>
          </mc:Choice>
          <mc:Fallback>
            <p:pic>
              <p:nvPicPr>
                <p:cNvPr id="124" name="Ink 123">
                  <a:extLst>
                    <a:ext uri="{FF2B5EF4-FFF2-40B4-BE49-F238E27FC236}">
                      <a16:creationId xmlns:a16="http://schemas.microsoft.com/office/drawing/2014/main" id="{30223A84-8295-E13E-EDD8-F370A2172D5B}"/>
                    </a:ext>
                  </a:extLst>
                </p:cNvPr>
                <p:cNvPicPr/>
                <p:nvPr/>
              </p:nvPicPr>
              <p:blipFill>
                <a:blip r:embed="rId216"/>
                <a:stretch>
                  <a:fillRect/>
                </a:stretch>
              </p:blipFill>
              <p:spPr>
                <a:xfrm>
                  <a:off x="564303" y="3469153"/>
                  <a:ext cx="281160" cy="19188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125" name="Ink 124">
                  <a:extLst>
                    <a:ext uri="{FF2B5EF4-FFF2-40B4-BE49-F238E27FC236}">
                      <a16:creationId xmlns:a16="http://schemas.microsoft.com/office/drawing/2014/main" id="{DD2BE89D-F354-7AB7-C129-7B0C8297C4F1}"/>
                    </a:ext>
                  </a:extLst>
                </p14:cNvPr>
                <p14:cNvContentPartPr/>
                <p14:nvPr/>
              </p14:nvContentPartPr>
              <p14:xfrm>
                <a:off x="895143" y="3526393"/>
                <a:ext cx="15480" cy="8280"/>
              </p14:xfrm>
            </p:contentPart>
          </mc:Choice>
          <mc:Fallback>
            <p:pic>
              <p:nvPicPr>
                <p:cNvPr id="125" name="Ink 124">
                  <a:extLst>
                    <a:ext uri="{FF2B5EF4-FFF2-40B4-BE49-F238E27FC236}">
                      <a16:creationId xmlns:a16="http://schemas.microsoft.com/office/drawing/2014/main" id="{DD2BE89D-F354-7AB7-C129-7B0C8297C4F1}"/>
                    </a:ext>
                  </a:extLst>
                </p:cNvPr>
                <p:cNvPicPr/>
                <p:nvPr/>
              </p:nvPicPr>
              <p:blipFill>
                <a:blip r:embed="rId218"/>
                <a:stretch>
                  <a:fillRect/>
                </a:stretch>
              </p:blipFill>
              <p:spPr>
                <a:xfrm>
                  <a:off x="877143" y="3508753"/>
                  <a:ext cx="5112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126" name="Ink 125">
                  <a:extLst>
                    <a:ext uri="{FF2B5EF4-FFF2-40B4-BE49-F238E27FC236}">
                      <a16:creationId xmlns:a16="http://schemas.microsoft.com/office/drawing/2014/main" id="{863047C2-247A-DFF7-6B14-0C5385D0BB9D}"/>
                    </a:ext>
                  </a:extLst>
                </p14:cNvPr>
                <p14:cNvContentPartPr/>
                <p14:nvPr/>
              </p14:nvContentPartPr>
              <p14:xfrm>
                <a:off x="892983" y="3538633"/>
                <a:ext cx="720" cy="720"/>
              </p14:xfrm>
            </p:contentPart>
          </mc:Choice>
          <mc:Fallback>
            <p:pic>
              <p:nvPicPr>
                <p:cNvPr id="126" name="Ink 125">
                  <a:extLst>
                    <a:ext uri="{FF2B5EF4-FFF2-40B4-BE49-F238E27FC236}">
                      <a16:creationId xmlns:a16="http://schemas.microsoft.com/office/drawing/2014/main" id="{863047C2-247A-DFF7-6B14-0C5385D0BB9D}"/>
                    </a:ext>
                  </a:extLst>
                </p:cNvPr>
                <p:cNvPicPr/>
                <p:nvPr/>
              </p:nvPicPr>
              <p:blipFill>
                <a:blip r:embed="rId220"/>
                <a:stretch>
                  <a:fillRect/>
                </a:stretch>
              </p:blipFill>
              <p:spPr>
                <a:xfrm>
                  <a:off x="874983" y="3520633"/>
                  <a:ext cx="3636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127" name="Ink 126">
                  <a:extLst>
                    <a:ext uri="{FF2B5EF4-FFF2-40B4-BE49-F238E27FC236}">
                      <a16:creationId xmlns:a16="http://schemas.microsoft.com/office/drawing/2014/main" id="{C5BA9BEE-4C18-C37A-B36C-E3B1AA343A22}"/>
                    </a:ext>
                  </a:extLst>
                </p14:cNvPr>
                <p14:cNvContentPartPr/>
                <p14:nvPr/>
              </p14:nvContentPartPr>
              <p14:xfrm>
                <a:off x="832143" y="3509833"/>
                <a:ext cx="253440" cy="96840"/>
              </p14:xfrm>
            </p:contentPart>
          </mc:Choice>
          <mc:Fallback>
            <p:pic>
              <p:nvPicPr>
                <p:cNvPr id="127" name="Ink 126">
                  <a:extLst>
                    <a:ext uri="{FF2B5EF4-FFF2-40B4-BE49-F238E27FC236}">
                      <a16:creationId xmlns:a16="http://schemas.microsoft.com/office/drawing/2014/main" id="{C5BA9BEE-4C18-C37A-B36C-E3B1AA343A22}"/>
                    </a:ext>
                  </a:extLst>
                </p:cNvPr>
                <p:cNvPicPr/>
                <p:nvPr/>
              </p:nvPicPr>
              <p:blipFill>
                <a:blip r:embed="rId222"/>
                <a:stretch>
                  <a:fillRect/>
                </a:stretch>
              </p:blipFill>
              <p:spPr>
                <a:xfrm>
                  <a:off x="814143" y="3491833"/>
                  <a:ext cx="28908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128" name="Ink 127">
                  <a:extLst>
                    <a:ext uri="{FF2B5EF4-FFF2-40B4-BE49-F238E27FC236}">
                      <a16:creationId xmlns:a16="http://schemas.microsoft.com/office/drawing/2014/main" id="{DA3D5778-5363-CE9C-4CA7-CA9050403044}"/>
                    </a:ext>
                  </a:extLst>
                </p14:cNvPr>
                <p14:cNvContentPartPr/>
                <p14:nvPr/>
              </p14:nvContentPartPr>
              <p14:xfrm>
                <a:off x="1094223" y="3457273"/>
                <a:ext cx="65520" cy="114480"/>
              </p14:xfrm>
            </p:contentPart>
          </mc:Choice>
          <mc:Fallback>
            <p:pic>
              <p:nvPicPr>
                <p:cNvPr id="128" name="Ink 127">
                  <a:extLst>
                    <a:ext uri="{FF2B5EF4-FFF2-40B4-BE49-F238E27FC236}">
                      <a16:creationId xmlns:a16="http://schemas.microsoft.com/office/drawing/2014/main" id="{DA3D5778-5363-CE9C-4CA7-CA9050403044}"/>
                    </a:ext>
                  </a:extLst>
                </p:cNvPr>
                <p:cNvPicPr/>
                <p:nvPr/>
              </p:nvPicPr>
              <p:blipFill>
                <a:blip r:embed="rId224"/>
                <a:stretch>
                  <a:fillRect/>
                </a:stretch>
              </p:blipFill>
              <p:spPr>
                <a:xfrm>
                  <a:off x="1076583" y="3439633"/>
                  <a:ext cx="10116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129" name="Ink 128">
                  <a:extLst>
                    <a:ext uri="{FF2B5EF4-FFF2-40B4-BE49-F238E27FC236}">
                      <a16:creationId xmlns:a16="http://schemas.microsoft.com/office/drawing/2014/main" id="{9BAB61E9-7367-F0BF-7FC2-21699D3464EB}"/>
                    </a:ext>
                  </a:extLst>
                </p14:cNvPr>
                <p14:cNvContentPartPr/>
                <p14:nvPr/>
              </p14:nvContentPartPr>
              <p14:xfrm>
                <a:off x="1197903" y="3460513"/>
                <a:ext cx="133200" cy="100080"/>
              </p14:xfrm>
            </p:contentPart>
          </mc:Choice>
          <mc:Fallback>
            <p:pic>
              <p:nvPicPr>
                <p:cNvPr id="129" name="Ink 128">
                  <a:extLst>
                    <a:ext uri="{FF2B5EF4-FFF2-40B4-BE49-F238E27FC236}">
                      <a16:creationId xmlns:a16="http://schemas.microsoft.com/office/drawing/2014/main" id="{9BAB61E9-7367-F0BF-7FC2-21699D3464EB}"/>
                    </a:ext>
                  </a:extLst>
                </p:cNvPr>
                <p:cNvPicPr/>
                <p:nvPr/>
              </p:nvPicPr>
              <p:blipFill>
                <a:blip r:embed="rId226"/>
                <a:stretch>
                  <a:fillRect/>
                </a:stretch>
              </p:blipFill>
              <p:spPr>
                <a:xfrm>
                  <a:off x="1179903" y="3442513"/>
                  <a:ext cx="16884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130" name="Ink 129">
                  <a:extLst>
                    <a:ext uri="{FF2B5EF4-FFF2-40B4-BE49-F238E27FC236}">
                      <a16:creationId xmlns:a16="http://schemas.microsoft.com/office/drawing/2014/main" id="{B36271A0-65D7-62D9-123C-A22193A61401}"/>
                    </a:ext>
                  </a:extLst>
                </p14:cNvPr>
                <p14:cNvContentPartPr/>
                <p14:nvPr/>
              </p14:nvContentPartPr>
              <p14:xfrm>
                <a:off x="1365663" y="3465193"/>
                <a:ext cx="320760" cy="93600"/>
              </p14:xfrm>
            </p:contentPart>
          </mc:Choice>
          <mc:Fallback>
            <p:pic>
              <p:nvPicPr>
                <p:cNvPr id="130" name="Ink 129">
                  <a:extLst>
                    <a:ext uri="{FF2B5EF4-FFF2-40B4-BE49-F238E27FC236}">
                      <a16:creationId xmlns:a16="http://schemas.microsoft.com/office/drawing/2014/main" id="{B36271A0-65D7-62D9-123C-A22193A61401}"/>
                    </a:ext>
                  </a:extLst>
                </p:cNvPr>
                <p:cNvPicPr/>
                <p:nvPr/>
              </p:nvPicPr>
              <p:blipFill>
                <a:blip r:embed="rId228"/>
                <a:stretch>
                  <a:fillRect/>
                </a:stretch>
              </p:blipFill>
              <p:spPr>
                <a:xfrm>
                  <a:off x="1348023" y="3447193"/>
                  <a:ext cx="35640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131" name="Ink 130">
                  <a:extLst>
                    <a:ext uri="{FF2B5EF4-FFF2-40B4-BE49-F238E27FC236}">
                      <a16:creationId xmlns:a16="http://schemas.microsoft.com/office/drawing/2014/main" id="{C05390CC-D44A-B568-D33D-15D745196FFF}"/>
                    </a:ext>
                  </a:extLst>
                </p14:cNvPr>
                <p14:cNvContentPartPr/>
                <p14:nvPr/>
              </p14:nvContentPartPr>
              <p14:xfrm>
                <a:off x="1723143" y="3336313"/>
                <a:ext cx="110520" cy="190440"/>
              </p14:xfrm>
            </p:contentPart>
          </mc:Choice>
          <mc:Fallback>
            <p:pic>
              <p:nvPicPr>
                <p:cNvPr id="131" name="Ink 130">
                  <a:extLst>
                    <a:ext uri="{FF2B5EF4-FFF2-40B4-BE49-F238E27FC236}">
                      <a16:creationId xmlns:a16="http://schemas.microsoft.com/office/drawing/2014/main" id="{C05390CC-D44A-B568-D33D-15D745196FFF}"/>
                    </a:ext>
                  </a:extLst>
                </p:cNvPr>
                <p:cNvPicPr/>
                <p:nvPr/>
              </p:nvPicPr>
              <p:blipFill>
                <a:blip r:embed="rId230"/>
                <a:stretch>
                  <a:fillRect/>
                </a:stretch>
              </p:blipFill>
              <p:spPr>
                <a:xfrm>
                  <a:off x="1705503" y="3318313"/>
                  <a:ext cx="14616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132" name="Ink 131">
                  <a:extLst>
                    <a:ext uri="{FF2B5EF4-FFF2-40B4-BE49-F238E27FC236}">
                      <a16:creationId xmlns:a16="http://schemas.microsoft.com/office/drawing/2014/main" id="{DF712060-651A-CADF-0B67-8C7929176E3C}"/>
                    </a:ext>
                  </a:extLst>
                </p14:cNvPr>
                <p14:cNvContentPartPr/>
                <p14:nvPr/>
              </p14:nvContentPartPr>
              <p14:xfrm>
                <a:off x="1728183" y="3391393"/>
                <a:ext cx="133920" cy="60120"/>
              </p14:xfrm>
            </p:contentPart>
          </mc:Choice>
          <mc:Fallback>
            <p:pic>
              <p:nvPicPr>
                <p:cNvPr id="132" name="Ink 131">
                  <a:extLst>
                    <a:ext uri="{FF2B5EF4-FFF2-40B4-BE49-F238E27FC236}">
                      <a16:creationId xmlns:a16="http://schemas.microsoft.com/office/drawing/2014/main" id="{DF712060-651A-CADF-0B67-8C7929176E3C}"/>
                    </a:ext>
                  </a:extLst>
                </p:cNvPr>
                <p:cNvPicPr/>
                <p:nvPr/>
              </p:nvPicPr>
              <p:blipFill>
                <a:blip r:embed="rId232"/>
                <a:stretch>
                  <a:fillRect/>
                </a:stretch>
              </p:blipFill>
              <p:spPr>
                <a:xfrm>
                  <a:off x="1710543" y="3373393"/>
                  <a:ext cx="169560" cy="95760"/>
                </a:xfrm>
                <a:prstGeom prst="rect">
                  <a:avLst/>
                </a:prstGeom>
              </p:spPr>
            </p:pic>
          </mc:Fallback>
        </mc:AlternateContent>
      </p:grpSp>
      <p:grpSp>
        <p:nvGrpSpPr>
          <p:cNvPr id="166" name="Group 165">
            <a:extLst>
              <a:ext uri="{FF2B5EF4-FFF2-40B4-BE49-F238E27FC236}">
                <a16:creationId xmlns:a16="http://schemas.microsoft.com/office/drawing/2014/main" id="{422A8FDE-9547-D220-2551-ED6C9AFCB63A}"/>
              </a:ext>
            </a:extLst>
          </p:cNvPr>
          <p:cNvGrpSpPr/>
          <p:nvPr/>
        </p:nvGrpSpPr>
        <p:grpSpPr>
          <a:xfrm>
            <a:off x="224463" y="4657153"/>
            <a:ext cx="4167000" cy="651600"/>
            <a:chOff x="224463" y="4657153"/>
            <a:chExt cx="4167000" cy="651600"/>
          </a:xfrm>
        </p:grpSpPr>
        <mc:AlternateContent xmlns:mc="http://schemas.openxmlformats.org/markup-compatibility/2006">
          <mc:Choice xmlns:p14="http://schemas.microsoft.com/office/powerpoint/2010/main" Requires="p14">
            <p:contentPart p14:bwMode="auto" r:id="rId233">
              <p14:nvContentPartPr>
                <p14:cNvPr id="134" name="Ink 133">
                  <a:extLst>
                    <a:ext uri="{FF2B5EF4-FFF2-40B4-BE49-F238E27FC236}">
                      <a16:creationId xmlns:a16="http://schemas.microsoft.com/office/drawing/2014/main" id="{F183C2CA-FC64-A599-D73A-0B1BD4BBA5CB}"/>
                    </a:ext>
                  </a:extLst>
                </p14:cNvPr>
                <p14:cNvContentPartPr/>
                <p14:nvPr/>
              </p14:nvContentPartPr>
              <p14:xfrm>
                <a:off x="224463" y="4751473"/>
                <a:ext cx="99360" cy="271440"/>
              </p14:xfrm>
            </p:contentPart>
          </mc:Choice>
          <mc:Fallback>
            <p:pic>
              <p:nvPicPr>
                <p:cNvPr id="134" name="Ink 133">
                  <a:extLst>
                    <a:ext uri="{FF2B5EF4-FFF2-40B4-BE49-F238E27FC236}">
                      <a16:creationId xmlns:a16="http://schemas.microsoft.com/office/drawing/2014/main" id="{F183C2CA-FC64-A599-D73A-0B1BD4BBA5CB}"/>
                    </a:ext>
                  </a:extLst>
                </p:cNvPr>
                <p:cNvPicPr/>
                <p:nvPr/>
              </p:nvPicPr>
              <p:blipFill>
                <a:blip r:embed="rId234"/>
                <a:stretch>
                  <a:fillRect/>
                </a:stretch>
              </p:blipFill>
              <p:spPr>
                <a:xfrm>
                  <a:off x="206823" y="4733473"/>
                  <a:ext cx="13500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135" name="Ink 134">
                  <a:extLst>
                    <a:ext uri="{FF2B5EF4-FFF2-40B4-BE49-F238E27FC236}">
                      <a16:creationId xmlns:a16="http://schemas.microsoft.com/office/drawing/2014/main" id="{C2008306-2EEC-6D18-12F8-994ECF0C7970}"/>
                    </a:ext>
                  </a:extLst>
                </p14:cNvPr>
                <p14:cNvContentPartPr/>
                <p14:nvPr/>
              </p14:nvContentPartPr>
              <p14:xfrm>
                <a:off x="383943" y="4791073"/>
                <a:ext cx="157680" cy="179640"/>
              </p14:xfrm>
            </p:contentPart>
          </mc:Choice>
          <mc:Fallback>
            <p:pic>
              <p:nvPicPr>
                <p:cNvPr id="135" name="Ink 134">
                  <a:extLst>
                    <a:ext uri="{FF2B5EF4-FFF2-40B4-BE49-F238E27FC236}">
                      <a16:creationId xmlns:a16="http://schemas.microsoft.com/office/drawing/2014/main" id="{C2008306-2EEC-6D18-12F8-994ECF0C7970}"/>
                    </a:ext>
                  </a:extLst>
                </p:cNvPr>
                <p:cNvPicPr/>
                <p:nvPr/>
              </p:nvPicPr>
              <p:blipFill>
                <a:blip r:embed="rId236"/>
                <a:stretch>
                  <a:fillRect/>
                </a:stretch>
              </p:blipFill>
              <p:spPr>
                <a:xfrm>
                  <a:off x="366303" y="4773073"/>
                  <a:ext cx="19332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36" name="Ink 135">
                  <a:extLst>
                    <a:ext uri="{FF2B5EF4-FFF2-40B4-BE49-F238E27FC236}">
                      <a16:creationId xmlns:a16="http://schemas.microsoft.com/office/drawing/2014/main" id="{54B60150-D8B2-7EFF-3DD9-4C4D9415FF45}"/>
                    </a:ext>
                  </a:extLst>
                </p14:cNvPr>
                <p14:cNvContentPartPr/>
                <p14:nvPr/>
              </p14:nvContentPartPr>
              <p14:xfrm>
                <a:off x="630903" y="4876753"/>
                <a:ext cx="78120" cy="84600"/>
              </p14:xfrm>
            </p:contentPart>
          </mc:Choice>
          <mc:Fallback>
            <p:pic>
              <p:nvPicPr>
                <p:cNvPr id="136" name="Ink 135">
                  <a:extLst>
                    <a:ext uri="{FF2B5EF4-FFF2-40B4-BE49-F238E27FC236}">
                      <a16:creationId xmlns:a16="http://schemas.microsoft.com/office/drawing/2014/main" id="{54B60150-D8B2-7EFF-3DD9-4C4D9415FF45}"/>
                    </a:ext>
                  </a:extLst>
                </p:cNvPr>
                <p:cNvPicPr/>
                <p:nvPr/>
              </p:nvPicPr>
              <p:blipFill>
                <a:blip r:embed="rId238"/>
                <a:stretch>
                  <a:fillRect/>
                </a:stretch>
              </p:blipFill>
              <p:spPr>
                <a:xfrm>
                  <a:off x="613263" y="4858753"/>
                  <a:ext cx="11376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137" name="Ink 136">
                  <a:extLst>
                    <a:ext uri="{FF2B5EF4-FFF2-40B4-BE49-F238E27FC236}">
                      <a16:creationId xmlns:a16="http://schemas.microsoft.com/office/drawing/2014/main" id="{808DEDC9-C79D-55BF-201C-51BFE7627F80}"/>
                    </a:ext>
                  </a:extLst>
                </p14:cNvPr>
                <p14:cNvContentPartPr/>
                <p14:nvPr/>
              </p14:nvContentPartPr>
              <p14:xfrm>
                <a:off x="745023" y="4767313"/>
                <a:ext cx="66240" cy="215280"/>
              </p14:xfrm>
            </p:contentPart>
          </mc:Choice>
          <mc:Fallback>
            <p:pic>
              <p:nvPicPr>
                <p:cNvPr id="137" name="Ink 136">
                  <a:extLst>
                    <a:ext uri="{FF2B5EF4-FFF2-40B4-BE49-F238E27FC236}">
                      <a16:creationId xmlns:a16="http://schemas.microsoft.com/office/drawing/2014/main" id="{808DEDC9-C79D-55BF-201C-51BFE7627F80}"/>
                    </a:ext>
                  </a:extLst>
                </p:cNvPr>
                <p:cNvPicPr/>
                <p:nvPr/>
              </p:nvPicPr>
              <p:blipFill>
                <a:blip r:embed="rId240"/>
                <a:stretch>
                  <a:fillRect/>
                </a:stretch>
              </p:blipFill>
              <p:spPr>
                <a:xfrm>
                  <a:off x="727383" y="4749673"/>
                  <a:ext cx="10188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138" name="Ink 137">
                  <a:extLst>
                    <a:ext uri="{FF2B5EF4-FFF2-40B4-BE49-F238E27FC236}">
                      <a16:creationId xmlns:a16="http://schemas.microsoft.com/office/drawing/2014/main" id="{00BAA917-8470-0197-7CE7-095A2CE8B886}"/>
                    </a:ext>
                  </a:extLst>
                </p14:cNvPr>
                <p14:cNvContentPartPr/>
                <p14:nvPr/>
              </p14:nvContentPartPr>
              <p14:xfrm>
                <a:off x="724863" y="4829233"/>
                <a:ext cx="100800" cy="75960"/>
              </p14:xfrm>
            </p:contentPart>
          </mc:Choice>
          <mc:Fallback>
            <p:pic>
              <p:nvPicPr>
                <p:cNvPr id="138" name="Ink 137">
                  <a:extLst>
                    <a:ext uri="{FF2B5EF4-FFF2-40B4-BE49-F238E27FC236}">
                      <a16:creationId xmlns:a16="http://schemas.microsoft.com/office/drawing/2014/main" id="{00BAA917-8470-0197-7CE7-095A2CE8B886}"/>
                    </a:ext>
                  </a:extLst>
                </p:cNvPr>
                <p:cNvPicPr/>
                <p:nvPr/>
              </p:nvPicPr>
              <p:blipFill>
                <a:blip r:embed="rId242"/>
                <a:stretch>
                  <a:fillRect/>
                </a:stretch>
              </p:blipFill>
              <p:spPr>
                <a:xfrm>
                  <a:off x="707223" y="4811233"/>
                  <a:ext cx="13644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139" name="Ink 138">
                  <a:extLst>
                    <a:ext uri="{FF2B5EF4-FFF2-40B4-BE49-F238E27FC236}">
                      <a16:creationId xmlns:a16="http://schemas.microsoft.com/office/drawing/2014/main" id="{02BB2F8B-17FC-D904-AB0D-1DE47C5EF05A}"/>
                    </a:ext>
                  </a:extLst>
                </p14:cNvPr>
                <p14:cNvContentPartPr/>
                <p14:nvPr/>
              </p14:nvContentPartPr>
              <p14:xfrm>
                <a:off x="1009623" y="4872793"/>
                <a:ext cx="161280" cy="89280"/>
              </p14:xfrm>
            </p:contentPart>
          </mc:Choice>
          <mc:Fallback>
            <p:pic>
              <p:nvPicPr>
                <p:cNvPr id="139" name="Ink 138">
                  <a:extLst>
                    <a:ext uri="{FF2B5EF4-FFF2-40B4-BE49-F238E27FC236}">
                      <a16:creationId xmlns:a16="http://schemas.microsoft.com/office/drawing/2014/main" id="{02BB2F8B-17FC-D904-AB0D-1DE47C5EF05A}"/>
                    </a:ext>
                  </a:extLst>
                </p:cNvPr>
                <p:cNvPicPr/>
                <p:nvPr/>
              </p:nvPicPr>
              <p:blipFill>
                <a:blip r:embed="rId244"/>
                <a:stretch>
                  <a:fillRect/>
                </a:stretch>
              </p:blipFill>
              <p:spPr>
                <a:xfrm>
                  <a:off x="991983" y="4855153"/>
                  <a:ext cx="19692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140" name="Ink 139">
                  <a:extLst>
                    <a:ext uri="{FF2B5EF4-FFF2-40B4-BE49-F238E27FC236}">
                      <a16:creationId xmlns:a16="http://schemas.microsoft.com/office/drawing/2014/main" id="{697BB513-ABCE-9900-21C5-451507D8D8AC}"/>
                    </a:ext>
                  </a:extLst>
                </p14:cNvPr>
                <p14:cNvContentPartPr/>
                <p14:nvPr/>
              </p14:nvContentPartPr>
              <p14:xfrm>
                <a:off x="1245063" y="4867393"/>
                <a:ext cx="86040" cy="87120"/>
              </p14:xfrm>
            </p:contentPart>
          </mc:Choice>
          <mc:Fallback>
            <p:pic>
              <p:nvPicPr>
                <p:cNvPr id="140" name="Ink 139">
                  <a:extLst>
                    <a:ext uri="{FF2B5EF4-FFF2-40B4-BE49-F238E27FC236}">
                      <a16:creationId xmlns:a16="http://schemas.microsoft.com/office/drawing/2014/main" id="{697BB513-ABCE-9900-21C5-451507D8D8AC}"/>
                    </a:ext>
                  </a:extLst>
                </p:cNvPr>
                <p:cNvPicPr/>
                <p:nvPr/>
              </p:nvPicPr>
              <p:blipFill>
                <a:blip r:embed="rId246"/>
                <a:stretch>
                  <a:fillRect/>
                </a:stretch>
              </p:blipFill>
              <p:spPr>
                <a:xfrm>
                  <a:off x="1227423" y="4849393"/>
                  <a:ext cx="12168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141" name="Ink 140">
                  <a:extLst>
                    <a:ext uri="{FF2B5EF4-FFF2-40B4-BE49-F238E27FC236}">
                      <a16:creationId xmlns:a16="http://schemas.microsoft.com/office/drawing/2014/main" id="{BA7FC7FD-9C64-C7AA-D42E-277B78303184}"/>
                    </a:ext>
                  </a:extLst>
                </p14:cNvPr>
                <p14:cNvContentPartPr/>
                <p14:nvPr/>
              </p14:nvContentPartPr>
              <p14:xfrm>
                <a:off x="1445223" y="4863793"/>
                <a:ext cx="18720" cy="84600"/>
              </p14:xfrm>
            </p:contentPart>
          </mc:Choice>
          <mc:Fallback>
            <p:pic>
              <p:nvPicPr>
                <p:cNvPr id="141" name="Ink 140">
                  <a:extLst>
                    <a:ext uri="{FF2B5EF4-FFF2-40B4-BE49-F238E27FC236}">
                      <a16:creationId xmlns:a16="http://schemas.microsoft.com/office/drawing/2014/main" id="{BA7FC7FD-9C64-C7AA-D42E-277B78303184}"/>
                    </a:ext>
                  </a:extLst>
                </p:cNvPr>
                <p:cNvPicPr/>
                <p:nvPr/>
              </p:nvPicPr>
              <p:blipFill>
                <a:blip r:embed="rId248"/>
                <a:stretch>
                  <a:fillRect/>
                </a:stretch>
              </p:blipFill>
              <p:spPr>
                <a:xfrm>
                  <a:off x="1427583" y="4845793"/>
                  <a:ext cx="5436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142" name="Ink 141">
                  <a:extLst>
                    <a:ext uri="{FF2B5EF4-FFF2-40B4-BE49-F238E27FC236}">
                      <a16:creationId xmlns:a16="http://schemas.microsoft.com/office/drawing/2014/main" id="{12CDD9E6-D42A-69F7-D204-CDE5A04D82FC}"/>
                    </a:ext>
                  </a:extLst>
                </p14:cNvPr>
                <p14:cNvContentPartPr/>
                <p14:nvPr/>
              </p14:nvContentPartPr>
              <p14:xfrm>
                <a:off x="1432623" y="4764073"/>
                <a:ext cx="14040" cy="24120"/>
              </p14:xfrm>
            </p:contentPart>
          </mc:Choice>
          <mc:Fallback>
            <p:pic>
              <p:nvPicPr>
                <p:cNvPr id="142" name="Ink 141">
                  <a:extLst>
                    <a:ext uri="{FF2B5EF4-FFF2-40B4-BE49-F238E27FC236}">
                      <a16:creationId xmlns:a16="http://schemas.microsoft.com/office/drawing/2014/main" id="{12CDD9E6-D42A-69F7-D204-CDE5A04D82FC}"/>
                    </a:ext>
                  </a:extLst>
                </p:cNvPr>
                <p:cNvPicPr/>
                <p:nvPr/>
              </p:nvPicPr>
              <p:blipFill>
                <a:blip r:embed="rId250"/>
                <a:stretch>
                  <a:fillRect/>
                </a:stretch>
              </p:blipFill>
              <p:spPr>
                <a:xfrm>
                  <a:off x="1414983" y="4746433"/>
                  <a:ext cx="4968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143" name="Ink 142">
                  <a:extLst>
                    <a:ext uri="{FF2B5EF4-FFF2-40B4-BE49-F238E27FC236}">
                      <a16:creationId xmlns:a16="http://schemas.microsoft.com/office/drawing/2014/main" id="{34E8F443-8B03-D8D8-5183-0CACE771F17E}"/>
                    </a:ext>
                  </a:extLst>
                </p14:cNvPr>
                <p14:cNvContentPartPr/>
                <p14:nvPr/>
              </p14:nvContentPartPr>
              <p14:xfrm>
                <a:off x="1540623" y="4825633"/>
                <a:ext cx="57960" cy="154080"/>
              </p14:xfrm>
            </p:contentPart>
          </mc:Choice>
          <mc:Fallback>
            <p:pic>
              <p:nvPicPr>
                <p:cNvPr id="143" name="Ink 142">
                  <a:extLst>
                    <a:ext uri="{FF2B5EF4-FFF2-40B4-BE49-F238E27FC236}">
                      <a16:creationId xmlns:a16="http://schemas.microsoft.com/office/drawing/2014/main" id="{34E8F443-8B03-D8D8-5183-0CACE771F17E}"/>
                    </a:ext>
                  </a:extLst>
                </p:cNvPr>
                <p:cNvPicPr/>
                <p:nvPr/>
              </p:nvPicPr>
              <p:blipFill>
                <a:blip r:embed="rId252"/>
                <a:stretch>
                  <a:fillRect/>
                </a:stretch>
              </p:blipFill>
              <p:spPr>
                <a:xfrm>
                  <a:off x="1522983" y="4807633"/>
                  <a:ext cx="9360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253">
              <p14:nvContentPartPr>
                <p14:cNvPr id="144" name="Ink 143">
                  <a:extLst>
                    <a:ext uri="{FF2B5EF4-FFF2-40B4-BE49-F238E27FC236}">
                      <a16:creationId xmlns:a16="http://schemas.microsoft.com/office/drawing/2014/main" id="{7B696BCD-1BD4-7CCF-C4F5-A89191C53903}"/>
                    </a:ext>
                  </a:extLst>
                </p14:cNvPr>
                <p14:cNvContentPartPr/>
                <p14:nvPr/>
              </p14:nvContentPartPr>
              <p14:xfrm>
                <a:off x="1636383" y="4856593"/>
                <a:ext cx="76680" cy="120600"/>
              </p14:xfrm>
            </p:contentPart>
          </mc:Choice>
          <mc:Fallback>
            <p:pic>
              <p:nvPicPr>
                <p:cNvPr id="144" name="Ink 143">
                  <a:extLst>
                    <a:ext uri="{FF2B5EF4-FFF2-40B4-BE49-F238E27FC236}">
                      <a16:creationId xmlns:a16="http://schemas.microsoft.com/office/drawing/2014/main" id="{7B696BCD-1BD4-7CCF-C4F5-A89191C53903}"/>
                    </a:ext>
                  </a:extLst>
                </p:cNvPr>
                <p:cNvPicPr/>
                <p:nvPr/>
              </p:nvPicPr>
              <p:blipFill>
                <a:blip r:embed="rId254"/>
                <a:stretch>
                  <a:fillRect/>
                </a:stretch>
              </p:blipFill>
              <p:spPr>
                <a:xfrm>
                  <a:off x="1618383" y="4838593"/>
                  <a:ext cx="11232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255">
              <p14:nvContentPartPr>
                <p14:cNvPr id="146" name="Ink 145">
                  <a:extLst>
                    <a:ext uri="{FF2B5EF4-FFF2-40B4-BE49-F238E27FC236}">
                      <a16:creationId xmlns:a16="http://schemas.microsoft.com/office/drawing/2014/main" id="{F19DC3DE-8656-6447-0191-B397D4B84A19}"/>
                    </a:ext>
                  </a:extLst>
                </p14:cNvPr>
                <p14:cNvContentPartPr/>
                <p14:nvPr/>
              </p14:nvContentPartPr>
              <p14:xfrm>
                <a:off x="2001063" y="4842193"/>
                <a:ext cx="125280" cy="138240"/>
              </p14:xfrm>
            </p:contentPart>
          </mc:Choice>
          <mc:Fallback>
            <p:pic>
              <p:nvPicPr>
                <p:cNvPr id="146" name="Ink 145">
                  <a:extLst>
                    <a:ext uri="{FF2B5EF4-FFF2-40B4-BE49-F238E27FC236}">
                      <a16:creationId xmlns:a16="http://schemas.microsoft.com/office/drawing/2014/main" id="{F19DC3DE-8656-6447-0191-B397D4B84A19}"/>
                    </a:ext>
                  </a:extLst>
                </p:cNvPr>
                <p:cNvPicPr/>
                <p:nvPr/>
              </p:nvPicPr>
              <p:blipFill>
                <a:blip r:embed="rId256"/>
                <a:stretch>
                  <a:fillRect/>
                </a:stretch>
              </p:blipFill>
              <p:spPr>
                <a:xfrm>
                  <a:off x="1983063" y="4824193"/>
                  <a:ext cx="16092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257">
              <p14:nvContentPartPr>
                <p14:cNvPr id="147" name="Ink 146">
                  <a:extLst>
                    <a:ext uri="{FF2B5EF4-FFF2-40B4-BE49-F238E27FC236}">
                      <a16:creationId xmlns:a16="http://schemas.microsoft.com/office/drawing/2014/main" id="{62F98BA2-E766-2FD2-8E5F-484E4841C6AE}"/>
                    </a:ext>
                  </a:extLst>
                </p14:cNvPr>
                <p14:cNvContentPartPr/>
                <p14:nvPr/>
              </p14:nvContentPartPr>
              <p14:xfrm>
                <a:off x="2147943" y="4833193"/>
                <a:ext cx="182880" cy="108000"/>
              </p14:xfrm>
            </p:contentPart>
          </mc:Choice>
          <mc:Fallback>
            <p:pic>
              <p:nvPicPr>
                <p:cNvPr id="147" name="Ink 146">
                  <a:extLst>
                    <a:ext uri="{FF2B5EF4-FFF2-40B4-BE49-F238E27FC236}">
                      <a16:creationId xmlns:a16="http://schemas.microsoft.com/office/drawing/2014/main" id="{62F98BA2-E766-2FD2-8E5F-484E4841C6AE}"/>
                    </a:ext>
                  </a:extLst>
                </p:cNvPr>
                <p:cNvPicPr/>
                <p:nvPr/>
              </p:nvPicPr>
              <p:blipFill>
                <a:blip r:embed="rId258"/>
                <a:stretch>
                  <a:fillRect/>
                </a:stretch>
              </p:blipFill>
              <p:spPr>
                <a:xfrm>
                  <a:off x="2130303" y="4815193"/>
                  <a:ext cx="21852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148" name="Ink 147">
                  <a:extLst>
                    <a:ext uri="{FF2B5EF4-FFF2-40B4-BE49-F238E27FC236}">
                      <a16:creationId xmlns:a16="http://schemas.microsoft.com/office/drawing/2014/main" id="{9B2D797E-623F-0218-D5EC-E91099B6C8C9}"/>
                    </a:ext>
                  </a:extLst>
                </p14:cNvPr>
                <p14:cNvContentPartPr/>
                <p14:nvPr/>
              </p14:nvContentPartPr>
              <p14:xfrm>
                <a:off x="2372223" y="4846513"/>
                <a:ext cx="69120" cy="87840"/>
              </p14:xfrm>
            </p:contentPart>
          </mc:Choice>
          <mc:Fallback>
            <p:pic>
              <p:nvPicPr>
                <p:cNvPr id="148" name="Ink 147">
                  <a:extLst>
                    <a:ext uri="{FF2B5EF4-FFF2-40B4-BE49-F238E27FC236}">
                      <a16:creationId xmlns:a16="http://schemas.microsoft.com/office/drawing/2014/main" id="{9B2D797E-623F-0218-D5EC-E91099B6C8C9}"/>
                    </a:ext>
                  </a:extLst>
                </p:cNvPr>
                <p:cNvPicPr/>
                <p:nvPr/>
              </p:nvPicPr>
              <p:blipFill>
                <a:blip r:embed="rId260"/>
                <a:stretch>
                  <a:fillRect/>
                </a:stretch>
              </p:blipFill>
              <p:spPr>
                <a:xfrm>
                  <a:off x="2354223" y="4828513"/>
                  <a:ext cx="10476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149" name="Ink 148">
                  <a:extLst>
                    <a:ext uri="{FF2B5EF4-FFF2-40B4-BE49-F238E27FC236}">
                      <a16:creationId xmlns:a16="http://schemas.microsoft.com/office/drawing/2014/main" id="{63718FD1-81ED-9C87-8804-0705B4015450}"/>
                    </a:ext>
                  </a:extLst>
                </p14:cNvPr>
                <p14:cNvContentPartPr/>
                <p14:nvPr/>
              </p14:nvContentPartPr>
              <p14:xfrm>
                <a:off x="2506863" y="4824553"/>
                <a:ext cx="135720" cy="93600"/>
              </p14:xfrm>
            </p:contentPart>
          </mc:Choice>
          <mc:Fallback>
            <p:pic>
              <p:nvPicPr>
                <p:cNvPr id="149" name="Ink 148">
                  <a:extLst>
                    <a:ext uri="{FF2B5EF4-FFF2-40B4-BE49-F238E27FC236}">
                      <a16:creationId xmlns:a16="http://schemas.microsoft.com/office/drawing/2014/main" id="{63718FD1-81ED-9C87-8804-0705B4015450}"/>
                    </a:ext>
                  </a:extLst>
                </p:cNvPr>
                <p:cNvPicPr/>
                <p:nvPr/>
              </p:nvPicPr>
              <p:blipFill>
                <a:blip r:embed="rId262"/>
                <a:stretch>
                  <a:fillRect/>
                </a:stretch>
              </p:blipFill>
              <p:spPr>
                <a:xfrm>
                  <a:off x="2489223" y="4806913"/>
                  <a:ext cx="17136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150" name="Ink 149">
                  <a:extLst>
                    <a:ext uri="{FF2B5EF4-FFF2-40B4-BE49-F238E27FC236}">
                      <a16:creationId xmlns:a16="http://schemas.microsoft.com/office/drawing/2014/main" id="{0DF99F11-D2F3-B804-1785-024F36A33B7E}"/>
                    </a:ext>
                  </a:extLst>
                </p14:cNvPr>
                <p14:cNvContentPartPr/>
                <p14:nvPr/>
              </p14:nvContentPartPr>
              <p14:xfrm>
                <a:off x="2702703" y="4827073"/>
                <a:ext cx="266760" cy="92880"/>
              </p14:xfrm>
            </p:contentPart>
          </mc:Choice>
          <mc:Fallback>
            <p:pic>
              <p:nvPicPr>
                <p:cNvPr id="150" name="Ink 149">
                  <a:extLst>
                    <a:ext uri="{FF2B5EF4-FFF2-40B4-BE49-F238E27FC236}">
                      <a16:creationId xmlns:a16="http://schemas.microsoft.com/office/drawing/2014/main" id="{0DF99F11-D2F3-B804-1785-024F36A33B7E}"/>
                    </a:ext>
                  </a:extLst>
                </p:cNvPr>
                <p:cNvPicPr/>
                <p:nvPr/>
              </p:nvPicPr>
              <p:blipFill>
                <a:blip r:embed="rId264"/>
                <a:stretch>
                  <a:fillRect/>
                </a:stretch>
              </p:blipFill>
              <p:spPr>
                <a:xfrm>
                  <a:off x="2684703" y="4809433"/>
                  <a:ext cx="30240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151" name="Ink 150">
                  <a:extLst>
                    <a:ext uri="{FF2B5EF4-FFF2-40B4-BE49-F238E27FC236}">
                      <a16:creationId xmlns:a16="http://schemas.microsoft.com/office/drawing/2014/main" id="{2E5E3F86-0A27-9446-DA94-DA5138A6FC8B}"/>
                    </a:ext>
                  </a:extLst>
                </p14:cNvPr>
                <p14:cNvContentPartPr/>
                <p14:nvPr/>
              </p14:nvContentPartPr>
              <p14:xfrm>
                <a:off x="3028503" y="4690633"/>
                <a:ext cx="41400" cy="197640"/>
              </p14:xfrm>
            </p:contentPart>
          </mc:Choice>
          <mc:Fallback>
            <p:pic>
              <p:nvPicPr>
                <p:cNvPr id="151" name="Ink 150">
                  <a:extLst>
                    <a:ext uri="{FF2B5EF4-FFF2-40B4-BE49-F238E27FC236}">
                      <a16:creationId xmlns:a16="http://schemas.microsoft.com/office/drawing/2014/main" id="{2E5E3F86-0A27-9446-DA94-DA5138A6FC8B}"/>
                    </a:ext>
                  </a:extLst>
                </p:cNvPr>
                <p:cNvPicPr/>
                <p:nvPr/>
              </p:nvPicPr>
              <p:blipFill>
                <a:blip r:embed="rId266"/>
                <a:stretch>
                  <a:fillRect/>
                </a:stretch>
              </p:blipFill>
              <p:spPr>
                <a:xfrm>
                  <a:off x="3010863" y="4672633"/>
                  <a:ext cx="7704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152" name="Ink 151">
                  <a:extLst>
                    <a:ext uri="{FF2B5EF4-FFF2-40B4-BE49-F238E27FC236}">
                      <a16:creationId xmlns:a16="http://schemas.microsoft.com/office/drawing/2014/main" id="{11B6FFCE-E8AA-0445-E9F5-772A7F14173C}"/>
                    </a:ext>
                  </a:extLst>
                </p14:cNvPr>
                <p14:cNvContentPartPr/>
                <p14:nvPr/>
              </p14:nvContentPartPr>
              <p14:xfrm>
                <a:off x="3033903" y="4780633"/>
                <a:ext cx="94680" cy="64800"/>
              </p14:xfrm>
            </p:contentPart>
          </mc:Choice>
          <mc:Fallback>
            <p:pic>
              <p:nvPicPr>
                <p:cNvPr id="152" name="Ink 151">
                  <a:extLst>
                    <a:ext uri="{FF2B5EF4-FFF2-40B4-BE49-F238E27FC236}">
                      <a16:creationId xmlns:a16="http://schemas.microsoft.com/office/drawing/2014/main" id="{11B6FFCE-E8AA-0445-E9F5-772A7F14173C}"/>
                    </a:ext>
                  </a:extLst>
                </p:cNvPr>
                <p:cNvPicPr/>
                <p:nvPr/>
              </p:nvPicPr>
              <p:blipFill>
                <a:blip r:embed="rId268"/>
                <a:stretch>
                  <a:fillRect/>
                </a:stretch>
              </p:blipFill>
              <p:spPr>
                <a:xfrm>
                  <a:off x="3016263" y="4762633"/>
                  <a:ext cx="13032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269">
              <p14:nvContentPartPr>
                <p14:cNvPr id="154" name="Ink 153">
                  <a:extLst>
                    <a:ext uri="{FF2B5EF4-FFF2-40B4-BE49-F238E27FC236}">
                      <a16:creationId xmlns:a16="http://schemas.microsoft.com/office/drawing/2014/main" id="{196C44C4-8658-526D-00CB-0159BE06C05E}"/>
                    </a:ext>
                  </a:extLst>
                </p14:cNvPr>
                <p14:cNvContentPartPr/>
                <p14:nvPr/>
              </p14:nvContentPartPr>
              <p14:xfrm>
                <a:off x="3544383" y="4657153"/>
                <a:ext cx="33840" cy="219600"/>
              </p14:xfrm>
            </p:contentPart>
          </mc:Choice>
          <mc:Fallback>
            <p:pic>
              <p:nvPicPr>
                <p:cNvPr id="154" name="Ink 153">
                  <a:extLst>
                    <a:ext uri="{FF2B5EF4-FFF2-40B4-BE49-F238E27FC236}">
                      <a16:creationId xmlns:a16="http://schemas.microsoft.com/office/drawing/2014/main" id="{196C44C4-8658-526D-00CB-0159BE06C05E}"/>
                    </a:ext>
                  </a:extLst>
                </p:cNvPr>
                <p:cNvPicPr/>
                <p:nvPr/>
              </p:nvPicPr>
              <p:blipFill>
                <a:blip r:embed="rId270"/>
                <a:stretch>
                  <a:fillRect/>
                </a:stretch>
              </p:blipFill>
              <p:spPr>
                <a:xfrm>
                  <a:off x="3526743" y="4639513"/>
                  <a:ext cx="6948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271">
              <p14:nvContentPartPr>
                <p14:cNvPr id="155" name="Ink 154">
                  <a:extLst>
                    <a:ext uri="{FF2B5EF4-FFF2-40B4-BE49-F238E27FC236}">
                      <a16:creationId xmlns:a16="http://schemas.microsoft.com/office/drawing/2014/main" id="{A7F3A907-24EF-ABF1-5A38-B67D6748ED32}"/>
                    </a:ext>
                  </a:extLst>
                </p14:cNvPr>
                <p14:cNvContentPartPr/>
                <p14:nvPr/>
              </p14:nvContentPartPr>
              <p14:xfrm>
                <a:off x="3502983" y="4767673"/>
                <a:ext cx="233280" cy="83520"/>
              </p14:xfrm>
            </p:contentPart>
          </mc:Choice>
          <mc:Fallback>
            <p:pic>
              <p:nvPicPr>
                <p:cNvPr id="155" name="Ink 154">
                  <a:extLst>
                    <a:ext uri="{FF2B5EF4-FFF2-40B4-BE49-F238E27FC236}">
                      <a16:creationId xmlns:a16="http://schemas.microsoft.com/office/drawing/2014/main" id="{A7F3A907-24EF-ABF1-5A38-B67D6748ED32}"/>
                    </a:ext>
                  </a:extLst>
                </p:cNvPr>
                <p:cNvPicPr/>
                <p:nvPr/>
              </p:nvPicPr>
              <p:blipFill>
                <a:blip r:embed="rId272"/>
                <a:stretch>
                  <a:fillRect/>
                </a:stretch>
              </p:blipFill>
              <p:spPr>
                <a:xfrm>
                  <a:off x="3484983" y="4749673"/>
                  <a:ext cx="26892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273">
              <p14:nvContentPartPr>
                <p14:cNvPr id="157" name="Ink 156">
                  <a:extLst>
                    <a:ext uri="{FF2B5EF4-FFF2-40B4-BE49-F238E27FC236}">
                      <a16:creationId xmlns:a16="http://schemas.microsoft.com/office/drawing/2014/main" id="{1DD8528B-C563-E216-6DE1-87CA909987F5}"/>
                    </a:ext>
                  </a:extLst>
                </p14:cNvPr>
                <p14:cNvContentPartPr/>
                <p14:nvPr/>
              </p14:nvContentPartPr>
              <p14:xfrm>
                <a:off x="1043103" y="5176273"/>
                <a:ext cx="126720" cy="132480"/>
              </p14:xfrm>
            </p:contentPart>
          </mc:Choice>
          <mc:Fallback>
            <p:pic>
              <p:nvPicPr>
                <p:cNvPr id="157" name="Ink 156">
                  <a:extLst>
                    <a:ext uri="{FF2B5EF4-FFF2-40B4-BE49-F238E27FC236}">
                      <a16:creationId xmlns:a16="http://schemas.microsoft.com/office/drawing/2014/main" id="{1DD8528B-C563-E216-6DE1-87CA909987F5}"/>
                    </a:ext>
                  </a:extLst>
                </p:cNvPr>
                <p:cNvPicPr/>
                <p:nvPr/>
              </p:nvPicPr>
              <p:blipFill>
                <a:blip r:embed="rId274"/>
                <a:stretch>
                  <a:fillRect/>
                </a:stretch>
              </p:blipFill>
              <p:spPr>
                <a:xfrm>
                  <a:off x="1025463" y="5158633"/>
                  <a:ext cx="16236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275">
              <p14:nvContentPartPr>
                <p14:cNvPr id="158" name="Ink 157">
                  <a:extLst>
                    <a:ext uri="{FF2B5EF4-FFF2-40B4-BE49-F238E27FC236}">
                      <a16:creationId xmlns:a16="http://schemas.microsoft.com/office/drawing/2014/main" id="{23D4B599-7C4F-B571-095E-811B3944574F}"/>
                    </a:ext>
                  </a:extLst>
                </p14:cNvPr>
                <p14:cNvContentPartPr/>
                <p14:nvPr/>
              </p14:nvContentPartPr>
              <p14:xfrm>
                <a:off x="1258023" y="5201113"/>
                <a:ext cx="54360" cy="70920"/>
              </p14:xfrm>
            </p:contentPart>
          </mc:Choice>
          <mc:Fallback>
            <p:pic>
              <p:nvPicPr>
                <p:cNvPr id="158" name="Ink 157">
                  <a:extLst>
                    <a:ext uri="{FF2B5EF4-FFF2-40B4-BE49-F238E27FC236}">
                      <a16:creationId xmlns:a16="http://schemas.microsoft.com/office/drawing/2014/main" id="{23D4B599-7C4F-B571-095E-811B3944574F}"/>
                    </a:ext>
                  </a:extLst>
                </p:cNvPr>
                <p:cNvPicPr/>
                <p:nvPr/>
              </p:nvPicPr>
              <p:blipFill>
                <a:blip r:embed="rId276"/>
                <a:stretch>
                  <a:fillRect/>
                </a:stretch>
              </p:blipFill>
              <p:spPr>
                <a:xfrm>
                  <a:off x="1240383" y="5183113"/>
                  <a:ext cx="9000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277">
              <p14:nvContentPartPr>
                <p14:cNvPr id="159" name="Ink 158">
                  <a:extLst>
                    <a:ext uri="{FF2B5EF4-FFF2-40B4-BE49-F238E27FC236}">
                      <a16:creationId xmlns:a16="http://schemas.microsoft.com/office/drawing/2014/main" id="{31808BD7-D827-DD0E-1806-BA1269F91F3F}"/>
                    </a:ext>
                  </a:extLst>
                </p14:cNvPr>
                <p14:cNvContentPartPr/>
                <p14:nvPr/>
              </p14:nvContentPartPr>
              <p14:xfrm>
                <a:off x="1410303" y="5115433"/>
                <a:ext cx="35280" cy="181080"/>
              </p14:xfrm>
            </p:contentPart>
          </mc:Choice>
          <mc:Fallback>
            <p:pic>
              <p:nvPicPr>
                <p:cNvPr id="159" name="Ink 158">
                  <a:extLst>
                    <a:ext uri="{FF2B5EF4-FFF2-40B4-BE49-F238E27FC236}">
                      <a16:creationId xmlns:a16="http://schemas.microsoft.com/office/drawing/2014/main" id="{31808BD7-D827-DD0E-1806-BA1269F91F3F}"/>
                    </a:ext>
                  </a:extLst>
                </p:cNvPr>
                <p:cNvPicPr/>
                <p:nvPr/>
              </p:nvPicPr>
              <p:blipFill>
                <a:blip r:embed="rId278"/>
                <a:stretch>
                  <a:fillRect/>
                </a:stretch>
              </p:blipFill>
              <p:spPr>
                <a:xfrm>
                  <a:off x="1392303" y="5097433"/>
                  <a:ext cx="7092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279">
              <p14:nvContentPartPr>
                <p14:cNvPr id="160" name="Ink 159">
                  <a:extLst>
                    <a:ext uri="{FF2B5EF4-FFF2-40B4-BE49-F238E27FC236}">
                      <a16:creationId xmlns:a16="http://schemas.microsoft.com/office/drawing/2014/main" id="{6DB83ADB-F647-DCC0-0CCE-98E330371F70}"/>
                    </a:ext>
                  </a:extLst>
                </p14:cNvPr>
                <p14:cNvContentPartPr/>
                <p14:nvPr/>
              </p14:nvContentPartPr>
              <p14:xfrm>
                <a:off x="1544583" y="5122993"/>
                <a:ext cx="30960" cy="158040"/>
              </p14:xfrm>
            </p:contentPart>
          </mc:Choice>
          <mc:Fallback>
            <p:pic>
              <p:nvPicPr>
                <p:cNvPr id="160" name="Ink 159">
                  <a:extLst>
                    <a:ext uri="{FF2B5EF4-FFF2-40B4-BE49-F238E27FC236}">
                      <a16:creationId xmlns:a16="http://schemas.microsoft.com/office/drawing/2014/main" id="{6DB83ADB-F647-DCC0-0CCE-98E330371F70}"/>
                    </a:ext>
                  </a:extLst>
                </p:cNvPr>
                <p:cNvPicPr/>
                <p:nvPr/>
              </p:nvPicPr>
              <p:blipFill>
                <a:blip r:embed="rId280"/>
                <a:stretch>
                  <a:fillRect/>
                </a:stretch>
              </p:blipFill>
              <p:spPr>
                <a:xfrm>
                  <a:off x="1526583" y="5105353"/>
                  <a:ext cx="6660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281">
              <p14:nvContentPartPr>
                <p14:cNvPr id="161" name="Ink 160">
                  <a:extLst>
                    <a:ext uri="{FF2B5EF4-FFF2-40B4-BE49-F238E27FC236}">
                      <a16:creationId xmlns:a16="http://schemas.microsoft.com/office/drawing/2014/main" id="{94A85297-A439-F769-F4A3-35541FE1BB9D}"/>
                    </a:ext>
                  </a:extLst>
                </p14:cNvPr>
                <p14:cNvContentPartPr/>
                <p14:nvPr/>
              </p14:nvContentPartPr>
              <p14:xfrm>
                <a:off x="1517583" y="5159713"/>
                <a:ext cx="224640" cy="106560"/>
              </p14:xfrm>
            </p:contentPart>
          </mc:Choice>
          <mc:Fallback>
            <p:pic>
              <p:nvPicPr>
                <p:cNvPr id="161" name="Ink 160">
                  <a:extLst>
                    <a:ext uri="{FF2B5EF4-FFF2-40B4-BE49-F238E27FC236}">
                      <a16:creationId xmlns:a16="http://schemas.microsoft.com/office/drawing/2014/main" id="{94A85297-A439-F769-F4A3-35541FE1BB9D}"/>
                    </a:ext>
                  </a:extLst>
                </p:cNvPr>
                <p:cNvPicPr/>
                <p:nvPr/>
              </p:nvPicPr>
              <p:blipFill>
                <a:blip r:embed="rId282"/>
                <a:stretch>
                  <a:fillRect/>
                </a:stretch>
              </p:blipFill>
              <p:spPr>
                <a:xfrm>
                  <a:off x="1499943" y="5142073"/>
                  <a:ext cx="26028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283">
              <p14:nvContentPartPr>
                <p14:cNvPr id="162" name="Ink 161">
                  <a:extLst>
                    <a:ext uri="{FF2B5EF4-FFF2-40B4-BE49-F238E27FC236}">
                      <a16:creationId xmlns:a16="http://schemas.microsoft.com/office/drawing/2014/main" id="{6A24930D-0111-59A8-4D0D-7AFD83DB3F20}"/>
                    </a:ext>
                  </a:extLst>
                </p14:cNvPr>
                <p14:cNvContentPartPr/>
                <p14:nvPr/>
              </p14:nvContentPartPr>
              <p14:xfrm>
                <a:off x="1830063" y="5124073"/>
                <a:ext cx="77040" cy="172800"/>
              </p14:xfrm>
            </p:contentPart>
          </mc:Choice>
          <mc:Fallback>
            <p:pic>
              <p:nvPicPr>
                <p:cNvPr id="162" name="Ink 161">
                  <a:extLst>
                    <a:ext uri="{FF2B5EF4-FFF2-40B4-BE49-F238E27FC236}">
                      <a16:creationId xmlns:a16="http://schemas.microsoft.com/office/drawing/2014/main" id="{6A24930D-0111-59A8-4D0D-7AFD83DB3F20}"/>
                    </a:ext>
                  </a:extLst>
                </p:cNvPr>
                <p:cNvPicPr/>
                <p:nvPr/>
              </p:nvPicPr>
              <p:blipFill>
                <a:blip r:embed="rId284"/>
                <a:stretch>
                  <a:fillRect/>
                </a:stretch>
              </p:blipFill>
              <p:spPr>
                <a:xfrm>
                  <a:off x="1812063" y="5106433"/>
                  <a:ext cx="11268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285">
              <p14:nvContentPartPr>
                <p14:cNvPr id="163" name="Ink 162">
                  <a:extLst>
                    <a:ext uri="{FF2B5EF4-FFF2-40B4-BE49-F238E27FC236}">
                      <a16:creationId xmlns:a16="http://schemas.microsoft.com/office/drawing/2014/main" id="{F94694FD-B2A5-FDC7-5EDF-86C9BCD25E1C}"/>
                    </a:ext>
                  </a:extLst>
                </p14:cNvPr>
                <p14:cNvContentPartPr/>
                <p14:nvPr/>
              </p14:nvContentPartPr>
              <p14:xfrm>
                <a:off x="1809903" y="5132353"/>
                <a:ext cx="84240" cy="76320"/>
              </p14:xfrm>
            </p:contentPart>
          </mc:Choice>
          <mc:Fallback>
            <p:pic>
              <p:nvPicPr>
                <p:cNvPr id="163" name="Ink 162">
                  <a:extLst>
                    <a:ext uri="{FF2B5EF4-FFF2-40B4-BE49-F238E27FC236}">
                      <a16:creationId xmlns:a16="http://schemas.microsoft.com/office/drawing/2014/main" id="{F94694FD-B2A5-FDC7-5EDF-86C9BCD25E1C}"/>
                    </a:ext>
                  </a:extLst>
                </p:cNvPr>
                <p:cNvPicPr/>
                <p:nvPr/>
              </p:nvPicPr>
              <p:blipFill>
                <a:blip r:embed="rId286"/>
                <a:stretch>
                  <a:fillRect/>
                </a:stretch>
              </p:blipFill>
              <p:spPr>
                <a:xfrm>
                  <a:off x="1792263" y="5114713"/>
                  <a:ext cx="11988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287">
              <p14:nvContentPartPr>
                <p14:cNvPr id="164" name="Ink 163">
                  <a:extLst>
                    <a:ext uri="{FF2B5EF4-FFF2-40B4-BE49-F238E27FC236}">
                      <a16:creationId xmlns:a16="http://schemas.microsoft.com/office/drawing/2014/main" id="{E504DBB3-F646-08E2-BA39-46E8DEC5A42A}"/>
                    </a:ext>
                  </a:extLst>
                </p14:cNvPr>
                <p14:cNvContentPartPr/>
                <p14:nvPr/>
              </p14:nvContentPartPr>
              <p14:xfrm>
                <a:off x="1947783" y="5150353"/>
                <a:ext cx="74160" cy="90000"/>
              </p14:xfrm>
            </p:contentPart>
          </mc:Choice>
          <mc:Fallback>
            <p:pic>
              <p:nvPicPr>
                <p:cNvPr id="164" name="Ink 163">
                  <a:extLst>
                    <a:ext uri="{FF2B5EF4-FFF2-40B4-BE49-F238E27FC236}">
                      <a16:creationId xmlns:a16="http://schemas.microsoft.com/office/drawing/2014/main" id="{E504DBB3-F646-08E2-BA39-46E8DEC5A42A}"/>
                    </a:ext>
                  </a:extLst>
                </p:cNvPr>
                <p:cNvPicPr/>
                <p:nvPr/>
              </p:nvPicPr>
              <p:blipFill>
                <a:blip r:embed="rId288"/>
                <a:stretch>
                  <a:fillRect/>
                </a:stretch>
              </p:blipFill>
              <p:spPr>
                <a:xfrm>
                  <a:off x="1929783" y="5132713"/>
                  <a:ext cx="10980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289">
              <p14:nvContentPartPr>
                <p14:cNvPr id="165" name="Ink 164">
                  <a:extLst>
                    <a:ext uri="{FF2B5EF4-FFF2-40B4-BE49-F238E27FC236}">
                      <a16:creationId xmlns:a16="http://schemas.microsoft.com/office/drawing/2014/main" id="{A85E40DF-B646-F03A-AFEB-AD1B592392B1}"/>
                    </a:ext>
                  </a:extLst>
                </p14:cNvPr>
                <p14:cNvContentPartPr/>
                <p14:nvPr/>
              </p14:nvContentPartPr>
              <p14:xfrm>
                <a:off x="2818623" y="4798633"/>
                <a:ext cx="1572840" cy="457920"/>
              </p14:xfrm>
            </p:contentPart>
          </mc:Choice>
          <mc:Fallback>
            <p:pic>
              <p:nvPicPr>
                <p:cNvPr id="165" name="Ink 164">
                  <a:extLst>
                    <a:ext uri="{FF2B5EF4-FFF2-40B4-BE49-F238E27FC236}">
                      <a16:creationId xmlns:a16="http://schemas.microsoft.com/office/drawing/2014/main" id="{A85E40DF-B646-F03A-AFEB-AD1B592392B1}"/>
                    </a:ext>
                  </a:extLst>
                </p:cNvPr>
                <p:cNvPicPr/>
                <p:nvPr/>
              </p:nvPicPr>
              <p:blipFill>
                <a:blip r:embed="rId290"/>
                <a:stretch>
                  <a:fillRect/>
                </a:stretch>
              </p:blipFill>
              <p:spPr>
                <a:xfrm>
                  <a:off x="2800983" y="4780993"/>
                  <a:ext cx="1608480" cy="493560"/>
                </a:xfrm>
                <a:prstGeom prst="rect">
                  <a:avLst/>
                </a:prstGeom>
              </p:spPr>
            </p:pic>
          </mc:Fallback>
        </mc:AlternateContent>
      </p:grpSp>
      <p:grpSp>
        <p:nvGrpSpPr>
          <p:cNvPr id="205" name="Group 204">
            <a:extLst>
              <a:ext uri="{FF2B5EF4-FFF2-40B4-BE49-F238E27FC236}">
                <a16:creationId xmlns:a16="http://schemas.microsoft.com/office/drawing/2014/main" id="{A5AD8003-97D3-1D34-94AC-C2F7C2DB4982}"/>
              </a:ext>
            </a:extLst>
          </p:cNvPr>
          <p:cNvGrpSpPr/>
          <p:nvPr/>
        </p:nvGrpSpPr>
        <p:grpSpPr>
          <a:xfrm>
            <a:off x="4877463" y="5918593"/>
            <a:ext cx="4861440" cy="851760"/>
            <a:chOff x="4877463" y="5918593"/>
            <a:chExt cx="4861440" cy="851760"/>
          </a:xfrm>
        </p:grpSpPr>
        <mc:AlternateContent xmlns:mc="http://schemas.openxmlformats.org/markup-compatibility/2006">
          <mc:Choice xmlns:p14="http://schemas.microsoft.com/office/powerpoint/2010/main" Requires="p14">
            <p:contentPart p14:bwMode="auto" r:id="rId291">
              <p14:nvContentPartPr>
                <p14:cNvPr id="167" name="Ink 166">
                  <a:extLst>
                    <a:ext uri="{FF2B5EF4-FFF2-40B4-BE49-F238E27FC236}">
                      <a16:creationId xmlns:a16="http://schemas.microsoft.com/office/drawing/2014/main" id="{3E1B77D1-8173-113F-0B71-5646B8FFFBC5}"/>
                    </a:ext>
                  </a:extLst>
                </p14:cNvPr>
                <p14:cNvContentPartPr/>
                <p14:nvPr/>
              </p14:nvContentPartPr>
              <p14:xfrm>
                <a:off x="4877463" y="6235753"/>
                <a:ext cx="206640" cy="335880"/>
              </p14:xfrm>
            </p:contentPart>
          </mc:Choice>
          <mc:Fallback>
            <p:pic>
              <p:nvPicPr>
                <p:cNvPr id="167" name="Ink 166">
                  <a:extLst>
                    <a:ext uri="{FF2B5EF4-FFF2-40B4-BE49-F238E27FC236}">
                      <a16:creationId xmlns:a16="http://schemas.microsoft.com/office/drawing/2014/main" id="{3E1B77D1-8173-113F-0B71-5646B8FFFBC5}"/>
                    </a:ext>
                  </a:extLst>
                </p:cNvPr>
                <p:cNvPicPr/>
                <p:nvPr/>
              </p:nvPicPr>
              <p:blipFill>
                <a:blip r:embed="rId292"/>
                <a:stretch>
                  <a:fillRect/>
                </a:stretch>
              </p:blipFill>
              <p:spPr>
                <a:xfrm>
                  <a:off x="4859463" y="6217753"/>
                  <a:ext cx="242280" cy="371520"/>
                </a:xfrm>
                <a:prstGeom prst="rect">
                  <a:avLst/>
                </a:prstGeom>
              </p:spPr>
            </p:pic>
          </mc:Fallback>
        </mc:AlternateContent>
        <mc:AlternateContent xmlns:mc="http://schemas.openxmlformats.org/markup-compatibility/2006">
          <mc:Choice xmlns:p14="http://schemas.microsoft.com/office/powerpoint/2010/main" Requires="p14">
            <p:contentPart p14:bwMode="auto" r:id="rId293">
              <p14:nvContentPartPr>
                <p14:cNvPr id="168" name="Ink 167">
                  <a:extLst>
                    <a:ext uri="{FF2B5EF4-FFF2-40B4-BE49-F238E27FC236}">
                      <a16:creationId xmlns:a16="http://schemas.microsoft.com/office/drawing/2014/main" id="{1A32E0ED-8301-7B37-7A89-16EEE70ACEAE}"/>
                    </a:ext>
                  </a:extLst>
                </p14:cNvPr>
                <p14:cNvContentPartPr/>
                <p14:nvPr/>
              </p14:nvContentPartPr>
              <p14:xfrm>
                <a:off x="5128383" y="6524833"/>
                <a:ext cx="122400" cy="109440"/>
              </p14:xfrm>
            </p:contentPart>
          </mc:Choice>
          <mc:Fallback>
            <p:pic>
              <p:nvPicPr>
                <p:cNvPr id="168" name="Ink 167">
                  <a:extLst>
                    <a:ext uri="{FF2B5EF4-FFF2-40B4-BE49-F238E27FC236}">
                      <a16:creationId xmlns:a16="http://schemas.microsoft.com/office/drawing/2014/main" id="{1A32E0ED-8301-7B37-7A89-16EEE70ACEAE}"/>
                    </a:ext>
                  </a:extLst>
                </p:cNvPr>
                <p:cNvPicPr/>
                <p:nvPr/>
              </p:nvPicPr>
              <p:blipFill>
                <a:blip r:embed="rId294"/>
                <a:stretch>
                  <a:fillRect/>
                </a:stretch>
              </p:blipFill>
              <p:spPr>
                <a:xfrm>
                  <a:off x="5110743" y="6507193"/>
                  <a:ext cx="15804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295">
              <p14:nvContentPartPr>
                <p14:cNvPr id="169" name="Ink 168">
                  <a:extLst>
                    <a:ext uri="{FF2B5EF4-FFF2-40B4-BE49-F238E27FC236}">
                      <a16:creationId xmlns:a16="http://schemas.microsoft.com/office/drawing/2014/main" id="{545D70E9-6BE2-A58B-FEE6-5459D546678F}"/>
                    </a:ext>
                  </a:extLst>
                </p14:cNvPr>
                <p14:cNvContentPartPr/>
                <p14:nvPr/>
              </p14:nvContentPartPr>
              <p14:xfrm>
                <a:off x="5304423" y="6510073"/>
                <a:ext cx="50040" cy="125280"/>
              </p14:xfrm>
            </p:contentPart>
          </mc:Choice>
          <mc:Fallback>
            <p:pic>
              <p:nvPicPr>
                <p:cNvPr id="169" name="Ink 168">
                  <a:extLst>
                    <a:ext uri="{FF2B5EF4-FFF2-40B4-BE49-F238E27FC236}">
                      <a16:creationId xmlns:a16="http://schemas.microsoft.com/office/drawing/2014/main" id="{545D70E9-6BE2-A58B-FEE6-5459D546678F}"/>
                    </a:ext>
                  </a:extLst>
                </p:cNvPr>
                <p:cNvPicPr/>
                <p:nvPr/>
              </p:nvPicPr>
              <p:blipFill>
                <a:blip r:embed="rId296"/>
                <a:stretch>
                  <a:fillRect/>
                </a:stretch>
              </p:blipFill>
              <p:spPr>
                <a:xfrm>
                  <a:off x="5286783" y="6492073"/>
                  <a:ext cx="8568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297">
              <p14:nvContentPartPr>
                <p14:cNvPr id="170" name="Ink 169">
                  <a:extLst>
                    <a:ext uri="{FF2B5EF4-FFF2-40B4-BE49-F238E27FC236}">
                      <a16:creationId xmlns:a16="http://schemas.microsoft.com/office/drawing/2014/main" id="{CD2C9E28-DDA9-2382-3D85-8F61A3522E17}"/>
                    </a:ext>
                  </a:extLst>
                </p14:cNvPr>
                <p14:cNvContentPartPr/>
                <p14:nvPr/>
              </p14:nvContentPartPr>
              <p14:xfrm>
                <a:off x="5414583" y="6511873"/>
                <a:ext cx="110160" cy="90360"/>
              </p14:xfrm>
            </p:contentPart>
          </mc:Choice>
          <mc:Fallback>
            <p:pic>
              <p:nvPicPr>
                <p:cNvPr id="170" name="Ink 169">
                  <a:extLst>
                    <a:ext uri="{FF2B5EF4-FFF2-40B4-BE49-F238E27FC236}">
                      <a16:creationId xmlns:a16="http://schemas.microsoft.com/office/drawing/2014/main" id="{CD2C9E28-DDA9-2382-3D85-8F61A3522E17}"/>
                    </a:ext>
                  </a:extLst>
                </p:cNvPr>
                <p:cNvPicPr/>
                <p:nvPr/>
              </p:nvPicPr>
              <p:blipFill>
                <a:blip r:embed="rId298"/>
                <a:stretch>
                  <a:fillRect/>
                </a:stretch>
              </p:blipFill>
              <p:spPr>
                <a:xfrm>
                  <a:off x="5396583" y="6493873"/>
                  <a:ext cx="1458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299">
              <p14:nvContentPartPr>
                <p14:cNvPr id="171" name="Ink 170">
                  <a:extLst>
                    <a:ext uri="{FF2B5EF4-FFF2-40B4-BE49-F238E27FC236}">
                      <a16:creationId xmlns:a16="http://schemas.microsoft.com/office/drawing/2014/main" id="{3F1A7897-9E71-CAB5-CAEF-3EFCE22A2D73}"/>
                    </a:ext>
                  </a:extLst>
                </p14:cNvPr>
                <p14:cNvContentPartPr/>
                <p14:nvPr/>
              </p14:nvContentPartPr>
              <p14:xfrm>
                <a:off x="5734623" y="6510073"/>
                <a:ext cx="29160" cy="8280"/>
              </p14:xfrm>
            </p:contentPart>
          </mc:Choice>
          <mc:Fallback>
            <p:pic>
              <p:nvPicPr>
                <p:cNvPr id="171" name="Ink 170">
                  <a:extLst>
                    <a:ext uri="{FF2B5EF4-FFF2-40B4-BE49-F238E27FC236}">
                      <a16:creationId xmlns:a16="http://schemas.microsoft.com/office/drawing/2014/main" id="{3F1A7897-9E71-CAB5-CAEF-3EFCE22A2D73}"/>
                    </a:ext>
                  </a:extLst>
                </p:cNvPr>
                <p:cNvPicPr/>
                <p:nvPr/>
              </p:nvPicPr>
              <p:blipFill>
                <a:blip r:embed="rId300"/>
                <a:stretch>
                  <a:fillRect/>
                </a:stretch>
              </p:blipFill>
              <p:spPr>
                <a:xfrm>
                  <a:off x="5716983" y="6492433"/>
                  <a:ext cx="6480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301">
              <p14:nvContentPartPr>
                <p14:cNvPr id="172" name="Ink 171">
                  <a:extLst>
                    <a:ext uri="{FF2B5EF4-FFF2-40B4-BE49-F238E27FC236}">
                      <a16:creationId xmlns:a16="http://schemas.microsoft.com/office/drawing/2014/main" id="{6B3BDFB0-1466-BF2F-51F8-AE7615BC808A}"/>
                    </a:ext>
                  </a:extLst>
                </p14:cNvPr>
                <p14:cNvContentPartPr/>
                <p14:nvPr/>
              </p14:nvContentPartPr>
              <p14:xfrm>
                <a:off x="5780343" y="6535273"/>
                <a:ext cx="57960" cy="8280"/>
              </p14:xfrm>
            </p:contentPart>
          </mc:Choice>
          <mc:Fallback>
            <p:pic>
              <p:nvPicPr>
                <p:cNvPr id="172" name="Ink 171">
                  <a:extLst>
                    <a:ext uri="{FF2B5EF4-FFF2-40B4-BE49-F238E27FC236}">
                      <a16:creationId xmlns:a16="http://schemas.microsoft.com/office/drawing/2014/main" id="{6B3BDFB0-1466-BF2F-51F8-AE7615BC808A}"/>
                    </a:ext>
                  </a:extLst>
                </p:cNvPr>
                <p:cNvPicPr/>
                <p:nvPr/>
              </p:nvPicPr>
              <p:blipFill>
                <a:blip r:embed="rId302"/>
                <a:stretch>
                  <a:fillRect/>
                </a:stretch>
              </p:blipFill>
              <p:spPr>
                <a:xfrm>
                  <a:off x="5762703" y="6517273"/>
                  <a:ext cx="9360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303">
              <p14:nvContentPartPr>
                <p14:cNvPr id="173" name="Ink 172">
                  <a:extLst>
                    <a:ext uri="{FF2B5EF4-FFF2-40B4-BE49-F238E27FC236}">
                      <a16:creationId xmlns:a16="http://schemas.microsoft.com/office/drawing/2014/main" id="{7F9BA5E9-F47F-BA9F-169F-BE9A1BB6DE54}"/>
                    </a:ext>
                  </a:extLst>
                </p14:cNvPr>
                <p14:cNvContentPartPr/>
                <p14:nvPr/>
              </p14:nvContentPartPr>
              <p14:xfrm>
                <a:off x="5993823" y="6277513"/>
                <a:ext cx="159840" cy="492840"/>
              </p14:xfrm>
            </p:contentPart>
          </mc:Choice>
          <mc:Fallback>
            <p:pic>
              <p:nvPicPr>
                <p:cNvPr id="173" name="Ink 172">
                  <a:extLst>
                    <a:ext uri="{FF2B5EF4-FFF2-40B4-BE49-F238E27FC236}">
                      <a16:creationId xmlns:a16="http://schemas.microsoft.com/office/drawing/2014/main" id="{7F9BA5E9-F47F-BA9F-169F-BE9A1BB6DE54}"/>
                    </a:ext>
                  </a:extLst>
                </p:cNvPr>
                <p:cNvPicPr/>
                <p:nvPr/>
              </p:nvPicPr>
              <p:blipFill>
                <a:blip r:embed="rId304"/>
                <a:stretch>
                  <a:fillRect/>
                </a:stretch>
              </p:blipFill>
              <p:spPr>
                <a:xfrm>
                  <a:off x="5976183" y="6259513"/>
                  <a:ext cx="195480" cy="528480"/>
                </a:xfrm>
                <a:prstGeom prst="rect">
                  <a:avLst/>
                </a:prstGeom>
              </p:spPr>
            </p:pic>
          </mc:Fallback>
        </mc:AlternateContent>
        <mc:AlternateContent xmlns:mc="http://schemas.openxmlformats.org/markup-compatibility/2006">
          <mc:Choice xmlns:p14="http://schemas.microsoft.com/office/powerpoint/2010/main" Requires="p14">
            <p:contentPart p14:bwMode="auto" r:id="rId305">
              <p14:nvContentPartPr>
                <p14:cNvPr id="174" name="Ink 173">
                  <a:extLst>
                    <a:ext uri="{FF2B5EF4-FFF2-40B4-BE49-F238E27FC236}">
                      <a16:creationId xmlns:a16="http://schemas.microsoft.com/office/drawing/2014/main" id="{8D430229-B1A5-9124-2E5F-CD69C0E6E061}"/>
                    </a:ext>
                  </a:extLst>
                </p14:cNvPr>
                <p14:cNvContentPartPr/>
                <p14:nvPr/>
              </p14:nvContentPartPr>
              <p14:xfrm>
                <a:off x="6082743" y="6014353"/>
                <a:ext cx="1756800" cy="314640"/>
              </p14:xfrm>
            </p:contentPart>
          </mc:Choice>
          <mc:Fallback>
            <p:pic>
              <p:nvPicPr>
                <p:cNvPr id="174" name="Ink 173">
                  <a:extLst>
                    <a:ext uri="{FF2B5EF4-FFF2-40B4-BE49-F238E27FC236}">
                      <a16:creationId xmlns:a16="http://schemas.microsoft.com/office/drawing/2014/main" id="{8D430229-B1A5-9124-2E5F-CD69C0E6E061}"/>
                    </a:ext>
                  </a:extLst>
                </p:cNvPr>
                <p:cNvPicPr/>
                <p:nvPr/>
              </p:nvPicPr>
              <p:blipFill>
                <a:blip r:embed="rId306"/>
                <a:stretch>
                  <a:fillRect/>
                </a:stretch>
              </p:blipFill>
              <p:spPr>
                <a:xfrm>
                  <a:off x="6064743" y="5996713"/>
                  <a:ext cx="1792440" cy="350280"/>
                </a:xfrm>
                <a:prstGeom prst="rect">
                  <a:avLst/>
                </a:prstGeom>
              </p:spPr>
            </p:pic>
          </mc:Fallback>
        </mc:AlternateContent>
        <mc:AlternateContent xmlns:mc="http://schemas.openxmlformats.org/markup-compatibility/2006">
          <mc:Choice xmlns:p14="http://schemas.microsoft.com/office/powerpoint/2010/main" Requires="p14">
            <p:contentPart p14:bwMode="auto" r:id="rId307">
              <p14:nvContentPartPr>
                <p14:cNvPr id="175" name="Ink 174">
                  <a:extLst>
                    <a:ext uri="{FF2B5EF4-FFF2-40B4-BE49-F238E27FC236}">
                      <a16:creationId xmlns:a16="http://schemas.microsoft.com/office/drawing/2014/main" id="{C1BC8CD9-536D-F16E-4253-961055E31005}"/>
                    </a:ext>
                  </a:extLst>
                </p14:cNvPr>
                <p14:cNvContentPartPr/>
                <p14:nvPr/>
              </p14:nvContentPartPr>
              <p14:xfrm>
                <a:off x="6295503" y="6345193"/>
                <a:ext cx="262800" cy="261720"/>
              </p14:xfrm>
            </p:contentPart>
          </mc:Choice>
          <mc:Fallback>
            <p:pic>
              <p:nvPicPr>
                <p:cNvPr id="175" name="Ink 174">
                  <a:extLst>
                    <a:ext uri="{FF2B5EF4-FFF2-40B4-BE49-F238E27FC236}">
                      <a16:creationId xmlns:a16="http://schemas.microsoft.com/office/drawing/2014/main" id="{C1BC8CD9-536D-F16E-4253-961055E31005}"/>
                    </a:ext>
                  </a:extLst>
                </p:cNvPr>
                <p:cNvPicPr/>
                <p:nvPr/>
              </p:nvPicPr>
              <p:blipFill>
                <a:blip r:embed="rId308"/>
                <a:stretch>
                  <a:fillRect/>
                </a:stretch>
              </p:blipFill>
              <p:spPr>
                <a:xfrm>
                  <a:off x="6277503" y="6327193"/>
                  <a:ext cx="298440" cy="297360"/>
                </a:xfrm>
                <a:prstGeom prst="rect">
                  <a:avLst/>
                </a:prstGeom>
              </p:spPr>
            </p:pic>
          </mc:Fallback>
        </mc:AlternateContent>
        <mc:AlternateContent xmlns:mc="http://schemas.openxmlformats.org/markup-compatibility/2006">
          <mc:Choice xmlns:p14="http://schemas.microsoft.com/office/powerpoint/2010/main" Requires="p14">
            <p:contentPart p14:bwMode="auto" r:id="rId309">
              <p14:nvContentPartPr>
                <p14:cNvPr id="176" name="Ink 175">
                  <a:extLst>
                    <a:ext uri="{FF2B5EF4-FFF2-40B4-BE49-F238E27FC236}">
                      <a16:creationId xmlns:a16="http://schemas.microsoft.com/office/drawing/2014/main" id="{21EC5BAD-1127-545F-7E20-33A3E4A206D6}"/>
                    </a:ext>
                  </a:extLst>
                </p14:cNvPr>
                <p14:cNvContentPartPr/>
                <p14:nvPr/>
              </p14:nvContentPartPr>
              <p14:xfrm>
                <a:off x="6579543" y="6552193"/>
                <a:ext cx="47160" cy="155880"/>
              </p14:xfrm>
            </p:contentPart>
          </mc:Choice>
          <mc:Fallback>
            <p:pic>
              <p:nvPicPr>
                <p:cNvPr id="176" name="Ink 175">
                  <a:extLst>
                    <a:ext uri="{FF2B5EF4-FFF2-40B4-BE49-F238E27FC236}">
                      <a16:creationId xmlns:a16="http://schemas.microsoft.com/office/drawing/2014/main" id="{21EC5BAD-1127-545F-7E20-33A3E4A206D6}"/>
                    </a:ext>
                  </a:extLst>
                </p:cNvPr>
                <p:cNvPicPr/>
                <p:nvPr/>
              </p:nvPicPr>
              <p:blipFill>
                <a:blip r:embed="rId310"/>
                <a:stretch>
                  <a:fillRect/>
                </a:stretch>
              </p:blipFill>
              <p:spPr>
                <a:xfrm>
                  <a:off x="6561543" y="6534193"/>
                  <a:ext cx="8280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311">
              <p14:nvContentPartPr>
                <p14:cNvPr id="177" name="Ink 176">
                  <a:extLst>
                    <a:ext uri="{FF2B5EF4-FFF2-40B4-BE49-F238E27FC236}">
                      <a16:creationId xmlns:a16="http://schemas.microsoft.com/office/drawing/2014/main" id="{91726A69-BF54-AEA8-BBD9-CCE7D14A206F}"/>
                    </a:ext>
                  </a:extLst>
                </p14:cNvPr>
                <p14:cNvContentPartPr/>
                <p14:nvPr/>
              </p14:nvContentPartPr>
              <p14:xfrm>
                <a:off x="6559383" y="6594673"/>
                <a:ext cx="108000" cy="66240"/>
              </p14:xfrm>
            </p:contentPart>
          </mc:Choice>
          <mc:Fallback>
            <p:pic>
              <p:nvPicPr>
                <p:cNvPr id="177" name="Ink 176">
                  <a:extLst>
                    <a:ext uri="{FF2B5EF4-FFF2-40B4-BE49-F238E27FC236}">
                      <a16:creationId xmlns:a16="http://schemas.microsoft.com/office/drawing/2014/main" id="{91726A69-BF54-AEA8-BBD9-CCE7D14A206F}"/>
                    </a:ext>
                  </a:extLst>
                </p:cNvPr>
                <p:cNvPicPr/>
                <p:nvPr/>
              </p:nvPicPr>
              <p:blipFill>
                <a:blip r:embed="rId312"/>
                <a:stretch>
                  <a:fillRect/>
                </a:stretch>
              </p:blipFill>
              <p:spPr>
                <a:xfrm>
                  <a:off x="6541383" y="6576673"/>
                  <a:ext cx="14364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313">
              <p14:nvContentPartPr>
                <p14:cNvPr id="178" name="Ink 177">
                  <a:extLst>
                    <a:ext uri="{FF2B5EF4-FFF2-40B4-BE49-F238E27FC236}">
                      <a16:creationId xmlns:a16="http://schemas.microsoft.com/office/drawing/2014/main" id="{D4D50DF4-6430-0667-60C9-1C088C0F11C1}"/>
                    </a:ext>
                  </a:extLst>
                </p14:cNvPr>
                <p14:cNvContentPartPr/>
                <p14:nvPr/>
              </p14:nvContentPartPr>
              <p14:xfrm>
                <a:off x="6683583" y="6567673"/>
                <a:ext cx="142560" cy="120600"/>
              </p14:xfrm>
            </p:contentPart>
          </mc:Choice>
          <mc:Fallback>
            <p:pic>
              <p:nvPicPr>
                <p:cNvPr id="178" name="Ink 177">
                  <a:extLst>
                    <a:ext uri="{FF2B5EF4-FFF2-40B4-BE49-F238E27FC236}">
                      <a16:creationId xmlns:a16="http://schemas.microsoft.com/office/drawing/2014/main" id="{D4D50DF4-6430-0667-60C9-1C088C0F11C1}"/>
                    </a:ext>
                  </a:extLst>
                </p:cNvPr>
                <p:cNvPicPr/>
                <p:nvPr/>
              </p:nvPicPr>
              <p:blipFill>
                <a:blip r:embed="rId314"/>
                <a:stretch>
                  <a:fillRect/>
                </a:stretch>
              </p:blipFill>
              <p:spPr>
                <a:xfrm>
                  <a:off x="6665583" y="6549673"/>
                  <a:ext cx="17820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315">
              <p14:nvContentPartPr>
                <p14:cNvPr id="179" name="Ink 178">
                  <a:extLst>
                    <a:ext uri="{FF2B5EF4-FFF2-40B4-BE49-F238E27FC236}">
                      <a16:creationId xmlns:a16="http://schemas.microsoft.com/office/drawing/2014/main" id="{A8726A4C-CA76-AB5C-D96A-4B67B45CEAAD}"/>
                    </a:ext>
                  </a:extLst>
                </p14:cNvPr>
                <p14:cNvContentPartPr/>
                <p14:nvPr/>
              </p14:nvContentPartPr>
              <p14:xfrm>
                <a:off x="6687903" y="6288673"/>
                <a:ext cx="150480" cy="92160"/>
              </p14:xfrm>
            </p:contentPart>
          </mc:Choice>
          <mc:Fallback>
            <p:pic>
              <p:nvPicPr>
                <p:cNvPr id="179" name="Ink 178">
                  <a:extLst>
                    <a:ext uri="{FF2B5EF4-FFF2-40B4-BE49-F238E27FC236}">
                      <a16:creationId xmlns:a16="http://schemas.microsoft.com/office/drawing/2014/main" id="{A8726A4C-CA76-AB5C-D96A-4B67B45CEAAD}"/>
                    </a:ext>
                  </a:extLst>
                </p:cNvPr>
                <p:cNvPicPr/>
                <p:nvPr/>
              </p:nvPicPr>
              <p:blipFill>
                <a:blip r:embed="rId316"/>
                <a:stretch>
                  <a:fillRect/>
                </a:stretch>
              </p:blipFill>
              <p:spPr>
                <a:xfrm>
                  <a:off x="6669903" y="6270673"/>
                  <a:ext cx="18612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317">
              <p14:nvContentPartPr>
                <p14:cNvPr id="180" name="Ink 179">
                  <a:extLst>
                    <a:ext uri="{FF2B5EF4-FFF2-40B4-BE49-F238E27FC236}">
                      <a16:creationId xmlns:a16="http://schemas.microsoft.com/office/drawing/2014/main" id="{CE1AFCEB-368F-15D6-5B40-43D1A6F26AC3}"/>
                    </a:ext>
                  </a:extLst>
                </p14:cNvPr>
                <p14:cNvContentPartPr/>
                <p14:nvPr/>
              </p14:nvContentPartPr>
              <p14:xfrm>
                <a:off x="6934863" y="6417553"/>
                <a:ext cx="102600" cy="56880"/>
              </p14:xfrm>
            </p:contentPart>
          </mc:Choice>
          <mc:Fallback>
            <p:pic>
              <p:nvPicPr>
                <p:cNvPr id="180" name="Ink 179">
                  <a:extLst>
                    <a:ext uri="{FF2B5EF4-FFF2-40B4-BE49-F238E27FC236}">
                      <a16:creationId xmlns:a16="http://schemas.microsoft.com/office/drawing/2014/main" id="{CE1AFCEB-368F-15D6-5B40-43D1A6F26AC3}"/>
                    </a:ext>
                  </a:extLst>
                </p:cNvPr>
                <p:cNvPicPr/>
                <p:nvPr/>
              </p:nvPicPr>
              <p:blipFill>
                <a:blip r:embed="rId318"/>
                <a:stretch>
                  <a:fillRect/>
                </a:stretch>
              </p:blipFill>
              <p:spPr>
                <a:xfrm>
                  <a:off x="6916863" y="6399553"/>
                  <a:ext cx="13824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319">
              <p14:nvContentPartPr>
                <p14:cNvPr id="181" name="Ink 180">
                  <a:extLst>
                    <a:ext uri="{FF2B5EF4-FFF2-40B4-BE49-F238E27FC236}">
                      <a16:creationId xmlns:a16="http://schemas.microsoft.com/office/drawing/2014/main" id="{3F1B4524-1A69-D980-F417-3B954AB417C9}"/>
                    </a:ext>
                  </a:extLst>
                </p14:cNvPr>
                <p14:cNvContentPartPr/>
                <p14:nvPr/>
              </p14:nvContentPartPr>
              <p14:xfrm>
                <a:off x="6983823" y="6358873"/>
                <a:ext cx="50040" cy="164520"/>
              </p14:xfrm>
            </p:contentPart>
          </mc:Choice>
          <mc:Fallback>
            <p:pic>
              <p:nvPicPr>
                <p:cNvPr id="181" name="Ink 180">
                  <a:extLst>
                    <a:ext uri="{FF2B5EF4-FFF2-40B4-BE49-F238E27FC236}">
                      <a16:creationId xmlns:a16="http://schemas.microsoft.com/office/drawing/2014/main" id="{3F1B4524-1A69-D980-F417-3B954AB417C9}"/>
                    </a:ext>
                  </a:extLst>
                </p:cNvPr>
                <p:cNvPicPr/>
                <p:nvPr/>
              </p:nvPicPr>
              <p:blipFill>
                <a:blip r:embed="rId320"/>
                <a:stretch>
                  <a:fillRect/>
                </a:stretch>
              </p:blipFill>
              <p:spPr>
                <a:xfrm>
                  <a:off x="6966183" y="6340873"/>
                  <a:ext cx="8568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321">
              <p14:nvContentPartPr>
                <p14:cNvPr id="183" name="Ink 182">
                  <a:extLst>
                    <a:ext uri="{FF2B5EF4-FFF2-40B4-BE49-F238E27FC236}">
                      <a16:creationId xmlns:a16="http://schemas.microsoft.com/office/drawing/2014/main" id="{78231321-A8B6-A42F-0C33-F8EB14E6D9D6}"/>
                    </a:ext>
                  </a:extLst>
                </p14:cNvPr>
                <p14:cNvContentPartPr/>
                <p14:nvPr/>
              </p14:nvContentPartPr>
              <p14:xfrm>
                <a:off x="7258143" y="6329353"/>
                <a:ext cx="203040" cy="189720"/>
              </p14:xfrm>
            </p:contentPart>
          </mc:Choice>
          <mc:Fallback>
            <p:pic>
              <p:nvPicPr>
                <p:cNvPr id="183" name="Ink 182">
                  <a:extLst>
                    <a:ext uri="{FF2B5EF4-FFF2-40B4-BE49-F238E27FC236}">
                      <a16:creationId xmlns:a16="http://schemas.microsoft.com/office/drawing/2014/main" id="{78231321-A8B6-A42F-0C33-F8EB14E6D9D6}"/>
                    </a:ext>
                  </a:extLst>
                </p:cNvPr>
                <p:cNvPicPr/>
                <p:nvPr/>
              </p:nvPicPr>
              <p:blipFill>
                <a:blip r:embed="rId322"/>
                <a:stretch>
                  <a:fillRect/>
                </a:stretch>
              </p:blipFill>
              <p:spPr>
                <a:xfrm>
                  <a:off x="7240143" y="6311713"/>
                  <a:ext cx="23868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323">
              <p14:nvContentPartPr>
                <p14:cNvPr id="184" name="Ink 183">
                  <a:extLst>
                    <a:ext uri="{FF2B5EF4-FFF2-40B4-BE49-F238E27FC236}">
                      <a16:creationId xmlns:a16="http://schemas.microsoft.com/office/drawing/2014/main" id="{BDE180B4-8186-7301-49E1-C76C1AF5F6D0}"/>
                    </a:ext>
                  </a:extLst>
                </p14:cNvPr>
                <p14:cNvContentPartPr/>
                <p14:nvPr/>
              </p14:nvContentPartPr>
              <p14:xfrm>
                <a:off x="7506903" y="6533473"/>
                <a:ext cx="90000" cy="134280"/>
              </p14:xfrm>
            </p:contentPart>
          </mc:Choice>
          <mc:Fallback>
            <p:pic>
              <p:nvPicPr>
                <p:cNvPr id="184" name="Ink 183">
                  <a:extLst>
                    <a:ext uri="{FF2B5EF4-FFF2-40B4-BE49-F238E27FC236}">
                      <a16:creationId xmlns:a16="http://schemas.microsoft.com/office/drawing/2014/main" id="{BDE180B4-8186-7301-49E1-C76C1AF5F6D0}"/>
                    </a:ext>
                  </a:extLst>
                </p:cNvPr>
                <p:cNvPicPr/>
                <p:nvPr/>
              </p:nvPicPr>
              <p:blipFill>
                <a:blip r:embed="rId324"/>
                <a:stretch>
                  <a:fillRect/>
                </a:stretch>
              </p:blipFill>
              <p:spPr>
                <a:xfrm>
                  <a:off x="7489263" y="6515473"/>
                  <a:ext cx="12564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325">
              <p14:nvContentPartPr>
                <p14:cNvPr id="185" name="Ink 184">
                  <a:extLst>
                    <a:ext uri="{FF2B5EF4-FFF2-40B4-BE49-F238E27FC236}">
                      <a16:creationId xmlns:a16="http://schemas.microsoft.com/office/drawing/2014/main" id="{278F0527-3709-482F-04DA-2C878209E516}"/>
                    </a:ext>
                  </a:extLst>
                </p14:cNvPr>
                <p14:cNvContentPartPr/>
                <p14:nvPr/>
              </p14:nvContentPartPr>
              <p14:xfrm>
                <a:off x="7637943" y="6537793"/>
                <a:ext cx="122400" cy="93240"/>
              </p14:xfrm>
            </p:contentPart>
          </mc:Choice>
          <mc:Fallback>
            <p:pic>
              <p:nvPicPr>
                <p:cNvPr id="185" name="Ink 184">
                  <a:extLst>
                    <a:ext uri="{FF2B5EF4-FFF2-40B4-BE49-F238E27FC236}">
                      <a16:creationId xmlns:a16="http://schemas.microsoft.com/office/drawing/2014/main" id="{278F0527-3709-482F-04DA-2C878209E516}"/>
                    </a:ext>
                  </a:extLst>
                </p:cNvPr>
                <p:cNvPicPr/>
                <p:nvPr/>
              </p:nvPicPr>
              <p:blipFill>
                <a:blip r:embed="rId326"/>
                <a:stretch>
                  <a:fillRect/>
                </a:stretch>
              </p:blipFill>
              <p:spPr>
                <a:xfrm>
                  <a:off x="7620303" y="6519793"/>
                  <a:ext cx="15804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327">
              <p14:nvContentPartPr>
                <p14:cNvPr id="186" name="Ink 185">
                  <a:extLst>
                    <a:ext uri="{FF2B5EF4-FFF2-40B4-BE49-F238E27FC236}">
                      <a16:creationId xmlns:a16="http://schemas.microsoft.com/office/drawing/2014/main" id="{C51C24FB-6437-4B12-5B47-FC85268EDA9E}"/>
                    </a:ext>
                  </a:extLst>
                </p14:cNvPr>
                <p14:cNvContentPartPr/>
                <p14:nvPr/>
              </p14:nvContentPartPr>
              <p14:xfrm>
                <a:off x="7801023" y="6523393"/>
                <a:ext cx="64080" cy="83160"/>
              </p14:xfrm>
            </p:contentPart>
          </mc:Choice>
          <mc:Fallback>
            <p:pic>
              <p:nvPicPr>
                <p:cNvPr id="186" name="Ink 185">
                  <a:extLst>
                    <a:ext uri="{FF2B5EF4-FFF2-40B4-BE49-F238E27FC236}">
                      <a16:creationId xmlns:a16="http://schemas.microsoft.com/office/drawing/2014/main" id="{C51C24FB-6437-4B12-5B47-FC85268EDA9E}"/>
                    </a:ext>
                  </a:extLst>
                </p:cNvPr>
                <p:cNvPicPr/>
                <p:nvPr/>
              </p:nvPicPr>
              <p:blipFill>
                <a:blip r:embed="rId328"/>
                <a:stretch>
                  <a:fillRect/>
                </a:stretch>
              </p:blipFill>
              <p:spPr>
                <a:xfrm>
                  <a:off x="7783023" y="6505753"/>
                  <a:ext cx="9972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329">
              <p14:nvContentPartPr>
                <p14:cNvPr id="187" name="Ink 186">
                  <a:extLst>
                    <a:ext uri="{FF2B5EF4-FFF2-40B4-BE49-F238E27FC236}">
                      <a16:creationId xmlns:a16="http://schemas.microsoft.com/office/drawing/2014/main" id="{8B9B9029-DFD9-7FB3-A937-94D2F2BDCA60}"/>
                    </a:ext>
                  </a:extLst>
                </p14:cNvPr>
                <p14:cNvContentPartPr/>
                <p14:nvPr/>
              </p14:nvContentPartPr>
              <p14:xfrm>
                <a:off x="7932783" y="6354193"/>
                <a:ext cx="40320" cy="213120"/>
              </p14:xfrm>
            </p:contentPart>
          </mc:Choice>
          <mc:Fallback>
            <p:pic>
              <p:nvPicPr>
                <p:cNvPr id="187" name="Ink 186">
                  <a:extLst>
                    <a:ext uri="{FF2B5EF4-FFF2-40B4-BE49-F238E27FC236}">
                      <a16:creationId xmlns:a16="http://schemas.microsoft.com/office/drawing/2014/main" id="{8B9B9029-DFD9-7FB3-A937-94D2F2BDCA60}"/>
                    </a:ext>
                  </a:extLst>
                </p:cNvPr>
                <p:cNvPicPr/>
                <p:nvPr/>
              </p:nvPicPr>
              <p:blipFill>
                <a:blip r:embed="rId330"/>
                <a:stretch>
                  <a:fillRect/>
                </a:stretch>
              </p:blipFill>
              <p:spPr>
                <a:xfrm>
                  <a:off x="7915143" y="6336193"/>
                  <a:ext cx="7596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331">
              <p14:nvContentPartPr>
                <p14:cNvPr id="188" name="Ink 187">
                  <a:extLst>
                    <a:ext uri="{FF2B5EF4-FFF2-40B4-BE49-F238E27FC236}">
                      <a16:creationId xmlns:a16="http://schemas.microsoft.com/office/drawing/2014/main" id="{40303734-0271-1105-58C2-74891BAD4292}"/>
                    </a:ext>
                  </a:extLst>
                </p14:cNvPr>
                <p14:cNvContentPartPr/>
                <p14:nvPr/>
              </p14:nvContentPartPr>
              <p14:xfrm>
                <a:off x="7930983" y="6404953"/>
                <a:ext cx="106200" cy="66960"/>
              </p14:xfrm>
            </p:contentPart>
          </mc:Choice>
          <mc:Fallback>
            <p:pic>
              <p:nvPicPr>
                <p:cNvPr id="188" name="Ink 187">
                  <a:extLst>
                    <a:ext uri="{FF2B5EF4-FFF2-40B4-BE49-F238E27FC236}">
                      <a16:creationId xmlns:a16="http://schemas.microsoft.com/office/drawing/2014/main" id="{40303734-0271-1105-58C2-74891BAD4292}"/>
                    </a:ext>
                  </a:extLst>
                </p:cNvPr>
                <p:cNvPicPr/>
                <p:nvPr/>
              </p:nvPicPr>
              <p:blipFill>
                <a:blip r:embed="rId332"/>
                <a:stretch>
                  <a:fillRect/>
                </a:stretch>
              </p:blipFill>
              <p:spPr>
                <a:xfrm>
                  <a:off x="7912983" y="6386953"/>
                  <a:ext cx="14184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333">
              <p14:nvContentPartPr>
                <p14:cNvPr id="189" name="Ink 188">
                  <a:extLst>
                    <a:ext uri="{FF2B5EF4-FFF2-40B4-BE49-F238E27FC236}">
                      <a16:creationId xmlns:a16="http://schemas.microsoft.com/office/drawing/2014/main" id="{1BFD9DB7-24D2-B7C1-AB40-0E23E3DB69BA}"/>
                    </a:ext>
                  </a:extLst>
                </p14:cNvPr>
                <p14:cNvContentPartPr/>
                <p14:nvPr/>
              </p14:nvContentPartPr>
              <p14:xfrm>
                <a:off x="7910823" y="6185353"/>
                <a:ext cx="119880" cy="69480"/>
              </p14:xfrm>
            </p:contentPart>
          </mc:Choice>
          <mc:Fallback>
            <p:pic>
              <p:nvPicPr>
                <p:cNvPr id="189" name="Ink 188">
                  <a:extLst>
                    <a:ext uri="{FF2B5EF4-FFF2-40B4-BE49-F238E27FC236}">
                      <a16:creationId xmlns:a16="http://schemas.microsoft.com/office/drawing/2014/main" id="{1BFD9DB7-24D2-B7C1-AB40-0E23E3DB69BA}"/>
                    </a:ext>
                  </a:extLst>
                </p:cNvPr>
                <p:cNvPicPr/>
                <p:nvPr/>
              </p:nvPicPr>
              <p:blipFill>
                <a:blip r:embed="rId334"/>
                <a:stretch>
                  <a:fillRect/>
                </a:stretch>
              </p:blipFill>
              <p:spPr>
                <a:xfrm>
                  <a:off x="7893183" y="6167353"/>
                  <a:ext cx="155520" cy="105120"/>
                </a:xfrm>
                <a:prstGeom prst="rect">
                  <a:avLst/>
                </a:prstGeom>
              </p:spPr>
            </p:pic>
          </mc:Fallback>
        </mc:AlternateContent>
        <mc:AlternateContent xmlns:mc="http://schemas.openxmlformats.org/markup-compatibility/2006">
          <mc:Choice xmlns:p14="http://schemas.microsoft.com/office/powerpoint/2010/main" Requires="p14">
            <p:contentPart p14:bwMode="auto" r:id="rId335">
              <p14:nvContentPartPr>
                <p14:cNvPr id="190" name="Ink 189">
                  <a:extLst>
                    <a:ext uri="{FF2B5EF4-FFF2-40B4-BE49-F238E27FC236}">
                      <a16:creationId xmlns:a16="http://schemas.microsoft.com/office/drawing/2014/main" id="{83E85233-3F12-C083-32B6-28EDBEE7E8C9}"/>
                    </a:ext>
                  </a:extLst>
                </p14:cNvPr>
                <p14:cNvContentPartPr/>
                <p14:nvPr/>
              </p14:nvContentPartPr>
              <p14:xfrm>
                <a:off x="8179743" y="6326833"/>
                <a:ext cx="198000" cy="50040"/>
              </p14:xfrm>
            </p:contentPart>
          </mc:Choice>
          <mc:Fallback>
            <p:pic>
              <p:nvPicPr>
                <p:cNvPr id="190" name="Ink 189">
                  <a:extLst>
                    <a:ext uri="{FF2B5EF4-FFF2-40B4-BE49-F238E27FC236}">
                      <a16:creationId xmlns:a16="http://schemas.microsoft.com/office/drawing/2014/main" id="{83E85233-3F12-C083-32B6-28EDBEE7E8C9}"/>
                    </a:ext>
                  </a:extLst>
                </p:cNvPr>
                <p:cNvPicPr/>
                <p:nvPr/>
              </p:nvPicPr>
              <p:blipFill>
                <a:blip r:embed="rId336"/>
                <a:stretch>
                  <a:fillRect/>
                </a:stretch>
              </p:blipFill>
              <p:spPr>
                <a:xfrm>
                  <a:off x="8161743" y="6308833"/>
                  <a:ext cx="23364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337">
              <p14:nvContentPartPr>
                <p14:cNvPr id="191" name="Ink 190">
                  <a:extLst>
                    <a:ext uri="{FF2B5EF4-FFF2-40B4-BE49-F238E27FC236}">
                      <a16:creationId xmlns:a16="http://schemas.microsoft.com/office/drawing/2014/main" id="{81BBA48C-02CE-64EE-2FE9-86D9FAF00C18}"/>
                    </a:ext>
                  </a:extLst>
                </p14:cNvPr>
                <p14:cNvContentPartPr/>
                <p14:nvPr/>
              </p14:nvContentPartPr>
              <p14:xfrm>
                <a:off x="8278743" y="6290473"/>
                <a:ext cx="68040" cy="171000"/>
              </p14:xfrm>
            </p:contentPart>
          </mc:Choice>
          <mc:Fallback>
            <p:pic>
              <p:nvPicPr>
                <p:cNvPr id="191" name="Ink 190">
                  <a:extLst>
                    <a:ext uri="{FF2B5EF4-FFF2-40B4-BE49-F238E27FC236}">
                      <a16:creationId xmlns:a16="http://schemas.microsoft.com/office/drawing/2014/main" id="{81BBA48C-02CE-64EE-2FE9-86D9FAF00C18}"/>
                    </a:ext>
                  </a:extLst>
                </p:cNvPr>
                <p:cNvPicPr/>
                <p:nvPr/>
              </p:nvPicPr>
              <p:blipFill>
                <a:blip r:embed="rId338"/>
                <a:stretch>
                  <a:fillRect/>
                </a:stretch>
              </p:blipFill>
              <p:spPr>
                <a:xfrm>
                  <a:off x="8260743" y="6272833"/>
                  <a:ext cx="103680" cy="206640"/>
                </a:xfrm>
                <a:prstGeom prst="rect">
                  <a:avLst/>
                </a:prstGeom>
              </p:spPr>
            </p:pic>
          </mc:Fallback>
        </mc:AlternateContent>
        <mc:AlternateContent xmlns:mc="http://schemas.openxmlformats.org/markup-compatibility/2006">
          <mc:Choice xmlns:p14="http://schemas.microsoft.com/office/powerpoint/2010/main" Requires="p14">
            <p:contentPart p14:bwMode="auto" r:id="rId339">
              <p14:nvContentPartPr>
                <p14:cNvPr id="192" name="Ink 191">
                  <a:extLst>
                    <a:ext uri="{FF2B5EF4-FFF2-40B4-BE49-F238E27FC236}">
                      <a16:creationId xmlns:a16="http://schemas.microsoft.com/office/drawing/2014/main" id="{F6D17F29-8E5E-C2FC-C566-42351DAD7C4C}"/>
                    </a:ext>
                  </a:extLst>
                </p14:cNvPr>
                <p14:cNvContentPartPr/>
                <p14:nvPr/>
              </p14:nvContentPartPr>
              <p14:xfrm>
                <a:off x="7799583" y="5918593"/>
                <a:ext cx="1939320" cy="107640"/>
              </p14:xfrm>
            </p:contentPart>
          </mc:Choice>
          <mc:Fallback>
            <p:pic>
              <p:nvPicPr>
                <p:cNvPr id="192" name="Ink 191">
                  <a:extLst>
                    <a:ext uri="{FF2B5EF4-FFF2-40B4-BE49-F238E27FC236}">
                      <a16:creationId xmlns:a16="http://schemas.microsoft.com/office/drawing/2014/main" id="{F6D17F29-8E5E-C2FC-C566-42351DAD7C4C}"/>
                    </a:ext>
                  </a:extLst>
                </p:cNvPr>
                <p:cNvPicPr/>
                <p:nvPr/>
              </p:nvPicPr>
              <p:blipFill>
                <a:blip r:embed="rId340"/>
                <a:stretch>
                  <a:fillRect/>
                </a:stretch>
              </p:blipFill>
              <p:spPr>
                <a:xfrm>
                  <a:off x="7781943" y="5900953"/>
                  <a:ext cx="197496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341">
              <p14:nvContentPartPr>
                <p14:cNvPr id="193" name="Ink 192">
                  <a:extLst>
                    <a:ext uri="{FF2B5EF4-FFF2-40B4-BE49-F238E27FC236}">
                      <a16:creationId xmlns:a16="http://schemas.microsoft.com/office/drawing/2014/main" id="{913126A2-BC1D-9428-EE50-471D0CB8CF3F}"/>
                    </a:ext>
                  </a:extLst>
                </p14:cNvPr>
                <p14:cNvContentPartPr/>
                <p14:nvPr/>
              </p14:nvContentPartPr>
              <p14:xfrm>
                <a:off x="8586903" y="6237913"/>
                <a:ext cx="210240" cy="209520"/>
              </p14:xfrm>
            </p:contentPart>
          </mc:Choice>
          <mc:Fallback>
            <p:pic>
              <p:nvPicPr>
                <p:cNvPr id="193" name="Ink 192">
                  <a:extLst>
                    <a:ext uri="{FF2B5EF4-FFF2-40B4-BE49-F238E27FC236}">
                      <a16:creationId xmlns:a16="http://schemas.microsoft.com/office/drawing/2014/main" id="{913126A2-BC1D-9428-EE50-471D0CB8CF3F}"/>
                    </a:ext>
                  </a:extLst>
                </p:cNvPr>
                <p:cNvPicPr/>
                <p:nvPr/>
              </p:nvPicPr>
              <p:blipFill>
                <a:blip r:embed="rId342"/>
                <a:stretch>
                  <a:fillRect/>
                </a:stretch>
              </p:blipFill>
              <p:spPr>
                <a:xfrm>
                  <a:off x="8569263" y="6220273"/>
                  <a:ext cx="24588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343">
              <p14:nvContentPartPr>
                <p14:cNvPr id="194" name="Ink 193">
                  <a:extLst>
                    <a:ext uri="{FF2B5EF4-FFF2-40B4-BE49-F238E27FC236}">
                      <a16:creationId xmlns:a16="http://schemas.microsoft.com/office/drawing/2014/main" id="{13B81F37-F48C-5971-813B-89FB05CA35DC}"/>
                    </a:ext>
                  </a:extLst>
                </p14:cNvPr>
                <p14:cNvContentPartPr/>
                <p14:nvPr/>
              </p14:nvContentPartPr>
              <p14:xfrm>
                <a:off x="8913063" y="6420433"/>
                <a:ext cx="55800" cy="201960"/>
              </p14:xfrm>
            </p:contentPart>
          </mc:Choice>
          <mc:Fallback>
            <p:pic>
              <p:nvPicPr>
                <p:cNvPr id="194" name="Ink 193">
                  <a:extLst>
                    <a:ext uri="{FF2B5EF4-FFF2-40B4-BE49-F238E27FC236}">
                      <a16:creationId xmlns:a16="http://schemas.microsoft.com/office/drawing/2014/main" id="{13B81F37-F48C-5971-813B-89FB05CA35DC}"/>
                    </a:ext>
                  </a:extLst>
                </p:cNvPr>
                <p:cNvPicPr/>
                <p:nvPr/>
              </p:nvPicPr>
              <p:blipFill>
                <a:blip r:embed="rId344"/>
                <a:stretch>
                  <a:fillRect/>
                </a:stretch>
              </p:blipFill>
              <p:spPr>
                <a:xfrm>
                  <a:off x="8895063" y="6402793"/>
                  <a:ext cx="9144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345">
              <p14:nvContentPartPr>
                <p14:cNvPr id="195" name="Ink 194">
                  <a:extLst>
                    <a:ext uri="{FF2B5EF4-FFF2-40B4-BE49-F238E27FC236}">
                      <a16:creationId xmlns:a16="http://schemas.microsoft.com/office/drawing/2014/main" id="{5753D2FE-3FBC-C76F-4C92-B4436369EA1A}"/>
                    </a:ext>
                  </a:extLst>
                </p14:cNvPr>
                <p14:cNvContentPartPr/>
                <p14:nvPr/>
              </p14:nvContentPartPr>
              <p14:xfrm>
                <a:off x="8851503" y="6512953"/>
                <a:ext cx="103680" cy="38520"/>
              </p14:xfrm>
            </p:contentPart>
          </mc:Choice>
          <mc:Fallback>
            <p:pic>
              <p:nvPicPr>
                <p:cNvPr id="195" name="Ink 194">
                  <a:extLst>
                    <a:ext uri="{FF2B5EF4-FFF2-40B4-BE49-F238E27FC236}">
                      <a16:creationId xmlns:a16="http://schemas.microsoft.com/office/drawing/2014/main" id="{5753D2FE-3FBC-C76F-4C92-B4436369EA1A}"/>
                    </a:ext>
                  </a:extLst>
                </p:cNvPr>
                <p:cNvPicPr/>
                <p:nvPr/>
              </p:nvPicPr>
              <p:blipFill>
                <a:blip r:embed="rId346"/>
                <a:stretch>
                  <a:fillRect/>
                </a:stretch>
              </p:blipFill>
              <p:spPr>
                <a:xfrm>
                  <a:off x="8833863" y="6494953"/>
                  <a:ext cx="13932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347">
              <p14:nvContentPartPr>
                <p14:cNvPr id="196" name="Ink 195">
                  <a:extLst>
                    <a:ext uri="{FF2B5EF4-FFF2-40B4-BE49-F238E27FC236}">
                      <a16:creationId xmlns:a16="http://schemas.microsoft.com/office/drawing/2014/main" id="{76266005-209A-9E8A-2A98-54F018C76732}"/>
                    </a:ext>
                  </a:extLst>
                </p14:cNvPr>
                <p14:cNvContentPartPr/>
                <p14:nvPr/>
              </p14:nvContentPartPr>
              <p14:xfrm>
                <a:off x="9028623" y="6446713"/>
                <a:ext cx="6120" cy="145440"/>
              </p14:xfrm>
            </p:contentPart>
          </mc:Choice>
          <mc:Fallback>
            <p:pic>
              <p:nvPicPr>
                <p:cNvPr id="196" name="Ink 195">
                  <a:extLst>
                    <a:ext uri="{FF2B5EF4-FFF2-40B4-BE49-F238E27FC236}">
                      <a16:creationId xmlns:a16="http://schemas.microsoft.com/office/drawing/2014/main" id="{76266005-209A-9E8A-2A98-54F018C76732}"/>
                    </a:ext>
                  </a:extLst>
                </p:cNvPr>
                <p:cNvPicPr/>
                <p:nvPr/>
              </p:nvPicPr>
              <p:blipFill>
                <a:blip r:embed="rId348"/>
                <a:stretch>
                  <a:fillRect/>
                </a:stretch>
              </p:blipFill>
              <p:spPr>
                <a:xfrm>
                  <a:off x="9010983" y="6429073"/>
                  <a:ext cx="4176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349">
              <p14:nvContentPartPr>
                <p14:cNvPr id="197" name="Ink 196">
                  <a:extLst>
                    <a:ext uri="{FF2B5EF4-FFF2-40B4-BE49-F238E27FC236}">
                      <a16:creationId xmlns:a16="http://schemas.microsoft.com/office/drawing/2014/main" id="{59FD8CFB-72EF-07B4-8D9D-36ABC22A42B8}"/>
                    </a:ext>
                  </a:extLst>
                </p14:cNvPr>
                <p14:cNvContentPartPr/>
                <p14:nvPr/>
              </p14:nvContentPartPr>
              <p14:xfrm>
                <a:off x="9164343" y="6502873"/>
                <a:ext cx="6120" cy="85680"/>
              </p14:xfrm>
            </p:contentPart>
          </mc:Choice>
          <mc:Fallback>
            <p:pic>
              <p:nvPicPr>
                <p:cNvPr id="197" name="Ink 196">
                  <a:extLst>
                    <a:ext uri="{FF2B5EF4-FFF2-40B4-BE49-F238E27FC236}">
                      <a16:creationId xmlns:a16="http://schemas.microsoft.com/office/drawing/2014/main" id="{59FD8CFB-72EF-07B4-8D9D-36ABC22A42B8}"/>
                    </a:ext>
                  </a:extLst>
                </p:cNvPr>
                <p:cNvPicPr/>
                <p:nvPr/>
              </p:nvPicPr>
              <p:blipFill>
                <a:blip r:embed="rId350"/>
                <a:stretch>
                  <a:fillRect/>
                </a:stretch>
              </p:blipFill>
              <p:spPr>
                <a:xfrm>
                  <a:off x="9146343" y="6485233"/>
                  <a:ext cx="4176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351">
              <p14:nvContentPartPr>
                <p14:cNvPr id="198" name="Ink 197">
                  <a:extLst>
                    <a:ext uri="{FF2B5EF4-FFF2-40B4-BE49-F238E27FC236}">
                      <a16:creationId xmlns:a16="http://schemas.microsoft.com/office/drawing/2014/main" id="{1048B9FD-A1EC-DC3D-D5C8-11D072187D5F}"/>
                    </a:ext>
                  </a:extLst>
                </p14:cNvPr>
                <p14:cNvContentPartPr/>
                <p14:nvPr/>
              </p14:nvContentPartPr>
              <p14:xfrm>
                <a:off x="9166143" y="6390913"/>
                <a:ext cx="12960" cy="33840"/>
              </p14:xfrm>
            </p:contentPart>
          </mc:Choice>
          <mc:Fallback>
            <p:pic>
              <p:nvPicPr>
                <p:cNvPr id="198" name="Ink 197">
                  <a:extLst>
                    <a:ext uri="{FF2B5EF4-FFF2-40B4-BE49-F238E27FC236}">
                      <a16:creationId xmlns:a16="http://schemas.microsoft.com/office/drawing/2014/main" id="{1048B9FD-A1EC-DC3D-D5C8-11D072187D5F}"/>
                    </a:ext>
                  </a:extLst>
                </p:cNvPr>
                <p:cNvPicPr/>
                <p:nvPr/>
              </p:nvPicPr>
              <p:blipFill>
                <a:blip r:embed="rId352"/>
                <a:stretch>
                  <a:fillRect/>
                </a:stretch>
              </p:blipFill>
              <p:spPr>
                <a:xfrm>
                  <a:off x="9148143" y="6372913"/>
                  <a:ext cx="4860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353">
              <p14:nvContentPartPr>
                <p14:cNvPr id="199" name="Ink 198">
                  <a:extLst>
                    <a:ext uri="{FF2B5EF4-FFF2-40B4-BE49-F238E27FC236}">
                      <a16:creationId xmlns:a16="http://schemas.microsoft.com/office/drawing/2014/main" id="{24D34163-3427-BDC3-D5C7-556242A0E01C}"/>
                    </a:ext>
                  </a:extLst>
                </p14:cNvPr>
                <p14:cNvContentPartPr/>
                <p14:nvPr/>
              </p14:nvContentPartPr>
              <p14:xfrm>
                <a:off x="9261903" y="6475513"/>
                <a:ext cx="47880" cy="97200"/>
              </p14:xfrm>
            </p:contentPart>
          </mc:Choice>
          <mc:Fallback>
            <p:pic>
              <p:nvPicPr>
                <p:cNvPr id="199" name="Ink 198">
                  <a:extLst>
                    <a:ext uri="{FF2B5EF4-FFF2-40B4-BE49-F238E27FC236}">
                      <a16:creationId xmlns:a16="http://schemas.microsoft.com/office/drawing/2014/main" id="{24D34163-3427-BDC3-D5C7-556242A0E01C}"/>
                    </a:ext>
                  </a:extLst>
                </p:cNvPr>
                <p:cNvPicPr/>
                <p:nvPr/>
              </p:nvPicPr>
              <p:blipFill>
                <a:blip r:embed="rId354"/>
                <a:stretch>
                  <a:fillRect/>
                </a:stretch>
              </p:blipFill>
              <p:spPr>
                <a:xfrm>
                  <a:off x="9244263" y="6457873"/>
                  <a:ext cx="8352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355">
              <p14:nvContentPartPr>
                <p14:cNvPr id="200" name="Ink 199">
                  <a:extLst>
                    <a:ext uri="{FF2B5EF4-FFF2-40B4-BE49-F238E27FC236}">
                      <a16:creationId xmlns:a16="http://schemas.microsoft.com/office/drawing/2014/main" id="{6FC37975-3DA3-BA6F-1244-CC5BDEEDCD2F}"/>
                    </a:ext>
                  </a:extLst>
                </p14:cNvPr>
                <p14:cNvContentPartPr/>
                <p14:nvPr/>
              </p14:nvContentPartPr>
              <p14:xfrm>
                <a:off x="9356223" y="6420793"/>
                <a:ext cx="47520" cy="151560"/>
              </p14:xfrm>
            </p:contentPart>
          </mc:Choice>
          <mc:Fallback>
            <p:pic>
              <p:nvPicPr>
                <p:cNvPr id="200" name="Ink 199">
                  <a:extLst>
                    <a:ext uri="{FF2B5EF4-FFF2-40B4-BE49-F238E27FC236}">
                      <a16:creationId xmlns:a16="http://schemas.microsoft.com/office/drawing/2014/main" id="{6FC37975-3DA3-BA6F-1244-CC5BDEEDCD2F}"/>
                    </a:ext>
                  </a:extLst>
                </p:cNvPr>
                <p:cNvPicPr/>
                <p:nvPr/>
              </p:nvPicPr>
              <p:blipFill>
                <a:blip r:embed="rId356"/>
                <a:stretch>
                  <a:fillRect/>
                </a:stretch>
              </p:blipFill>
              <p:spPr>
                <a:xfrm>
                  <a:off x="9338223" y="6402793"/>
                  <a:ext cx="8316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357">
              <p14:nvContentPartPr>
                <p14:cNvPr id="201" name="Ink 200">
                  <a:extLst>
                    <a:ext uri="{FF2B5EF4-FFF2-40B4-BE49-F238E27FC236}">
                      <a16:creationId xmlns:a16="http://schemas.microsoft.com/office/drawing/2014/main" id="{26AB4245-20FE-8E73-CB75-7558B9AB2834}"/>
                    </a:ext>
                  </a:extLst>
                </p14:cNvPr>
                <p14:cNvContentPartPr/>
                <p14:nvPr/>
              </p14:nvContentPartPr>
              <p14:xfrm>
                <a:off x="9415623" y="6453913"/>
                <a:ext cx="48240" cy="89640"/>
              </p14:xfrm>
            </p:contentPart>
          </mc:Choice>
          <mc:Fallback>
            <p:pic>
              <p:nvPicPr>
                <p:cNvPr id="201" name="Ink 200">
                  <a:extLst>
                    <a:ext uri="{FF2B5EF4-FFF2-40B4-BE49-F238E27FC236}">
                      <a16:creationId xmlns:a16="http://schemas.microsoft.com/office/drawing/2014/main" id="{26AB4245-20FE-8E73-CB75-7558B9AB2834}"/>
                    </a:ext>
                  </a:extLst>
                </p:cNvPr>
                <p:cNvPicPr/>
                <p:nvPr/>
              </p:nvPicPr>
              <p:blipFill>
                <a:blip r:embed="rId358"/>
                <a:stretch>
                  <a:fillRect/>
                </a:stretch>
              </p:blipFill>
              <p:spPr>
                <a:xfrm>
                  <a:off x="9397983" y="6435913"/>
                  <a:ext cx="8388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359">
              <p14:nvContentPartPr>
                <p14:cNvPr id="202" name="Ink 201">
                  <a:extLst>
                    <a:ext uri="{FF2B5EF4-FFF2-40B4-BE49-F238E27FC236}">
                      <a16:creationId xmlns:a16="http://schemas.microsoft.com/office/drawing/2014/main" id="{0DD7C476-CA66-9CC7-0DC9-CB1F5EF3C6A5}"/>
                    </a:ext>
                  </a:extLst>
                </p14:cNvPr>
                <p14:cNvContentPartPr/>
                <p14:nvPr/>
              </p14:nvContentPartPr>
              <p14:xfrm>
                <a:off x="9536943" y="6444553"/>
                <a:ext cx="55800" cy="108360"/>
              </p14:xfrm>
            </p:contentPart>
          </mc:Choice>
          <mc:Fallback>
            <p:pic>
              <p:nvPicPr>
                <p:cNvPr id="202" name="Ink 201">
                  <a:extLst>
                    <a:ext uri="{FF2B5EF4-FFF2-40B4-BE49-F238E27FC236}">
                      <a16:creationId xmlns:a16="http://schemas.microsoft.com/office/drawing/2014/main" id="{0DD7C476-CA66-9CC7-0DC9-CB1F5EF3C6A5}"/>
                    </a:ext>
                  </a:extLst>
                </p:cNvPr>
                <p:cNvPicPr/>
                <p:nvPr/>
              </p:nvPicPr>
              <p:blipFill>
                <a:blip r:embed="rId360"/>
                <a:stretch>
                  <a:fillRect/>
                </a:stretch>
              </p:blipFill>
              <p:spPr>
                <a:xfrm>
                  <a:off x="9519303" y="6426553"/>
                  <a:ext cx="9144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361">
              <p14:nvContentPartPr>
                <p14:cNvPr id="203" name="Ink 202">
                  <a:extLst>
                    <a:ext uri="{FF2B5EF4-FFF2-40B4-BE49-F238E27FC236}">
                      <a16:creationId xmlns:a16="http://schemas.microsoft.com/office/drawing/2014/main" id="{66AADF2D-ABB2-12B7-B4B6-C85B929E325D}"/>
                    </a:ext>
                  </a:extLst>
                </p14:cNvPr>
                <p14:cNvContentPartPr/>
                <p14:nvPr/>
              </p14:nvContentPartPr>
              <p14:xfrm>
                <a:off x="9641343" y="6423673"/>
                <a:ext cx="61560" cy="67320"/>
              </p14:xfrm>
            </p:contentPart>
          </mc:Choice>
          <mc:Fallback>
            <p:pic>
              <p:nvPicPr>
                <p:cNvPr id="203" name="Ink 202">
                  <a:extLst>
                    <a:ext uri="{FF2B5EF4-FFF2-40B4-BE49-F238E27FC236}">
                      <a16:creationId xmlns:a16="http://schemas.microsoft.com/office/drawing/2014/main" id="{66AADF2D-ABB2-12B7-B4B6-C85B929E325D}"/>
                    </a:ext>
                  </a:extLst>
                </p:cNvPr>
                <p:cNvPicPr/>
                <p:nvPr/>
              </p:nvPicPr>
              <p:blipFill>
                <a:blip r:embed="rId362"/>
                <a:stretch>
                  <a:fillRect/>
                </a:stretch>
              </p:blipFill>
              <p:spPr>
                <a:xfrm>
                  <a:off x="9623343" y="6406033"/>
                  <a:ext cx="9720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363">
              <p14:nvContentPartPr>
                <p14:cNvPr id="204" name="Ink 203">
                  <a:extLst>
                    <a:ext uri="{FF2B5EF4-FFF2-40B4-BE49-F238E27FC236}">
                      <a16:creationId xmlns:a16="http://schemas.microsoft.com/office/drawing/2014/main" id="{07349FB1-3C06-2B28-6F90-A082B9098F5F}"/>
                    </a:ext>
                  </a:extLst>
                </p14:cNvPr>
                <p14:cNvContentPartPr/>
                <p14:nvPr/>
              </p14:nvContentPartPr>
              <p14:xfrm>
                <a:off x="9178383" y="6086713"/>
                <a:ext cx="153000" cy="82800"/>
              </p14:xfrm>
            </p:contentPart>
          </mc:Choice>
          <mc:Fallback>
            <p:pic>
              <p:nvPicPr>
                <p:cNvPr id="204" name="Ink 203">
                  <a:extLst>
                    <a:ext uri="{FF2B5EF4-FFF2-40B4-BE49-F238E27FC236}">
                      <a16:creationId xmlns:a16="http://schemas.microsoft.com/office/drawing/2014/main" id="{07349FB1-3C06-2B28-6F90-A082B9098F5F}"/>
                    </a:ext>
                  </a:extLst>
                </p:cNvPr>
                <p:cNvPicPr/>
                <p:nvPr/>
              </p:nvPicPr>
              <p:blipFill>
                <a:blip r:embed="rId364"/>
                <a:stretch>
                  <a:fillRect/>
                </a:stretch>
              </p:blipFill>
              <p:spPr>
                <a:xfrm>
                  <a:off x="9160743" y="6069073"/>
                  <a:ext cx="188640" cy="118440"/>
                </a:xfrm>
                <a:prstGeom prst="rect">
                  <a:avLst/>
                </a:prstGeom>
              </p:spPr>
            </p:pic>
          </mc:Fallback>
        </mc:AlternateContent>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4BA86-A679-63D9-69E7-1F4E88BD6DF2}"/>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DEA8B3BD-411E-F1EA-87F1-AAE00FC66578}"/>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Examples</a:t>
            </a:r>
            <a:r>
              <a:rPr spc="-80" dirty="0"/>
              <a:t> </a:t>
            </a:r>
            <a:r>
              <a:rPr dirty="0"/>
              <a:t>of</a:t>
            </a:r>
            <a:r>
              <a:rPr spc="-80" dirty="0"/>
              <a:t> </a:t>
            </a:r>
            <a:r>
              <a:rPr dirty="0"/>
              <a:t>calculating</a:t>
            </a:r>
            <a:r>
              <a:rPr spc="-50" dirty="0"/>
              <a:t> </a:t>
            </a:r>
            <a:r>
              <a:rPr spc="-10" dirty="0"/>
              <a:t>Noise</a:t>
            </a:r>
          </a:p>
        </p:txBody>
      </p:sp>
      <p:pic>
        <p:nvPicPr>
          <p:cNvPr id="3" name="object 3">
            <a:extLst>
              <a:ext uri="{FF2B5EF4-FFF2-40B4-BE49-F238E27FC236}">
                <a16:creationId xmlns:a16="http://schemas.microsoft.com/office/drawing/2014/main" id="{264A16D9-7EE3-0706-8B84-7DCFE9FEB76C}"/>
              </a:ext>
            </a:extLst>
          </p:cNvPr>
          <p:cNvPicPr/>
          <p:nvPr/>
        </p:nvPicPr>
        <p:blipFill>
          <a:blip r:embed="rId2" cstate="print"/>
          <a:stretch>
            <a:fillRect/>
          </a:stretch>
        </p:blipFill>
        <p:spPr>
          <a:xfrm>
            <a:off x="2045165" y="1104370"/>
            <a:ext cx="7945222" cy="5039788"/>
          </a:xfrm>
          <a:prstGeom prst="rect">
            <a:avLst/>
          </a:prstGeom>
        </p:spPr>
      </p:pic>
      <p:pic>
        <p:nvPicPr>
          <p:cNvPr id="4" name="Picture 3" descr="A white background with black text and black text&#10;&#10;AI-generated content may be incorrect.">
            <a:extLst>
              <a:ext uri="{FF2B5EF4-FFF2-40B4-BE49-F238E27FC236}">
                <a16:creationId xmlns:a16="http://schemas.microsoft.com/office/drawing/2014/main" id="{F8E2DF76-D7AB-B71E-49C7-D555728FC027}"/>
              </a:ext>
            </a:extLst>
          </p:cNvPr>
          <p:cNvPicPr>
            <a:picLocks noChangeAspect="1"/>
          </p:cNvPicPr>
          <p:nvPr/>
        </p:nvPicPr>
        <p:blipFill>
          <a:blip r:embed="rId3">
            <a:extLst>
              <a:ext uri="{28A0092B-C50C-407E-A947-70E740481C1C}">
                <a14:useLocalDpi xmlns:a14="http://schemas.microsoft.com/office/drawing/2010/main" val="0"/>
              </a:ext>
            </a:extLst>
          </a:blip>
          <a:srcRect l="37133" r="35861" b="89091"/>
          <a:stretch>
            <a:fillRect/>
          </a:stretch>
        </p:blipFill>
        <p:spPr>
          <a:xfrm>
            <a:off x="4724400" y="2362200"/>
            <a:ext cx="2743200" cy="685800"/>
          </a:xfrm>
          <a:prstGeom prst="rect">
            <a:avLst/>
          </a:prstGeom>
        </p:spPr>
      </p:pic>
      <p:pic>
        <p:nvPicPr>
          <p:cNvPr id="5" name="Picture 4" descr="A white paper with black text&#10;&#10;AI-generated content may be incorrect.">
            <a:extLst>
              <a:ext uri="{FF2B5EF4-FFF2-40B4-BE49-F238E27FC236}">
                <a16:creationId xmlns:a16="http://schemas.microsoft.com/office/drawing/2014/main" id="{C654BF52-9317-279D-1D88-5F7FD5331E33}"/>
              </a:ext>
            </a:extLst>
          </p:cNvPr>
          <p:cNvPicPr>
            <a:picLocks noChangeAspect="1"/>
          </p:cNvPicPr>
          <p:nvPr/>
        </p:nvPicPr>
        <p:blipFill>
          <a:blip r:embed="rId4">
            <a:extLst>
              <a:ext uri="{28A0092B-C50C-407E-A947-70E740481C1C}">
                <a14:useLocalDpi xmlns:a14="http://schemas.microsoft.com/office/drawing/2010/main" val="0"/>
              </a:ext>
            </a:extLst>
          </a:blip>
          <a:srcRect l="37345" t="-483" r="36626" b="87878"/>
          <a:stretch>
            <a:fillRect/>
          </a:stretch>
        </p:blipFill>
        <p:spPr>
          <a:xfrm>
            <a:off x="4763589" y="3078480"/>
            <a:ext cx="2704011" cy="822960"/>
          </a:xfrm>
          <a:prstGeom prst="rect">
            <a:avLst/>
          </a:prstGeom>
        </p:spPr>
      </p:pic>
      <p:pic>
        <p:nvPicPr>
          <p:cNvPr id="6" name="Picture 5" descr="A white paper with black text&#10;&#10;AI-generated content may be incorrect.">
            <a:extLst>
              <a:ext uri="{FF2B5EF4-FFF2-40B4-BE49-F238E27FC236}">
                <a16:creationId xmlns:a16="http://schemas.microsoft.com/office/drawing/2014/main" id="{AFCE1BEC-97B3-9D29-D01F-007C2E38398A}"/>
              </a:ext>
            </a:extLst>
          </p:cNvPr>
          <p:cNvPicPr>
            <a:picLocks noChangeAspect="1"/>
          </p:cNvPicPr>
          <p:nvPr/>
        </p:nvPicPr>
        <p:blipFill>
          <a:blip r:embed="rId4">
            <a:extLst>
              <a:ext uri="{28A0092B-C50C-407E-A947-70E740481C1C}">
                <a14:useLocalDpi xmlns:a14="http://schemas.microsoft.com/office/drawing/2010/main" val="0"/>
              </a:ext>
            </a:extLst>
          </a:blip>
          <a:srcRect l="52015" t="82" r="36626" b="87878"/>
          <a:stretch>
            <a:fillRect/>
          </a:stretch>
        </p:blipFill>
        <p:spPr>
          <a:xfrm>
            <a:off x="6934200" y="4522829"/>
            <a:ext cx="1180011" cy="786079"/>
          </a:xfrm>
          <a:prstGeom prst="rect">
            <a:avLst/>
          </a:prstGeom>
        </p:spPr>
      </p:pic>
      <p:grpSp>
        <p:nvGrpSpPr>
          <p:cNvPr id="44" name="Group 43">
            <a:extLst>
              <a:ext uri="{FF2B5EF4-FFF2-40B4-BE49-F238E27FC236}">
                <a16:creationId xmlns:a16="http://schemas.microsoft.com/office/drawing/2014/main" id="{7302C674-0AD5-8EA6-0427-0DC221A26A98}"/>
              </a:ext>
            </a:extLst>
          </p:cNvPr>
          <p:cNvGrpSpPr/>
          <p:nvPr/>
        </p:nvGrpSpPr>
        <p:grpSpPr>
          <a:xfrm>
            <a:off x="8421590" y="1538317"/>
            <a:ext cx="3389400" cy="2301840"/>
            <a:chOff x="8421590" y="1538317"/>
            <a:chExt cx="3389400" cy="2301840"/>
          </a:xfrm>
        </p:grpSpPr>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43674FE9-F679-5A23-5728-9731DD83CC42}"/>
                    </a:ext>
                  </a:extLst>
                </p14:cNvPr>
                <p14:cNvContentPartPr/>
                <p14:nvPr/>
              </p14:nvContentPartPr>
              <p14:xfrm>
                <a:off x="8533550" y="2874277"/>
                <a:ext cx="181440" cy="345240"/>
              </p14:xfrm>
            </p:contentPart>
          </mc:Choice>
          <mc:Fallback xmlns="">
            <p:pic>
              <p:nvPicPr>
                <p:cNvPr id="12" name="Ink 11">
                  <a:extLst>
                    <a:ext uri="{FF2B5EF4-FFF2-40B4-BE49-F238E27FC236}">
                      <a16:creationId xmlns:a16="http://schemas.microsoft.com/office/drawing/2014/main" id="{43674FE9-F679-5A23-5728-9731DD83CC42}"/>
                    </a:ext>
                  </a:extLst>
                </p:cNvPr>
                <p:cNvPicPr/>
                <p:nvPr/>
              </p:nvPicPr>
              <p:blipFill>
                <a:blip r:embed="rId6"/>
                <a:stretch>
                  <a:fillRect/>
                </a:stretch>
              </p:blipFill>
              <p:spPr>
                <a:xfrm>
                  <a:off x="8515550" y="2856277"/>
                  <a:ext cx="21708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9E5BB345-7F10-34EE-0D21-D1DA7ABF6111}"/>
                    </a:ext>
                  </a:extLst>
                </p14:cNvPr>
                <p14:cNvContentPartPr/>
                <p14:nvPr/>
              </p14:nvContentPartPr>
              <p14:xfrm>
                <a:off x="8498990" y="2847637"/>
                <a:ext cx="471960" cy="424080"/>
              </p14:xfrm>
            </p:contentPart>
          </mc:Choice>
          <mc:Fallback xmlns="">
            <p:pic>
              <p:nvPicPr>
                <p:cNvPr id="13" name="Ink 12">
                  <a:extLst>
                    <a:ext uri="{FF2B5EF4-FFF2-40B4-BE49-F238E27FC236}">
                      <a16:creationId xmlns:a16="http://schemas.microsoft.com/office/drawing/2014/main" id="{9E5BB345-7F10-34EE-0D21-D1DA7ABF6111}"/>
                    </a:ext>
                  </a:extLst>
                </p:cNvPr>
                <p:cNvPicPr/>
                <p:nvPr/>
              </p:nvPicPr>
              <p:blipFill>
                <a:blip r:embed="rId8"/>
                <a:stretch>
                  <a:fillRect/>
                </a:stretch>
              </p:blipFill>
              <p:spPr>
                <a:xfrm>
                  <a:off x="8480990" y="2829637"/>
                  <a:ext cx="507600" cy="459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9937EEC0-415C-E184-267A-7819B3036583}"/>
                    </a:ext>
                  </a:extLst>
                </p14:cNvPr>
                <p14:cNvContentPartPr/>
                <p14:nvPr/>
              </p14:nvContentPartPr>
              <p14:xfrm>
                <a:off x="8421590" y="2858077"/>
                <a:ext cx="469800" cy="47160"/>
              </p14:xfrm>
            </p:contentPart>
          </mc:Choice>
          <mc:Fallback xmlns="">
            <p:pic>
              <p:nvPicPr>
                <p:cNvPr id="14" name="Ink 13">
                  <a:extLst>
                    <a:ext uri="{FF2B5EF4-FFF2-40B4-BE49-F238E27FC236}">
                      <a16:creationId xmlns:a16="http://schemas.microsoft.com/office/drawing/2014/main" id="{9937EEC0-415C-E184-267A-7819B3036583}"/>
                    </a:ext>
                  </a:extLst>
                </p:cNvPr>
                <p:cNvPicPr/>
                <p:nvPr/>
              </p:nvPicPr>
              <p:blipFill>
                <a:blip r:embed="rId10"/>
                <a:stretch>
                  <a:fillRect/>
                </a:stretch>
              </p:blipFill>
              <p:spPr>
                <a:xfrm>
                  <a:off x="8403604" y="2840077"/>
                  <a:ext cx="505413"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2230A72C-54E8-A19C-4C48-D8631B02389A}"/>
                    </a:ext>
                  </a:extLst>
                </p14:cNvPr>
                <p14:cNvContentPartPr/>
                <p14:nvPr/>
              </p14:nvContentPartPr>
              <p14:xfrm>
                <a:off x="8714990" y="3204757"/>
                <a:ext cx="62280" cy="432360"/>
              </p14:xfrm>
            </p:contentPart>
          </mc:Choice>
          <mc:Fallback xmlns="">
            <p:pic>
              <p:nvPicPr>
                <p:cNvPr id="15" name="Ink 14">
                  <a:extLst>
                    <a:ext uri="{FF2B5EF4-FFF2-40B4-BE49-F238E27FC236}">
                      <a16:creationId xmlns:a16="http://schemas.microsoft.com/office/drawing/2014/main" id="{2230A72C-54E8-A19C-4C48-D8631B02389A}"/>
                    </a:ext>
                  </a:extLst>
                </p:cNvPr>
                <p:cNvPicPr/>
                <p:nvPr/>
              </p:nvPicPr>
              <p:blipFill>
                <a:blip r:embed="rId12"/>
                <a:stretch>
                  <a:fillRect/>
                </a:stretch>
              </p:blipFill>
              <p:spPr>
                <a:xfrm>
                  <a:off x="8697093" y="3186757"/>
                  <a:ext cx="97715" cy="46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2008ABCB-957D-793C-444B-B89DD9B3957A}"/>
                    </a:ext>
                  </a:extLst>
                </p14:cNvPr>
                <p14:cNvContentPartPr/>
                <p14:nvPr/>
              </p14:nvContentPartPr>
              <p14:xfrm>
                <a:off x="8650190" y="2369557"/>
                <a:ext cx="78840" cy="485640"/>
              </p14:xfrm>
            </p:contentPart>
          </mc:Choice>
          <mc:Fallback xmlns="">
            <p:pic>
              <p:nvPicPr>
                <p:cNvPr id="16" name="Ink 15">
                  <a:extLst>
                    <a:ext uri="{FF2B5EF4-FFF2-40B4-BE49-F238E27FC236}">
                      <a16:creationId xmlns:a16="http://schemas.microsoft.com/office/drawing/2014/main" id="{2008ABCB-957D-793C-444B-B89DD9B3957A}"/>
                    </a:ext>
                  </a:extLst>
                </p:cNvPr>
                <p:cNvPicPr/>
                <p:nvPr/>
              </p:nvPicPr>
              <p:blipFill>
                <a:blip r:embed="rId14"/>
                <a:stretch>
                  <a:fillRect/>
                </a:stretch>
              </p:blipFill>
              <p:spPr>
                <a:xfrm>
                  <a:off x="8632190" y="2351557"/>
                  <a:ext cx="114480" cy="521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73A8807F-B20A-3AEC-8AF5-33B52B1138C1}"/>
                    </a:ext>
                  </a:extLst>
                </p14:cNvPr>
                <p14:cNvContentPartPr/>
                <p14:nvPr/>
              </p14:nvContentPartPr>
              <p14:xfrm>
                <a:off x="8611670" y="2375317"/>
                <a:ext cx="899640" cy="28800"/>
              </p14:xfrm>
            </p:contentPart>
          </mc:Choice>
          <mc:Fallback xmlns="">
            <p:pic>
              <p:nvPicPr>
                <p:cNvPr id="17" name="Ink 16">
                  <a:extLst>
                    <a:ext uri="{FF2B5EF4-FFF2-40B4-BE49-F238E27FC236}">
                      <a16:creationId xmlns:a16="http://schemas.microsoft.com/office/drawing/2014/main" id="{73A8807F-B20A-3AEC-8AF5-33B52B1138C1}"/>
                    </a:ext>
                  </a:extLst>
                </p:cNvPr>
                <p:cNvPicPr/>
                <p:nvPr/>
              </p:nvPicPr>
              <p:blipFill>
                <a:blip r:embed="rId16"/>
                <a:stretch>
                  <a:fillRect/>
                </a:stretch>
              </p:blipFill>
              <p:spPr>
                <a:xfrm>
                  <a:off x="8593670" y="2357317"/>
                  <a:ext cx="9352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8" name="Ink 17">
                  <a:extLst>
                    <a:ext uri="{FF2B5EF4-FFF2-40B4-BE49-F238E27FC236}">
                      <a16:creationId xmlns:a16="http://schemas.microsoft.com/office/drawing/2014/main" id="{B4E07BFB-24B3-E682-50AC-5C0EDF45F88F}"/>
                    </a:ext>
                  </a:extLst>
                </p14:cNvPr>
                <p14:cNvContentPartPr/>
                <p14:nvPr/>
              </p14:nvContentPartPr>
              <p14:xfrm>
                <a:off x="9497270" y="2056357"/>
                <a:ext cx="135360" cy="896400"/>
              </p14:xfrm>
            </p:contentPart>
          </mc:Choice>
          <mc:Fallback xmlns="">
            <p:pic>
              <p:nvPicPr>
                <p:cNvPr id="18" name="Ink 17">
                  <a:extLst>
                    <a:ext uri="{FF2B5EF4-FFF2-40B4-BE49-F238E27FC236}">
                      <a16:creationId xmlns:a16="http://schemas.microsoft.com/office/drawing/2014/main" id="{B4E07BFB-24B3-E682-50AC-5C0EDF45F88F}"/>
                    </a:ext>
                  </a:extLst>
                </p:cNvPr>
                <p:cNvPicPr/>
                <p:nvPr/>
              </p:nvPicPr>
              <p:blipFill>
                <a:blip r:embed="rId18"/>
                <a:stretch>
                  <a:fillRect/>
                </a:stretch>
              </p:blipFill>
              <p:spPr>
                <a:xfrm>
                  <a:off x="9479318" y="2038350"/>
                  <a:ext cx="170905" cy="932054"/>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 name="Ink 18">
                  <a:extLst>
                    <a:ext uri="{FF2B5EF4-FFF2-40B4-BE49-F238E27FC236}">
                      <a16:creationId xmlns:a16="http://schemas.microsoft.com/office/drawing/2014/main" id="{698B82FE-CD49-3746-2E41-98FED3A82007}"/>
                    </a:ext>
                  </a:extLst>
                </p14:cNvPr>
                <p14:cNvContentPartPr/>
                <p14:nvPr/>
              </p14:nvContentPartPr>
              <p14:xfrm>
                <a:off x="9507710" y="2117557"/>
                <a:ext cx="890280" cy="950400"/>
              </p14:xfrm>
            </p:contentPart>
          </mc:Choice>
          <mc:Fallback xmlns="">
            <p:pic>
              <p:nvPicPr>
                <p:cNvPr id="19" name="Ink 18">
                  <a:extLst>
                    <a:ext uri="{FF2B5EF4-FFF2-40B4-BE49-F238E27FC236}">
                      <a16:creationId xmlns:a16="http://schemas.microsoft.com/office/drawing/2014/main" id="{698B82FE-CD49-3746-2E41-98FED3A82007}"/>
                    </a:ext>
                  </a:extLst>
                </p:cNvPr>
                <p:cNvPicPr/>
                <p:nvPr/>
              </p:nvPicPr>
              <p:blipFill>
                <a:blip r:embed="rId20"/>
                <a:stretch>
                  <a:fillRect/>
                </a:stretch>
              </p:blipFill>
              <p:spPr>
                <a:xfrm>
                  <a:off x="9489710" y="2099550"/>
                  <a:ext cx="925920" cy="986054"/>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0" name="Ink 19">
                  <a:extLst>
                    <a:ext uri="{FF2B5EF4-FFF2-40B4-BE49-F238E27FC236}">
                      <a16:creationId xmlns:a16="http://schemas.microsoft.com/office/drawing/2014/main" id="{A867917C-F99A-815B-018C-2DAC69FAC04B}"/>
                    </a:ext>
                  </a:extLst>
                </p14:cNvPr>
                <p14:cNvContentPartPr/>
                <p14:nvPr/>
              </p14:nvContentPartPr>
              <p14:xfrm>
                <a:off x="9661430" y="2386837"/>
                <a:ext cx="154440" cy="27360"/>
              </p14:xfrm>
            </p:contentPart>
          </mc:Choice>
          <mc:Fallback xmlns="">
            <p:pic>
              <p:nvPicPr>
                <p:cNvPr id="20" name="Ink 19">
                  <a:extLst>
                    <a:ext uri="{FF2B5EF4-FFF2-40B4-BE49-F238E27FC236}">
                      <a16:creationId xmlns:a16="http://schemas.microsoft.com/office/drawing/2014/main" id="{A867917C-F99A-815B-018C-2DAC69FAC04B}"/>
                    </a:ext>
                  </a:extLst>
                </p:cNvPr>
                <p:cNvPicPr/>
                <p:nvPr/>
              </p:nvPicPr>
              <p:blipFill>
                <a:blip r:embed="rId22"/>
                <a:stretch>
                  <a:fillRect/>
                </a:stretch>
              </p:blipFill>
              <p:spPr>
                <a:xfrm>
                  <a:off x="9643388" y="2368837"/>
                  <a:ext cx="190163"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1" name="Ink 20">
                  <a:extLst>
                    <a:ext uri="{FF2B5EF4-FFF2-40B4-BE49-F238E27FC236}">
                      <a16:creationId xmlns:a16="http://schemas.microsoft.com/office/drawing/2014/main" id="{D6E03E86-5D5A-F4D0-7787-2F7A4DF8796E}"/>
                    </a:ext>
                  </a:extLst>
                </p14:cNvPr>
                <p14:cNvContentPartPr/>
                <p14:nvPr/>
              </p14:nvContentPartPr>
              <p14:xfrm>
                <a:off x="9756830" y="2696437"/>
                <a:ext cx="131040" cy="60480"/>
              </p14:xfrm>
            </p:contentPart>
          </mc:Choice>
          <mc:Fallback xmlns="">
            <p:pic>
              <p:nvPicPr>
                <p:cNvPr id="21" name="Ink 20">
                  <a:extLst>
                    <a:ext uri="{FF2B5EF4-FFF2-40B4-BE49-F238E27FC236}">
                      <a16:creationId xmlns:a16="http://schemas.microsoft.com/office/drawing/2014/main" id="{D6E03E86-5D5A-F4D0-7787-2F7A4DF8796E}"/>
                    </a:ext>
                  </a:extLst>
                </p:cNvPr>
                <p:cNvPicPr/>
                <p:nvPr/>
              </p:nvPicPr>
              <p:blipFill>
                <a:blip r:embed="rId24"/>
                <a:stretch>
                  <a:fillRect/>
                </a:stretch>
              </p:blipFill>
              <p:spPr>
                <a:xfrm>
                  <a:off x="9738830" y="2678437"/>
                  <a:ext cx="16668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B0EB9CA3-66F2-D666-ED2B-09498DDA6CF0}"/>
                    </a:ext>
                  </a:extLst>
                </p14:cNvPr>
                <p14:cNvContentPartPr/>
                <p14:nvPr/>
              </p14:nvContentPartPr>
              <p14:xfrm>
                <a:off x="9787430" y="2640997"/>
                <a:ext cx="40680" cy="173880"/>
              </p14:xfrm>
            </p:contentPart>
          </mc:Choice>
          <mc:Fallback xmlns="">
            <p:pic>
              <p:nvPicPr>
                <p:cNvPr id="22" name="Ink 21">
                  <a:extLst>
                    <a:ext uri="{FF2B5EF4-FFF2-40B4-BE49-F238E27FC236}">
                      <a16:creationId xmlns:a16="http://schemas.microsoft.com/office/drawing/2014/main" id="{B0EB9CA3-66F2-D666-ED2B-09498DDA6CF0}"/>
                    </a:ext>
                  </a:extLst>
                </p:cNvPr>
                <p:cNvPicPr/>
                <p:nvPr/>
              </p:nvPicPr>
              <p:blipFill>
                <a:blip r:embed="rId26"/>
                <a:stretch>
                  <a:fillRect/>
                </a:stretch>
              </p:blipFill>
              <p:spPr>
                <a:xfrm>
                  <a:off x="9769430" y="2623034"/>
                  <a:ext cx="76320" cy="209446"/>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992319E5-D266-30BC-CE17-BF602CC1D44D}"/>
                    </a:ext>
                  </a:extLst>
                </p14:cNvPr>
                <p14:cNvContentPartPr/>
                <p14:nvPr/>
              </p14:nvContentPartPr>
              <p14:xfrm>
                <a:off x="9371270" y="2813437"/>
                <a:ext cx="224640" cy="55800"/>
              </p14:xfrm>
            </p:contentPart>
          </mc:Choice>
          <mc:Fallback xmlns="">
            <p:pic>
              <p:nvPicPr>
                <p:cNvPr id="23" name="Ink 22">
                  <a:extLst>
                    <a:ext uri="{FF2B5EF4-FFF2-40B4-BE49-F238E27FC236}">
                      <a16:creationId xmlns:a16="http://schemas.microsoft.com/office/drawing/2014/main" id="{992319E5-D266-30BC-CE17-BF602CC1D44D}"/>
                    </a:ext>
                  </a:extLst>
                </p:cNvPr>
                <p:cNvPicPr/>
                <p:nvPr/>
              </p:nvPicPr>
              <p:blipFill>
                <a:blip r:embed="rId28"/>
                <a:stretch>
                  <a:fillRect/>
                </a:stretch>
              </p:blipFill>
              <p:spPr>
                <a:xfrm>
                  <a:off x="9353299" y="2795437"/>
                  <a:ext cx="260223"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E8AF1523-7F8F-FC7F-5FAE-021AE4C8D3C2}"/>
                    </a:ext>
                  </a:extLst>
                </p14:cNvPr>
                <p14:cNvContentPartPr/>
                <p14:nvPr/>
              </p14:nvContentPartPr>
              <p14:xfrm>
                <a:off x="9367670" y="2885077"/>
                <a:ext cx="140040" cy="438120"/>
              </p14:xfrm>
            </p:contentPart>
          </mc:Choice>
          <mc:Fallback xmlns="">
            <p:pic>
              <p:nvPicPr>
                <p:cNvPr id="24" name="Ink 23">
                  <a:extLst>
                    <a:ext uri="{FF2B5EF4-FFF2-40B4-BE49-F238E27FC236}">
                      <a16:creationId xmlns:a16="http://schemas.microsoft.com/office/drawing/2014/main" id="{E8AF1523-7F8F-FC7F-5FAE-021AE4C8D3C2}"/>
                    </a:ext>
                  </a:extLst>
                </p:cNvPr>
                <p:cNvPicPr/>
                <p:nvPr/>
              </p:nvPicPr>
              <p:blipFill>
                <a:blip r:embed="rId30"/>
                <a:stretch>
                  <a:fillRect/>
                </a:stretch>
              </p:blipFill>
              <p:spPr>
                <a:xfrm>
                  <a:off x="9349670" y="2867077"/>
                  <a:ext cx="175680" cy="4737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18138871-0DC8-37CF-77D8-80C23E55A929}"/>
                    </a:ext>
                  </a:extLst>
                </p14:cNvPr>
                <p14:cNvContentPartPr/>
                <p14:nvPr/>
              </p14:nvContentPartPr>
              <p14:xfrm>
                <a:off x="9404750" y="3264157"/>
                <a:ext cx="141480" cy="37440"/>
              </p14:xfrm>
            </p:contentPart>
          </mc:Choice>
          <mc:Fallback xmlns="">
            <p:pic>
              <p:nvPicPr>
                <p:cNvPr id="25" name="Ink 24">
                  <a:extLst>
                    <a:ext uri="{FF2B5EF4-FFF2-40B4-BE49-F238E27FC236}">
                      <a16:creationId xmlns:a16="http://schemas.microsoft.com/office/drawing/2014/main" id="{18138871-0DC8-37CF-77D8-80C23E55A929}"/>
                    </a:ext>
                  </a:extLst>
                </p:cNvPr>
                <p:cNvPicPr/>
                <p:nvPr/>
              </p:nvPicPr>
              <p:blipFill>
                <a:blip r:embed="rId32"/>
                <a:stretch>
                  <a:fillRect/>
                </a:stretch>
              </p:blipFill>
              <p:spPr>
                <a:xfrm>
                  <a:off x="9386704" y="3246157"/>
                  <a:ext cx="177211"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F751A8B6-79DD-76B2-6F96-3A5E37C1AB6C}"/>
                    </a:ext>
                  </a:extLst>
                </p14:cNvPr>
                <p14:cNvContentPartPr/>
                <p14:nvPr/>
              </p14:nvContentPartPr>
              <p14:xfrm>
                <a:off x="9409790" y="3299077"/>
                <a:ext cx="137160" cy="113400"/>
              </p14:xfrm>
            </p:contentPart>
          </mc:Choice>
          <mc:Fallback xmlns="">
            <p:pic>
              <p:nvPicPr>
                <p:cNvPr id="26" name="Ink 25">
                  <a:extLst>
                    <a:ext uri="{FF2B5EF4-FFF2-40B4-BE49-F238E27FC236}">
                      <a16:creationId xmlns:a16="http://schemas.microsoft.com/office/drawing/2014/main" id="{F751A8B6-79DD-76B2-6F96-3A5E37C1AB6C}"/>
                    </a:ext>
                  </a:extLst>
                </p:cNvPr>
                <p:cNvPicPr/>
                <p:nvPr/>
              </p:nvPicPr>
              <p:blipFill>
                <a:blip r:embed="rId34"/>
                <a:stretch>
                  <a:fillRect/>
                </a:stretch>
              </p:blipFill>
              <p:spPr>
                <a:xfrm>
                  <a:off x="9391790" y="3281077"/>
                  <a:ext cx="1728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9AD3D1F9-7A4E-A292-4836-BAF03B57630A}"/>
                    </a:ext>
                  </a:extLst>
                </p14:cNvPr>
                <p14:cNvContentPartPr/>
                <p14:nvPr/>
              </p14:nvContentPartPr>
              <p14:xfrm>
                <a:off x="9483590" y="3267037"/>
                <a:ext cx="102960" cy="157320"/>
              </p14:xfrm>
            </p:contentPart>
          </mc:Choice>
          <mc:Fallback xmlns="">
            <p:pic>
              <p:nvPicPr>
                <p:cNvPr id="27" name="Ink 26">
                  <a:extLst>
                    <a:ext uri="{FF2B5EF4-FFF2-40B4-BE49-F238E27FC236}">
                      <a16:creationId xmlns:a16="http://schemas.microsoft.com/office/drawing/2014/main" id="{9AD3D1F9-7A4E-A292-4836-BAF03B57630A}"/>
                    </a:ext>
                  </a:extLst>
                </p:cNvPr>
                <p:cNvPicPr/>
                <p:nvPr/>
              </p:nvPicPr>
              <p:blipFill>
                <a:blip r:embed="rId36"/>
                <a:stretch>
                  <a:fillRect/>
                </a:stretch>
              </p:blipFill>
              <p:spPr>
                <a:xfrm>
                  <a:off x="9465653" y="3249037"/>
                  <a:ext cx="138476"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5F594B53-AF8A-BD38-D68E-2C86193C9612}"/>
                    </a:ext>
                  </a:extLst>
                </p14:cNvPr>
                <p14:cNvContentPartPr/>
                <p14:nvPr/>
              </p14:nvContentPartPr>
              <p14:xfrm>
                <a:off x="8705270" y="3700117"/>
                <a:ext cx="127080" cy="22320"/>
              </p14:xfrm>
            </p:contentPart>
          </mc:Choice>
          <mc:Fallback xmlns="">
            <p:pic>
              <p:nvPicPr>
                <p:cNvPr id="28" name="Ink 27">
                  <a:extLst>
                    <a:ext uri="{FF2B5EF4-FFF2-40B4-BE49-F238E27FC236}">
                      <a16:creationId xmlns:a16="http://schemas.microsoft.com/office/drawing/2014/main" id="{5F594B53-AF8A-BD38-D68E-2C86193C9612}"/>
                    </a:ext>
                  </a:extLst>
                </p:cNvPr>
                <p:cNvPicPr/>
                <p:nvPr/>
              </p:nvPicPr>
              <p:blipFill>
                <a:blip r:embed="rId38"/>
                <a:stretch>
                  <a:fillRect/>
                </a:stretch>
              </p:blipFill>
              <p:spPr>
                <a:xfrm>
                  <a:off x="8687321" y="3682403"/>
                  <a:ext cx="162619" cy="57394"/>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C6C58486-4F73-3C3C-10F4-DBB4756377BA}"/>
                    </a:ext>
                  </a:extLst>
                </p14:cNvPr>
                <p14:cNvContentPartPr/>
                <p14:nvPr/>
              </p14:nvContentPartPr>
              <p14:xfrm>
                <a:off x="8711750" y="3708037"/>
                <a:ext cx="181440" cy="62280"/>
              </p14:xfrm>
            </p:contentPart>
          </mc:Choice>
          <mc:Fallback xmlns="">
            <p:pic>
              <p:nvPicPr>
                <p:cNvPr id="29" name="Ink 28">
                  <a:extLst>
                    <a:ext uri="{FF2B5EF4-FFF2-40B4-BE49-F238E27FC236}">
                      <a16:creationId xmlns:a16="http://schemas.microsoft.com/office/drawing/2014/main" id="{C6C58486-4F73-3C3C-10F4-DBB4756377BA}"/>
                    </a:ext>
                  </a:extLst>
                </p:cNvPr>
                <p:cNvPicPr/>
                <p:nvPr/>
              </p:nvPicPr>
              <p:blipFill>
                <a:blip r:embed="rId40"/>
                <a:stretch>
                  <a:fillRect/>
                </a:stretch>
              </p:blipFill>
              <p:spPr>
                <a:xfrm>
                  <a:off x="8693750" y="3690037"/>
                  <a:ext cx="21708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0" name="Ink 29">
                  <a:extLst>
                    <a:ext uri="{FF2B5EF4-FFF2-40B4-BE49-F238E27FC236}">
                      <a16:creationId xmlns:a16="http://schemas.microsoft.com/office/drawing/2014/main" id="{3DA511AC-567C-A0E7-39A8-47B9181720AA}"/>
                    </a:ext>
                  </a:extLst>
                </p14:cNvPr>
                <p14:cNvContentPartPr/>
                <p14:nvPr/>
              </p14:nvContentPartPr>
              <p14:xfrm>
                <a:off x="8813990" y="3695077"/>
                <a:ext cx="93240" cy="145080"/>
              </p14:xfrm>
            </p:contentPart>
          </mc:Choice>
          <mc:Fallback xmlns="">
            <p:pic>
              <p:nvPicPr>
                <p:cNvPr id="30" name="Ink 29">
                  <a:extLst>
                    <a:ext uri="{FF2B5EF4-FFF2-40B4-BE49-F238E27FC236}">
                      <a16:creationId xmlns:a16="http://schemas.microsoft.com/office/drawing/2014/main" id="{3DA511AC-567C-A0E7-39A8-47B9181720AA}"/>
                    </a:ext>
                  </a:extLst>
                </p:cNvPr>
                <p:cNvPicPr/>
                <p:nvPr/>
              </p:nvPicPr>
              <p:blipFill>
                <a:blip r:embed="rId42"/>
                <a:stretch>
                  <a:fillRect/>
                </a:stretch>
              </p:blipFill>
              <p:spPr>
                <a:xfrm>
                  <a:off x="8795990" y="3677077"/>
                  <a:ext cx="12888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3" name="Ink 32">
                  <a:extLst>
                    <a:ext uri="{FF2B5EF4-FFF2-40B4-BE49-F238E27FC236}">
                      <a16:creationId xmlns:a16="http://schemas.microsoft.com/office/drawing/2014/main" id="{96C97E13-945E-624E-39DE-D8E25C4A6D15}"/>
                    </a:ext>
                  </a:extLst>
                </p14:cNvPr>
                <p14:cNvContentPartPr/>
                <p14:nvPr/>
              </p14:nvContentPartPr>
              <p14:xfrm>
                <a:off x="9169670" y="1776277"/>
                <a:ext cx="45360" cy="618840"/>
              </p14:xfrm>
            </p:contentPart>
          </mc:Choice>
          <mc:Fallback xmlns="">
            <p:pic>
              <p:nvPicPr>
                <p:cNvPr id="33" name="Ink 32">
                  <a:extLst>
                    <a:ext uri="{FF2B5EF4-FFF2-40B4-BE49-F238E27FC236}">
                      <a16:creationId xmlns:a16="http://schemas.microsoft.com/office/drawing/2014/main" id="{96C97E13-945E-624E-39DE-D8E25C4A6D15}"/>
                    </a:ext>
                  </a:extLst>
                </p:cNvPr>
                <p:cNvPicPr/>
                <p:nvPr/>
              </p:nvPicPr>
              <p:blipFill>
                <a:blip r:embed="rId44"/>
                <a:stretch>
                  <a:fillRect/>
                </a:stretch>
              </p:blipFill>
              <p:spPr>
                <a:xfrm>
                  <a:off x="9151526" y="1758277"/>
                  <a:ext cx="81285" cy="6544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4" name="Ink 33">
                  <a:extLst>
                    <a:ext uri="{FF2B5EF4-FFF2-40B4-BE49-F238E27FC236}">
                      <a16:creationId xmlns:a16="http://schemas.microsoft.com/office/drawing/2014/main" id="{AEB56FF2-985F-6243-7547-755512C15EA4}"/>
                    </a:ext>
                  </a:extLst>
                </p14:cNvPr>
                <p14:cNvContentPartPr/>
                <p14:nvPr/>
              </p14:nvContentPartPr>
              <p14:xfrm>
                <a:off x="9193790" y="1725517"/>
                <a:ext cx="684360" cy="94320"/>
              </p14:xfrm>
            </p:contentPart>
          </mc:Choice>
          <mc:Fallback xmlns="">
            <p:pic>
              <p:nvPicPr>
                <p:cNvPr id="34" name="Ink 33">
                  <a:extLst>
                    <a:ext uri="{FF2B5EF4-FFF2-40B4-BE49-F238E27FC236}">
                      <a16:creationId xmlns:a16="http://schemas.microsoft.com/office/drawing/2014/main" id="{AEB56FF2-985F-6243-7547-755512C15EA4}"/>
                    </a:ext>
                  </a:extLst>
                </p:cNvPr>
                <p:cNvPicPr/>
                <p:nvPr/>
              </p:nvPicPr>
              <p:blipFill>
                <a:blip r:embed="rId46"/>
                <a:stretch>
                  <a:fillRect/>
                </a:stretch>
              </p:blipFill>
              <p:spPr>
                <a:xfrm>
                  <a:off x="9175781" y="1707517"/>
                  <a:ext cx="720019"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5" name="Ink 34">
                  <a:extLst>
                    <a:ext uri="{FF2B5EF4-FFF2-40B4-BE49-F238E27FC236}">
                      <a16:creationId xmlns:a16="http://schemas.microsoft.com/office/drawing/2014/main" id="{BE9E50ED-D8F7-607D-AE45-8DA1449CC812}"/>
                    </a:ext>
                  </a:extLst>
                </p14:cNvPr>
                <p14:cNvContentPartPr/>
                <p14:nvPr/>
              </p14:nvContentPartPr>
              <p14:xfrm>
                <a:off x="9876350" y="1538317"/>
                <a:ext cx="403560" cy="189000"/>
              </p14:xfrm>
            </p:contentPart>
          </mc:Choice>
          <mc:Fallback xmlns="">
            <p:pic>
              <p:nvPicPr>
                <p:cNvPr id="35" name="Ink 34">
                  <a:extLst>
                    <a:ext uri="{FF2B5EF4-FFF2-40B4-BE49-F238E27FC236}">
                      <a16:creationId xmlns:a16="http://schemas.microsoft.com/office/drawing/2014/main" id="{BE9E50ED-D8F7-607D-AE45-8DA1449CC812}"/>
                    </a:ext>
                  </a:extLst>
                </p:cNvPr>
                <p:cNvPicPr/>
                <p:nvPr/>
              </p:nvPicPr>
              <p:blipFill>
                <a:blip r:embed="rId48"/>
                <a:stretch>
                  <a:fillRect/>
                </a:stretch>
              </p:blipFill>
              <p:spPr>
                <a:xfrm>
                  <a:off x="9858350" y="1520351"/>
                  <a:ext cx="439200" cy="224572"/>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6" name="Ink 35">
                  <a:extLst>
                    <a:ext uri="{FF2B5EF4-FFF2-40B4-BE49-F238E27FC236}">
                      <a16:creationId xmlns:a16="http://schemas.microsoft.com/office/drawing/2014/main" id="{C8068FAD-CD6C-DA91-4348-16DE79D995F7}"/>
                    </a:ext>
                  </a:extLst>
                </p14:cNvPr>
                <p14:cNvContentPartPr/>
                <p14:nvPr/>
              </p14:nvContentPartPr>
              <p14:xfrm>
                <a:off x="10306550" y="1568197"/>
                <a:ext cx="610200" cy="912960"/>
              </p14:xfrm>
            </p:contentPart>
          </mc:Choice>
          <mc:Fallback xmlns="">
            <p:pic>
              <p:nvPicPr>
                <p:cNvPr id="36" name="Ink 35">
                  <a:extLst>
                    <a:ext uri="{FF2B5EF4-FFF2-40B4-BE49-F238E27FC236}">
                      <a16:creationId xmlns:a16="http://schemas.microsoft.com/office/drawing/2014/main" id="{C8068FAD-CD6C-DA91-4348-16DE79D995F7}"/>
                    </a:ext>
                  </a:extLst>
                </p:cNvPr>
                <p:cNvPicPr/>
                <p:nvPr/>
              </p:nvPicPr>
              <p:blipFill>
                <a:blip r:embed="rId50"/>
                <a:stretch>
                  <a:fillRect/>
                </a:stretch>
              </p:blipFill>
              <p:spPr>
                <a:xfrm>
                  <a:off x="10288550" y="1550197"/>
                  <a:ext cx="645840" cy="9486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7" name="Ink 36">
                  <a:extLst>
                    <a:ext uri="{FF2B5EF4-FFF2-40B4-BE49-F238E27FC236}">
                      <a16:creationId xmlns:a16="http://schemas.microsoft.com/office/drawing/2014/main" id="{E1949049-4C44-1DA9-85E6-BD0BF4BF7D94}"/>
                    </a:ext>
                  </a:extLst>
                </p14:cNvPr>
                <p14:cNvContentPartPr/>
                <p14:nvPr/>
              </p14:nvContentPartPr>
              <p14:xfrm>
                <a:off x="10424270" y="2507077"/>
                <a:ext cx="1068840" cy="69480"/>
              </p14:xfrm>
            </p:contentPart>
          </mc:Choice>
          <mc:Fallback xmlns="">
            <p:pic>
              <p:nvPicPr>
                <p:cNvPr id="37" name="Ink 36">
                  <a:extLst>
                    <a:ext uri="{FF2B5EF4-FFF2-40B4-BE49-F238E27FC236}">
                      <a16:creationId xmlns:a16="http://schemas.microsoft.com/office/drawing/2014/main" id="{E1949049-4C44-1DA9-85E6-BD0BF4BF7D94}"/>
                    </a:ext>
                  </a:extLst>
                </p:cNvPr>
                <p:cNvPicPr/>
                <p:nvPr/>
              </p:nvPicPr>
              <p:blipFill>
                <a:blip r:embed="rId52"/>
                <a:stretch>
                  <a:fillRect/>
                </a:stretch>
              </p:blipFill>
              <p:spPr>
                <a:xfrm>
                  <a:off x="10406270" y="2489077"/>
                  <a:ext cx="11044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8" name="Ink 37">
                  <a:extLst>
                    <a:ext uri="{FF2B5EF4-FFF2-40B4-BE49-F238E27FC236}">
                      <a16:creationId xmlns:a16="http://schemas.microsoft.com/office/drawing/2014/main" id="{E6C83ECE-0828-D831-D7D8-DCDDDEE2EEF6}"/>
                    </a:ext>
                  </a:extLst>
                </p14:cNvPr>
                <p14:cNvContentPartPr/>
                <p14:nvPr/>
              </p14:nvContentPartPr>
              <p14:xfrm>
                <a:off x="11411750" y="2475397"/>
                <a:ext cx="56520" cy="75600"/>
              </p14:xfrm>
            </p:contentPart>
          </mc:Choice>
          <mc:Fallback xmlns="">
            <p:pic>
              <p:nvPicPr>
                <p:cNvPr id="38" name="Ink 37">
                  <a:extLst>
                    <a:ext uri="{FF2B5EF4-FFF2-40B4-BE49-F238E27FC236}">
                      <a16:creationId xmlns:a16="http://schemas.microsoft.com/office/drawing/2014/main" id="{E6C83ECE-0828-D831-D7D8-DCDDDEE2EEF6}"/>
                    </a:ext>
                  </a:extLst>
                </p:cNvPr>
                <p:cNvPicPr/>
                <p:nvPr/>
              </p:nvPicPr>
              <p:blipFill>
                <a:blip r:embed="rId54"/>
                <a:stretch>
                  <a:fillRect/>
                </a:stretch>
              </p:blipFill>
              <p:spPr>
                <a:xfrm>
                  <a:off x="11393864" y="2457397"/>
                  <a:ext cx="91934"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9" name="Ink 38">
                  <a:extLst>
                    <a:ext uri="{FF2B5EF4-FFF2-40B4-BE49-F238E27FC236}">
                      <a16:creationId xmlns:a16="http://schemas.microsoft.com/office/drawing/2014/main" id="{1E40F6FD-964E-1AA3-0379-E7C6FF3C6B8A}"/>
                    </a:ext>
                  </a:extLst>
                </p14:cNvPr>
                <p14:cNvContentPartPr/>
                <p14:nvPr/>
              </p14:nvContentPartPr>
              <p14:xfrm>
                <a:off x="11015750" y="2019277"/>
                <a:ext cx="203760" cy="223200"/>
              </p14:xfrm>
            </p:contentPart>
          </mc:Choice>
          <mc:Fallback xmlns="">
            <p:pic>
              <p:nvPicPr>
                <p:cNvPr id="39" name="Ink 38">
                  <a:extLst>
                    <a:ext uri="{FF2B5EF4-FFF2-40B4-BE49-F238E27FC236}">
                      <a16:creationId xmlns:a16="http://schemas.microsoft.com/office/drawing/2014/main" id="{1E40F6FD-964E-1AA3-0379-E7C6FF3C6B8A}"/>
                    </a:ext>
                  </a:extLst>
                </p:cNvPr>
                <p:cNvPicPr/>
                <p:nvPr/>
              </p:nvPicPr>
              <p:blipFill>
                <a:blip r:embed="rId56"/>
                <a:stretch>
                  <a:fillRect/>
                </a:stretch>
              </p:blipFill>
              <p:spPr>
                <a:xfrm>
                  <a:off x="10997718" y="2001277"/>
                  <a:ext cx="239463"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0" name="Ink 39">
                  <a:extLst>
                    <a:ext uri="{FF2B5EF4-FFF2-40B4-BE49-F238E27FC236}">
                      <a16:creationId xmlns:a16="http://schemas.microsoft.com/office/drawing/2014/main" id="{2E3544F4-FA8B-D731-7C3B-E2BEB2277302}"/>
                    </a:ext>
                  </a:extLst>
                </p14:cNvPr>
                <p14:cNvContentPartPr/>
                <p14:nvPr/>
              </p14:nvContentPartPr>
              <p14:xfrm>
                <a:off x="11321030" y="2156797"/>
                <a:ext cx="59040" cy="128520"/>
              </p14:xfrm>
            </p:contentPart>
          </mc:Choice>
          <mc:Fallback xmlns="">
            <p:pic>
              <p:nvPicPr>
                <p:cNvPr id="40" name="Ink 39">
                  <a:extLst>
                    <a:ext uri="{FF2B5EF4-FFF2-40B4-BE49-F238E27FC236}">
                      <a16:creationId xmlns:a16="http://schemas.microsoft.com/office/drawing/2014/main" id="{2E3544F4-FA8B-D731-7C3B-E2BEB2277302}"/>
                    </a:ext>
                  </a:extLst>
                </p:cNvPr>
                <p:cNvPicPr/>
                <p:nvPr/>
              </p:nvPicPr>
              <p:blipFill>
                <a:blip r:embed="rId58"/>
                <a:stretch>
                  <a:fillRect/>
                </a:stretch>
              </p:blipFill>
              <p:spPr>
                <a:xfrm>
                  <a:off x="11303030" y="2138797"/>
                  <a:ext cx="946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1" name="Ink 40">
                  <a:extLst>
                    <a:ext uri="{FF2B5EF4-FFF2-40B4-BE49-F238E27FC236}">
                      <a16:creationId xmlns:a16="http://schemas.microsoft.com/office/drawing/2014/main" id="{81719F2C-9399-266B-5250-2475217B27DB}"/>
                    </a:ext>
                  </a:extLst>
                </p14:cNvPr>
                <p14:cNvContentPartPr/>
                <p14:nvPr/>
              </p14:nvContentPartPr>
              <p14:xfrm>
                <a:off x="11452070" y="2131957"/>
                <a:ext cx="153360" cy="118080"/>
              </p14:xfrm>
            </p:contentPart>
          </mc:Choice>
          <mc:Fallback xmlns="">
            <p:pic>
              <p:nvPicPr>
                <p:cNvPr id="41" name="Ink 40">
                  <a:extLst>
                    <a:ext uri="{FF2B5EF4-FFF2-40B4-BE49-F238E27FC236}">
                      <a16:creationId xmlns:a16="http://schemas.microsoft.com/office/drawing/2014/main" id="{81719F2C-9399-266B-5250-2475217B27DB}"/>
                    </a:ext>
                  </a:extLst>
                </p:cNvPr>
                <p:cNvPicPr/>
                <p:nvPr/>
              </p:nvPicPr>
              <p:blipFill>
                <a:blip r:embed="rId60"/>
                <a:stretch>
                  <a:fillRect/>
                </a:stretch>
              </p:blipFill>
              <p:spPr>
                <a:xfrm>
                  <a:off x="11434028" y="2113957"/>
                  <a:ext cx="189084"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2" name="Ink 41">
                  <a:extLst>
                    <a:ext uri="{FF2B5EF4-FFF2-40B4-BE49-F238E27FC236}">
                      <a16:creationId xmlns:a16="http://schemas.microsoft.com/office/drawing/2014/main" id="{96D3F026-51F6-9133-C3E4-AE562CA5933B}"/>
                    </a:ext>
                  </a:extLst>
                </p14:cNvPr>
                <p14:cNvContentPartPr/>
                <p14:nvPr/>
              </p14:nvContentPartPr>
              <p14:xfrm>
                <a:off x="11670590" y="1990117"/>
                <a:ext cx="46800" cy="150480"/>
              </p14:xfrm>
            </p:contentPart>
          </mc:Choice>
          <mc:Fallback xmlns="">
            <p:pic>
              <p:nvPicPr>
                <p:cNvPr id="42" name="Ink 41">
                  <a:extLst>
                    <a:ext uri="{FF2B5EF4-FFF2-40B4-BE49-F238E27FC236}">
                      <a16:creationId xmlns:a16="http://schemas.microsoft.com/office/drawing/2014/main" id="{96D3F026-51F6-9133-C3E4-AE562CA5933B}"/>
                    </a:ext>
                  </a:extLst>
                </p:cNvPr>
                <p:cNvPicPr/>
                <p:nvPr/>
              </p:nvPicPr>
              <p:blipFill>
                <a:blip r:embed="rId62"/>
                <a:stretch>
                  <a:fillRect/>
                </a:stretch>
              </p:blipFill>
              <p:spPr>
                <a:xfrm>
                  <a:off x="11652590" y="1972117"/>
                  <a:ext cx="8244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3" name="Ink 42">
                  <a:extLst>
                    <a:ext uri="{FF2B5EF4-FFF2-40B4-BE49-F238E27FC236}">
                      <a16:creationId xmlns:a16="http://schemas.microsoft.com/office/drawing/2014/main" id="{3084EF89-968C-5D32-EEC5-DE5E8B496A8F}"/>
                    </a:ext>
                  </a:extLst>
                </p14:cNvPr>
                <p14:cNvContentPartPr/>
                <p14:nvPr/>
              </p14:nvContentPartPr>
              <p14:xfrm>
                <a:off x="11670950" y="2078677"/>
                <a:ext cx="140040" cy="51840"/>
              </p14:xfrm>
            </p:contentPart>
          </mc:Choice>
          <mc:Fallback xmlns="">
            <p:pic>
              <p:nvPicPr>
                <p:cNvPr id="43" name="Ink 42">
                  <a:extLst>
                    <a:ext uri="{FF2B5EF4-FFF2-40B4-BE49-F238E27FC236}">
                      <a16:creationId xmlns:a16="http://schemas.microsoft.com/office/drawing/2014/main" id="{3084EF89-968C-5D32-EEC5-DE5E8B496A8F}"/>
                    </a:ext>
                  </a:extLst>
                </p:cNvPr>
                <p:cNvPicPr/>
                <p:nvPr/>
              </p:nvPicPr>
              <p:blipFill>
                <a:blip r:embed="rId64"/>
                <a:stretch>
                  <a:fillRect/>
                </a:stretch>
              </p:blipFill>
              <p:spPr>
                <a:xfrm>
                  <a:off x="11652950" y="2060677"/>
                  <a:ext cx="175680" cy="87480"/>
                </a:xfrm>
                <a:prstGeom prst="rect">
                  <a:avLst/>
                </a:prstGeom>
              </p:spPr>
            </p:pic>
          </mc:Fallback>
        </mc:AlternateContent>
      </p:grpSp>
      <p:grpSp>
        <p:nvGrpSpPr>
          <p:cNvPr id="49" name="Group 48">
            <a:extLst>
              <a:ext uri="{FF2B5EF4-FFF2-40B4-BE49-F238E27FC236}">
                <a16:creationId xmlns:a16="http://schemas.microsoft.com/office/drawing/2014/main" id="{4C358A14-F245-9058-501C-0A3C545E46A9}"/>
              </a:ext>
            </a:extLst>
          </p:cNvPr>
          <p:cNvGrpSpPr/>
          <p:nvPr/>
        </p:nvGrpSpPr>
        <p:grpSpPr>
          <a:xfrm>
            <a:off x="9887870" y="1097317"/>
            <a:ext cx="401040" cy="263880"/>
            <a:chOff x="9887870" y="1097317"/>
            <a:chExt cx="401040" cy="263880"/>
          </a:xfrm>
        </p:grpSpPr>
        <mc:AlternateContent xmlns:mc="http://schemas.openxmlformats.org/markup-compatibility/2006" xmlns:p14="http://schemas.microsoft.com/office/powerpoint/2010/main">
          <mc:Choice Requires="p14">
            <p:contentPart p14:bwMode="auto" r:id="rId65">
              <p14:nvContentPartPr>
                <p14:cNvPr id="45" name="Ink 44">
                  <a:extLst>
                    <a:ext uri="{FF2B5EF4-FFF2-40B4-BE49-F238E27FC236}">
                      <a16:creationId xmlns:a16="http://schemas.microsoft.com/office/drawing/2014/main" id="{EDB9E928-EDE9-FE4D-4619-AC16C1EDEE06}"/>
                    </a:ext>
                  </a:extLst>
                </p14:cNvPr>
                <p14:cNvContentPartPr/>
                <p14:nvPr/>
              </p14:nvContentPartPr>
              <p14:xfrm>
                <a:off x="9909470" y="1105237"/>
                <a:ext cx="62640" cy="255960"/>
              </p14:xfrm>
            </p:contentPart>
          </mc:Choice>
          <mc:Fallback xmlns="">
            <p:pic>
              <p:nvPicPr>
                <p:cNvPr id="45" name="Ink 44">
                  <a:extLst>
                    <a:ext uri="{FF2B5EF4-FFF2-40B4-BE49-F238E27FC236}">
                      <a16:creationId xmlns:a16="http://schemas.microsoft.com/office/drawing/2014/main" id="{EDB9E928-EDE9-FE4D-4619-AC16C1EDEE06}"/>
                    </a:ext>
                  </a:extLst>
                </p:cNvPr>
                <p:cNvPicPr/>
                <p:nvPr/>
              </p:nvPicPr>
              <p:blipFill>
                <a:blip r:embed="rId66"/>
                <a:stretch>
                  <a:fillRect/>
                </a:stretch>
              </p:blipFill>
              <p:spPr>
                <a:xfrm>
                  <a:off x="9891470" y="1087262"/>
                  <a:ext cx="98280" cy="29155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6" name="Ink 45">
                  <a:extLst>
                    <a:ext uri="{FF2B5EF4-FFF2-40B4-BE49-F238E27FC236}">
                      <a16:creationId xmlns:a16="http://schemas.microsoft.com/office/drawing/2014/main" id="{2AEAC3FA-17EA-EAC2-C572-AAD9D96FDDAA}"/>
                    </a:ext>
                  </a:extLst>
                </p14:cNvPr>
                <p14:cNvContentPartPr/>
                <p14:nvPr/>
              </p14:nvContentPartPr>
              <p14:xfrm>
                <a:off x="9887870" y="1097317"/>
                <a:ext cx="199440" cy="138600"/>
              </p14:xfrm>
            </p:contentPart>
          </mc:Choice>
          <mc:Fallback xmlns="">
            <p:pic>
              <p:nvPicPr>
                <p:cNvPr id="46" name="Ink 45">
                  <a:extLst>
                    <a:ext uri="{FF2B5EF4-FFF2-40B4-BE49-F238E27FC236}">
                      <a16:creationId xmlns:a16="http://schemas.microsoft.com/office/drawing/2014/main" id="{2AEAC3FA-17EA-EAC2-C572-AAD9D96FDDAA}"/>
                    </a:ext>
                  </a:extLst>
                </p:cNvPr>
                <p:cNvPicPr/>
                <p:nvPr/>
              </p:nvPicPr>
              <p:blipFill>
                <a:blip r:embed="rId68"/>
                <a:stretch>
                  <a:fillRect/>
                </a:stretch>
              </p:blipFill>
              <p:spPr>
                <a:xfrm>
                  <a:off x="9869837" y="1079364"/>
                  <a:ext cx="235144" cy="174148"/>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7" name="Ink 46">
                  <a:extLst>
                    <a:ext uri="{FF2B5EF4-FFF2-40B4-BE49-F238E27FC236}">
                      <a16:creationId xmlns:a16="http://schemas.microsoft.com/office/drawing/2014/main" id="{D5ECAC26-E199-9EAA-8B1C-2E96483137BB}"/>
                    </a:ext>
                  </a:extLst>
                </p14:cNvPr>
                <p14:cNvContentPartPr/>
                <p14:nvPr/>
              </p14:nvContentPartPr>
              <p14:xfrm>
                <a:off x="10183430" y="1123237"/>
                <a:ext cx="91440" cy="226080"/>
              </p14:xfrm>
            </p:contentPart>
          </mc:Choice>
          <mc:Fallback xmlns="">
            <p:pic>
              <p:nvPicPr>
                <p:cNvPr id="47" name="Ink 46">
                  <a:extLst>
                    <a:ext uri="{FF2B5EF4-FFF2-40B4-BE49-F238E27FC236}">
                      <a16:creationId xmlns:a16="http://schemas.microsoft.com/office/drawing/2014/main" id="{D5ECAC26-E199-9EAA-8B1C-2E96483137BB}"/>
                    </a:ext>
                  </a:extLst>
                </p:cNvPr>
                <p:cNvPicPr/>
                <p:nvPr/>
              </p:nvPicPr>
              <p:blipFill>
                <a:blip r:embed="rId70"/>
                <a:stretch>
                  <a:fillRect/>
                </a:stretch>
              </p:blipFill>
              <p:spPr>
                <a:xfrm>
                  <a:off x="10165430" y="1105266"/>
                  <a:ext cx="127080" cy="261663"/>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8" name="Ink 47">
                  <a:extLst>
                    <a:ext uri="{FF2B5EF4-FFF2-40B4-BE49-F238E27FC236}">
                      <a16:creationId xmlns:a16="http://schemas.microsoft.com/office/drawing/2014/main" id="{5EC69E23-CD5D-D478-60CF-1DD27C249CC0}"/>
                    </a:ext>
                  </a:extLst>
                </p14:cNvPr>
                <p14:cNvContentPartPr/>
                <p14:nvPr/>
              </p14:nvContentPartPr>
              <p14:xfrm>
                <a:off x="10172990" y="1230517"/>
                <a:ext cx="115920" cy="55080"/>
              </p14:xfrm>
            </p:contentPart>
          </mc:Choice>
          <mc:Fallback xmlns="">
            <p:pic>
              <p:nvPicPr>
                <p:cNvPr id="48" name="Ink 47">
                  <a:extLst>
                    <a:ext uri="{FF2B5EF4-FFF2-40B4-BE49-F238E27FC236}">
                      <a16:creationId xmlns:a16="http://schemas.microsoft.com/office/drawing/2014/main" id="{5EC69E23-CD5D-D478-60CF-1DD27C249CC0}"/>
                    </a:ext>
                  </a:extLst>
                </p:cNvPr>
                <p:cNvPicPr/>
                <p:nvPr/>
              </p:nvPicPr>
              <p:blipFill>
                <a:blip r:embed="rId72"/>
                <a:stretch>
                  <a:fillRect/>
                </a:stretch>
              </p:blipFill>
              <p:spPr>
                <a:xfrm>
                  <a:off x="10155046" y="1212517"/>
                  <a:ext cx="151450" cy="90720"/>
                </a:xfrm>
                <a:prstGeom prst="rect">
                  <a:avLst/>
                </a:prstGeom>
              </p:spPr>
            </p:pic>
          </mc:Fallback>
        </mc:AlternateContent>
      </p:grpSp>
      <p:grpSp>
        <p:nvGrpSpPr>
          <p:cNvPr id="59" name="Group 58">
            <a:extLst>
              <a:ext uri="{FF2B5EF4-FFF2-40B4-BE49-F238E27FC236}">
                <a16:creationId xmlns:a16="http://schemas.microsoft.com/office/drawing/2014/main" id="{D9F083D4-D260-BBF0-681B-1824487820B9}"/>
              </a:ext>
            </a:extLst>
          </p:cNvPr>
          <p:cNvGrpSpPr/>
          <p:nvPr/>
        </p:nvGrpSpPr>
        <p:grpSpPr>
          <a:xfrm>
            <a:off x="9343910" y="3318517"/>
            <a:ext cx="754560" cy="812880"/>
            <a:chOff x="9343910" y="3318517"/>
            <a:chExt cx="754560" cy="812880"/>
          </a:xfrm>
        </p:grpSpPr>
        <mc:AlternateContent xmlns:mc="http://schemas.openxmlformats.org/markup-compatibility/2006" xmlns:p14="http://schemas.microsoft.com/office/powerpoint/2010/main">
          <mc:Choice Requires="p14">
            <p:contentPart p14:bwMode="auto" r:id="rId73">
              <p14:nvContentPartPr>
                <p14:cNvPr id="50" name="Ink 49">
                  <a:extLst>
                    <a:ext uri="{FF2B5EF4-FFF2-40B4-BE49-F238E27FC236}">
                      <a16:creationId xmlns:a16="http://schemas.microsoft.com/office/drawing/2014/main" id="{423ED58B-E9C7-AD77-200E-D632F1BF90B9}"/>
                    </a:ext>
                  </a:extLst>
                </p14:cNvPr>
                <p14:cNvContentPartPr/>
                <p14:nvPr/>
              </p14:nvContentPartPr>
              <p14:xfrm>
                <a:off x="9427790" y="3318517"/>
                <a:ext cx="219600" cy="382320"/>
              </p14:xfrm>
            </p:contentPart>
          </mc:Choice>
          <mc:Fallback xmlns="">
            <p:pic>
              <p:nvPicPr>
                <p:cNvPr id="50" name="Ink 49">
                  <a:extLst>
                    <a:ext uri="{FF2B5EF4-FFF2-40B4-BE49-F238E27FC236}">
                      <a16:creationId xmlns:a16="http://schemas.microsoft.com/office/drawing/2014/main" id="{423ED58B-E9C7-AD77-200E-D632F1BF90B9}"/>
                    </a:ext>
                  </a:extLst>
                </p:cNvPr>
                <p:cNvPicPr/>
                <p:nvPr/>
              </p:nvPicPr>
              <p:blipFill>
                <a:blip r:embed="rId74"/>
                <a:stretch>
                  <a:fillRect/>
                </a:stretch>
              </p:blipFill>
              <p:spPr>
                <a:xfrm>
                  <a:off x="9409790" y="3300517"/>
                  <a:ext cx="25524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1" name="Ink 50">
                  <a:extLst>
                    <a:ext uri="{FF2B5EF4-FFF2-40B4-BE49-F238E27FC236}">
                      <a16:creationId xmlns:a16="http://schemas.microsoft.com/office/drawing/2014/main" id="{BB244B39-BE79-0DFF-6AD9-73681183CA8E}"/>
                    </a:ext>
                  </a:extLst>
                </p14:cNvPr>
                <p14:cNvContentPartPr/>
                <p14:nvPr/>
              </p14:nvContentPartPr>
              <p14:xfrm>
                <a:off x="9609590" y="3669157"/>
                <a:ext cx="171000" cy="25200"/>
              </p14:xfrm>
            </p:contentPart>
          </mc:Choice>
          <mc:Fallback xmlns="">
            <p:pic>
              <p:nvPicPr>
                <p:cNvPr id="51" name="Ink 50">
                  <a:extLst>
                    <a:ext uri="{FF2B5EF4-FFF2-40B4-BE49-F238E27FC236}">
                      <a16:creationId xmlns:a16="http://schemas.microsoft.com/office/drawing/2014/main" id="{BB244B39-BE79-0DFF-6AD9-73681183CA8E}"/>
                    </a:ext>
                  </a:extLst>
                </p:cNvPr>
                <p:cNvPicPr/>
                <p:nvPr/>
              </p:nvPicPr>
              <p:blipFill>
                <a:blip r:embed="rId76"/>
                <a:stretch>
                  <a:fillRect/>
                </a:stretch>
              </p:blipFill>
              <p:spPr>
                <a:xfrm>
                  <a:off x="9591590" y="3651157"/>
                  <a:ext cx="2066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2" name="Ink 51">
                  <a:extLst>
                    <a:ext uri="{FF2B5EF4-FFF2-40B4-BE49-F238E27FC236}">
                      <a16:creationId xmlns:a16="http://schemas.microsoft.com/office/drawing/2014/main" id="{07EC23B1-5064-AD57-01FD-F2B7349BBBC9}"/>
                    </a:ext>
                  </a:extLst>
                </p14:cNvPr>
                <p14:cNvContentPartPr/>
                <p14:nvPr/>
              </p14:nvContentPartPr>
              <p14:xfrm>
                <a:off x="9684470" y="3685717"/>
                <a:ext cx="69120" cy="293760"/>
              </p14:xfrm>
            </p:contentPart>
          </mc:Choice>
          <mc:Fallback xmlns="">
            <p:pic>
              <p:nvPicPr>
                <p:cNvPr id="52" name="Ink 51">
                  <a:extLst>
                    <a:ext uri="{FF2B5EF4-FFF2-40B4-BE49-F238E27FC236}">
                      <a16:creationId xmlns:a16="http://schemas.microsoft.com/office/drawing/2014/main" id="{07EC23B1-5064-AD57-01FD-F2B7349BBBC9}"/>
                    </a:ext>
                  </a:extLst>
                </p:cNvPr>
                <p:cNvPicPr/>
                <p:nvPr/>
              </p:nvPicPr>
              <p:blipFill>
                <a:blip r:embed="rId78"/>
                <a:stretch>
                  <a:fillRect/>
                </a:stretch>
              </p:blipFill>
              <p:spPr>
                <a:xfrm>
                  <a:off x="9666470" y="3667717"/>
                  <a:ext cx="104760"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3" name="Ink 52">
                  <a:extLst>
                    <a:ext uri="{FF2B5EF4-FFF2-40B4-BE49-F238E27FC236}">
                      <a16:creationId xmlns:a16="http://schemas.microsoft.com/office/drawing/2014/main" id="{61F63F83-F30D-E0AC-9FE8-414F3723A41C}"/>
                    </a:ext>
                  </a:extLst>
                </p14:cNvPr>
                <p14:cNvContentPartPr/>
                <p14:nvPr/>
              </p14:nvContentPartPr>
              <p14:xfrm>
                <a:off x="9625790" y="3940597"/>
                <a:ext cx="199440" cy="38520"/>
              </p14:xfrm>
            </p:contentPart>
          </mc:Choice>
          <mc:Fallback xmlns="">
            <p:pic>
              <p:nvPicPr>
                <p:cNvPr id="53" name="Ink 52">
                  <a:extLst>
                    <a:ext uri="{FF2B5EF4-FFF2-40B4-BE49-F238E27FC236}">
                      <a16:creationId xmlns:a16="http://schemas.microsoft.com/office/drawing/2014/main" id="{61F63F83-F30D-E0AC-9FE8-414F3723A41C}"/>
                    </a:ext>
                  </a:extLst>
                </p:cNvPr>
                <p:cNvPicPr/>
                <p:nvPr/>
              </p:nvPicPr>
              <p:blipFill>
                <a:blip r:embed="rId80"/>
                <a:stretch>
                  <a:fillRect/>
                </a:stretch>
              </p:blipFill>
              <p:spPr>
                <a:xfrm>
                  <a:off x="9607790" y="3922427"/>
                  <a:ext cx="235080" cy="74496"/>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4" name="Ink 53">
                  <a:extLst>
                    <a:ext uri="{FF2B5EF4-FFF2-40B4-BE49-F238E27FC236}">
                      <a16:creationId xmlns:a16="http://schemas.microsoft.com/office/drawing/2014/main" id="{FC3BE611-8CBB-F781-D44E-E59C2DDEBB5E}"/>
                    </a:ext>
                  </a:extLst>
                </p14:cNvPr>
                <p14:cNvContentPartPr/>
                <p14:nvPr/>
              </p14:nvContentPartPr>
              <p14:xfrm>
                <a:off x="9642710" y="3984877"/>
                <a:ext cx="138240" cy="113040"/>
              </p14:xfrm>
            </p:contentPart>
          </mc:Choice>
          <mc:Fallback xmlns="">
            <p:pic>
              <p:nvPicPr>
                <p:cNvPr id="54" name="Ink 53">
                  <a:extLst>
                    <a:ext uri="{FF2B5EF4-FFF2-40B4-BE49-F238E27FC236}">
                      <a16:creationId xmlns:a16="http://schemas.microsoft.com/office/drawing/2014/main" id="{FC3BE611-8CBB-F781-D44E-E59C2DDEBB5E}"/>
                    </a:ext>
                  </a:extLst>
                </p:cNvPr>
                <p:cNvPicPr/>
                <p:nvPr/>
              </p:nvPicPr>
              <p:blipFill>
                <a:blip r:embed="rId82"/>
                <a:stretch>
                  <a:fillRect/>
                </a:stretch>
              </p:blipFill>
              <p:spPr>
                <a:xfrm>
                  <a:off x="9624710" y="3966877"/>
                  <a:ext cx="1738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5" name="Ink 54">
                  <a:extLst>
                    <a:ext uri="{FF2B5EF4-FFF2-40B4-BE49-F238E27FC236}">
                      <a16:creationId xmlns:a16="http://schemas.microsoft.com/office/drawing/2014/main" id="{73168CEA-E5EC-EFB6-CEF5-DAF38758186D}"/>
                    </a:ext>
                  </a:extLst>
                </p14:cNvPr>
                <p14:cNvContentPartPr/>
                <p14:nvPr/>
              </p14:nvContentPartPr>
              <p14:xfrm>
                <a:off x="9757910" y="3944557"/>
                <a:ext cx="116280" cy="186840"/>
              </p14:xfrm>
            </p:contentPart>
          </mc:Choice>
          <mc:Fallback xmlns="">
            <p:pic>
              <p:nvPicPr>
                <p:cNvPr id="55" name="Ink 54">
                  <a:extLst>
                    <a:ext uri="{FF2B5EF4-FFF2-40B4-BE49-F238E27FC236}">
                      <a16:creationId xmlns:a16="http://schemas.microsoft.com/office/drawing/2014/main" id="{73168CEA-E5EC-EFB6-CEF5-DAF38758186D}"/>
                    </a:ext>
                  </a:extLst>
                </p:cNvPr>
                <p:cNvPicPr/>
                <p:nvPr/>
              </p:nvPicPr>
              <p:blipFill>
                <a:blip r:embed="rId84"/>
                <a:stretch>
                  <a:fillRect/>
                </a:stretch>
              </p:blipFill>
              <p:spPr>
                <a:xfrm>
                  <a:off x="9739966" y="3926557"/>
                  <a:ext cx="15181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7" name="Ink 56">
                  <a:extLst>
                    <a:ext uri="{FF2B5EF4-FFF2-40B4-BE49-F238E27FC236}">
                      <a16:creationId xmlns:a16="http://schemas.microsoft.com/office/drawing/2014/main" id="{9E84F2A4-FF5D-E3FC-BF9F-F7AB9625FA1A}"/>
                    </a:ext>
                  </a:extLst>
                </p14:cNvPr>
                <p14:cNvContentPartPr/>
                <p14:nvPr/>
              </p14:nvContentPartPr>
              <p14:xfrm>
                <a:off x="9493670" y="3395557"/>
                <a:ext cx="354600" cy="579240"/>
              </p14:xfrm>
            </p:contentPart>
          </mc:Choice>
          <mc:Fallback xmlns="">
            <p:pic>
              <p:nvPicPr>
                <p:cNvPr id="57" name="Ink 56">
                  <a:extLst>
                    <a:ext uri="{FF2B5EF4-FFF2-40B4-BE49-F238E27FC236}">
                      <a16:creationId xmlns:a16="http://schemas.microsoft.com/office/drawing/2014/main" id="{9E84F2A4-FF5D-E3FC-BF9F-F7AB9625FA1A}"/>
                    </a:ext>
                  </a:extLst>
                </p:cNvPr>
                <p:cNvPicPr/>
                <p:nvPr/>
              </p:nvPicPr>
              <p:blipFill>
                <a:blip r:embed="rId86"/>
                <a:stretch>
                  <a:fillRect/>
                </a:stretch>
              </p:blipFill>
              <p:spPr>
                <a:xfrm>
                  <a:off x="9475652" y="3377568"/>
                  <a:ext cx="390276" cy="614858"/>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8" name="Ink 57">
                  <a:extLst>
                    <a:ext uri="{FF2B5EF4-FFF2-40B4-BE49-F238E27FC236}">
                      <a16:creationId xmlns:a16="http://schemas.microsoft.com/office/drawing/2014/main" id="{73C8A0D1-6A94-76FC-D5F6-5B7AD584B1A9}"/>
                    </a:ext>
                  </a:extLst>
                </p14:cNvPr>
                <p14:cNvContentPartPr/>
                <p14:nvPr/>
              </p14:nvContentPartPr>
              <p14:xfrm>
                <a:off x="9343910" y="3510397"/>
                <a:ext cx="754560" cy="330120"/>
              </p14:xfrm>
            </p:contentPart>
          </mc:Choice>
          <mc:Fallback xmlns="">
            <p:pic>
              <p:nvPicPr>
                <p:cNvPr id="58" name="Ink 57">
                  <a:extLst>
                    <a:ext uri="{FF2B5EF4-FFF2-40B4-BE49-F238E27FC236}">
                      <a16:creationId xmlns:a16="http://schemas.microsoft.com/office/drawing/2014/main" id="{73C8A0D1-6A94-76FC-D5F6-5B7AD584B1A9}"/>
                    </a:ext>
                  </a:extLst>
                </p:cNvPr>
                <p:cNvPicPr/>
                <p:nvPr/>
              </p:nvPicPr>
              <p:blipFill>
                <a:blip r:embed="rId88"/>
                <a:stretch>
                  <a:fillRect/>
                </a:stretch>
              </p:blipFill>
              <p:spPr>
                <a:xfrm>
                  <a:off x="9325910" y="3492397"/>
                  <a:ext cx="790200" cy="365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9">
            <p14:nvContentPartPr>
              <p14:cNvPr id="60" name="Ink 59">
                <a:extLst>
                  <a:ext uri="{FF2B5EF4-FFF2-40B4-BE49-F238E27FC236}">
                    <a16:creationId xmlns:a16="http://schemas.microsoft.com/office/drawing/2014/main" id="{E2D9126D-8F70-AE96-7054-C5E477E9C0FD}"/>
                  </a:ext>
                </a:extLst>
              </p14:cNvPr>
              <p14:cNvContentPartPr/>
              <p14:nvPr/>
            </p14:nvContentPartPr>
            <p14:xfrm>
              <a:off x="9752150" y="752797"/>
              <a:ext cx="807480" cy="1094040"/>
            </p14:xfrm>
          </p:contentPart>
        </mc:Choice>
        <mc:Fallback xmlns="">
          <p:pic>
            <p:nvPicPr>
              <p:cNvPr id="60" name="Ink 59">
                <a:extLst>
                  <a:ext uri="{FF2B5EF4-FFF2-40B4-BE49-F238E27FC236}">
                    <a16:creationId xmlns:a16="http://schemas.microsoft.com/office/drawing/2014/main" id="{E2D9126D-8F70-AE96-7054-C5E477E9C0FD}"/>
                  </a:ext>
                </a:extLst>
              </p:cNvPr>
              <p:cNvPicPr/>
              <p:nvPr/>
            </p:nvPicPr>
            <p:blipFill>
              <a:blip r:embed="rId90"/>
              <a:stretch>
                <a:fillRect/>
              </a:stretch>
            </p:blipFill>
            <p:spPr>
              <a:xfrm>
                <a:off x="9734150" y="734797"/>
                <a:ext cx="843120" cy="11296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1" name="Ink 60">
                <a:extLst>
                  <a:ext uri="{FF2B5EF4-FFF2-40B4-BE49-F238E27FC236}">
                    <a16:creationId xmlns:a16="http://schemas.microsoft.com/office/drawing/2014/main" id="{0CBEA33E-A09B-A3AA-B439-A25A7A6EB52E}"/>
                  </a:ext>
                </a:extLst>
              </p14:cNvPr>
              <p14:cNvContentPartPr/>
              <p14:nvPr/>
            </p14:nvContentPartPr>
            <p14:xfrm>
              <a:off x="6851990" y="1351837"/>
              <a:ext cx="3275640" cy="1209960"/>
            </p14:xfrm>
          </p:contentPart>
        </mc:Choice>
        <mc:Fallback xmlns="">
          <p:pic>
            <p:nvPicPr>
              <p:cNvPr id="61" name="Ink 60">
                <a:extLst>
                  <a:ext uri="{FF2B5EF4-FFF2-40B4-BE49-F238E27FC236}">
                    <a16:creationId xmlns:a16="http://schemas.microsoft.com/office/drawing/2014/main" id="{0CBEA33E-A09B-A3AA-B439-A25A7A6EB52E}"/>
                  </a:ext>
                </a:extLst>
              </p:cNvPr>
              <p:cNvPicPr/>
              <p:nvPr/>
            </p:nvPicPr>
            <p:blipFill>
              <a:blip r:embed="rId92"/>
              <a:stretch>
                <a:fillRect/>
              </a:stretch>
            </p:blipFill>
            <p:spPr>
              <a:xfrm>
                <a:off x="6833990" y="1333832"/>
                <a:ext cx="3311280" cy="1245611"/>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2" name="Ink 61">
                <a:extLst>
                  <a:ext uri="{FF2B5EF4-FFF2-40B4-BE49-F238E27FC236}">
                    <a16:creationId xmlns:a16="http://schemas.microsoft.com/office/drawing/2014/main" id="{E6737AD9-0184-32E5-5F50-1380676BF25B}"/>
                  </a:ext>
                </a:extLst>
              </p14:cNvPr>
              <p14:cNvContentPartPr/>
              <p14:nvPr/>
            </p14:nvContentPartPr>
            <p14:xfrm>
              <a:off x="5009510" y="2941957"/>
              <a:ext cx="893520" cy="69480"/>
            </p14:xfrm>
          </p:contentPart>
        </mc:Choice>
        <mc:Fallback xmlns="">
          <p:pic>
            <p:nvPicPr>
              <p:cNvPr id="62" name="Ink 61">
                <a:extLst>
                  <a:ext uri="{FF2B5EF4-FFF2-40B4-BE49-F238E27FC236}">
                    <a16:creationId xmlns:a16="http://schemas.microsoft.com/office/drawing/2014/main" id="{E6737AD9-0184-32E5-5F50-1380676BF25B}"/>
                  </a:ext>
                </a:extLst>
              </p:cNvPr>
              <p:cNvPicPr/>
              <p:nvPr/>
            </p:nvPicPr>
            <p:blipFill>
              <a:blip r:embed="rId94"/>
              <a:stretch>
                <a:fillRect/>
              </a:stretch>
            </p:blipFill>
            <p:spPr>
              <a:xfrm>
                <a:off x="4991510" y="2923863"/>
                <a:ext cx="929160" cy="105306"/>
              </a:xfrm>
              <a:prstGeom prst="rect">
                <a:avLst/>
              </a:prstGeom>
            </p:spPr>
          </p:pic>
        </mc:Fallback>
      </mc:AlternateContent>
      <p:grpSp>
        <p:nvGrpSpPr>
          <p:cNvPr id="70" name="Group 69">
            <a:extLst>
              <a:ext uri="{FF2B5EF4-FFF2-40B4-BE49-F238E27FC236}">
                <a16:creationId xmlns:a16="http://schemas.microsoft.com/office/drawing/2014/main" id="{46E22DF6-E61C-A931-282B-46A173C01680}"/>
              </a:ext>
            </a:extLst>
          </p:cNvPr>
          <p:cNvGrpSpPr/>
          <p:nvPr/>
        </p:nvGrpSpPr>
        <p:grpSpPr>
          <a:xfrm>
            <a:off x="5102390" y="1983637"/>
            <a:ext cx="1196640" cy="468360"/>
            <a:chOff x="5102390" y="1983637"/>
            <a:chExt cx="1196640" cy="468360"/>
          </a:xfrm>
        </p:grpSpPr>
        <mc:AlternateContent xmlns:mc="http://schemas.openxmlformats.org/markup-compatibility/2006" xmlns:p14="http://schemas.microsoft.com/office/powerpoint/2010/main">
          <mc:Choice Requires="p14">
            <p:contentPart p14:bwMode="auto" r:id="rId95">
              <p14:nvContentPartPr>
                <p14:cNvPr id="63" name="Ink 62">
                  <a:extLst>
                    <a:ext uri="{FF2B5EF4-FFF2-40B4-BE49-F238E27FC236}">
                      <a16:creationId xmlns:a16="http://schemas.microsoft.com/office/drawing/2014/main" id="{9101A587-89F6-A2E9-4D7F-2D870C6B3D3D}"/>
                    </a:ext>
                  </a:extLst>
                </p14:cNvPr>
                <p14:cNvContentPartPr/>
                <p14:nvPr/>
              </p14:nvContentPartPr>
              <p14:xfrm>
                <a:off x="5143070" y="2178757"/>
                <a:ext cx="68760" cy="273240"/>
              </p14:xfrm>
            </p:contentPart>
          </mc:Choice>
          <mc:Fallback xmlns="">
            <p:pic>
              <p:nvPicPr>
                <p:cNvPr id="63" name="Ink 62">
                  <a:extLst>
                    <a:ext uri="{FF2B5EF4-FFF2-40B4-BE49-F238E27FC236}">
                      <a16:creationId xmlns:a16="http://schemas.microsoft.com/office/drawing/2014/main" id="{9101A587-89F6-A2E9-4D7F-2D870C6B3D3D}"/>
                    </a:ext>
                  </a:extLst>
                </p:cNvPr>
                <p:cNvPicPr/>
                <p:nvPr/>
              </p:nvPicPr>
              <p:blipFill>
                <a:blip r:embed="rId96"/>
                <a:stretch>
                  <a:fillRect/>
                </a:stretch>
              </p:blipFill>
              <p:spPr>
                <a:xfrm>
                  <a:off x="5125070" y="2160757"/>
                  <a:ext cx="10440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4" name="Ink 63">
                  <a:extLst>
                    <a:ext uri="{FF2B5EF4-FFF2-40B4-BE49-F238E27FC236}">
                      <a16:creationId xmlns:a16="http://schemas.microsoft.com/office/drawing/2014/main" id="{A528E63F-8CD8-227D-24E6-11681411C5DB}"/>
                    </a:ext>
                  </a:extLst>
                </p14:cNvPr>
                <p14:cNvContentPartPr/>
                <p14:nvPr/>
              </p14:nvContentPartPr>
              <p14:xfrm>
                <a:off x="5102390" y="2252917"/>
                <a:ext cx="145440" cy="98640"/>
              </p14:xfrm>
            </p:contentPart>
          </mc:Choice>
          <mc:Fallback xmlns="">
            <p:pic>
              <p:nvPicPr>
                <p:cNvPr id="64" name="Ink 63">
                  <a:extLst>
                    <a:ext uri="{FF2B5EF4-FFF2-40B4-BE49-F238E27FC236}">
                      <a16:creationId xmlns:a16="http://schemas.microsoft.com/office/drawing/2014/main" id="{A528E63F-8CD8-227D-24E6-11681411C5DB}"/>
                    </a:ext>
                  </a:extLst>
                </p:cNvPr>
                <p:cNvPicPr/>
                <p:nvPr/>
              </p:nvPicPr>
              <p:blipFill>
                <a:blip r:embed="rId98"/>
                <a:stretch>
                  <a:fillRect/>
                </a:stretch>
              </p:blipFill>
              <p:spPr>
                <a:xfrm>
                  <a:off x="5084390" y="2234982"/>
                  <a:ext cx="181080" cy="13415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5" name="Ink 64">
                  <a:extLst>
                    <a:ext uri="{FF2B5EF4-FFF2-40B4-BE49-F238E27FC236}">
                      <a16:creationId xmlns:a16="http://schemas.microsoft.com/office/drawing/2014/main" id="{79CF3174-E408-9F7E-4A93-8E354F1F5BF7}"/>
                    </a:ext>
                  </a:extLst>
                </p14:cNvPr>
                <p14:cNvContentPartPr/>
                <p14:nvPr/>
              </p14:nvContentPartPr>
              <p14:xfrm>
                <a:off x="5255030" y="2201437"/>
                <a:ext cx="169560" cy="180360"/>
              </p14:xfrm>
            </p:contentPart>
          </mc:Choice>
          <mc:Fallback xmlns="">
            <p:pic>
              <p:nvPicPr>
                <p:cNvPr id="65" name="Ink 64">
                  <a:extLst>
                    <a:ext uri="{FF2B5EF4-FFF2-40B4-BE49-F238E27FC236}">
                      <a16:creationId xmlns:a16="http://schemas.microsoft.com/office/drawing/2014/main" id="{79CF3174-E408-9F7E-4A93-8E354F1F5BF7}"/>
                    </a:ext>
                  </a:extLst>
                </p:cNvPr>
                <p:cNvPicPr/>
                <p:nvPr/>
              </p:nvPicPr>
              <p:blipFill>
                <a:blip r:embed="rId100"/>
                <a:stretch>
                  <a:fillRect/>
                </a:stretch>
              </p:blipFill>
              <p:spPr>
                <a:xfrm>
                  <a:off x="5237030" y="2183437"/>
                  <a:ext cx="205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6" name="Ink 65">
                  <a:extLst>
                    <a:ext uri="{FF2B5EF4-FFF2-40B4-BE49-F238E27FC236}">
                      <a16:creationId xmlns:a16="http://schemas.microsoft.com/office/drawing/2014/main" id="{375083DB-9AD9-5595-4EE7-C02B8B10ADCF}"/>
                    </a:ext>
                  </a:extLst>
                </p14:cNvPr>
                <p14:cNvContentPartPr/>
                <p14:nvPr/>
              </p14:nvContentPartPr>
              <p14:xfrm>
                <a:off x="5471390" y="2211877"/>
                <a:ext cx="77760" cy="169920"/>
              </p14:xfrm>
            </p:contentPart>
          </mc:Choice>
          <mc:Fallback xmlns="">
            <p:pic>
              <p:nvPicPr>
                <p:cNvPr id="66" name="Ink 65">
                  <a:extLst>
                    <a:ext uri="{FF2B5EF4-FFF2-40B4-BE49-F238E27FC236}">
                      <a16:creationId xmlns:a16="http://schemas.microsoft.com/office/drawing/2014/main" id="{375083DB-9AD9-5595-4EE7-C02B8B10ADCF}"/>
                    </a:ext>
                  </a:extLst>
                </p:cNvPr>
                <p:cNvPicPr/>
                <p:nvPr/>
              </p:nvPicPr>
              <p:blipFill>
                <a:blip r:embed="rId102"/>
                <a:stretch>
                  <a:fillRect/>
                </a:stretch>
              </p:blipFill>
              <p:spPr>
                <a:xfrm>
                  <a:off x="5453390" y="2193877"/>
                  <a:ext cx="11340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7" name="Ink 66">
                  <a:extLst>
                    <a:ext uri="{FF2B5EF4-FFF2-40B4-BE49-F238E27FC236}">
                      <a16:creationId xmlns:a16="http://schemas.microsoft.com/office/drawing/2014/main" id="{C677058B-4892-0DB2-D156-7ACC53952551}"/>
                    </a:ext>
                  </a:extLst>
                </p14:cNvPr>
                <p14:cNvContentPartPr/>
                <p14:nvPr/>
              </p14:nvContentPartPr>
              <p14:xfrm>
                <a:off x="5583350" y="2176237"/>
                <a:ext cx="80280" cy="123840"/>
              </p14:xfrm>
            </p:contentPart>
          </mc:Choice>
          <mc:Fallback xmlns="">
            <p:pic>
              <p:nvPicPr>
                <p:cNvPr id="67" name="Ink 66">
                  <a:extLst>
                    <a:ext uri="{FF2B5EF4-FFF2-40B4-BE49-F238E27FC236}">
                      <a16:creationId xmlns:a16="http://schemas.microsoft.com/office/drawing/2014/main" id="{C677058B-4892-0DB2-D156-7ACC53952551}"/>
                    </a:ext>
                  </a:extLst>
                </p:cNvPr>
                <p:cNvPicPr/>
                <p:nvPr/>
              </p:nvPicPr>
              <p:blipFill>
                <a:blip r:embed="rId104"/>
                <a:stretch>
                  <a:fillRect/>
                </a:stretch>
              </p:blipFill>
              <p:spPr>
                <a:xfrm>
                  <a:off x="5565350" y="2158237"/>
                  <a:ext cx="11592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8" name="Ink 67">
                  <a:extLst>
                    <a:ext uri="{FF2B5EF4-FFF2-40B4-BE49-F238E27FC236}">
                      <a16:creationId xmlns:a16="http://schemas.microsoft.com/office/drawing/2014/main" id="{06576930-3200-CA85-4A32-A980B22C5261}"/>
                    </a:ext>
                  </a:extLst>
                </p14:cNvPr>
                <p14:cNvContentPartPr/>
                <p14:nvPr/>
              </p14:nvContentPartPr>
              <p14:xfrm>
                <a:off x="5773430" y="2129797"/>
                <a:ext cx="216720" cy="109080"/>
              </p14:xfrm>
            </p:contentPart>
          </mc:Choice>
          <mc:Fallback xmlns="">
            <p:pic>
              <p:nvPicPr>
                <p:cNvPr id="68" name="Ink 67">
                  <a:extLst>
                    <a:ext uri="{FF2B5EF4-FFF2-40B4-BE49-F238E27FC236}">
                      <a16:creationId xmlns:a16="http://schemas.microsoft.com/office/drawing/2014/main" id="{06576930-3200-CA85-4A32-A980B22C5261}"/>
                    </a:ext>
                  </a:extLst>
                </p:cNvPr>
                <p:cNvPicPr/>
                <p:nvPr/>
              </p:nvPicPr>
              <p:blipFill>
                <a:blip r:embed="rId106"/>
                <a:stretch>
                  <a:fillRect/>
                </a:stretch>
              </p:blipFill>
              <p:spPr>
                <a:xfrm>
                  <a:off x="5755430" y="2111737"/>
                  <a:ext cx="252360" cy="144838"/>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9" name="Ink 68">
                  <a:extLst>
                    <a:ext uri="{FF2B5EF4-FFF2-40B4-BE49-F238E27FC236}">
                      <a16:creationId xmlns:a16="http://schemas.microsoft.com/office/drawing/2014/main" id="{BF6C6E30-7A16-7FE5-DD21-2996856B491C}"/>
                    </a:ext>
                  </a:extLst>
                </p14:cNvPr>
                <p14:cNvContentPartPr/>
                <p14:nvPr/>
              </p14:nvContentPartPr>
              <p14:xfrm>
                <a:off x="6063950" y="1983637"/>
                <a:ext cx="235080" cy="251280"/>
              </p14:xfrm>
            </p:contentPart>
          </mc:Choice>
          <mc:Fallback xmlns="">
            <p:pic>
              <p:nvPicPr>
                <p:cNvPr id="69" name="Ink 68">
                  <a:extLst>
                    <a:ext uri="{FF2B5EF4-FFF2-40B4-BE49-F238E27FC236}">
                      <a16:creationId xmlns:a16="http://schemas.microsoft.com/office/drawing/2014/main" id="{BF6C6E30-7A16-7FE5-DD21-2996856B491C}"/>
                    </a:ext>
                  </a:extLst>
                </p:cNvPr>
                <p:cNvPicPr/>
                <p:nvPr/>
              </p:nvPicPr>
              <p:blipFill>
                <a:blip r:embed="rId108"/>
                <a:stretch>
                  <a:fillRect/>
                </a:stretch>
              </p:blipFill>
              <p:spPr>
                <a:xfrm>
                  <a:off x="6045950" y="1965611"/>
                  <a:ext cx="270720" cy="286971"/>
                </a:xfrm>
                <a:prstGeom prst="rect">
                  <a:avLst/>
                </a:prstGeom>
              </p:spPr>
            </p:pic>
          </mc:Fallback>
        </mc:AlternateContent>
      </p:grpSp>
      <p:grpSp>
        <p:nvGrpSpPr>
          <p:cNvPr id="82" name="Group 81">
            <a:extLst>
              <a:ext uri="{FF2B5EF4-FFF2-40B4-BE49-F238E27FC236}">
                <a16:creationId xmlns:a16="http://schemas.microsoft.com/office/drawing/2014/main" id="{7A0C6079-4BE9-9BFD-BF3E-79562A473FC0}"/>
              </a:ext>
            </a:extLst>
          </p:cNvPr>
          <p:cNvGrpSpPr/>
          <p:nvPr/>
        </p:nvGrpSpPr>
        <p:grpSpPr>
          <a:xfrm>
            <a:off x="7659470" y="2427517"/>
            <a:ext cx="765000" cy="819000"/>
            <a:chOff x="7659470" y="2427517"/>
            <a:chExt cx="765000" cy="819000"/>
          </a:xfrm>
        </p:grpSpPr>
        <mc:AlternateContent xmlns:mc="http://schemas.openxmlformats.org/markup-compatibility/2006" xmlns:p14="http://schemas.microsoft.com/office/powerpoint/2010/main">
          <mc:Choice Requires="p14">
            <p:contentPart p14:bwMode="auto" r:id="rId109">
              <p14:nvContentPartPr>
                <p14:cNvPr id="71" name="Ink 70">
                  <a:extLst>
                    <a:ext uri="{FF2B5EF4-FFF2-40B4-BE49-F238E27FC236}">
                      <a16:creationId xmlns:a16="http://schemas.microsoft.com/office/drawing/2014/main" id="{CFBD4BCA-FAC6-8208-92C2-3D96BE7073C8}"/>
                    </a:ext>
                  </a:extLst>
                </p14:cNvPr>
                <p14:cNvContentPartPr/>
                <p14:nvPr/>
              </p14:nvContentPartPr>
              <p14:xfrm>
                <a:off x="8120270" y="2763037"/>
                <a:ext cx="73080" cy="483480"/>
              </p14:xfrm>
            </p:contentPart>
          </mc:Choice>
          <mc:Fallback xmlns="">
            <p:pic>
              <p:nvPicPr>
                <p:cNvPr id="71" name="Ink 70">
                  <a:extLst>
                    <a:ext uri="{FF2B5EF4-FFF2-40B4-BE49-F238E27FC236}">
                      <a16:creationId xmlns:a16="http://schemas.microsoft.com/office/drawing/2014/main" id="{CFBD4BCA-FAC6-8208-92C2-3D96BE7073C8}"/>
                    </a:ext>
                  </a:extLst>
                </p:cNvPr>
                <p:cNvPicPr/>
                <p:nvPr/>
              </p:nvPicPr>
              <p:blipFill>
                <a:blip r:embed="rId110"/>
                <a:stretch>
                  <a:fillRect/>
                </a:stretch>
              </p:blipFill>
              <p:spPr>
                <a:xfrm>
                  <a:off x="8102270" y="2745037"/>
                  <a:ext cx="108720" cy="5191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2" name="Ink 71">
                  <a:extLst>
                    <a:ext uri="{FF2B5EF4-FFF2-40B4-BE49-F238E27FC236}">
                      <a16:creationId xmlns:a16="http://schemas.microsoft.com/office/drawing/2014/main" id="{55BBD03A-97E5-98E6-2A5A-3595123B68B0}"/>
                    </a:ext>
                  </a:extLst>
                </p14:cNvPr>
                <p14:cNvContentPartPr/>
                <p14:nvPr/>
              </p14:nvContentPartPr>
              <p14:xfrm>
                <a:off x="8045750" y="2729197"/>
                <a:ext cx="177840" cy="158400"/>
              </p14:xfrm>
            </p:contentPart>
          </mc:Choice>
          <mc:Fallback xmlns="">
            <p:pic>
              <p:nvPicPr>
                <p:cNvPr id="72" name="Ink 71">
                  <a:extLst>
                    <a:ext uri="{FF2B5EF4-FFF2-40B4-BE49-F238E27FC236}">
                      <a16:creationId xmlns:a16="http://schemas.microsoft.com/office/drawing/2014/main" id="{55BBD03A-97E5-98E6-2A5A-3595123B68B0}"/>
                    </a:ext>
                  </a:extLst>
                </p:cNvPr>
                <p:cNvPicPr/>
                <p:nvPr/>
              </p:nvPicPr>
              <p:blipFill>
                <a:blip r:embed="rId112"/>
                <a:stretch>
                  <a:fillRect/>
                </a:stretch>
              </p:blipFill>
              <p:spPr>
                <a:xfrm>
                  <a:off x="8027750" y="2711197"/>
                  <a:ext cx="21348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4" name="Ink 73">
                  <a:extLst>
                    <a:ext uri="{FF2B5EF4-FFF2-40B4-BE49-F238E27FC236}">
                      <a16:creationId xmlns:a16="http://schemas.microsoft.com/office/drawing/2014/main" id="{668CFA6A-33F0-08FE-C61C-03C753D686E9}"/>
                    </a:ext>
                  </a:extLst>
                </p14:cNvPr>
                <p14:cNvContentPartPr/>
                <p14:nvPr/>
              </p14:nvContentPartPr>
              <p14:xfrm>
                <a:off x="7691510" y="2544517"/>
                <a:ext cx="97560" cy="245880"/>
              </p14:xfrm>
            </p:contentPart>
          </mc:Choice>
          <mc:Fallback xmlns="">
            <p:pic>
              <p:nvPicPr>
                <p:cNvPr id="74" name="Ink 73">
                  <a:extLst>
                    <a:ext uri="{FF2B5EF4-FFF2-40B4-BE49-F238E27FC236}">
                      <a16:creationId xmlns:a16="http://schemas.microsoft.com/office/drawing/2014/main" id="{668CFA6A-33F0-08FE-C61C-03C753D686E9}"/>
                    </a:ext>
                  </a:extLst>
                </p:cNvPr>
                <p:cNvPicPr/>
                <p:nvPr/>
              </p:nvPicPr>
              <p:blipFill>
                <a:blip r:embed="rId114"/>
                <a:stretch>
                  <a:fillRect/>
                </a:stretch>
              </p:blipFill>
              <p:spPr>
                <a:xfrm>
                  <a:off x="7673510" y="2526517"/>
                  <a:ext cx="13320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5" name="Ink 74">
                  <a:extLst>
                    <a:ext uri="{FF2B5EF4-FFF2-40B4-BE49-F238E27FC236}">
                      <a16:creationId xmlns:a16="http://schemas.microsoft.com/office/drawing/2014/main" id="{B7ED0F85-F7AC-6E4E-ED72-3C73FE1082F0}"/>
                    </a:ext>
                  </a:extLst>
                </p14:cNvPr>
                <p14:cNvContentPartPr/>
                <p14:nvPr/>
              </p14:nvContentPartPr>
              <p14:xfrm>
                <a:off x="7659470" y="2444077"/>
                <a:ext cx="23760" cy="25560"/>
              </p14:xfrm>
            </p:contentPart>
          </mc:Choice>
          <mc:Fallback xmlns="">
            <p:pic>
              <p:nvPicPr>
                <p:cNvPr id="75" name="Ink 74">
                  <a:extLst>
                    <a:ext uri="{FF2B5EF4-FFF2-40B4-BE49-F238E27FC236}">
                      <a16:creationId xmlns:a16="http://schemas.microsoft.com/office/drawing/2014/main" id="{B7ED0F85-F7AC-6E4E-ED72-3C73FE1082F0}"/>
                    </a:ext>
                  </a:extLst>
                </p:cNvPr>
                <p:cNvPicPr/>
                <p:nvPr/>
              </p:nvPicPr>
              <p:blipFill>
                <a:blip r:embed="rId116"/>
                <a:stretch>
                  <a:fillRect/>
                </a:stretch>
              </p:blipFill>
              <p:spPr>
                <a:xfrm>
                  <a:off x="7641470" y="2426327"/>
                  <a:ext cx="59400" cy="60705"/>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76" name="Ink 75">
                  <a:extLst>
                    <a:ext uri="{FF2B5EF4-FFF2-40B4-BE49-F238E27FC236}">
                      <a16:creationId xmlns:a16="http://schemas.microsoft.com/office/drawing/2014/main" id="{908F07FA-09E0-E9CE-41B9-680D79905508}"/>
                    </a:ext>
                  </a:extLst>
                </p14:cNvPr>
                <p14:cNvContentPartPr/>
                <p14:nvPr/>
              </p14:nvContentPartPr>
              <p14:xfrm>
                <a:off x="7842710" y="2648557"/>
                <a:ext cx="132840" cy="102240"/>
              </p14:xfrm>
            </p:contentPart>
          </mc:Choice>
          <mc:Fallback xmlns="">
            <p:pic>
              <p:nvPicPr>
                <p:cNvPr id="76" name="Ink 75">
                  <a:extLst>
                    <a:ext uri="{FF2B5EF4-FFF2-40B4-BE49-F238E27FC236}">
                      <a16:creationId xmlns:a16="http://schemas.microsoft.com/office/drawing/2014/main" id="{908F07FA-09E0-E9CE-41B9-680D79905508}"/>
                    </a:ext>
                  </a:extLst>
                </p:cNvPr>
                <p:cNvPicPr/>
                <p:nvPr/>
              </p:nvPicPr>
              <p:blipFill>
                <a:blip r:embed="rId118"/>
                <a:stretch>
                  <a:fillRect/>
                </a:stretch>
              </p:blipFill>
              <p:spPr>
                <a:xfrm>
                  <a:off x="7824710" y="2630557"/>
                  <a:ext cx="16848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7" name="Ink 76">
                  <a:extLst>
                    <a:ext uri="{FF2B5EF4-FFF2-40B4-BE49-F238E27FC236}">
                      <a16:creationId xmlns:a16="http://schemas.microsoft.com/office/drawing/2014/main" id="{43D6134F-D8A3-E493-AA4D-B176FF80F201}"/>
                    </a:ext>
                  </a:extLst>
                </p14:cNvPr>
                <p14:cNvContentPartPr/>
                <p14:nvPr/>
              </p14:nvContentPartPr>
              <p14:xfrm>
                <a:off x="8009750" y="2567557"/>
                <a:ext cx="77040" cy="113040"/>
              </p14:xfrm>
            </p:contentPart>
          </mc:Choice>
          <mc:Fallback xmlns="">
            <p:pic>
              <p:nvPicPr>
                <p:cNvPr id="77" name="Ink 76">
                  <a:extLst>
                    <a:ext uri="{FF2B5EF4-FFF2-40B4-BE49-F238E27FC236}">
                      <a16:creationId xmlns:a16="http://schemas.microsoft.com/office/drawing/2014/main" id="{43D6134F-D8A3-E493-AA4D-B176FF80F201}"/>
                    </a:ext>
                  </a:extLst>
                </p:cNvPr>
                <p:cNvPicPr/>
                <p:nvPr/>
              </p:nvPicPr>
              <p:blipFill>
                <a:blip r:embed="rId120"/>
                <a:stretch>
                  <a:fillRect/>
                </a:stretch>
              </p:blipFill>
              <p:spPr>
                <a:xfrm>
                  <a:off x="7991750" y="2549557"/>
                  <a:ext cx="1126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8" name="Ink 77">
                  <a:extLst>
                    <a:ext uri="{FF2B5EF4-FFF2-40B4-BE49-F238E27FC236}">
                      <a16:creationId xmlns:a16="http://schemas.microsoft.com/office/drawing/2014/main" id="{48686F7E-8F94-B99F-902E-E7B6C8DC8B62}"/>
                    </a:ext>
                  </a:extLst>
                </p14:cNvPr>
                <p14:cNvContentPartPr/>
                <p14:nvPr/>
              </p14:nvContentPartPr>
              <p14:xfrm>
                <a:off x="8129990" y="2556397"/>
                <a:ext cx="41760" cy="75960"/>
              </p14:xfrm>
            </p:contentPart>
          </mc:Choice>
          <mc:Fallback xmlns="">
            <p:pic>
              <p:nvPicPr>
                <p:cNvPr id="78" name="Ink 77">
                  <a:extLst>
                    <a:ext uri="{FF2B5EF4-FFF2-40B4-BE49-F238E27FC236}">
                      <a16:creationId xmlns:a16="http://schemas.microsoft.com/office/drawing/2014/main" id="{48686F7E-8F94-B99F-902E-E7B6C8DC8B62}"/>
                    </a:ext>
                  </a:extLst>
                </p:cNvPr>
                <p:cNvPicPr/>
                <p:nvPr/>
              </p:nvPicPr>
              <p:blipFill>
                <a:blip r:embed="rId122"/>
                <a:stretch>
                  <a:fillRect/>
                </a:stretch>
              </p:blipFill>
              <p:spPr>
                <a:xfrm>
                  <a:off x="8111833" y="2538311"/>
                  <a:ext cx="77710" cy="11177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9" name="Ink 78">
                  <a:extLst>
                    <a:ext uri="{FF2B5EF4-FFF2-40B4-BE49-F238E27FC236}">
                      <a16:creationId xmlns:a16="http://schemas.microsoft.com/office/drawing/2014/main" id="{1D1B388D-F13C-CDDF-C8C5-B7F95E0771BC}"/>
                    </a:ext>
                  </a:extLst>
                </p14:cNvPr>
                <p14:cNvContentPartPr/>
                <p14:nvPr/>
              </p14:nvContentPartPr>
              <p14:xfrm>
                <a:off x="8136470" y="2427517"/>
                <a:ext cx="33840" cy="42120"/>
              </p14:xfrm>
            </p:contentPart>
          </mc:Choice>
          <mc:Fallback xmlns="">
            <p:pic>
              <p:nvPicPr>
                <p:cNvPr id="79" name="Ink 78">
                  <a:extLst>
                    <a:ext uri="{FF2B5EF4-FFF2-40B4-BE49-F238E27FC236}">
                      <a16:creationId xmlns:a16="http://schemas.microsoft.com/office/drawing/2014/main" id="{1D1B388D-F13C-CDDF-C8C5-B7F95E0771BC}"/>
                    </a:ext>
                  </a:extLst>
                </p:cNvPr>
                <p:cNvPicPr/>
                <p:nvPr/>
              </p:nvPicPr>
              <p:blipFill>
                <a:blip r:embed="rId124"/>
                <a:stretch>
                  <a:fillRect/>
                </a:stretch>
              </p:blipFill>
              <p:spPr>
                <a:xfrm>
                  <a:off x="8118276" y="2409517"/>
                  <a:ext cx="69863"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80" name="Ink 79">
                  <a:extLst>
                    <a:ext uri="{FF2B5EF4-FFF2-40B4-BE49-F238E27FC236}">
                      <a16:creationId xmlns:a16="http://schemas.microsoft.com/office/drawing/2014/main" id="{8799EBCC-9054-1AE2-EEC8-C650C2512694}"/>
                    </a:ext>
                  </a:extLst>
                </p14:cNvPr>
                <p14:cNvContentPartPr/>
                <p14:nvPr/>
              </p14:nvContentPartPr>
              <p14:xfrm>
                <a:off x="8244830" y="2428957"/>
                <a:ext cx="66960" cy="171000"/>
              </p14:xfrm>
            </p:contentPart>
          </mc:Choice>
          <mc:Fallback xmlns="">
            <p:pic>
              <p:nvPicPr>
                <p:cNvPr id="80" name="Ink 79">
                  <a:extLst>
                    <a:ext uri="{FF2B5EF4-FFF2-40B4-BE49-F238E27FC236}">
                      <a16:creationId xmlns:a16="http://schemas.microsoft.com/office/drawing/2014/main" id="{8799EBCC-9054-1AE2-EEC8-C650C2512694}"/>
                    </a:ext>
                  </a:extLst>
                </p:cNvPr>
                <p:cNvPicPr/>
                <p:nvPr/>
              </p:nvPicPr>
              <p:blipFill>
                <a:blip r:embed="rId126"/>
                <a:stretch>
                  <a:fillRect/>
                </a:stretch>
              </p:blipFill>
              <p:spPr>
                <a:xfrm>
                  <a:off x="8226830" y="2410957"/>
                  <a:ext cx="10260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81" name="Ink 80">
                  <a:extLst>
                    <a:ext uri="{FF2B5EF4-FFF2-40B4-BE49-F238E27FC236}">
                      <a16:creationId xmlns:a16="http://schemas.microsoft.com/office/drawing/2014/main" id="{40BFE550-63EB-B019-1A9C-BEDE9A33C429}"/>
                    </a:ext>
                  </a:extLst>
                </p14:cNvPr>
                <p14:cNvContentPartPr/>
                <p14:nvPr/>
              </p14:nvContentPartPr>
              <p14:xfrm>
                <a:off x="8299190" y="2449477"/>
                <a:ext cx="125280" cy="115560"/>
              </p14:xfrm>
            </p:contentPart>
          </mc:Choice>
          <mc:Fallback xmlns="">
            <p:pic>
              <p:nvPicPr>
                <p:cNvPr id="81" name="Ink 80">
                  <a:extLst>
                    <a:ext uri="{FF2B5EF4-FFF2-40B4-BE49-F238E27FC236}">
                      <a16:creationId xmlns:a16="http://schemas.microsoft.com/office/drawing/2014/main" id="{40BFE550-63EB-B019-1A9C-BEDE9A33C429}"/>
                    </a:ext>
                  </a:extLst>
                </p:cNvPr>
                <p:cNvPicPr/>
                <p:nvPr/>
              </p:nvPicPr>
              <p:blipFill>
                <a:blip r:embed="rId128"/>
                <a:stretch>
                  <a:fillRect/>
                </a:stretch>
              </p:blipFill>
              <p:spPr>
                <a:xfrm>
                  <a:off x="8281190" y="2431477"/>
                  <a:ext cx="160920" cy="151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9">
            <p14:nvContentPartPr>
              <p14:cNvPr id="83" name="Ink 82">
                <a:extLst>
                  <a:ext uri="{FF2B5EF4-FFF2-40B4-BE49-F238E27FC236}">
                    <a16:creationId xmlns:a16="http://schemas.microsoft.com/office/drawing/2014/main" id="{C803E653-D0B7-E05D-BAD5-6F110E52C6D1}"/>
                  </a:ext>
                </a:extLst>
              </p14:cNvPr>
              <p14:cNvContentPartPr/>
              <p14:nvPr/>
            </p14:nvContentPartPr>
            <p14:xfrm>
              <a:off x="8892470" y="1208917"/>
              <a:ext cx="491760" cy="1047960"/>
            </p14:xfrm>
          </p:contentPart>
        </mc:Choice>
        <mc:Fallback xmlns="">
          <p:pic>
            <p:nvPicPr>
              <p:cNvPr id="83" name="Ink 82">
                <a:extLst>
                  <a:ext uri="{FF2B5EF4-FFF2-40B4-BE49-F238E27FC236}">
                    <a16:creationId xmlns:a16="http://schemas.microsoft.com/office/drawing/2014/main" id="{C803E653-D0B7-E05D-BAD5-6F110E52C6D1}"/>
                  </a:ext>
                </a:extLst>
              </p:cNvPr>
              <p:cNvPicPr/>
              <p:nvPr/>
            </p:nvPicPr>
            <p:blipFill>
              <a:blip r:embed="rId130"/>
              <a:stretch>
                <a:fillRect/>
              </a:stretch>
            </p:blipFill>
            <p:spPr>
              <a:xfrm>
                <a:off x="8874470" y="1190911"/>
                <a:ext cx="527400" cy="1083612"/>
              </a:xfrm>
              <a:prstGeom prst="rect">
                <a:avLst/>
              </a:prstGeom>
            </p:spPr>
          </p:pic>
        </mc:Fallback>
      </mc:AlternateContent>
      <p:grpSp>
        <p:nvGrpSpPr>
          <p:cNvPr id="95" name="Group 94">
            <a:extLst>
              <a:ext uri="{FF2B5EF4-FFF2-40B4-BE49-F238E27FC236}">
                <a16:creationId xmlns:a16="http://schemas.microsoft.com/office/drawing/2014/main" id="{3A1AAE15-AB9F-92F6-4852-E9C27E662051}"/>
              </a:ext>
            </a:extLst>
          </p:cNvPr>
          <p:cNvGrpSpPr/>
          <p:nvPr/>
        </p:nvGrpSpPr>
        <p:grpSpPr>
          <a:xfrm>
            <a:off x="8611670" y="561637"/>
            <a:ext cx="819360" cy="486360"/>
            <a:chOff x="8611670" y="561637"/>
            <a:chExt cx="819360" cy="486360"/>
          </a:xfrm>
        </p:grpSpPr>
        <mc:AlternateContent xmlns:mc="http://schemas.openxmlformats.org/markup-compatibility/2006" xmlns:p14="http://schemas.microsoft.com/office/powerpoint/2010/main">
          <mc:Choice Requires="p14">
            <p:contentPart p14:bwMode="auto" r:id="rId131">
              <p14:nvContentPartPr>
                <p14:cNvPr id="86" name="Ink 85">
                  <a:extLst>
                    <a:ext uri="{FF2B5EF4-FFF2-40B4-BE49-F238E27FC236}">
                      <a16:creationId xmlns:a16="http://schemas.microsoft.com/office/drawing/2014/main" id="{38878985-5196-D4E6-4019-FF210BAD51FF}"/>
                    </a:ext>
                  </a:extLst>
                </p14:cNvPr>
                <p14:cNvContentPartPr/>
                <p14:nvPr/>
              </p14:nvContentPartPr>
              <p14:xfrm>
                <a:off x="8762150" y="858997"/>
                <a:ext cx="167040" cy="121320"/>
              </p14:xfrm>
            </p:contentPart>
          </mc:Choice>
          <mc:Fallback xmlns="">
            <p:pic>
              <p:nvPicPr>
                <p:cNvPr id="86" name="Ink 85">
                  <a:extLst>
                    <a:ext uri="{FF2B5EF4-FFF2-40B4-BE49-F238E27FC236}">
                      <a16:creationId xmlns:a16="http://schemas.microsoft.com/office/drawing/2014/main" id="{38878985-5196-D4E6-4019-FF210BAD51FF}"/>
                    </a:ext>
                  </a:extLst>
                </p:cNvPr>
                <p:cNvPicPr/>
                <p:nvPr/>
              </p:nvPicPr>
              <p:blipFill>
                <a:blip r:embed="rId132"/>
                <a:stretch>
                  <a:fillRect/>
                </a:stretch>
              </p:blipFill>
              <p:spPr>
                <a:xfrm>
                  <a:off x="8744150" y="840997"/>
                  <a:ext cx="20268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7" name="Ink 86">
                  <a:extLst>
                    <a:ext uri="{FF2B5EF4-FFF2-40B4-BE49-F238E27FC236}">
                      <a16:creationId xmlns:a16="http://schemas.microsoft.com/office/drawing/2014/main" id="{A19DD32E-A233-140A-189D-A2D34EF2FC54}"/>
                    </a:ext>
                  </a:extLst>
                </p14:cNvPr>
                <p14:cNvContentPartPr/>
                <p14:nvPr/>
              </p14:nvContentPartPr>
              <p14:xfrm>
                <a:off x="8983190" y="859357"/>
                <a:ext cx="81360" cy="95400"/>
              </p14:xfrm>
            </p:contentPart>
          </mc:Choice>
          <mc:Fallback xmlns="">
            <p:pic>
              <p:nvPicPr>
                <p:cNvPr id="87" name="Ink 86">
                  <a:extLst>
                    <a:ext uri="{FF2B5EF4-FFF2-40B4-BE49-F238E27FC236}">
                      <a16:creationId xmlns:a16="http://schemas.microsoft.com/office/drawing/2014/main" id="{A19DD32E-A233-140A-189D-A2D34EF2FC54}"/>
                    </a:ext>
                  </a:extLst>
                </p:cNvPr>
                <p:cNvPicPr/>
                <p:nvPr/>
              </p:nvPicPr>
              <p:blipFill>
                <a:blip r:embed="rId134"/>
                <a:stretch>
                  <a:fillRect/>
                </a:stretch>
              </p:blipFill>
              <p:spPr>
                <a:xfrm>
                  <a:off x="8965269" y="841357"/>
                  <a:ext cx="116843"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9" name="Ink 88">
                  <a:extLst>
                    <a:ext uri="{FF2B5EF4-FFF2-40B4-BE49-F238E27FC236}">
                      <a16:creationId xmlns:a16="http://schemas.microsoft.com/office/drawing/2014/main" id="{B92B78D8-02BF-DFEA-F5F1-8C30A128B043}"/>
                    </a:ext>
                  </a:extLst>
                </p14:cNvPr>
                <p14:cNvContentPartPr/>
                <p14:nvPr/>
              </p14:nvContentPartPr>
              <p14:xfrm>
                <a:off x="9147710" y="847477"/>
                <a:ext cx="34560" cy="83160"/>
              </p14:xfrm>
            </p:contentPart>
          </mc:Choice>
          <mc:Fallback xmlns="">
            <p:pic>
              <p:nvPicPr>
                <p:cNvPr id="89" name="Ink 88">
                  <a:extLst>
                    <a:ext uri="{FF2B5EF4-FFF2-40B4-BE49-F238E27FC236}">
                      <a16:creationId xmlns:a16="http://schemas.microsoft.com/office/drawing/2014/main" id="{B92B78D8-02BF-DFEA-F5F1-8C30A128B043}"/>
                    </a:ext>
                  </a:extLst>
                </p:cNvPr>
                <p:cNvPicPr/>
                <p:nvPr/>
              </p:nvPicPr>
              <p:blipFill>
                <a:blip r:embed="rId136"/>
                <a:stretch>
                  <a:fillRect/>
                </a:stretch>
              </p:blipFill>
              <p:spPr>
                <a:xfrm>
                  <a:off x="9129710" y="829477"/>
                  <a:ext cx="702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90" name="Ink 89">
                  <a:extLst>
                    <a:ext uri="{FF2B5EF4-FFF2-40B4-BE49-F238E27FC236}">
                      <a16:creationId xmlns:a16="http://schemas.microsoft.com/office/drawing/2014/main" id="{EADC9965-A25B-DDED-90A3-80A7633944B4}"/>
                    </a:ext>
                  </a:extLst>
                </p14:cNvPr>
                <p14:cNvContentPartPr/>
                <p14:nvPr/>
              </p14:nvContentPartPr>
              <p14:xfrm>
                <a:off x="9136550" y="766117"/>
                <a:ext cx="23040" cy="9360"/>
              </p14:xfrm>
            </p:contentPart>
          </mc:Choice>
          <mc:Fallback xmlns="">
            <p:pic>
              <p:nvPicPr>
                <p:cNvPr id="90" name="Ink 89">
                  <a:extLst>
                    <a:ext uri="{FF2B5EF4-FFF2-40B4-BE49-F238E27FC236}">
                      <a16:creationId xmlns:a16="http://schemas.microsoft.com/office/drawing/2014/main" id="{EADC9965-A25B-DDED-90A3-80A7633944B4}"/>
                    </a:ext>
                  </a:extLst>
                </p:cNvPr>
                <p:cNvPicPr/>
                <p:nvPr/>
              </p:nvPicPr>
              <p:blipFill>
                <a:blip r:embed="rId138"/>
                <a:stretch>
                  <a:fillRect/>
                </a:stretch>
              </p:blipFill>
              <p:spPr>
                <a:xfrm>
                  <a:off x="9118550" y="748117"/>
                  <a:ext cx="586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91" name="Ink 90">
                  <a:extLst>
                    <a:ext uri="{FF2B5EF4-FFF2-40B4-BE49-F238E27FC236}">
                      <a16:creationId xmlns:a16="http://schemas.microsoft.com/office/drawing/2014/main" id="{80CC337F-45B8-A3F4-486A-807EA4884C68}"/>
                    </a:ext>
                  </a:extLst>
                </p14:cNvPr>
                <p14:cNvContentPartPr/>
                <p14:nvPr/>
              </p14:nvContentPartPr>
              <p14:xfrm>
                <a:off x="9279830" y="756757"/>
                <a:ext cx="151200" cy="169200"/>
              </p14:xfrm>
            </p:contentPart>
          </mc:Choice>
          <mc:Fallback xmlns="">
            <p:pic>
              <p:nvPicPr>
                <p:cNvPr id="91" name="Ink 90">
                  <a:extLst>
                    <a:ext uri="{FF2B5EF4-FFF2-40B4-BE49-F238E27FC236}">
                      <a16:creationId xmlns:a16="http://schemas.microsoft.com/office/drawing/2014/main" id="{80CC337F-45B8-A3F4-486A-807EA4884C68}"/>
                    </a:ext>
                  </a:extLst>
                </p:cNvPr>
                <p:cNvPicPr/>
                <p:nvPr/>
              </p:nvPicPr>
              <p:blipFill>
                <a:blip r:embed="rId140"/>
                <a:stretch>
                  <a:fillRect/>
                </a:stretch>
              </p:blipFill>
              <p:spPr>
                <a:xfrm>
                  <a:off x="9261830" y="738757"/>
                  <a:ext cx="1868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93" name="Ink 92">
                  <a:extLst>
                    <a:ext uri="{FF2B5EF4-FFF2-40B4-BE49-F238E27FC236}">
                      <a16:creationId xmlns:a16="http://schemas.microsoft.com/office/drawing/2014/main" id="{DA7E2E7C-807B-A67B-AAEE-B1722AC56A13}"/>
                    </a:ext>
                  </a:extLst>
                </p14:cNvPr>
                <p14:cNvContentPartPr/>
                <p14:nvPr/>
              </p14:nvContentPartPr>
              <p14:xfrm>
                <a:off x="8616350" y="689797"/>
                <a:ext cx="174960" cy="358200"/>
              </p14:xfrm>
            </p:contentPart>
          </mc:Choice>
          <mc:Fallback xmlns="">
            <p:pic>
              <p:nvPicPr>
                <p:cNvPr id="93" name="Ink 92">
                  <a:extLst>
                    <a:ext uri="{FF2B5EF4-FFF2-40B4-BE49-F238E27FC236}">
                      <a16:creationId xmlns:a16="http://schemas.microsoft.com/office/drawing/2014/main" id="{DA7E2E7C-807B-A67B-AAEE-B1722AC56A13}"/>
                    </a:ext>
                  </a:extLst>
                </p:cNvPr>
                <p:cNvPicPr/>
                <p:nvPr/>
              </p:nvPicPr>
              <p:blipFill>
                <a:blip r:embed="rId142"/>
                <a:stretch>
                  <a:fillRect/>
                </a:stretch>
              </p:blipFill>
              <p:spPr>
                <a:xfrm>
                  <a:off x="8598350" y="671815"/>
                  <a:ext cx="210600" cy="393804"/>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94" name="Ink 93">
                  <a:extLst>
                    <a:ext uri="{FF2B5EF4-FFF2-40B4-BE49-F238E27FC236}">
                      <a16:creationId xmlns:a16="http://schemas.microsoft.com/office/drawing/2014/main" id="{0534DE58-49D6-947E-6B71-FC6D0D659743}"/>
                    </a:ext>
                  </a:extLst>
                </p14:cNvPr>
                <p14:cNvContentPartPr/>
                <p14:nvPr/>
              </p14:nvContentPartPr>
              <p14:xfrm>
                <a:off x="8611670" y="561637"/>
                <a:ext cx="24480" cy="2880"/>
              </p14:xfrm>
            </p:contentPart>
          </mc:Choice>
          <mc:Fallback xmlns="">
            <p:pic>
              <p:nvPicPr>
                <p:cNvPr id="94" name="Ink 93">
                  <a:extLst>
                    <a:ext uri="{FF2B5EF4-FFF2-40B4-BE49-F238E27FC236}">
                      <a16:creationId xmlns:a16="http://schemas.microsoft.com/office/drawing/2014/main" id="{0534DE58-49D6-947E-6B71-FC6D0D659743}"/>
                    </a:ext>
                  </a:extLst>
                </p:cNvPr>
                <p:cNvPicPr/>
                <p:nvPr/>
              </p:nvPicPr>
              <p:blipFill>
                <a:blip r:embed="rId144"/>
                <a:stretch>
                  <a:fillRect/>
                </a:stretch>
              </p:blipFill>
              <p:spPr>
                <a:xfrm>
                  <a:off x="8593670" y="545637"/>
                  <a:ext cx="60120" cy="34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5">
            <p14:nvContentPartPr>
              <p14:cNvPr id="96" name="Ink 95">
                <a:extLst>
                  <a:ext uri="{FF2B5EF4-FFF2-40B4-BE49-F238E27FC236}">
                    <a16:creationId xmlns:a16="http://schemas.microsoft.com/office/drawing/2014/main" id="{DF54F5D2-D84D-133C-5FC0-0759E9D68BBF}"/>
                  </a:ext>
                </a:extLst>
              </p14:cNvPr>
              <p14:cNvContentPartPr/>
              <p14:nvPr/>
            </p14:nvContentPartPr>
            <p14:xfrm>
              <a:off x="4387070" y="5165677"/>
              <a:ext cx="1306080" cy="83520"/>
            </p14:xfrm>
          </p:contentPart>
        </mc:Choice>
        <mc:Fallback xmlns="">
          <p:pic>
            <p:nvPicPr>
              <p:cNvPr id="96" name="Ink 95">
                <a:extLst>
                  <a:ext uri="{FF2B5EF4-FFF2-40B4-BE49-F238E27FC236}">
                    <a16:creationId xmlns:a16="http://schemas.microsoft.com/office/drawing/2014/main" id="{DF54F5D2-D84D-133C-5FC0-0759E9D68BBF}"/>
                  </a:ext>
                </a:extLst>
              </p:cNvPr>
              <p:cNvPicPr/>
              <p:nvPr/>
            </p:nvPicPr>
            <p:blipFill>
              <a:blip r:embed="rId146"/>
              <a:stretch>
                <a:fillRect/>
              </a:stretch>
            </p:blipFill>
            <p:spPr>
              <a:xfrm>
                <a:off x="4369070" y="5147677"/>
                <a:ext cx="1341720" cy="119160"/>
              </a:xfrm>
              <a:prstGeom prst="rect">
                <a:avLst/>
              </a:prstGeom>
            </p:spPr>
          </p:pic>
        </mc:Fallback>
      </mc:AlternateContent>
      <p:grpSp>
        <p:nvGrpSpPr>
          <p:cNvPr id="134" name="Group 133">
            <a:extLst>
              <a:ext uri="{FF2B5EF4-FFF2-40B4-BE49-F238E27FC236}">
                <a16:creationId xmlns:a16="http://schemas.microsoft.com/office/drawing/2014/main" id="{EF4DD94F-88B1-FC96-9778-80C3FFF07928}"/>
              </a:ext>
            </a:extLst>
          </p:cNvPr>
          <p:cNvGrpSpPr/>
          <p:nvPr/>
        </p:nvGrpSpPr>
        <p:grpSpPr>
          <a:xfrm>
            <a:off x="789230" y="5745637"/>
            <a:ext cx="123480" cy="91440"/>
            <a:chOff x="789230" y="5745637"/>
            <a:chExt cx="123480" cy="91440"/>
          </a:xfrm>
        </p:grpSpPr>
        <mc:AlternateContent xmlns:mc="http://schemas.openxmlformats.org/markup-compatibility/2006" xmlns:p14="http://schemas.microsoft.com/office/powerpoint/2010/main">
          <mc:Choice Requires="p14">
            <p:contentPart p14:bwMode="auto" r:id="rId147">
              <p14:nvContentPartPr>
                <p14:cNvPr id="110" name="Ink 109">
                  <a:extLst>
                    <a:ext uri="{FF2B5EF4-FFF2-40B4-BE49-F238E27FC236}">
                      <a16:creationId xmlns:a16="http://schemas.microsoft.com/office/drawing/2014/main" id="{1DD2C629-55FE-7B1A-6D8A-B09656799A3C}"/>
                    </a:ext>
                  </a:extLst>
                </p14:cNvPr>
                <p14:cNvContentPartPr/>
                <p14:nvPr/>
              </p14:nvContentPartPr>
              <p14:xfrm>
                <a:off x="789230" y="5745637"/>
                <a:ext cx="9360" cy="17280"/>
              </p14:xfrm>
            </p:contentPart>
          </mc:Choice>
          <mc:Fallback xmlns="">
            <p:pic>
              <p:nvPicPr>
                <p:cNvPr id="110" name="Ink 109">
                  <a:extLst>
                    <a:ext uri="{FF2B5EF4-FFF2-40B4-BE49-F238E27FC236}">
                      <a16:creationId xmlns:a16="http://schemas.microsoft.com/office/drawing/2014/main" id="{1DD2C629-55FE-7B1A-6D8A-B09656799A3C}"/>
                    </a:ext>
                  </a:extLst>
                </p:cNvPr>
                <p:cNvPicPr/>
                <p:nvPr/>
              </p:nvPicPr>
              <p:blipFill>
                <a:blip r:embed="rId148"/>
                <a:stretch>
                  <a:fillRect/>
                </a:stretch>
              </p:blipFill>
              <p:spPr>
                <a:xfrm>
                  <a:off x="771230" y="5727637"/>
                  <a:ext cx="450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11" name="Ink 110">
                  <a:extLst>
                    <a:ext uri="{FF2B5EF4-FFF2-40B4-BE49-F238E27FC236}">
                      <a16:creationId xmlns:a16="http://schemas.microsoft.com/office/drawing/2014/main" id="{A63267E5-BB1A-F429-EEBA-52F4151B424F}"/>
                    </a:ext>
                  </a:extLst>
                </p14:cNvPr>
                <p14:cNvContentPartPr/>
                <p14:nvPr/>
              </p14:nvContentPartPr>
              <p14:xfrm>
                <a:off x="875990" y="5772997"/>
                <a:ext cx="36720" cy="64080"/>
              </p14:xfrm>
            </p:contentPart>
          </mc:Choice>
          <mc:Fallback xmlns="">
            <p:pic>
              <p:nvPicPr>
                <p:cNvPr id="111" name="Ink 110">
                  <a:extLst>
                    <a:ext uri="{FF2B5EF4-FFF2-40B4-BE49-F238E27FC236}">
                      <a16:creationId xmlns:a16="http://schemas.microsoft.com/office/drawing/2014/main" id="{A63267E5-BB1A-F429-EEBA-52F4151B424F}"/>
                    </a:ext>
                  </a:extLst>
                </p:cNvPr>
                <p:cNvPicPr/>
                <p:nvPr/>
              </p:nvPicPr>
              <p:blipFill>
                <a:blip r:embed="rId150"/>
                <a:stretch>
                  <a:fillRect/>
                </a:stretch>
              </p:blipFill>
              <p:spPr>
                <a:xfrm>
                  <a:off x="857990" y="5754997"/>
                  <a:ext cx="72360" cy="99720"/>
                </a:xfrm>
                <a:prstGeom prst="rect">
                  <a:avLst/>
                </a:prstGeom>
              </p:spPr>
            </p:pic>
          </mc:Fallback>
        </mc:AlternateContent>
      </p:grpSp>
      <p:grpSp>
        <p:nvGrpSpPr>
          <p:cNvPr id="133" name="Group 132">
            <a:extLst>
              <a:ext uri="{FF2B5EF4-FFF2-40B4-BE49-F238E27FC236}">
                <a16:creationId xmlns:a16="http://schemas.microsoft.com/office/drawing/2014/main" id="{32E638CD-630C-8396-C776-8D16618ECB2F}"/>
              </a:ext>
            </a:extLst>
          </p:cNvPr>
          <p:cNvGrpSpPr/>
          <p:nvPr/>
        </p:nvGrpSpPr>
        <p:grpSpPr>
          <a:xfrm>
            <a:off x="240590" y="4044997"/>
            <a:ext cx="2622960" cy="1580400"/>
            <a:chOff x="240590" y="4044997"/>
            <a:chExt cx="2622960" cy="1580400"/>
          </a:xfrm>
        </p:grpSpPr>
        <mc:AlternateContent xmlns:mc="http://schemas.openxmlformats.org/markup-compatibility/2006" xmlns:p14="http://schemas.microsoft.com/office/powerpoint/2010/main">
          <mc:Choice Requires="p14">
            <p:contentPart p14:bwMode="auto" r:id="rId151">
              <p14:nvContentPartPr>
                <p14:cNvPr id="97" name="Ink 96">
                  <a:extLst>
                    <a:ext uri="{FF2B5EF4-FFF2-40B4-BE49-F238E27FC236}">
                      <a16:creationId xmlns:a16="http://schemas.microsoft.com/office/drawing/2014/main" id="{D2741E2D-189D-FAC1-E882-C587B5969FDC}"/>
                    </a:ext>
                  </a:extLst>
                </p14:cNvPr>
                <p14:cNvContentPartPr/>
                <p14:nvPr/>
              </p14:nvContentPartPr>
              <p14:xfrm>
                <a:off x="240590" y="4836997"/>
                <a:ext cx="231840" cy="300600"/>
              </p14:xfrm>
            </p:contentPart>
          </mc:Choice>
          <mc:Fallback xmlns="">
            <p:pic>
              <p:nvPicPr>
                <p:cNvPr id="97" name="Ink 96">
                  <a:extLst>
                    <a:ext uri="{FF2B5EF4-FFF2-40B4-BE49-F238E27FC236}">
                      <a16:creationId xmlns:a16="http://schemas.microsoft.com/office/drawing/2014/main" id="{D2741E2D-189D-FAC1-E882-C587B5969FDC}"/>
                    </a:ext>
                  </a:extLst>
                </p:cNvPr>
                <p:cNvPicPr/>
                <p:nvPr/>
              </p:nvPicPr>
              <p:blipFill>
                <a:blip r:embed="rId152"/>
                <a:stretch>
                  <a:fillRect/>
                </a:stretch>
              </p:blipFill>
              <p:spPr>
                <a:xfrm>
                  <a:off x="222590" y="4818997"/>
                  <a:ext cx="26748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98" name="Ink 97">
                  <a:extLst>
                    <a:ext uri="{FF2B5EF4-FFF2-40B4-BE49-F238E27FC236}">
                      <a16:creationId xmlns:a16="http://schemas.microsoft.com/office/drawing/2014/main" id="{D73ADADE-9612-CD42-66F4-CBBE80B1ECDF}"/>
                    </a:ext>
                  </a:extLst>
                </p14:cNvPr>
                <p14:cNvContentPartPr/>
                <p14:nvPr/>
              </p14:nvContentPartPr>
              <p14:xfrm>
                <a:off x="606710" y="4935637"/>
                <a:ext cx="158760" cy="135360"/>
              </p14:xfrm>
            </p:contentPart>
          </mc:Choice>
          <mc:Fallback xmlns="">
            <p:pic>
              <p:nvPicPr>
                <p:cNvPr id="98" name="Ink 97">
                  <a:extLst>
                    <a:ext uri="{FF2B5EF4-FFF2-40B4-BE49-F238E27FC236}">
                      <a16:creationId xmlns:a16="http://schemas.microsoft.com/office/drawing/2014/main" id="{D73ADADE-9612-CD42-66F4-CBBE80B1ECDF}"/>
                    </a:ext>
                  </a:extLst>
                </p:cNvPr>
                <p:cNvPicPr/>
                <p:nvPr/>
              </p:nvPicPr>
              <p:blipFill>
                <a:blip r:embed="rId154"/>
                <a:stretch>
                  <a:fillRect/>
                </a:stretch>
              </p:blipFill>
              <p:spPr>
                <a:xfrm>
                  <a:off x="588710" y="4917637"/>
                  <a:ext cx="1944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9" name="Ink 98">
                  <a:extLst>
                    <a:ext uri="{FF2B5EF4-FFF2-40B4-BE49-F238E27FC236}">
                      <a16:creationId xmlns:a16="http://schemas.microsoft.com/office/drawing/2014/main" id="{0A5D1668-CE3D-71E2-5AAC-63E3A2E8F0F9}"/>
                    </a:ext>
                  </a:extLst>
                </p14:cNvPr>
                <p14:cNvContentPartPr/>
                <p14:nvPr/>
              </p14:nvContentPartPr>
              <p14:xfrm>
                <a:off x="786350" y="4815397"/>
                <a:ext cx="82800" cy="117360"/>
              </p14:xfrm>
            </p:contentPart>
          </mc:Choice>
          <mc:Fallback xmlns="">
            <p:pic>
              <p:nvPicPr>
                <p:cNvPr id="99" name="Ink 98">
                  <a:extLst>
                    <a:ext uri="{FF2B5EF4-FFF2-40B4-BE49-F238E27FC236}">
                      <a16:creationId xmlns:a16="http://schemas.microsoft.com/office/drawing/2014/main" id="{0A5D1668-CE3D-71E2-5AAC-63E3A2E8F0F9}"/>
                    </a:ext>
                  </a:extLst>
                </p:cNvPr>
                <p:cNvPicPr/>
                <p:nvPr/>
              </p:nvPicPr>
              <p:blipFill>
                <a:blip r:embed="rId156"/>
                <a:stretch>
                  <a:fillRect/>
                </a:stretch>
              </p:blipFill>
              <p:spPr>
                <a:xfrm>
                  <a:off x="768428" y="4797397"/>
                  <a:ext cx="118286"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00" name="Ink 99">
                  <a:extLst>
                    <a:ext uri="{FF2B5EF4-FFF2-40B4-BE49-F238E27FC236}">
                      <a16:creationId xmlns:a16="http://schemas.microsoft.com/office/drawing/2014/main" id="{393DBE67-D4AF-4FEF-B476-3DA1B328CC76}"/>
                    </a:ext>
                  </a:extLst>
                </p14:cNvPr>
                <p14:cNvContentPartPr/>
                <p14:nvPr/>
              </p14:nvContentPartPr>
              <p14:xfrm>
                <a:off x="908390" y="4775437"/>
                <a:ext cx="58680" cy="60480"/>
              </p14:xfrm>
            </p:contentPart>
          </mc:Choice>
          <mc:Fallback xmlns="">
            <p:pic>
              <p:nvPicPr>
                <p:cNvPr id="100" name="Ink 99">
                  <a:extLst>
                    <a:ext uri="{FF2B5EF4-FFF2-40B4-BE49-F238E27FC236}">
                      <a16:creationId xmlns:a16="http://schemas.microsoft.com/office/drawing/2014/main" id="{393DBE67-D4AF-4FEF-B476-3DA1B328CC76}"/>
                    </a:ext>
                  </a:extLst>
                </p:cNvPr>
                <p:cNvPicPr/>
                <p:nvPr/>
              </p:nvPicPr>
              <p:blipFill>
                <a:blip r:embed="rId158"/>
                <a:stretch>
                  <a:fillRect/>
                </a:stretch>
              </p:blipFill>
              <p:spPr>
                <a:xfrm>
                  <a:off x="890390" y="4757437"/>
                  <a:ext cx="9432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01" name="Ink 100">
                  <a:extLst>
                    <a:ext uri="{FF2B5EF4-FFF2-40B4-BE49-F238E27FC236}">
                      <a16:creationId xmlns:a16="http://schemas.microsoft.com/office/drawing/2014/main" id="{068F13A9-787C-6A93-AEAC-0939AA5D481C}"/>
                    </a:ext>
                  </a:extLst>
                </p14:cNvPr>
                <p14:cNvContentPartPr/>
                <p14:nvPr/>
              </p14:nvContentPartPr>
              <p14:xfrm>
                <a:off x="859070" y="4641517"/>
                <a:ext cx="17280" cy="29160"/>
              </p14:xfrm>
            </p:contentPart>
          </mc:Choice>
          <mc:Fallback xmlns="">
            <p:pic>
              <p:nvPicPr>
                <p:cNvPr id="101" name="Ink 100">
                  <a:extLst>
                    <a:ext uri="{FF2B5EF4-FFF2-40B4-BE49-F238E27FC236}">
                      <a16:creationId xmlns:a16="http://schemas.microsoft.com/office/drawing/2014/main" id="{068F13A9-787C-6A93-AEAC-0939AA5D481C}"/>
                    </a:ext>
                  </a:extLst>
                </p:cNvPr>
                <p:cNvPicPr/>
                <p:nvPr/>
              </p:nvPicPr>
              <p:blipFill>
                <a:blip r:embed="rId160"/>
                <a:stretch>
                  <a:fillRect/>
                </a:stretch>
              </p:blipFill>
              <p:spPr>
                <a:xfrm>
                  <a:off x="841070" y="4623292"/>
                  <a:ext cx="52920" cy="65246"/>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02" name="Ink 101">
                  <a:extLst>
                    <a:ext uri="{FF2B5EF4-FFF2-40B4-BE49-F238E27FC236}">
                      <a16:creationId xmlns:a16="http://schemas.microsoft.com/office/drawing/2014/main" id="{AF556917-CE32-85A8-8917-63D5E5EA6A38}"/>
                    </a:ext>
                  </a:extLst>
                </p14:cNvPr>
                <p14:cNvContentPartPr/>
                <p14:nvPr/>
              </p14:nvContentPartPr>
              <p14:xfrm>
                <a:off x="953750" y="4651957"/>
                <a:ext cx="82800" cy="135000"/>
              </p14:xfrm>
            </p:contentPart>
          </mc:Choice>
          <mc:Fallback xmlns="">
            <p:pic>
              <p:nvPicPr>
                <p:cNvPr id="102" name="Ink 101">
                  <a:extLst>
                    <a:ext uri="{FF2B5EF4-FFF2-40B4-BE49-F238E27FC236}">
                      <a16:creationId xmlns:a16="http://schemas.microsoft.com/office/drawing/2014/main" id="{AF556917-CE32-85A8-8917-63D5E5EA6A38}"/>
                    </a:ext>
                  </a:extLst>
                </p:cNvPr>
                <p:cNvPicPr/>
                <p:nvPr/>
              </p:nvPicPr>
              <p:blipFill>
                <a:blip r:embed="rId162"/>
                <a:stretch>
                  <a:fillRect/>
                </a:stretch>
              </p:blipFill>
              <p:spPr>
                <a:xfrm>
                  <a:off x="935750" y="4633957"/>
                  <a:ext cx="11844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03" name="Ink 102">
                  <a:extLst>
                    <a:ext uri="{FF2B5EF4-FFF2-40B4-BE49-F238E27FC236}">
                      <a16:creationId xmlns:a16="http://schemas.microsoft.com/office/drawing/2014/main" id="{43BF6CEA-43BE-C9F9-6D89-4C3781926305}"/>
                    </a:ext>
                  </a:extLst>
                </p14:cNvPr>
                <p14:cNvContentPartPr/>
                <p14:nvPr/>
              </p14:nvContentPartPr>
              <p14:xfrm>
                <a:off x="1032590" y="4601557"/>
                <a:ext cx="70200" cy="129960"/>
              </p14:xfrm>
            </p:contentPart>
          </mc:Choice>
          <mc:Fallback xmlns="">
            <p:pic>
              <p:nvPicPr>
                <p:cNvPr id="103" name="Ink 102">
                  <a:extLst>
                    <a:ext uri="{FF2B5EF4-FFF2-40B4-BE49-F238E27FC236}">
                      <a16:creationId xmlns:a16="http://schemas.microsoft.com/office/drawing/2014/main" id="{43BF6CEA-43BE-C9F9-6D89-4C3781926305}"/>
                    </a:ext>
                  </a:extLst>
                </p:cNvPr>
                <p:cNvPicPr/>
                <p:nvPr/>
              </p:nvPicPr>
              <p:blipFill>
                <a:blip r:embed="rId164"/>
                <a:stretch>
                  <a:fillRect/>
                </a:stretch>
              </p:blipFill>
              <p:spPr>
                <a:xfrm>
                  <a:off x="1014590" y="4583607"/>
                  <a:ext cx="105840" cy="165502"/>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4" name="Ink 103">
                  <a:extLst>
                    <a:ext uri="{FF2B5EF4-FFF2-40B4-BE49-F238E27FC236}">
                      <a16:creationId xmlns:a16="http://schemas.microsoft.com/office/drawing/2014/main" id="{67625C5B-3645-9D14-1233-A23E12018C54}"/>
                    </a:ext>
                  </a:extLst>
                </p14:cNvPr>
                <p14:cNvContentPartPr/>
                <p14:nvPr/>
              </p14:nvContentPartPr>
              <p14:xfrm>
                <a:off x="1211150" y="4592557"/>
                <a:ext cx="10800" cy="126720"/>
              </p14:xfrm>
            </p:contentPart>
          </mc:Choice>
          <mc:Fallback xmlns="">
            <p:pic>
              <p:nvPicPr>
                <p:cNvPr id="104" name="Ink 103">
                  <a:extLst>
                    <a:ext uri="{FF2B5EF4-FFF2-40B4-BE49-F238E27FC236}">
                      <a16:creationId xmlns:a16="http://schemas.microsoft.com/office/drawing/2014/main" id="{67625C5B-3645-9D14-1233-A23E12018C54}"/>
                    </a:ext>
                  </a:extLst>
                </p:cNvPr>
                <p:cNvPicPr/>
                <p:nvPr/>
              </p:nvPicPr>
              <p:blipFill>
                <a:blip r:embed="rId166"/>
                <a:stretch>
                  <a:fillRect/>
                </a:stretch>
              </p:blipFill>
              <p:spPr>
                <a:xfrm>
                  <a:off x="1193731" y="4574557"/>
                  <a:ext cx="4529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5" name="Ink 104">
                  <a:extLst>
                    <a:ext uri="{FF2B5EF4-FFF2-40B4-BE49-F238E27FC236}">
                      <a16:creationId xmlns:a16="http://schemas.microsoft.com/office/drawing/2014/main" id="{13FA82E5-025F-C3B2-1049-8D5943278A06}"/>
                    </a:ext>
                  </a:extLst>
                </p14:cNvPr>
                <p14:cNvContentPartPr/>
                <p14:nvPr/>
              </p14:nvContentPartPr>
              <p14:xfrm>
                <a:off x="1288910" y="4399237"/>
                <a:ext cx="110880" cy="156960"/>
              </p14:xfrm>
            </p:contentPart>
          </mc:Choice>
          <mc:Fallback xmlns="">
            <p:pic>
              <p:nvPicPr>
                <p:cNvPr id="105" name="Ink 104">
                  <a:extLst>
                    <a:ext uri="{FF2B5EF4-FFF2-40B4-BE49-F238E27FC236}">
                      <a16:creationId xmlns:a16="http://schemas.microsoft.com/office/drawing/2014/main" id="{13FA82E5-025F-C3B2-1049-8D5943278A06}"/>
                    </a:ext>
                  </a:extLst>
                </p:cNvPr>
                <p:cNvPicPr/>
                <p:nvPr/>
              </p:nvPicPr>
              <p:blipFill>
                <a:blip r:embed="rId168"/>
                <a:stretch>
                  <a:fillRect/>
                </a:stretch>
              </p:blipFill>
              <p:spPr>
                <a:xfrm>
                  <a:off x="1270910" y="4381237"/>
                  <a:ext cx="14652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06" name="Ink 105">
                  <a:extLst>
                    <a:ext uri="{FF2B5EF4-FFF2-40B4-BE49-F238E27FC236}">
                      <a16:creationId xmlns:a16="http://schemas.microsoft.com/office/drawing/2014/main" id="{B086F5D6-F6D5-478A-8AC3-151216E9D5CF}"/>
                    </a:ext>
                  </a:extLst>
                </p14:cNvPr>
                <p14:cNvContentPartPr/>
                <p14:nvPr/>
              </p14:nvContentPartPr>
              <p14:xfrm>
                <a:off x="1376390" y="4333717"/>
                <a:ext cx="153360" cy="116640"/>
              </p14:xfrm>
            </p:contentPart>
          </mc:Choice>
          <mc:Fallback xmlns="">
            <p:pic>
              <p:nvPicPr>
                <p:cNvPr id="106" name="Ink 105">
                  <a:extLst>
                    <a:ext uri="{FF2B5EF4-FFF2-40B4-BE49-F238E27FC236}">
                      <a16:creationId xmlns:a16="http://schemas.microsoft.com/office/drawing/2014/main" id="{B086F5D6-F6D5-478A-8AC3-151216E9D5CF}"/>
                    </a:ext>
                  </a:extLst>
                </p:cNvPr>
                <p:cNvPicPr/>
                <p:nvPr/>
              </p:nvPicPr>
              <p:blipFill>
                <a:blip r:embed="rId170"/>
                <a:stretch>
                  <a:fillRect/>
                </a:stretch>
              </p:blipFill>
              <p:spPr>
                <a:xfrm>
                  <a:off x="1358432" y="4315717"/>
                  <a:ext cx="188917"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07" name="Ink 106">
                  <a:extLst>
                    <a:ext uri="{FF2B5EF4-FFF2-40B4-BE49-F238E27FC236}">
                      <a16:creationId xmlns:a16="http://schemas.microsoft.com/office/drawing/2014/main" id="{D9C67135-6E9D-951F-00E8-A2F59CF6D33E}"/>
                    </a:ext>
                  </a:extLst>
                </p14:cNvPr>
                <p14:cNvContentPartPr/>
                <p14:nvPr/>
              </p14:nvContentPartPr>
              <p14:xfrm>
                <a:off x="1573310" y="4258477"/>
                <a:ext cx="85680" cy="104760"/>
              </p14:xfrm>
            </p:contentPart>
          </mc:Choice>
          <mc:Fallback xmlns="">
            <p:pic>
              <p:nvPicPr>
                <p:cNvPr id="107" name="Ink 106">
                  <a:extLst>
                    <a:ext uri="{FF2B5EF4-FFF2-40B4-BE49-F238E27FC236}">
                      <a16:creationId xmlns:a16="http://schemas.microsoft.com/office/drawing/2014/main" id="{D9C67135-6E9D-951F-00E8-A2F59CF6D33E}"/>
                    </a:ext>
                  </a:extLst>
                </p:cNvPr>
                <p:cNvPicPr/>
                <p:nvPr/>
              </p:nvPicPr>
              <p:blipFill>
                <a:blip r:embed="rId172"/>
                <a:stretch>
                  <a:fillRect/>
                </a:stretch>
              </p:blipFill>
              <p:spPr>
                <a:xfrm>
                  <a:off x="1555310" y="4240477"/>
                  <a:ext cx="12132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8" name="Ink 107">
                  <a:extLst>
                    <a:ext uri="{FF2B5EF4-FFF2-40B4-BE49-F238E27FC236}">
                      <a16:creationId xmlns:a16="http://schemas.microsoft.com/office/drawing/2014/main" id="{E488EB42-6B4C-F51B-FBFD-DF6107258437}"/>
                    </a:ext>
                  </a:extLst>
                </p14:cNvPr>
                <p14:cNvContentPartPr/>
                <p14:nvPr/>
              </p14:nvContentPartPr>
              <p14:xfrm>
                <a:off x="1665830" y="4073077"/>
                <a:ext cx="137880" cy="103680"/>
              </p14:xfrm>
            </p:contentPart>
          </mc:Choice>
          <mc:Fallback xmlns="">
            <p:pic>
              <p:nvPicPr>
                <p:cNvPr id="108" name="Ink 107">
                  <a:extLst>
                    <a:ext uri="{FF2B5EF4-FFF2-40B4-BE49-F238E27FC236}">
                      <a16:creationId xmlns:a16="http://schemas.microsoft.com/office/drawing/2014/main" id="{E488EB42-6B4C-F51B-FBFD-DF6107258437}"/>
                    </a:ext>
                  </a:extLst>
                </p:cNvPr>
                <p:cNvPicPr/>
                <p:nvPr/>
              </p:nvPicPr>
              <p:blipFill>
                <a:blip r:embed="rId174"/>
                <a:stretch>
                  <a:fillRect/>
                </a:stretch>
              </p:blipFill>
              <p:spPr>
                <a:xfrm>
                  <a:off x="1647783" y="4055077"/>
                  <a:ext cx="173613"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9" name="Ink 108">
                  <a:extLst>
                    <a:ext uri="{FF2B5EF4-FFF2-40B4-BE49-F238E27FC236}">
                      <a16:creationId xmlns:a16="http://schemas.microsoft.com/office/drawing/2014/main" id="{317AF844-33C1-3E71-584C-5A23A39E0D9B}"/>
                    </a:ext>
                  </a:extLst>
                </p14:cNvPr>
                <p14:cNvContentPartPr/>
                <p14:nvPr/>
              </p14:nvContentPartPr>
              <p14:xfrm>
                <a:off x="1724870" y="4066597"/>
                <a:ext cx="77400" cy="98280"/>
              </p14:xfrm>
            </p:contentPart>
          </mc:Choice>
          <mc:Fallback xmlns="">
            <p:pic>
              <p:nvPicPr>
                <p:cNvPr id="109" name="Ink 108">
                  <a:extLst>
                    <a:ext uri="{FF2B5EF4-FFF2-40B4-BE49-F238E27FC236}">
                      <a16:creationId xmlns:a16="http://schemas.microsoft.com/office/drawing/2014/main" id="{317AF844-33C1-3E71-584C-5A23A39E0D9B}"/>
                    </a:ext>
                  </a:extLst>
                </p:cNvPr>
                <p:cNvPicPr/>
                <p:nvPr/>
              </p:nvPicPr>
              <p:blipFill>
                <a:blip r:embed="rId176"/>
                <a:stretch>
                  <a:fillRect/>
                </a:stretch>
              </p:blipFill>
              <p:spPr>
                <a:xfrm>
                  <a:off x="1706953" y="4048597"/>
                  <a:ext cx="112875"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12" name="Ink 111">
                  <a:extLst>
                    <a:ext uri="{FF2B5EF4-FFF2-40B4-BE49-F238E27FC236}">
                      <a16:creationId xmlns:a16="http://schemas.microsoft.com/office/drawing/2014/main" id="{BD741646-3B99-995B-5330-FD0FDA229D65}"/>
                    </a:ext>
                  </a:extLst>
                </p14:cNvPr>
                <p14:cNvContentPartPr/>
                <p14:nvPr/>
              </p14:nvContentPartPr>
              <p14:xfrm>
                <a:off x="975710" y="5483917"/>
                <a:ext cx="155520" cy="141480"/>
              </p14:xfrm>
            </p:contentPart>
          </mc:Choice>
          <mc:Fallback xmlns="">
            <p:pic>
              <p:nvPicPr>
                <p:cNvPr id="112" name="Ink 111">
                  <a:extLst>
                    <a:ext uri="{FF2B5EF4-FFF2-40B4-BE49-F238E27FC236}">
                      <a16:creationId xmlns:a16="http://schemas.microsoft.com/office/drawing/2014/main" id="{BD741646-3B99-995B-5330-FD0FDA229D65}"/>
                    </a:ext>
                  </a:extLst>
                </p:cNvPr>
                <p:cNvPicPr/>
                <p:nvPr/>
              </p:nvPicPr>
              <p:blipFill>
                <a:blip r:embed="rId178"/>
                <a:stretch>
                  <a:fillRect/>
                </a:stretch>
              </p:blipFill>
              <p:spPr>
                <a:xfrm>
                  <a:off x="957710" y="5465917"/>
                  <a:ext cx="19116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13" name="Ink 112">
                  <a:extLst>
                    <a:ext uri="{FF2B5EF4-FFF2-40B4-BE49-F238E27FC236}">
                      <a16:creationId xmlns:a16="http://schemas.microsoft.com/office/drawing/2014/main" id="{35968339-76BF-3B2B-7DC9-4E230A76B01F}"/>
                    </a:ext>
                  </a:extLst>
                </p14:cNvPr>
                <p14:cNvContentPartPr/>
                <p14:nvPr/>
              </p14:nvContentPartPr>
              <p14:xfrm>
                <a:off x="875990" y="5316517"/>
                <a:ext cx="17640" cy="27360"/>
              </p14:xfrm>
            </p:contentPart>
          </mc:Choice>
          <mc:Fallback xmlns="">
            <p:pic>
              <p:nvPicPr>
                <p:cNvPr id="113" name="Ink 112">
                  <a:extLst>
                    <a:ext uri="{FF2B5EF4-FFF2-40B4-BE49-F238E27FC236}">
                      <a16:creationId xmlns:a16="http://schemas.microsoft.com/office/drawing/2014/main" id="{35968339-76BF-3B2B-7DC9-4E230A76B01F}"/>
                    </a:ext>
                  </a:extLst>
                </p:cNvPr>
                <p:cNvPicPr/>
                <p:nvPr/>
              </p:nvPicPr>
              <p:blipFill>
                <a:blip r:embed="rId180"/>
                <a:stretch>
                  <a:fillRect/>
                </a:stretch>
              </p:blipFill>
              <p:spPr>
                <a:xfrm>
                  <a:off x="857990" y="5298517"/>
                  <a:ext cx="5328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14" name="Ink 113">
                  <a:extLst>
                    <a:ext uri="{FF2B5EF4-FFF2-40B4-BE49-F238E27FC236}">
                      <a16:creationId xmlns:a16="http://schemas.microsoft.com/office/drawing/2014/main" id="{38468426-D283-9455-F5A7-76E7B9B312C6}"/>
                    </a:ext>
                  </a:extLst>
                </p14:cNvPr>
                <p14:cNvContentPartPr/>
                <p14:nvPr/>
              </p14:nvContentPartPr>
              <p14:xfrm>
                <a:off x="1136630" y="5428837"/>
                <a:ext cx="191160" cy="132480"/>
              </p14:xfrm>
            </p:contentPart>
          </mc:Choice>
          <mc:Fallback xmlns="">
            <p:pic>
              <p:nvPicPr>
                <p:cNvPr id="114" name="Ink 113">
                  <a:extLst>
                    <a:ext uri="{FF2B5EF4-FFF2-40B4-BE49-F238E27FC236}">
                      <a16:creationId xmlns:a16="http://schemas.microsoft.com/office/drawing/2014/main" id="{38468426-D283-9455-F5A7-76E7B9B312C6}"/>
                    </a:ext>
                  </a:extLst>
                </p:cNvPr>
                <p:cNvPicPr/>
                <p:nvPr/>
              </p:nvPicPr>
              <p:blipFill>
                <a:blip r:embed="rId182"/>
                <a:stretch>
                  <a:fillRect/>
                </a:stretch>
              </p:blipFill>
              <p:spPr>
                <a:xfrm>
                  <a:off x="1118630" y="5410837"/>
                  <a:ext cx="22680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15" name="Ink 114">
                  <a:extLst>
                    <a:ext uri="{FF2B5EF4-FFF2-40B4-BE49-F238E27FC236}">
                      <a16:creationId xmlns:a16="http://schemas.microsoft.com/office/drawing/2014/main" id="{2BB01CF4-5DD5-4CF3-9F85-129CCD6C78A6}"/>
                    </a:ext>
                  </a:extLst>
                </p14:cNvPr>
                <p14:cNvContentPartPr/>
                <p14:nvPr/>
              </p14:nvContentPartPr>
              <p14:xfrm>
                <a:off x="1314470" y="5352157"/>
                <a:ext cx="92520" cy="108000"/>
              </p14:xfrm>
            </p:contentPart>
          </mc:Choice>
          <mc:Fallback xmlns="">
            <p:pic>
              <p:nvPicPr>
                <p:cNvPr id="115" name="Ink 114">
                  <a:extLst>
                    <a:ext uri="{FF2B5EF4-FFF2-40B4-BE49-F238E27FC236}">
                      <a16:creationId xmlns:a16="http://schemas.microsoft.com/office/drawing/2014/main" id="{2BB01CF4-5DD5-4CF3-9F85-129CCD6C78A6}"/>
                    </a:ext>
                  </a:extLst>
                </p:cNvPr>
                <p:cNvPicPr/>
                <p:nvPr/>
              </p:nvPicPr>
              <p:blipFill>
                <a:blip r:embed="rId184"/>
                <a:stretch>
                  <a:fillRect/>
                </a:stretch>
              </p:blipFill>
              <p:spPr>
                <a:xfrm>
                  <a:off x="1296470" y="5334157"/>
                  <a:ext cx="12816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16" name="Ink 115">
                  <a:extLst>
                    <a:ext uri="{FF2B5EF4-FFF2-40B4-BE49-F238E27FC236}">
                      <a16:creationId xmlns:a16="http://schemas.microsoft.com/office/drawing/2014/main" id="{EDA51D67-A1C7-7DB9-FBA0-D88FA64E4EED}"/>
                    </a:ext>
                  </a:extLst>
                </p14:cNvPr>
                <p14:cNvContentPartPr/>
                <p14:nvPr/>
              </p14:nvContentPartPr>
              <p14:xfrm>
                <a:off x="1469630" y="5262517"/>
                <a:ext cx="38160" cy="62280"/>
              </p14:xfrm>
            </p:contentPart>
          </mc:Choice>
          <mc:Fallback xmlns="">
            <p:pic>
              <p:nvPicPr>
                <p:cNvPr id="116" name="Ink 115">
                  <a:extLst>
                    <a:ext uri="{FF2B5EF4-FFF2-40B4-BE49-F238E27FC236}">
                      <a16:creationId xmlns:a16="http://schemas.microsoft.com/office/drawing/2014/main" id="{EDA51D67-A1C7-7DB9-FBA0-D88FA64E4EED}"/>
                    </a:ext>
                  </a:extLst>
                </p:cNvPr>
                <p:cNvPicPr/>
                <p:nvPr/>
              </p:nvPicPr>
              <p:blipFill>
                <a:blip r:embed="rId186"/>
                <a:stretch>
                  <a:fillRect/>
                </a:stretch>
              </p:blipFill>
              <p:spPr>
                <a:xfrm>
                  <a:off x="1451630" y="5244620"/>
                  <a:ext cx="73800" cy="97715"/>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17" name="Ink 116">
                  <a:extLst>
                    <a:ext uri="{FF2B5EF4-FFF2-40B4-BE49-F238E27FC236}">
                      <a16:creationId xmlns:a16="http://schemas.microsoft.com/office/drawing/2014/main" id="{31D19839-BE55-F0B7-8A05-80FB79DF46AB}"/>
                    </a:ext>
                  </a:extLst>
                </p14:cNvPr>
                <p14:cNvContentPartPr/>
                <p14:nvPr/>
              </p14:nvContentPartPr>
              <p14:xfrm>
                <a:off x="1411310" y="5160997"/>
                <a:ext cx="16200" cy="25560"/>
              </p14:xfrm>
            </p:contentPart>
          </mc:Choice>
          <mc:Fallback xmlns="">
            <p:pic>
              <p:nvPicPr>
                <p:cNvPr id="117" name="Ink 116">
                  <a:extLst>
                    <a:ext uri="{FF2B5EF4-FFF2-40B4-BE49-F238E27FC236}">
                      <a16:creationId xmlns:a16="http://schemas.microsoft.com/office/drawing/2014/main" id="{31D19839-BE55-F0B7-8A05-80FB79DF46AB}"/>
                    </a:ext>
                  </a:extLst>
                </p:cNvPr>
                <p:cNvPicPr/>
                <p:nvPr/>
              </p:nvPicPr>
              <p:blipFill>
                <a:blip r:embed="rId188"/>
                <a:stretch>
                  <a:fillRect/>
                </a:stretch>
              </p:blipFill>
              <p:spPr>
                <a:xfrm>
                  <a:off x="1392901" y="5142997"/>
                  <a:ext cx="5265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18" name="Ink 117">
                  <a:extLst>
                    <a:ext uri="{FF2B5EF4-FFF2-40B4-BE49-F238E27FC236}">
                      <a16:creationId xmlns:a16="http://schemas.microsoft.com/office/drawing/2014/main" id="{939BE724-E955-7BD1-8EF9-5A5B41CDEA85}"/>
                    </a:ext>
                  </a:extLst>
                </p14:cNvPr>
                <p14:cNvContentPartPr/>
                <p14:nvPr/>
              </p14:nvContentPartPr>
              <p14:xfrm>
                <a:off x="1547750" y="5140477"/>
                <a:ext cx="82080" cy="139680"/>
              </p14:xfrm>
            </p:contentPart>
          </mc:Choice>
          <mc:Fallback xmlns="">
            <p:pic>
              <p:nvPicPr>
                <p:cNvPr id="118" name="Ink 117">
                  <a:extLst>
                    <a:ext uri="{FF2B5EF4-FFF2-40B4-BE49-F238E27FC236}">
                      <a16:creationId xmlns:a16="http://schemas.microsoft.com/office/drawing/2014/main" id="{939BE724-E955-7BD1-8EF9-5A5B41CDEA85}"/>
                    </a:ext>
                  </a:extLst>
                </p:cNvPr>
                <p:cNvPicPr/>
                <p:nvPr/>
              </p:nvPicPr>
              <p:blipFill>
                <a:blip r:embed="rId190"/>
                <a:stretch>
                  <a:fillRect/>
                </a:stretch>
              </p:blipFill>
              <p:spPr>
                <a:xfrm>
                  <a:off x="1529750" y="5122477"/>
                  <a:ext cx="1177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19" name="Ink 118">
                  <a:extLst>
                    <a:ext uri="{FF2B5EF4-FFF2-40B4-BE49-F238E27FC236}">
                      <a16:creationId xmlns:a16="http://schemas.microsoft.com/office/drawing/2014/main" id="{DA4CFD79-3232-894E-9556-485347143FFF}"/>
                    </a:ext>
                  </a:extLst>
                </p14:cNvPr>
                <p14:cNvContentPartPr/>
                <p14:nvPr/>
              </p14:nvContentPartPr>
              <p14:xfrm>
                <a:off x="1635590" y="5086477"/>
                <a:ext cx="97200" cy="86760"/>
              </p14:xfrm>
            </p:contentPart>
          </mc:Choice>
          <mc:Fallback xmlns="">
            <p:pic>
              <p:nvPicPr>
                <p:cNvPr id="119" name="Ink 118">
                  <a:extLst>
                    <a:ext uri="{FF2B5EF4-FFF2-40B4-BE49-F238E27FC236}">
                      <a16:creationId xmlns:a16="http://schemas.microsoft.com/office/drawing/2014/main" id="{DA4CFD79-3232-894E-9556-485347143FFF}"/>
                    </a:ext>
                  </a:extLst>
                </p:cNvPr>
                <p:cNvPicPr/>
                <p:nvPr/>
              </p:nvPicPr>
              <p:blipFill>
                <a:blip r:embed="rId192"/>
                <a:stretch>
                  <a:fillRect/>
                </a:stretch>
              </p:blipFill>
              <p:spPr>
                <a:xfrm>
                  <a:off x="1617656" y="5068477"/>
                  <a:ext cx="132708"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20" name="Ink 119">
                  <a:extLst>
                    <a:ext uri="{FF2B5EF4-FFF2-40B4-BE49-F238E27FC236}">
                      <a16:creationId xmlns:a16="http://schemas.microsoft.com/office/drawing/2014/main" id="{3AFEE1A3-1359-E779-BA61-6F76C609C8F9}"/>
                    </a:ext>
                  </a:extLst>
                </p14:cNvPr>
                <p14:cNvContentPartPr/>
                <p14:nvPr/>
              </p14:nvContentPartPr>
              <p14:xfrm>
                <a:off x="1784270" y="5060917"/>
                <a:ext cx="10080" cy="59760"/>
              </p14:xfrm>
            </p:contentPart>
          </mc:Choice>
          <mc:Fallback xmlns="">
            <p:pic>
              <p:nvPicPr>
                <p:cNvPr id="120" name="Ink 119">
                  <a:extLst>
                    <a:ext uri="{FF2B5EF4-FFF2-40B4-BE49-F238E27FC236}">
                      <a16:creationId xmlns:a16="http://schemas.microsoft.com/office/drawing/2014/main" id="{3AFEE1A3-1359-E779-BA61-6F76C609C8F9}"/>
                    </a:ext>
                  </a:extLst>
                </p:cNvPr>
                <p:cNvPicPr/>
                <p:nvPr/>
              </p:nvPicPr>
              <p:blipFill>
                <a:blip r:embed="rId194"/>
                <a:stretch>
                  <a:fillRect/>
                </a:stretch>
              </p:blipFill>
              <p:spPr>
                <a:xfrm>
                  <a:off x="1766270" y="5042917"/>
                  <a:ext cx="4572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21" name="Ink 120">
                  <a:extLst>
                    <a:ext uri="{FF2B5EF4-FFF2-40B4-BE49-F238E27FC236}">
                      <a16:creationId xmlns:a16="http://schemas.microsoft.com/office/drawing/2014/main" id="{E7F35CE0-A684-1738-1128-E84864AD0229}"/>
                    </a:ext>
                  </a:extLst>
                </p14:cNvPr>
                <p14:cNvContentPartPr/>
                <p14:nvPr/>
              </p14:nvContentPartPr>
              <p14:xfrm>
                <a:off x="1808030" y="4889557"/>
                <a:ext cx="97560" cy="167760"/>
              </p14:xfrm>
            </p:contentPart>
          </mc:Choice>
          <mc:Fallback xmlns="">
            <p:pic>
              <p:nvPicPr>
                <p:cNvPr id="121" name="Ink 120">
                  <a:extLst>
                    <a:ext uri="{FF2B5EF4-FFF2-40B4-BE49-F238E27FC236}">
                      <a16:creationId xmlns:a16="http://schemas.microsoft.com/office/drawing/2014/main" id="{E7F35CE0-A684-1738-1128-E84864AD0229}"/>
                    </a:ext>
                  </a:extLst>
                </p:cNvPr>
                <p:cNvPicPr/>
                <p:nvPr/>
              </p:nvPicPr>
              <p:blipFill>
                <a:blip r:embed="rId196"/>
                <a:stretch>
                  <a:fillRect/>
                </a:stretch>
              </p:blipFill>
              <p:spPr>
                <a:xfrm>
                  <a:off x="1790030" y="4871518"/>
                  <a:ext cx="133200" cy="203477"/>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22" name="Ink 121">
                  <a:extLst>
                    <a:ext uri="{FF2B5EF4-FFF2-40B4-BE49-F238E27FC236}">
                      <a16:creationId xmlns:a16="http://schemas.microsoft.com/office/drawing/2014/main" id="{07CCBB77-C8C1-60E2-E3FE-A69F548864B4}"/>
                    </a:ext>
                  </a:extLst>
                </p14:cNvPr>
                <p14:cNvContentPartPr/>
                <p14:nvPr/>
              </p14:nvContentPartPr>
              <p14:xfrm>
                <a:off x="1890110" y="4868677"/>
                <a:ext cx="106560" cy="91440"/>
              </p14:xfrm>
            </p:contentPart>
          </mc:Choice>
          <mc:Fallback xmlns="">
            <p:pic>
              <p:nvPicPr>
                <p:cNvPr id="122" name="Ink 121">
                  <a:extLst>
                    <a:ext uri="{FF2B5EF4-FFF2-40B4-BE49-F238E27FC236}">
                      <a16:creationId xmlns:a16="http://schemas.microsoft.com/office/drawing/2014/main" id="{07CCBB77-C8C1-60E2-E3FE-A69F548864B4}"/>
                    </a:ext>
                  </a:extLst>
                </p:cNvPr>
                <p:cNvPicPr/>
                <p:nvPr/>
              </p:nvPicPr>
              <p:blipFill>
                <a:blip r:embed="rId198"/>
                <a:stretch>
                  <a:fillRect/>
                </a:stretch>
              </p:blipFill>
              <p:spPr>
                <a:xfrm>
                  <a:off x="1872171" y="4850677"/>
                  <a:ext cx="1420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23" name="Ink 122">
                  <a:extLst>
                    <a:ext uri="{FF2B5EF4-FFF2-40B4-BE49-F238E27FC236}">
                      <a16:creationId xmlns:a16="http://schemas.microsoft.com/office/drawing/2014/main" id="{AAB7226A-D07D-9816-609B-11B8C03F03F3}"/>
                    </a:ext>
                  </a:extLst>
                </p14:cNvPr>
                <p14:cNvContentPartPr/>
                <p14:nvPr/>
              </p14:nvContentPartPr>
              <p14:xfrm>
                <a:off x="2040950" y="4773997"/>
                <a:ext cx="50760" cy="61920"/>
              </p14:xfrm>
            </p:contentPart>
          </mc:Choice>
          <mc:Fallback xmlns="">
            <p:pic>
              <p:nvPicPr>
                <p:cNvPr id="123" name="Ink 122">
                  <a:extLst>
                    <a:ext uri="{FF2B5EF4-FFF2-40B4-BE49-F238E27FC236}">
                      <a16:creationId xmlns:a16="http://schemas.microsoft.com/office/drawing/2014/main" id="{AAB7226A-D07D-9816-609B-11B8C03F03F3}"/>
                    </a:ext>
                  </a:extLst>
                </p:cNvPr>
                <p:cNvPicPr/>
                <p:nvPr/>
              </p:nvPicPr>
              <p:blipFill>
                <a:blip r:embed="rId200"/>
                <a:stretch>
                  <a:fillRect/>
                </a:stretch>
              </p:blipFill>
              <p:spPr>
                <a:xfrm>
                  <a:off x="2022950" y="4756101"/>
                  <a:ext cx="86400" cy="97354"/>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24" name="Ink 123">
                  <a:extLst>
                    <a:ext uri="{FF2B5EF4-FFF2-40B4-BE49-F238E27FC236}">
                      <a16:creationId xmlns:a16="http://schemas.microsoft.com/office/drawing/2014/main" id="{73AA1E97-7043-D797-BFA5-4FB5FF720076}"/>
                    </a:ext>
                  </a:extLst>
                </p14:cNvPr>
                <p14:cNvContentPartPr/>
                <p14:nvPr/>
              </p14:nvContentPartPr>
              <p14:xfrm>
                <a:off x="2125550" y="4722877"/>
                <a:ext cx="2160" cy="1440"/>
              </p14:xfrm>
            </p:contentPart>
          </mc:Choice>
          <mc:Fallback xmlns="">
            <p:pic>
              <p:nvPicPr>
                <p:cNvPr id="124" name="Ink 123">
                  <a:extLst>
                    <a:ext uri="{FF2B5EF4-FFF2-40B4-BE49-F238E27FC236}">
                      <a16:creationId xmlns:a16="http://schemas.microsoft.com/office/drawing/2014/main" id="{73AA1E97-7043-D797-BFA5-4FB5FF720076}"/>
                    </a:ext>
                  </a:extLst>
                </p:cNvPr>
                <p:cNvPicPr/>
                <p:nvPr/>
              </p:nvPicPr>
              <p:blipFill>
                <a:blip r:embed="rId202"/>
                <a:stretch>
                  <a:fillRect/>
                </a:stretch>
              </p:blipFill>
              <p:spPr>
                <a:xfrm>
                  <a:off x="2107550" y="4704877"/>
                  <a:ext cx="378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25" name="Ink 124">
                  <a:extLst>
                    <a:ext uri="{FF2B5EF4-FFF2-40B4-BE49-F238E27FC236}">
                      <a16:creationId xmlns:a16="http://schemas.microsoft.com/office/drawing/2014/main" id="{12A3CD88-1B03-4F51-E8AA-419D203A94BE}"/>
                    </a:ext>
                  </a:extLst>
                </p14:cNvPr>
                <p14:cNvContentPartPr/>
                <p14:nvPr/>
              </p14:nvContentPartPr>
              <p14:xfrm>
                <a:off x="2067950" y="4613077"/>
                <a:ext cx="145440" cy="137880"/>
              </p14:xfrm>
            </p:contentPart>
          </mc:Choice>
          <mc:Fallback xmlns="">
            <p:pic>
              <p:nvPicPr>
                <p:cNvPr id="125" name="Ink 124">
                  <a:extLst>
                    <a:ext uri="{FF2B5EF4-FFF2-40B4-BE49-F238E27FC236}">
                      <a16:creationId xmlns:a16="http://schemas.microsoft.com/office/drawing/2014/main" id="{12A3CD88-1B03-4F51-E8AA-419D203A94BE}"/>
                    </a:ext>
                  </a:extLst>
                </p:cNvPr>
                <p:cNvPicPr/>
                <p:nvPr/>
              </p:nvPicPr>
              <p:blipFill>
                <a:blip r:embed="rId204"/>
                <a:stretch>
                  <a:fillRect/>
                </a:stretch>
              </p:blipFill>
              <p:spPr>
                <a:xfrm>
                  <a:off x="2049994" y="4595077"/>
                  <a:ext cx="180992"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26" name="Ink 125">
                  <a:extLst>
                    <a:ext uri="{FF2B5EF4-FFF2-40B4-BE49-F238E27FC236}">
                      <a16:creationId xmlns:a16="http://schemas.microsoft.com/office/drawing/2014/main" id="{3B5BE7A0-125D-6C39-27F2-73FA623E1F66}"/>
                    </a:ext>
                  </a:extLst>
                </p14:cNvPr>
                <p14:cNvContentPartPr/>
                <p14:nvPr/>
              </p14:nvContentPartPr>
              <p14:xfrm>
                <a:off x="2135630" y="4639717"/>
                <a:ext cx="39600" cy="92880"/>
              </p14:xfrm>
            </p:contentPart>
          </mc:Choice>
          <mc:Fallback xmlns="">
            <p:pic>
              <p:nvPicPr>
                <p:cNvPr id="126" name="Ink 125">
                  <a:extLst>
                    <a:ext uri="{FF2B5EF4-FFF2-40B4-BE49-F238E27FC236}">
                      <a16:creationId xmlns:a16="http://schemas.microsoft.com/office/drawing/2014/main" id="{3B5BE7A0-125D-6C39-27F2-73FA623E1F66}"/>
                    </a:ext>
                  </a:extLst>
                </p:cNvPr>
                <p:cNvPicPr/>
                <p:nvPr/>
              </p:nvPicPr>
              <p:blipFill>
                <a:blip r:embed="rId206"/>
                <a:stretch>
                  <a:fillRect/>
                </a:stretch>
              </p:blipFill>
              <p:spPr>
                <a:xfrm>
                  <a:off x="2117630" y="4621717"/>
                  <a:ext cx="7524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27" name="Ink 126">
                  <a:extLst>
                    <a:ext uri="{FF2B5EF4-FFF2-40B4-BE49-F238E27FC236}">
                      <a16:creationId xmlns:a16="http://schemas.microsoft.com/office/drawing/2014/main" id="{3BBF3977-8372-96A4-39FC-65366B736BB9}"/>
                    </a:ext>
                  </a:extLst>
                </p14:cNvPr>
                <p14:cNvContentPartPr/>
                <p14:nvPr/>
              </p14:nvContentPartPr>
              <p14:xfrm>
                <a:off x="2134550" y="4435957"/>
                <a:ext cx="229680" cy="69840"/>
              </p14:xfrm>
            </p:contentPart>
          </mc:Choice>
          <mc:Fallback xmlns="">
            <p:pic>
              <p:nvPicPr>
                <p:cNvPr id="127" name="Ink 126">
                  <a:extLst>
                    <a:ext uri="{FF2B5EF4-FFF2-40B4-BE49-F238E27FC236}">
                      <a16:creationId xmlns:a16="http://schemas.microsoft.com/office/drawing/2014/main" id="{3BBF3977-8372-96A4-39FC-65366B736BB9}"/>
                    </a:ext>
                  </a:extLst>
                </p:cNvPr>
                <p:cNvPicPr/>
                <p:nvPr/>
              </p:nvPicPr>
              <p:blipFill>
                <a:blip r:embed="rId208"/>
                <a:stretch>
                  <a:fillRect/>
                </a:stretch>
              </p:blipFill>
              <p:spPr>
                <a:xfrm>
                  <a:off x="2116550" y="4417864"/>
                  <a:ext cx="265320" cy="105665"/>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28" name="Ink 127">
                  <a:extLst>
                    <a:ext uri="{FF2B5EF4-FFF2-40B4-BE49-F238E27FC236}">
                      <a16:creationId xmlns:a16="http://schemas.microsoft.com/office/drawing/2014/main" id="{D526A8D3-72E3-CD95-B4C4-23645146093F}"/>
                    </a:ext>
                  </a:extLst>
                </p14:cNvPr>
                <p14:cNvContentPartPr/>
                <p14:nvPr/>
              </p14:nvContentPartPr>
              <p14:xfrm>
                <a:off x="2230670" y="4341997"/>
                <a:ext cx="33480" cy="236880"/>
              </p14:xfrm>
            </p:contentPart>
          </mc:Choice>
          <mc:Fallback xmlns="">
            <p:pic>
              <p:nvPicPr>
                <p:cNvPr id="128" name="Ink 127">
                  <a:extLst>
                    <a:ext uri="{FF2B5EF4-FFF2-40B4-BE49-F238E27FC236}">
                      <a16:creationId xmlns:a16="http://schemas.microsoft.com/office/drawing/2014/main" id="{D526A8D3-72E3-CD95-B4C4-23645146093F}"/>
                    </a:ext>
                  </a:extLst>
                </p:cNvPr>
                <p:cNvPicPr/>
                <p:nvPr/>
              </p:nvPicPr>
              <p:blipFill>
                <a:blip r:embed="rId210"/>
                <a:stretch>
                  <a:fillRect/>
                </a:stretch>
              </p:blipFill>
              <p:spPr>
                <a:xfrm>
                  <a:off x="2212670" y="4323997"/>
                  <a:ext cx="6912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29" name="Ink 128">
                  <a:extLst>
                    <a:ext uri="{FF2B5EF4-FFF2-40B4-BE49-F238E27FC236}">
                      <a16:creationId xmlns:a16="http://schemas.microsoft.com/office/drawing/2014/main" id="{104E3B7B-5D41-4C2B-79B8-BE5B7D6F99D6}"/>
                    </a:ext>
                  </a:extLst>
                </p14:cNvPr>
                <p14:cNvContentPartPr/>
                <p14:nvPr/>
              </p14:nvContentPartPr>
              <p14:xfrm>
                <a:off x="2297990" y="4223557"/>
                <a:ext cx="219600" cy="255960"/>
              </p14:xfrm>
            </p:contentPart>
          </mc:Choice>
          <mc:Fallback xmlns="">
            <p:pic>
              <p:nvPicPr>
                <p:cNvPr id="129" name="Ink 128">
                  <a:extLst>
                    <a:ext uri="{FF2B5EF4-FFF2-40B4-BE49-F238E27FC236}">
                      <a16:creationId xmlns:a16="http://schemas.microsoft.com/office/drawing/2014/main" id="{104E3B7B-5D41-4C2B-79B8-BE5B7D6F99D6}"/>
                    </a:ext>
                  </a:extLst>
                </p:cNvPr>
                <p:cNvPicPr/>
                <p:nvPr/>
              </p:nvPicPr>
              <p:blipFill>
                <a:blip r:embed="rId212"/>
                <a:stretch>
                  <a:fillRect/>
                </a:stretch>
              </p:blipFill>
              <p:spPr>
                <a:xfrm>
                  <a:off x="2279990" y="4205582"/>
                  <a:ext cx="255240" cy="29155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30" name="Ink 129">
                  <a:extLst>
                    <a:ext uri="{FF2B5EF4-FFF2-40B4-BE49-F238E27FC236}">
                      <a16:creationId xmlns:a16="http://schemas.microsoft.com/office/drawing/2014/main" id="{8C03A755-D9BE-B077-FBC2-64A70E121404}"/>
                    </a:ext>
                  </a:extLst>
                </p14:cNvPr>
                <p14:cNvContentPartPr/>
                <p14:nvPr/>
              </p14:nvContentPartPr>
              <p14:xfrm>
                <a:off x="2319590" y="4077757"/>
                <a:ext cx="212400" cy="193320"/>
              </p14:xfrm>
            </p:contentPart>
          </mc:Choice>
          <mc:Fallback xmlns="">
            <p:pic>
              <p:nvPicPr>
                <p:cNvPr id="130" name="Ink 129">
                  <a:extLst>
                    <a:ext uri="{FF2B5EF4-FFF2-40B4-BE49-F238E27FC236}">
                      <a16:creationId xmlns:a16="http://schemas.microsoft.com/office/drawing/2014/main" id="{8C03A755-D9BE-B077-FBC2-64A70E121404}"/>
                    </a:ext>
                  </a:extLst>
                </p:cNvPr>
                <p:cNvPicPr/>
                <p:nvPr/>
              </p:nvPicPr>
              <p:blipFill>
                <a:blip r:embed="rId214"/>
                <a:stretch>
                  <a:fillRect/>
                </a:stretch>
              </p:blipFill>
              <p:spPr>
                <a:xfrm>
                  <a:off x="2301590" y="4059757"/>
                  <a:ext cx="24804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31" name="Ink 130">
                  <a:extLst>
                    <a:ext uri="{FF2B5EF4-FFF2-40B4-BE49-F238E27FC236}">
                      <a16:creationId xmlns:a16="http://schemas.microsoft.com/office/drawing/2014/main" id="{C8EBEE11-6ECE-BCE2-267B-583C3D3732AE}"/>
                    </a:ext>
                  </a:extLst>
                </p14:cNvPr>
                <p14:cNvContentPartPr/>
                <p14:nvPr/>
              </p14:nvContentPartPr>
              <p14:xfrm>
                <a:off x="2648270" y="4044997"/>
                <a:ext cx="215280" cy="284760"/>
              </p14:xfrm>
            </p:contentPart>
          </mc:Choice>
          <mc:Fallback xmlns="">
            <p:pic>
              <p:nvPicPr>
                <p:cNvPr id="131" name="Ink 130">
                  <a:extLst>
                    <a:ext uri="{FF2B5EF4-FFF2-40B4-BE49-F238E27FC236}">
                      <a16:creationId xmlns:a16="http://schemas.microsoft.com/office/drawing/2014/main" id="{C8EBEE11-6ECE-BCE2-267B-583C3D3732AE}"/>
                    </a:ext>
                  </a:extLst>
                </p:cNvPr>
                <p:cNvPicPr/>
                <p:nvPr/>
              </p:nvPicPr>
              <p:blipFill>
                <a:blip r:embed="rId216"/>
                <a:stretch>
                  <a:fillRect/>
                </a:stretch>
              </p:blipFill>
              <p:spPr>
                <a:xfrm>
                  <a:off x="2630270" y="4026997"/>
                  <a:ext cx="25092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32" name="Ink 131">
                  <a:extLst>
                    <a:ext uri="{FF2B5EF4-FFF2-40B4-BE49-F238E27FC236}">
                      <a16:creationId xmlns:a16="http://schemas.microsoft.com/office/drawing/2014/main" id="{6894594D-4CA1-7BB3-3A92-62432B652921}"/>
                    </a:ext>
                  </a:extLst>
                </p14:cNvPr>
                <p14:cNvContentPartPr/>
                <p14:nvPr/>
              </p14:nvContentPartPr>
              <p14:xfrm>
                <a:off x="2702270" y="4143997"/>
                <a:ext cx="79920" cy="102240"/>
              </p14:xfrm>
            </p:contentPart>
          </mc:Choice>
          <mc:Fallback xmlns="">
            <p:pic>
              <p:nvPicPr>
                <p:cNvPr id="132" name="Ink 131">
                  <a:extLst>
                    <a:ext uri="{FF2B5EF4-FFF2-40B4-BE49-F238E27FC236}">
                      <a16:creationId xmlns:a16="http://schemas.microsoft.com/office/drawing/2014/main" id="{6894594D-4CA1-7BB3-3A92-62432B652921}"/>
                    </a:ext>
                  </a:extLst>
                </p:cNvPr>
                <p:cNvPicPr/>
                <p:nvPr/>
              </p:nvPicPr>
              <p:blipFill>
                <a:blip r:embed="rId218"/>
                <a:stretch>
                  <a:fillRect/>
                </a:stretch>
              </p:blipFill>
              <p:spPr>
                <a:xfrm>
                  <a:off x="2684270" y="4125997"/>
                  <a:ext cx="115560" cy="137880"/>
                </a:xfrm>
                <a:prstGeom prst="rect">
                  <a:avLst/>
                </a:prstGeom>
              </p:spPr>
            </p:pic>
          </mc:Fallback>
        </mc:AlternateContent>
      </p:grpSp>
      <p:grpSp>
        <p:nvGrpSpPr>
          <p:cNvPr id="163" name="Group 162">
            <a:extLst>
              <a:ext uri="{FF2B5EF4-FFF2-40B4-BE49-F238E27FC236}">
                <a16:creationId xmlns:a16="http://schemas.microsoft.com/office/drawing/2014/main" id="{A5467217-57DD-9856-71A0-841BCF7EDD90}"/>
              </a:ext>
            </a:extLst>
          </p:cNvPr>
          <p:cNvGrpSpPr/>
          <p:nvPr/>
        </p:nvGrpSpPr>
        <p:grpSpPr>
          <a:xfrm>
            <a:off x="8785550" y="5600197"/>
            <a:ext cx="743400" cy="258840"/>
            <a:chOff x="8785550" y="5600197"/>
            <a:chExt cx="743400" cy="258840"/>
          </a:xfrm>
        </p:grpSpPr>
        <mc:AlternateContent xmlns:mc="http://schemas.openxmlformats.org/markup-compatibility/2006" xmlns:p14="http://schemas.microsoft.com/office/powerpoint/2010/main">
          <mc:Choice Requires="p14">
            <p:contentPart p14:bwMode="auto" r:id="rId219">
              <p14:nvContentPartPr>
                <p14:cNvPr id="143" name="Ink 142">
                  <a:extLst>
                    <a:ext uri="{FF2B5EF4-FFF2-40B4-BE49-F238E27FC236}">
                      <a16:creationId xmlns:a16="http://schemas.microsoft.com/office/drawing/2014/main" id="{5B1EA4BE-49D6-0000-6F76-1659713933EB}"/>
                    </a:ext>
                  </a:extLst>
                </p14:cNvPr>
                <p14:cNvContentPartPr/>
                <p14:nvPr/>
              </p14:nvContentPartPr>
              <p14:xfrm>
                <a:off x="8816510" y="5654557"/>
                <a:ext cx="51480" cy="204480"/>
              </p14:xfrm>
            </p:contentPart>
          </mc:Choice>
          <mc:Fallback xmlns="">
            <p:pic>
              <p:nvPicPr>
                <p:cNvPr id="143" name="Ink 142">
                  <a:extLst>
                    <a:ext uri="{FF2B5EF4-FFF2-40B4-BE49-F238E27FC236}">
                      <a16:creationId xmlns:a16="http://schemas.microsoft.com/office/drawing/2014/main" id="{5B1EA4BE-49D6-0000-6F76-1659713933EB}"/>
                    </a:ext>
                  </a:extLst>
                </p:cNvPr>
                <p:cNvPicPr/>
                <p:nvPr/>
              </p:nvPicPr>
              <p:blipFill>
                <a:blip r:embed="rId220"/>
                <a:stretch>
                  <a:fillRect/>
                </a:stretch>
              </p:blipFill>
              <p:spPr>
                <a:xfrm>
                  <a:off x="8798510" y="5636589"/>
                  <a:ext cx="87120" cy="240057"/>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44" name="Ink 143">
                  <a:extLst>
                    <a:ext uri="{FF2B5EF4-FFF2-40B4-BE49-F238E27FC236}">
                      <a16:creationId xmlns:a16="http://schemas.microsoft.com/office/drawing/2014/main" id="{1DA4B777-81F2-4EE1-3080-1761EB341D79}"/>
                    </a:ext>
                  </a:extLst>
                </p14:cNvPr>
                <p14:cNvContentPartPr/>
                <p14:nvPr/>
              </p14:nvContentPartPr>
              <p14:xfrm>
                <a:off x="8785550" y="5709997"/>
                <a:ext cx="124560" cy="67320"/>
              </p14:xfrm>
            </p:contentPart>
          </mc:Choice>
          <mc:Fallback xmlns="">
            <p:pic>
              <p:nvPicPr>
                <p:cNvPr id="144" name="Ink 143">
                  <a:extLst>
                    <a:ext uri="{FF2B5EF4-FFF2-40B4-BE49-F238E27FC236}">
                      <a16:creationId xmlns:a16="http://schemas.microsoft.com/office/drawing/2014/main" id="{1DA4B777-81F2-4EE1-3080-1761EB341D79}"/>
                    </a:ext>
                  </a:extLst>
                </p:cNvPr>
                <p:cNvPicPr/>
                <p:nvPr/>
              </p:nvPicPr>
              <p:blipFill>
                <a:blip r:embed="rId222"/>
                <a:stretch>
                  <a:fillRect/>
                </a:stretch>
              </p:blipFill>
              <p:spPr>
                <a:xfrm>
                  <a:off x="8767602" y="5691997"/>
                  <a:ext cx="160097"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45" name="Ink 144">
                  <a:extLst>
                    <a:ext uri="{FF2B5EF4-FFF2-40B4-BE49-F238E27FC236}">
                      <a16:creationId xmlns:a16="http://schemas.microsoft.com/office/drawing/2014/main" id="{D2600CF3-9C14-401F-EABA-C5B2C7212582}"/>
                    </a:ext>
                  </a:extLst>
                </p14:cNvPr>
                <p14:cNvContentPartPr/>
                <p14:nvPr/>
              </p14:nvContentPartPr>
              <p14:xfrm>
                <a:off x="8946830" y="5693437"/>
                <a:ext cx="104760" cy="164520"/>
              </p14:xfrm>
            </p:contentPart>
          </mc:Choice>
          <mc:Fallback xmlns="">
            <p:pic>
              <p:nvPicPr>
                <p:cNvPr id="145" name="Ink 144">
                  <a:extLst>
                    <a:ext uri="{FF2B5EF4-FFF2-40B4-BE49-F238E27FC236}">
                      <a16:creationId xmlns:a16="http://schemas.microsoft.com/office/drawing/2014/main" id="{D2600CF3-9C14-401F-EABA-C5B2C7212582}"/>
                    </a:ext>
                  </a:extLst>
                </p:cNvPr>
                <p:cNvPicPr/>
                <p:nvPr/>
              </p:nvPicPr>
              <p:blipFill>
                <a:blip r:embed="rId224"/>
                <a:stretch>
                  <a:fillRect/>
                </a:stretch>
              </p:blipFill>
              <p:spPr>
                <a:xfrm>
                  <a:off x="8928830" y="5675437"/>
                  <a:ext cx="14040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46" name="Ink 145">
                  <a:extLst>
                    <a:ext uri="{FF2B5EF4-FFF2-40B4-BE49-F238E27FC236}">
                      <a16:creationId xmlns:a16="http://schemas.microsoft.com/office/drawing/2014/main" id="{B9039123-6983-E971-0F3E-A1309FE00A6F}"/>
                    </a:ext>
                  </a:extLst>
                </p14:cNvPr>
                <p14:cNvContentPartPr/>
                <p14:nvPr/>
              </p14:nvContentPartPr>
              <p14:xfrm>
                <a:off x="9128990" y="5619277"/>
                <a:ext cx="31680" cy="183960"/>
              </p14:xfrm>
            </p:contentPart>
          </mc:Choice>
          <mc:Fallback xmlns="">
            <p:pic>
              <p:nvPicPr>
                <p:cNvPr id="146" name="Ink 145">
                  <a:extLst>
                    <a:ext uri="{FF2B5EF4-FFF2-40B4-BE49-F238E27FC236}">
                      <a16:creationId xmlns:a16="http://schemas.microsoft.com/office/drawing/2014/main" id="{B9039123-6983-E971-0F3E-A1309FE00A6F}"/>
                    </a:ext>
                  </a:extLst>
                </p:cNvPr>
                <p:cNvPicPr/>
                <p:nvPr/>
              </p:nvPicPr>
              <p:blipFill>
                <a:blip r:embed="rId226"/>
                <a:stretch>
                  <a:fillRect/>
                </a:stretch>
              </p:blipFill>
              <p:spPr>
                <a:xfrm>
                  <a:off x="9110783" y="5601277"/>
                  <a:ext cx="6773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47" name="Ink 146">
                  <a:extLst>
                    <a:ext uri="{FF2B5EF4-FFF2-40B4-BE49-F238E27FC236}">
                      <a16:creationId xmlns:a16="http://schemas.microsoft.com/office/drawing/2014/main" id="{70BFF1AA-EF53-080D-EDF9-9B7468126805}"/>
                    </a:ext>
                  </a:extLst>
                </p14:cNvPr>
                <p14:cNvContentPartPr/>
                <p14:nvPr/>
              </p14:nvContentPartPr>
              <p14:xfrm>
                <a:off x="9105950" y="5725477"/>
                <a:ext cx="78480" cy="16920"/>
              </p14:xfrm>
            </p:contentPart>
          </mc:Choice>
          <mc:Fallback xmlns="">
            <p:pic>
              <p:nvPicPr>
                <p:cNvPr id="147" name="Ink 146">
                  <a:extLst>
                    <a:ext uri="{FF2B5EF4-FFF2-40B4-BE49-F238E27FC236}">
                      <a16:creationId xmlns:a16="http://schemas.microsoft.com/office/drawing/2014/main" id="{70BFF1AA-EF53-080D-EDF9-9B7468126805}"/>
                    </a:ext>
                  </a:extLst>
                </p:cNvPr>
                <p:cNvPicPr/>
                <p:nvPr/>
              </p:nvPicPr>
              <p:blipFill>
                <a:blip r:embed="rId228"/>
                <a:stretch>
                  <a:fillRect/>
                </a:stretch>
              </p:blipFill>
              <p:spPr>
                <a:xfrm>
                  <a:off x="9087950" y="5707852"/>
                  <a:ext cx="114120" cy="51818"/>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48" name="Ink 147">
                  <a:extLst>
                    <a:ext uri="{FF2B5EF4-FFF2-40B4-BE49-F238E27FC236}">
                      <a16:creationId xmlns:a16="http://schemas.microsoft.com/office/drawing/2014/main" id="{60CE3FF8-6867-D5F8-6DE9-0D638B329FD6}"/>
                    </a:ext>
                  </a:extLst>
                </p14:cNvPr>
                <p14:cNvContentPartPr/>
                <p14:nvPr/>
              </p14:nvContentPartPr>
              <p14:xfrm>
                <a:off x="9287750" y="5707477"/>
                <a:ext cx="86400" cy="106560"/>
              </p14:xfrm>
            </p:contentPart>
          </mc:Choice>
          <mc:Fallback xmlns="">
            <p:pic>
              <p:nvPicPr>
                <p:cNvPr id="148" name="Ink 147">
                  <a:extLst>
                    <a:ext uri="{FF2B5EF4-FFF2-40B4-BE49-F238E27FC236}">
                      <a16:creationId xmlns:a16="http://schemas.microsoft.com/office/drawing/2014/main" id="{60CE3FF8-6867-D5F8-6DE9-0D638B329FD6}"/>
                    </a:ext>
                  </a:extLst>
                </p:cNvPr>
                <p:cNvPicPr/>
                <p:nvPr/>
              </p:nvPicPr>
              <p:blipFill>
                <a:blip r:embed="rId230"/>
                <a:stretch>
                  <a:fillRect/>
                </a:stretch>
              </p:blipFill>
              <p:spPr>
                <a:xfrm>
                  <a:off x="9269825" y="5689477"/>
                  <a:ext cx="121892"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49" name="Ink 148">
                  <a:extLst>
                    <a:ext uri="{FF2B5EF4-FFF2-40B4-BE49-F238E27FC236}">
                      <a16:creationId xmlns:a16="http://schemas.microsoft.com/office/drawing/2014/main" id="{293B7DA3-06CF-EA3C-07F8-69987C09DA60}"/>
                    </a:ext>
                  </a:extLst>
                </p14:cNvPr>
                <p14:cNvContentPartPr/>
                <p14:nvPr/>
              </p14:nvContentPartPr>
              <p14:xfrm>
                <a:off x="9449030" y="5600197"/>
                <a:ext cx="79920" cy="255960"/>
              </p14:xfrm>
            </p:contentPart>
          </mc:Choice>
          <mc:Fallback xmlns="">
            <p:pic>
              <p:nvPicPr>
                <p:cNvPr id="149" name="Ink 148">
                  <a:extLst>
                    <a:ext uri="{FF2B5EF4-FFF2-40B4-BE49-F238E27FC236}">
                      <a16:creationId xmlns:a16="http://schemas.microsoft.com/office/drawing/2014/main" id="{293B7DA3-06CF-EA3C-07F8-69987C09DA60}"/>
                    </a:ext>
                  </a:extLst>
                </p:cNvPr>
                <p:cNvPicPr/>
                <p:nvPr/>
              </p:nvPicPr>
              <p:blipFill>
                <a:blip r:embed="rId232"/>
                <a:stretch>
                  <a:fillRect/>
                </a:stretch>
              </p:blipFill>
              <p:spPr>
                <a:xfrm>
                  <a:off x="9431111" y="5582172"/>
                  <a:ext cx="115400" cy="291650"/>
                </a:xfrm>
                <a:prstGeom prst="rect">
                  <a:avLst/>
                </a:prstGeom>
              </p:spPr>
            </p:pic>
          </mc:Fallback>
        </mc:AlternateContent>
      </p:grpSp>
      <p:grpSp>
        <p:nvGrpSpPr>
          <p:cNvPr id="166" name="Group 165">
            <a:extLst>
              <a:ext uri="{FF2B5EF4-FFF2-40B4-BE49-F238E27FC236}">
                <a16:creationId xmlns:a16="http://schemas.microsoft.com/office/drawing/2014/main" id="{84626256-516A-CD16-99D8-37DB1C30FE5E}"/>
              </a:ext>
            </a:extLst>
          </p:cNvPr>
          <p:cNvGrpSpPr/>
          <p:nvPr/>
        </p:nvGrpSpPr>
        <p:grpSpPr>
          <a:xfrm>
            <a:off x="8312870" y="4365037"/>
            <a:ext cx="3743640" cy="1062360"/>
            <a:chOff x="8312870" y="4365037"/>
            <a:chExt cx="3743640" cy="1062360"/>
          </a:xfrm>
        </p:grpSpPr>
        <mc:AlternateContent xmlns:mc="http://schemas.openxmlformats.org/markup-compatibility/2006" xmlns:p14="http://schemas.microsoft.com/office/powerpoint/2010/main">
          <mc:Choice Requires="p14">
            <p:contentPart p14:bwMode="auto" r:id="rId233">
              <p14:nvContentPartPr>
                <p14:cNvPr id="135" name="Ink 134">
                  <a:extLst>
                    <a:ext uri="{FF2B5EF4-FFF2-40B4-BE49-F238E27FC236}">
                      <a16:creationId xmlns:a16="http://schemas.microsoft.com/office/drawing/2014/main" id="{91447A5D-F6C0-9D65-521F-9F8ECB305CBC}"/>
                    </a:ext>
                  </a:extLst>
                </p14:cNvPr>
                <p14:cNvContentPartPr/>
                <p14:nvPr/>
              </p14:nvContentPartPr>
              <p14:xfrm>
                <a:off x="8312870" y="4788757"/>
                <a:ext cx="202320" cy="433080"/>
              </p14:xfrm>
            </p:contentPart>
          </mc:Choice>
          <mc:Fallback xmlns="">
            <p:pic>
              <p:nvPicPr>
                <p:cNvPr id="135" name="Ink 134">
                  <a:extLst>
                    <a:ext uri="{FF2B5EF4-FFF2-40B4-BE49-F238E27FC236}">
                      <a16:creationId xmlns:a16="http://schemas.microsoft.com/office/drawing/2014/main" id="{91447A5D-F6C0-9D65-521F-9F8ECB305CBC}"/>
                    </a:ext>
                  </a:extLst>
                </p:cNvPr>
                <p:cNvPicPr/>
                <p:nvPr/>
              </p:nvPicPr>
              <p:blipFill>
                <a:blip r:embed="rId234"/>
                <a:stretch>
                  <a:fillRect/>
                </a:stretch>
              </p:blipFill>
              <p:spPr>
                <a:xfrm>
                  <a:off x="8294838" y="4770757"/>
                  <a:ext cx="238024" cy="4687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36" name="Ink 135">
                  <a:extLst>
                    <a:ext uri="{FF2B5EF4-FFF2-40B4-BE49-F238E27FC236}">
                      <a16:creationId xmlns:a16="http://schemas.microsoft.com/office/drawing/2014/main" id="{81FC7E5E-9A65-3BDE-F36B-082E78B6F264}"/>
                    </a:ext>
                  </a:extLst>
                </p14:cNvPr>
                <p14:cNvContentPartPr/>
                <p14:nvPr/>
              </p14:nvContentPartPr>
              <p14:xfrm>
                <a:off x="8614190" y="5154517"/>
                <a:ext cx="177480" cy="201600"/>
              </p14:xfrm>
            </p:contentPart>
          </mc:Choice>
          <mc:Fallback xmlns="">
            <p:pic>
              <p:nvPicPr>
                <p:cNvPr id="136" name="Ink 135">
                  <a:extLst>
                    <a:ext uri="{FF2B5EF4-FFF2-40B4-BE49-F238E27FC236}">
                      <a16:creationId xmlns:a16="http://schemas.microsoft.com/office/drawing/2014/main" id="{81FC7E5E-9A65-3BDE-F36B-082E78B6F264}"/>
                    </a:ext>
                  </a:extLst>
                </p:cNvPr>
                <p:cNvPicPr/>
                <p:nvPr/>
              </p:nvPicPr>
              <p:blipFill>
                <a:blip r:embed="rId236"/>
                <a:stretch>
                  <a:fillRect/>
                </a:stretch>
              </p:blipFill>
              <p:spPr>
                <a:xfrm>
                  <a:off x="8596190" y="5136549"/>
                  <a:ext cx="213120" cy="237176"/>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37" name="Ink 136">
                  <a:extLst>
                    <a:ext uri="{FF2B5EF4-FFF2-40B4-BE49-F238E27FC236}">
                      <a16:creationId xmlns:a16="http://schemas.microsoft.com/office/drawing/2014/main" id="{B52A5759-59ED-B1C2-6DF1-8AA0DF63B9F2}"/>
                    </a:ext>
                  </a:extLst>
                </p14:cNvPr>
                <p14:cNvContentPartPr/>
                <p14:nvPr/>
              </p14:nvContentPartPr>
              <p14:xfrm>
                <a:off x="8854310" y="5204557"/>
                <a:ext cx="79920" cy="116280"/>
              </p14:xfrm>
            </p:contentPart>
          </mc:Choice>
          <mc:Fallback xmlns="">
            <p:pic>
              <p:nvPicPr>
                <p:cNvPr id="137" name="Ink 136">
                  <a:extLst>
                    <a:ext uri="{FF2B5EF4-FFF2-40B4-BE49-F238E27FC236}">
                      <a16:creationId xmlns:a16="http://schemas.microsoft.com/office/drawing/2014/main" id="{B52A5759-59ED-B1C2-6DF1-8AA0DF63B9F2}"/>
                    </a:ext>
                  </a:extLst>
                </p:cNvPr>
                <p:cNvPicPr/>
                <p:nvPr/>
              </p:nvPicPr>
              <p:blipFill>
                <a:blip r:embed="rId238"/>
                <a:stretch>
                  <a:fillRect/>
                </a:stretch>
              </p:blipFill>
              <p:spPr>
                <a:xfrm>
                  <a:off x="8836310" y="5186557"/>
                  <a:ext cx="11556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38" name="Ink 137">
                  <a:extLst>
                    <a:ext uri="{FF2B5EF4-FFF2-40B4-BE49-F238E27FC236}">
                      <a16:creationId xmlns:a16="http://schemas.microsoft.com/office/drawing/2014/main" id="{00A223A7-9F04-2389-9A3E-E43B641F40B3}"/>
                    </a:ext>
                  </a:extLst>
                </p14:cNvPr>
                <p14:cNvContentPartPr/>
                <p14:nvPr/>
              </p14:nvContentPartPr>
              <p14:xfrm>
                <a:off x="8992910" y="5210677"/>
                <a:ext cx="44280" cy="124200"/>
              </p14:xfrm>
            </p:contentPart>
          </mc:Choice>
          <mc:Fallback xmlns="">
            <p:pic>
              <p:nvPicPr>
                <p:cNvPr id="138" name="Ink 137">
                  <a:extLst>
                    <a:ext uri="{FF2B5EF4-FFF2-40B4-BE49-F238E27FC236}">
                      <a16:creationId xmlns:a16="http://schemas.microsoft.com/office/drawing/2014/main" id="{00A223A7-9F04-2389-9A3E-E43B641F40B3}"/>
                    </a:ext>
                  </a:extLst>
                </p:cNvPr>
                <p:cNvPicPr/>
                <p:nvPr/>
              </p:nvPicPr>
              <p:blipFill>
                <a:blip r:embed="rId240"/>
                <a:stretch>
                  <a:fillRect/>
                </a:stretch>
              </p:blipFill>
              <p:spPr>
                <a:xfrm>
                  <a:off x="8974762" y="5192677"/>
                  <a:ext cx="80212"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39" name="Ink 138">
                  <a:extLst>
                    <a:ext uri="{FF2B5EF4-FFF2-40B4-BE49-F238E27FC236}">
                      <a16:creationId xmlns:a16="http://schemas.microsoft.com/office/drawing/2014/main" id="{04714416-FAFD-5450-C5BD-18E4619FBFCD}"/>
                    </a:ext>
                  </a:extLst>
                </p14:cNvPr>
                <p14:cNvContentPartPr/>
                <p14:nvPr/>
              </p14:nvContentPartPr>
              <p14:xfrm>
                <a:off x="9004070" y="5072437"/>
                <a:ext cx="19080" cy="55080"/>
              </p14:xfrm>
            </p:contentPart>
          </mc:Choice>
          <mc:Fallback xmlns="">
            <p:pic>
              <p:nvPicPr>
                <p:cNvPr id="139" name="Ink 138">
                  <a:extLst>
                    <a:ext uri="{FF2B5EF4-FFF2-40B4-BE49-F238E27FC236}">
                      <a16:creationId xmlns:a16="http://schemas.microsoft.com/office/drawing/2014/main" id="{04714416-FAFD-5450-C5BD-18E4619FBFCD}"/>
                    </a:ext>
                  </a:extLst>
                </p:cNvPr>
                <p:cNvPicPr/>
                <p:nvPr/>
              </p:nvPicPr>
              <p:blipFill>
                <a:blip r:embed="rId242"/>
                <a:stretch>
                  <a:fillRect/>
                </a:stretch>
              </p:blipFill>
              <p:spPr>
                <a:xfrm>
                  <a:off x="8986070" y="5054437"/>
                  <a:ext cx="5472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40" name="Ink 139">
                  <a:extLst>
                    <a:ext uri="{FF2B5EF4-FFF2-40B4-BE49-F238E27FC236}">
                      <a16:creationId xmlns:a16="http://schemas.microsoft.com/office/drawing/2014/main" id="{F8995890-F06C-5185-C82A-8C32E137C203}"/>
                    </a:ext>
                  </a:extLst>
                </p14:cNvPr>
                <p14:cNvContentPartPr/>
                <p14:nvPr/>
              </p14:nvContentPartPr>
              <p14:xfrm>
                <a:off x="9108830" y="5135437"/>
                <a:ext cx="58320" cy="219960"/>
              </p14:xfrm>
            </p:contentPart>
          </mc:Choice>
          <mc:Fallback xmlns="">
            <p:pic>
              <p:nvPicPr>
                <p:cNvPr id="140" name="Ink 139">
                  <a:extLst>
                    <a:ext uri="{FF2B5EF4-FFF2-40B4-BE49-F238E27FC236}">
                      <a16:creationId xmlns:a16="http://schemas.microsoft.com/office/drawing/2014/main" id="{F8995890-F06C-5185-C82A-8C32E137C203}"/>
                    </a:ext>
                  </a:extLst>
                </p:cNvPr>
                <p:cNvPicPr/>
                <p:nvPr/>
              </p:nvPicPr>
              <p:blipFill>
                <a:blip r:embed="rId244"/>
                <a:stretch>
                  <a:fillRect/>
                </a:stretch>
              </p:blipFill>
              <p:spPr>
                <a:xfrm>
                  <a:off x="9090830" y="5117437"/>
                  <a:ext cx="9396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41" name="Ink 140">
                  <a:extLst>
                    <a:ext uri="{FF2B5EF4-FFF2-40B4-BE49-F238E27FC236}">
                      <a16:creationId xmlns:a16="http://schemas.microsoft.com/office/drawing/2014/main" id="{5D76B09F-573D-D415-296A-E2B4B6740A92}"/>
                    </a:ext>
                  </a:extLst>
                </p14:cNvPr>
                <p14:cNvContentPartPr/>
                <p14:nvPr/>
              </p14:nvContentPartPr>
              <p14:xfrm>
                <a:off x="9210350" y="5169277"/>
                <a:ext cx="71640" cy="137520"/>
              </p14:xfrm>
            </p:contentPart>
          </mc:Choice>
          <mc:Fallback xmlns="">
            <p:pic>
              <p:nvPicPr>
                <p:cNvPr id="141" name="Ink 140">
                  <a:extLst>
                    <a:ext uri="{FF2B5EF4-FFF2-40B4-BE49-F238E27FC236}">
                      <a16:creationId xmlns:a16="http://schemas.microsoft.com/office/drawing/2014/main" id="{5D76B09F-573D-D415-296A-E2B4B6740A92}"/>
                    </a:ext>
                  </a:extLst>
                </p:cNvPr>
                <p:cNvPicPr/>
                <p:nvPr/>
              </p:nvPicPr>
              <p:blipFill>
                <a:blip r:embed="rId246"/>
                <a:stretch>
                  <a:fillRect/>
                </a:stretch>
              </p:blipFill>
              <p:spPr>
                <a:xfrm>
                  <a:off x="9192350" y="5151277"/>
                  <a:ext cx="10728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42" name="Ink 141">
                  <a:extLst>
                    <a:ext uri="{FF2B5EF4-FFF2-40B4-BE49-F238E27FC236}">
                      <a16:creationId xmlns:a16="http://schemas.microsoft.com/office/drawing/2014/main" id="{8CE16909-E50F-CF6E-7934-8B39E94B78FE}"/>
                    </a:ext>
                  </a:extLst>
                </p14:cNvPr>
                <p14:cNvContentPartPr/>
                <p14:nvPr/>
              </p14:nvContentPartPr>
              <p14:xfrm>
                <a:off x="9360470" y="5283757"/>
                <a:ext cx="47520" cy="143640"/>
              </p14:xfrm>
            </p:contentPart>
          </mc:Choice>
          <mc:Fallback xmlns="">
            <p:pic>
              <p:nvPicPr>
                <p:cNvPr id="142" name="Ink 141">
                  <a:extLst>
                    <a:ext uri="{FF2B5EF4-FFF2-40B4-BE49-F238E27FC236}">
                      <a16:creationId xmlns:a16="http://schemas.microsoft.com/office/drawing/2014/main" id="{8CE16909-E50F-CF6E-7934-8B39E94B78FE}"/>
                    </a:ext>
                  </a:extLst>
                </p:cNvPr>
                <p:cNvPicPr/>
                <p:nvPr/>
              </p:nvPicPr>
              <p:blipFill>
                <a:blip r:embed="rId248"/>
                <a:stretch>
                  <a:fillRect/>
                </a:stretch>
              </p:blipFill>
              <p:spPr>
                <a:xfrm>
                  <a:off x="9342470" y="5265757"/>
                  <a:ext cx="8316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50" name="Ink 149">
                  <a:extLst>
                    <a:ext uri="{FF2B5EF4-FFF2-40B4-BE49-F238E27FC236}">
                      <a16:creationId xmlns:a16="http://schemas.microsoft.com/office/drawing/2014/main" id="{545DE45F-5528-A2B9-1A77-5F5284708D17}"/>
                    </a:ext>
                  </a:extLst>
                </p14:cNvPr>
                <p14:cNvContentPartPr/>
                <p14:nvPr/>
              </p14:nvContentPartPr>
              <p14:xfrm>
                <a:off x="9528230" y="4948597"/>
                <a:ext cx="59400" cy="12600"/>
              </p14:xfrm>
            </p:contentPart>
          </mc:Choice>
          <mc:Fallback xmlns="">
            <p:pic>
              <p:nvPicPr>
                <p:cNvPr id="150" name="Ink 149">
                  <a:extLst>
                    <a:ext uri="{FF2B5EF4-FFF2-40B4-BE49-F238E27FC236}">
                      <a16:creationId xmlns:a16="http://schemas.microsoft.com/office/drawing/2014/main" id="{545DE45F-5528-A2B9-1A77-5F5284708D17}"/>
                    </a:ext>
                  </a:extLst>
                </p:cNvPr>
                <p:cNvPicPr/>
                <p:nvPr/>
              </p:nvPicPr>
              <p:blipFill>
                <a:blip r:embed="rId250"/>
                <a:stretch>
                  <a:fillRect/>
                </a:stretch>
              </p:blipFill>
              <p:spPr>
                <a:xfrm>
                  <a:off x="9510230" y="4930068"/>
                  <a:ext cx="95040" cy="49288"/>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51" name="Ink 150">
                  <a:extLst>
                    <a:ext uri="{FF2B5EF4-FFF2-40B4-BE49-F238E27FC236}">
                      <a16:creationId xmlns:a16="http://schemas.microsoft.com/office/drawing/2014/main" id="{51462B6F-E9BD-703D-C22D-4115D02B7FFF}"/>
                    </a:ext>
                  </a:extLst>
                </p14:cNvPr>
                <p14:cNvContentPartPr/>
                <p14:nvPr/>
              </p14:nvContentPartPr>
              <p14:xfrm>
                <a:off x="9548390" y="4996837"/>
                <a:ext cx="76680" cy="45000"/>
              </p14:xfrm>
            </p:contentPart>
          </mc:Choice>
          <mc:Fallback xmlns="">
            <p:pic>
              <p:nvPicPr>
                <p:cNvPr id="151" name="Ink 150">
                  <a:extLst>
                    <a:ext uri="{FF2B5EF4-FFF2-40B4-BE49-F238E27FC236}">
                      <a16:creationId xmlns:a16="http://schemas.microsoft.com/office/drawing/2014/main" id="{51462B6F-E9BD-703D-C22D-4115D02B7FFF}"/>
                    </a:ext>
                  </a:extLst>
                </p:cNvPr>
                <p:cNvPicPr/>
                <p:nvPr/>
              </p:nvPicPr>
              <p:blipFill>
                <a:blip r:embed="rId252"/>
                <a:stretch>
                  <a:fillRect/>
                </a:stretch>
              </p:blipFill>
              <p:spPr>
                <a:xfrm>
                  <a:off x="9530390" y="4978980"/>
                  <a:ext cx="112320" cy="80357"/>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52" name="Ink 151">
                  <a:extLst>
                    <a:ext uri="{FF2B5EF4-FFF2-40B4-BE49-F238E27FC236}">
                      <a16:creationId xmlns:a16="http://schemas.microsoft.com/office/drawing/2014/main" id="{93B8317B-348B-CF8B-A854-11B5BDB94F5F}"/>
                    </a:ext>
                  </a:extLst>
                </p14:cNvPr>
                <p14:cNvContentPartPr/>
                <p14:nvPr/>
              </p14:nvContentPartPr>
              <p14:xfrm>
                <a:off x="9846470" y="4576717"/>
                <a:ext cx="227160" cy="796320"/>
              </p14:xfrm>
            </p:contentPart>
          </mc:Choice>
          <mc:Fallback xmlns="">
            <p:pic>
              <p:nvPicPr>
                <p:cNvPr id="152" name="Ink 151">
                  <a:extLst>
                    <a:ext uri="{FF2B5EF4-FFF2-40B4-BE49-F238E27FC236}">
                      <a16:creationId xmlns:a16="http://schemas.microsoft.com/office/drawing/2014/main" id="{93B8317B-348B-CF8B-A854-11B5BDB94F5F}"/>
                    </a:ext>
                  </a:extLst>
                </p:cNvPr>
                <p:cNvPicPr/>
                <p:nvPr/>
              </p:nvPicPr>
              <p:blipFill>
                <a:blip r:embed="rId254"/>
                <a:stretch>
                  <a:fillRect/>
                </a:stretch>
              </p:blipFill>
              <p:spPr>
                <a:xfrm>
                  <a:off x="9828470" y="4558717"/>
                  <a:ext cx="262800" cy="83196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53" name="Ink 152">
                  <a:extLst>
                    <a:ext uri="{FF2B5EF4-FFF2-40B4-BE49-F238E27FC236}">
                      <a16:creationId xmlns:a16="http://schemas.microsoft.com/office/drawing/2014/main" id="{D8929956-8789-D204-523B-09B3215B4EF1}"/>
                    </a:ext>
                  </a:extLst>
                </p14:cNvPr>
                <p14:cNvContentPartPr/>
                <p14:nvPr/>
              </p14:nvContentPartPr>
              <p14:xfrm>
                <a:off x="9839270" y="4365037"/>
                <a:ext cx="2217240" cy="182160"/>
              </p14:xfrm>
            </p:contentPart>
          </mc:Choice>
          <mc:Fallback xmlns="">
            <p:pic>
              <p:nvPicPr>
                <p:cNvPr id="153" name="Ink 152">
                  <a:extLst>
                    <a:ext uri="{FF2B5EF4-FFF2-40B4-BE49-F238E27FC236}">
                      <a16:creationId xmlns:a16="http://schemas.microsoft.com/office/drawing/2014/main" id="{D8929956-8789-D204-523B-09B3215B4EF1}"/>
                    </a:ext>
                  </a:extLst>
                </p:cNvPr>
                <p:cNvPicPr/>
                <p:nvPr/>
              </p:nvPicPr>
              <p:blipFill>
                <a:blip r:embed="rId256"/>
                <a:stretch>
                  <a:fillRect/>
                </a:stretch>
              </p:blipFill>
              <p:spPr>
                <a:xfrm>
                  <a:off x="9821273" y="4347037"/>
                  <a:ext cx="2252874"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54" name="Ink 153">
                  <a:extLst>
                    <a:ext uri="{FF2B5EF4-FFF2-40B4-BE49-F238E27FC236}">
                      <a16:creationId xmlns:a16="http://schemas.microsoft.com/office/drawing/2014/main" id="{782DC1E4-BCAC-6212-6358-AAD02A486144}"/>
                    </a:ext>
                  </a:extLst>
                </p14:cNvPr>
                <p14:cNvContentPartPr/>
                <p14:nvPr/>
              </p14:nvContentPartPr>
              <p14:xfrm>
                <a:off x="10149950" y="4738357"/>
                <a:ext cx="237240" cy="298080"/>
              </p14:xfrm>
            </p:contentPart>
          </mc:Choice>
          <mc:Fallback xmlns="">
            <p:pic>
              <p:nvPicPr>
                <p:cNvPr id="154" name="Ink 153">
                  <a:extLst>
                    <a:ext uri="{FF2B5EF4-FFF2-40B4-BE49-F238E27FC236}">
                      <a16:creationId xmlns:a16="http://schemas.microsoft.com/office/drawing/2014/main" id="{782DC1E4-BCAC-6212-6358-AAD02A486144}"/>
                    </a:ext>
                  </a:extLst>
                </p:cNvPr>
                <p:cNvPicPr/>
                <p:nvPr/>
              </p:nvPicPr>
              <p:blipFill>
                <a:blip r:embed="rId258"/>
                <a:stretch>
                  <a:fillRect/>
                </a:stretch>
              </p:blipFill>
              <p:spPr>
                <a:xfrm>
                  <a:off x="10131977" y="4720357"/>
                  <a:ext cx="272826" cy="33372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55" name="Ink 154">
                  <a:extLst>
                    <a:ext uri="{FF2B5EF4-FFF2-40B4-BE49-F238E27FC236}">
                      <a16:creationId xmlns:a16="http://schemas.microsoft.com/office/drawing/2014/main" id="{E59C68F4-6619-6B3B-4E7F-93C068266A79}"/>
                    </a:ext>
                  </a:extLst>
                </p14:cNvPr>
                <p14:cNvContentPartPr/>
                <p14:nvPr/>
              </p14:nvContentPartPr>
              <p14:xfrm>
                <a:off x="10422470" y="5040037"/>
                <a:ext cx="164880" cy="126720"/>
              </p14:xfrm>
            </p:contentPart>
          </mc:Choice>
          <mc:Fallback xmlns="">
            <p:pic>
              <p:nvPicPr>
                <p:cNvPr id="155" name="Ink 154">
                  <a:extLst>
                    <a:ext uri="{FF2B5EF4-FFF2-40B4-BE49-F238E27FC236}">
                      <a16:creationId xmlns:a16="http://schemas.microsoft.com/office/drawing/2014/main" id="{E59C68F4-6619-6B3B-4E7F-93C068266A79}"/>
                    </a:ext>
                  </a:extLst>
                </p:cNvPr>
                <p:cNvPicPr/>
                <p:nvPr/>
              </p:nvPicPr>
              <p:blipFill>
                <a:blip r:embed="rId260"/>
                <a:stretch>
                  <a:fillRect/>
                </a:stretch>
              </p:blipFill>
              <p:spPr>
                <a:xfrm>
                  <a:off x="10404470" y="5022037"/>
                  <a:ext cx="20052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56" name="Ink 155">
                  <a:extLst>
                    <a:ext uri="{FF2B5EF4-FFF2-40B4-BE49-F238E27FC236}">
                      <a16:creationId xmlns:a16="http://schemas.microsoft.com/office/drawing/2014/main" id="{A465346F-2585-B164-3389-483A2E12E85C}"/>
                    </a:ext>
                  </a:extLst>
                </p14:cNvPr>
                <p14:cNvContentPartPr/>
                <p14:nvPr/>
              </p14:nvContentPartPr>
              <p14:xfrm>
                <a:off x="10691030" y="5121397"/>
                <a:ext cx="27000" cy="145440"/>
              </p14:xfrm>
            </p:contentPart>
          </mc:Choice>
          <mc:Fallback xmlns="">
            <p:pic>
              <p:nvPicPr>
                <p:cNvPr id="156" name="Ink 155">
                  <a:extLst>
                    <a:ext uri="{FF2B5EF4-FFF2-40B4-BE49-F238E27FC236}">
                      <a16:creationId xmlns:a16="http://schemas.microsoft.com/office/drawing/2014/main" id="{A465346F-2585-B164-3389-483A2E12E85C}"/>
                    </a:ext>
                  </a:extLst>
                </p:cNvPr>
                <p:cNvPicPr/>
                <p:nvPr/>
              </p:nvPicPr>
              <p:blipFill>
                <a:blip r:embed="rId262"/>
                <a:stretch>
                  <a:fillRect/>
                </a:stretch>
              </p:blipFill>
              <p:spPr>
                <a:xfrm>
                  <a:off x="10672787" y="5103397"/>
                  <a:ext cx="63122"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57" name="Ink 156">
                  <a:extLst>
                    <a:ext uri="{FF2B5EF4-FFF2-40B4-BE49-F238E27FC236}">
                      <a16:creationId xmlns:a16="http://schemas.microsoft.com/office/drawing/2014/main" id="{2A0F9220-33C3-AEEF-0DD9-82D7E1934D61}"/>
                    </a:ext>
                  </a:extLst>
                </p14:cNvPr>
                <p14:cNvContentPartPr/>
                <p14:nvPr/>
              </p14:nvContentPartPr>
              <p14:xfrm>
                <a:off x="10801910" y="5014117"/>
                <a:ext cx="38160" cy="188280"/>
              </p14:xfrm>
            </p:contentPart>
          </mc:Choice>
          <mc:Fallback xmlns="">
            <p:pic>
              <p:nvPicPr>
                <p:cNvPr id="157" name="Ink 156">
                  <a:extLst>
                    <a:ext uri="{FF2B5EF4-FFF2-40B4-BE49-F238E27FC236}">
                      <a16:creationId xmlns:a16="http://schemas.microsoft.com/office/drawing/2014/main" id="{2A0F9220-33C3-AEEF-0DD9-82D7E1934D61}"/>
                    </a:ext>
                  </a:extLst>
                </p:cNvPr>
                <p:cNvPicPr/>
                <p:nvPr/>
              </p:nvPicPr>
              <p:blipFill>
                <a:blip r:embed="rId264"/>
                <a:stretch>
                  <a:fillRect/>
                </a:stretch>
              </p:blipFill>
              <p:spPr>
                <a:xfrm>
                  <a:off x="10783910" y="4996117"/>
                  <a:ext cx="7380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58" name="Ink 157">
                  <a:extLst>
                    <a:ext uri="{FF2B5EF4-FFF2-40B4-BE49-F238E27FC236}">
                      <a16:creationId xmlns:a16="http://schemas.microsoft.com/office/drawing/2014/main" id="{952B7BAD-B9B5-058E-F97C-965082891EE1}"/>
                    </a:ext>
                  </a:extLst>
                </p14:cNvPr>
                <p14:cNvContentPartPr/>
                <p14:nvPr/>
              </p14:nvContentPartPr>
              <p14:xfrm>
                <a:off x="10790390" y="5097277"/>
                <a:ext cx="63000" cy="47160"/>
              </p14:xfrm>
            </p:contentPart>
          </mc:Choice>
          <mc:Fallback xmlns="">
            <p:pic>
              <p:nvPicPr>
                <p:cNvPr id="158" name="Ink 157">
                  <a:extLst>
                    <a:ext uri="{FF2B5EF4-FFF2-40B4-BE49-F238E27FC236}">
                      <a16:creationId xmlns:a16="http://schemas.microsoft.com/office/drawing/2014/main" id="{952B7BAD-B9B5-058E-F97C-965082891EE1}"/>
                    </a:ext>
                  </a:extLst>
                </p:cNvPr>
                <p:cNvPicPr/>
                <p:nvPr/>
              </p:nvPicPr>
              <p:blipFill>
                <a:blip r:embed="rId266"/>
                <a:stretch>
                  <a:fillRect/>
                </a:stretch>
              </p:blipFill>
              <p:spPr>
                <a:xfrm>
                  <a:off x="10772287" y="5079277"/>
                  <a:ext cx="98845"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59" name="Ink 158">
                  <a:extLst>
                    <a:ext uri="{FF2B5EF4-FFF2-40B4-BE49-F238E27FC236}">
                      <a16:creationId xmlns:a16="http://schemas.microsoft.com/office/drawing/2014/main" id="{52E05380-AE21-B803-4A6D-055C390A39A9}"/>
                    </a:ext>
                  </a:extLst>
                </p14:cNvPr>
                <p14:cNvContentPartPr/>
                <p14:nvPr/>
              </p14:nvContentPartPr>
              <p14:xfrm>
                <a:off x="10077950" y="4714957"/>
                <a:ext cx="147240" cy="531000"/>
              </p14:xfrm>
            </p:contentPart>
          </mc:Choice>
          <mc:Fallback xmlns="">
            <p:pic>
              <p:nvPicPr>
                <p:cNvPr id="159" name="Ink 158">
                  <a:extLst>
                    <a:ext uri="{FF2B5EF4-FFF2-40B4-BE49-F238E27FC236}">
                      <a16:creationId xmlns:a16="http://schemas.microsoft.com/office/drawing/2014/main" id="{52E05380-AE21-B803-4A6D-055C390A39A9}"/>
                    </a:ext>
                  </a:extLst>
                </p:cNvPr>
                <p:cNvPicPr/>
                <p:nvPr/>
              </p:nvPicPr>
              <p:blipFill>
                <a:blip r:embed="rId268"/>
                <a:stretch>
                  <a:fillRect/>
                </a:stretch>
              </p:blipFill>
              <p:spPr>
                <a:xfrm>
                  <a:off x="10059950" y="4696957"/>
                  <a:ext cx="182880" cy="56664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60" name="Ink 159">
                  <a:extLst>
                    <a:ext uri="{FF2B5EF4-FFF2-40B4-BE49-F238E27FC236}">
                      <a16:creationId xmlns:a16="http://schemas.microsoft.com/office/drawing/2014/main" id="{42972315-964F-9003-B8F0-2E24FD4F3FF1}"/>
                    </a:ext>
                  </a:extLst>
                </p14:cNvPr>
                <p14:cNvContentPartPr/>
                <p14:nvPr/>
              </p14:nvContentPartPr>
              <p14:xfrm>
                <a:off x="10943030" y="4769677"/>
                <a:ext cx="91440" cy="455760"/>
              </p14:xfrm>
            </p:contentPart>
          </mc:Choice>
          <mc:Fallback xmlns="">
            <p:pic>
              <p:nvPicPr>
                <p:cNvPr id="160" name="Ink 159">
                  <a:extLst>
                    <a:ext uri="{FF2B5EF4-FFF2-40B4-BE49-F238E27FC236}">
                      <a16:creationId xmlns:a16="http://schemas.microsoft.com/office/drawing/2014/main" id="{42972315-964F-9003-B8F0-2E24FD4F3FF1}"/>
                    </a:ext>
                  </a:extLst>
                </p:cNvPr>
                <p:cNvPicPr/>
                <p:nvPr/>
              </p:nvPicPr>
              <p:blipFill>
                <a:blip r:embed="rId270"/>
                <a:stretch>
                  <a:fillRect/>
                </a:stretch>
              </p:blipFill>
              <p:spPr>
                <a:xfrm>
                  <a:off x="10925030" y="4751677"/>
                  <a:ext cx="127080" cy="49140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61" name="Ink 160">
                  <a:extLst>
                    <a:ext uri="{FF2B5EF4-FFF2-40B4-BE49-F238E27FC236}">
                      <a16:creationId xmlns:a16="http://schemas.microsoft.com/office/drawing/2014/main" id="{4F06DB8F-8DEC-402E-2059-962787FA350C}"/>
                    </a:ext>
                  </a:extLst>
                </p14:cNvPr>
                <p14:cNvContentPartPr/>
                <p14:nvPr/>
              </p14:nvContentPartPr>
              <p14:xfrm>
                <a:off x="11098910" y="4571317"/>
                <a:ext cx="195480" cy="154080"/>
              </p14:xfrm>
            </p:contentPart>
          </mc:Choice>
          <mc:Fallback xmlns="">
            <p:pic>
              <p:nvPicPr>
                <p:cNvPr id="161" name="Ink 160">
                  <a:extLst>
                    <a:ext uri="{FF2B5EF4-FFF2-40B4-BE49-F238E27FC236}">
                      <a16:creationId xmlns:a16="http://schemas.microsoft.com/office/drawing/2014/main" id="{4F06DB8F-8DEC-402E-2059-962787FA350C}"/>
                    </a:ext>
                  </a:extLst>
                </p:cNvPr>
                <p:cNvPicPr/>
                <p:nvPr/>
              </p:nvPicPr>
              <p:blipFill>
                <a:blip r:embed="rId272"/>
                <a:stretch>
                  <a:fillRect/>
                </a:stretch>
              </p:blipFill>
              <p:spPr>
                <a:xfrm>
                  <a:off x="11080943" y="4553359"/>
                  <a:ext cx="231054" cy="189637"/>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64" name="Ink 163">
                  <a:extLst>
                    <a:ext uri="{FF2B5EF4-FFF2-40B4-BE49-F238E27FC236}">
                      <a16:creationId xmlns:a16="http://schemas.microsoft.com/office/drawing/2014/main" id="{EFA30FDA-A1BB-1C55-5CFC-EA03A2087903}"/>
                    </a:ext>
                  </a:extLst>
                </p14:cNvPr>
                <p14:cNvContentPartPr/>
                <p14:nvPr/>
              </p14:nvContentPartPr>
              <p14:xfrm>
                <a:off x="11208710" y="4995397"/>
                <a:ext cx="76320" cy="13320"/>
              </p14:xfrm>
            </p:contentPart>
          </mc:Choice>
          <mc:Fallback xmlns="">
            <p:pic>
              <p:nvPicPr>
                <p:cNvPr id="164" name="Ink 163">
                  <a:extLst>
                    <a:ext uri="{FF2B5EF4-FFF2-40B4-BE49-F238E27FC236}">
                      <a16:creationId xmlns:a16="http://schemas.microsoft.com/office/drawing/2014/main" id="{EFA30FDA-A1BB-1C55-5CFC-EA03A2087903}"/>
                    </a:ext>
                  </a:extLst>
                </p:cNvPr>
                <p:cNvPicPr/>
                <p:nvPr/>
              </p:nvPicPr>
              <p:blipFill>
                <a:blip r:embed="rId274"/>
                <a:stretch>
                  <a:fillRect/>
                </a:stretch>
              </p:blipFill>
              <p:spPr>
                <a:xfrm>
                  <a:off x="11190795" y="4977397"/>
                  <a:ext cx="111793"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65" name="Ink 164">
                  <a:extLst>
                    <a:ext uri="{FF2B5EF4-FFF2-40B4-BE49-F238E27FC236}">
                      <a16:creationId xmlns:a16="http://schemas.microsoft.com/office/drawing/2014/main" id="{156EB661-CA50-34D9-B9BD-ED4DD3C0845D}"/>
                    </a:ext>
                  </a:extLst>
                </p14:cNvPr>
                <p14:cNvContentPartPr/>
                <p14:nvPr/>
              </p14:nvContentPartPr>
              <p14:xfrm>
                <a:off x="11256230" y="4930597"/>
                <a:ext cx="14040" cy="129600"/>
              </p14:xfrm>
            </p:contentPart>
          </mc:Choice>
          <mc:Fallback xmlns="">
            <p:pic>
              <p:nvPicPr>
                <p:cNvPr id="165" name="Ink 164">
                  <a:extLst>
                    <a:ext uri="{FF2B5EF4-FFF2-40B4-BE49-F238E27FC236}">
                      <a16:creationId xmlns:a16="http://schemas.microsoft.com/office/drawing/2014/main" id="{156EB661-CA50-34D9-B9BD-ED4DD3C0845D}"/>
                    </a:ext>
                  </a:extLst>
                </p:cNvPr>
                <p:cNvPicPr/>
                <p:nvPr/>
              </p:nvPicPr>
              <p:blipFill>
                <a:blip r:embed="rId276"/>
                <a:stretch>
                  <a:fillRect/>
                </a:stretch>
              </p:blipFill>
              <p:spPr>
                <a:xfrm>
                  <a:off x="11238230" y="4912597"/>
                  <a:ext cx="49680" cy="165240"/>
                </a:xfrm>
                <a:prstGeom prst="rect">
                  <a:avLst/>
                </a:prstGeom>
              </p:spPr>
            </p:pic>
          </mc:Fallback>
        </mc:AlternateContent>
      </p:grpSp>
      <p:grpSp>
        <p:nvGrpSpPr>
          <p:cNvPr id="179" name="Group 178">
            <a:extLst>
              <a:ext uri="{FF2B5EF4-FFF2-40B4-BE49-F238E27FC236}">
                <a16:creationId xmlns:a16="http://schemas.microsoft.com/office/drawing/2014/main" id="{2442848D-91C9-222F-90E0-C59F98FECAEB}"/>
              </a:ext>
            </a:extLst>
          </p:cNvPr>
          <p:cNvGrpSpPr/>
          <p:nvPr/>
        </p:nvGrpSpPr>
        <p:grpSpPr>
          <a:xfrm>
            <a:off x="10544150" y="5459797"/>
            <a:ext cx="1602360" cy="623520"/>
            <a:chOff x="10544150" y="5459797"/>
            <a:chExt cx="1602360" cy="623520"/>
          </a:xfrm>
        </p:grpSpPr>
        <mc:AlternateContent xmlns:mc="http://schemas.openxmlformats.org/markup-compatibility/2006" xmlns:p14="http://schemas.microsoft.com/office/powerpoint/2010/main">
          <mc:Choice Requires="p14">
            <p:contentPart p14:bwMode="auto" r:id="rId277">
              <p14:nvContentPartPr>
                <p14:cNvPr id="167" name="Ink 166">
                  <a:extLst>
                    <a:ext uri="{FF2B5EF4-FFF2-40B4-BE49-F238E27FC236}">
                      <a16:creationId xmlns:a16="http://schemas.microsoft.com/office/drawing/2014/main" id="{B6668BF1-95C2-3465-30DD-76DBB3C0D3CC}"/>
                    </a:ext>
                  </a:extLst>
                </p14:cNvPr>
                <p14:cNvContentPartPr/>
                <p14:nvPr/>
              </p14:nvContentPartPr>
              <p14:xfrm>
                <a:off x="10544150" y="5611717"/>
                <a:ext cx="216720" cy="466560"/>
              </p14:xfrm>
            </p:contentPart>
          </mc:Choice>
          <mc:Fallback xmlns="">
            <p:pic>
              <p:nvPicPr>
                <p:cNvPr id="167" name="Ink 166">
                  <a:extLst>
                    <a:ext uri="{FF2B5EF4-FFF2-40B4-BE49-F238E27FC236}">
                      <a16:creationId xmlns:a16="http://schemas.microsoft.com/office/drawing/2014/main" id="{B6668BF1-95C2-3465-30DD-76DBB3C0D3CC}"/>
                    </a:ext>
                  </a:extLst>
                </p:cNvPr>
                <p:cNvPicPr/>
                <p:nvPr/>
              </p:nvPicPr>
              <p:blipFill>
                <a:blip r:embed="rId278"/>
                <a:stretch>
                  <a:fillRect/>
                </a:stretch>
              </p:blipFill>
              <p:spPr>
                <a:xfrm>
                  <a:off x="10526120" y="5593731"/>
                  <a:ext cx="252419" cy="502173"/>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68" name="Ink 167">
                  <a:extLst>
                    <a:ext uri="{FF2B5EF4-FFF2-40B4-BE49-F238E27FC236}">
                      <a16:creationId xmlns:a16="http://schemas.microsoft.com/office/drawing/2014/main" id="{8985AD38-BB3B-7C8D-9107-AC661B4D7827}"/>
                    </a:ext>
                  </a:extLst>
                </p14:cNvPr>
                <p14:cNvContentPartPr/>
                <p14:nvPr/>
              </p14:nvContentPartPr>
              <p14:xfrm>
                <a:off x="10751510" y="5752117"/>
                <a:ext cx="198000" cy="195480"/>
              </p14:xfrm>
            </p:contentPart>
          </mc:Choice>
          <mc:Fallback xmlns="">
            <p:pic>
              <p:nvPicPr>
                <p:cNvPr id="168" name="Ink 167">
                  <a:extLst>
                    <a:ext uri="{FF2B5EF4-FFF2-40B4-BE49-F238E27FC236}">
                      <a16:creationId xmlns:a16="http://schemas.microsoft.com/office/drawing/2014/main" id="{8985AD38-BB3B-7C8D-9107-AC661B4D7827}"/>
                    </a:ext>
                  </a:extLst>
                </p:cNvPr>
                <p:cNvPicPr/>
                <p:nvPr/>
              </p:nvPicPr>
              <p:blipFill>
                <a:blip r:embed="rId280"/>
                <a:stretch>
                  <a:fillRect/>
                </a:stretch>
              </p:blipFill>
              <p:spPr>
                <a:xfrm>
                  <a:off x="10733510" y="5734117"/>
                  <a:ext cx="23364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69" name="Ink 168">
                  <a:extLst>
                    <a:ext uri="{FF2B5EF4-FFF2-40B4-BE49-F238E27FC236}">
                      <a16:creationId xmlns:a16="http://schemas.microsoft.com/office/drawing/2014/main" id="{08331FDF-3139-E5E2-56EA-0B3183BC157D}"/>
                    </a:ext>
                  </a:extLst>
                </p14:cNvPr>
                <p14:cNvContentPartPr/>
                <p14:nvPr/>
              </p14:nvContentPartPr>
              <p14:xfrm>
                <a:off x="11067950" y="5919157"/>
                <a:ext cx="111960" cy="106920"/>
              </p14:xfrm>
            </p:contentPart>
          </mc:Choice>
          <mc:Fallback xmlns="">
            <p:pic>
              <p:nvPicPr>
                <p:cNvPr id="169" name="Ink 168">
                  <a:extLst>
                    <a:ext uri="{FF2B5EF4-FFF2-40B4-BE49-F238E27FC236}">
                      <a16:creationId xmlns:a16="http://schemas.microsoft.com/office/drawing/2014/main" id="{08331FDF-3139-E5E2-56EA-0B3183BC157D}"/>
                    </a:ext>
                  </a:extLst>
                </p:cNvPr>
                <p:cNvPicPr/>
                <p:nvPr/>
              </p:nvPicPr>
              <p:blipFill>
                <a:blip r:embed="rId282"/>
                <a:stretch>
                  <a:fillRect/>
                </a:stretch>
              </p:blipFill>
              <p:spPr>
                <a:xfrm>
                  <a:off x="11049892" y="5901157"/>
                  <a:ext cx="147715"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70" name="Ink 169">
                  <a:extLst>
                    <a:ext uri="{FF2B5EF4-FFF2-40B4-BE49-F238E27FC236}">
                      <a16:creationId xmlns:a16="http://schemas.microsoft.com/office/drawing/2014/main" id="{102F8572-B09F-118C-9062-98A42FDEC63E}"/>
                    </a:ext>
                  </a:extLst>
                </p14:cNvPr>
                <p14:cNvContentPartPr/>
                <p14:nvPr/>
              </p14:nvContentPartPr>
              <p14:xfrm>
                <a:off x="11313470" y="5967397"/>
                <a:ext cx="21960" cy="115920"/>
              </p14:xfrm>
            </p:contentPart>
          </mc:Choice>
          <mc:Fallback xmlns="">
            <p:pic>
              <p:nvPicPr>
                <p:cNvPr id="170" name="Ink 169">
                  <a:extLst>
                    <a:ext uri="{FF2B5EF4-FFF2-40B4-BE49-F238E27FC236}">
                      <a16:creationId xmlns:a16="http://schemas.microsoft.com/office/drawing/2014/main" id="{102F8572-B09F-118C-9062-98A42FDEC63E}"/>
                    </a:ext>
                  </a:extLst>
                </p:cNvPr>
                <p:cNvPicPr/>
                <p:nvPr/>
              </p:nvPicPr>
              <p:blipFill>
                <a:blip r:embed="rId284"/>
                <a:stretch>
                  <a:fillRect/>
                </a:stretch>
              </p:blipFill>
              <p:spPr>
                <a:xfrm>
                  <a:off x="11295470" y="5949341"/>
                  <a:ext cx="57600" cy="151671"/>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71" name="Ink 170">
                  <a:extLst>
                    <a:ext uri="{FF2B5EF4-FFF2-40B4-BE49-F238E27FC236}">
                      <a16:creationId xmlns:a16="http://schemas.microsoft.com/office/drawing/2014/main" id="{0C4147C9-2F3C-9655-CB0F-F54206B57637}"/>
                    </a:ext>
                  </a:extLst>
                </p14:cNvPr>
                <p14:cNvContentPartPr/>
                <p14:nvPr/>
              </p14:nvContentPartPr>
              <p14:xfrm>
                <a:off x="11490230" y="5889277"/>
                <a:ext cx="50040" cy="142920"/>
              </p14:xfrm>
            </p:contentPart>
          </mc:Choice>
          <mc:Fallback xmlns="">
            <p:pic>
              <p:nvPicPr>
                <p:cNvPr id="171" name="Ink 170">
                  <a:extLst>
                    <a:ext uri="{FF2B5EF4-FFF2-40B4-BE49-F238E27FC236}">
                      <a16:creationId xmlns:a16="http://schemas.microsoft.com/office/drawing/2014/main" id="{0C4147C9-2F3C-9655-CB0F-F54206B57637}"/>
                    </a:ext>
                  </a:extLst>
                </p:cNvPr>
                <p:cNvPicPr/>
                <p:nvPr/>
              </p:nvPicPr>
              <p:blipFill>
                <a:blip r:embed="rId286"/>
                <a:stretch>
                  <a:fillRect/>
                </a:stretch>
              </p:blipFill>
              <p:spPr>
                <a:xfrm>
                  <a:off x="11472230" y="5871277"/>
                  <a:ext cx="8568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72" name="Ink 171">
                  <a:extLst>
                    <a:ext uri="{FF2B5EF4-FFF2-40B4-BE49-F238E27FC236}">
                      <a16:creationId xmlns:a16="http://schemas.microsoft.com/office/drawing/2014/main" id="{3549852E-4EFA-0CDB-9CB5-226186B6B0DE}"/>
                    </a:ext>
                  </a:extLst>
                </p14:cNvPr>
                <p14:cNvContentPartPr/>
                <p14:nvPr/>
              </p14:nvContentPartPr>
              <p14:xfrm>
                <a:off x="11621270" y="5915917"/>
                <a:ext cx="110520" cy="150840"/>
              </p14:xfrm>
            </p:contentPart>
          </mc:Choice>
          <mc:Fallback xmlns="">
            <p:pic>
              <p:nvPicPr>
                <p:cNvPr id="172" name="Ink 171">
                  <a:extLst>
                    <a:ext uri="{FF2B5EF4-FFF2-40B4-BE49-F238E27FC236}">
                      <a16:creationId xmlns:a16="http://schemas.microsoft.com/office/drawing/2014/main" id="{3549852E-4EFA-0CDB-9CB5-226186B6B0DE}"/>
                    </a:ext>
                  </a:extLst>
                </p:cNvPr>
                <p:cNvPicPr/>
                <p:nvPr/>
              </p:nvPicPr>
              <p:blipFill>
                <a:blip r:embed="rId288"/>
                <a:stretch>
                  <a:fillRect/>
                </a:stretch>
              </p:blipFill>
              <p:spPr>
                <a:xfrm>
                  <a:off x="11603270" y="5897917"/>
                  <a:ext cx="14616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73" name="Ink 172">
                  <a:extLst>
                    <a:ext uri="{FF2B5EF4-FFF2-40B4-BE49-F238E27FC236}">
                      <a16:creationId xmlns:a16="http://schemas.microsoft.com/office/drawing/2014/main" id="{F427D4C1-C32E-7E53-3D14-85C7B553A422}"/>
                    </a:ext>
                  </a:extLst>
                </p14:cNvPr>
                <p14:cNvContentPartPr/>
                <p14:nvPr/>
              </p14:nvContentPartPr>
              <p14:xfrm>
                <a:off x="11808470" y="5929597"/>
                <a:ext cx="54360" cy="96840"/>
              </p14:xfrm>
            </p:contentPart>
          </mc:Choice>
          <mc:Fallback xmlns="">
            <p:pic>
              <p:nvPicPr>
                <p:cNvPr id="173" name="Ink 172">
                  <a:extLst>
                    <a:ext uri="{FF2B5EF4-FFF2-40B4-BE49-F238E27FC236}">
                      <a16:creationId xmlns:a16="http://schemas.microsoft.com/office/drawing/2014/main" id="{F427D4C1-C32E-7E53-3D14-85C7B553A422}"/>
                    </a:ext>
                  </a:extLst>
                </p:cNvPr>
                <p:cNvPicPr/>
                <p:nvPr/>
              </p:nvPicPr>
              <p:blipFill>
                <a:blip r:embed="rId290"/>
                <a:stretch>
                  <a:fillRect/>
                </a:stretch>
              </p:blipFill>
              <p:spPr>
                <a:xfrm>
                  <a:off x="11790470" y="5911597"/>
                  <a:ext cx="900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74" name="Ink 173">
                  <a:extLst>
                    <a:ext uri="{FF2B5EF4-FFF2-40B4-BE49-F238E27FC236}">
                      <a16:creationId xmlns:a16="http://schemas.microsoft.com/office/drawing/2014/main" id="{9BEE1BD4-9A3B-2811-7172-CF9F2131736D}"/>
                    </a:ext>
                  </a:extLst>
                </p14:cNvPr>
                <p14:cNvContentPartPr/>
                <p14:nvPr/>
              </p14:nvContentPartPr>
              <p14:xfrm>
                <a:off x="11937710" y="5840317"/>
                <a:ext cx="53280" cy="165960"/>
              </p14:xfrm>
            </p:contentPart>
          </mc:Choice>
          <mc:Fallback xmlns="">
            <p:pic>
              <p:nvPicPr>
                <p:cNvPr id="174" name="Ink 173">
                  <a:extLst>
                    <a:ext uri="{FF2B5EF4-FFF2-40B4-BE49-F238E27FC236}">
                      <a16:creationId xmlns:a16="http://schemas.microsoft.com/office/drawing/2014/main" id="{9BEE1BD4-9A3B-2811-7172-CF9F2131736D}"/>
                    </a:ext>
                  </a:extLst>
                </p:cNvPr>
                <p:cNvPicPr/>
                <p:nvPr/>
              </p:nvPicPr>
              <p:blipFill>
                <a:blip r:embed="rId292"/>
                <a:stretch>
                  <a:fillRect/>
                </a:stretch>
              </p:blipFill>
              <p:spPr>
                <a:xfrm>
                  <a:off x="11919831" y="5822317"/>
                  <a:ext cx="88681"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75" name="Ink 174">
                  <a:extLst>
                    <a:ext uri="{FF2B5EF4-FFF2-40B4-BE49-F238E27FC236}">
                      <a16:creationId xmlns:a16="http://schemas.microsoft.com/office/drawing/2014/main" id="{2A65DD0B-4C2F-AEA2-82BE-15D2020DDE19}"/>
                    </a:ext>
                  </a:extLst>
                </p14:cNvPr>
                <p14:cNvContentPartPr/>
                <p14:nvPr/>
              </p14:nvContentPartPr>
              <p14:xfrm>
                <a:off x="11890910" y="5918077"/>
                <a:ext cx="54000" cy="27000"/>
              </p14:xfrm>
            </p:contentPart>
          </mc:Choice>
          <mc:Fallback xmlns="">
            <p:pic>
              <p:nvPicPr>
                <p:cNvPr id="175" name="Ink 174">
                  <a:extLst>
                    <a:ext uri="{FF2B5EF4-FFF2-40B4-BE49-F238E27FC236}">
                      <a16:creationId xmlns:a16="http://schemas.microsoft.com/office/drawing/2014/main" id="{2A65DD0B-4C2F-AEA2-82BE-15D2020DDE19}"/>
                    </a:ext>
                  </a:extLst>
                </p:cNvPr>
                <p:cNvPicPr/>
                <p:nvPr/>
              </p:nvPicPr>
              <p:blipFill>
                <a:blip r:embed="rId294"/>
                <a:stretch>
                  <a:fillRect/>
                </a:stretch>
              </p:blipFill>
              <p:spPr>
                <a:xfrm>
                  <a:off x="11872910" y="5900077"/>
                  <a:ext cx="8964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77" name="Ink 176">
                  <a:extLst>
                    <a:ext uri="{FF2B5EF4-FFF2-40B4-BE49-F238E27FC236}">
                      <a16:creationId xmlns:a16="http://schemas.microsoft.com/office/drawing/2014/main" id="{2A82C695-AB2F-0529-3A7E-A6097EE154F6}"/>
                    </a:ext>
                  </a:extLst>
                </p14:cNvPr>
                <p14:cNvContentPartPr/>
                <p14:nvPr/>
              </p14:nvContentPartPr>
              <p14:xfrm>
                <a:off x="12006110" y="5459797"/>
                <a:ext cx="140400" cy="552600"/>
              </p14:xfrm>
            </p:contentPart>
          </mc:Choice>
          <mc:Fallback xmlns="">
            <p:pic>
              <p:nvPicPr>
                <p:cNvPr id="177" name="Ink 176">
                  <a:extLst>
                    <a:ext uri="{FF2B5EF4-FFF2-40B4-BE49-F238E27FC236}">
                      <a16:creationId xmlns:a16="http://schemas.microsoft.com/office/drawing/2014/main" id="{2A82C695-AB2F-0529-3A7E-A6097EE154F6}"/>
                    </a:ext>
                  </a:extLst>
                </p:cNvPr>
                <p:cNvPicPr/>
                <p:nvPr/>
              </p:nvPicPr>
              <p:blipFill>
                <a:blip r:embed="rId296"/>
                <a:stretch>
                  <a:fillRect/>
                </a:stretch>
              </p:blipFill>
              <p:spPr>
                <a:xfrm>
                  <a:off x="11988110" y="5441797"/>
                  <a:ext cx="176040" cy="588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7">
            <p14:nvContentPartPr>
              <p14:cNvPr id="178" name="Ink 177">
                <a:extLst>
                  <a:ext uri="{FF2B5EF4-FFF2-40B4-BE49-F238E27FC236}">
                    <a16:creationId xmlns:a16="http://schemas.microsoft.com/office/drawing/2014/main" id="{E0CB2ECE-A4BF-7484-FC62-3C328209766D}"/>
                  </a:ext>
                </a:extLst>
              </p14:cNvPr>
              <p14:cNvContentPartPr/>
              <p14:nvPr/>
            </p14:nvContentPartPr>
            <p14:xfrm>
              <a:off x="11982710" y="5210677"/>
              <a:ext cx="123120" cy="83880"/>
            </p14:xfrm>
          </p:contentPart>
        </mc:Choice>
        <mc:Fallback xmlns="">
          <p:pic>
            <p:nvPicPr>
              <p:cNvPr id="178" name="Ink 177">
                <a:extLst>
                  <a:ext uri="{FF2B5EF4-FFF2-40B4-BE49-F238E27FC236}">
                    <a16:creationId xmlns:a16="http://schemas.microsoft.com/office/drawing/2014/main" id="{E0CB2ECE-A4BF-7484-FC62-3C328209766D}"/>
                  </a:ext>
                </a:extLst>
              </p:cNvPr>
              <p:cNvPicPr/>
              <p:nvPr/>
            </p:nvPicPr>
            <p:blipFill>
              <a:blip r:embed="rId298"/>
              <a:stretch>
                <a:fillRect/>
              </a:stretch>
            </p:blipFill>
            <p:spPr>
              <a:xfrm>
                <a:off x="11964710" y="5192677"/>
                <a:ext cx="158760" cy="119520"/>
              </a:xfrm>
              <a:prstGeom prst="rect">
                <a:avLst/>
              </a:prstGeom>
            </p:spPr>
          </p:pic>
        </mc:Fallback>
      </mc:AlternateContent>
      <p:grpSp>
        <p:nvGrpSpPr>
          <p:cNvPr id="210" name="Group 209">
            <a:extLst>
              <a:ext uri="{FF2B5EF4-FFF2-40B4-BE49-F238E27FC236}">
                <a16:creationId xmlns:a16="http://schemas.microsoft.com/office/drawing/2014/main" id="{0B8A7F13-0D10-5F62-5855-139C939A5319}"/>
              </a:ext>
            </a:extLst>
          </p:cNvPr>
          <p:cNvGrpSpPr/>
          <p:nvPr/>
        </p:nvGrpSpPr>
        <p:grpSpPr>
          <a:xfrm>
            <a:off x="2112950" y="3032677"/>
            <a:ext cx="6943680" cy="3348720"/>
            <a:chOff x="2112950" y="3032677"/>
            <a:chExt cx="6943680" cy="3348720"/>
          </a:xfrm>
        </p:grpSpPr>
        <mc:AlternateContent xmlns:mc="http://schemas.openxmlformats.org/markup-compatibility/2006" xmlns:p14="http://schemas.microsoft.com/office/powerpoint/2010/main">
          <mc:Choice Requires="p14">
            <p:contentPart p14:bwMode="auto" r:id="rId299">
              <p14:nvContentPartPr>
                <p14:cNvPr id="180" name="Ink 179">
                  <a:extLst>
                    <a:ext uri="{FF2B5EF4-FFF2-40B4-BE49-F238E27FC236}">
                      <a16:creationId xmlns:a16="http://schemas.microsoft.com/office/drawing/2014/main" id="{B4F4BA24-3E25-7196-BE0B-1BB83C3930D1}"/>
                    </a:ext>
                  </a:extLst>
                </p14:cNvPr>
                <p14:cNvContentPartPr/>
                <p14:nvPr/>
              </p14:nvContentPartPr>
              <p14:xfrm>
                <a:off x="2112950" y="3539557"/>
                <a:ext cx="128160" cy="224640"/>
              </p14:xfrm>
            </p:contentPart>
          </mc:Choice>
          <mc:Fallback xmlns="">
            <p:pic>
              <p:nvPicPr>
                <p:cNvPr id="180" name="Ink 179">
                  <a:extLst>
                    <a:ext uri="{FF2B5EF4-FFF2-40B4-BE49-F238E27FC236}">
                      <a16:creationId xmlns:a16="http://schemas.microsoft.com/office/drawing/2014/main" id="{B4F4BA24-3E25-7196-BE0B-1BB83C3930D1}"/>
                    </a:ext>
                  </a:extLst>
                </p:cNvPr>
                <p:cNvPicPr/>
                <p:nvPr/>
              </p:nvPicPr>
              <p:blipFill>
                <a:blip r:embed="rId300"/>
                <a:stretch>
                  <a:fillRect/>
                </a:stretch>
              </p:blipFill>
              <p:spPr>
                <a:xfrm>
                  <a:off x="2095000" y="3521557"/>
                  <a:ext cx="16370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81" name="Ink 180">
                  <a:extLst>
                    <a:ext uri="{FF2B5EF4-FFF2-40B4-BE49-F238E27FC236}">
                      <a16:creationId xmlns:a16="http://schemas.microsoft.com/office/drawing/2014/main" id="{F6B1E854-49B4-FF12-7907-A531C4FE979B}"/>
                    </a:ext>
                  </a:extLst>
                </p14:cNvPr>
                <p14:cNvContentPartPr/>
                <p14:nvPr/>
              </p14:nvContentPartPr>
              <p14:xfrm>
                <a:off x="2382590" y="3675637"/>
                <a:ext cx="6480" cy="24120"/>
              </p14:xfrm>
            </p:contentPart>
          </mc:Choice>
          <mc:Fallback xmlns="">
            <p:pic>
              <p:nvPicPr>
                <p:cNvPr id="181" name="Ink 180">
                  <a:extLst>
                    <a:ext uri="{FF2B5EF4-FFF2-40B4-BE49-F238E27FC236}">
                      <a16:creationId xmlns:a16="http://schemas.microsoft.com/office/drawing/2014/main" id="{F6B1E854-49B4-FF12-7907-A531C4FE979B}"/>
                    </a:ext>
                  </a:extLst>
                </p:cNvPr>
                <p:cNvPicPr/>
                <p:nvPr/>
              </p:nvPicPr>
              <p:blipFill>
                <a:blip r:embed="rId302"/>
                <a:stretch>
                  <a:fillRect/>
                </a:stretch>
              </p:blipFill>
              <p:spPr>
                <a:xfrm>
                  <a:off x="2364590" y="3657637"/>
                  <a:ext cx="4212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83" name="Ink 182">
                  <a:extLst>
                    <a:ext uri="{FF2B5EF4-FFF2-40B4-BE49-F238E27FC236}">
                      <a16:creationId xmlns:a16="http://schemas.microsoft.com/office/drawing/2014/main" id="{8D461B11-C1DD-17CC-D4CC-4A48BB9D0FB1}"/>
                    </a:ext>
                  </a:extLst>
                </p14:cNvPr>
                <p14:cNvContentPartPr/>
                <p14:nvPr/>
              </p14:nvContentPartPr>
              <p14:xfrm>
                <a:off x="2591030" y="3526597"/>
                <a:ext cx="24840" cy="165240"/>
              </p14:xfrm>
            </p:contentPart>
          </mc:Choice>
          <mc:Fallback xmlns="">
            <p:pic>
              <p:nvPicPr>
                <p:cNvPr id="183" name="Ink 182">
                  <a:extLst>
                    <a:ext uri="{FF2B5EF4-FFF2-40B4-BE49-F238E27FC236}">
                      <a16:creationId xmlns:a16="http://schemas.microsoft.com/office/drawing/2014/main" id="{8D461B11-C1DD-17CC-D4CC-4A48BB9D0FB1}"/>
                    </a:ext>
                  </a:extLst>
                </p:cNvPr>
                <p:cNvPicPr/>
                <p:nvPr/>
              </p:nvPicPr>
              <p:blipFill>
                <a:blip r:embed="rId304"/>
                <a:stretch>
                  <a:fillRect/>
                </a:stretch>
              </p:blipFill>
              <p:spPr>
                <a:xfrm>
                  <a:off x="2573030" y="3508597"/>
                  <a:ext cx="6048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84" name="Ink 183">
                  <a:extLst>
                    <a:ext uri="{FF2B5EF4-FFF2-40B4-BE49-F238E27FC236}">
                      <a16:creationId xmlns:a16="http://schemas.microsoft.com/office/drawing/2014/main" id="{21DFDE67-F5A5-1D18-764E-E26B26BF3D82}"/>
                    </a:ext>
                  </a:extLst>
                </p14:cNvPr>
                <p14:cNvContentPartPr/>
                <p14:nvPr/>
              </p14:nvContentPartPr>
              <p14:xfrm>
                <a:off x="2565110" y="3505717"/>
                <a:ext cx="75600" cy="70200"/>
              </p14:xfrm>
            </p:contentPart>
          </mc:Choice>
          <mc:Fallback xmlns="">
            <p:pic>
              <p:nvPicPr>
                <p:cNvPr id="184" name="Ink 183">
                  <a:extLst>
                    <a:ext uri="{FF2B5EF4-FFF2-40B4-BE49-F238E27FC236}">
                      <a16:creationId xmlns:a16="http://schemas.microsoft.com/office/drawing/2014/main" id="{21DFDE67-F5A5-1D18-764E-E26B26BF3D82}"/>
                    </a:ext>
                  </a:extLst>
                </p:cNvPr>
                <p:cNvPicPr/>
                <p:nvPr/>
              </p:nvPicPr>
              <p:blipFill>
                <a:blip r:embed="rId306"/>
                <a:stretch>
                  <a:fillRect/>
                </a:stretch>
              </p:blipFill>
              <p:spPr>
                <a:xfrm>
                  <a:off x="2547110" y="3487717"/>
                  <a:ext cx="1112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85" name="Ink 184">
                  <a:extLst>
                    <a:ext uri="{FF2B5EF4-FFF2-40B4-BE49-F238E27FC236}">
                      <a16:creationId xmlns:a16="http://schemas.microsoft.com/office/drawing/2014/main" id="{2104AD71-A273-3590-8FF6-312A9B2DCE59}"/>
                    </a:ext>
                  </a:extLst>
                </p14:cNvPr>
                <p14:cNvContentPartPr/>
                <p14:nvPr/>
              </p14:nvContentPartPr>
              <p14:xfrm>
                <a:off x="2658350" y="3605797"/>
                <a:ext cx="57600" cy="24480"/>
              </p14:xfrm>
            </p:contentPart>
          </mc:Choice>
          <mc:Fallback xmlns="">
            <p:pic>
              <p:nvPicPr>
                <p:cNvPr id="185" name="Ink 184">
                  <a:extLst>
                    <a:ext uri="{FF2B5EF4-FFF2-40B4-BE49-F238E27FC236}">
                      <a16:creationId xmlns:a16="http://schemas.microsoft.com/office/drawing/2014/main" id="{2104AD71-A273-3590-8FF6-312A9B2DCE59}"/>
                    </a:ext>
                  </a:extLst>
                </p:cNvPr>
                <p:cNvPicPr/>
                <p:nvPr/>
              </p:nvPicPr>
              <p:blipFill>
                <a:blip r:embed="rId308"/>
                <a:stretch>
                  <a:fillRect/>
                </a:stretch>
              </p:blipFill>
              <p:spPr>
                <a:xfrm>
                  <a:off x="2640237" y="3587797"/>
                  <a:ext cx="93464"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86" name="Ink 185">
                  <a:extLst>
                    <a:ext uri="{FF2B5EF4-FFF2-40B4-BE49-F238E27FC236}">
                      <a16:creationId xmlns:a16="http://schemas.microsoft.com/office/drawing/2014/main" id="{7653E4A7-D44C-4B13-74FE-C5EA1562F23A}"/>
                    </a:ext>
                  </a:extLst>
                </p14:cNvPr>
                <p14:cNvContentPartPr/>
                <p14:nvPr/>
              </p14:nvContentPartPr>
              <p14:xfrm>
                <a:off x="2770670" y="3504997"/>
                <a:ext cx="23040" cy="187920"/>
              </p14:xfrm>
            </p:contentPart>
          </mc:Choice>
          <mc:Fallback xmlns="">
            <p:pic>
              <p:nvPicPr>
                <p:cNvPr id="186" name="Ink 185">
                  <a:extLst>
                    <a:ext uri="{FF2B5EF4-FFF2-40B4-BE49-F238E27FC236}">
                      <a16:creationId xmlns:a16="http://schemas.microsoft.com/office/drawing/2014/main" id="{7653E4A7-D44C-4B13-74FE-C5EA1562F23A}"/>
                    </a:ext>
                  </a:extLst>
                </p:cNvPr>
                <p:cNvPicPr/>
                <p:nvPr/>
              </p:nvPicPr>
              <p:blipFill>
                <a:blip r:embed="rId310"/>
                <a:stretch>
                  <a:fillRect/>
                </a:stretch>
              </p:blipFill>
              <p:spPr>
                <a:xfrm>
                  <a:off x="2752670" y="3486997"/>
                  <a:ext cx="5868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87" name="Ink 186">
                  <a:extLst>
                    <a:ext uri="{FF2B5EF4-FFF2-40B4-BE49-F238E27FC236}">
                      <a16:creationId xmlns:a16="http://schemas.microsoft.com/office/drawing/2014/main" id="{962299D2-D966-33BE-B2E3-B4FA015EAAAA}"/>
                    </a:ext>
                  </a:extLst>
                </p14:cNvPr>
                <p14:cNvContentPartPr/>
                <p14:nvPr/>
              </p14:nvContentPartPr>
              <p14:xfrm>
                <a:off x="2884790" y="3623797"/>
                <a:ext cx="18000" cy="31680"/>
              </p14:xfrm>
            </p:contentPart>
          </mc:Choice>
          <mc:Fallback xmlns="">
            <p:pic>
              <p:nvPicPr>
                <p:cNvPr id="187" name="Ink 186">
                  <a:extLst>
                    <a:ext uri="{FF2B5EF4-FFF2-40B4-BE49-F238E27FC236}">
                      <a16:creationId xmlns:a16="http://schemas.microsoft.com/office/drawing/2014/main" id="{962299D2-D966-33BE-B2E3-B4FA015EAAAA}"/>
                    </a:ext>
                  </a:extLst>
                </p:cNvPr>
                <p:cNvPicPr/>
                <p:nvPr/>
              </p:nvPicPr>
              <p:blipFill>
                <a:blip r:embed="rId312"/>
                <a:stretch>
                  <a:fillRect/>
                </a:stretch>
              </p:blipFill>
              <p:spPr>
                <a:xfrm>
                  <a:off x="2866790" y="3605590"/>
                  <a:ext cx="53640" cy="6773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88" name="Ink 187">
                  <a:extLst>
                    <a:ext uri="{FF2B5EF4-FFF2-40B4-BE49-F238E27FC236}">
                      <a16:creationId xmlns:a16="http://schemas.microsoft.com/office/drawing/2014/main" id="{2C7C5819-9F01-7903-7396-3B74F4D85B97}"/>
                    </a:ext>
                  </a:extLst>
                </p14:cNvPr>
                <p14:cNvContentPartPr/>
                <p14:nvPr/>
              </p14:nvContentPartPr>
              <p14:xfrm>
                <a:off x="2882630" y="3525517"/>
                <a:ext cx="3960" cy="38160"/>
              </p14:xfrm>
            </p:contentPart>
          </mc:Choice>
          <mc:Fallback xmlns="">
            <p:pic>
              <p:nvPicPr>
                <p:cNvPr id="188" name="Ink 187">
                  <a:extLst>
                    <a:ext uri="{FF2B5EF4-FFF2-40B4-BE49-F238E27FC236}">
                      <a16:creationId xmlns:a16="http://schemas.microsoft.com/office/drawing/2014/main" id="{2C7C5819-9F01-7903-7396-3B74F4D85B97}"/>
                    </a:ext>
                  </a:extLst>
                </p:cNvPr>
                <p:cNvPicPr/>
                <p:nvPr/>
              </p:nvPicPr>
              <p:blipFill>
                <a:blip r:embed="rId314"/>
                <a:stretch>
                  <a:fillRect/>
                </a:stretch>
              </p:blipFill>
              <p:spPr>
                <a:xfrm>
                  <a:off x="2862830" y="3507685"/>
                  <a:ext cx="43164" cy="73467"/>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189" name="Ink 188">
                  <a:extLst>
                    <a:ext uri="{FF2B5EF4-FFF2-40B4-BE49-F238E27FC236}">
                      <a16:creationId xmlns:a16="http://schemas.microsoft.com/office/drawing/2014/main" id="{4139CC5C-60ED-899F-AB85-70B519C14E73}"/>
                    </a:ext>
                  </a:extLst>
                </p14:cNvPr>
                <p14:cNvContentPartPr/>
                <p14:nvPr/>
              </p14:nvContentPartPr>
              <p14:xfrm>
                <a:off x="2981270" y="3582037"/>
                <a:ext cx="60480" cy="123480"/>
              </p14:xfrm>
            </p:contentPart>
          </mc:Choice>
          <mc:Fallback xmlns="">
            <p:pic>
              <p:nvPicPr>
                <p:cNvPr id="189" name="Ink 188">
                  <a:extLst>
                    <a:ext uri="{FF2B5EF4-FFF2-40B4-BE49-F238E27FC236}">
                      <a16:creationId xmlns:a16="http://schemas.microsoft.com/office/drawing/2014/main" id="{4139CC5C-60ED-899F-AB85-70B519C14E73}"/>
                    </a:ext>
                  </a:extLst>
                </p:cNvPr>
                <p:cNvPicPr/>
                <p:nvPr/>
              </p:nvPicPr>
              <p:blipFill>
                <a:blip r:embed="rId316"/>
                <a:stretch>
                  <a:fillRect/>
                </a:stretch>
              </p:blipFill>
              <p:spPr>
                <a:xfrm>
                  <a:off x="2963270" y="3564037"/>
                  <a:ext cx="9612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190" name="Ink 189">
                  <a:extLst>
                    <a:ext uri="{FF2B5EF4-FFF2-40B4-BE49-F238E27FC236}">
                      <a16:creationId xmlns:a16="http://schemas.microsoft.com/office/drawing/2014/main" id="{0C0E972F-85E4-07AF-A8A2-4B1920F7AFDF}"/>
                    </a:ext>
                  </a:extLst>
                </p14:cNvPr>
                <p14:cNvContentPartPr/>
                <p14:nvPr/>
              </p14:nvContentPartPr>
              <p14:xfrm>
                <a:off x="3110510" y="3502477"/>
                <a:ext cx="39960" cy="130680"/>
              </p14:xfrm>
            </p:contentPart>
          </mc:Choice>
          <mc:Fallback xmlns="">
            <p:pic>
              <p:nvPicPr>
                <p:cNvPr id="190" name="Ink 189">
                  <a:extLst>
                    <a:ext uri="{FF2B5EF4-FFF2-40B4-BE49-F238E27FC236}">
                      <a16:creationId xmlns:a16="http://schemas.microsoft.com/office/drawing/2014/main" id="{0C0E972F-85E4-07AF-A8A2-4B1920F7AFDF}"/>
                    </a:ext>
                  </a:extLst>
                </p:cNvPr>
                <p:cNvPicPr/>
                <p:nvPr/>
              </p:nvPicPr>
              <p:blipFill>
                <a:blip r:embed="rId318"/>
                <a:stretch>
                  <a:fillRect/>
                </a:stretch>
              </p:blipFill>
              <p:spPr>
                <a:xfrm>
                  <a:off x="3092510" y="3484477"/>
                  <a:ext cx="7560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191" name="Ink 190">
                  <a:extLst>
                    <a:ext uri="{FF2B5EF4-FFF2-40B4-BE49-F238E27FC236}">
                      <a16:creationId xmlns:a16="http://schemas.microsoft.com/office/drawing/2014/main" id="{C0317A46-14AF-E87A-5197-5BECDFE36715}"/>
                    </a:ext>
                  </a:extLst>
                </p14:cNvPr>
                <p14:cNvContentPartPr/>
                <p14:nvPr/>
              </p14:nvContentPartPr>
              <p14:xfrm>
                <a:off x="3143270" y="3570157"/>
                <a:ext cx="63360" cy="60120"/>
              </p14:xfrm>
            </p:contentPart>
          </mc:Choice>
          <mc:Fallback xmlns="">
            <p:pic>
              <p:nvPicPr>
                <p:cNvPr id="191" name="Ink 190">
                  <a:extLst>
                    <a:ext uri="{FF2B5EF4-FFF2-40B4-BE49-F238E27FC236}">
                      <a16:creationId xmlns:a16="http://schemas.microsoft.com/office/drawing/2014/main" id="{C0317A46-14AF-E87A-5197-5BECDFE36715}"/>
                    </a:ext>
                  </a:extLst>
                </p:cNvPr>
                <p:cNvPicPr/>
                <p:nvPr/>
              </p:nvPicPr>
              <p:blipFill>
                <a:blip r:embed="rId320"/>
                <a:stretch>
                  <a:fillRect/>
                </a:stretch>
              </p:blipFill>
              <p:spPr>
                <a:xfrm>
                  <a:off x="3125372" y="3552264"/>
                  <a:ext cx="98799" cy="95548"/>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192" name="Ink 191">
                  <a:extLst>
                    <a:ext uri="{FF2B5EF4-FFF2-40B4-BE49-F238E27FC236}">
                      <a16:creationId xmlns:a16="http://schemas.microsoft.com/office/drawing/2014/main" id="{5DA38456-7AFE-CECE-CDC7-64BA1E4D3527}"/>
                    </a:ext>
                  </a:extLst>
                </p14:cNvPr>
                <p14:cNvContentPartPr/>
                <p14:nvPr/>
              </p14:nvContentPartPr>
              <p14:xfrm>
                <a:off x="3265670" y="3568717"/>
                <a:ext cx="69480" cy="55080"/>
              </p14:xfrm>
            </p:contentPart>
          </mc:Choice>
          <mc:Fallback xmlns="">
            <p:pic>
              <p:nvPicPr>
                <p:cNvPr id="192" name="Ink 191">
                  <a:extLst>
                    <a:ext uri="{FF2B5EF4-FFF2-40B4-BE49-F238E27FC236}">
                      <a16:creationId xmlns:a16="http://schemas.microsoft.com/office/drawing/2014/main" id="{5DA38456-7AFE-CECE-CDC7-64BA1E4D3527}"/>
                    </a:ext>
                  </a:extLst>
                </p:cNvPr>
                <p:cNvPicPr/>
                <p:nvPr/>
              </p:nvPicPr>
              <p:blipFill>
                <a:blip r:embed="rId322"/>
                <a:stretch>
                  <a:fillRect/>
                </a:stretch>
              </p:blipFill>
              <p:spPr>
                <a:xfrm>
                  <a:off x="3247763" y="3550717"/>
                  <a:ext cx="104936"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193" name="Ink 192">
                  <a:extLst>
                    <a:ext uri="{FF2B5EF4-FFF2-40B4-BE49-F238E27FC236}">
                      <a16:creationId xmlns:a16="http://schemas.microsoft.com/office/drawing/2014/main" id="{0DA2E22D-0898-38A1-E902-5860724910D2}"/>
                    </a:ext>
                  </a:extLst>
                </p14:cNvPr>
                <p14:cNvContentPartPr/>
                <p14:nvPr/>
              </p14:nvContentPartPr>
              <p14:xfrm>
                <a:off x="3387350" y="3454597"/>
                <a:ext cx="34200" cy="13320"/>
              </p14:xfrm>
            </p:contentPart>
          </mc:Choice>
          <mc:Fallback xmlns="">
            <p:pic>
              <p:nvPicPr>
                <p:cNvPr id="193" name="Ink 192">
                  <a:extLst>
                    <a:ext uri="{FF2B5EF4-FFF2-40B4-BE49-F238E27FC236}">
                      <a16:creationId xmlns:a16="http://schemas.microsoft.com/office/drawing/2014/main" id="{0DA2E22D-0898-38A1-E902-5860724910D2}"/>
                    </a:ext>
                  </a:extLst>
                </p:cNvPr>
                <p:cNvPicPr/>
                <p:nvPr/>
              </p:nvPicPr>
              <p:blipFill>
                <a:blip r:embed="rId324"/>
                <a:stretch>
                  <a:fillRect/>
                </a:stretch>
              </p:blipFill>
              <p:spPr>
                <a:xfrm>
                  <a:off x="3369350" y="3436097"/>
                  <a:ext cx="69840" cy="4995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194" name="Ink 193">
                  <a:extLst>
                    <a:ext uri="{FF2B5EF4-FFF2-40B4-BE49-F238E27FC236}">
                      <a16:creationId xmlns:a16="http://schemas.microsoft.com/office/drawing/2014/main" id="{7F9D8BE4-63CF-6B20-3BD3-AF70E666EF57}"/>
                    </a:ext>
                  </a:extLst>
                </p14:cNvPr>
                <p14:cNvContentPartPr/>
                <p14:nvPr/>
              </p14:nvContentPartPr>
              <p14:xfrm>
                <a:off x="3373310" y="3501757"/>
                <a:ext cx="61200" cy="114120"/>
              </p14:xfrm>
            </p:contentPart>
          </mc:Choice>
          <mc:Fallback xmlns="">
            <p:pic>
              <p:nvPicPr>
                <p:cNvPr id="194" name="Ink 193">
                  <a:extLst>
                    <a:ext uri="{FF2B5EF4-FFF2-40B4-BE49-F238E27FC236}">
                      <a16:creationId xmlns:a16="http://schemas.microsoft.com/office/drawing/2014/main" id="{7F9D8BE4-63CF-6B20-3BD3-AF70E666EF57}"/>
                    </a:ext>
                  </a:extLst>
                </p:cNvPr>
                <p:cNvPicPr/>
                <p:nvPr/>
              </p:nvPicPr>
              <p:blipFill>
                <a:blip r:embed="rId326"/>
                <a:stretch>
                  <a:fillRect/>
                </a:stretch>
              </p:blipFill>
              <p:spPr>
                <a:xfrm>
                  <a:off x="3355415" y="3483814"/>
                  <a:ext cx="96632" cy="149648"/>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195" name="Ink 194">
                  <a:extLst>
                    <a:ext uri="{FF2B5EF4-FFF2-40B4-BE49-F238E27FC236}">
                      <a16:creationId xmlns:a16="http://schemas.microsoft.com/office/drawing/2014/main" id="{AC32AE93-A897-8978-5FB9-5778F1B6C1C7}"/>
                    </a:ext>
                  </a:extLst>
                </p14:cNvPr>
                <p14:cNvContentPartPr/>
                <p14:nvPr/>
              </p14:nvContentPartPr>
              <p14:xfrm>
                <a:off x="3755270" y="3528757"/>
                <a:ext cx="91080" cy="77040"/>
              </p14:xfrm>
            </p:contentPart>
          </mc:Choice>
          <mc:Fallback xmlns="">
            <p:pic>
              <p:nvPicPr>
                <p:cNvPr id="195" name="Ink 194">
                  <a:extLst>
                    <a:ext uri="{FF2B5EF4-FFF2-40B4-BE49-F238E27FC236}">
                      <a16:creationId xmlns:a16="http://schemas.microsoft.com/office/drawing/2014/main" id="{AC32AE93-A897-8978-5FB9-5778F1B6C1C7}"/>
                    </a:ext>
                  </a:extLst>
                </p:cNvPr>
                <p:cNvPicPr/>
                <p:nvPr/>
              </p:nvPicPr>
              <p:blipFill>
                <a:blip r:embed="rId328"/>
                <a:stretch>
                  <a:fillRect/>
                </a:stretch>
              </p:blipFill>
              <p:spPr>
                <a:xfrm>
                  <a:off x="3737199" y="3510757"/>
                  <a:ext cx="126861"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196" name="Ink 195">
                  <a:extLst>
                    <a:ext uri="{FF2B5EF4-FFF2-40B4-BE49-F238E27FC236}">
                      <a16:creationId xmlns:a16="http://schemas.microsoft.com/office/drawing/2014/main" id="{4186217E-6859-9024-0C82-90FCA1801A56}"/>
                    </a:ext>
                  </a:extLst>
                </p14:cNvPr>
                <p14:cNvContentPartPr/>
                <p14:nvPr/>
              </p14:nvContentPartPr>
              <p14:xfrm>
                <a:off x="3920510" y="3557197"/>
                <a:ext cx="65880" cy="59400"/>
              </p14:xfrm>
            </p:contentPart>
          </mc:Choice>
          <mc:Fallback xmlns="">
            <p:pic>
              <p:nvPicPr>
                <p:cNvPr id="196" name="Ink 195">
                  <a:extLst>
                    <a:ext uri="{FF2B5EF4-FFF2-40B4-BE49-F238E27FC236}">
                      <a16:creationId xmlns:a16="http://schemas.microsoft.com/office/drawing/2014/main" id="{4186217E-6859-9024-0C82-90FCA1801A56}"/>
                    </a:ext>
                  </a:extLst>
                </p:cNvPr>
                <p:cNvPicPr/>
                <p:nvPr/>
              </p:nvPicPr>
              <p:blipFill>
                <a:blip r:embed="rId330"/>
                <a:stretch>
                  <a:fillRect/>
                </a:stretch>
              </p:blipFill>
              <p:spPr>
                <a:xfrm>
                  <a:off x="3902510" y="3539087"/>
                  <a:ext cx="101520" cy="95257"/>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197" name="Ink 196">
                  <a:extLst>
                    <a:ext uri="{FF2B5EF4-FFF2-40B4-BE49-F238E27FC236}">
                      <a16:creationId xmlns:a16="http://schemas.microsoft.com/office/drawing/2014/main" id="{FD4E608B-533E-1B0A-9257-5EC51FE6993F}"/>
                    </a:ext>
                  </a:extLst>
                </p14:cNvPr>
                <p14:cNvContentPartPr/>
                <p14:nvPr/>
              </p14:nvContentPartPr>
              <p14:xfrm>
                <a:off x="4027430" y="3549997"/>
                <a:ext cx="31320" cy="87120"/>
              </p14:xfrm>
            </p:contentPart>
          </mc:Choice>
          <mc:Fallback xmlns="">
            <p:pic>
              <p:nvPicPr>
                <p:cNvPr id="197" name="Ink 196">
                  <a:extLst>
                    <a:ext uri="{FF2B5EF4-FFF2-40B4-BE49-F238E27FC236}">
                      <a16:creationId xmlns:a16="http://schemas.microsoft.com/office/drawing/2014/main" id="{FD4E608B-533E-1B0A-9257-5EC51FE6993F}"/>
                    </a:ext>
                  </a:extLst>
                </p:cNvPr>
                <p:cNvPicPr/>
                <p:nvPr/>
              </p:nvPicPr>
              <p:blipFill>
                <a:blip r:embed="rId332"/>
                <a:stretch>
                  <a:fillRect/>
                </a:stretch>
              </p:blipFill>
              <p:spPr>
                <a:xfrm>
                  <a:off x="4009635" y="3531997"/>
                  <a:ext cx="66555"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198" name="Ink 197">
                  <a:extLst>
                    <a:ext uri="{FF2B5EF4-FFF2-40B4-BE49-F238E27FC236}">
                      <a16:creationId xmlns:a16="http://schemas.microsoft.com/office/drawing/2014/main" id="{221569DF-DEA8-5C94-E8A9-AF9ADA8C4E3C}"/>
                    </a:ext>
                  </a:extLst>
                </p14:cNvPr>
                <p14:cNvContentPartPr/>
                <p14:nvPr/>
              </p14:nvContentPartPr>
              <p14:xfrm>
                <a:off x="4071710" y="3457477"/>
                <a:ext cx="9360" cy="44640"/>
              </p14:xfrm>
            </p:contentPart>
          </mc:Choice>
          <mc:Fallback xmlns="">
            <p:pic>
              <p:nvPicPr>
                <p:cNvPr id="198" name="Ink 197">
                  <a:extLst>
                    <a:ext uri="{FF2B5EF4-FFF2-40B4-BE49-F238E27FC236}">
                      <a16:creationId xmlns:a16="http://schemas.microsoft.com/office/drawing/2014/main" id="{221569DF-DEA8-5C94-E8A9-AF9ADA8C4E3C}"/>
                    </a:ext>
                  </a:extLst>
                </p:cNvPr>
                <p:cNvPicPr/>
                <p:nvPr/>
              </p:nvPicPr>
              <p:blipFill>
                <a:blip r:embed="rId334"/>
                <a:stretch>
                  <a:fillRect/>
                </a:stretch>
              </p:blipFill>
              <p:spPr>
                <a:xfrm>
                  <a:off x="4053710" y="3439477"/>
                  <a:ext cx="4500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199" name="Ink 198">
                  <a:extLst>
                    <a:ext uri="{FF2B5EF4-FFF2-40B4-BE49-F238E27FC236}">
                      <a16:creationId xmlns:a16="http://schemas.microsoft.com/office/drawing/2014/main" id="{68110614-5077-986B-8457-C6136A93B6C5}"/>
                    </a:ext>
                  </a:extLst>
                </p14:cNvPr>
                <p14:cNvContentPartPr/>
                <p14:nvPr/>
              </p14:nvContentPartPr>
              <p14:xfrm>
                <a:off x="4148750" y="3514357"/>
                <a:ext cx="82080" cy="129960"/>
              </p14:xfrm>
            </p:contentPart>
          </mc:Choice>
          <mc:Fallback xmlns="">
            <p:pic>
              <p:nvPicPr>
                <p:cNvPr id="199" name="Ink 198">
                  <a:extLst>
                    <a:ext uri="{FF2B5EF4-FFF2-40B4-BE49-F238E27FC236}">
                      <a16:creationId xmlns:a16="http://schemas.microsoft.com/office/drawing/2014/main" id="{68110614-5077-986B-8457-C6136A93B6C5}"/>
                    </a:ext>
                  </a:extLst>
                </p:cNvPr>
                <p:cNvPicPr/>
                <p:nvPr/>
              </p:nvPicPr>
              <p:blipFill>
                <a:blip r:embed="rId336"/>
                <a:stretch>
                  <a:fillRect/>
                </a:stretch>
              </p:blipFill>
              <p:spPr>
                <a:xfrm>
                  <a:off x="4130671" y="3496407"/>
                  <a:ext cx="117877" cy="165502"/>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00" name="Ink 199">
                  <a:extLst>
                    <a:ext uri="{FF2B5EF4-FFF2-40B4-BE49-F238E27FC236}">
                      <a16:creationId xmlns:a16="http://schemas.microsoft.com/office/drawing/2014/main" id="{C104EBB3-81C8-B170-4D77-9FAF4E9EC2B9}"/>
                    </a:ext>
                  </a:extLst>
                </p14:cNvPr>
                <p14:cNvContentPartPr/>
                <p14:nvPr/>
              </p14:nvContentPartPr>
              <p14:xfrm>
                <a:off x="4279430" y="3549997"/>
                <a:ext cx="79560" cy="87480"/>
              </p14:xfrm>
            </p:contentPart>
          </mc:Choice>
          <mc:Fallback xmlns="">
            <p:pic>
              <p:nvPicPr>
                <p:cNvPr id="200" name="Ink 199">
                  <a:extLst>
                    <a:ext uri="{FF2B5EF4-FFF2-40B4-BE49-F238E27FC236}">
                      <a16:creationId xmlns:a16="http://schemas.microsoft.com/office/drawing/2014/main" id="{C104EBB3-81C8-B170-4D77-9FAF4E9EC2B9}"/>
                    </a:ext>
                  </a:extLst>
                </p:cNvPr>
                <p:cNvPicPr/>
                <p:nvPr/>
              </p:nvPicPr>
              <p:blipFill>
                <a:blip r:embed="rId338"/>
                <a:stretch>
                  <a:fillRect/>
                </a:stretch>
              </p:blipFill>
              <p:spPr>
                <a:xfrm>
                  <a:off x="4261430" y="3532071"/>
                  <a:ext cx="115200" cy="122974"/>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03" name="Ink 202">
                  <a:extLst>
                    <a:ext uri="{FF2B5EF4-FFF2-40B4-BE49-F238E27FC236}">
                      <a16:creationId xmlns:a16="http://schemas.microsoft.com/office/drawing/2014/main" id="{9F8ADB88-805C-471F-D742-1A9A45B7B9A8}"/>
                    </a:ext>
                  </a:extLst>
                </p14:cNvPr>
                <p14:cNvContentPartPr/>
                <p14:nvPr/>
              </p14:nvContentPartPr>
              <p14:xfrm>
                <a:off x="3983150" y="3786517"/>
                <a:ext cx="37440" cy="188280"/>
              </p14:xfrm>
            </p:contentPart>
          </mc:Choice>
          <mc:Fallback xmlns="">
            <p:pic>
              <p:nvPicPr>
                <p:cNvPr id="203" name="Ink 202">
                  <a:extLst>
                    <a:ext uri="{FF2B5EF4-FFF2-40B4-BE49-F238E27FC236}">
                      <a16:creationId xmlns:a16="http://schemas.microsoft.com/office/drawing/2014/main" id="{9F8ADB88-805C-471F-D742-1A9A45B7B9A8}"/>
                    </a:ext>
                  </a:extLst>
                </p:cNvPr>
                <p:cNvPicPr/>
                <p:nvPr/>
              </p:nvPicPr>
              <p:blipFill>
                <a:blip r:embed="rId340"/>
                <a:stretch>
                  <a:fillRect/>
                </a:stretch>
              </p:blipFill>
              <p:spPr>
                <a:xfrm>
                  <a:off x="3964975" y="3768517"/>
                  <a:ext cx="73426"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04" name="Ink 203">
                  <a:extLst>
                    <a:ext uri="{FF2B5EF4-FFF2-40B4-BE49-F238E27FC236}">
                      <a16:creationId xmlns:a16="http://schemas.microsoft.com/office/drawing/2014/main" id="{88EC3D83-0312-44E5-40C8-C4B98A76C714}"/>
                    </a:ext>
                  </a:extLst>
                </p14:cNvPr>
                <p14:cNvContentPartPr/>
                <p14:nvPr/>
              </p14:nvContentPartPr>
              <p14:xfrm>
                <a:off x="4144070" y="3878677"/>
                <a:ext cx="203400" cy="118800"/>
              </p14:xfrm>
            </p:contentPart>
          </mc:Choice>
          <mc:Fallback xmlns="">
            <p:pic>
              <p:nvPicPr>
                <p:cNvPr id="204" name="Ink 203">
                  <a:extLst>
                    <a:ext uri="{FF2B5EF4-FFF2-40B4-BE49-F238E27FC236}">
                      <a16:creationId xmlns:a16="http://schemas.microsoft.com/office/drawing/2014/main" id="{88EC3D83-0312-44E5-40C8-C4B98A76C714}"/>
                    </a:ext>
                  </a:extLst>
                </p:cNvPr>
                <p:cNvPicPr/>
                <p:nvPr/>
              </p:nvPicPr>
              <p:blipFill>
                <a:blip r:embed="rId342"/>
                <a:stretch>
                  <a:fillRect/>
                </a:stretch>
              </p:blipFill>
              <p:spPr>
                <a:xfrm>
                  <a:off x="4126102" y="3860677"/>
                  <a:ext cx="238977"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05" name="Ink 204">
                  <a:extLst>
                    <a:ext uri="{FF2B5EF4-FFF2-40B4-BE49-F238E27FC236}">
                      <a16:creationId xmlns:a16="http://schemas.microsoft.com/office/drawing/2014/main" id="{BD5196D2-951A-CF4F-5691-BD41335BD611}"/>
                    </a:ext>
                  </a:extLst>
                </p14:cNvPr>
                <p14:cNvContentPartPr/>
                <p14:nvPr/>
              </p14:nvContentPartPr>
              <p14:xfrm>
                <a:off x="4399310" y="3745477"/>
                <a:ext cx="148320" cy="160200"/>
              </p14:xfrm>
            </p:contentPart>
          </mc:Choice>
          <mc:Fallback xmlns="">
            <p:pic>
              <p:nvPicPr>
                <p:cNvPr id="205" name="Ink 204">
                  <a:extLst>
                    <a:ext uri="{FF2B5EF4-FFF2-40B4-BE49-F238E27FC236}">
                      <a16:creationId xmlns:a16="http://schemas.microsoft.com/office/drawing/2014/main" id="{BD5196D2-951A-CF4F-5691-BD41335BD611}"/>
                    </a:ext>
                  </a:extLst>
                </p:cNvPr>
                <p:cNvPicPr/>
                <p:nvPr/>
              </p:nvPicPr>
              <p:blipFill>
                <a:blip r:embed="rId344"/>
                <a:stretch>
                  <a:fillRect/>
                </a:stretch>
              </p:blipFill>
              <p:spPr>
                <a:xfrm>
                  <a:off x="4381310" y="3727477"/>
                  <a:ext cx="18396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07" name="Ink 206">
                  <a:extLst>
                    <a:ext uri="{FF2B5EF4-FFF2-40B4-BE49-F238E27FC236}">
                      <a16:creationId xmlns:a16="http://schemas.microsoft.com/office/drawing/2014/main" id="{A9E03B83-32BB-9B56-6E3E-E8BDB9A6F4BA}"/>
                    </a:ext>
                  </a:extLst>
                </p14:cNvPr>
                <p14:cNvContentPartPr/>
                <p14:nvPr/>
              </p14:nvContentPartPr>
              <p14:xfrm>
                <a:off x="2327510" y="3032677"/>
                <a:ext cx="2098800" cy="1410120"/>
              </p14:xfrm>
            </p:contentPart>
          </mc:Choice>
          <mc:Fallback xmlns="">
            <p:pic>
              <p:nvPicPr>
                <p:cNvPr id="207" name="Ink 206">
                  <a:extLst>
                    <a:ext uri="{FF2B5EF4-FFF2-40B4-BE49-F238E27FC236}">
                      <a16:creationId xmlns:a16="http://schemas.microsoft.com/office/drawing/2014/main" id="{A9E03B83-32BB-9B56-6E3E-E8BDB9A6F4BA}"/>
                    </a:ext>
                  </a:extLst>
                </p:cNvPr>
                <p:cNvPicPr/>
                <p:nvPr/>
              </p:nvPicPr>
              <p:blipFill>
                <a:blip r:embed="rId346"/>
                <a:stretch>
                  <a:fillRect/>
                </a:stretch>
              </p:blipFill>
              <p:spPr>
                <a:xfrm>
                  <a:off x="2309510" y="3014677"/>
                  <a:ext cx="2134440" cy="144576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08" name="Ink 207">
                  <a:extLst>
                    <a:ext uri="{FF2B5EF4-FFF2-40B4-BE49-F238E27FC236}">
                      <a16:creationId xmlns:a16="http://schemas.microsoft.com/office/drawing/2014/main" id="{EEA5A762-3583-C1B8-B362-CDE1859FC0DC}"/>
                    </a:ext>
                  </a:extLst>
                </p14:cNvPr>
                <p14:cNvContentPartPr/>
                <p14:nvPr/>
              </p14:nvContentPartPr>
              <p14:xfrm>
                <a:off x="3792350" y="4101517"/>
                <a:ext cx="5238360" cy="2194920"/>
              </p14:xfrm>
            </p:contentPart>
          </mc:Choice>
          <mc:Fallback xmlns="">
            <p:pic>
              <p:nvPicPr>
                <p:cNvPr id="208" name="Ink 207">
                  <a:extLst>
                    <a:ext uri="{FF2B5EF4-FFF2-40B4-BE49-F238E27FC236}">
                      <a16:creationId xmlns:a16="http://schemas.microsoft.com/office/drawing/2014/main" id="{EEA5A762-3583-C1B8-B362-CDE1859FC0DC}"/>
                    </a:ext>
                  </a:extLst>
                </p:cNvPr>
                <p:cNvPicPr/>
                <p:nvPr/>
              </p:nvPicPr>
              <p:blipFill>
                <a:blip r:embed="rId348"/>
                <a:stretch>
                  <a:fillRect/>
                </a:stretch>
              </p:blipFill>
              <p:spPr>
                <a:xfrm>
                  <a:off x="3774350" y="4083514"/>
                  <a:ext cx="5274000" cy="2230566"/>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09" name="Ink 208">
                  <a:extLst>
                    <a:ext uri="{FF2B5EF4-FFF2-40B4-BE49-F238E27FC236}">
                      <a16:creationId xmlns:a16="http://schemas.microsoft.com/office/drawing/2014/main" id="{FDFDE5C4-B58A-5975-38DF-F1FD0AD1C0E1}"/>
                    </a:ext>
                  </a:extLst>
                </p14:cNvPr>
                <p14:cNvContentPartPr/>
                <p14:nvPr/>
              </p14:nvContentPartPr>
              <p14:xfrm>
                <a:off x="8933150" y="6158197"/>
                <a:ext cx="123480" cy="223200"/>
              </p14:xfrm>
            </p:contentPart>
          </mc:Choice>
          <mc:Fallback xmlns="">
            <p:pic>
              <p:nvPicPr>
                <p:cNvPr id="209" name="Ink 208">
                  <a:extLst>
                    <a:ext uri="{FF2B5EF4-FFF2-40B4-BE49-F238E27FC236}">
                      <a16:creationId xmlns:a16="http://schemas.microsoft.com/office/drawing/2014/main" id="{FDFDE5C4-B58A-5975-38DF-F1FD0AD1C0E1}"/>
                    </a:ext>
                  </a:extLst>
                </p:cNvPr>
                <p:cNvPicPr/>
                <p:nvPr/>
              </p:nvPicPr>
              <p:blipFill>
                <a:blip r:embed="rId350"/>
                <a:stretch>
                  <a:fillRect/>
                </a:stretch>
              </p:blipFill>
              <p:spPr>
                <a:xfrm>
                  <a:off x="8915202" y="6140226"/>
                  <a:ext cx="159016" cy="258783"/>
                </a:xfrm>
                <a:prstGeom prst="rect">
                  <a:avLst/>
                </a:prstGeom>
              </p:spPr>
            </p:pic>
          </mc:Fallback>
        </mc:AlternateContent>
      </p:grpSp>
      <p:grpSp>
        <p:nvGrpSpPr>
          <p:cNvPr id="220" name="Group 219">
            <a:extLst>
              <a:ext uri="{FF2B5EF4-FFF2-40B4-BE49-F238E27FC236}">
                <a16:creationId xmlns:a16="http://schemas.microsoft.com/office/drawing/2014/main" id="{7143E4B3-8E3C-8B95-91FF-A4B0F1DC81EC}"/>
              </a:ext>
            </a:extLst>
          </p:cNvPr>
          <p:cNvGrpSpPr/>
          <p:nvPr/>
        </p:nvGrpSpPr>
        <p:grpSpPr>
          <a:xfrm>
            <a:off x="10224110" y="6183397"/>
            <a:ext cx="1703880" cy="530640"/>
            <a:chOff x="10224110" y="6183397"/>
            <a:chExt cx="1703880" cy="530640"/>
          </a:xfrm>
        </p:grpSpPr>
        <mc:AlternateContent xmlns:mc="http://schemas.openxmlformats.org/markup-compatibility/2006" xmlns:p14="http://schemas.microsoft.com/office/powerpoint/2010/main">
          <mc:Choice Requires="p14">
            <p:contentPart p14:bwMode="auto" r:id="rId351">
              <p14:nvContentPartPr>
                <p14:cNvPr id="211" name="Ink 210">
                  <a:extLst>
                    <a:ext uri="{FF2B5EF4-FFF2-40B4-BE49-F238E27FC236}">
                      <a16:creationId xmlns:a16="http://schemas.microsoft.com/office/drawing/2014/main" id="{A9C078CD-DFC3-B7CF-6480-003E0BC6F9F9}"/>
                    </a:ext>
                  </a:extLst>
                </p14:cNvPr>
                <p14:cNvContentPartPr/>
                <p14:nvPr/>
              </p14:nvContentPartPr>
              <p14:xfrm>
                <a:off x="10224110" y="6509557"/>
                <a:ext cx="266040" cy="9000"/>
              </p14:xfrm>
            </p:contentPart>
          </mc:Choice>
          <mc:Fallback xmlns="">
            <p:pic>
              <p:nvPicPr>
                <p:cNvPr id="211" name="Ink 210">
                  <a:extLst>
                    <a:ext uri="{FF2B5EF4-FFF2-40B4-BE49-F238E27FC236}">
                      <a16:creationId xmlns:a16="http://schemas.microsoft.com/office/drawing/2014/main" id="{A9C078CD-DFC3-B7CF-6480-003E0BC6F9F9}"/>
                    </a:ext>
                  </a:extLst>
                </p:cNvPr>
                <p:cNvPicPr/>
                <p:nvPr/>
              </p:nvPicPr>
              <p:blipFill>
                <a:blip r:embed="rId352"/>
                <a:stretch>
                  <a:fillRect/>
                </a:stretch>
              </p:blipFill>
              <p:spPr>
                <a:xfrm>
                  <a:off x="10206110" y="6491557"/>
                  <a:ext cx="3016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12" name="Ink 211">
                  <a:extLst>
                    <a:ext uri="{FF2B5EF4-FFF2-40B4-BE49-F238E27FC236}">
                      <a16:creationId xmlns:a16="http://schemas.microsoft.com/office/drawing/2014/main" id="{E121761D-4108-F0D4-4822-C70591BF547B}"/>
                    </a:ext>
                  </a:extLst>
                </p14:cNvPr>
                <p14:cNvContentPartPr/>
                <p14:nvPr/>
              </p14:nvContentPartPr>
              <p14:xfrm>
                <a:off x="10386470" y="6409117"/>
                <a:ext cx="68400" cy="290880"/>
              </p14:xfrm>
            </p:contentPart>
          </mc:Choice>
          <mc:Fallback xmlns="">
            <p:pic>
              <p:nvPicPr>
                <p:cNvPr id="212" name="Ink 211">
                  <a:extLst>
                    <a:ext uri="{FF2B5EF4-FFF2-40B4-BE49-F238E27FC236}">
                      <a16:creationId xmlns:a16="http://schemas.microsoft.com/office/drawing/2014/main" id="{E121761D-4108-F0D4-4822-C70591BF547B}"/>
                    </a:ext>
                  </a:extLst>
                </p:cNvPr>
                <p:cNvPicPr/>
                <p:nvPr/>
              </p:nvPicPr>
              <p:blipFill>
                <a:blip r:embed="rId354"/>
                <a:stretch>
                  <a:fillRect/>
                </a:stretch>
              </p:blipFill>
              <p:spPr>
                <a:xfrm>
                  <a:off x="10368470" y="6391095"/>
                  <a:ext cx="104040" cy="326564"/>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14" name="Ink 213">
                  <a:extLst>
                    <a:ext uri="{FF2B5EF4-FFF2-40B4-BE49-F238E27FC236}">
                      <a16:creationId xmlns:a16="http://schemas.microsoft.com/office/drawing/2014/main" id="{02850A3F-3932-1DBD-9B1C-EC1BD0225F90}"/>
                    </a:ext>
                  </a:extLst>
                </p14:cNvPr>
                <p14:cNvContentPartPr/>
                <p14:nvPr/>
              </p14:nvContentPartPr>
              <p14:xfrm>
                <a:off x="10869590" y="6405157"/>
                <a:ext cx="87480" cy="275760"/>
              </p14:xfrm>
            </p:contentPart>
          </mc:Choice>
          <mc:Fallback xmlns="">
            <p:pic>
              <p:nvPicPr>
                <p:cNvPr id="214" name="Ink 213">
                  <a:extLst>
                    <a:ext uri="{FF2B5EF4-FFF2-40B4-BE49-F238E27FC236}">
                      <a16:creationId xmlns:a16="http://schemas.microsoft.com/office/drawing/2014/main" id="{02850A3F-3932-1DBD-9B1C-EC1BD0225F90}"/>
                    </a:ext>
                  </a:extLst>
                </p:cNvPr>
                <p:cNvPicPr/>
                <p:nvPr/>
              </p:nvPicPr>
              <p:blipFill>
                <a:blip r:embed="rId356"/>
                <a:stretch>
                  <a:fillRect/>
                </a:stretch>
              </p:blipFill>
              <p:spPr>
                <a:xfrm>
                  <a:off x="10851516" y="6387157"/>
                  <a:ext cx="123267"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15" name="Ink 214">
                  <a:extLst>
                    <a:ext uri="{FF2B5EF4-FFF2-40B4-BE49-F238E27FC236}">
                      <a16:creationId xmlns:a16="http://schemas.microsoft.com/office/drawing/2014/main" id="{4AA1BCDE-2B39-5BF4-F680-F05F39081E5E}"/>
                    </a:ext>
                  </a:extLst>
                </p14:cNvPr>
                <p14:cNvContentPartPr/>
                <p14:nvPr/>
              </p14:nvContentPartPr>
              <p14:xfrm>
                <a:off x="11037350" y="6510997"/>
                <a:ext cx="301320" cy="123120"/>
              </p14:xfrm>
            </p:contentPart>
          </mc:Choice>
          <mc:Fallback xmlns="">
            <p:pic>
              <p:nvPicPr>
                <p:cNvPr id="215" name="Ink 214">
                  <a:extLst>
                    <a:ext uri="{FF2B5EF4-FFF2-40B4-BE49-F238E27FC236}">
                      <a16:creationId xmlns:a16="http://schemas.microsoft.com/office/drawing/2014/main" id="{4AA1BCDE-2B39-5BF4-F680-F05F39081E5E}"/>
                    </a:ext>
                  </a:extLst>
                </p:cNvPr>
                <p:cNvPicPr/>
                <p:nvPr/>
              </p:nvPicPr>
              <p:blipFill>
                <a:blip r:embed="rId358"/>
                <a:stretch>
                  <a:fillRect/>
                </a:stretch>
              </p:blipFill>
              <p:spPr>
                <a:xfrm>
                  <a:off x="11019350" y="6492997"/>
                  <a:ext cx="3369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16" name="Ink 215">
                  <a:extLst>
                    <a:ext uri="{FF2B5EF4-FFF2-40B4-BE49-F238E27FC236}">
                      <a16:creationId xmlns:a16="http://schemas.microsoft.com/office/drawing/2014/main" id="{782B2FEB-8F67-403F-FA1C-9A9FFCDC0157}"/>
                    </a:ext>
                  </a:extLst>
                </p14:cNvPr>
                <p14:cNvContentPartPr/>
                <p14:nvPr/>
              </p14:nvContentPartPr>
              <p14:xfrm>
                <a:off x="11409950" y="6324517"/>
                <a:ext cx="178200" cy="281160"/>
              </p14:xfrm>
            </p:contentPart>
          </mc:Choice>
          <mc:Fallback xmlns="">
            <p:pic>
              <p:nvPicPr>
                <p:cNvPr id="216" name="Ink 215">
                  <a:extLst>
                    <a:ext uri="{FF2B5EF4-FFF2-40B4-BE49-F238E27FC236}">
                      <a16:creationId xmlns:a16="http://schemas.microsoft.com/office/drawing/2014/main" id="{782B2FEB-8F67-403F-FA1C-9A9FFCDC0157}"/>
                    </a:ext>
                  </a:extLst>
                </p:cNvPr>
                <p:cNvPicPr/>
                <p:nvPr/>
              </p:nvPicPr>
              <p:blipFill>
                <a:blip r:embed="rId360"/>
                <a:stretch>
                  <a:fillRect/>
                </a:stretch>
              </p:blipFill>
              <p:spPr>
                <a:xfrm>
                  <a:off x="11391986" y="6306517"/>
                  <a:ext cx="213768"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17" name="Ink 216">
                  <a:extLst>
                    <a:ext uri="{FF2B5EF4-FFF2-40B4-BE49-F238E27FC236}">
                      <a16:creationId xmlns:a16="http://schemas.microsoft.com/office/drawing/2014/main" id="{78AD1CEF-3772-DBDD-CB2F-178EEEB140B7}"/>
                    </a:ext>
                  </a:extLst>
                </p14:cNvPr>
                <p14:cNvContentPartPr/>
                <p14:nvPr/>
              </p14:nvContentPartPr>
              <p14:xfrm>
                <a:off x="10685990" y="6284197"/>
                <a:ext cx="237960" cy="429840"/>
              </p14:xfrm>
            </p:contentPart>
          </mc:Choice>
          <mc:Fallback xmlns="">
            <p:pic>
              <p:nvPicPr>
                <p:cNvPr id="217" name="Ink 216">
                  <a:extLst>
                    <a:ext uri="{FF2B5EF4-FFF2-40B4-BE49-F238E27FC236}">
                      <a16:creationId xmlns:a16="http://schemas.microsoft.com/office/drawing/2014/main" id="{78AD1CEF-3772-DBDD-CB2F-178EEEB140B7}"/>
                    </a:ext>
                  </a:extLst>
                </p:cNvPr>
                <p:cNvPicPr/>
                <p:nvPr/>
              </p:nvPicPr>
              <p:blipFill>
                <a:blip r:embed="rId362"/>
                <a:stretch>
                  <a:fillRect/>
                </a:stretch>
              </p:blipFill>
              <p:spPr>
                <a:xfrm>
                  <a:off x="10667990" y="6266182"/>
                  <a:ext cx="273600" cy="46551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18" name="Ink 217">
                  <a:extLst>
                    <a:ext uri="{FF2B5EF4-FFF2-40B4-BE49-F238E27FC236}">
                      <a16:creationId xmlns:a16="http://schemas.microsoft.com/office/drawing/2014/main" id="{3922DFD0-4DDB-548A-525E-7075D10A4904}"/>
                    </a:ext>
                  </a:extLst>
                </p14:cNvPr>
                <p14:cNvContentPartPr/>
                <p14:nvPr/>
              </p14:nvContentPartPr>
              <p14:xfrm>
                <a:off x="11652590" y="6287437"/>
                <a:ext cx="59040" cy="367560"/>
              </p14:xfrm>
            </p:contentPart>
          </mc:Choice>
          <mc:Fallback xmlns="">
            <p:pic>
              <p:nvPicPr>
                <p:cNvPr id="218" name="Ink 217">
                  <a:extLst>
                    <a:ext uri="{FF2B5EF4-FFF2-40B4-BE49-F238E27FC236}">
                      <a16:creationId xmlns:a16="http://schemas.microsoft.com/office/drawing/2014/main" id="{3922DFD0-4DDB-548A-525E-7075D10A4904}"/>
                    </a:ext>
                  </a:extLst>
                </p:cNvPr>
                <p:cNvPicPr/>
                <p:nvPr/>
              </p:nvPicPr>
              <p:blipFill>
                <a:blip r:embed="rId364"/>
                <a:stretch>
                  <a:fillRect/>
                </a:stretch>
              </p:blipFill>
              <p:spPr>
                <a:xfrm>
                  <a:off x="11634590" y="6269419"/>
                  <a:ext cx="94680" cy="403235"/>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19" name="Ink 218">
                  <a:extLst>
                    <a:ext uri="{FF2B5EF4-FFF2-40B4-BE49-F238E27FC236}">
                      <a16:creationId xmlns:a16="http://schemas.microsoft.com/office/drawing/2014/main" id="{C5A7E73D-0FA4-7545-5BF1-C2D04C1C2F18}"/>
                    </a:ext>
                  </a:extLst>
                </p14:cNvPr>
                <p14:cNvContentPartPr/>
                <p14:nvPr/>
              </p14:nvContentPartPr>
              <p14:xfrm>
                <a:off x="11824310" y="6183397"/>
                <a:ext cx="103680" cy="89640"/>
              </p14:xfrm>
            </p:contentPart>
          </mc:Choice>
          <mc:Fallback xmlns="">
            <p:pic>
              <p:nvPicPr>
                <p:cNvPr id="219" name="Ink 218">
                  <a:extLst>
                    <a:ext uri="{FF2B5EF4-FFF2-40B4-BE49-F238E27FC236}">
                      <a16:creationId xmlns:a16="http://schemas.microsoft.com/office/drawing/2014/main" id="{C5A7E73D-0FA4-7545-5BF1-C2D04C1C2F18}"/>
                    </a:ext>
                  </a:extLst>
                </p:cNvPr>
                <p:cNvPicPr/>
                <p:nvPr/>
              </p:nvPicPr>
              <p:blipFill>
                <a:blip r:embed="rId366"/>
                <a:stretch>
                  <a:fillRect/>
                </a:stretch>
              </p:blipFill>
              <p:spPr>
                <a:xfrm>
                  <a:off x="11806310" y="6165397"/>
                  <a:ext cx="139320" cy="125280"/>
                </a:xfrm>
                <a:prstGeom prst="rect">
                  <a:avLst/>
                </a:prstGeom>
              </p:spPr>
            </p:pic>
          </mc:Fallback>
        </mc:AlternateContent>
      </p:grpSp>
    </p:spTree>
    <p:extLst>
      <p:ext uri="{BB962C8B-B14F-4D97-AF65-F5344CB8AC3E}">
        <p14:creationId xmlns:p14="http://schemas.microsoft.com/office/powerpoint/2010/main" val="6408408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Power</a:t>
            </a:r>
            <a:r>
              <a:rPr spc="-70" dirty="0"/>
              <a:t> </a:t>
            </a:r>
            <a:r>
              <a:rPr dirty="0"/>
              <a:t>perspective</a:t>
            </a:r>
            <a:r>
              <a:rPr spc="-45" dirty="0"/>
              <a:t> </a:t>
            </a:r>
            <a:r>
              <a:rPr dirty="0"/>
              <a:t>of</a:t>
            </a:r>
            <a:r>
              <a:rPr spc="-45" dirty="0"/>
              <a:t> </a:t>
            </a:r>
            <a:r>
              <a:rPr dirty="0"/>
              <a:t>noise</a:t>
            </a:r>
            <a:r>
              <a:rPr spc="-30" dirty="0"/>
              <a:t> </a:t>
            </a:r>
            <a:r>
              <a:rPr spc="-10" dirty="0"/>
              <a:t>addition</a:t>
            </a:r>
          </a:p>
        </p:txBody>
      </p:sp>
      <p:pic>
        <p:nvPicPr>
          <p:cNvPr id="3" name="object 3"/>
          <p:cNvPicPr/>
          <p:nvPr/>
        </p:nvPicPr>
        <p:blipFill>
          <a:blip r:embed="rId2" cstate="print"/>
          <a:stretch>
            <a:fillRect/>
          </a:stretch>
        </p:blipFill>
        <p:spPr>
          <a:xfrm>
            <a:off x="2085025" y="1326018"/>
            <a:ext cx="6747267" cy="363595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8739" y="14986"/>
            <a:ext cx="10328275" cy="505267"/>
          </a:xfrm>
          <a:prstGeom prst="rect">
            <a:avLst/>
          </a:prstGeom>
        </p:spPr>
        <p:txBody>
          <a:bodyPr vert="horz" wrap="square" lIns="0" tIns="12700" rIns="0" bIns="0" rtlCol="0">
            <a:spAutoFit/>
          </a:bodyPr>
          <a:lstStyle/>
          <a:p>
            <a:pPr marL="12700">
              <a:lnSpc>
                <a:spcPct val="100000"/>
              </a:lnSpc>
              <a:spcBef>
                <a:spcPts val="100"/>
              </a:spcBef>
            </a:pPr>
            <a:r>
              <a:rPr dirty="0"/>
              <a:t>How</a:t>
            </a:r>
            <a:r>
              <a:rPr spc="-45" dirty="0"/>
              <a:t> </a:t>
            </a:r>
            <a:r>
              <a:rPr dirty="0"/>
              <a:t>do</a:t>
            </a:r>
            <a:r>
              <a:rPr spc="-25" dirty="0"/>
              <a:t> </a:t>
            </a:r>
            <a:r>
              <a:rPr dirty="0"/>
              <a:t>we</a:t>
            </a:r>
            <a:r>
              <a:rPr spc="-50" dirty="0"/>
              <a:t> </a:t>
            </a:r>
            <a:r>
              <a:rPr dirty="0"/>
              <a:t>calculate</a:t>
            </a:r>
            <a:r>
              <a:rPr spc="-25" dirty="0"/>
              <a:t> </a:t>
            </a:r>
            <a:r>
              <a:rPr lang="en-US" spc="-25" dirty="0">
                <a:latin typeface="Symbol"/>
                <a:cs typeface="Symbol"/>
              </a:rPr>
              <a:t>B</a:t>
            </a:r>
            <a:endParaRPr spc="-25" dirty="0"/>
          </a:p>
        </p:txBody>
      </p:sp>
      <p:pic>
        <p:nvPicPr>
          <p:cNvPr id="3" name="object 3"/>
          <p:cNvPicPr/>
          <p:nvPr/>
        </p:nvPicPr>
        <p:blipFill>
          <a:blip r:embed="rId2" cstate="print"/>
          <a:stretch>
            <a:fillRect/>
          </a:stretch>
        </p:blipFill>
        <p:spPr>
          <a:xfrm>
            <a:off x="1546794" y="1736969"/>
            <a:ext cx="7647679" cy="2450448"/>
          </a:xfrm>
          <a:prstGeom prst="rect">
            <a:avLst/>
          </a:prstGeom>
        </p:spPr>
      </p:pic>
      <p:sp>
        <p:nvSpPr>
          <p:cNvPr id="5" name="TextBox 4">
            <a:extLst>
              <a:ext uri="{FF2B5EF4-FFF2-40B4-BE49-F238E27FC236}">
                <a16:creationId xmlns:a16="http://schemas.microsoft.com/office/drawing/2014/main" id="{0AE27B1C-BA84-6D9E-50E7-F859B8584E1C}"/>
              </a:ext>
            </a:extLst>
          </p:cNvPr>
          <p:cNvSpPr txBox="1"/>
          <p:nvPr/>
        </p:nvSpPr>
        <p:spPr>
          <a:xfrm>
            <a:off x="4191000" y="1676400"/>
            <a:ext cx="609600" cy="369332"/>
          </a:xfrm>
          <a:prstGeom prst="rect">
            <a:avLst/>
          </a:prstGeom>
          <a:solidFill>
            <a:schemeClr val="bg1"/>
          </a:solidFill>
        </p:spPr>
        <p:txBody>
          <a:bodyPr wrap="square" rtlCol="0">
            <a:spAutoFit/>
          </a:bodyPr>
          <a:lstStyle/>
          <a:p>
            <a:pPr algn="ctr"/>
            <a:r>
              <a:rPr lang="en-US" dirty="0"/>
              <a:t>B</a:t>
            </a:r>
          </a:p>
        </p:txBody>
      </p:sp>
      <p:sp>
        <p:nvSpPr>
          <p:cNvPr id="7" name="TextBox 6">
            <a:extLst>
              <a:ext uri="{FF2B5EF4-FFF2-40B4-BE49-F238E27FC236}">
                <a16:creationId xmlns:a16="http://schemas.microsoft.com/office/drawing/2014/main" id="{CEBA34BB-6C96-8597-F58C-96DC7F4E7F1E}"/>
              </a:ext>
            </a:extLst>
          </p:cNvPr>
          <p:cNvSpPr txBox="1"/>
          <p:nvPr/>
        </p:nvSpPr>
        <p:spPr>
          <a:xfrm>
            <a:off x="2667000" y="2133600"/>
            <a:ext cx="279073" cy="381000"/>
          </a:xfrm>
          <a:prstGeom prst="rect">
            <a:avLst/>
          </a:prstGeom>
          <a:solidFill>
            <a:schemeClr val="bg1"/>
          </a:solidFill>
        </p:spPr>
        <p:txBody>
          <a:bodyPr wrap="square" rtlCol="0">
            <a:spAutoFit/>
          </a:bodyPr>
          <a:lstStyle/>
          <a:p>
            <a:pPr algn="ctr"/>
            <a:r>
              <a:rPr lang="en-US" dirty="0"/>
              <a:t>B</a:t>
            </a:r>
          </a:p>
        </p:txBody>
      </p:sp>
      <p:sp>
        <p:nvSpPr>
          <p:cNvPr id="8" name="TextBox 7">
            <a:extLst>
              <a:ext uri="{FF2B5EF4-FFF2-40B4-BE49-F238E27FC236}">
                <a16:creationId xmlns:a16="http://schemas.microsoft.com/office/drawing/2014/main" id="{A71B28AA-2AB7-BD2F-04C4-67518145D742}"/>
              </a:ext>
            </a:extLst>
          </p:cNvPr>
          <p:cNvSpPr txBox="1"/>
          <p:nvPr/>
        </p:nvSpPr>
        <p:spPr>
          <a:xfrm>
            <a:off x="4495800" y="2881448"/>
            <a:ext cx="381000" cy="381000"/>
          </a:xfrm>
          <a:prstGeom prst="rect">
            <a:avLst/>
          </a:prstGeom>
          <a:solidFill>
            <a:schemeClr val="bg1"/>
          </a:solidFill>
        </p:spPr>
        <p:txBody>
          <a:bodyPr wrap="square" rtlCol="0">
            <a:spAutoFit/>
          </a:bodyPr>
          <a:lstStyle/>
          <a:p>
            <a:pPr algn="ctr"/>
            <a:r>
              <a:rPr lang="en-US" dirty="0"/>
              <a:t>B</a:t>
            </a:r>
          </a:p>
        </p:txBody>
      </p:sp>
      <p:grpSp>
        <p:nvGrpSpPr>
          <p:cNvPr id="49" name="Group 48">
            <a:extLst>
              <a:ext uri="{FF2B5EF4-FFF2-40B4-BE49-F238E27FC236}">
                <a16:creationId xmlns:a16="http://schemas.microsoft.com/office/drawing/2014/main" id="{88F2DB7B-3F5F-5B85-DEEA-19EEE0C39A79}"/>
              </a:ext>
            </a:extLst>
          </p:cNvPr>
          <p:cNvGrpSpPr/>
          <p:nvPr/>
        </p:nvGrpSpPr>
        <p:grpSpPr>
          <a:xfrm>
            <a:off x="1270550" y="4625677"/>
            <a:ext cx="1010880" cy="368280"/>
            <a:chOff x="1270550" y="4625677"/>
            <a:chExt cx="1010880" cy="36828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A487EF5F-4771-7469-0528-60B9246A8F41}"/>
                    </a:ext>
                  </a:extLst>
                </p14:cNvPr>
                <p14:cNvContentPartPr/>
                <p14:nvPr/>
              </p14:nvContentPartPr>
              <p14:xfrm>
                <a:off x="1270550" y="4625677"/>
                <a:ext cx="245880" cy="368280"/>
              </p14:xfrm>
            </p:contentPart>
          </mc:Choice>
          <mc:Fallback xmlns="">
            <p:pic>
              <p:nvPicPr>
                <p:cNvPr id="4" name="Ink 3">
                  <a:extLst>
                    <a:ext uri="{FF2B5EF4-FFF2-40B4-BE49-F238E27FC236}">
                      <a16:creationId xmlns:a16="http://schemas.microsoft.com/office/drawing/2014/main" id="{A487EF5F-4771-7469-0528-60B9246A8F41}"/>
                    </a:ext>
                  </a:extLst>
                </p:cNvPr>
                <p:cNvPicPr/>
                <p:nvPr/>
              </p:nvPicPr>
              <p:blipFill>
                <a:blip r:embed="rId4"/>
                <a:stretch>
                  <a:fillRect/>
                </a:stretch>
              </p:blipFill>
              <p:spPr>
                <a:xfrm>
                  <a:off x="1252550" y="4608037"/>
                  <a:ext cx="281520" cy="403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E1952322-362E-7264-7138-D49CE2B8F31D}"/>
                    </a:ext>
                  </a:extLst>
                </p14:cNvPr>
                <p14:cNvContentPartPr/>
                <p14:nvPr/>
              </p14:nvContentPartPr>
              <p14:xfrm>
                <a:off x="1610750" y="4773997"/>
                <a:ext cx="75960" cy="159840"/>
              </p14:xfrm>
            </p:contentPart>
          </mc:Choice>
          <mc:Fallback xmlns="">
            <p:pic>
              <p:nvPicPr>
                <p:cNvPr id="6" name="Ink 5">
                  <a:extLst>
                    <a:ext uri="{FF2B5EF4-FFF2-40B4-BE49-F238E27FC236}">
                      <a16:creationId xmlns:a16="http://schemas.microsoft.com/office/drawing/2014/main" id="{E1952322-362E-7264-7138-D49CE2B8F31D}"/>
                    </a:ext>
                  </a:extLst>
                </p:cNvPr>
                <p:cNvPicPr/>
                <p:nvPr/>
              </p:nvPicPr>
              <p:blipFill>
                <a:blip r:embed="rId6"/>
                <a:stretch>
                  <a:fillRect/>
                </a:stretch>
              </p:blipFill>
              <p:spPr>
                <a:xfrm>
                  <a:off x="1592750" y="4756357"/>
                  <a:ext cx="11160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A202FEFF-79F9-2F2B-5B2E-C6B28CD97711}"/>
                    </a:ext>
                  </a:extLst>
                </p14:cNvPr>
                <p14:cNvContentPartPr/>
                <p14:nvPr/>
              </p14:nvContentPartPr>
              <p14:xfrm>
                <a:off x="1783190" y="4721437"/>
                <a:ext cx="14400" cy="148680"/>
              </p14:xfrm>
            </p:contentPart>
          </mc:Choice>
          <mc:Fallback xmlns="">
            <p:pic>
              <p:nvPicPr>
                <p:cNvPr id="9" name="Ink 8">
                  <a:extLst>
                    <a:ext uri="{FF2B5EF4-FFF2-40B4-BE49-F238E27FC236}">
                      <a16:creationId xmlns:a16="http://schemas.microsoft.com/office/drawing/2014/main" id="{A202FEFF-79F9-2F2B-5B2E-C6B28CD97711}"/>
                    </a:ext>
                  </a:extLst>
                </p:cNvPr>
                <p:cNvPicPr/>
                <p:nvPr/>
              </p:nvPicPr>
              <p:blipFill>
                <a:blip r:embed="rId8"/>
                <a:stretch>
                  <a:fillRect/>
                </a:stretch>
              </p:blipFill>
              <p:spPr>
                <a:xfrm>
                  <a:off x="1765190" y="4703437"/>
                  <a:ext cx="5004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BA6C50C-7044-DD2B-0157-7636C370EDD8}"/>
                    </a:ext>
                  </a:extLst>
                </p14:cNvPr>
                <p14:cNvContentPartPr/>
                <p14:nvPr/>
              </p14:nvContentPartPr>
              <p14:xfrm>
                <a:off x="1794350" y="4699477"/>
                <a:ext cx="179280" cy="130680"/>
              </p14:xfrm>
            </p:contentPart>
          </mc:Choice>
          <mc:Fallback xmlns="">
            <p:pic>
              <p:nvPicPr>
                <p:cNvPr id="10" name="Ink 9">
                  <a:extLst>
                    <a:ext uri="{FF2B5EF4-FFF2-40B4-BE49-F238E27FC236}">
                      <a16:creationId xmlns:a16="http://schemas.microsoft.com/office/drawing/2014/main" id="{6BA6C50C-7044-DD2B-0157-7636C370EDD8}"/>
                    </a:ext>
                  </a:extLst>
                </p:cNvPr>
                <p:cNvPicPr/>
                <p:nvPr/>
              </p:nvPicPr>
              <p:blipFill>
                <a:blip r:embed="rId10"/>
                <a:stretch>
                  <a:fillRect/>
                </a:stretch>
              </p:blipFill>
              <p:spPr>
                <a:xfrm>
                  <a:off x="1776710" y="4681837"/>
                  <a:ext cx="21492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7D547EBE-BD92-1F8D-B213-6F786200DAC4}"/>
                    </a:ext>
                  </a:extLst>
                </p14:cNvPr>
                <p14:cNvContentPartPr/>
                <p14:nvPr/>
              </p14:nvContentPartPr>
              <p14:xfrm>
                <a:off x="2042390" y="4708477"/>
                <a:ext cx="45000" cy="143280"/>
              </p14:xfrm>
            </p:contentPart>
          </mc:Choice>
          <mc:Fallback xmlns="">
            <p:pic>
              <p:nvPicPr>
                <p:cNvPr id="11" name="Ink 10">
                  <a:extLst>
                    <a:ext uri="{FF2B5EF4-FFF2-40B4-BE49-F238E27FC236}">
                      <a16:creationId xmlns:a16="http://schemas.microsoft.com/office/drawing/2014/main" id="{7D547EBE-BD92-1F8D-B213-6F786200DAC4}"/>
                    </a:ext>
                  </a:extLst>
                </p:cNvPr>
                <p:cNvPicPr/>
                <p:nvPr/>
              </p:nvPicPr>
              <p:blipFill>
                <a:blip r:embed="rId12"/>
                <a:stretch>
                  <a:fillRect/>
                </a:stretch>
              </p:blipFill>
              <p:spPr>
                <a:xfrm>
                  <a:off x="2024750" y="4690477"/>
                  <a:ext cx="8064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0DBD543E-4C4C-6A12-0602-EA064B8E3E07}"/>
                    </a:ext>
                  </a:extLst>
                </p14:cNvPr>
                <p14:cNvContentPartPr/>
                <p14:nvPr/>
              </p14:nvContentPartPr>
              <p14:xfrm>
                <a:off x="2058590" y="4655917"/>
                <a:ext cx="222840" cy="111960"/>
              </p14:xfrm>
            </p:contentPart>
          </mc:Choice>
          <mc:Fallback xmlns="">
            <p:pic>
              <p:nvPicPr>
                <p:cNvPr id="12" name="Ink 11">
                  <a:extLst>
                    <a:ext uri="{FF2B5EF4-FFF2-40B4-BE49-F238E27FC236}">
                      <a16:creationId xmlns:a16="http://schemas.microsoft.com/office/drawing/2014/main" id="{0DBD543E-4C4C-6A12-0602-EA064B8E3E07}"/>
                    </a:ext>
                  </a:extLst>
                </p:cNvPr>
                <p:cNvPicPr/>
                <p:nvPr/>
              </p:nvPicPr>
              <p:blipFill>
                <a:blip r:embed="rId14"/>
                <a:stretch>
                  <a:fillRect/>
                </a:stretch>
              </p:blipFill>
              <p:spPr>
                <a:xfrm>
                  <a:off x="2040950" y="4637917"/>
                  <a:ext cx="258480" cy="147600"/>
                </a:xfrm>
                <a:prstGeom prst="rect">
                  <a:avLst/>
                </a:prstGeom>
              </p:spPr>
            </p:pic>
          </mc:Fallback>
        </mc:AlternateContent>
      </p:grpSp>
      <p:grpSp>
        <p:nvGrpSpPr>
          <p:cNvPr id="48" name="Group 47">
            <a:extLst>
              <a:ext uri="{FF2B5EF4-FFF2-40B4-BE49-F238E27FC236}">
                <a16:creationId xmlns:a16="http://schemas.microsoft.com/office/drawing/2014/main" id="{A4E2B5C2-30EF-95EC-E952-94F56A2F21E4}"/>
              </a:ext>
            </a:extLst>
          </p:cNvPr>
          <p:cNvGrpSpPr/>
          <p:nvPr/>
        </p:nvGrpSpPr>
        <p:grpSpPr>
          <a:xfrm>
            <a:off x="2699030" y="4517677"/>
            <a:ext cx="1448280" cy="349200"/>
            <a:chOff x="2699030" y="4517677"/>
            <a:chExt cx="1448280" cy="349200"/>
          </a:xfrm>
        </p:grpSpPr>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F75961EA-68C1-AB37-6F04-0A9C879E47C3}"/>
                    </a:ext>
                  </a:extLst>
                </p14:cNvPr>
                <p14:cNvContentPartPr/>
                <p14:nvPr/>
              </p14:nvContentPartPr>
              <p14:xfrm>
                <a:off x="2699030" y="4517677"/>
                <a:ext cx="142920" cy="316080"/>
              </p14:xfrm>
            </p:contentPart>
          </mc:Choice>
          <mc:Fallback xmlns="">
            <p:pic>
              <p:nvPicPr>
                <p:cNvPr id="13" name="Ink 12">
                  <a:extLst>
                    <a:ext uri="{FF2B5EF4-FFF2-40B4-BE49-F238E27FC236}">
                      <a16:creationId xmlns:a16="http://schemas.microsoft.com/office/drawing/2014/main" id="{F75961EA-68C1-AB37-6F04-0A9C879E47C3}"/>
                    </a:ext>
                  </a:extLst>
                </p:cNvPr>
                <p:cNvPicPr/>
                <p:nvPr/>
              </p:nvPicPr>
              <p:blipFill>
                <a:blip r:embed="rId16"/>
                <a:stretch>
                  <a:fillRect/>
                </a:stretch>
              </p:blipFill>
              <p:spPr>
                <a:xfrm>
                  <a:off x="2681030" y="4499677"/>
                  <a:ext cx="178560" cy="351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9332675D-D72F-9F8D-6134-1518694E9024}"/>
                    </a:ext>
                  </a:extLst>
                </p14:cNvPr>
                <p14:cNvContentPartPr/>
                <p14:nvPr/>
              </p14:nvContentPartPr>
              <p14:xfrm>
                <a:off x="2922230" y="4595797"/>
                <a:ext cx="127080" cy="136800"/>
              </p14:xfrm>
            </p:contentPart>
          </mc:Choice>
          <mc:Fallback xmlns="">
            <p:pic>
              <p:nvPicPr>
                <p:cNvPr id="14" name="Ink 13">
                  <a:extLst>
                    <a:ext uri="{FF2B5EF4-FFF2-40B4-BE49-F238E27FC236}">
                      <a16:creationId xmlns:a16="http://schemas.microsoft.com/office/drawing/2014/main" id="{9332675D-D72F-9F8D-6134-1518694E9024}"/>
                    </a:ext>
                  </a:extLst>
                </p:cNvPr>
                <p:cNvPicPr/>
                <p:nvPr/>
              </p:nvPicPr>
              <p:blipFill>
                <a:blip r:embed="rId18"/>
                <a:stretch>
                  <a:fillRect/>
                </a:stretch>
              </p:blipFill>
              <p:spPr>
                <a:xfrm>
                  <a:off x="2904230" y="4577797"/>
                  <a:ext cx="16272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19974073-974A-F71C-2BE2-62BB4DE5133B}"/>
                    </a:ext>
                  </a:extLst>
                </p14:cNvPr>
                <p14:cNvContentPartPr/>
                <p14:nvPr/>
              </p14:nvContentPartPr>
              <p14:xfrm>
                <a:off x="3039230" y="4703797"/>
                <a:ext cx="3960" cy="163080"/>
              </p14:xfrm>
            </p:contentPart>
          </mc:Choice>
          <mc:Fallback xmlns="">
            <p:pic>
              <p:nvPicPr>
                <p:cNvPr id="15" name="Ink 14">
                  <a:extLst>
                    <a:ext uri="{FF2B5EF4-FFF2-40B4-BE49-F238E27FC236}">
                      <a16:creationId xmlns:a16="http://schemas.microsoft.com/office/drawing/2014/main" id="{19974073-974A-F71C-2BE2-62BB4DE5133B}"/>
                    </a:ext>
                  </a:extLst>
                </p:cNvPr>
                <p:cNvPicPr/>
                <p:nvPr/>
              </p:nvPicPr>
              <p:blipFill>
                <a:blip r:embed="rId20"/>
                <a:stretch>
                  <a:fillRect/>
                </a:stretch>
              </p:blipFill>
              <p:spPr>
                <a:xfrm>
                  <a:off x="3021590" y="4685797"/>
                  <a:ext cx="396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785E5214-03F6-12AC-114D-9D9357F42716}"/>
                    </a:ext>
                  </a:extLst>
                </p14:cNvPr>
                <p14:cNvContentPartPr/>
                <p14:nvPr/>
              </p14:nvContentPartPr>
              <p14:xfrm>
                <a:off x="3192590" y="4650877"/>
                <a:ext cx="70200" cy="195120"/>
              </p14:xfrm>
            </p:contentPart>
          </mc:Choice>
          <mc:Fallback xmlns="">
            <p:pic>
              <p:nvPicPr>
                <p:cNvPr id="16" name="Ink 15">
                  <a:extLst>
                    <a:ext uri="{FF2B5EF4-FFF2-40B4-BE49-F238E27FC236}">
                      <a16:creationId xmlns:a16="http://schemas.microsoft.com/office/drawing/2014/main" id="{785E5214-03F6-12AC-114D-9D9357F42716}"/>
                    </a:ext>
                  </a:extLst>
                </p:cNvPr>
                <p:cNvPicPr/>
                <p:nvPr/>
              </p:nvPicPr>
              <p:blipFill>
                <a:blip r:embed="rId22"/>
                <a:stretch>
                  <a:fillRect/>
                </a:stretch>
              </p:blipFill>
              <p:spPr>
                <a:xfrm>
                  <a:off x="3174950" y="4633237"/>
                  <a:ext cx="10584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D7494445-D810-BC33-4024-E8C42B194934}"/>
                    </a:ext>
                  </a:extLst>
                </p14:cNvPr>
                <p14:cNvContentPartPr/>
                <p14:nvPr/>
              </p14:nvContentPartPr>
              <p14:xfrm>
                <a:off x="3356030" y="4642957"/>
                <a:ext cx="149760" cy="46080"/>
              </p14:xfrm>
            </p:contentPart>
          </mc:Choice>
          <mc:Fallback xmlns="">
            <p:pic>
              <p:nvPicPr>
                <p:cNvPr id="17" name="Ink 16">
                  <a:extLst>
                    <a:ext uri="{FF2B5EF4-FFF2-40B4-BE49-F238E27FC236}">
                      <a16:creationId xmlns:a16="http://schemas.microsoft.com/office/drawing/2014/main" id="{D7494445-D810-BC33-4024-E8C42B194934}"/>
                    </a:ext>
                  </a:extLst>
                </p:cNvPr>
                <p:cNvPicPr/>
                <p:nvPr/>
              </p:nvPicPr>
              <p:blipFill>
                <a:blip r:embed="rId24"/>
                <a:stretch>
                  <a:fillRect/>
                </a:stretch>
              </p:blipFill>
              <p:spPr>
                <a:xfrm>
                  <a:off x="3338030" y="4625317"/>
                  <a:ext cx="18540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3DE6A2BB-A598-B935-A094-2F3D4EEB70ED}"/>
                    </a:ext>
                  </a:extLst>
                </p14:cNvPr>
                <p14:cNvContentPartPr/>
                <p14:nvPr/>
              </p14:nvContentPartPr>
              <p14:xfrm>
                <a:off x="3426950" y="4689397"/>
                <a:ext cx="16920" cy="130320"/>
              </p14:xfrm>
            </p:contentPart>
          </mc:Choice>
          <mc:Fallback xmlns="">
            <p:pic>
              <p:nvPicPr>
                <p:cNvPr id="18" name="Ink 17">
                  <a:extLst>
                    <a:ext uri="{FF2B5EF4-FFF2-40B4-BE49-F238E27FC236}">
                      <a16:creationId xmlns:a16="http://schemas.microsoft.com/office/drawing/2014/main" id="{3DE6A2BB-A598-B935-A094-2F3D4EEB70ED}"/>
                    </a:ext>
                  </a:extLst>
                </p:cNvPr>
                <p:cNvPicPr/>
                <p:nvPr/>
              </p:nvPicPr>
              <p:blipFill>
                <a:blip r:embed="rId26"/>
                <a:stretch>
                  <a:fillRect/>
                </a:stretch>
              </p:blipFill>
              <p:spPr>
                <a:xfrm>
                  <a:off x="3408950" y="4671397"/>
                  <a:ext cx="525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Ink 18">
                  <a:extLst>
                    <a:ext uri="{FF2B5EF4-FFF2-40B4-BE49-F238E27FC236}">
                      <a16:creationId xmlns:a16="http://schemas.microsoft.com/office/drawing/2014/main" id="{179F66AE-A41A-6E16-1362-6F48F26E9809}"/>
                    </a:ext>
                  </a:extLst>
                </p14:cNvPr>
                <p14:cNvContentPartPr/>
                <p14:nvPr/>
              </p14:nvContentPartPr>
              <p14:xfrm>
                <a:off x="3606230" y="4644757"/>
                <a:ext cx="17640" cy="193320"/>
              </p14:xfrm>
            </p:contentPart>
          </mc:Choice>
          <mc:Fallback xmlns="">
            <p:pic>
              <p:nvPicPr>
                <p:cNvPr id="19" name="Ink 18">
                  <a:extLst>
                    <a:ext uri="{FF2B5EF4-FFF2-40B4-BE49-F238E27FC236}">
                      <a16:creationId xmlns:a16="http://schemas.microsoft.com/office/drawing/2014/main" id="{179F66AE-A41A-6E16-1362-6F48F26E9809}"/>
                    </a:ext>
                  </a:extLst>
                </p:cNvPr>
                <p:cNvPicPr/>
                <p:nvPr/>
              </p:nvPicPr>
              <p:blipFill>
                <a:blip r:embed="rId28"/>
                <a:stretch>
                  <a:fillRect/>
                </a:stretch>
              </p:blipFill>
              <p:spPr>
                <a:xfrm>
                  <a:off x="3588590" y="4626757"/>
                  <a:ext cx="5328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Ink 19">
                  <a:extLst>
                    <a:ext uri="{FF2B5EF4-FFF2-40B4-BE49-F238E27FC236}">
                      <a16:creationId xmlns:a16="http://schemas.microsoft.com/office/drawing/2014/main" id="{4D8F22C4-F737-B8A5-01ED-57EA4BAD09EB}"/>
                    </a:ext>
                  </a:extLst>
                </p14:cNvPr>
                <p14:cNvContentPartPr/>
                <p14:nvPr/>
              </p14:nvContentPartPr>
              <p14:xfrm>
                <a:off x="3624950" y="4605157"/>
                <a:ext cx="97200" cy="64440"/>
              </p14:xfrm>
            </p:contentPart>
          </mc:Choice>
          <mc:Fallback xmlns="">
            <p:pic>
              <p:nvPicPr>
                <p:cNvPr id="20" name="Ink 19">
                  <a:extLst>
                    <a:ext uri="{FF2B5EF4-FFF2-40B4-BE49-F238E27FC236}">
                      <a16:creationId xmlns:a16="http://schemas.microsoft.com/office/drawing/2014/main" id="{4D8F22C4-F737-B8A5-01ED-57EA4BAD09EB}"/>
                    </a:ext>
                  </a:extLst>
                </p:cNvPr>
                <p:cNvPicPr/>
                <p:nvPr/>
              </p:nvPicPr>
              <p:blipFill>
                <a:blip r:embed="rId30"/>
                <a:stretch>
                  <a:fillRect/>
                </a:stretch>
              </p:blipFill>
              <p:spPr>
                <a:xfrm>
                  <a:off x="3607310" y="4587517"/>
                  <a:ext cx="13284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Ink 20">
                  <a:extLst>
                    <a:ext uri="{FF2B5EF4-FFF2-40B4-BE49-F238E27FC236}">
                      <a16:creationId xmlns:a16="http://schemas.microsoft.com/office/drawing/2014/main" id="{4A40FA71-DB65-2370-C582-61ECEB4650A7}"/>
                    </a:ext>
                  </a:extLst>
                </p14:cNvPr>
                <p14:cNvContentPartPr/>
                <p14:nvPr/>
              </p14:nvContentPartPr>
              <p14:xfrm>
                <a:off x="3663830" y="4705237"/>
                <a:ext cx="56880" cy="34200"/>
              </p14:xfrm>
            </p:contentPart>
          </mc:Choice>
          <mc:Fallback xmlns="">
            <p:pic>
              <p:nvPicPr>
                <p:cNvPr id="21" name="Ink 20">
                  <a:extLst>
                    <a:ext uri="{FF2B5EF4-FFF2-40B4-BE49-F238E27FC236}">
                      <a16:creationId xmlns:a16="http://schemas.microsoft.com/office/drawing/2014/main" id="{4A40FA71-DB65-2370-C582-61ECEB4650A7}"/>
                    </a:ext>
                  </a:extLst>
                </p:cNvPr>
                <p:cNvPicPr/>
                <p:nvPr/>
              </p:nvPicPr>
              <p:blipFill>
                <a:blip r:embed="rId32"/>
                <a:stretch>
                  <a:fillRect/>
                </a:stretch>
              </p:blipFill>
              <p:spPr>
                <a:xfrm>
                  <a:off x="3646190" y="4687237"/>
                  <a:ext cx="9252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Ink 21">
                  <a:extLst>
                    <a:ext uri="{FF2B5EF4-FFF2-40B4-BE49-F238E27FC236}">
                      <a16:creationId xmlns:a16="http://schemas.microsoft.com/office/drawing/2014/main" id="{3140E730-058A-AB11-42CA-4AEED55B7BCC}"/>
                    </a:ext>
                  </a:extLst>
                </p14:cNvPr>
                <p14:cNvContentPartPr/>
                <p14:nvPr/>
              </p14:nvContentPartPr>
              <p14:xfrm>
                <a:off x="3678950" y="4788397"/>
                <a:ext cx="80280" cy="30240"/>
              </p14:xfrm>
            </p:contentPart>
          </mc:Choice>
          <mc:Fallback xmlns="">
            <p:pic>
              <p:nvPicPr>
                <p:cNvPr id="22" name="Ink 21">
                  <a:extLst>
                    <a:ext uri="{FF2B5EF4-FFF2-40B4-BE49-F238E27FC236}">
                      <a16:creationId xmlns:a16="http://schemas.microsoft.com/office/drawing/2014/main" id="{3140E730-058A-AB11-42CA-4AEED55B7BCC}"/>
                    </a:ext>
                  </a:extLst>
                </p:cNvPr>
                <p:cNvPicPr/>
                <p:nvPr/>
              </p:nvPicPr>
              <p:blipFill>
                <a:blip r:embed="rId34"/>
                <a:stretch>
                  <a:fillRect/>
                </a:stretch>
              </p:blipFill>
              <p:spPr>
                <a:xfrm>
                  <a:off x="3660950" y="4770397"/>
                  <a:ext cx="11592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DA9F5DE8-137E-91E0-409A-22ABE646B0B8}"/>
                    </a:ext>
                  </a:extLst>
                </p14:cNvPr>
                <p14:cNvContentPartPr/>
                <p14:nvPr/>
              </p14:nvContentPartPr>
              <p14:xfrm>
                <a:off x="3894950" y="4624597"/>
                <a:ext cx="21960" cy="203040"/>
              </p14:xfrm>
            </p:contentPart>
          </mc:Choice>
          <mc:Fallback xmlns="">
            <p:pic>
              <p:nvPicPr>
                <p:cNvPr id="23" name="Ink 22">
                  <a:extLst>
                    <a:ext uri="{FF2B5EF4-FFF2-40B4-BE49-F238E27FC236}">
                      <a16:creationId xmlns:a16="http://schemas.microsoft.com/office/drawing/2014/main" id="{DA9F5DE8-137E-91E0-409A-22ABE646B0B8}"/>
                    </a:ext>
                  </a:extLst>
                </p:cNvPr>
                <p:cNvPicPr/>
                <p:nvPr/>
              </p:nvPicPr>
              <p:blipFill>
                <a:blip r:embed="rId36"/>
                <a:stretch>
                  <a:fillRect/>
                </a:stretch>
              </p:blipFill>
              <p:spPr>
                <a:xfrm>
                  <a:off x="3876950" y="4606597"/>
                  <a:ext cx="5760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A8DAD75C-87E7-AC85-9099-31D37EBF94EE}"/>
                    </a:ext>
                  </a:extLst>
                </p14:cNvPr>
                <p14:cNvContentPartPr/>
                <p14:nvPr/>
              </p14:nvContentPartPr>
              <p14:xfrm>
                <a:off x="3884150" y="4601917"/>
                <a:ext cx="263160" cy="156600"/>
              </p14:xfrm>
            </p:contentPart>
          </mc:Choice>
          <mc:Fallback xmlns="">
            <p:pic>
              <p:nvPicPr>
                <p:cNvPr id="24" name="Ink 23">
                  <a:extLst>
                    <a:ext uri="{FF2B5EF4-FFF2-40B4-BE49-F238E27FC236}">
                      <a16:creationId xmlns:a16="http://schemas.microsoft.com/office/drawing/2014/main" id="{A8DAD75C-87E7-AC85-9099-31D37EBF94EE}"/>
                    </a:ext>
                  </a:extLst>
                </p:cNvPr>
                <p:cNvPicPr/>
                <p:nvPr/>
              </p:nvPicPr>
              <p:blipFill>
                <a:blip r:embed="rId38"/>
                <a:stretch>
                  <a:fillRect/>
                </a:stretch>
              </p:blipFill>
              <p:spPr>
                <a:xfrm>
                  <a:off x="3866150" y="4583917"/>
                  <a:ext cx="298800" cy="192240"/>
                </a:xfrm>
                <a:prstGeom prst="rect">
                  <a:avLst/>
                </a:prstGeom>
              </p:spPr>
            </p:pic>
          </mc:Fallback>
        </mc:AlternateContent>
      </p:grpSp>
      <p:grpSp>
        <p:nvGrpSpPr>
          <p:cNvPr id="47" name="Group 46">
            <a:extLst>
              <a:ext uri="{FF2B5EF4-FFF2-40B4-BE49-F238E27FC236}">
                <a16:creationId xmlns:a16="http://schemas.microsoft.com/office/drawing/2014/main" id="{26670034-25AD-3969-537B-D4CC91A792D4}"/>
              </a:ext>
            </a:extLst>
          </p:cNvPr>
          <p:cNvGrpSpPr/>
          <p:nvPr/>
        </p:nvGrpSpPr>
        <p:grpSpPr>
          <a:xfrm>
            <a:off x="4534670" y="4490317"/>
            <a:ext cx="470520" cy="246600"/>
            <a:chOff x="4534670" y="4490317"/>
            <a:chExt cx="470520" cy="246600"/>
          </a:xfrm>
        </p:grpSpPr>
        <mc:AlternateContent xmlns:mc="http://schemas.openxmlformats.org/markup-compatibility/2006" xmlns:p14="http://schemas.microsoft.com/office/powerpoint/2010/main">
          <mc:Choice Requires="p14">
            <p:contentPart p14:bwMode="auto" r:id="rId39">
              <p14:nvContentPartPr>
                <p14:cNvPr id="25" name="Ink 24">
                  <a:extLst>
                    <a:ext uri="{FF2B5EF4-FFF2-40B4-BE49-F238E27FC236}">
                      <a16:creationId xmlns:a16="http://schemas.microsoft.com/office/drawing/2014/main" id="{E423C8C7-4AC1-D925-E5EA-12F3A6C126F6}"/>
                    </a:ext>
                  </a:extLst>
                </p14:cNvPr>
                <p14:cNvContentPartPr/>
                <p14:nvPr/>
              </p14:nvContentPartPr>
              <p14:xfrm>
                <a:off x="4534670" y="4592557"/>
                <a:ext cx="452520" cy="58320"/>
              </p14:xfrm>
            </p:contentPart>
          </mc:Choice>
          <mc:Fallback xmlns="">
            <p:pic>
              <p:nvPicPr>
                <p:cNvPr id="25" name="Ink 24">
                  <a:extLst>
                    <a:ext uri="{FF2B5EF4-FFF2-40B4-BE49-F238E27FC236}">
                      <a16:creationId xmlns:a16="http://schemas.microsoft.com/office/drawing/2014/main" id="{E423C8C7-4AC1-D925-E5EA-12F3A6C126F6}"/>
                    </a:ext>
                  </a:extLst>
                </p:cNvPr>
                <p:cNvPicPr/>
                <p:nvPr/>
              </p:nvPicPr>
              <p:blipFill>
                <a:blip r:embed="rId40"/>
                <a:stretch>
                  <a:fillRect/>
                </a:stretch>
              </p:blipFill>
              <p:spPr>
                <a:xfrm>
                  <a:off x="4517030" y="4574557"/>
                  <a:ext cx="48816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 name="Ink 25">
                  <a:extLst>
                    <a:ext uri="{FF2B5EF4-FFF2-40B4-BE49-F238E27FC236}">
                      <a16:creationId xmlns:a16="http://schemas.microsoft.com/office/drawing/2014/main" id="{F3F134B0-B4A1-8E0D-8EBA-812216B6958F}"/>
                    </a:ext>
                  </a:extLst>
                </p14:cNvPr>
                <p14:cNvContentPartPr/>
                <p14:nvPr/>
              </p14:nvContentPartPr>
              <p14:xfrm>
                <a:off x="4843910" y="4490317"/>
                <a:ext cx="161280" cy="246600"/>
              </p14:xfrm>
            </p:contentPart>
          </mc:Choice>
          <mc:Fallback xmlns="">
            <p:pic>
              <p:nvPicPr>
                <p:cNvPr id="26" name="Ink 25">
                  <a:extLst>
                    <a:ext uri="{FF2B5EF4-FFF2-40B4-BE49-F238E27FC236}">
                      <a16:creationId xmlns:a16="http://schemas.microsoft.com/office/drawing/2014/main" id="{F3F134B0-B4A1-8E0D-8EBA-812216B6958F}"/>
                    </a:ext>
                  </a:extLst>
                </p:cNvPr>
                <p:cNvPicPr/>
                <p:nvPr/>
              </p:nvPicPr>
              <p:blipFill>
                <a:blip r:embed="rId42"/>
                <a:stretch>
                  <a:fillRect/>
                </a:stretch>
              </p:blipFill>
              <p:spPr>
                <a:xfrm>
                  <a:off x="4825910" y="4472317"/>
                  <a:ext cx="196920" cy="282240"/>
                </a:xfrm>
                <a:prstGeom prst="rect">
                  <a:avLst/>
                </a:prstGeom>
              </p:spPr>
            </p:pic>
          </mc:Fallback>
        </mc:AlternateContent>
      </p:grpSp>
      <p:grpSp>
        <p:nvGrpSpPr>
          <p:cNvPr id="46" name="Group 45">
            <a:extLst>
              <a:ext uri="{FF2B5EF4-FFF2-40B4-BE49-F238E27FC236}">
                <a16:creationId xmlns:a16="http://schemas.microsoft.com/office/drawing/2014/main" id="{B526A1B7-AAAA-9895-FDF2-02D534A2DE48}"/>
              </a:ext>
            </a:extLst>
          </p:cNvPr>
          <p:cNvGrpSpPr/>
          <p:nvPr/>
        </p:nvGrpSpPr>
        <p:grpSpPr>
          <a:xfrm>
            <a:off x="5330990" y="4374757"/>
            <a:ext cx="1473120" cy="457920"/>
            <a:chOff x="5330990" y="4374757"/>
            <a:chExt cx="1473120" cy="457920"/>
          </a:xfrm>
        </p:grpSpPr>
        <mc:AlternateContent xmlns:mc="http://schemas.openxmlformats.org/markup-compatibility/2006" xmlns:p14="http://schemas.microsoft.com/office/powerpoint/2010/main">
          <mc:Choice Requires="p14">
            <p:contentPart p14:bwMode="auto" r:id="rId43">
              <p14:nvContentPartPr>
                <p14:cNvPr id="27" name="Ink 26">
                  <a:extLst>
                    <a:ext uri="{FF2B5EF4-FFF2-40B4-BE49-F238E27FC236}">
                      <a16:creationId xmlns:a16="http://schemas.microsoft.com/office/drawing/2014/main" id="{EC02C7FB-3050-307A-0065-7D59FF13D636}"/>
                    </a:ext>
                  </a:extLst>
                </p14:cNvPr>
                <p14:cNvContentPartPr/>
                <p14:nvPr/>
              </p14:nvContentPartPr>
              <p14:xfrm>
                <a:off x="5330990" y="4519837"/>
                <a:ext cx="66600" cy="312840"/>
              </p14:xfrm>
            </p:contentPart>
          </mc:Choice>
          <mc:Fallback xmlns="">
            <p:pic>
              <p:nvPicPr>
                <p:cNvPr id="27" name="Ink 26">
                  <a:extLst>
                    <a:ext uri="{FF2B5EF4-FFF2-40B4-BE49-F238E27FC236}">
                      <a16:creationId xmlns:a16="http://schemas.microsoft.com/office/drawing/2014/main" id="{EC02C7FB-3050-307A-0065-7D59FF13D636}"/>
                    </a:ext>
                  </a:extLst>
                </p:cNvPr>
                <p:cNvPicPr/>
                <p:nvPr/>
              </p:nvPicPr>
              <p:blipFill>
                <a:blip r:embed="rId44"/>
                <a:stretch>
                  <a:fillRect/>
                </a:stretch>
              </p:blipFill>
              <p:spPr>
                <a:xfrm>
                  <a:off x="5313350" y="4501837"/>
                  <a:ext cx="10224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8" name="Ink 27">
                  <a:extLst>
                    <a:ext uri="{FF2B5EF4-FFF2-40B4-BE49-F238E27FC236}">
                      <a16:creationId xmlns:a16="http://schemas.microsoft.com/office/drawing/2014/main" id="{9919C3CB-E1FD-C1C7-2BFD-D739082E1B64}"/>
                    </a:ext>
                  </a:extLst>
                </p14:cNvPr>
                <p14:cNvContentPartPr/>
                <p14:nvPr/>
              </p14:nvContentPartPr>
              <p14:xfrm>
                <a:off x="5531870" y="4466557"/>
                <a:ext cx="186120" cy="240840"/>
              </p14:xfrm>
            </p:contentPart>
          </mc:Choice>
          <mc:Fallback xmlns="">
            <p:pic>
              <p:nvPicPr>
                <p:cNvPr id="28" name="Ink 27">
                  <a:extLst>
                    <a:ext uri="{FF2B5EF4-FFF2-40B4-BE49-F238E27FC236}">
                      <a16:creationId xmlns:a16="http://schemas.microsoft.com/office/drawing/2014/main" id="{9919C3CB-E1FD-C1C7-2BFD-D739082E1B64}"/>
                    </a:ext>
                  </a:extLst>
                </p:cNvPr>
                <p:cNvPicPr/>
                <p:nvPr/>
              </p:nvPicPr>
              <p:blipFill>
                <a:blip r:embed="rId46"/>
                <a:stretch>
                  <a:fillRect/>
                </a:stretch>
              </p:blipFill>
              <p:spPr>
                <a:xfrm>
                  <a:off x="5513870" y="4448557"/>
                  <a:ext cx="22176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9" name="Ink 28">
                  <a:extLst>
                    <a:ext uri="{FF2B5EF4-FFF2-40B4-BE49-F238E27FC236}">
                      <a16:creationId xmlns:a16="http://schemas.microsoft.com/office/drawing/2014/main" id="{FE970F79-47DC-8C03-E0FC-3ACFD7C1548B}"/>
                    </a:ext>
                  </a:extLst>
                </p14:cNvPr>
                <p14:cNvContentPartPr/>
                <p14:nvPr/>
              </p14:nvContentPartPr>
              <p14:xfrm>
                <a:off x="5779190" y="4471957"/>
                <a:ext cx="159840" cy="155160"/>
              </p14:xfrm>
            </p:contentPart>
          </mc:Choice>
          <mc:Fallback xmlns="">
            <p:pic>
              <p:nvPicPr>
                <p:cNvPr id="29" name="Ink 28">
                  <a:extLst>
                    <a:ext uri="{FF2B5EF4-FFF2-40B4-BE49-F238E27FC236}">
                      <a16:creationId xmlns:a16="http://schemas.microsoft.com/office/drawing/2014/main" id="{FE970F79-47DC-8C03-E0FC-3ACFD7C1548B}"/>
                    </a:ext>
                  </a:extLst>
                </p:cNvPr>
                <p:cNvPicPr/>
                <p:nvPr/>
              </p:nvPicPr>
              <p:blipFill>
                <a:blip r:embed="rId48"/>
                <a:stretch>
                  <a:fillRect/>
                </a:stretch>
              </p:blipFill>
              <p:spPr>
                <a:xfrm>
                  <a:off x="5761190" y="4453957"/>
                  <a:ext cx="1954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 name="Ink 29">
                  <a:extLst>
                    <a:ext uri="{FF2B5EF4-FFF2-40B4-BE49-F238E27FC236}">
                      <a16:creationId xmlns:a16="http://schemas.microsoft.com/office/drawing/2014/main" id="{608C8B72-2238-6A69-3409-284A6E347BDB}"/>
                    </a:ext>
                  </a:extLst>
                </p14:cNvPr>
                <p14:cNvContentPartPr/>
                <p14:nvPr/>
              </p14:nvContentPartPr>
              <p14:xfrm>
                <a:off x="6067550" y="4374757"/>
                <a:ext cx="76680" cy="356760"/>
              </p14:xfrm>
            </p:contentPart>
          </mc:Choice>
          <mc:Fallback xmlns="">
            <p:pic>
              <p:nvPicPr>
                <p:cNvPr id="30" name="Ink 29">
                  <a:extLst>
                    <a:ext uri="{FF2B5EF4-FFF2-40B4-BE49-F238E27FC236}">
                      <a16:creationId xmlns:a16="http://schemas.microsoft.com/office/drawing/2014/main" id="{608C8B72-2238-6A69-3409-284A6E347BDB}"/>
                    </a:ext>
                  </a:extLst>
                </p:cNvPr>
                <p:cNvPicPr/>
                <p:nvPr/>
              </p:nvPicPr>
              <p:blipFill>
                <a:blip r:embed="rId50"/>
                <a:stretch>
                  <a:fillRect/>
                </a:stretch>
              </p:blipFill>
              <p:spPr>
                <a:xfrm>
                  <a:off x="6049550" y="4357117"/>
                  <a:ext cx="112320" cy="3924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1" name="Ink 30">
                  <a:extLst>
                    <a:ext uri="{FF2B5EF4-FFF2-40B4-BE49-F238E27FC236}">
                      <a16:creationId xmlns:a16="http://schemas.microsoft.com/office/drawing/2014/main" id="{63803593-2AC8-3006-209A-192A9F9D0127}"/>
                    </a:ext>
                  </a:extLst>
                </p14:cNvPr>
                <p14:cNvContentPartPr/>
                <p14:nvPr/>
              </p14:nvContentPartPr>
              <p14:xfrm>
                <a:off x="6194990" y="4414717"/>
                <a:ext cx="43560" cy="207360"/>
              </p14:xfrm>
            </p:contentPart>
          </mc:Choice>
          <mc:Fallback xmlns="">
            <p:pic>
              <p:nvPicPr>
                <p:cNvPr id="31" name="Ink 30">
                  <a:extLst>
                    <a:ext uri="{FF2B5EF4-FFF2-40B4-BE49-F238E27FC236}">
                      <a16:creationId xmlns:a16="http://schemas.microsoft.com/office/drawing/2014/main" id="{63803593-2AC8-3006-209A-192A9F9D0127}"/>
                    </a:ext>
                  </a:extLst>
                </p:cNvPr>
                <p:cNvPicPr/>
                <p:nvPr/>
              </p:nvPicPr>
              <p:blipFill>
                <a:blip r:embed="rId52"/>
                <a:stretch>
                  <a:fillRect/>
                </a:stretch>
              </p:blipFill>
              <p:spPr>
                <a:xfrm>
                  <a:off x="6176990" y="4396717"/>
                  <a:ext cx="7920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 name="Ink 31">
                  <a:extLst>
                    <a:ext uri="{FF2B5EF4-FFF2-40B4-BE49-F238E27FC236}">
                      <a16:creationId xmlns:a16="http://schemas.microsoft.com/office/drawing/2014/main" id="{42D54C01-7F2D-CDFF-9F0D-0D770D85CC05}"/>
                    </a:ext>
                  </a:extLst>
                </p14:cNvPr>
                <p14:cNvContentPartPr/>
                <p14:nvPr/>
              </p14:nvContentPartPr>
              <p14:xfrm>
                <a:off x="6207590" y="4593997"/>
                <a:ext cx="80280" cy="10800"/>
              </p14:xfrm>
            </p:contentPart>
          </mc:Choice>
          <mc:Fallback xmlns="">
            <p:pic>
              <p:nvPicPr>
                <p:cNvPr id="32" name="Ink 31">
                  <a:extLst>
                    <a:ext uri="{FF2B5EF4-FFF2-40B4-BE49-F238E27FC236}">
                      <a16:creationId xmlns:a16="http://schemas.microsoft.com/office/drawing/2014/main" id="{42D54C01-7F2D-CDFF-9F0D-0D770D85CC05}"/>
                    </a:ext>
                  </a:extLst>
                </p:cNvPr>
                <p:cNvPicPr/>
                <p:nvPr/>
              </p:nvPicPr>
              <p:blipFill>
                <a:blip r:embed="rId54"/>
                <a:stretch>
                  <a:fillRect/>
                </a:stretch>
              </p:blipFill>
              <p:spPr>
                <a:xfrm>
                  <a:off x="6189950" y="4575997"/>
                  <a:ext cx="1159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3" name="Ink 32">
                  <a:extLst>
                    <a:ext uri="{FF2B5EF4-FFF2-40B4-BE49-F238E27FC236}">
                      <a16:creationId xmlns:a16="http://schemas.microsoft.com/office/drawing/2014/main" id="{D21021D1-FAFA-6E7C-F25C-10E01D9E3D14}"/>
                    </a:ext>
                  </a:extLst>
                </p14:cNvPr>
                <p14:cNvContentPartPr/>
                <p14:nvPr/>
              </p14:nvContentPartPr>
              <p14:xfrm>
                <a:off x="6391910" y="4406077"/>
                <a:ext cx="34200" cy="262440"/>
              </p14:xfrm>
            </p:contentPart>
          </mc:Choice>
          <mc:Fallback xmlns="">
            <p:pic>
              <p:nvPicPr>
                <p:cNvPr id="33" name="Ink 32">
                  <a:extLst>
                    <a:ext uri="{FF2B5EF4-FFF2-40B4-BE49-F238E27FC236}">
                      <a16:creationId xmlns:a16="http://schemas.microsoft.com/office/drawing/2014/main" id="{D21021D1-FAFA-6E7C-F25C-10E01D9E3D14}"/>
                    </a:ext>
                  </a:extLst>
                </p:cNvPr>
                <p:cNvPicPr/>
                <p:nvPr/>
              </p:nvPicPr>
              <p:blipFill>
                <a:blip r:embed="rId56"/>
                <a:stretch>
                  <a:fillRect/>
                </a:stretch>
              </p:blipFill>
              <p:spPr>
                <a:xfrm>
                  <a:off x="6374270" y="4388437"/>
                  <a:ext cx="6984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4" name="Ink 33">
                  <a:extLst>
                    <a:ext uri="{FF2B5EF4-FFF2-40B4-BE49-F238E27FC236}">
                      <a16:creationId xmlns:a16="http://schemas.microsoft.com/office/drawing/2014/main" id="{EEFB20B4-009E-6ECF-A710-6B59C40B06CC}"/>
                    </a:ext>
                  </a:extLst>
                </p14:cNvPr>
                <p14:cNvContentPartPr/>
                <p14:nvPr/>
              </p14:nvContentPartPr>
              <p14:xfrm>
                <a:off x="6494870" y="4417597"/>
                <a:ext cx="58320" cy="199800"/>
              </p14:xfrm>
            </p:contentPart>
          </mc:Choice>
          <mc:Fallback xmlns="">
            <p:pic>
              <p:nvPicPr>
                <p:cNvPr id="34" name="Ink 33">
                  <a:extLst>
                    <a:ext uri="{FF2B5EF4-FFF2-40B4-BE49-F238E27FC236}">
                      <a16:creationId xmlns:a16="http://schemas.microsoft.com/office/drawing/2014/main" id="{EEFB20B4-009E-6ECF-A710-6B59C40B06CC}"/>
                    </a:ext>
                  </a:extLst>
                </p:cNvPr>
                <p:cNvPicPr/>
                <p:nvPr/>
              </p:nvPicPr>
              <p:blipFill>
                <a:blip r:embed="rId58"/>
                <a:stretch>
                  <a:fillRect/>
                </a:stretch>
              </p:blipFill>
              <p:spPr>
                <a:xfrm>
                  <a:off x="6477230" y="4399597"/>
                  <a:ext cx="9396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5" name="Ink 34">
                  <a:extLst>
                    <a:ext uri="{FF2B5EF4-FFF2-40B4-BE49-F238E27FC236}">
                      <a16:creationId xmlns:a16="http://schemas.microsoft.com/office/drawing/2014/main" id="{C2079623-F635-3F12-5816-8DD98195C94E}"/>
                    </a:ext>
                  </a:extLst>
                </p14:cNvPr>
                <p14:cNvContentPartPr/>
                <p14:nvPr/>
              </p14:nvContentPartPr>
              <p14:xfrm>
                <a:off x="6452390" y="4521997"/>
                <a:ext cx="100440" cy="38880"/>
              </p14:xfrm>
            </p:contentPart>
          </mc:Choice>
          <mc:Fallback xmlns="">
            <p:pic>
              <p:nvPicPr>
                <p:cNvPr id="35" name="Ink 34">
                  <a:extLst>
                    <a:ext uri="{FF2B5EF4-FFF2-40B4-BE49-F238E27FC236}">
                      <a16:creationId xmlns:a16="http://schemas.microsoft.com/office/drawing/2014/main" id="{C2079623-F635-3F12-5816-8DD98195C94E}"/>
                    </a:ext>
                  </a:extLst>
                </p:cNvPr>
                <p:cNvPicPr/>
                <p:nvPr/>
              </p:nvPicPr>
              <p:blipFill>
                <a:blip r:embed="rId60"/>
                <a:stretch>
                  <a:fillRect/>
                </a:stretch>
              </p:blipFill>
              <p:spPr>
                <a:xfrm>
                  <a:off x="6434390" y="4504357"/>
                  <a:ext cx="13608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6" name="Ink 35">
                  <a:extLst>
                    <a:ext uri="{FF2B5EF4-FFF2-40B4-BE49-F238E27FC236}">
                      <a16:creationId xmlns:a16="http://schemas.microsoft.com/office/drawing/2014/main" id="{982DB63F-4BA8-57BC-C843-D4DC9300B7D9}"/>
                    </a:ext>
                  </a:extLst>
                </p14:cNvPr>
                <p14:cNvContentPartPr/>
                <p14:nvPr/>
              </p14:nvContentPartPr>
              <p14:xfrm>
                <a:off x="6702230" y="4505797"/>
                <a:ext cx="76320" cy="144000"/>
              </p14:xfrm>
            </p:contentPart>
          </mc:Choice>
          <mc:Fallback xmlns="">
            <p:pic>
              <p:nvPicPr>
                <p:cNvPr id="36" name="Ink 35">
                  <a:extLst>
                    <a:ext uri="{FF2B5EF4-FFF2-40B4-BE49-F238E27FC236}">
                      <a16:creationId xmlns:a16="http://schemas.microsoft.com/office/drawing/2014/main" id="{982DB63F-4BA8-57BC-C843-D4DC9300B7D9}"/>
                    </a:ext>
                  </a:extLst>
                </p:cNvPr>
                <p:cNvPicPr/>
                <p:nvPr/>
              </p:nvPicPr>
              <p:blipFill>
                <a:blip r:embed="rId62"/>
                <a:stretch>
                  <a:fillRect/>
                </a:stretch>
              </p:blipFill>
              <p:spPr>
                <a:xfrm>
                  <a:off x="6684590" y="4488157"/>
                  <a:ext cx="11196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7" name="Ink 36">
                  <a:extLst>
                    <a:ext uri="{FF2B5EF4-FFF2-40B4-BE49-F238E27FC236}">
                      <a16:creationId xmlns:a16="http://schemas.microsoft.com/office/drawing/2014/main" id="{6636FAC8-EA2E-5239-A06F-84D1BE99A530}"/>
                    </a:ext>
                  </a:extLst>
                </p14:cNvPr>
                <p14:cNvContentPartPr/>
                <p14:nvPr/>
              </p14:nvContentPartPr>
              <p14:xfrm>
                <a:off x="6624470" y="4583197"/>
                <a:ext cx="179640" cy="34200"/>
              </p14:xfrm>
            </p:contentPart>
          </mc:Choice>
          <mc:Fallback xmlns="">
            <p:pic>
              <p:nvPicPr>
                <p:cNvPr id="37" name="Ink 36">
                  <a:extLst>
                    <a:ext uri="{FF2B5EF4-FFF2-40B4-BE49-F238E27FC236}">
                      <a16:creationId xmlns:a16="http://schemas.microsoft.com/office/drawing/2014/main" id="{6636FAC8-EA2E-5239-A06F-84D1BE99A530}"/>
                    </a:ext>
                  </a:extLst>
                </p:cNvPr>
                <p:cNvPicPr/>
                <p:nvPr/>
              </p:nvPicPr>
              <p:blipFill>
                <a:blip r:embed="rId64"/>
                <a:stretch>
                  <a:fillRect/>
                </a:stretch>
              </p:blipFill>
              <p:spPr>
                <a:xfrm>
                  <a:off x="6606830" y="4565197"/>
                  <a:ext cx="215280" cy="69840"/>
                </a:xfrm>
                <a:prstGeom prst="rect">
                  <a:avLst/>
                </a:prstGeom>
              </p:spPr>
            </p:pic>
          </mc:Fallback>
        </mc:AlternateContent>
      </p:grpSp>
      <p:grpSp>
        <p:nvGrpSpPr>
          <p:cNvPr id="52" name="Group 51">
            <a:extLst>
              <a:ext uri="{FF2B5EF4-FFF2-40B4-BE49-F238E27FC236}">
                <a16:creationId xmlns:a16="http://schemas.microsoft.com/office/drawing/2014/main" id="{6D4128D4-20C7-2B15-861E-72C694C3977F}"/>
              </a:ext>
            </a:extLst>
          </p:cNvPr>
          <p:cNvGrpSpPr/>
          <p:nvPr/>
        </p:nvGrpSpPr>
        <p:grpSpPr>
          <a:xfrm>
            <a:off x="7062230" y="4129237"/>
            <a:ext cx="1508040" cy="788400"/>
            <a:chOff x="7062230" y="4129237"/>
            <a:chExt cx="1508040" cy="788400"/>
          </a:xfrm>
        </p:grpSpPr>
        <mc:AlternateContent xmlns:mc="http://schemas.openxmlformats.org/markup-compatibility/2006" xmlns:p14="http://schemas.microsoft.com/office/powerpoint/2010/main">
          <mc:Choice Requires="p14">
            <p:contentPart p14:bwMode="auto" r:id="rId65">
              <p14:nvContentPartPr>
                <p14:cNvPr id="38" name="Ink 37">
                  <a:extLst>
                    <a:ext uri="{FF2B5EF4-FFF2-40B4-BE49-F238E27FC236}">
                      <a16:creationId xmlns:a16="http://schemas.microsoft.com/office/drawing/2014/main" id="{2F3F16FC-2C40-654E-FAA3-5A7AABECA2AA}"/>
                    </a:ext>
                  </a:extLst>
                </p14:cNvPr>
                <p14:cNvContentPartPr/>
                <p14:nvPr/>
              </p14:nvContentPartPr>
              <p14:xfrm>
                <a:off x="7308110" y="4374397"/>
                <a:ext cx="51120" cy="266760"/>
              </p14:xfrm>
            </p:contentPart>
          </mc:Choice>
          <mc:Fallback xmlns="">
            <p:pic>
              <p:nvPicPr>
                <p:cNvPr id="38" name="Ink 37">
                  <a:extLst>
                    <a:ext uri="{FF2B5EF4-FFF2-40B4-BE49-F238E27FC236}">
                      <a16:creationId xmlns:a16="http://schemas.microsoft.com/office/drawing/2014/main" id="{2F3F16FC-2C40-654E-FAA3-5A7AABECA2AA}"/>
                    </a:ext>
                  </a:extLst>
                </p:cNvPr>
                <p:cNvPicPr/>
                <p:nvPr/>
              </p:nvPicPr>
              <p:blipFill>
                <a:blip r:embed="rId66"/>
                <a:stretch>
                  <a:fillRect/>
                </a:stretch>
              </p:blipFill>
              <p:spPr>
                <a:xfrm>
                  <a:off x="7290110" y="4356397"/>
                  <a:ext cx="8676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9" name="Ink 38">
                  <a:extLst>
                    <a:ext uri="{FF2B5EF4-FFF2-40B4-BE49-F238E27FC236}">
                      <a16:creationId xmlns:a16="http://schemas.microsoft.com/office/drawing/2014/main" id="{5C4FD036-0A70-C55A-E8DE-A17931A91622}"/>
                    </a:ext>
                  </a:extLst>
                </p14:cNvPr>
                <p14:cNvContentPartPr/>
                <p14:nvPr/>
              </p14:nvContentPartPr>
              <p14:xfrm>
                <a:off x="7305950" y="4346317"/>
                <a:ext cx="154800" cy="340200"/>
              </p14:xfrm>
            </p:contentPart>
          </mc:Choice>
          <mc:Fallback xmlns="">
            <p:pic>
              <p:nvPicPr>
                <p:cNvPr id="39" name="Ink 38">
                  <a:extLst>
                    <a:ext uri="{FF2B5EF4-FFF2-40B4-BE49-F238E27FC236}">
                      <a16:creationId xmlns:a16="http://schemas.microsoft.com/office/drawing/2014/main" id="{5C4FD036-0A70-C55A-E8DE-A17931A91622}"/>
                    </a:ext>
                  </a:extLst>
                </p:cNvPr>
                <p:cNvPicPr/>
                <p:nvPr/>
              </p:nvPicPr>
              <p:blipFill>
                <a:blip r:embed="rId68"/>
                <a:stretch>
                  <a:fillRect/>
                </a:stretch>
              </p:blipFill>
              <p:spPr>
                <a:xfrm>
                  <a:off x="7287950" y="4328677"/>
                  <a:ext cx="190440" cy="3758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0" name="Ink 39">
                  <a:extLst>
                    <a:ext uri="{FF2B5EF4-FFF2-40B4-BE49-F238E27FC236}">
                      <a16:creationId xmlns:a16="http://schemas.microsoft.com/office/drawing/2014/main" id="{A6BB6B7F-5EE3-28E4-3646-0D327F46A32E}"/>
                    </a:ext>
                  </a:extLst>
                </p14:cNvPr>
                <p14:cNvContentPartPr/>
                <p14:nvPr/>
              </p14:nvContentPartPr>
              <p14:xfrm>
                <a:off x="7607990" y="4254517"/>
                <a:ext cx="161640" cy="581760"/>
              </p14:xfrm>
            </p:contentPart>
          </mc:Choice>
          <mc:Fallback xmlns="">
            <p:pic>
              <p:nvPicPr>
                <p:cNvPr id="40" name="Ink 39">
                  <a:extLst>
                    <a:ext uri="{FF2B5EF4-FFF2-40B4-BE49-F238E27FC236}">
                      <a16:creationId xmlns:a16="http://schemas.microsoft.com/office/drawing/2014/main" id="{A6BB6B7F-5EE3-28E4-3646-0D327F46A32E}"/>
                    </a:ext>
                  </a:extLst>
                </p:cNvPr>
                <p:cNvPicPr/>
                <p:nvPr/>
              </p:nvPicPr>
              <p:blipFill>
                <a:blip r:embed="rId70"/>
                <a:stretch>
                  <a:fillRect/>
                </a:stretch>
              </p:blipFill>
              <p:spPr>
                <a:xfrm>
                  <a:off x="7590350" y="4236877"/>
                  <a:ext cx="197280" cy="6174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1" name="Ink 40">
                  <a:extLst>
                    <a:ext uri="{FF2B5EF4-FFF2-40B4-BE49-F238E27FC236}">
                      <a16:creationId xmlns:a16="http://schemas.microsoft.com/office/drawing/2014/main" id="{89C68B06-71A9-8B90-2015-C8B14E8B1DDE}"/>
                    </a:ext>
                  </a:extLst>
                </p14:cNvPr>
                <p14:cNvContentPartPr/>
                <p14:nvPr/>
              </p14:nvContentPartPr>
              <p14:xfrm>
                <a:off x="7891670" y="4420837"/>
                <a:ext cx="83880" cy="259200"/>
              </p14:xfrm>
            </p:contentPart>
          </mc:Choice>
          <mc:Fallback xmlns="">
            <p:pic>
              <p:nvPicPr>
                <p:cNvPr id="41" name="Ink 40">
                  <a:extLst>
                    <a:ext uri="{FF2B5EF4-FFF2-40B4-BE49-F238E27FC236}">
                      <a16:creationId xmlns:a16="http://schemas.microsoft.com/office/drawing/2014/main" id="{89C68B06-71A9-8B90-2015-C8B14E8B1DDE}"/>
                    </a:ext>
                  </a:extLst>
                </p:cNvPr>
                <p:cNvPicPr/>
                <p:nvPr/>
              </p:nvPicPr>
              <p:blipFill>
                <a:blip r:embed="rId72"/>
                <a:stretch>
                  <a:fillRect/>
                </a:stretch>
              </p:blipFill>
              <p:spPr>
                <a:xfrm>
                  <a:off x="7873670" y="4403197"/>
                  <a:ext cx="11952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2" name="Ink 41">
                  <a:extLst>
                    <a:ext uri="{FF2B5EF4-FFF2-40B4-BE49-F238E27FC236}">
                      <a16:creationId xmlns:a16="http://schemas.microsoft.com/office/drawing/2014/main" id="{5D9BBB40-5601-2F17-38C3-F465BD952DE9}"/>
                    </a:ext>
                  </a:extLst>
                </p14:cNvPr>
                <p14:cNvContentPartPr/>
                <p14:nvPr/>
              </p14:nvContentPartPr>
              <p14:xfrm>
                <a:off x="7938830" y="4450717"/>
                <a:ext cx="143640" cy="183240"/>
              </p14:xfrm>
            </p:contentPart>
          </mc:Choice>
          <mc:Fallback xmlns="">
            <p:pic>
              <p:nvPicPr>
                <p:cNvPr id="42" name="Ink 41">
                  <a:extLst>
                    <a:ext uri="{FF2B5EF4-FFF2-40B4-BE49-F238E27FC236}">
                      <a16:creationId xmlns:a16="http://schemas.microsoft.com/office/drawing/2014/main" id="{5D9BBB40-5601-2F17-38C3-F465BD952DE9}"/>
                    </a:ext>
                  </a:extLst>
                </p:cNvPr>
                <p:cNvPicPr/>
                <p:nvPr/>
              </p:nvPicPr>
              <p:blipFill>
                <a:blip r:embed="rId74"/>
                <a:stretch>
                  <a:fillRect/>
                </a:stretch>
              </p:blipFill>
              <p:spPr>
                <a:xfrm>
                  <a:off x="7920830" y="4432717"/>
                  <a:ext cx="17928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3" name="Ink 42">
                  <a:extLst>
                    <a:ext uri="{FF2B5EF4-FFF2-40B4-BE49-F238E27FC236}">
                      <a16:creationId xmlns:a16="http://schemas.microsoft.com/office/drawing/2014/main" id="{8E3FAB34-63B4-CEC7-F364-52B6189098D8}"/>
                    </a:ext>
                  </a:extLst>
                </p14:cNvPr>
                <p14:cNvContentPartPr/>
                <p14:nvPr/>
              </p14:nvContentPartPr>
              <p14:xfrm>
                <a:off x="8186510" y="4325077"/>
                <a:ext cx="80280" cy="476640"/>
              </p14:xfrm>
            </p:contentPart>
          </mc:Choice>
          <mc:Fallback xmlns="">
            <p:pic>
              <p:nvPicPr>
                <p:cNvPr id="43" name="Ink 42">
                  <a:extLst>
                    <a:ext uri="{FF2B5EF4-FFF2-40B4-BE49-F238E27FC236}">
                      <a16:creationId xmlns:a16="http://schemas.microsoft.com/office/drawing/2014/main" id="{8E3FAB34-63B4-CEC7-F364-52B6189098D8}"/>
                    </a:ext>
                  </a:extLst>
                </p:cNvPr>
                <p:cNvPicPr/>
                <p:nvPr/>
              </p:nvPicPr>
              <p:blipFill>
                <a:blip r:embed="rId76"/>
                <a:stretch>
                  <a:fillRect/>
                </a:stretch>
              </p:blipFill>
              <p:spPr>
                <a:xfrm>
                  <a:off x="8168510" y="4307437"/>
                  <a:ext cx="115920" cy="5122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4" name="Ink 43">
                  <a:extLst>
                    <a:ext uri="{FF2B5EF4-FFF2-40B4-BE49-F238E27FC236}">
                      <a16:creationId xmlns:a16="http://schemas.microsoft.com/office/drawing/2014/main" id="{8078E844-C881-22ED-1F39-FABA4FDD2B1C}"/>
                    </a:ext>
                  </a:extLst>
                </p14:cNvPr>
                <p14:cNvContentPartPr/>
                <p14:nvPr/>
              </p14:nvContentPartPr>
              <p14:xfrm>
                <a:off x="8152670" y="4540357"/>
                <a:ext cx="131760" cy="96120"/>
              </p14:xfrm>
            </p:contentPart>
          </mc:Choice>
          <mc:Fallback xmlns="">
            <p:pic>
              <p:nvPicPr>
                <p:cNvPr id="44" name="Ink 43">
                  <a:extLst>
                    <a:ext uri="{FF2B5EF4-FFF2-40B4-BE49-F238E27FC236}">
                      <a16:creationId xmlns:a16="http://schemas.microsoft.com/office/drawing/2014/main" id="{8078E844-C881-22ED-1F39-FABA4FDD2B1C}"/>
                    </a:ext>
                  </a:extLst>
                </p:cNvPr>
                <p:cNvPicPr/>
                <p:nvPr/>
              </p:nvPicPr>
              <p:blipFill>
                <a:blip r:embed="rId78"/>
                <a:stretch>
                  <a:fillRect/>
                </a:stretch>
              </p:blipFill>
              <p:spPr>
                <a:xfrm>
                  <a:off x="8134670" y="4522357"/>
                  <a:ext cx="16740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0" name="Ink 49">
                  <a:extLst>
                    <a:ext uri="{FF2B5EF4-FFF2-40B4-BE49-F238E27FC236}">
                      <a16:creationId xmlns:a16="http://schemas.microsoft.com/office/drawing/2014/main" id="{1D60EFB4-E37E-E1D0-5256-50366E2DC01C}"/>
                    </a:ext>
                  </a:extLst>
                </p14:cNvPr>
                <p14:cNvContentPartPr/>
                <p14:nvPr/>
              </p14:nvContentPartPr>
              <p14:xfrm>
                <a:off x="7062230" y="4129237"/>
                <a:ext cx="327600" cy="788400"/>
              </p14:xfrm>
            </p:contentPart>
          </mc:Choice>
          <mc:Fallback xmlns="">
            <p:pic>
              <p:nvPicPr>
                <p:cNvPr id="50" name="Ink 49">
                  <a:extLst>
                    <a:ext uri="{FF2B5EF4-FFF2-40B4-BE49-F238E27FC236}">
                      <a16:creationId xmlns:a16="http://schemas.microsoft.com/office/drawing/2014/main" id="{1D60EFB4-E37E-E1D0-5256-50366E2DC01C}"/>
                    </a:ext>
                  </a:extLst>
                </p:cNvPr>
                <p:cNvPicPr/>
                <p:nvPr/>
              </p:nvPicPr>
              <p:blipFill>
                <a:blip r:embed="rId80"/>
                <a:stretch>
                  <a:fillRect/>
                </a:stretch>
              </p:blipFill>
              <p:spPr>
                <a:xfrm>
                  <a:off x="7044230" y="4111597"/>
                  <a:ext cx="363240" cy="8240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1" name="Ink 50">
                  <a:extLst>
                    <a:ext uri="{FF2B5EF4-FFF2-40B4-BE49-F238E27FC236}">
                      <a16:creationId xmlns:a16="http://schemas.microsoft.com/office/drawing/2014/main" id="{F1E1DF32-8912-4AFF-6D7A-650A77DA8813}"/>
                    </a:ext>
                  </a:extLst>
                </p14:cNvPr>
                <p14:cNvContentPartPr/>
                <p14:nvPr/>
              </p14:nvContentPartPr>
              <p14:xfrm>
                <a:off x="8357870" y="4140397"/>
                <a:ext cx="212400" cy="626040"/>
              </p14:xfrm>
            </p:contentPart>
          </mc:Choice>
          <mc:Fallback xmlns="">
            <p:pic>
              <p:nvPicPr>
                <p:cNvPr id="51" name="Ink 50">
                  <a:extLst>
                    <a:ext uri="{FF2B5EF4-FFF2-40B4-BE49-F238E27FC236}">
                      <a16:creationId xmlns:a16="http://schemas.microsoft.com/office/drawing/2014/main" id="{F1E1DF32-8912-4AFF-6D7A-650A77DA8813}"/>
                    </a:ext>
                  </a:extLst>
                </p:cNvPr>
                <p:cNvPicPr/>
                <p:nvPr/>
              </p:nvPicPr>
              <p:blipFill>
                <a:blip r:embed="rId82"/>
                <a:stretch>
                  <a:fillRect/>
                </a:stretch>
              </p:blipFill>
              <p:spPr>
                <a:xfrm>
                  <a:off x="8339870" y="4122397"/>
                  <a:ext cx="248040" cy="661680"/>
                </a:xfrm>
                <a:prstGeom prst="rect">
                  <a:avLst/>
                </a:prstGeom>
              </p:spPr>
            </p:pic>
          </mc:Fallback>
        </mc:AlternateContent>
      </p:grpSp>
      <p:grpSp>
        <p:nvGrpSpPr>
          <p:cNvPr id="59" name="Group 58">
            <a:extLst>
              <a:ext uri="{FF2B5EF4-FFF2-40B4-BE49-F238E27FC236}">
                <a16:creationId xmlns:a16="http://schemas.microsoft.com/office/drawing/2014/main" id="{E0FEFBCE-F1EC-9B61-1C02-927693982B46}"/>
              </a:ext>
            </a:extLst>
          </p:cNvPr>
          <p:cNvGrpSpPr/>
          <p:nvPr/>
        </p:nvGrpSpPr>
        <p:grpSpPr>
          <a:xfrm>
            <a:off x="4037510" y="21637"/>
            <a:ext cx="866880" cy="487800"/>
            <a:chOff x="4037510" y="21637"/>
            <a:chExt cx="866880" cy="487800"/>
          </a:xfrm>
        </p:grpSpPr>
        <mc:AlternateContent xmlns:mc="http://schemas.openxmlformats.org/markup-compatibility/2006" xmlns:p14="http://schemas.microsoft.com/office/powerpoint/2010/main">
          <mc:Choice Requires="p14">
            <p:contentPart p14:bwMode="auto" r:id="rId83">
              <p14:nvContentPartPr>
                <p14:cNvPr id="53" name="Ink 52">
                  <a:extLst>
                    <a:ext uri="{FF2B5EF4-FFF2-40B4-BE49-F238E27FC236}">
                      <a16:creationId xmlns:a16="http://schemas.microsoft.com/office/drawing/2014/main" id="{32B84339-A040-7ED4-7B19-B7F06255EF79}"/>
                    </a:ext>
                  </a:extLst>
                </p14:cNvPr>
                <p14:cNvContentPartPr/>
                <p14:nvPr/>
              </p14:nvContentPartPr>
              <p14:xfrm>
                <a:off x="4037510" y="21637"/>
                <a:ext cx="147600" cy="487800"/>
              </p14:xfrm>
            </p:contentPart>
          </mc:Choice>
          <mc:Fallback xmlns="">
            <p:pic>
              <p:nvPicPr>
                <p:cNvPr id="53" name="Ink 52">
                  <a:extLst>
                    <a:ext uri="{FF2B5EF4-FFF2-40B4-BE49-F238E27FC236}">
                      <a16:creationId xmlns:a16="http://schemas.microsoft.com/office/drawing/2014/main" id="{32B84339-A040-7ED4-7B19-B7F06255EF79}"/>
                    </a:ext>
                  </a:extLst>
                </p:cNvPr>
                <p:cNvPicPr/>
                <p:nvPr/>
              </p:nvPicPr>
              <p:blipFill>
                <a:blip r:embed="rId84"/>
                <a:stretch>
                  <a:fillRect/>
                </a:stretch>
              </p:blipFill>
              <p:spPr>
                <a:xfrm>
                  <a:off x="4019870" y="3637"/>
                  <a:ext cx="183240" cy="5234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4" name="Ink 53">
                  <a:extLst>
                    <a:ext uri="{FF2B5EF4-FFF2-40B4-BE49-F238E27FC236}">
                      <a16:creationId xmlns:a16="http://schemas.microsoft.com/office/drawing/2014/main" id="{BD43D17C-0088-C662-EB3A-8C540616AF56}"/>
                    </a:ext>
                  </a:extLst>
                </p14:cNvPr>
                <p14:cNvContentPartPr/>
                <p14:nvPr/>
              </p14:nvContentPartPr>
              <p14:xfrm>
                <a:off x="4309670" y="127837"/>
                <a:ext cx="42120" cy="282240"/>
              </p14:xfrm>
            </p:contentPart>
          </mc:Choice>
          <mc:Fallback xmlns="">
            <p:pic>
              <p:nvPicPr>
                <p:cNvPr id="54" name="Ink 53">
                  <a:extLst>
                    <a:ext uri="{FF2B5EF4-FFF2-40B4-BE49-F238E27FC236}">
                      <a16:creationId xmlns:a16="http://schemas.microsoft.com/office/drawing/2014/main" id="{BD43D17C-0088-C662-EB3A-8C540616AF56}"/>
                    </a:ext>
                  </a:extLst>
                </p:cNvPr>
                <p:cNvPicPr/>
                <p:nvPr/>
              </p:nvPicPr>
              <p:blipFill>
                <a:blip r:embed="rId86"/>
                <a:stretch>
                  <a:fillRect/>
                </a:stretch>
              </p:blipFill>
              <p:spPr>
                <a:xfrm>
                  <a:off x="4292030" y="109837"/>
                  <a:ext cx="7776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5" name="Ink 54">
                  <a:extLst>
                    <a:ext uri="{FF2B5EF4-FFF2-40B4-BE49-F238E27FC236}">
                      <a16:creationId xmlns:a16="http://schemas.microsoft.com/office/drawing/2014/main" id="{FBAF9270-212D-F299-2DFF-104EC7B8AFBE}"/>
                    </a:ext>
                  </a:extLst>
                </p14:cNvPr>
                <p14:cNvContentPartPr/>
                <p14:nvPr/>
              </p14:nvContentPartPr>
              <p14:xfrm>
                <a:off x="4295630" y="181837"/>
                <a:ext cx="203760" cy="199440"/>
              </p14:xfrm>
            </p:contentPart>
          </mc:Choice>
          <mc:Fallback xmlns="">
            <p:pic>
              <p:nvPicPr>
                <p:cNvPr id="55" name="Ink 54">
                  <a:extLst>
                    <a:ext uri="{FF2B5EF4-FFF2-40B4-BE49-F238E27FC236}">
                      <a16:creationId xmlns:a16="http://schemas.microsoft.com/office/drawing/2014/main" id="{FBAF9270-212D-F299-2DFF-104EC7B8AFBE}"/>
                    </a:ext>
                  </a:extLst>
                </p:cNvPr>
                <p:cNvPicPr/>
                <p:nvPr/>
              </p:nvPicPr>
              <p:blipFill>
                <a:blip r:embed="rId88"/>
                <a:stretch>
                  <a:fillRect/>
                </a:stretch>
              </p:blipFill>
              <p:spPr>
                <a:xfrm>
                  <a:off x="4277990" y="164197"/>
                  <a:ext cx="23940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6" name="Ink 55">
                  <a:extLst>
                    <a:ext uri="{FF2B5EF4-FFF2-40B4-BE49-F238E27FC236}">
                      <a16:creationId xmlns:a16="http://schemas.microsoft.com/office/drawing/2014/main" id="{00E740BD-EE13-72DA-C7BE-E3AEE9E85A18}"/>
                    </a:ext>
                  </a:extLst>
                </p14:cNvPr>
                <p14:cNvContentPartPr/>
                <p14:nvPr/>
              </p14:nvContentPartPr>
              <p14:xfrm>
                <a:off x="4624310" y="122797"/>
                <a:ext cx="87120" cy="310320"/>
              </p14:xfrm>
            </p:contentPart>
          </mc:Choice>
          <mc:Fallback xmlns="">
            <p:pic>
              <p:nvPicPr>
                <p:cNvPr id="56" name="Ink 55">
                  <a:extLst>
                    <a:ext uri="{FF2B5EF4-FFF2-40B4-BE49-F238E27FC236}">
                      <a16:creationId xmlns:a16="http://schemas.microsoft.com/office/drawing/2014/main" id="{00E740BD-EE13-72DA-C7BE-E3AEE9E85A18}"/>
                    </a:ext>
                  </a:extLst>
                </p:cNvPr>
                <p:cNvPicPr/>
                <p:nvPr/>
              </p:nvPicPr>
              <p:blipFill>
                <a:blip r:embed="rId90"/>
                <a:stretch>
                  <a:fillRect/>
                </a:stretch>
              </p:blipFill>
              <p:spPr>
                <a:xfrm>
                  <a:off x="4606670" y="104797"/>
                  <a:ext cx="12276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7" name="Ink 56">
                  <a:extLst>
                    <a:ext uri="{FF2B5EF4-FFF2-40B4-BE49-F238E27FC236}">
                      <a16:creationId xmlns:a16="http://schemas.microsoft.com/office/drawing/2014/main" id="{6E826FC7-2F83-35AF-2DF9-1C3D6039861D}"/>
                    </a:ext>
                  </a:extLst>
                </p14:cNvPr>
                <p14:cNvContentPartPr/>
                <p14:nvPr/>
              </p14:nvContentPartPr>
              <p14:xfrm>
                <a:off x="4591910" y="310717"/>
                <a:ext cx="144720" cy="91440"/>
              </p14:xfrm>
            </p:contentPart>
          </mc:Choice>
          <mc:Fallback xmlns="">
            <p:pic>
              <p:nvPicPr>
                <p:cNvPr id="57" name="Ink 56">
                  <a:extLst>
                    <a:ext uri="{FF2B5EF4-FFF2-40B4-BE49-F238E27FC236}">
                      <a16:creationId xmlns:a16="http://schemas.microsoft.com/office/drawing/2014/main" id="{6E826FC7-2F83-35AF-2DF9-1C3D6039861D}"/>
                    </a:ext>
                  </a:extLst>
                </p:cNvPr>
                <p:cNvPicPr/>
                <p:nvPr/>
              </p:nvPicPr>
              <p:blipFill>
                <a:blip r:embed="rId92"/>
                <a:stretch>
                  <a:fillRect/>
                </a:stretch>
              </p:blipFill>
              <p:spPr>
                <a:xfrm>
                  <a:off x="4574270" y="293077"/>
                  <a:ext cx="1803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8" name="Ink 57">
                  <a:extLst>
                    <a:ext uri="{FF2B5EF4-FFF2-40B4-BE49-F238E27FC236}">
                      <a16:creationId xmlns:a16="http://schemas.microsoft.com/office/drawing/2014/main" id="{B3FE14EB-586B-6FC1-6E18-864900C25315}"/>
                    </a:ext>
                  </a:extLst>
                </p14:cNvPr>
                <p14:cNvContentPartPr/>
                <p14:nvPr/>
              </p14:nvContentPartPr>
              <p14:xfrm>
                <a:off x="4788830" y="130717"/>
                <a:ext cx="115560" cy="341640"/>
              </p14:xfrm>
            </p:contentPart>
          </mc:Choice>
          <mc:Fallback xmlns="">
            <p:pic>
              <p:nvPicPr>
                <p:cNvPr id="58" name="Ink 57">
                  <a:extLst>
                    <a:ext uri="{FF2B5EF4-FFF2-40B4-BE49-F238E27FC236}">
                      <a16:creationId xmlns:a16="http://schemas.microsoft.com/office/drawing/2014/main" id="{B3FE14EB-586B-6FC1-6E18-864900C25315}"/>
                    </a:ext>
                  </a:extLst>
                </p:cNvPr>
                <p:cNvPicPr/>
                <p:nvPr/>
              </p:nvPicPr>
              <p:blipFill>
                <a:blip r:embed="rId94"/>
                <a:stretch>
                  <a:fillRect/>
                </a:stretch>
              </p:blipFill>
              <p:spPr>
                <a:xfrm>
                  <a:off x="4771190" y="112717"/>
                  <a:ext cx="151200" cy="377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5">
            <p14:nvContentPartPr>
              <p14:cNvPr id="60" name="Ink 59">
                <a:extLst>
                  <a:ext uri="{FF2B5EF4-FFF2-40B4-BE49-F238E27FC236}">
                    <a16:creationId xmlns:a16="http://schemas.microsoft.com/office/drawing/2014/main" id="{0DD7218D-5AAC-9472-FF5A-8B4C2616727B}"/>
                  </a:ext>
                </a:extLst>
              </p14:cNvPr>
              <p14:cNvContentPartPr/>
              <p14:nvPr/>
            </p14:nvContentPartPr>
            <p14:xfrm>
              <a:off x="5485430" y="5325517"/>
              <a:ext cx="238320" cy="260280"/>
            </p14:xfrm>
          </p:contentPart>
        </mc:Choice>
        <mc:Fallback xmlns="">
          <p:pic>
            <p:nvPicPr>
              <p:cNvPr id="60" name="Ink 59">
                <a:extLst>
                  <a:ext uri="{FF2B5EF4-FFF2-40B4-BE49-F238E27FC236}">
                    <a16:creationId xmlns:a16="http://schemas.microsoft.com/office/drawing/2014/main" id="{0DD7218D-5AAC-9472-FF5A-8B4C2616727B}"/>
                  </a:ext>
                </a:extLst>
              </p:cNvPr>
              <p:cNvPicPr/>
              <p:nvPr/>
            </p:nvPicPr>
            <p:blipFill>
              <a:blip r:embed="rId96"/>
              <a:stretch>
                <a:fillRect/>
              </a:stretch>
            </p:blipFill>
            <p:spPr>
              <a:xfrm>
                <a:off x="5467430" y="5307877"/>
                <a:ext cx="273960" cy="295920"/>
              </a:xfrm>
              <a:prstGeom prst="rect">
                <a:avLst/>
              </a:prstGeom>
            </p:spPr>
          </p:pic>
        </mc:Fallback>
      </mc:AlternateContent>
      <p:grpSp>
        <p:nvGrpSpPr>
          <p:cNvPr id="72" name="Group 71">
            <a:extLst>
              <a:ext uri="{FF2B5EF4-FFF2-40B4-BE49-F238E27FC236}">
                <a16:creationId xmlns:a16="http://schemas.microsoft.com/office/drawing/2014/main" id="{DF733DD7-213E-2C80-D99C-350CDAD64B12}"/>
              </a:ext>
            </a:extLst>
          </p:cNvPr>
          <p:cNvGrpSpPr/>
          <p:nvPr/>
        </p:nvGrpSpPr>
        <p:grpSpPr>
          <a:xfrm>
            <a:off x="5925350" y="5218237"/>
            <a:ext cx="1728000" cy="414360"/>
            <a:chOff x="5925350" y="5218237"/>
            <a:chExt cx="1728000" cy="414360"/>
          </a:xfrm>
        </p:grpSpPr>
        <mc:AlternateContent xmlns:mc="http://schemas.openxmlformats.org/markup-compatibility/2006" xmlns:p14="http://schemas.microsoft.com/office/powerpoint/2010/main">
          <mc:Choice Requires="p14">
            <p:contentPart p14:bwMode="auto" r:id="rId97">
              <p14:nvContentPartPr>
                <p14:cNvPr id="61" name="Ink 60">
                  <a:extLst>
                    <a:ext uri="{FF2B5EF4-FFF2-40B4-BE49-F238E27FC236}">
                      <a16:creationId xmlns:a16="http://schemas.microsoft.com/office/drawing/2014/main" id="{5F7AE73D-B74C-F129-A80D-7A241BDAE271}"/>
                    </a:ext>
                  </a:extLst>
                </p14:cNvPr>
                <p14:cNvContentPartPr/>
                <p14:nvPr/>
              </p14:nvContentPartPr>
              <p14:xfrm>
                <a:off x="5925350" y="5278717"/>
                <a:ext cx="114840" cy="353880"/>
              </p14:xfrm>
            </p:contentPart>
          </mc:Choice>
          <mc:Fallback xmlns="">
            <p:pic>
              <p:nvPicPr>
                <p:cNvPr id="61" name="Ink 60">
                  <a:extLst>
                    <a:ext uri="{FF2B5EF4-FFF2-40B4-BE49-F238E27FC236}">
                      <a16:creationId xmlns:a16="http://schemas.microsoft.com/office/drawing/2014/main" id="{5F7AE73D-B74C-F129-A80D-7A241BDAE271}"/>
                    </a:ext>
                  </a:extLst>
                </p:cNvPr>
                <p:cNvPicPr/>
                <p:nvPr/>
              </p:nvPicPr>
              <p:blipFill>
                <a:blip r:embed="rId98"/>
                <a:stretch>
                  <a:fillRect/>
                </a:stretch>
              </p:blipFill>
              <p:spPr>
                <a:xfrm>
                  <a:off x="5907350" y="5261077"/>
                  <a:ext cx="150480" cy="3895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2" name="Ink 61">
                  <a:extLst>
                    <a:ext uri="{FF2B5EF4-FFF2-40B4-BE49-F238E27FC236}">
                      <a16:creationId xmlns:a16="http://schemas.microsoft.com/office/drawing/2014/main" id="{E5705608-D0A1-AD7D-FB8A-60110AF51B07}"/>
                    </a:ext>
                  </a:extLst>
                </p14:cNvPr>
                <p14:cNvContentPartPr/>
                <p14:nvPr/>
              </p14:nvContentPartPr>
              <p14:xfrm>
                <a:off x="6179150" y="5292037"/>
                <a:ext cx="126720" cy="257040"/>
              </p14:xfrm>
            </p:contentPart>
          </mc:Choice>
          <mc:Fallback xmlns="">
            <p:pic>
              <p:nvPicPr>
                <p:cNvPr id="62" name="Ink 61">
                  <a:extLst>
                    <a:ext uri="{FF2B5EF4-FFF2-40B4-BE49-F238E27FC236}">
                      <a16:creationId xmlns:a16="http://schemas.microsoft.com/office/drawing/2014/main" id="{E5705608-D0A1-AD7D-FB8A-60110AF51B07}"/>
                    </a:ext>
                  </a:extLst>
                </p:cNvPr>
                <p:cNvPicPr/>
                <p:nvPr/>
              </p:nvPicPr>
              <p:blipFill>
                <a:blip r:embed="rId100"/>
                <a:stretch>
                  <a:fillRect/>
                </a:stretch>
              </p:blipFill>
              <p:spPr>
                <a:xfrm>
                  <a:off x="6161150" y="5274037"/>
                  <a:ext cx="16236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3" name="Ink 62">
                  <a:extLst>
                    <a:ext uri="{FF2B5EF4-FFF2-40B4-BE49-F238E27FC236}">
                      <a16:creationId xmlns:a16="http://schemas.microsoft.com/office/drawing/2014/main" id="{542325FA-2DA9-CA22-6BDE-4BA968454266}"/>
                    </a:ext>
                  </a:extLst>
                </p14:cNvPr>
                <p14:cNvContentPartPr/>
                <p14:nvPr/>
              </p14:nvContentPartPr>
              <p14:xfrm>
                <a:off x="6369590" y="5293477"/>
                <a:ext cx="159120" cy="241920"/>
              </p14:xfrm>
            </p:contentPart>
          </mc:Choice>
          <mc:Fallback xmlns="">
            <p:pic>
              <p:nvPicPr>
                <p:cNvPr id="63" name="Ink 62">
                  <a:extLst>
                    <a:ext uri="{FF2B5EF4-FFF2-40B4-BE49-F238E27FC236}">
                      <a16:creationId xmlns:a16="http://schemas.microsoft.com/office/drawing/2014/main" id="{542325FA-2DA9-CA22-6BDE-4BA968454266}"/>
                    </a:ext>
                  </a:extLst>
                </p:cNvPr>
                <p:cNvPicPr/>
                <p:nvPr/>
              </p:nvPicPr>
              <p:blipFill>
                <a:blip r:embed="rId102"/>
                <a:stretch>
                  <a:fillRect/>
                </a:stretch>
              </p:blipFill>
              <p:spPr>
                <a:xfrm>
                  <a:off x="6351590" y="5275477"/>
                  <a:ext cx="19476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4" name="Ink 63">
                  <a:extLst>
                    <a:ext uri="{FF2B5EF4-FFF2-40B4-BE49-F238E27FC236}">
                      <a16:creationId xmlns:a16="http://schemas.microsoft.com/office/drawing/2014/main" id="{6171E081-E585-BD16-8D01-F54174C62DD9}"/>
                    </a:ext>
                  </a:extLst>
                </p14:cNvPr>
                <p14:cNvContentPartPr/>
                <p14:nvPr/>
              </p14:nvContentPartPr>
              <p14:xfrm>
                <a:off x="6682790" y="5243077"/>
                <a:ext cx="83160" cy="271440"/>
              </p14:xfrm>
            </p:contentPart>
          </mc:Choice>
          <mc:Fallback xmlns="">
            <p:pic>
              <p:nvPicPr>
                <p:cNvPr id="64" name="Ink 63">
                  <a:extLst>
                    <a:ext uri="{FF2B5EF4-FFF2-40B4-BE49-F238E27FC236}">
                      <a16:creationId xmlns:a16="http://schemas.microsoft.com/office/drawing/2014/main" id="{6171E081-E585-BD16-8D01-F54174C62DD9}"/>
                    </a:ext>
                  </a:extLst>
                </p:cNvPr>
                <p:cNvPicPr/>
                <p:nvPr/>
              </p:nvPicPr>
              <p:blipFill>
                <a:blip r:embed="rId104"/>
                <a:stretch>
                  <a:fillRect/>
                </a:stretch>
              </p:blipFill>
              <p:spPr>
                <a:xfrm>
                  <a:off x="6665150" y="5225437"/>
                  <a:ext cx="11880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5" name="Ink 64">
                  <a:extLst>
                    <a:ext uri="{FF2B5EF4-FFF2-40B4-BE49-F238E27FC236}">
                      <a16:creationId xmlns:a16="http://schemas.microsoft.com/office/drawing/2014/main" id="{3B12B2CC-2876-AB2D-DC54-06E4BCEBABD8}"/>
                    </a:ext>
                  </a:extLst>
                </p14:cNvPr>
                <p14:cNvContentPartPr/>
                <p14:nvPr/>
              </p14:nvContentPartPr>
              <p14:xfrm>
                <a:off x="6681350" y="5270797"/>
                <a:ext cx="155160" cy="185760"/>
              </p14:xfrm>
            </p:contentPart>
          </mc:Choice>
          <mc:Fallback xmlns="">
            <p:pic>
              <p:nvPicPr>
                <p:cNvPr id="65" name="Ink 64">
                  <a:extLst>
                    <a:ext uri="{FF2B5EF4-FFF2-40B4-BE49-F238E27FC236}">
                      <a16:creationId xmlns:a16="http://schemas.microsoft.com/office/drawing/2014/main" id="{3B12B2CC-2876-AB2D-DC54-06E4BCEBABD8}"/>
                    </a:ext>
                  </a:extLst>
                </p:cNvPr>
                <p:cNvPicPr/>
                <p:nvPr/>
              </p:nvPicPr>
              <p:blipFill>
                <a:blip r:embed="rId106"/>
                <a:stretch>
                  <a:fillRect/>
                </a:stretch>
              </p:blipFill>
              <p:spPr>
                <a:xfrm>
                  <a:off x="6663710" y="5252797"/>
                  <a:ext cx="19080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6" name="Ink 65">
                  <a:extLst>
                    <a:ext uri="{FF2B5EF4-FFF2-40B4-BE49-F238E27FC236}">
                      <a16:creationId xmlns:a16="http://schemas.microsoft.com/office/drawing/2014/main" id="{4E26A617-DEDC-E803-16BE-8A5E51770E32}"/>
                    </a:ext>
                  </a:extLst>
                </p14:cNvPr>
                <p14:cNvContentPartPr/>
                <p14:nvPr/>
              </p14:nvContentPartPr>
              <p14:xfrm>
                <a:off x="7001030" y="5267917"/>
                <a:ext cx="15840" cy="200160"/>
              </p14:xfrm>
            </p:contentPart>
          </mc:Choice>
          <mc:Fallback xmlns="">
            <p:pic>
              <p:nvPicPr>
                <p:cNvPr id="66" name="Ink 65">
                  <a:extLst>
                    <a:ext uri="{FF2B5EF4-FFF2-40B4-BE49-F238E27FC236}">
                      <a16:creationId xmlns:a16="http://schemas.microsoft.com/office/drawing/2014/main" id="{4E26A617-DEDC-E803-16BE-8A5E51770E32}"/>
                    </a:ext>
                  </a:extLst>
                </p:cNvPr>
                <p:cNvPicPr/>
                <p:nvPr/>
              </p:nvPicPr>
              <p:blipFill>
                <a:blip r:embed="rId108"/>
                <a:stretch>
                  <a:fillRect/>
                </a:stretch>
              </p:blipFill>
              <p:spPr>
                <a:xfrm>
                  <a:off x="6983030" y="5249917"/>
                  <a:ext cx="5148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7" name="Ink 66">
                  <a:extLst>
                    <a:ext uri="{FF2B5EF4-FFF2-40B4-BE49-F238E27FC236}">
                      <a16:creationId xmlns:a16="http://schemas.microsoft.com/office/drawing/2014/main" id="{A65F4282-2E7C-D821-EDA0-18FD93E6CCE1}"/>
                    </a:ext>
                  </a:extLst>
                </p14:cNvPr>
                <p14:cNvContentPartPr/>
                <p14:nvPr/>
              </p14:nvContentPartPr>
              <p14:xfrm>
                <a:off x="7174190" y="5218237"/>
                <a:ext cx="88920" cy="242280"/>
              </p14:xfrm>
            </p:contentPart>
          </mc:Choice>
          <mc:Fallback xmlns="">
            <p:pic>
              <p:nvPicPr>
                <p:cNvPr id="67" name="Ink 66">
                  <a:extLst>
                    <a:ext uri="{FF2B5EF4-FFF2-40B4-BE49-F238E27FC236}">
                      <a16:creationId xmlns:a16="http://schemas.microsoft.com/office/drawing/2014/main" id="{A65F4282-2E7C-D821-EDA0-18FD93E6CCE1}"/>
                    </a:ext>
                  </a:extLst>
                </p:cNvPr>
                <p:cNvPicPr/>
                <p:nvPr/>
              </p:nvPicPr>
              <p:blipFill>
                <a:blip r:embed="rId110"/>
                <a:stretch>
                  <a:fillRect/>
                </a:stretch>
              </p:blipFill>
              <p:spPr>
                <a:xfrm>
                  <a:off x="7156550" y="5200237"/>
                  <a:ext cx="12456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8" name="Ink 67">
                  <a:extLst>
                    <a:ext uri="{FF2B5EF4-FFF2-40B4-BE49-F238E27FC236}">
                      <a16:creationId xmlns:a16="http://schemas.microsoft.com/office/drawing/2014/main" id="{EE4453AA-8206-B5F0-D025-084231C24C8E}"/>
                    </a:ext>
                  </a:extLst>
                </p14:cNvPr>
                <p14:cNvContentPartPr/>
                <p14:nvPr/>
              </p14:nvContentPartPr>
              <p14:xfrm>
                <a:off x="7029830" y="5375557"/>
                <a:ext cx="144360" cy="29880"/>
              </p14:xfrm>
            </p:contentPart>
          </mc:Choice>
          <mc:Fallback xmlns="">
            <p:pic>
              <p:nvPicPr>
                <p:cNvPr id="68" name="Ink 67">
                  <a:extLst>
                    <a:ext uri="{FF2B5EF4-FFF2-40B4-BE49-F238E27FC236}">
                      <a16:creationId xmlns:a16="http://schemas.microsoft.com/office/drawing/2014/main" id="{EE4453AA-8206-B5F0-D025-084231C24C8E}"/>
                    </a:ext>
                  </a:extLst>
                </p:cNvPr>
                <p:cNvPicPr/>
                <p:nvPr/>
              </p:nvPicPr>
              <p:blipFill>
                <a:blip r:embed="rId112"/>
                <a:stretch>
                  <a:fillRect/>
                </a:stretch>
              </p:blipFill>
              <p:spPr>
                <a:xfrm>
                  <a:off x="7011830" y="5357917"/>
                  <a:ext cx="18000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9" name="Ink 68">
                  <a:extLst>
                    <a:ext uri="{FF2B5EF4-FFF2-40B4-BE49-F238E27FC236}">
                      <a16:creationId xmlns:a16="http://schemas.microsoft.com/office/drawing/2014/main" id="{AF1D48B9-B372-3520-EEBD-C3668E9F67AF}"/>
                    </a:ext>
                  </a:extLst>
                </p14:cNvPr>
                <p14:cNvContentPartPr/>
                <p14:nvPr/>
              </p14:nvContentPartPr>
              <p14:xfrm>
                <a:off x="7394510" y="5271877"/>
                <a:ext cx="97560" cy="200160"/>
              </p14:xfrm>
            </p:contentPart>
          </mc:Choice>
          <mc:Fallback xmlns="">
            <p:pic>
              <p:nvPicPr>
                <p:cNvPr id="69" name="Ink 68">
                  <a:extLst>
                    <a:ext uri="{FF2B5EF4-FFF2-40B4-BE49-F238E27FC236}">
                      <a16:creationId xmlns:a16="http://schemas.microsoft.com/office/drawing/2014/main" id="{AF1D48B9-B372-3520-EEBD-C3668E9F67AF}"/>
                    </a:ext>
                  </a:extLst>
                </p:cNvPr>
                <p:cNvPicPr/>
                <p:nvPr/>
              </p:nvPicPr>
              <p:blipFill>
                <a:blip r:embed="rId114"/>
                <a:stretch>
                  <a:fillRect/>
                </a:stretch>
              </p:blipFill>
              <p:spPr>
                <a:xfrm>
                  <a:off x="7376870" y="5253877"/>
                  <a:ext cx="13320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0" name="Ink 69">
                  <a:extLst>
                    <a:ext uri="{FF2B5EF4-FFF2-40B4-BE49-F238E27FC236}">
                      <a16:creationId xmlns:a16="http://schemas.microsoft.com/office/drawing/2014/main" id="{1BF86A92-596B-9CC3-9B5A-7D116769DF35}"/>
                    </a:ext>
                  </a:extLst>
                </p14:cNvPr>
                <p14:cNvContentPartPr/>
                <p14:nvPr/>
              </p14:nvContentPartPr>
              <p14:xfrm>
                <a:off x="7399550" y="5342797"/>
                <a:ext cx="253800" cy="33840"/>
              </p14:xfrm>
            </p:contentPart>
          </mc:Choice>
          <mc:Fallback xmlns="">
            <p:pic>
              <p:nvPicPr>
                <p:cNvPr id="70" name="Ink 69">
                  <a:extLst>
                    <a:ext uri="{FF2B5EF4-FFF2-40B4-BE49-F238E27FC236}">
                      <a16:creationId xmlns:a16="http://schemas.microsoft.com/office/drawing/2014/main" id="{1BF86A92-596B-9CC3-9B5A-7D116769DF35}"/>
                    </a:ext>
                  </a:extLst>
                </p:cNvPr>
                <p:cNvPicPr/>
                <p:nvPr/>
              </p:nvPicPr>
              <p:blipFill>
                <a:blip r:embed="rId116"/>
                <a:stretch>
                  <a:fillRect/>
                </a:stretch>
              </p:blipFill>
              <p:spPr>
                <a:xfrm>
                  <a:off x="7381910" y="5324797"/>
                  <a:ext cx="289440" cy="69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7">
            <p14:nvContentPartPr>
              <p14:cNvPr id="71" name="Ink 70">
                <a:extLst>
                  <a:ext uri="{FF2B5EF4-FFF2-40B4-BE49-F238E27FC236}">
                    <a16:creationId xmlns:a16="http://schemas.microsoft.com/office/drawing/2014/main" id="{96125B47-9E65-A316-D6B8-F753DAB0FAFA}"/>
                  </a:ext>
                </a:extLst>
              </p14:cNvPr>
              <p14:cNvContentPartPr/>
              <p14:nvPr/>
            </p14:nvContentPartPr>
            <p14:xfrm>
              <a:off x="4693430" y="5040037"/>
              <a:ext cx="497160" cy="662400"/>
            </p14:xfrm>
          </p:contentPart>
        </mc:Choice>
        <mc:Fallback xmlns="">
          <p:pic>
            <p:nvPicPr>
              <p:cNvPr id="71" name="Ink 70">
                <a:extLst>
                  <a:ext uri="{FF2B5EF4-FFF2-40B4-BE49-F238E27FC236}">
                    <a16:creationId xmlns:a16="http://schemas.microsoft.com/office/drawing/2014/main" id="{96125B47-9E65-A316-D6B8-F753DAB0FAFA}"/>
                  </a:ext>
                </a:extLst>
              </p:cNvPr>
              <p:cNvPicPr/>
              <p:nvPr/>
            </p:nvPicPr>
            <p:blipFill>
              <a:blip r:embed="rId118"/>
              <a:stretch>
                <a:fillRect/>
              </a:stretch>
            </p:blipFill>
            <p:spPr>
              <a:xfrm>
                <a:off x="4675790" y="5022397"/>
                <a:ext cx="532800" cy="698040"/>
              </a:xfrm>
              <a:prstGeom prst="rect">
                <a:avLst/>
              </a:prstGeom>
            </p:spPr>
          </p:pic>
        </mc:Fallback>
      </mc:AlternateContent>
      <p:grpSp>
        <p:nvGrpSpPr>
          <p:cNvPr id="85" name="Group 84">
            <a:extLst>
              <a:ext uri="{FF2B5EF4-FFF2-40B4-BE49-F238E27FC236}">
                <a16:creationId xmlns:a16="http://schemas.microsoft.com/office/drawing/2014/main" id="{C8939A86-0E3E-2BB5-C5F7-F249839FBABC}"/>
              </a:ext>
            </a:extLst>
          </p:cNvPr>
          <p:cNvGrpSpPr/>
          <p:nvPr/>
        </p:nvGrpSpPr>
        <p:grpSpPr>
          <a:xfrm>
            <a:off x="5576150" y="6010237"/>
            <a:ext cx="1474560" cy="515160"/>
            <a:chOff x="5576150" y="6010237"/>
            <a:chExt cx="1474560" cy="515160"/>
          </a:xfrm>
        </p:grpSpPr>
        <mc:AlternateContent xmlns:mc="http://schemas.openxmlformats.org/markup-compatibility/2006" xmlns:p14="http://schemas.microsoft.com/office/powerpoint/2010/main">
          <mc:Choice Requires="p14">
            <p:contentPart p14:bwMode="auto" r:id="rId119">
              <p14:nvContentPartPr>
                <p14:cNvPr id="73" name="Ink 72">
                  <a:extLst>
                    <a:ext uri="{FF2B5EF4-FFF2-40B4-BE49-F238E27FC236}">
                      <a16:creationId xmlns:a16="http://schemas.microsoft.com/office/drawing/2014/main" id="{9922F888-E115-45E3-4103-2CB0A85F4B34}"/>
                    </a:ext>
                  </a:extLst>
                </p14:cNvPr>
                <p14:cNvContentPartPr/>
                <p14:nvPr/>
              </p14:nvContentPartPr>
              <p14:xfrm>
                <a:off x="5576150" y="6112837"/>
                <a:ext cx="351720" cy="412560"/>
              </p14:xfrm>
            </p:contentPart>
          </mc:Choice>
          <mc:Fallback xmlns="">
            <p:pic>
              <p:nvPicPr>
                <p:cNvPr id="73" name="Ink 72">
                  <a:extLst>
                    <a:ext uri="{FF2B5EF4-FFF2-40B4-BE49-F238E27FC236}">
                      <a16:creationId xmlns:a16="http://schemas.microsoft.com/office/drawing/2014/main" id="{9922F888-E115-45E3-4103-2CB0A85F4B34}"/>
                    </a:ext>
                  </a:extLst>
                </p:cNvPr>
                <p:cNvPicPr/>
                <p:nvPr/>
              </p:nvPicPr>
              <p:blipFill>
                <a:blip r:embed="rId120"/>
                <a:stretch>
                  <a:fillRect/>
                </a:stretch>
              </p:blipFill>
              <p:spPr>
                <a:xfrm>
                  <a:off x="5558150" y="6095197"/>
                  <a:ext cx="387360" cy="4482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4" name="Ink 73">
                  <a:extLst>
                    <a:ext uri="{FF2B5EF4-FFF2-40B4-BE49-F238E27FC236}">
                      <a16:creationId xmlns:a16="http://schemas.microsoft.com/office/drawing/2014/main" id="{5275235A-AA7F-FCA9-1D02-4DD1DF407C06}"/>
                    </a:ext>
                  </a:extLst>
                </p14:cNvPr>
                <p14:cNvContentPartPr/>
                <p14:nvPr/>
              </p14:nvContentPartPr>
              <p14:xfrm>
                <a:off x="6031910" y="6155317"/>
                <a:ext cx="54000" cy="228600"/>
              </p14:xfrm>
            </p:contentPart>
          </mc:Choice>
          <mc:Fallback xmlns="">
            <p:pic>
              <p:nvPicPr>
                <p:cNvPr id="74" name="Ink 73">
                  <a:extLst>
                    <a:ext uri="{FF2B5EF4-FFF2-40B4-BE49-F238E27FC236}">
                      <a16:creationId xmlns:a16="http://schemas.microsoft.com/office/drawing/2014/main" id="{5275235A-AA7F-FCA9-1D02-4DD1DF407C06}"/>
                    </a:ext>
                  </a:extLst>
                </p:cNvPr>
                <p:cNvPicPr/>
                <p:nvPr/>
              </p:nvPicPr>
              <p:blipFill>
                <a:blip r:embed="rId122"/>
                <a:stretch>
                  <a:fillRect/>
                </a:stretch>
              </p:blipFill>
              <p:spPr>
                <a:xfrm>
                  <a:off x="6014270" y="6137317"/>
                  <a:ext cx="8964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5" name="Ink 74">
                  <a:extLst>
                    <a:ext uri="{FF2B5EF4-FFF2-40B4-BE49-F238E27FC236}">
                      <a16:creationId xmlns:a16="http://schemas.microsoft.com/office/drawing/2014/main" id="{7870CB0E-92B6-B3CE-593B-A68CD0C5E682}"/>
                    </a:ext>
                  </a:extLst>
                </p14:cNvPr>
                <p14:cNvContentPartPr/>
                <p14:nvPr/>
              </p14:nvContentPartPr>
              <p14:xfrm>
                <a:off x="6180950" y="6138037"/>
                <a:ext cx="92160" cy="194400"/>
              </p14:xfrm>
            </p:contentPart>
          </mc:Choice>
          <mc:Fallback xmlns="">
            <p:pic>
              <p:nvPicPr>
                <p:cNvPr id="75" name="Ink 74">
                  <a:extLst>
                    <a:ext uri="{FF2B5EF4-FFF2-40B4-BE49-F238E27FC236}">
                      <a16:creationId xmlns:a16="http://schemas.microsoft.com/office/drawing/2014/main" id="{7870CB0E-92B6-B3CE-593B-A68CD0C5E682}"/>
                    </a:ext>
                  </a:extLst>
                </p:cNvPr>
                <p:cNvPicPr/>
                <p:nvPr/>
              </p:nvPicPr>
              <p:blipFill>
                <a:blip r:embed="rId124"/>
                <a:stretch>
                  <a:fillRect/>
                </a:stretch>
              </p:blipFill>
              <p:spPr>
                <a:xfrm>
                  <a:off x="6163310" y="6120397"/>
                  <a:ext cx="12780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6" name="Ink 75">
                  <a:extLst>
                    <a:ext uri="{FF2B5EF4-FFF2-40B4-BE49-F238E27FC236}">
                      <a16:creationId xmlns:a16="http://schemas.microsoft.com/office/drawing/2014/main" id="{A02B1CE0-E8B4-C07D-0E5F-CD46AFE12123}"/>
                    </a:ext>
                  </a:extLst>
                </p14:cNvPr>
                <p14:cNvContentPartPr/>
                <p14:nvPr/>
              </p14:nvContentPartPr>
              <p14:xfrm>
                <a:off x="6354470" y="6096277"/>
                <a:ext cx="106920" cy="180720"/>
              </p14:xfrm>
            </p:contentPart>
          </mc:Choice>
          <mc:Fallback xmlns="">
            <p:pic>
              <p:nvPicPr>
                <p:cNvPr id="76" name="Ink 75">
                  <a:extLst>
                    <a:ext uri="{FF2B5EF4-FFF2-40B4-BE49-F238E27FC236}">
                      <a16:creationId xmlns:a16="http://schemas.microsoft.com/office/drawing/2014/main" id="{A02B1CE0-E8B4-C07D-0E5F-CD46AFE12123}"/>
                    </a:ext>
                  </a:extLst>
                </p:cNvPr>
                <p:cNvPicPr/>
                <p:nvPr/>
              </p:nvPicPr>
              <p:blipFill>
                <a:blip r:embed="rId126"/>
                <a:stretch>
                  <a:fillRect/>
                </a:stretch>
              </p:blipFill>
              <p:spPr>
                <a:xfrm>
                  <a:off x="6336830" y="6078637"/>
                  <a:ext cx="14256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7" name="Ink 76">
                  <a:extLst>
                    <a:ext uri="{FF2B5EF4-FFF2-40B4-BE49-F238E27FC236}">
                      <a16:creationId xmlns:a16="http://schemas.microsoft.com/office/drawing/2014/main" id="{50ECA641-03F2-8504-8D4C-1C363C99E484}"/>
                    </a:ext>
                  </a:extLst>
                </p14:cNvPr>
                <p14:cNvContentPartPr/>
                <p14:nvPr/>
              </p14:nvContentPartPr>
              <p14:xfrm>
                <a:off x="6596750" y="6041557"/>
                <a:ext cx="83880" cy="253440"/>
              </p14:xfrm>
            </p:contentPart>
          </mc:Choice>
          <mc:Fallback xmlns="">
            <p:pic>
              <p:nvPicPr>
                <p:cNvPr id="77" name="Ink 76">
                  <a:extLst>
                    <a:ext uri="{FF2B5EF4-FFF2-40B4-BE49-F238E27FC236}">
                      <a16:creationId xmlns:a16="http://schemas.microsoft.com/office/drawing/2014/main" id="{50ECA641-03F2-8504-8D4C-1C363C99E484}"/>
                    </a:ext>
                  </a:extLst>
                </p:cNvPr>
                <p:cNvPicPr/>
                <p:nvPr/>
              </p:nvPicPr>
              <p:blipFill>
                <a:blip r:embed="rId128"/>
                <a:stretch>
                  <a:fillRect/>
                </a:stretch>
              </p:blipFill>
              <p:spPr>
                <a:xfrm>
                  <a:off x="6579110" y="6023557"/>
                  <a:ext cx="11952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8" name="Ink 77">
                  <a:extLst>
                    <a:ext uri="{FF2B5EF4-FFF2-40B4-BE49-F238E27FC236}">
                      <a16:creationId xmlns:a16="http://schemas.microsoft.com/office/drawing/2014/main" id="{7492358E-0DD1-D171-5EE7-212EAA27D42C}"/>
                    </a:ext>
                  </a:extLst>
                </p14:cNvPr>
                <p14:cNvContentPartPr/>
                <p14:nvPr/>
              </p14:nvContentPartPr>
              <p14:xfrm>
                <a:off x="6639590" y="6058837"/>
                <a:ext cx="153000" cy="173880"/>
              </p14:xfrm>
            </p:contentPart>
          </mc:Choice>
          <mc:Fallback xmlns="">
            <p:pic>
              <p:nvPicPr>
                <p:cNvPr id="78" name="Ink 77">
                  <a:extLst>
                    <a:ext uri="{FF2B5EF4-FFF2-40B4-BE49-F238E27FC236}">
                      <a16:creationId xmlns:a16="http://schemas.microsoft.com/office/drawing/2014/main" id="{7492358E-0DD1-D171-5EE7-212EAA27D42C}"/>
                    </a:ext>
                  </a:extLst>
                </p:cNvPr>
                <p:cNvPicPr/>
                <p:nvPr/>
              </p:nvPicPr>
              <p:blipFill>
                <a:blip r:embed="rId130"/>
                <a:stretch>
                  <a:fillRect/>
                </a:stretch>
              </p:blipFill>
              <p:spPr>
                <a:xfrm>
                  <a:off x="6621950" y="6040837"/>
                  <a:ext cx="18864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9" name="Ink 78">
                  <a:extLst>
                    <a:ext uri="{FF2B5EF4-FFF2-40B4-BE49-F238E27FC236}">
                      <a16:creationId xmlns:a16="http://schemas.microsoft.com/office/drawing/2014/main" id="{5896C32B-91DB-F593-8A04-6B402246A601}"/>
                    </a:ext>
                  </a:extLst>
                </p14:cNvPr>
                <p14:cNvContentPartPr/>
                <p14:nvPr/>
              </p14:nvContentPartPr>
              <p14:xfrm>
                <a:off x="6897710" y="6026437"/>
                <a:ext cx="12960" cy="220320"/>
              </p14:xfrm>
            </p:contentPart>
          </mc:Choice>
          <mc:Fallback xmlns="">
            <p:pic>
              <p:nvPicPr>
                <p:cNvPr id="79" name="Ink 78">
                  <a:extLst>
                    <a:ext uri="{FF2B5EF4-FFF2-40B4-BE49-F238E27FC236}">
                      <a16:creationId xmlns:a16="http://schemas.microsoft.com/office/drawing/2014/main" id="{5896C32B-91DB-F593-8A04-6B402246A601}"/>
                    </a:ext>
                  </a:extLst>
                </p:cNvPr>
                <p:cNvPicPr/>
                <p:nvPr/>
              </p:nvPicPr>
              <p:blipFill>
                <a:blip r:embed="rId132"/>
                <a:stretch>
                  <a:fillRect/>
                </a:stretch>
              </p:blipFill>
              <p:spPr>
                <a:xfrm>
                  <a:off x="6879710" y="6008437"/>
                  <a:ext cx="4860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0" name="Ink 79">
                  <a:extLst>
                    <a:ext uri="{FF2B5EF4-FFF2-40B4-BE49-F238E27FC236}">
                      <a16:creationId xmlns:a16="http://schemas.microsoft.com/office/drawing/2014/main" id="{AE63EE09-458E-5D87-749E-E862015187B7}"/>
                    </a:ext>
                  </a:extLst>
                </p14:cNvPr>
                <p14:cNvContentPartPr/>
                <p14:nvPr/>
              </p14:nvContentPartPr>
              <p14:xfrm>
                <a:off x="7002110" y="6010237"/>
                <a:ext cx="48600" cy="207000"/>
              </p14:xfrm>
            </p:contentPart>
          </mc:Choice>
          <mc:Fallback xmlns="">
            <p:pic>
              <p:nvPicPr>
                <p:cNvPr id="80" name="Ink 79">
                  <a:extLst>
                    <a:ext uri="{FF2B5EF4-FFF2-40B4-BE49-F238E27FC236}">
                      <a16:creationId xmlns:a16="http://schemas.microsoft.com/office/drawing/2014/main" id="{AE63EE09-458E-5D87-749E-E862015187B7}"/>
                    </a:ext>
                  </a:extLst>
                </p:cNvPr>
                <p:cNvPicPr/>
                <p:nvPr/>
              </p:nvPicPr>
              <p:blipFill>
                <a:blip r:embed="rId134"/>
                <a:stretch>
                  <a:fillRect/>
                </a:stretch>
              </p:blipFill>
              <p:spPr>
                <a:xfrm>
                  <a:off x="6984110" y="5992237"/>
                  <a:ext cx="8424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1" name="Ink 80">
                  <a:extLst>
                    <a:ext uri="{FF2B5EF4-FFF2-40B4-BE49-F238E27FC236}">
                      <a16:creationId xmlns:a16="http://schemas.microsoft.com/office/drawing/2014/main" id="{5553ECE1-5000-1289-6537-A60F105697FF}"/>
                    </a:ext>
                  </a:extLst>
                </p14:cNvPr>
                <p14:cNvContentPartPr/>
                <p14:nvPr/>
              </p14:nvContentPartPr>
              <p14:xfrm>
                <a:off x="6917510" y="6113917"/>
                <a:ext cx="97560" cy="31320"/>
              </p14:xfrm>
            </p:contentPart>
          </mc:Choice>
          <mc:Fallback xmlns="">
            <p:pic>
              <p:nvPicPr>
                <p:cNvPr id="81" name="Ink 80">
                  <a:extLst>
                    <a:ext uri="{FF2B5EF4-FFF2-40B4-BE49-F238E27FC236}">
                      <a16:creationId xmlns:a16="http://schemas.microsoft.com/office/drawing/2014/main" id="{5553ECE1-5000-1289-6537-A60F105697FF}"/>
                    </a:ext>
                  </a:extLst>
                </p:cNvPr>
                <p:cNvPicPr/>
                <p:nvPr/>
              </p:nvPicPr>
              <p:blipFill>
                <a:blip r:embed="rId136"/>
                <a:stretch>
                  <a:fillRect/>
                </a:stretch>
              </p:blipFill>
              <p:spPr>
                <a:xfrm>
                  <a:off x="6899870" y="6096277"/>
                  <a:ext cx="133200" cy="66960"/>
                </a:xfrm>
                <a:prstGeom prst="rect">
                  <a:avLst/>
                </a:prstGeom>
              </p:spPr>
            </p:pic>
          </mc:Fallback>
        </mc:AlternateContent>
      </p:grpSp>
      <p:grpSp>
        <p:nvGrpSpPr>
          <p:cNvPr id="84" name="Group 83">
            <a:extLst>
              <a:ext uri="{FF2B5EF4-FFF2-40B4-BE49-F238E27FC236}">
                <a16:creationId xmlns:a16="http://schemas.microsoft.com/office/drawing/2014/main" id="{6264A3E0-B4B0-B57F-E56D-9ABD14A429BB}"/>
              </a:ext>
            </a:extLst>
          </p:cNvPr>
          <p:cNvGrpSpPr/>
          <p:nvPr/>
        </p:nvGrpSpPr>
        <p:grpSpPr>
          <a:xfrm>
            <a:off x="7251590" y="6064237"/>
            <a:ext cx="86040" cy="195480"/>
            <a:chOff x="7251590" y="6064237"/>
            <a:chExt cx="86040" cy="195480"/>
          </a:xfrm>
        </p:grpSpPr>
        <mc:AlternateContent xmlns:mc="http://schemas.openxmlformats.org/markup-compatibility/2006" xmlns:p14="http://schemas.microsoft.com/office/powerpoint/2010/main">
          <mc:Choice Requires="p14">
            <p:contentPart p14:bwMode="auto" r:id="rId137">
              <p14:nvContentPartPr>
                <p14:cNvPr id="82" name="Ink 81">
                  <a:extLst>
                    <a:ext uri="{FF2B5EF4-FFF2-40B4-BE49-F238E27FC236}">
                      <a16:creationId xmlns:a16="http://schemas.microsoft.com/office/drawing/2014/main" id="{7230538C-1F65-A47F-D146-6ACEDC15E16D}"/>
                    </a:ext>
                  </a:extLst>
                </p14:cNvPr>
                <p14:cNvContentPartPr/>
                <p14:nvPr/>
              </p14:nvContentPartPr>
              <p14:xfrm>
                <a:off x="7251950" y="6064237"/>
                <a:ext cx="48960" cy="195480"/>
              </p14:xfrm>
            </p:contentPart>
          </mc:Choice>
          <mc:Fallback xmlns="">
            <p:pic>
              <p:nvPicPr>
                <p:cNvPr id="82" name="Ink 81">
                  <a:extLst>
                    <a:ext uri="{FF2B5EF4-FFF2-40B4-BE49-F238E27FC236}">
                      <a16:creationId xmlns:a16="http://schemas.microsoft.com/office/drawing/2014/main" id="{7230538C-1F65-A47F-D146-6ACEDC15E16D}"/>
                    </a:ext>
                  </a:extLst>
                </p:cNvPr>
                <p:cNvPicPr/>
                <p:nvPr/>
              </p:nvPicPr>
              <p:blipFill>
                <a:blip r:embed="rId138"/>
                <a:stretch>
                  <a:fillRect/>
                </a:stretch>
              </p:blipFill>
              <p:spPr>
                <a:xfrm>
                  <a:off x="7234310" y="6046237"/>
                  <a:ext cx="8460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3" name="Ink 82">
                  <a:extLst>
                    <a:ext uri="{FF2B5EF4-FFF2-40B4-BE49-F238E27FC236}">
                      <a16:creationId xmlns:a16="http://schemas.microsoft.com/office/drawing/2014/main" id="{810E1754-844E-702A-C24A-1A8C287C94FB}"/>
                    </a:ext>
                  </a:extLst>
                </p14:cNvPr>
                <p14:cNvContentPartPr/>
                <p14:nvPr/>
              </p14:nvContentPartPr>
              <p14:xfrm>
                <a:off x="7251590" y="6168637"/>
                <a:ext cx="86040" cy="25920"/>
              </p14:xfrm>
            </p:contentPart>
          </mc:Choice>
          <mc:Fallback xmlns="">
            <p:pic>
              <p:nvPicPr>
                <p:cNvPr id="83" name="Ink 82">
                  <a:extLst>
                    <a:ext uri="{FF2B5EF4-FFF2-40B4-BE49-F238E27FC236}">
                      <a16:creationId xmlns:a16="http://schemas.microsoft.com/office/drawing/2014/main" id="{810E1754-844E-702A-C24A-1A8C287C94FB}"/>
                    </a:ext>
                  </a:extLst>
                </p:cNvPr>
                <p:cNvPicPr/>
                <p:nvPr/>
              </p:nvPicPr>
              <p:blipFill>
                <a:blip r:embed="rId140"/>
                <a:stretch>
                  <a:fillRect/>
                </a:stretch>
              </p:blipFill>
              <p:spPr>
                <a:xfrm>
                  <a:off x="7233590" y="6150637"/>
                  <a:ext cx="121680" cy="61560"/>
                </a:xfrm>
                <a:prstGeom prst="rect">
                  <a:avLst/>
                </a:prstGeom>
              </p:spPr>
            </p:pic>
          </mc:Fallback>
        </mc:AlternateContent>
      </p:grpSp>
      <p:grpSp>
        <p:nvGrpSpPr>
          <p:cNvPr id="99" name="Group 98">
            <a:extLst>
              <a:ext uri="{FF2B5EF4-FFF2-40B4-BE49-F238E27FC236}">
                <a16:creationId xmlns:a16="http://schemas.microsoft.com/office/drawing/2014/main" id="{BC25F8AB-14A9-D7BE-2FCC-6742840C9095}"/>
              </a:ext>
            </a:extLst>
          </p:cNvPr>
          <p:cNvGrpSpPr/>
          <p:nvPr/>
        </p:nvGrpSpPr>
        <p:grpSpPr>
          <a:xfrm>
            <a:off x="8080670" y="5157757"/>
            <a:ext cx="894960" cy="323280"/>
            <a:chOff x="8080670" y="5157757"/>
            <a:chExt cx="894960" cy="323280"/>
          </a:xfrm>
        </p:grpSpPr>
        <mc:AlternateContent xmlns:mc="http://schemas.openxmlformats.org/markup-compatibility/2006" xmlns:p14="http://schemas.microsoft.com/office/powerpoint/2010/main">
          <mc:Choice Requires="p14">
            <p:contentPart p14:bwMode="auto" r:id="rId141">
              <p14:nvContentPartPr>
                <p14:cNvPr id="86" name="Ink 85">
                  <a:extLst>
                    <a:ext uri="{FF2B5EF4-FFF2-40B4-BE49-F238E27FC236}">
                      <a16:creationId xmlns:a16="http://schemas.microsoft.com/office/drawing/2014/main" id="{0CD6C61C-A61C-E079-5D60-C8DBC91ABF74}"/>
                    </a:ext>
                  </a:extLst>
                </p14:cNvPr>
                <p14:cNvContentPartPr/>
                <p14:nvPr/>
              </p14:nvContentPartPr>
              <p14:xfrm>
                <a:off x="8080670" y="5171797"/>
                <a:ext cx="179640" cy="309240"/>
              </p14:xfrm>
            </p:contentPart>
          </mc:Choice>
          <mc:Fallback xmlns="">
            <p:pic>
              <p:nvPicPr>
                <p:cNvPr id="86" name="Ink 85">
                  <a:extLst>
                    <a:ext uri="{FF2B5EF4-FFF2-40B4-BE49-F238E27FC236}">
                      <a16:creationId xmlns:a16="http://schemas.microsoft.com/office/drawing/2014/main" id="{0CD6C61C-A61C-E079-5D60-C8DBC91ABF74}"/>
                    </a:ext>
                  </a:extLst>
                </p:cNvPr>
                <p:cNvPicPr/>
                <p:nvPr/>
              </p:nvPicPr>
              <p:blipFill>
                <a:blip r:embed="rId142"/>
                <a:stretch>
                  <a:fillRect/>
                </a:stretch>
              </p:blipFill>
              <p:spPr>
                <a:xfrm>
                  <a:off x="8062670" y="5154157"/>
                  <a:ext cx="21528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7" name="Ink 86">
                  <a:extLst>
                    <a:ext uri="{FF2B5EF4-FFF2-40B4-BE49-F238E27FC236}">
                      <a16:creationId xmlns:a16="http://schemas.microsoft.com/office/drawing/2014/main" id="{769BD9BA-AE46-CC2C-D069-8503F035ABFC}"/>
                    </a:ext>
                  </a:extLst>
                </p14:cNvPr>
                <p14:cNvContentPartPr/>
                <p14:nvPr/>
              </p14:nvContentPartPr>
              <p14:xfrm>
                <a:off x="8378030" y="5302117"/>
                <a:ext cx="155880" cy="122040"/>
              </p14:xfrm>
            </p:contentPart>
          </mc:Choice>
          <mc:Fallback xmlns="">
            <p:pic>
              <p:nvPicPr>
                <p:cNvPr id="87" name="Ink 86">
                  <a:extLst>
                    <a:ext uri="{FF2B5EF4-FFF2-40B4-BE49-F238E27FC236}">
                      <a16:creationId xmlns:a16="http://schemas.microsoft.com/office/drawing/2014/main" id="{769BD9BA-AE46-CC2C-D069-8503F035ABFC}"/>
                    </a:ext>
                  </a:extLst>
                </p:cNvPr>
                <p:cNvPicPr/>
                <p:nvPr/>
              </p:nvPicPr>
              <p:blipFill>
                <a:blip r:embed="rId144"/>
                <a:stretch>
                  <a:fillRect/>
                </a:stretch>
              </p:blipFill>
              <p:spPr>
                <a:xfrm>
                  <a:off x="8360030" y="5284117"/>
                  <a:ext cx="19152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8" name="Ink 87">
                  <a:extLst>
                    <a:ext uri="{FF2B5EF4-FFF2-40B4-BE49-F238E27FC236}">
                      <a16:creationId xmlns:a16="http://schemas.microsoft.com/office/drawing/2014/main" id="{B6917034-D26C-55D7-732C-9EB0C14B6655}"/>
                    </a:ext>
                  </a:extLst>
                </p14:cNvPr>
                <p14:cNvContentPartPr/>
                <p14:nvPr/>
              </p14:nvContentPartPr>
              <p14:xfrm>
                <a:off x="8677910" y="5157757"/>
                <a:ext cx="75960" cy="243720"/>
              </p14:xfrm>
            </p:contentPart>
          </mc:Choice>
          <mc:Fallback xmlns="">
            <p:pic>
              <p:nvPicPr>
                <p:cNvPr id="88" name="Ink 87">
                  <a:extLst>
                    <a:ext uri="{FF2B5EF4-FFF2-40B4-BE49-F238E27FC236}">
                      <a16:creationId xmlns:a16="http://schemas.microsoft.com/office/drawing/2014/main" id="{B6917034-D26C-55D7-732C-9EB0C14B6655}"/>
                    </a:ext>
                  </a:extLst>
                </p:cNvPr>
                <p:cNvPicPr/>
                <p:nvPr/>
              </p:nvPicPr>
              <p:blipFill>
                <a:blip r:embed="rId146"/>
                <a:stretch>
                  <a:fillRect/>
                </a:stretch>
              </p:blipFill>
              <p:spPr>
                <a:xfrm>
                  <a:off x="8659910" y="5140117"/>
                  <a:ext cx="11160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9" name="Ink 88">
                  <a:extLst>
                    <a:ext uri="{FF2B5EF4-FFF2-40B4-BE49-F238E27FC236}">
                      <a16:creationId xmlns:a16="http://schemas.microsoft.com/office/drawing/2014/main" id="{010EA82C-599E-D0C7-20DE-962932FB70F5}"/>
                    </a:ext>
                  </a:extLst>
                </p14:cNvPr>
                <p14:cNvContentPartPr/>
                <p14:nvPr/>
              </p14:nvContentPartPr>
              <p14:xfrm>
                <a:off x="8647670" y="5316517"/>
                <a:ext cx="80280" cy="18720"/>
              </p14:xfrm>
            </p:contentPart>
          </mc:Choice>
          <mc:Fallback xmlns="">
            <p:pic>
              <p:nvPicPr>
                <p:cNvPr id="89" name="Ink 88">
                  <a:extLst>
                    <a:ext uri="{FF2B5EF4-FFF2-40B4-BE49-F238E27FC236}">
                      <a16:creationId xmlns:a16="http://schemas.microsoft.com/office/drawing/2014/main" id="{010EA82C-599E-D0C7-20DE-962932FB70F5}"/>
                    </a:ext>
                  </a:extLst>
                </p:cNvPr>
                <p:cNvPicPr/>
                <p:nvPr/>
              </p:nvPicPr>
              <p:blipFill>
                <a:blip r:embed="rId148"/>
                <a:stretch>
                  <a:fillRect/>
                </a:stretch>
              </p:blipFill>
              <p:spPr>
                <a:xfrm>
                  <a:off x="8630030" y="5298877"/>
                  <a:ext cx="11592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90" name="Ink 89">
                  <a:extLst>
                    <a:ext uri="{FF2B5EF4-FFF2-40B4-BE49-F238E27FC236}">
                      <a16:creationId xmlns:a16="http://schemas.microsoft.com/office/drawing/2014/main" id="{43BD078A-4EA4-0F46-A76A-067C70F048E6}"/>
                    </a:ext>
                  </a:extLst>
                </p14:cNvPr>
                <p14:cNvContentPartPr/>
                <p14:nvPr/>
              </p14:nvContentPartPr>
              <p14:xfrm>
                <a:off x="8816510" y="5268277"/>
                <a:ext cx="159120" cy="114840"/>
              </p14:xfrm>
            </p:contentPart>
          </mc:Choice>
          <mc:Fallback xmlns="">
            <p:pic>
              <p:nvPicPr>
                <p:cNvPr id="90" name="Ink 89">
                  <a:extLst>
                    <a:ext uri="{FF2B5EF4-FFF2-40B4-BE49-F238E27FC236}">
                      <a16:creationId xmlns:a16="http://schemas.microsoft.com/office/drawing/2014/main" id="{43BD078A-4EA4-0F46-A76A-067C70F048E6}"/>
                    </a:ext>
                  </a:extLst>
                </p:cNvPr>
                <p:cNvPicPr/>
                <p:nvPr/>
              </p:nvPicPr>
              <p:blipFill>
                <a:blip r:embed="rId150"/>
                <a:stretch>
                  <a:fillRect/>
                </a:stretch>
              </p:blipFill>
              <p:spPr>
                <a:xfrm>
                  <a:off x="8798870" y="5250277"/>
                  <a:ext cx="194760" cy="150480"/>
                </a:xfrm>
                <a:prstGeom prst="rect">
                  <a:avLst/>
                </a:prstGeom>
              </p:spPr>
            </p:pic>
          </mc:Fallback>
        </mc:AlternateContent>
      </p:grpSp>
      <p:grpSp>
        <p:nvGrpSpPr>
          <p:cNvPr id="98" name="Group 97">
            <a:extLst>
              <a:ext uri="{FF2B5EF4-FFF2-40B4-BE49-F238E27FC236}">
                <a16:creationId xmlns:a16="http://schemas.microsoft.com/office/drawing/2014/main" id="{1417113D-F3FB-A6D1-A891-5860B9D38855}"/>
              </a:ext>
            </a:extLst>
          </p:cNvPr>
          <p:cNvGrpSpPr/>
          <p:nvPr/>
        </p:nvGrpSpPr>
        <p:grpSpPr>
          <a:xfrm>
            <a:off x="7971590" y="5906197"/>
            <a:ext cx="820800" cy="367200"/>
            <a:chOff x="7971590" y="5906197"/>
            <a:chExt cx="820800" cy="367200"/>
          </a:xfrm>
        </p:grpSpPr>
        <mc:AlternateContent xmlns:mc="http://schemas.openxmlformats.org/markup-compatibility/2006" xmlns:p14="http://schemas.microsoft.com/office/powerpoint/2010/main">
          <mc:Choice Requires="p14">
            <p:contentPart p14:bwMode="auto" r:id="rId151">
              <p14:nvContentPartPr>
                <p14:cNvPr id="91" name="Ink 90">
                  <a:extLst>
                    <a:ext uri="{FF2B5EF4-FFF2-40B4-BE49-F238E27FC236}">
                      <a16:creationId xmlns:a16="http://schemas.microsoft.com/office/drawing/2014/main" id="{3371A806-E891-519C-8B8B-AA595C2B6CAE}"/>
                    </a:ext>
                  </a:extLst>
                </p14:cNvPr>
                <p14:cNvContentPartPr/>
                <p14:nvPr/>
              </p14:nvContentPartPr>
              <p14:xfrm>
                <a:off x="7971590" y="5980717"/>
                <a:ext cx="142200" cy="292680"/>
              </p14:xfrm>
            </p:contentPart>
          </mc:Choice>
          <mc:Fallback xmlns="">
            <p:pic>
              <p:nvPicPr>
                <p:cNvPr id="91" name="Ink 90">
                  <a:extLst>
                    <a:ext uri="{FF2B5EF4-FFF2-40B4-BE49-F238E27FC236}">
                      <a16:creationId xmlns:a16="http://schemas.microsoft.com/office/drawing/2014/main" id="{3371A806-E891-519C-8B8B-AA595C2B6CAE}"/>
                    </a:ext>
                  </a:extLst>
                </p:cNvPr>
                <p:cNvPicPr/>
                <p:nvPr/>
              </p:nvPicPr>
              <p:blipFill>
                <a:blip r:embed="rId152"/>
                <a:stretch>
                  <a:fillRect/>
                </a:stretch>
              </p:blipFill>
              <p:spPr>
                <a:xfrm>
                  <a:off x="7953590" y="5963077"/>
                  <a:ext cx="17784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92" name="Ink 91">
                  <a:extLst>
                    <a:ext uri="{FF2B5EF4-FFF2-40B4-BE49-F238E27FC236}">
                      <a16:creationId xmlns:a16="http://schemas.microsoft.com/office/drawing/2014/main" id="{AF8B1404-7FCF-CE12-3E70-3BA303F78F12}"/>
                    </a:ext>
                  </a:extLst>
                </p14:cNvPr>
                <p14:cNvContentPartPr/>
                <p14:nvPr/>
              </p14:nvContentPartPr>
              <p14:xfrm>
                <a:off x="8201270" y="6089437"/>
                <a:ext cx="158760" cy="135000"/>
              </p14:xfrm>
            </p:contentPart>
          </mc:Choice>
          <mc:Fallback xmlns="">
            <p:pic>
              <p:nvPicPr>
                <p:cNvPr id="92" name="Ink 91">
                  <a:extLst>
                    <a:ext uri="{FF2B5EF4-FFF2-40B4-BE49-F238E27FC236}">
                      <a16:creationId xmlns:a16="http://schemas.microsoft.com/office/drawing/2014/main" id="{AF8B1404-7FCF-CE12-3E70-3BA303F78F12}"/>
                    </a:ext>
                  </a:extLst>
                </p:cNvPr>
                <p:cNvPicPr/>
                <p:nvPr/>
              </p:nvPicPr>
              <p:blipFill>
                <a:blip r:embed="rId154"/>
                <a:stretch>
                  <a:fillRect/>
                </a:stretch>
              </p:blipFill>
              <p:spPr>
                <a:xfrm>
                  <a:off x="8183630" y="6071797"/>
                  <a:ext cx="19440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3" name="Ink 92">
                  <a:extLst>
                    <a:ext uri="{FF2B5EF4-FFF2-40B4-BE49-F238E27FC236}">
                      <a16:creationId xmlns:a16="http://schemas.microsoft.com/office/drawing/2014/main" id="{9687BC71-3670-AE15-CD98-B68E24BAC9C5}"/>
                    </a:ext>
                  </a:extLst>
                </p14:cNvPr>
                <p14:cNvContentPartPr/>
                <p14:nvPr/>
              </p14:nvContentPartPr>
              <p14:xfrm>
                <a:off x="8507270" y="5906197"/>
                <a:ext cx="48960" cy="280440"/>
              </p14:xfrm>
            </p:contentPart>
          </mc:Choice>
          <mc:Fallback xmlns="">
            <p:pic>
              <p:nvPicPr>
                <p:cNvPr id="93" name="Ink 92">
                  <a:extLst>
                    <a:ext uri="{FF2B5EF4-FFF2-40B4-BE49-F238E27FC236}">
                      <a16:creationId xmlns:a16="http://schemas.microsoft.com/office/drawing/2014/main" id="{9687BC71-3670-AE15-CD98-B68E24BAC9C5}"/>
                    </a:ext>
                  </a:extLst>
                </p:cNvPr>
                <p:cNvPicPr/>
                <p:nvPr/>
              </p:nvPicPr>
              <p:blipFill>
                <a:blip r:embed="rId156"/>
                <a:stretch>
                  <a:fillRect/>
                </a:stretch>
              </p:blipFill>
              <p:spPr>
                <a:xfrm>
                  <a:off x="8489270" y="5888557"/>
                  <a:ext cx="8460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4" name="Ink 93">
                  <a:extLst>
                    <a:ext uri="{FF2B5EF4-FFF2-40B4-BE49-F238E27FC236}">
                      <a16:creationId xmlns:a16="http://schemas.microsoft.com/office/drawing/2014/main" id="{C3DAAACB-673F-A7A5-AD23-050DCAD4EEF3}"/>
                    </a:ext>
                  </a:extLst>
                </p14:cNvPr>
                <p14:cNvContentPartPr/>
                <p14:nvPr/>
              </p14:nvContentPartPr>
              <p14:xfrm>
                <a:off x="8458670" y="6014197"/>
                <a:ext cx="333720" cy="106560"/>
              </p14:xfrm>
            </p:contentPart>
          </mc:Choice>
          <mc:Fallback xmlns="">
            <p:pic>
              <p:nvPicPr>
                <p:cNvPr id="94" name="Ink 93">
                  <a:extLst>
                    <a:ext uri="{FF2B5EF4-FFF2-40B4-BE49-F238E27FC236}">
                      <a16:creationId xmlns:a16="http://schemas.microsoft.com/office/drawing/2014/main" id="{C3DAAACB-673F-A7A5-AD23-050DCAD4EEF3}"/>
                    </a:ext>
                  </a:extLst>
                </p:cNvPr>
                <p:cNvPicPr/>
                <p:nvPr/>
              </p:nvPicPr>
              <p:blipFill>
                <a:blip r:embed="rId158"/>
                <a:stretch>
                  <a:fillRect/>
                </a:stretch>
              </p:blipFill>
              <p:spPr>
                <a:xfrm>
                  <a:off x="8441030" y="5996557"/>
                  <a:ext cx="369360" cy="142200"/>
                </a:xfrm>
                <a:prstGeom prst="rect">
                  <a:avLst/>
                </a:prstGeom>
              </p:spPr>
            </p:pic>
          </mc:Fallback>
        </mc:AlternateContent>
      </p:grpSp>
      <p:grpSp>
        <p:nvGrpSpPr>
          <p:cNvPr id="97" name="Group 96">
            <a:extLst>
              <a:ext uri="{FF2B5EF4-FFF2-40B4-BE49-F238E27FC236}">
                <a16:creationId xmlns:a16="http://schemas.microsoft.com/office/drawing/2014/main" id="{9DCE4696-A9C8-7854-9EAA-F14A18DD7B6A}"/>
              </a:ext>
            </a:extLst>
          </p:cNvPr>
          <p:cNvGrpSpPr/>
          <p:nvPr/>
        </p:nvGrpSpPr>
        <p:grpSpPr>
          <a:xfrm>
            <a:off x="4837070" y="5927077"/>
            <a:ext cx="553680" cy="700200"/>
            <a:chOff x="4837070" y="5927077"/>
            <a:chExt cx="553680" cy="700200"/>
          </a:xfrm>
        </p:grpSpPr>
        <mc:AlternateContent xmlns:mc="http://schemas.openxmlformats.org/markup-compatibility/2006" xmlns:p14="http://schemas.microsoft.com/office/powerpoint/2010/main">
          <mc:Choice Requires="p14">
            <p:contentPart p14:bwMode="auto" r:id="rId159">
              <p14:nvContentPartPr>
                <p14:cNvPr id="95" name="Ink 94">
                  <a:extLst>
                    <a:ext uri="{FF2B5EF4-FFF2-40B4-BE49-F238E27FC236}">
                      <a16:creationId xmlns:a16="http://schemas.microsoft.com/office/drawing/2014/main" id="{717CB337-2DF7-CD9E-8DD6-DEE2FD0B4266}"/>
                    </a:ext>
                  </a:extLst>
                </p14:cNvPr>
                <p14:cNvContentPartPr/>
                <p14:nvPr/>
              </p14:nvContentPartPr>
              <p14:xfrm>
                <a:off x="4837070" y="6185557"/>
                <a:ext cx="553680" cy="343800"/>
              </p14:xfrm>
            </p:contentPart>
          </mc:Choice>
          <mc:Fallback xmlns="">
            <p:pic>
              <p:nvPicPr>
                <p:cNvPr id="95" name="Ink 94">
                  <a:extLst>
                    <a:ext uri="{FF2B5EF4-FFF2-40B4-BE49-F238E27FC236}">
                      <a16:creationId xmlns:a16="http://schemas.microsoft.com/office/drawing/2014/main" id="{717CB337-2DF7-CD9E-8DD6-DEE2FD0B4266}"/>
                    </a:ext>
                  </a:extLst>
                </p:cNvPr>
                <p:cNvPicPr/>
                <p:nvPr/>
              </p:nvPicPr>
              <p:blipFill>
                <a:blip r:embed="rId160"/>
                <a:stretch>
                  <a:fillRect/>
                </a:stretch>
              </p:blipFill>
              <p:spPr>
                <a:xfrm>
                  <a:off x="4819430" y="6167917"/>
                  <a:ext cx="589320" cy="37944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6" name="Ink 95">
                  <a:extLst>
                    <a:ext uri="{FF2B5EF4-FFF2-40B4-BE49-F238E27FC236}">
                      <a16:creationId xmlns:a16="http://schemas.microsoft.com/office/drawing/2014/main" id="{D800F12D-DE4B-393C-FBA4-EA8FDCBAF05A}"/>
                    </a:ext>
                  </a:extLst>
                </p14:cNvPr>
                <p14:cNvContentPartPr/>
                <p14:nvPr/>
              </p14:nvContentPartPr>
              <p14:xfrm>
                <a:off x="4977470" y="5927077"/>
                <a:ext cx="364680" cy="700200"/>
              </p14:xfrm>
            </p:contentPart>
          </mc:Choice>
          <mc:Fallback xmlns="">
            <p:pic>
              <p:nvPicPr>
                <p:cNvPr id="96" name="Ink 95">
                  <a:extLst>
                    <a:ext uri="{FF2B5EF4-FFF2-40B4-BE49-F238E27FC236}">
                      <a16:creationId xmlns:a16="http://schemas.microsoft.com/office/drawing/2014/main" id="{D800F12D-DE4B-393C-FBA4-EA8FDCBAF05A}"/>
                    </a:ext>
                  </a:extLst>
                </p:cNvPr>
                <p:cNvPicPr/>
                <p:nvPr/>
              </p:nvPicPr>
              <p:blipFill>
                <a:blip r:embed="rId162"/>
                <a:stretch>
                  <a:fillRect/>
                </a:stretch>
              </p:blipFill>
              <p:spPr>
                <a:xfrm>
                  <a:off x="4959470" y="5909437"/>
                  <a:ext cx="400320" cy="735840"/>
                </a:xfrm>
                <a:prstGeom prst="rect">
                  <a:avLst/>
                </a:prstGeom>
              </p:spPr>
            </p:pic>
          </mc:Fallback>
        </mc:AlternateContent>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8739" y="14986"/>
            <a:ext cx="10328275" cy="505267"/>
          </a:xfrm>
          <a:prstGeom prst="rect">
            <a:avLst/>
          </a:prstGeom>
        </p:spPr>
        <p:txBody>
          <a:bodyPr vert="horz" wrap="square" lIns="0" tIns="12700" rIns="0" bIns="0" rtlCol="0">
            <a:spAutoFit/>
          </a:bodyPr>
          <a:lstStyle/>
          <a:p>
            <a:pPr marL="12700">
              <a:lnSpc>
                <a:spcPct val="100000"/>
              </a:lnSpc>
              <a:spcBef>
                <a:spcPts val="100"/>
              </a:spcBef>
            </a:pPr>
            <a:r>
              <a:rPr dirty="0"/>
              <a:t>How</a:t>
            </a:r>
            <a:r>
              <a:rPr spc="-45" dirty="0"/>
              <a:t> </a:t>
            </a:r>
            <a:r>
              <a:rPr dirty="0"/>
              <a:t>do</a:t>
            </a:r>
            <a:r>
              <a:rPr spc="-25" dirty="0"/>
              <a:t> </a:t>
            </a:r>
            <a:r>
              <a:rPr dirty="0"/>
              <a:t>we</a:t>
            </a:r>
            <a:r>
              <a:rPr spc="-50" dirty="0"/>
              <a:t> </a:t>
            </a:r>
            <a:r>
              <a:rPr dirty="0"/>
              <a:t>calculate</a:t>
            </a:r>
            <a:r>
              <a:rPr spc="-25" dirty="0"/>
              <a:t> </a:t>
            </a:r>
            <a:r>
              <a:rPr spc="-25" dirty="0">
                <a:latin typeface="Symbol"/>
                <a:cs typeface="Symbol"/>
              </a:rPr>
              <a:t></a:t>
            </a:r>
            <a:r>
              <a:rPr spc="-25" dirty="0"/>
              <a:t>f</a:t>
            </a:r>
            <a:r>
              <a:rPr lang="en-US" spc="-25" dirty="0"/>
              <a:t> / B</a:t>
            </a:r>
            <a:endParaRPr spc="-25" dirty="0"/>
          </a:p>
        </p:txBody>
      </p:sp>
      <p:sp>
        <p:nvSpPr>
          <p:cNvPr id="3" name="object 3"/>
          <p:cNvSpPr txBox="1"/>
          <p:nvPr/>
        </p:nvSpPr>
        <p:spPr>
          <a:xfrm>
            <a:off x="307239" y="1169924"/>
            <a:ext cx="11685270" cy="5147310"/>
          </a:xfrm>
          <a:prstGeom prst="rect">
            <a:avLst/>
          </a:prstGeom>
        </p:spPr>
        <p:txBody>
          <a:bodyPr vert="horz" wrap="square" lIns="0" tIns="13335" rIns="0" bIns="0" rtlCol="0">
            <a:spAutoFit/>
          </a:bodyPr>
          <a:lstStyle/>
          <a:p>
            <a:pPr marL="12700">
              <a:lnSpc>
                <a:spcPct val="100000"/>
              </a:lnSpc>
              <a:spcBef>
                <a:spcPts val="105"/>
              </a:spcBef>
            </a:pPr>
            <a:r>
              <a:rPr sz="1400" dirty="0">
                <a:latin typeface="Arial"/>
                <a:cs typeface="Arial"/>
              </a:rPr>
              <a:t>There</a:t>
            </a:r>
            <a:r>
              <a:rPr sz="1400" spc="-45" dirty="0">
                <a:latin typeface="Arial"/>
                <a:cs typeface="Arial"/>
              </a:rPr>
              <a:t> </a:t>
            </a:r>
            <a:r>
              <a:rPr sz="1400" dirty="0">
                <a:latin typeface="Arial"/>
                <a:cs typeface="Arial"/>
              </a:rPr>
              <a:t>are</a:t>
            </a:r>
            <a:r>
              <a:rPr sz="1400" spc="-35" dirty="0">
                <a:latin typeface="Arial"/>
                <a:cs typeface="Arial"/>
              </a:rPr>
              <a:t> </a:t>
            </a:r>
            <a:r>
              <a:rPr sz="1400" dirty="0">
                <a:latin typeface="Arial"/>
                <a:cs typeface="Arial"/>
              </a:rPr>
              <a:t>different</a:t>
            </a:r>
            <a:r>
              <a:rPr sz="1400" spc="-65" dirty="0">
                <a:latin typeface="Arial"/>
                <a:cs typeface="Arial"/>
              </a:rPr>
              <a:t> </a:t>
            </a:r>
            <a:r>
              <a:rPr sz="1400" dirty="0">
                <a:latin typeface="Arial"/>
                <a:cs typeface="Arial"/>
              </a:rPr>
              <a:t>bandwidths</a:t>
            </a:r>
            <a:r>
              <a:rPr sz="1400" spc="-35" dirty="0">
                <a:latin typeface="Arial"/>
                <a:cs typeface="Arial"/>
              </a:rPr>
              <a:t> </a:t>
            </a:r>
            <a:r>
              <a:rPr sz="1400" dirty="0">
                <a:latin typeface="Arial"/>
                <a:cs typeface="Arial"/>
              </a:rPr>
              <a:t>to</a:t>
            </a:r>
            <a:r>
              <a:rPr sz="1400" spc="-25" dirty="0">
                <a:latin typeface="Arial"/>
                <a:cs typeface="Arial"/>
              </a:rPr>
              <a:t> </a:t>
            </a:r>
            <a:r>
              <a:rPr sz="1400" dirty="0">
                <a:latin typeface="Arial"/>
                <a:cs typeface="Arial"/>
              </a:rPr>
              <a:t>consider,</a:t>
            </a:r>
            <a:r>
              <a:rPr sz="1400" spc="-55" dirty="0">
                <a:latin typeface="Arial"/>
                <a:cs typeface="Arial"/>
              </a:rPr>
              <a:t> </a:t>
            </a:r>
            <a:r>
              <a:rPr sz="1400" dirty="0">
                <a:latin typeface="Arial"/>
                <a:cs typeface="Arial"/>
              </a:rPr>
              <a:t>depending</a:t>
            </a:r>
            <a:r>
              <a:rPr sz="1400" spc="-55" dirty="0">
                <a:latin typeface="Arial"/>
                <a:cs typeface="Arial"/>
              </a:rPr>
              <a:t> </a:t>
            </a:r>
            <a:r>
              <a:rPr sz="1400" dirty="0">
                <a:latin typeface="Arial"/>
                <a:cs typeface="Arial"/>
              </a:rPr>
              <a:t>on</a:t>
            </a:r>
            <a:r>
              <a:rPr sz="1400" spc="-35" dirty="0">
                <a:latin typeface="Arial"/>
                <a:cs typeface="Arial"/>
              </a:rPr>
              <a:t> </a:t>
            </a:r>
            <a:r>
              <a:rPr sz="1400" dirty="0">
                <a:latin typeface="Arial"/>
                <a:cs typeface="Arial"/>
              </a:rPr>
              <a:t>the</a:t>
            </a:r>
            <a:r>
              <a:rPr sz="1400" spc="-35" dirty="0">
                <a:latin typeface="Arial"/>
                <a:cs typeface="Arial"/>
              </a:rPr>
              <a:t> </a:t>
            </a:r>
            <a:r>
              <a:rPr sz="1400" dirty="0">
                <a:latin typeface="Arial"/>
                <a:cs typeface="Arial"/>
              </a:rPr>
              <a:t>context</a:t>
            </a:r>
            <a:r>
              <a:rPr sz="1400" spc="-40" dirty="0">
                <a:latin typeface="Arial"/>
                <a:cs typeface="Arial"/>
              </a:rPr>
              <a:t> </a:t>
            </a:r>
            <a:r>
              <a:rPr sz="1400" dirty="0">
                <a:latin typeface="Arial"/>
                <a:cs typeface="Arial"/>
              </a:rPr>
              <a:t>of</a:t>
            </a:r>
            <a:r>
              <a:rPr sz="1400" spc="-30" dirty="0">
                <a:latin typeface="Arial"/>
                <a:cs typeface="Arial"/>
              </a:rPr>
              <a:t> </a:t>
            </a:r>
            <a:r>
              <a:rPr sz="1400" dirty="0">
                <a:latin typeface="Arial"/>
                <a:cs typeface="Arial"/>
              </a:rPr>
              <a:t>the</a:t>
            </a:r>
            <a:r>
              <a:rPr sz="1400" spc="-30" dirty="0">
                <a:latin typeface="Arial"/>
                <a:cs typeface="Arial"/>
              </a:rPr>
              <a:t> </a:t>
            </a:r>
            <a:r>
              <a:rPr sz="1400" spc="-10" dirty="0">
                <a:latin typeface="Arial"/>
                <a:cs typeface="Arial"/>
              </a:rPr>
              <a:t>system:</a:t>
            </a:r>
            <a:endParaRPr sz="1400" dirty="0">
              <a:latin typeface="Arial"/>
              <a:cs typeface="Arial"/>
            </a:endParaRPr>
          </a:p>
          <a:p>
            <a:pPr>
              <a:lnSpc>
                <a:spcPct val="100000"/>
              </a:lnSpc>
              <a:spcBef>
                <a:spcPts val="65"/>
              </a:spcBef>
            </a:pPr>
            <a:endParaRPr sz="1400" dirty="0">
              <a:latin typeface="Arial"/>
              <a:cs typeface="Arial"/>
            </a:endParaRPr>
          </a:p>
          <a:p>
            <a:pPr marL="12700">
              <a:lnSpc>
                <a:spcPct val="100000"/>
              </a:lnSpc>
            </a:pPr>
            <a:r>
              <a:rPr sz="1400" b="1" dirty="0">
                <a:latin typeface="Arial"/>
                <a:cs typeface="Arial"/>
              </a:rPr>
              <a:t>Signal</a:t>
            </a:r>
            <a:r>
              <a:rPr sz="1400" b="1" spc="-60" dirty="0">
                <a:latin typeface="Arial"/>
                <a:cs typeface="Arial"/>
              </a:rPr>
              <a:t> </a:t>
            </a:r>
            <a:r>
              <a:rPr sz="1400" b="1" spc="-10" dirty="0">
                <a:latin typeface="Arial"/>
                <a:cs typeface="Arial"/>
              </a:rPr>
              <a:t>Bandwidth</a:t>
            </a:r>
            <a:endParaRPr sz="1400" dirty="0">
              <a:latin typeface="Arial"/>
              <a:cs typeface="Arial"/>
            </a:endParaRPr>
          </a:p>
          <a:p>
            <a:pPr marL="74930" indent="-69850">
              <a:lnSpc>
                <a:spcPct val="100000"/>
              </a:lnSpc>
              <a:spcBef>
                <a:spcPts val="5"/>
              </a:spcBef>
              <a:buSzPct val="92857"/>
              <a:buChar char="•"/>
              <a:tabLst>
                <a:tab pos="74930" algn="l"/>
              </a:tabLst>
            </a:pPr>
            <a:r>
              <a:rPr sz="1400" dirty="0">
                <a:latin typeface="Arial"/>
                <a:cs typeface="Arial"/>
              </a:rPr>
              <a:t>This</a:t>
            </a:r>
            <a:r>
              <a:rPr sz="1400" spc="-30" dirty="0">
                <a:latin typeface="Arial"/>
                <a:cs typeface="Arial"/>
              </a:rPr>
              <a:t> </a:t>
            </a:r>
            <a:r>
              <a:rPr sz="1400" dirty="0">
                <a:latin typeface="Arial"/>
                <a:cs typeface="Arial"/>
              </a:rPr>
              <a:t>is</a:t>
            </a:r>
            <a:r>
              <a:rPr sz="1400" spc="-10" dirty="0">
                <a:latin typeface="Arial"/>
                <a:cs typeface="Arial"/>
              </a:rPr>
              <a:t> </a:t>
            </a:r>
            <a:r>
              <a:rPr sz="1400" dirty="0">
                <a:latin typeface="Arial"/>
                <a:cs typeface="Arial"/>
              </a:rPr>
              <a:t>the</a:t>
            </a:r>
            <a:r>
              <a:rPr sz="1400" spc="-40" dirty="0">
                <a:latin typeface="Arial"/>
                <a:cs typeface="Arial"/>
              </a:rPr>
              <a:t> </a:t>
            </a:r>
            <a:r>
              <a:rPr sz="1400" dirty="0">
                <a:latin typeface="Arial"/>
                <a:cs typeface="Arial"/>
              </a:rPr>
              <a:t>frequency</a:t>
            </a:r>
            <a:r>
              <a:rPr sz="1400" spc="-65" dirty="0">
                <a:latin typeface="Arial"/>
                <a:cs typeface="Arial"/>
              </a:rPr>
              <a:t> </a:t>
            </a:r>
            <a:r>
              <a:rPr sz="1400" dirty="0">
                <a:latin typeface="Arial"/>
                <a:cs typeface="Arial"/>
              </a:rPr>
              <a:t>range</a:t>
            </a:r>
            <a:r>
              <a:rPr sz="1400" spc="-40" dirty="0">
                <a:latin typeface="Arial"/>
                <a:cs typeface="Arial"/>
              </a:rPr>
              <a:t> </a:t>
            </a:r>
            <a:r>
              <a:rPr sz="1400" dirty="0">
                <a:latin typeface="Arial"/>
                <a:cs typeface="Arial"/>
              </a:rPr>
              <a:t>over</a:t>
            </a:r>
            <a:r>
              <a:rPr sz="1400" spc="-5" dirty="0">
                <a:latin typeface="Arial"/>
                <a:cs typeface="Arial"/>
              </a:rPr>
              <a:t> </a:t>
            </a:r>
            <a:r>
              <a:rPr sz="1400" dirty="0">
                <a:latin typeface="Arial"/>
                <a:cs typeface="Arial"/>
              </a:rPr>
              <a:t>which</a:t>
            </a:r>
            <a:r>
              <a:rPr sz="1400" spc="-25" dirty="0">
                <a:latin typeface="Arial"/>
                <a:cs typeface="Arial"/>
              </a:rPr>
              <a:t> </a:t>
            </a:r>
            <a:r>
              <a:rPr sz="1400" dirty="0">
                <a:latin typeface="Arial"/>
                <a:cs typeface="Arial"/>
              </a:rPr>
              <a:t>the</a:t>
            </a:r>
            <a:r>
              <a:rPr sz="1400" spc="-30" dirty="0">
                <a:latin typeface="Arial"/>
                <a:cs typeface="Arial"/>
              </a:rPr>
              <a:t> </a:t>
            </a:r>
            <a:r>
              <a:rPr sz="1400" dirty="0">
                <a:latin typeface="Arial"/>
                <a:cs typeface="Arial"/>
              </a:rPr>
              <a:t>actual</a:t>
            </a:r>
            <a:r>
              <a:rPr sz="1400" spc="-55" dirty="0">
                <a:latin typeface="Arial"/>
                <a:cs typeface="Arial"/>
              </a:rPr>
              <a:t> </a:t>
            </a:r>
            <a:r>
              <a:rPr sz="1400" dirty="0">
                <a:latin typeface="Arial"/>
                <a:cs typeface="Arial"/>
              </a:rPr>
              <a:t>signal</a:t>
            </a:r>
            <a:r>
              <a:rPr sz="1400" spc="-30" dirty="0">
                <a:latin typeface="Arial"/>
                <a:cs typeface="Arial"/>
              </a:rPr>
              <a:t> </a:t>
            </a:r>
            <a:r>
              <a:rPr sz="1400" dirty="0">
                <a:latin typeface="Arial"/>
                <a:cs typeface="Arial"/>
              </a:rPr>
              <a:t>is</a:t>
            </a:r>
            <a:r>
              <a:rPr sz="1400" spc="-15" dirty="0">
                <a:latin typeface="Arial"/>
                <a:cs typeface="Arial"/>
              </a:rPr>
              <a:t> </a:t>
            </a:r>
            <a:r>
              <a:rPr sz="1400" dirty="0">
                <a:latin typeface="Arial"/>
                <a:cs typeface="Arial"/>
              </a:rPr>
              <a:t>transmitted</a:t>
            </a:r>
            <a:r>
              <a:rPr sz="1400" spc="-55" dirty="0">
                <a:latin typeface="Arial"/>
                <a:cs typeface="Arial"/>
              </a:rPr>
              <a:t> </a:t>
            </a:r>
            <a:r>
              <a:rPr sz="1400" dirty="0">
                <a:latin typeface="Arial"/>
                <a:cs typeface="Arial"/>
              </a:rPr>
              <a:t>or</a:t>
            </a:r>
            <a:r>
              <a:rPr sz="1400" spc="-30" dirty="0">
                <a:latin typeface="Arial"/>
                <a:cs typeface="Arial"/>
              </a:rPr>
              <a:t> </a:t>
            </a:r>
            <a:r>
              <a:rPr sz="1400" spc="-10" dirty="0">
                <a:latin typeface="Arial"/>
                <a:cs typeface="Arial"/>
              </a:rPr>
              <a:t>detected.</a:t>
            </a:r>
            <a:endParaRPr sz="1400" dirty="0">
              <a:latin typeface="Arial"/>
              <a:cs typeface="Arial"/>
            </a:endParaRPr>
          </a:p>
          <a:p>
            <a:pPr marL="74930" indent="-69850">
              <a:lnSpc>
                <a:spcPct val="100000"/>
              </a:lnSpc>
              <a:buSzPct val="92857"/>
              <a:buChar char="•"/>
              <a:tabLst>
                <a:tab pos="74930" algn="l"/>
              </a:tabLst>
            </a:pPr>
            <a:r>
              <a:rPr sz="1400" dirty="0">
                <a:latin typeface="Arial"/>
                <a:cs typeface="Arial"/>
              </a:rPr>
              <a:t>If</a:t>
            </a:r>
            <a:r>
              <a:rPr sz="1400" spc="-25" dirty="0">
                <a:latin typeface="Arial"/>
                <a:cs typeface="Arial"/>
              </a:rPr>
              <a:t> </a:t>
            </a:r>
            <a:r>
              <a:rPr sz="1400" dirty="0">
                <a:latin typeface="Arial"/>
                <a:cs typeface="Arial"/>
              </a:rPr>
              <a:t>you are</a:t>
            </a:r>
            <a:r>
              <a:rPr sz="1400" spc="-25" dirty="0">
                <a:latin typeface="Arial"/>
                <a:cs typeface="Arial"/>
              </a:rPr>
              <a:t> </a:t>
            </a:r>
            <a:r>
              <a:rPr sz="1400" dirty="0">
                <a:latin typeface="Arial"/>
                <a:cs typeface="Arial"/>
              </a:rPr>
              <a:t>analyzing</a:t>
            </a:r>
            <a:r>
              <a:rPr sz="1400" spc="-25" dirty="0">
                <a:latin typeface="Arial"/>
                <a:cs typeface="Arial"/>
              </a:rPr>
              <a:t> </a:t>
            </a:r>
            <a:r>
              <a:rPr sz="1400" dirty="0">
                <a:latin typeface="Arial"/>
                <a:cs typeface="Arial"/>
              </a:rPr>
              <a:t>the</a:t>
            </a:r>
            <a:r>
              <a:rPr sz="1400" spc="-40" dirty="0">
                <a:latin typeface="Arial"/>
                <a:cs typeface="Arial"/>
              </a:rPr>
              <a:t> </a:t>
            </a:r>
            <a:r>
              <a:rPr sz="1400" dirty="0">
                <a:latin typeface="Arial"/>
                <a:cs typeface="Arial"/>
              </a:rPr>
              <a:t>noise</a:t>
            </a:r>
            <a:r>
              <a:rPr sz="1400" spc="-25" dirty="0">
                <a:latin typeface="Arial"/>
                <a:cs typeface="Arial"/>
              </a:rPr>
              <a:t> </a:t>
            </a:r>
            <a:r>
              <a:rPr sz="1400" dirty="0">
                <a:latin typeface="Arial"/>
                <a:cs typeface="Arial"/>
              </a:rPr>
              <a:t>in</a:t>
            </a:r>
            <a:r>
              <a:rPr sz="1400" spc="-15" dirty="0">
                <a:latin typeface="Arial"/>
                <a:cs typeface="Arial"/>
              </a:rPr>
              <a:t> </a:t>
            </a:r>
            <a:r>
              <a:rPr sz="1400" dirty="0">
                <a:latin typeface="Arial"/>
                <a:cs typeface="Arial"/>
              </a:rPr>
              <a:t>a</a:t>
            </a:r>
            <a:r>
              <a:rPr sz="1400" spc="-15" dirty="0">
                <a:latin typeface="Arial"/>
                <a:cs typeface="Arial"/>
              </a:rPr>
              <a:t> </a:t>
            </a:r>
            <a:r>
              <a:rPr sz="1400" spc="-10" dirty="0">
                <a:latin typeface="Arial"/>
                <a:cs typeface="Arial"/>
              </a:rPr>
              <a:t>communication</a:t>
            </a:r>
            <a:r>
              <a:rPr sz="1400" spc="-50" dirty="0">
                <a:latin typeface="Arial"/>
                <a:cs typeface="Arial"/>
              </a:rPr>
              <a:t> </a:t>
            </a:r>
            <a:r>
              <a:rPr sz="1400" dirty="0">
                <a:latin typeface="Arial"/>
                <a:cs typeface="Arial"/>
              </a:rPr>
              <a:t>system,</a:t>
            </a:r>
            <a:r>
              <a:rPr sz="1400" spc="-20" dirty="0">
                <a:latin typeface="Arial"/>
                <a:cs typeface="Arial"/>
              </a:rPr>
              <a:t> </a:t>
            </a:r>
            <a:r>
              <a:rPr sz="1400" dirty="0">
                <a:latin typeface="Arial"/>
                <a:cs typeface="Arial"/>
              </a:rPr>
              <a:t>the</a:t>
            </a:r>
            <a:r>
              <a:rPr sz="1400" spc="-35" dirty="0">
                <a:latin typeface="Arial"/>
                <a:cs typeface="Arial"/>
              </a:rPr>
              <a:t> </a:t>
            </a:r>
            <a:r>
              <a:rPr sz="1400" dirty="0">
                <a:latin typeface="Arial"/>
                <a:cs typeface="Arial"/>
              </a:rPr>
              <a:t>signal</a:t>
            </a:r>
            <a:r>
              <a:rPr sz="1400" spc="-25" dirty="0">
                <a:latin typeface="Arial"/>
                <a:cs typeface="Arial"/>
              </a:rPr>
              <a:t> </a:t>
            </a:r>
            <a:r>
              <a:rPr sz="1400" dirty="0">
                <a:latin typeface="Arial"/>
                <a:cs typeface="Arial"/>
              </a:rPr>
              <a:t>bandwidth</a:t>
            </a:r>
            <a:r>
              <a:rPr sz="1400" spc="-40" dirty="0">
                <a:latin typeface="Arial"/>
                <a:cs typeface="Arial"/>
              </a:rPr>
              <a:t> </a:t>
            </a:r>
            <a:r>
              <a:rPr sz="1400" dirty="0">
                <a:latin typeface="Arial"/>
                <a:cs typeface="Arial"/>
              </a:rPr>
              <a:t>is</a:t>
            </a:r>
            <a:r>
              <a:rPr sz="1400" spc="-5" dirty="0">
                <a:latin typeface="Arial"/>
                <a:cs typeface="Arial"/>
              </a:rPr>
              <a:t> </a:t>
            </a:r>
            <a:r>
              <a:rPr sz="1400" dirty="0">
                <a:latin typeface="Arial"/>
                <a:cs typeface="Arial"/>
              </a:rPr>
              <a:t>often</a:t>
            </a:r>
            <a:r>
              <a:rPr sz="1400" spc="-35" dirty="0">
                <a:latin typeface="Arial"/>
                <a:cs typeface="Arial"/>
              </a:rPr>
              <a:t> </a:t>
            </a:r>
            <a:r>
              <a:rPr sz="1400" dirty="0">
                <a:latin typeface="Arial"/>
                <a:cs typeface="Arial"/>
              </a:rPr>
              <a:t>used</a:t>
            </a:r>
            <a:r>
              <a:rPr sz="1400" spc="-40" dirty="0">
                <a:latin typeface="Arial"/>
                <a:cs typeface="Arial"/>
              </a:rPr>
              <a:t> </a:t>
            </a:r>
            <a:r>
              <a:rPr sz="1400" dirty="0">
                <a:latin typeface="Arial"/>
                <a:cs typeface="Arial"/>
              </a:rPr>
              <a:t>as</a:t>
            </a:r>
            <a:r>
              <a:rPr sz="1400" spc="-20" dirty="0">
                <a:latin typeface="Arial"/>
                <a:cs typeface="Arial"/>
              </a:rPr>
              <a:t> </a:t>
            </a:r>
            <a:r>
              <a:rPr sz="1400" spc="-25" dirty="0">
                <a:latin typeface="Arial"/>
                <a:cs typeface="Arial"/>
              </a:rPr>
              <a:t>Δf</a:t>
            </a:r>
            <a:endParaRPr sz="1400" dirty="0">
              <a:latin typeface="Arial"/>
              <a:cs typeface="Arial"/>
            </a:endParaRPr>
          </a:p>
          <a:p>
            <a:pPr marL="74930" indent="-69850">
              <a:lnSpc>
                <a:spcPct val="100000"/>
              </a:lnSpc>
              <a:buSzPct val="92857"/>
              <a:buFont typeface="Arial"/>
              <a:buChar char="•"/>
              <a:tabLst>
                <a:tab pos="74930" algn="l"/>
              </a:tabLst>
            </a:pPr>
            <a:r>
              <a:rPr sz="1400" b="1" dirty="0">
                <a:latin typeface="Arial"/>
                <a:cs typeface="Arial"/>
              </a:rPr>
              <a:t>Example</a:t>
            </a:r>
            <a:r>
              <a:rPr sz="1400" dirty="0">
                <a:latin typeface="Arial"/>
                <a:cs typeface="Arial"/>
              </a:rPr>
              <a:t>:</a:t>
            </a:r>
            <a:r>
              <a:rPr sz="1400" spc="-50" dirty="0">
                <a:latin typeface="Arial"/>
                <a:cs typeface="Arial"/>
              </a:rPr>
              <a:t> </a:t>
            </a:r>
            <a:r>
              <a:rPr sz="1400" dirty="0">
                <a:latin typeface="Arial"/>
                <a:cs typeface="Arial"/>
              </a:rPr>
              <a:t>For</a:t>
            </a:r>
            <a:r>
              <a:rPr sz="1400" spc="-30" dirty="0">
                <a:latin typeface="Arial"/>
                <a:cs typeface="Arial"/>
              </a:rPr>
              <a:t> </a:t>
            </a:r>
            <a:r>
              <a:rPr sz="1400" dirty="0">
                <a:latin typeface="Arial"/>
                <a:cs typeface="Arial"/>
              </a:rPr>
              <a:t>a</a:t>
            </a:r>
            <a:r>
              <a:rPr sz="1400" spc="-20" dirty="0">
                <a:latin typeface="Arial"/>
                <a:cs typeface="Arial"/>
              </a:rPr>
              <a:t> </a:t>
            </a:r>
            <a:r>
              <a:rPr sz="1400" dirty="0">
                <a:latin typeface="Arial"/>
                <a:cs typeface="Arial"/>
              </a:rPr>
              <a:t>radio</a:t>
            </a:r>
            <a:r>
              <a:rPr sz="1400" spc="-35" dirty="0">
                <a:latin typeface="Arial"/>
                <a:cs typeface="Arial"/>
              </a:rPr>
              <a:t> </a:t>
            </a:r>
            <a:r>
              <a:rPr sz="1400" dirty="0">
                <a:latin typeface="Arial"/>
                <a:cs typeface="Arial"/>
              </a:rPr>
              <a:t>signal</a:t>
            </a:r>
            <a:r>
              <a:rPr sz="1400" spc="-40" dirty="0">
                <a:latin typeface="Arial"/>
                <a:cs typeface="Arial"/>
              </a:rPr>
              <a:t> </a:t>
            </a:r>
            <a:r>
              <a:rPr sz="1400" dirty="0">
                <a:latin typeface="Arial"/>
                <a:cs typeface="Arial"/>
              </a:rPr>
              <a:t>modulated</a:t>
            </a:r>
            <a:r>
              <a:rPr sz="1400" spc="-55" dirty="0">
                <a:latin typeface="Arial"/>
                <a:cs typeface="Arial"/>
              </a:rPr>
              <a:t> </a:t>
            </a:r>
            <a:r>
              <a:rPr sz="1400" dirty="0">
                <a:latin typeface="Arial"/>
                <a:cs typeface="Arial"/>
              </a:rPr>
              <a:t>over</a:t>
            </a:r>
            <a:r>
              <a:rPr sz="1400" spc="-20" dirty="0">
                <a:latin typeface="Arial"/>
                <a:cs typeface="Arial"/>
              </a:rPr>
              <a:t> </a:t>
            </a:r>
            <a:r>
              <a:rPr sz="1400" dirty="0">
                <a:latin typeface="Arial"/>
                <a:cs typeface="Arial"/>
              </a:rPr>
              <a:t>a</a:t>
            </a:r>
            <a:r>
              <a:rPr sz="1400" spc="-20" dirty="0">
                <a:latin typeface="Arial"/>
                <a:cs typeface="Arial"/>
              </a:rPr>
              <a:t> </a:t>
            </a:r>
            <a:r>
              <a:rPr sz="1400" dirty="0">
                <a:latin typeface="Arial"/>
                <a:cs typeface="Arial"/>
              </a:rPr>
              <a:t>frequency</a:t>
            </a:r>
            <a:r>
              <a:rPr sz="1400" spc="-50" dirty="0">
                <a:latin typeface="Arial"/>
                <a:cs typeface="Arial"/>
              </a:rPr>
              <a:t> </a:t>
            </a:r>
            <a:r>
              <a:rPr sz="1400" dirty="0">
                <a:latin typeface="Arial"/>
                <a:cs typeface="Arial"/>
              </a:rPr>
              <a:t>range</a:t>
            </a:r>
            <a:r>
              <a:rPr sz="1400" spc="-40" dirty="0">
                <a:latin typeface="Arial"/>
                <a:cs typeface="Arial"/>
              </a:rPr>
              <a:t> </a:t>
            </a:r>
            <a:r>
              <a:rPr sz="1400" dirty="0">
                <a:latin typeface="Arial"/>
                <a:cs typeface="Arial"/>
              </a:rPr>
              <a:t>of</a:t>
            </a:r>
            <a:r>
              <a:rPr sz="1400" spc="-25" dirty="0">
                <a:latin typeface="Arial"/>
                <a:cs typeface="Arial"/>
              </a:rPr>
              <a:t> </a:t>
            </a:r>
            <a:r>
              <a:rPr sz="1400" dirty="0">
                <a:latin typeface="Arial"/>
                <a:cs typeface="Arial"/>
              </a:rPr>
              <a:t>10</a:t>
            </a:r>
            <a:r>
              <a:rPr sz="1400" spc="-25" dirty="0">
                <a:latin typeface="Arial"/>
                <a:cs typeface="Arial"/>
              </a:rPr>
              <a:t> </a:t>
            </a:r>
            <a:r>
              <a:rPr sz="1400" dirty="0">
                <a:latin typeface="Arial"/>
                <a:cs typeface="Arial"/>
              </a:rPr>
              <a:t>kHz,</a:t>
            </a:r>
            <a:r>
              <a:rPr sz="1400" spc="-35" dirty="0">
                <a:latin typeface="Arial"/>
                <a:cs typeface="Arial"/>
              </a:rPr>
              <a:t> </a:t>
            </a:r>
            <a:r>
              <a:rPr sz="1400" dirty="0">
                <a:latin typeface="Arial"/>
                <a:cs typeface="Arial"/>
              </a:rPr>
              <a:t>the</a:t>
            </a:r>
            <a:r>
              <a:rPr sz="1400" spc="-35" dirty="0">
                <a:latin typeface="Arial"/>
                <a:cs typeface="Arial"/>
              </a:rPr>
              <a:t> </a:t>
            </a:r>
            <a:r>
              <a:rPr sz="1400" dirty="0">
                <a:latin typeface="Arial"/>
                <a:cs typeface="Arial"/>
              </a:rPr>
              <a:t>signal</a:t>
            </a:r>
            <a:r>
              <a:rPr sz="1400" spc="-30" dirty="0">
                <a:latin typeface="Arial"/>
                <a:cs typeface="Arial"/>
              </a:rPr>
              <a:t> </a:t>
            </a:r>
            <a:r>
              <a:rPr sz="1400" dirty="0">
                <a:latin typeface="Arial"/>
                <a:cs typeface="Arial"/>
              </a:rPr>
              <a:t>bandwidth</a:t>
            </a:r>
            <a:r>
              <a:rPr sz="1400" spc="-40" dirty="0">
                <a:latin typeface="Arial"/>
                <a:cs typeface="Arial"/>
              </a:rPr>
              <a:t> </a:t>
            </a:r>
            <a:r>
              <a:rPr sz="1400" dirty="0">
                <a:latin typeface="Arial"/>
                <a:cs typeface="Arial"/>
              </a:rPr>
              <a:t>is</a:t>
            </a:r>
            <a:r>
              <a:rPr sz="1400" spc="-10" dirty="0">
                <a:latin typeface="Arial"/>
                <a:cs typeface="Arial"/>
              </a:rPr>
              <a:t> Δf=10</a:t>
            </a:r>
            <a:r>
              <a:rPr sz="1400" spc="-114" dirty="0">
                <a:latin typeface="Arial"/>
                <a:cs typeface="Arial"/>
              </a:rPr>
              <a:t> </a:t>
            </a:r>
            <a:r>
              <a:rPr sz="1400" spc="-25" dirty="0">
                <a:latin typeface="Arial"/>
                <a:cs typeface="Arial"/>
              </a:rPr>
              <a:t>kHz</a:t>
            </a:r>
            <a:endParaRPr sz="1400" dirty="0">
              <a:latin typeface="Arial"/>
              <a:cs typeface="Arial"/>
            </a:endParaRPr>
          </a:p>
          <a:p>
            <a:pPr>
              <a:lnSpc>
                <a:spcPct val="100000"/>
              </a:lnSpc>
              <a:spcBef>
                <a:spcPts val="65"/>
              </a:spcBef>
              <a:buFont typeface="Arial"/>
              <a:buChar char="•"/>
            </a:pPr>
            <a:endParaRPr sz="1400" dirty="0">
              <a:latin typeface="Arial"/>
              <a:cs typeface="Arial"/>
            </a:endParaRPr>
          </a:p>
          <a:p>
            <a:pPr marL="12700">
              <a:lnSpc>
                <a:spcPct val="100000"/>
              </a:lnSpc>
              <a:spcBef>
                <a:spcPts val="5"/>
              </a:spcBef>
            </a:pPr>
            <a:r>
              <a:rPr sz="1400" b="1" dirty="0">
                <a:latin typeface="Arial"/>
                <a:cs typeface="Arial"/>
              </a:rPr>
              <a:t>Amplifier</a:t>
            </a:r>
            <a:r>
              <a:rPr sz="1400" b="1" spc="-70" dirty="0">
                <a:latin typeface="Arial"/>
                <a:cs typeface="Arial"/>
              </a:rPr>
              <a:t> </a:t>
            </a:r>
            <a:r>
              <a:rPr sz="1400" b="1" spc="-10" dirty="0">
                <a:latin typeface="Arial"/>
                <a:cs typeface="Arial"/>
              </a:rPr>
              <a:t>Bandwidth</a:t>
            </a:r>
            <a:endParaRPr sz="1400" dirty="0">
              <a:latin typeface="Arial"/>
              <a:cs typeface="Arial"/>
            </a:endParaRPr>
          </a:p>
          <a:p>
            <a:pPr marL="12700" marR="236220" indent="-7620">
              <a:lnSpc>
                <a:spcPct val="100000"/>
              </a:lnSpc>
              <a:buSzPct val="92857"/>
              <a:buChar char="•"/>
              <a:tabLst>
                <a:tab pos="74930" algn="l"/>
              </a:tabLst>
            </a:pPr>
            <a:r>
              <a:rPr sz="1400" dirty="0">
                <a:latin typeface="Arial"/>
                <a:cs typeface="Arial"/>
              </a:rPr>
              <a:t>	In</a:t>
            </a:r>
            <a:r>
              <a:rPr sz="1400" spc="-35" dirty="0">
                <a:latin typeface="Arial"/>
                <a:cs typeface="Arial"/>
              </a:rPr>
              <a:t> </a:t>
            </a:r>
            <a:r>
              <a:rPr sz="1400" dirty="0">
                <a:latin typeface="Arial"/>
                <a:cs typeface="Arial"/>
              </a:rPr>
              <a:t>systems</a:t>
            </a:r>
            <a:r>
              <a:rPr sz="1400" spc="-30" dirty="0">
                <a:latin typeface="Arial"/>
                <a:cs typeface="Arial"/>
              </a:rPr>
              <a:t> </a:t>
            </a:r>
            <a:r>
              <a:rPr sz="1400" dirty="0">
                <a:latin typeface="Arial"/>
                <a:cs typeface="Arial"/>
              </a:rPr>
              <a:t>where</a:t>
            </a:r>
            <a:r>
              <a:rPr sz="1400" spc="-35" dirty="0">
                <a:latin typeface="Arial"/>
                <a:cs typeface="Arial"/>
              </a:rPr>
              <a:t> </a:t>
            </a:r>
            <a:r>
              <a:rPr sz="1400" dirty="0">
                <a:latin typeface="Arial"/>
                <a:cs typeface="Arial"/>
              </a:rPr>
              <a:t>an</a:t>
            </a:r>
            <a:r>
              <a:rPr sz="1400" spc="-25" dirty="0">
                <a:latin typeface="Arial"/>
                <a:cs typeface="Arial"/>
              </a:rPr>
              <a:t> </a:t>
            </a:r>
            <a:r>
              <a:rPr sz="1400" b="1" dirty="0">
                <a:latin typeface="Arial"/>
                <a:cs typeface="Arial"/>
              </a:rPr>
              <a:t>amplifier</a:t>
            </a:r>
            <a:r>
              <a:rPr sz="1400" b="1" spc="-45" dirty="0">
                <a:latin typeface="Arial"/>
                <a:cs typeface="Arial"/>
              </a:rPr>
              <a:t> </a:t>
            </a:r>
            <a:r>
              <a:rPr sz="1400" dirty="0">
                <a:latin typeface="Arial"/>
                <a:cs typeface="Arial"/>
              </a:rPr>
              <a:t>(e.g.,</a:t>
            </a:r>
            <a:r>
              <a:rPr sz="1400" spc="-55" dirty="0">
                <a:latin typeface="Arial"/>
                <a:cs typeface="Arial"/>
              </a:rPr>
              <a:t> </a:t>
            </a:r>
            <a:r>
              <a:rPr sz="1400" dirty="0">
                <a:latin typeface="Arial"/>
                <a:cs typeface="Arial"/>
              </a:rPr>
              <a:t>a</a:t>
            </a:r>
            <a:r>
              <a:rPr sz="1400" spc="-35" dirty="0">
                <a:latin typeface="Arial"/>
                <a:cs typeface="Arial"/>
              </a:rPr>
              <a:t> </a:t>
            </a:r>
            <a:r>
              <a:rPr sz="1400" dirty="0">
                <a:latin typeface="Arial"/>
                <a:cs typeface="Arial"/>
              </a:rPr>
              <a:t>TIA,</a:t>
            </a:r>
            <a:r>
              <a:rPr sz="1400" spc="-30" dirty="0">
                <a:latin typeface="Arial"/>
                <a:cs typeface="Arial"/>
              </a:rPr>
              <a:t> </a:t>
            </a:r>
            <a:r>
              <a:rPr sz="1400" dirty="0">
                <a:latin typeface="Arial"/>
                <a:cs typeface="Arial"/>
              </a:rPr>
              <a:t>voltage</a:t>
            </a:r>
            <a:r>
              <a:rPr sz="1400" spc="-25" dirty="0">
                <a:latin typeface="Arial"/>
                <a:cs typeface="Arial"/>
              </a:rPr>
              <a:t> </a:t>
            </a:r>
            <a:r>
              <a:rPr sz="1400" dirty="0">
                <a:latin typeface="Arial"/>
                <a:cs typeface="Arial"/>
              </a:rPr>
              <a:t>amplifier,</a:t>
            </a:r>
            <a:r>
              <a:rPr sz="1400" spc="-50" dirty="0">
                <a:latin typeface="Arial"/>
                <a:cs typeface="Arial"/>
              </a:rPr>
              <a:t> </a:t>
            </a:r>
            <a:r>
              <a:rPr sz="1400" dirty="0">
                <a:latin typeface="Arial"/>
                <a:cs typeface="Arial"/>
              </a:rPr>
              <a:t>or</a:t>
            </a:r>
            <a:r>
              <a:rPr sz="1400" spc="-35" dirty="0">
                <a:latin typeface="Arial"/>
                <a:cs typeface="Arial"/>
              </a:rPr>
              <a:t> </a:t>
            </a:r>
            <a:r>
              <a:rPr sz="1400" dirty="0">
                <a:latin typeface="Arial"/>
                <a:cs typeface="Arial"/>
              </a:rPr>
              <a:t>operational</a:t>
            </a:r>
            <a:r>
              <a:rPr sz="1400" spc="-60" dirty="0">
                <a:latin typeface="Arial"/>
                <a:cs typeface="Arial"/>
              </a:rPr>
              <a:t> </a:t>
            </a:r>
            <a:r>
              <a:rPr sz="1400" dirty="0">
                <a:latin typeface="Arial"/>
                <a:cs typeface="Arial"/>
              </a:rPr>
              <a:t>amplifier)</a:t>
            </a:r>
            <a:r>
              <a:rPr sz="1400" spc="-45" dirty="0">
                <a:latin typeface="Arial"/>
                <a:cs typeface="Arial"/>
              </a:rPr>
              <a:t> </a:t>
            </a:r>
            <a:r>
              <a:rPr sz="1400" dirty="0">
                <a:latin typeface="Arial"/>
                <a:cs typeface="Arial"/>
              </a:rPr>
              <a:t>is</a:t>
            </a:r>
            <a:r>
              <a:rPr sz="1400" spc="-15" dirty="0">
                <a:latin typeface="Arial"/>
                <a:cs typeface="Arial"/>
              </a:rPr>
              <a:t> </a:t>
            </a:r>
            <a:r>
              <a:rPr sz="1400" dirty="0">
                <a:latin typeface="Arial"/>
                <a:cs typeface="Arial"/>
              </a:rPr>
              <a:t>present,</a:t>
            </a:r>
            <a:r>
              <a:rPr sz="1400" spc="-55" dirty="0">
                <a:latin typeface="Arial"/>
                <a:cs typeface="Arial"/>
              </a:rPr>
              <a:t> </a:t>
            </a:r>
            <a:r>
              <a:rPr sz="1400" dirty="0">
                <a:latin typeface="Arial"/>
                <a:cs typeface="Arial"/>
              </a:rPr>
              <a:t>the</a:t>
            </a:r>
            <a:r>
              <a:rPr sz="1400" spc="-45" dirty="0">
                <a:latin typeface="Arial"/>
                <a:cs typeface="Arial"/>
              </a:rPr>
              <a:t> </a:t>
            </a:r>
            <a:r>
              <a:rPr sz="1400" dirty="0">
                <a:latin typeface="Arial"/>
                <a:cs typeface="Arial"/>
              </a:rPr>
              <a:t>bandwidth</a:t>
            </a:r>
            <a:r>
              <a:rPr sz="1400" spc="-35" dirty="0">
                <a:latin typeface="Arial"/>
                <a:cs typeface="Arial"/>
              </a:rPr>
              <a:t> </a:t>
            </a:r>
            <a:r>
              <a:rPr sz="1400" dirty="0">
                <a:latin typeface="Arial"/>
                <a:cs typeface="Arial"/>
              </a:rPr>
              <a:t>of</a:t>
            </a:r>
            <a:r>
              <a:rPr sz="1400" spc="-30" dirty="0">
                <a:latin typeface="Arial"/>
                <a:cs typeface="Arial"/>
              </a:rPr>
              <a:t> </a:t>
            </a:r>
            <a:r>
              <a:rPr sz="1400" dirty="0">
                <a:latin typeface="Arial"/>
                <a:cs typeface="Arial"/>
              </a:rPr>
              <a:t>the</a:t>
            </a:r>
            <a:r>
              <a:rPr sz="1400" spc="-35" dirty="0">
                <a:latin typeface="Arial"/>
                <a:cs typeface="Arial"/>
              </a:rPr>
              <a:t> </a:t>
            </a:r>
            <a:r>
              <a:rPr sz="1400" dirty="0">
                <a:latin typeface="Arial"/>
                <a:cs typeface="Arial"/>
              </a:rPr>
              <a:t>amplifier</a:t>
            </a:r>
            <a:r>
              <a:rPr sz="1400" spc="-40" dirty="0">
                <a:latin typeface="Arial"/>
                <a:cs typeface="Arial"/>
              </a:rPr>
              <a:t> </a:t>
            </a:r>
            <a:r>
              <a:rPr sz="1400" dirty="0">
                <a:latin typeface="Arial"/>
                <a:cs typeface="Arial"/>
              </a:rPr>
              <a:t>limits</a:t>
            </a:r>
            <a:r>
              <a:rPr sz="1400" spc="-30" dirty="0">
                <a:latin typeface="Arial"/>
                <a:cs typeface="Arial"/>
              </a:rPr>
              <a:t> </a:t>
            </a:r>
            <a:r>
              <a:rPr sz="1400" dirty="0">
                <a:latin typeface="Arial"/>
                <a:cs typeface="Arial"/>
              </a:rPr>
              <a:t>the</a:t>
            </a:r>
            <a:r>
              <a:rPr sz="1400" spc="-45" dirty="0">
                <a:latin typeface="Arial"/>
                <a:cs typeface="Arial"/>
              </a:rPr>
              <a:t> </a:t>
            </a:r>
            <a:r>
              <a:rPr sz="1400" dirty="0">
                <a:latin typeface="Arial"/>
                <a:cs typeface="Arial"/>
              </a:rPr>
              <a:t>range</a:t>
            </a:r>
            <a:r>
              <a:rPr sz="1400" spc="-45" dirty="0">
                <a:latin typeface="Arial"/>
                <a:cs typeface="Arial"/>
              </a:rPr>
              <a:t> </a:t>
            </a:r>
            <a:r>
              <a:rPr sz="1400" spc="-25" dirty="0">
                <a:latin typeface="Arial"/>
                <a:cs typeface="Arial"/>
              </a:rPr>
              <a:t>of </a:t>
            </a:r>
            <a:r>
              <a:rPr sz="1400" dirty="0">
                <a:latin typeface="Arial"/>
                <a:cs typeface="Arial"/>
              </a:rPr>
              <a:t>frequencies</a:t>
            </a:r>
            <a:r>
              <a:rPr sz="1400" spc="-65" dirty="0">
                <a:latin typeface="Arial"/>
                <a:cs typeface="Arial"/>
              </a:rPr>
              <a:t> </a:t>
            </a:r>
            <a:r>
              <a:rPr sz="1400" dirty="0">
                <a:latin typeface="Arial"/>
                <a:cs typeface="Arial"/>
              </a:rPr>
              <a:t>over</a:t>
            </a:r>
            <a:r>
              <a:rPr sz="1400" spc="-15" dirty="0">
                <a:latin typeface="Arial"/>
                <a:cs typeface="Arial"/>
              </a:rPr>
              <a:t> </a:t>
            </a:r>
            <a:r>
              <a:rPr sz="1400" dirty="0">
                <a:latin typeface="Arial"/>
                <a:cs typeface="Arial"/>
              </a:rPr>
              <a:t>which</a:t>
            </a:r>
            <a:r>
              <a:rPr sz="1400" spc="-25" dirty="0">
                <a:latin typeface="Arial"/>
                <a:cs typeface="Arial"/>
              </a:rPr>
              <a:t> </a:t>
            </a:r>
            <a:r>
              <a:rPr sz="1400" dirty="0">
                <a:latin typeface="Arial"/>
                <a:cs typeface="Arial"/>
              </a:rPr>
              <a:t>noise</a:t>
            </a:r>
            <a:r>
              <a:rPr sz="1400" spc="-50" dirty="0">
                <a:latin typeface="Arial"/>
                <a:cs typeface="Arial"/>
              </a:rPr>
              <a:t> </a:t>
            </a:r>
            <a:r>
              <a:rPr sz="1400" dirty="0">
                <a:latin typeface="Arial"/>
                <a:cs typeface="Arial"/>
              </a:rPr>
              <a:t>can</a:t>
            </a:r>
            <a:r>
              <a:rPr sz="1400" spc="-35" dirty="0">
                <a:latin typeface="Arial"/>
                <a:cs typeface="Arial"/>
              </a:rPr>
              <a:t> </a:t>
            </a:r>
            <a:r>
              <a:rPr sz="1400" dirty="0">
                <a:latin typeface="Arial"/>
                <a:cs typeface="Arial"/>
              </a:rPr>
              <a:t>be</a:t>
            </a:r>
            <a:r>
              <a:rPr sz="1400" spc="-25" dirty="0">
                <a:latin typeface="Arial"/>
                <a:cs typeface="Arial"/>
              </a:rPr>
              <a:t> </a:t>
            </a:r>
            <a:r>
              <a:rPr sz="1400" spc="-10" dirty="0">
                <a:latin typeface="Arial"/>
                <a:cs typeface="Arial"/>
              </a:rPr>
              <a:t>amplified.</a:t>
            </a:r>
            <a:endParaRPr sz="1400" dirty="0">
              <a:latin typeface="Arial"/>
              <a:cs typeface="Arial"/>
            </a:endParaRPr>
          </a:p>
          <a:p>
            <a:pPr marL="74930" indent="-69850">
              <a:lnSpc>
                <a:spcPct val="100000"/>
              </a:lnSpc>
              <a:buSzPct val="92857"/>
              <a:buChar char="•"/>
              <a:tabLst>
                <a:tab pos="74930" algn="l"/>
              </a:tabLst>
            </a:pPr>
            <a:r>
              <a:rPr sz="1400" dirty="0">
                <a:latin typeface="Arial"/>
                <a:cs typeface="Arial"/>
              </a:rPr>
              <a:t>The</a:t>
            </a:r>
            <a:r>
              <a:rPr sz="1400" spc="-35" dirty="0">
                <a:latin typeface="Arial"/>
                <a:cs typeface="Arial"/>
              </a:rPr>
              <a:t> </a:t>
            </a:r>
            <a:r>
              <a:rPr sz="1400" dirty="0">
                <a:latin typeface="Arial"/>
                <a:cs typeface="Arial"/>
              </a:rPr>
              <a:t>amplifier</a:t>
            </a:r>
            <a:r>
              <a:rPr sz="1400" spc="-40" dirty="0">
                <a:latin typeface="Arial"/>
                <a:cs typeface="Arial"/>
              </a:rPr>
              <a:t> </a:t>
            </a:r>
            <a:r>
              <a:rPr sz="1400" dirty="0">
                <a:latin typeface="Arial"/>
                <a:cs typeface="Arial"/>
              </a:rPr>
              <a:t>bandwidth,</a:t>
            </a:r>
            <a:r>
              <a:rPr sz="1400" spc="-40" dirty="0">
                <a:latin typeface="Arial"/>
                <a:cs typeface="Arial"/>
              </a:rPr>
              <a:t> </a:t>
            </a:r>
            <a:r>
              <a:rPr sz="1400" dirty="0">
                <a:latin typeface="Arial"/>
                <a:cs typeface="Arial"/>
              </a:rPr>
              <a:t>typically</a:t>
            </a:r>
            <a:r>
              <a:rPr sz="1400" spc="-25" dirty="0">
                <a:latin typeface="Arial"/>
                <a:cs typeface="Arial"/>
              </a:rPr>
              <a:t> </a:t>
            </a:r>
            <a:r>
              <a:rPr sz="1400" dirty="0">
                <a:latin typeface="Arial"/>
                <a:cs typeface="Arial"/>
              </a:rPr>
              <a:t>specified</a:t>
            </a:r>
            <a:r>
              <a:rPr sz="1400" spc="-55" dirty="0">
                <a:latin typeface="Arial"/>
                <a:cs typeface="Arial"/>
              </a:rPr>
              <a:t> </a:t>
            </a:r>
            <a:r>
              <a:rPr sz="1400" dirty="0">
                <a:latin typeface="Arial"/>
                <a:cs typeface="Arial"/>
              </a:rPr>
              <a:t>as</a:t>
            </a:r>
            <a:r>
              <a:rPr sz="1400" spc="-30" dirty="0">
                <a:latin typeface="Arial"/>
                <a:cs typeface="Arial"/>
              </a:rPr>
              <a:t> </a:t>
            </a:r>
            <a:r>
              <a:rPr sz="1400" dirty="0">
                <a:latin typeface="Arial"/>
                <a:cs typeface="Arial"/>
              </a:rPr>
              <a:t>the</a:t>
            </a:r>
            <a:r>
              <a:rPr sz="1400" spc="-40" dirty="0">
                <a:latin typeface="Arial"/>
                <a:cs typeface="Arial"/>
              </a:rPr>
              <a:t> </a:t>
            </a:r>
            <a:r>
              <a:rPr sz="1400" b="1" dirty="0">
                <a:latin typeface="Arial"/>
                <a:cs typeface="Arial"/>
              </a:rPr>
              <a:t>-3</a:t>
            </a:r>
            <a:r>
              <a:rPr sz="1400" b="1" spc="-25" dirty="0">
                <a:latin typeface="Arial"/>
                <a:cs typeface="Arial"/>
              </a:rPr>
              <a:t> </a:t>
            </a:r>
            <a:r>
              <a:rPr sz="1400" b="1" dirty="0">
                <a:latin typeface="Arial"/>
                <a:cs typeface="Arial"/>
              </a:rPr>
              <a:t>dB</a:t>
            </a:r>
            <a:r>
              <a:rPr sz="1400" b="1" spc="-25" dirty="0">
                <a:latin typeface="Arial"/>
                <a:cs typeface="Arial"/>
              </a:rPr>
              <a:t> </a:t>
            </a:r>
            <a:r>
              <a:rPr sz="1400" b="1" dirty="0">
                <a:latin typeface="Arial"/>
                <a:cs typeface="Arial"/>
              </a:rPr>
              <a:t>bandwidth</a:t>
            </a:r>
            <a:r>
              <a:rPr sz="1400" dirty="0">
                <a:latin typeface="Arial"/>
                <a:cs typeface="Arial"/>
              </a:rPr>
              <a:t>,</a:t>
            </a:r>
            <a:r>
              <a:rPr sz="1400" spc="-60" dirty="0">
                <a:latin typeface="Arial"/>
                <a:cs typeface="Arial"/>
              </a:rPr>
              <a:t> </a:t>
            </a:r>
            <a:r>
              <a:rPr sz="1400" dirty="0">
                <a:latin typeface="Arial"/>
                <a:cs typeface="Arial"/>
              </a:rPr>
              <a:t>is</a:t>
            </a:r>
            <a:r>
              <a:rPr sz="1400" spc="-15" dirty="0">
                <a:latin typeface="Arial"/>
                <a:cs typeface="Arial"/>
              </a:rPr>
              <a:t> </a:t>
            </a:r>
            <a:r>
              <a:rPr sz="1400" dirty="0">
                <a:latin typeface="Arial"/>
                <a:cs typeface="Arial"/>
              </a:rPr>
              <a:t>often</a:t>
            </a:r>
            <a:r>
              <a:rPr sz="1400" spc="-55" dirty="0">
                <a:latin typeface="Arial"/>
                <a:cs typeface="Arial"/>
              </a:rPr>
              <a:t> </a:t>
            </a:r>
            <a:r>
              <a:rPr sz="1400" dirty="0">
                <a:latin typeface="Arial"/>
                <a:cs typeface="Arial"/>
              </a:rPr>
              <a:t>used</a:t>
            </a:r>
            <a:r>
              <a:rPr sz="1400" spc="-30" dirty="0">
                <a:latin typeface="Arial"/>
                <a:cs typeface="Arial"/>
              </a:rPr>
              <a:t> </a:t>
            </a:r>
            <a:r>
              <a:rPr sz="1400" dirty="0">
                <a:latin typeface="Arial"/>
                <a:cs typeface="Arial"/>
              </a:rPr>
              <a:t>as</a:t>
            </a:r>
            <a:r>
              <a:rPr sz="1400" spc="-30" dirty="0">
                <a:latin typeface="Arial"/>
                <a:cs typeface="Arial"/>
              </a:rPr>
              <a:t> </a:t>
            </a:r>
            <a:r>
              <a:rPr sz="1400" dirty="0">
                <a:latin typeface="Arial"/>
                <a:cs typeface="Arial"/>
              </a:rPr>
              <a:t>Δf</a:t>
            </a:r>
            <a:r>
              <a:rPr sz="1400" spc="-10" dirty="0">
                <a:latin typeface="Arial"/>
                <a:cs typeface="Arial"/>
              </a:rPr>
              <a:t> </a:t>
            </a:r>
            <a:r>
              <a:rPr sz="1400" dirty="0">
                <a:latin typeface="Arial"/>
                <a:cs typeface="Arial"/>
              </a:rPr>
              <a:t>in</a:t>
            </a:r>
            <a:r>
              <a:rPr sz="1400" spc="-25" dirty="0">
                <a:latin typeface="Arial"/>
                <a:cs typeface="Arial"/>
              </a:rPr>
              <a:t> </a:t>
            </a:r>
            <a:r>
              <a:rPr sz="1400" dirty="0">
                <a:latin typeface="Arial"/>
                <a:cs typeface="Arial"/>
              </a:rPr>
              <a:t>noise</a:t>
            </a:r>
            <a:r>
              <a:rPr sz="1400" spc="-40" dirty="0">
                <a:latin typeface="Arial"/>
                <a:cs typeface="Arial"/>
              </a:rPr>
              <a:t> </a:t>
            </a:r>
            <a:r>
              <a:rPr sz="1400" spc="-10" dirty="0">
                <a:latin typeface="Arial"/>
                <a:cs typeface="Arial"/>
              </a:rPr>
              <a:t>calculations.</a:t>
            </a:r>
            <a:endParaRPr sz="1400" dirty="0">
              <a:latin typeface="Arial"/>
              <a:cs typeface="Arial"/>
            </a:endParaRPr>
          </a:p>
          <a:p>
            <a:pPr marL="74930" indent="-69850">
              <a:lnSpc>
                <a:spcPct val="100000"/>
              </a:lnSpc>
              <a:buSzPct val="92857"/>
              <a:buFont typeface="Arial"/>
              <a:buChar char="•"/>
              <a:tabLst>
                <a:tab pos="74930" algn="l"/>
              </a:tabLst>
            </a:pPr>
            <a:r>
              <a:rPr sz="1400" b="1" dirty="0">
                <a:latin typeface="Arial"/>
                <a:cs typeface="Arial"/>
              </a:rPr>
              <a:t>Example</a:t>
            </a:r>
            <a:r>
              <a:rPr sz="1400" dirty="0">
                <a:latin typeface="Arial"/>
                <a:cs typeface="Arial"/>
              </a:rPr>
              <a:t>:</a:t>
            </a:r>
            <a:r>
              <a:rPr sz="1400" spc="-35" dirty="0">
                <a:latin typeface="Arial"/>
                <a:cs typeface="Arial"/>
              </a:rPr>
              <a:t> </a:t>
            </a:r>
            <a:r>
              <a:rPr sz="1400" dirty="0">
                <a:latin typeface="Arial"/>
                <a:cs typeface="Arial"/>
              </a:rPr>
              <a:t>If</a:t>
            </a:r>
            <a:r>
              <a:rPr sz="1400" spc="-20" dirty="0">
                <a:latin typeface="Arial"/>
                <a:cs typeface="Arial"/>
              </a:rPr>
              <a:t> </a:t>
            </a:r>
            <a:r>
              <a:rPr sz="1400" dirty="0">
                <a:latin typeface="Arial"/>
                <a:cs typeface="Arial"/>
              </a:rPr>
              <a:t>a</a:t>
            </a:r>
            <a:r>
              <a:rPr sz="1400" spc="-25" dirty="0">
                <a:latin typeface="Arial"/>
                <a:cs typeface="Arial"/>
              </a:rPr>
              <a:t> </a:t>
            </a:r>
            <a:r>
              <a:rPr sz="1400" spc="-10" dirty="0">
                <a:latin typeface="Arial"/>
                <a:cs typeface="Arial"/>
              </a:rPr>
              <a:t>transimpedance</a:t>
            </a:r>
            <a:r>
              <a:rPr sz="1400" spc="-45" dirty="0">
                <a:latin typeface="Arial"/>
                <a:cs typeface="Arial"/>
              </a:rPr>
              <a:t> </a:t>
            </a:r>
            <a:r>
              <a:rPr sz="1400" dirty="0">
                <a:latin typeface="Arial"/>
                <a:cs typeface="Arial"/>
              </a:rPr>
              <a:t>amplifier</a:t>
            </a:r>
            <a:r>
              <a:rPr sz="1400" spc="-35" dirty="0">
                <a:latin typeface="Arial"/>
                <a:cs typeface="Arial"/>
              </a:rPr>
              <a:t> </a:t>
            </a:r>
            <a:r>
              <a:rPr sz="1400" dirty="0">
                <a:latin typeface="Arial"/>
                <a:cs typeface="Arial"/>
              </a:rPr>
              <a:t>(TIA)</a:t>
            </a:r>
            <a:r>
              <a:rPr sz="1400" spc="-35" dirty="0">
                <a:latin typeface="Arial"/>
                <a:cs typeface="Arial"/>
              </a:rPr>
              <a:t> </a:t>
            </a:r>
            <a:r>
              <a:rPr sz="1400" dirty="0">
                <a:latin typeface="Arial"/>
                <a:cs typeface="Arial"/>
              </a:rPr>
              <a:t>has</a:t>
            </a:r>
            <a:r>
              <a:rPr sz="1400" spc="-20" dirty="0">
                <a:latin typeface="Arial"/>
                <a:cs typeface="Arial"/>
              </a:rPr>
              <a:t> </a:t>
            </a:r>
            <a:r>
              <a:rPr sz="1400" dirty="0">
                <a:latin typeface="Arial"/>
                <a:cs typeface="Arial"/>
              </a:rPr>
              <a:t>a</a:t>
            </a:r>
            <a:r>
              <a:rPr sz="1400" spc="-10" dirty="0">
                <a:latin typeface="Arial"/>
                <a:cs typeface="Arial"/>
              </a:rPr>
              <a:t> </a:t>
            </a:r>
            <a:r>
              <a:rPr sz="1400" dirty="0">
                <a:latin typeface="Arial"/>
                <a:cs typeface="Arial"/>
              </a:rPr>
              <a:t>-3</a:t>
            </a:r>
            <a:r>
              <a:rPr sz="1400" spc="-20" dirty="0">
                <a:latin typeface="Arial"/>
                <a:cs typeface="Arial"/>
              </a:rPr>
              <a:t> </a:t>
            </a:r>
            <a:r>
              <a:rPr sz="1400" dirty="0">
                <a:latin typeface="Arial"/>
                <a:cs typeface="Arial"/>
              </a:rPr>
              <a:t>dB</a:t>
            </a:r>
            <a:r>
              <a:rPr sz="1400" spc="-15" dirty="0">
                <a:latin typeface="Arial"/>
                <a:cs typeface="Arial"/>
              </a:rPr>
              <a:t> </a:t>
            </a:r>
            <a:r>
              <a:rPr sz="1400" dirty="0">
                <a:latin typeface="Arial"/>
                <a:cs typeface="Arial"/>
              </a:rPr>
              <a:t>bandwidth</a:t>
            </a:r>
            <a:r>
              <a:rPr sz="1400" spc="-25" dirty="0">
                <a:latin typeface="Arial"/>
                <a:cs typeface="Arial"/>
              </a:rPr>
              <a:t> </a:t>
            </a:r>
            <a:r>
              <a:rPr sz="1400" dirty="0">
                <a:latin typeface="Arial"/>
                <a:cs typeface="Arial"/>
              </a:rPr>
              <a:t>of</a:t>
            </a:r>
            <a:r>
              <a:rPr sz="1400" spc="-20" dirty="0">
                <a:latin typeface="Arial"/>
                <a:cs typeface="Arial"/>
              </a:rPr>
              <a:t> </a:t>
            </a:r>
            <a:r>
              <a:rPr sz="1400" dirty="0">
                <a:latin typeface="Arial"/>
                <a:cs typeface="Arial"/>
              </a:rPr>
              <a:t>1</a:t>
            </a:r>
            <a:r>
              <a:rPr sz="1400" spc="-15" dirty="0">
                <a:latin typeface="Arial"/>
                <a:cs typeface="Arial"/>
              </a:rPr>
              <a:t> </a:t>
            </a:r>
            <a:r>
              <a:rPr sz="1400" dirty="0">
                <a:latin typeface="Arial"/>
                <a:cs typeface="Arial"/>
              </a:rPr>
              <a:t>MHz,</a:t>
            </a:r>
            <a:r>
              <a:rPr sz="1400" spc="-20" dirty="0">
                <a:latin typeface="Arial"/>
                <a:cs typeface="Arial"/>
              </a:rPr>
              <a:t> </a:t>
            </a:r>
            <a:r>
              <a:rPr sz="1400" dirty="0">
                <a:latin typeface="Arial"/>
                <a:cs typeface="Arial"/>
              </a:rPr>
              <a:t>the</a:t>
            </a:r>
            <a:r>
              <a:rPr sz="1400" spc="-20" dirty="0">
                <a:latin typeface="Arial"/>
                <a:cs typeface="Arial"/>
              </a:rPr>
              <a:t> </a:t>
            </a:r>
            <a:r>
              <a:rPr sz="1400" dirty="0">
                <a:latin typeface="Arial"/>
                <a:cs typeface="Arial"/>
              </a:rPr>
              <a:t>noise</a:t>
            </a:r>
            <a:r>
              <a:rPr sz="1400" spc="-40" dirty="0">
                <a:latin typeface="Arial"/>
                <a:cs typeface="Arial"/>
              </a:rPr>
              <a:t> </a:t>
            </a:r>
            <a:r>
              <a:rPr sz="1400" dirty="0">
                <a:latin typeface="Arial"/>
                <a:cs typeface="Arial"/>
              </a:rPr>
              <a:t>calculation</a:t>
            </a:r>
            <a:r>
              <a:rPr sz="1400" spc="-50" dirty="0">
                <a:latin typeface="Arial"/>
                <a:cs typeface="Arial"/>
              </a:rPr>
              <a:t> </a:t>
            </a:r>
            <a:r>
              <a:rPr sz="1400" dirty="0">
                <a:latin typeface="Arial"/>
                <a:cs typeface="Arial"/>
              </a:rPr>
              <a:t>should</a:t>
            </a:r>
            <a:r>
              <a:rPr sz="1400" spc="-35" dirty="0">
                <a:latin typeface="Arial"/>
                <a:cs typeface="Arial"/>
              </a:rPr>
              <a:t> </a:t>
            </a:r>
            <a:r>
              <a:rPr sz="1400" dirty="0">
                <a:latin typeface="Arial"/>
                <a:cs typeface="Arial"/>
              </a:rPr>
              <a:t>use</a:t>
            </a:r>
            <a:r>
              <a:rPr sz="1400" spc="-35" dirty="0">
                <a:latin typeface="Arial"/>
                <a:cs typeface="Arial"/>
              </a:rPr>
              <a:t> </a:t>
            </a:r>
            <a:r>
              <a:rPr sz="1400" spc="-10" dirty="0">
                <a:latin typeface="Arial"/>
                <a:cs typeface="Arial"/>
              </a:rPr>
              <a:t>Δf=1</a:t>
            </a:r>
            <a:r>
              <a:rPr sz="1400" spc="-114" dirty="0">
                <a:latin typeface="Arial"/>
                <a:cs typeface="Arial"/>
              </a:rPr>
              <a:t> </a:t>
            </a:r>
            <a:r>
              <a:rPr sz="1400" spc="-25" dirty="0">
                <a:latin typeface="Arial"/>
                <a:cs typeface="Arial"/>
              </a:rPr>
              <a:t>MHz</a:t>
            </a:r>
            <a:endParaRPr sz="1400" dirty="0">
              <a:latin typeface="Arial"/>
              <a:cs typeface="Arial"/>
            </a:endParaRPr>
          </a:p>
          <a:p>
            <a:pPr>
              <a:lnSpc>
                <a:spcPct val="100000"/>
              </a:lnSpc>
              <a:spcBef>
                <a:spcPts val="65"/>
              </a:spcBef>
              <a:buFont typeface="Arial"/>
              <a:buChar char="•"/>
            </a:pPr>
            <a:endParaRPr sz="1400" dirty="0">
              <a:latin typeface="Arial"/>
              <a:cs typeface="Arial"/>
            </a:endParaRPr>
          </a:p>
          <a:p>
            <a:pPr marL="12700">
              <a:lnSpc>
                <a:spcPct val="100000"/>
              </a:lnSpc>
              <a:spcBef>
                <a:spcPts val="5"/>
              </a:spcBef>
            </a:pPr>
            <a:r>
              <a:rPr sz="1400" b="1" dirty="0">
                <a:latin typeface="Arial"/>
                <a:cs typeface="Arial"/>
              </a:rPr>
              <a:t>Filter</a:t>
            </a:r>
            <a:r>
              <a:rPr sz="1400" b="1" spc="-40" dirty="0">
                <a:latin typeface="Arial"/>
                <a:cs typeface="Arial"/>
              </a:rPr>
              <a:t> </a:t>
            </a:r>
            <a:r>
              <a:rPr sz="1400" b="1" spc="-10" dirty="0">
                <a:latin typeface="Arial"/>
                <a:cs typeface="Arial"/>
              </a:rPr>
              <a:t>Bandwidth</a:t>
            </a:r>
            <a:endParaRPr sz="1400" dirty="0">
              <a:latin typeface="Arial"/>
              <a:cs typeface="Arial"/>
            </a:endParaRPr>
          </a:p>
          <a:p>
            <a:pPr marL="74930" indent="-69850">
              <a:lnSpc>
                <a:spcPct val="100000"/>
              </a:lnSpc>
              <a:buSzPct val="92857"/>
              <a:buChar char="•"/>
              <a:tabLst>
                <a:tab pos="74930" algn="l"/>
              </a:tabLst>
            </a:pPr>
            <a:r>
              <a:rPr sz="1400" dirty="0">
                <a:latin typeface="Arial"/>
                <a:cs typeface="Arial"/>
              </a:rPr>
              <a:t>If</a:t>
            </a:r>
            <a:r>
              <a:rPr sz="1400" spc="-30" dirty="0">
                <a:latin typeface="Arial"/>
                <a:cs typeface="Arial"/>
              </a:rPr>
              <a:t> </a:t>
            </a:r>
            <a:r>
              <a:rPr sz="1400" dirty="0">
                <a:latin typeface="Arial"/>
                <a:cs typeface="Arial"/>
              </a:rPr>
              <a:t>the</a:t>
            </a:r>
            <a:r>
              <a:rPr sz="1400" spc="-30" dirty="0">
                <a:latin typeface="Arial"/>
                <a:cs typeface="Arial"/>
              </a:rPr>
              <a:t> </a:t>
            </a:r>
            <a:r>
              <a:rPr sz="1400" dirty="0">
                <a:latin typeface="Arial"/>
                <a:cs typeface="Arial"/>
              </a:rPr>
              <a:t>signal</a:t>
            </a:r>
            <a:r>
              <a:rPr sz="1400" spc="-40" dirty="0">
                <a:latin typeface="Arial"/>
                <a:cs typeface="Arial"/>
              </a:rPr>
              <a:t> </a:t>
            </a:r>
            <a:r>
              <a:rPr sz="1400" dirty="0">
                <a:latin typeface="Arial"/>
                <a:cs typeface="Arial"/>
              </a:rPr>
              <a:t>passes</a:t>
            </a:r>
            <a:r>
              <a:rPr sz="1400" spc="-40" dirty="0">
                <a:latin typeface="Arial"/>
                <a:cs typeface="Arial"/>
              </a:rPr>
              <a:t> </a:t>
            </a:r>
            <a:r>
              <a:rPr sz="1400" dirty="0">
                <a:latin typeface="Arial"/>
                <a:cs typeface="Arial"/>
              </a:rPr>
              <a:t>through</a:t>
            </a:r>
            <a:r>
              <a:rPr sz="1400" spc="-55" dirty="0">
                <a:latin typeface="Arial"/>
                <a:cs typeface="Arial"/>
              </a:rPr>
              <a:t> </a:t>
            </a:r>
            <a:r>
              <a:rPr sz="1400" dirty="0">
                <a:latin typeface="Arial"/>
                <a:cs typeface="Arial"/>
              </a:rPr>
              <a:t>an</a:t>
            </a:r>
            <a:r>
              <a:rPr sz="1400" spc="-15" dirty="0">
                <a:latin typeface="Arial"/>
                <a:cs typeface="Arial"/>
              </a:rPr>
              <a:t> </a:t>
            </a:r>
            <a:r>
              <a:rPr sz="1400" b="1" dirty="0">
                <a:latin typeface="Arial"/>
                <a:cs typeface="Arial"/>
              </a:rPr>
              <a:t>electronic</a:t>
            </a:r>
            <a:r>
              <a:rPr sz="1400" b="1" spc="-55" dirty="0">
                <a:latin typeface="Arial"/>
                <a:cs typeface="Arial"/>
              </a:rPr>
              <a:t> </a:t>
            </a:r>
            <a:r>
              <a:rPr sz="1400" b="1" dirty="0">
                <a:latin typeface="Arial"/>
                <a:cs typeface="Arial"/>
              </a:rPr>
              <a:t>filter</a:t>
            </a:r>
            <a:r>
              <a:rPr sz="1400" dirty="0">
                <a:latin typeface="Arial"/>
                <a:cs typeface="Arial"/>
              </a:rPr>
              <a:t>,</a:t>
            </a:r>
            <a:r>
              <a:rPr sz="1400" spc="-50" dirty="0">
                <a:latin typeface="Arial"/>
                <a:cs typeface="Arial"/>
              </a:rPr>
              <a:t> </a:t>
            </a:r>
            <a:r>
              <a:rPr sz="1400" dirty="0">
                <a:latin typeface="Arial"/>
                <a:cs typeface="Arial"/>
              </a:rPr>
              <a:t>the</a:t>
            </a:r>
            <a:r>
              <a:rPr sz="1400" spc="-45" dirty="0">
                <a:latin typeface="Arial"/>
                <a:cs typeface="Arial"/>
              </a:rPr>
              <a:t> </a:t>
            </a:r>
            <a:r>
              <a:rPr sz="1400" dirty="0">
                <a:latin typeface="Arial"/>
                <a:cs typeface="Arial"/>
              </a:rPr>
              <a:t>bandwidth</a:t>
            </a:r>
            <a:r>
              <a:rPr sz="1400" spc="-30" dirty="0">
                <a:latin typeface="Arial"/>
                <a:cs typeface="Arial"/>
              </a:rPr>
              <a:t> </a:t>
            </a:r>
            <a:r>
              <a:rPr sz="1400" dirty="0">
                <a:latin typeface="Arial"/>
                <a:cs typeface="Arial"/>
              </a:rPr>
              <a:t>of</a:t>
            </a:r>
            <a:r>
              <a:rPr sz="1400" spc="-25" dirty="0">
                <a:latin typeface="Arial"/>
                <a:cs typeface="Arial"/>
              </a:rPr>
              <a:t> </a:t>
            </a:r>
            <a:r>
              <a:rPr sz="1400" dirty="0">
                <a:latin typeface="Arial"/>
                <a:cs typeface="Arial"/>
              </a:rPr>
              <a:t>that</a:t>
            </a:r>
            <a:r>
              <a:rPr sz="1400" spc="-35" dirty="0">
                <a:latin typeface="Arial"/>
                <a:cs typeface="Arial"/>
              </a:rPr>
              <a:t> </a:t>
            </a:r>
            <a:r>
              <a:rPr sz="1400" dirty="0">
                <a:latin typeface="Arial"/>
                <a:cs typeface="Arial"/>
              </a:rPr>
              <a:t>filter</a:t>
            </a:r>
            <a:r>
              <a:rPr sz="1400" spc="-40" dirty="0">
                <a:latin typeface="Arial"/>
                <a:cs typeface="Arial"/>
              </a:rPr>
              <a:t> </a:t>
            </a:r>
            <a:r>
              <a:rPr sz="1400" dirty="0">
                <a:latin typeface="Arial"/>
                <a:cs typeface="Arial"/>
              </a:rPr>
              <a:t>determines</a:t>
            </a:r>
            <a:r>
              <a:rPr sz="1400" spc="-55" dirty="0">
                <a:latin typeface="Arial"/>
                <a:cs typeface="Arial"/>
              </a:rPr>
              <a:t> </a:t>
            </a:r>
            <a:r>
              <a:rPr sz="1400" spc="-25" dirty="0">
                <a:latin typeface="Arial"/>
                <a:cs typeface="Arial"/>
              </a:rPr>
              <a:t>Δf</a:t>
            </a:r>
            <a:endParaRPr sz="1400" dirty="0">
              <a:latin typeface="Arial"/>
              <a:cs typeface="Arial"/>
            </a:endParaRPr>
          </a:p>
          <a:p>
            <a:pPr marL="74930" indent="-69850">
              <a:lnSpc>
                <a:spcPct val="100000"/>
              </a:lnSpc>
              <a:buSzPct val="92857"/>
              <a:buChar char="•"/>
              <a:tabLst>
                <a:tab pos="74930" algn="l"/>
              </a:tabLst>
            </a:pPr>
            <a:r>
              <a:rPr sz="1400" dirty="0">
                <a:latin typeface="Arial"/>
                <a:cs typeface="Arial"/>
              </a:rPr>
              <a:t>Filters</a:t>
            </a:r>
            <a:r>
              <a:rPr sz="1400" spc="-35" dirty="0">
                <a:latin typeface="Arial"/>
                <a:cs typeface="Arial"/>
              </a:rPr>
              <a:t> </a:t>
            </a:r>
            <a:r>
              <a:rPr sz="1400" dirty="0">
                <a:latin typeface="Arial"/>
                <a:cs typeface="Arial"/>
              </a:rPr>
              <a:t>are</a:t>
            </a:r>
            <a:r>
              <a:rPr sz="1400" spc="-30" dirty="0">
                <a:latin typeface="Arial"/>
                <a:cs typeface="Arial"/>
              </a:rPr>
              <a:t> </a:t>
            </a:r>
            <a:r>
              <a:rPr sz="1400" dirty="0">
                <a:latin typeface="Arial"/>
                <a:cs typeface="Arial"/>
              </a:rPr>
              <a:t>used</a:t>
            </a:r>
            <a:r>
              <a:rPr sz="1400" spc="-35" dirty="0">
                <a:latin typeface="Arial"/>
                <a:cs typeface="Arial"/>
              </a:rPr>
              <a:t> </a:t>
            </a:r>
            <a:r>
              <a:rPr sz="1400" dirty="0">
                <a:latin typeface="Arial"/>
                <a:cs typeface="Arial"/>
              </a:rPr>
              <a:t>to</a:t>
            </a:r>
            <a:r>
              <a:rPr sz="1400" spc="-30" dirty="0">
                <a:latin typeface="Arial"/>
                <a:cs typeface="Arial"/>
              </a:rPr>
              <a:t> </a:t>
            </a:r>
            <a:r>
              <a:rPr sz="1400" dirty="0">
                <a:latin typeface="Arial"/>
                <a:cs typeface="Arial"/>
              </a:rPr>
              <a:t>limit</a:t>
            </a:r>
            <a:r>
              <a:rPr sz="1400" spc="-10" dirty="0">
                <a:latin typeface="Arial"/>
                <a:cs typeface="Arial"/>
              </a:rPr>
              <a:t> </a:t>
            </a:r>
            <a:r>
              <a:rPr sz="1400" dirty="0">
                <a:latin typeface="Arial"/>
                <a:cs typeface="Arial"/>
              </a:rPr>
              <a:t>noise</a:t>
            </a:r>
            <a:r>
              <a:rPr sz="1400" spc="-25" dirty="0">
                <a:latin typeface="Arial"/>
                <a:cs typeface="Arial"/>
              </a:rPr>
              <a:t> </a:t>
            </a:r>
            <a:r>
              <a:rPr sz="1400" dirty="0">
                <a:latin typeface="Arial"/>
                <a:cs typeface="Arial"/>
              </a:rPr>
              <a:t>contributions</a:t>
            </a:r>
            <a:r>
              <a:rPr sz="1400" spc="-60" dirty="0">
                <a:latin typeface="Arial"/>
                <a:cs typeface="Arial"/>
              </a:rPr>
              <a:t> </a:t>
            </a:r>
            <a:r>
              <a:rPr sz="1400" dirty="0">
                <a:latin typeface="Arial"/>
                <a:cs typeface="Arial"/>
              </a:rPr>
              <a:t>by</a:t>
            </a:r>
            <a:r>
              <a:rPr sz="1400" spc="-25" dirty="0">
                <a:latin typeface="Arial"/>
                <a:cs typeface="Arial"/>
              </a:rPr>
              <a:t> </a:t>
            </a:r>
            <a:r>
              <a:rPr sz="1400" dirty="0">
                <a:latin typeface="Arial"/>
                <a:cs typeface="Arial"/>
              </a:rPr>
              <a:t>restricting</a:t>
            </a:r>
            <a:r>
              <a:rPr sz="1400" spc="-50" dirty="0">
                <a:latin typeface="Arial"/>
                <a:cs typeface="Arial"/>
              </a:rPr>
              <a:t> </a:t>
            </a:r>
            <a:r>
              <a:rPr sz="1400" dirty="0">
                <a:latin typeface="Arial"/>
                <a:cs typeface="Arial"/>
              </a:rPr>
              <a:t>the</a:t>
            </a:r>
            <a:r>
              <a:rPr sz="1400" spc="-30" dirty="0">
                <a:latin typeface="Arial"/>
                <a:cs typeface="Arial"/>
              </a:rPr>
              <a:t> </a:t>
            </a:r>
            <a:r>
              <a:rPr sz="1400" dirty="0">
                <a:latin typeface="Arial"/>
                <a:cs typeface="Arial"/>
              </a:rPr>
              <a:t>frequency</a:t>
            </a:r>
            <a:r>
              <a:rPr sz="1400" spc="-55" dirty="0">
                <a:latin typeface="Arial"/>
                <a:cs typeface="Arial"/>
              </a:rPr>
              <a:t> </a:t>
            </a:r>
            <a:r>
              <a:rPr sz="1400" dirty="0">
                <a:latin typeface="Arial"/>
                <a:cs typeface="Arial"/>
              </a:rPr>
              <a:t>range</a:t>
            </a:r>
            <a:r>
              <a:rPr sz="1400" spc="-45" dirty="0">
                <a:latin typeface="Arial"/>
                <a:cs typeface="Arial"/>
              </a:rPr>
              <a:t> </a:t>
            </a:r>
            <a:r>
              <a:rPr sz="1400" dirty="0">
                <a:latin typeface="Arial"/>
                <a:cs typeface="Arial"/>
              </a:rPr>
              <a:t>that</a:t>
            </a:r>
            <a:r>
              <a:rPr sz="1400" spc="-25" dirty="0">
                <a:latin typeface="Arial"/>
                <a:cs typeface="Arial"/>
              </a:rPr>
              <a:t> </a:t>
            </a:r>
            <a:r>
              <a:rPr sz="1400" dirty="0">
                <a:latin typeface="Arial"/>
                <a:cs typeface="Arial"/>
              </a:rPr>
              <a:t>can</a:t>
            </a:r>
            <a:r>
              <a:rPr sz="1400" spc="-35" dirty="0">
                <a:latin typeface="Arial"/>
                <a:cs typeface="Arial"/>
              </a:rPr>
              <a:t> </a:t>
            </a:r>
            <a:r>
              <a:rPr sz="1400" dirty="0">
                <a:latin typeface="Arial"/>
                <a:cs typeface="Arial"/>
              </a:rPr>
              <a:t>pass</a:t>
            </a:r>
            <a:r>
              <a:rPr sz="1400" spc="-35" dirty="0">
                <a:latin typeface="Arial"/>
                <a:cs typeface="Arial"/>
              </a:rPr>
              <a:t> </a:t>
            </a:r>
            <a:r>
              <a:rPr sz="1400" spc="-10" dirty="0">
                <a:latin typeface="Arial"/>
                <a:cs typeface="Arial"/>
              </a:rPr>
              <a:t>through.</a:t>
            </a:r>
            <a:endParaRPr sz="1400" dirty="0">
              <a:latin typeface="Arial"/>
              <a:cs typeface="Arial"/>
            </a:endParaRPr>
          </a:p>
          <a:p>
            <a:pPr marL="74930" indent="-69850">
              <a:lnSpc>
                <a:spcPct val="100000"/>
              </a:lnSpc>
              <a:buSzPct val="92857"/>
              <a:buFont typeface="Arial"/>
              <a:buChar char="•"/>
              <a:tabLst>
                <a:tab pos="74930" algn="l"/>
              </a:tabLst>
            </a:pPr>
            <a:r>
              <a:rPr sz="1400" b="1" dirty="0">
                <a:latin typeface="Arial"/>
                <a:cs typeface="Arial"/>
              </a:rPr>
              <a:t>Example</a:t>
            </a:r>
            <a:r>
              <a:rPr sz="1400" dirty="0">
                <a:latin typeface="Arial"/>
                <a:cs typeface="Arial"/>
              </a:rPr>
              <a:t>:</a:t>
            </a:r>
            <a:r>
              <a:rPr sz="1400" spc="-40" dirty="0">
                <a:latin typeface="Arial"/>
                <a:cs typeface="Arial"/>
              </a:rPr>
              <a:t> </a:t>
            </a:r>
            <a:r>
              <a:rPr sz="1400" dirty="0">
                <a:latin typeface="Arial"/>
                <a:cs typeface="Arial"/>
              </a:rPr>
              <a:t>A</a:t>
            </a:r>
            <a:r>
              <a:rPr sz="1400" spc="-15" dirty="0">
                <a:latin typeface="Arial"/>
                <a:cs typeface="Arial"/>
              </a:rPr>
              <a:t> </a:t>
            </a:r>
            <a:r>
              <a:rPr sz="1400" spc="-10" dirty="0">
                <a:latin typeface="Arial"/>
                <a:cs typeface="Arial"/>
              </a:rPr>
              <a:t>low-</a:t>
            </a:r>
            <a:r>
              <a:rPr sz="1400" dirty="0">
                <a:latin typeface="Arial"/>
                <a:cs typeface="Arial"/>
              </a:rPr>
              <a:t>pass</a:t>
            </a:r>
            <a:r>
              <a:rPr sz="1400" spc="-20" dirty="0">
                <a:latin typeface="Arial"/>
                <a:cs typeface="Arial"/>
              </a:rPr>
              <a:t> </a:t>
            </a:r>
            <a:r>
              <a:rPr sz="1400" dirty="0">
                <a:latin typeface="Arial"/>
                <a:cs typeface="Arial"/>
              </a:rPr>
              <a:t>filter</a:t>
            </a:r>
            <a:r>
              <a:rPr sz="1400" spc="-40" dirty="0">
                <a:latin typeface="Arial"/>
                <a:cs typeface="Arial"/>
              </a:rPr>
              <a:t> </a:t>
            </a:r>
            <a:r>
              <a:rPr sz="1400" dirty="0">
                <a:latin typeface="Arial"/>
                <a:cs typeface="Arial"/>
              </a:rPr>
              <a:t>with</a:t>
            </a:r>
            <a:r>
              <a:rPr sz="1400" spc="-5" dirty="0">
                <a:latin typeface="Arial"/>
                <a:cs typeface="Arial"/>
              </a:rPr>
              <a:t> </a:t>
            </a:r>
            <a:r>
              <a:rPr sz="1400" dirty="0">
                <a:latin typeface="Arial"/>
                <a:cs typeface="Arial"/>
              </a:rPr>
              <a:t>a</a:t>
            </a:r>
            <a:r>
              <a:rPr sz="1400" spc="-25" dirty="0">
                <a:latin typeface="Arial"/>
                <a:cs typeface="Arial"/>
              </a:rPr>
              <a:t> </a:t>
            </a:r>
            <a:r>
              <a:rPr sz="1400" dirty="0">
                <a:latin typeface="Arial"/>
                <a:cs typeface="Arial"/>
              </a:rPr>
              <a:t>cutoff</a:t>
            </a:r>
            <a:r>
              <a:rPr sz="1400" spc="-50" dirty="0">
                <a:latin typeface="Arial"/>
                <a:cs typeface="Arial"/>
              </a:rPr>
              <a:t> </a:t>
            </a:r>
            <a:r>
              <a:rPr sz="1400" dirty="0">
                <a:latin typeface="Arial"/>
                <a:cs typeface="Arial"/>
              </a:rPr>
              <a:t>frequency</a:t>
            </a:r>
            <a:r>
              <a:rPr sz="1400" spc="-40" dirty="0">
                <a:latin typeface="Arial"/>
                <a:cs typeface="Arial"/>
              </a:rPr>
              <a:t> </a:t>
            </a:r>
            <a:r>
              <a:rPr sz="1400" dirty="0">
                <a:latin typeface="Arial"/>
                <a:cs typeface="Arial"/>
              </a:rPr>
              <a:t>of</a:t>
            </a:r>
            <a:r>
              <a:rPr sz="1400" spc="-25" dirty="0">
                <a:latin typeface="Arial"/>
                <a:cs typeface="Arial"/>
              </a:rPr>
              <a:t> </a:t>
            </a:r>
            <a:r>
              <a:rPr sz="1400" dirty="0">
                <a:latin typeface="Arial"/>
                <a:cs typeface="Arial"/>
              </a:rPr>
              <a:t>100</a:t>
            </a:r>
            <a:r>
              <a:rPr sz="1400" spc="-25" dirty="0">
                <a:latin typeface="Arial"/>
                <a:cs typeface="Arial"/>
              </a:rPr>
              <a:t> </a:t>
            </a:r>
            <a:r>
              <a:rPr sz="1400" dirty="0">
                <a:latin typeface="Arial"/>
                <a:cs typeface="Arial"/>
              </a:rPr>
              <a:t>kHz</a:t>
            </a:r>
            <a:r>
              <a:rPr sz="1400" spc="-25" dirty="0">
                <a:latin typeface="Arial"/>
                <a:cs typeface="Arial"/>
              </a:rPr>
              <a:t> </a:t>
            </a:r>
            <a:r>
              <a:rPr sz="1400" dirty="0">
                <a:latin typeface="Arial"/>
                <a:cs typeface="Arial"/>
              </a:rPr>
              <a:t>has</a:t>
            </a:r>
            <a:r>
              <a:rPr sz="1400" spc="-25" dirty="0">
                <a:latin typeface="Arial"/>
                <a:cs typeface="Arial"/>
              </a:rPr>
              <a:t> </a:t>
            </a:r>
            <a:r>
              <a:rPr sz="1400" dirty="0">
                <a:latin typeface="Arial"/>
                <a:cs typeface="Arial"/>
              </a:rPr>
              <a:t>a</a:t>
            </a:r>
            <a:r>
              <a:rPr sz="1400" spc="-15" dirty="0">
                <a:latin typeface="Arial"/>
                <a:cs typeface="Arial"/>
              </a:rPr>
              <a:t> </a:t>
            </a:r>
            <a:r>
              <a:rPr sz="1400" dirty="0">
                <a:latin typeface="Arial"/>
                <a:cs typeface="Arial"/>
              </a:rPr>
              <a:t>bandwidth</a:t>
            </a:r>
            <a:r>
              <a:rPr sz="1400" spc="-40" dirty="0">
                <a:latin typeface="Arial"/>
                <a:cs typeface="Arial"/>
              </a:rPr>
              <a:t> </a:t>
            </a:r>
            <a:r>
              <a:rPr sz="1400" dirty="0">
                <a:latin typeface="Arial"/>
                <a:cs typeface="Arial"/>
              </a:rPr>
              <a:t>of </a:t>
            </a:r>
            <a:r>
              <a:rPr sz="1400" spc="-10" dirty="0">
                <a:latin typeface="Arial"/>
                <a:cs typeface="Arial"/>
              </a:rPr>
              <a:t>Δf=100</a:t>
            </a:r>
            <a:r>
              <a:rPr sz="1400" spc="-114" dirty="0">
                <a:latin typeface="Arial"/>
                <a:cs typeface="Arial"/>
              </a:rPr>
              <a:t> </a:t>
            </a:r>
            <a:r>
              <a:rPr sz="1400" spc="-25" dirty="0">
                <a:latin typeface="Arial"/>
                <a:cs typeface="Arial"/>
              </a:rPr>
              <a:t>kHz</a:t>
            </a:r>
            <a:endParaRPr sz="1400" dirty="0">
              <a:latin typeface="Arial"/>
              <a:cs typeface="Arial"/>
            </a:endParaRPr>
          </a:p>
          <a:p>
            <a:pPr>
              <a:lnSpc>
                <a:spcPct val="100000"/>
              </a:lnSpc>
              <a:spcBef>
                <a:spcPts val="65"/>
              </a:spcBef>
              <a:buFont typeface="Arial"/>
              <a:buChar char="•"/>
            </a:pPr>
            <a:endParaRPr sz="1400" dirty="0">
              <a:latin typeface="Arial"/>
              <a:cs typeface="Arial"/>
            </a:endParaRPr>
          </a:p>
          <a:p>
            <a:pPr marL="12700">
              <a:lnSpc>
                <a:spcPct val="100000"/>
              </a:lnSpc>
              <a:spcBef>
                <a:spcPts val="5"/>
              </a:spcBef>
            </a:pPr>
            <a:r>
              <a:rPr sz="1400" b="1" spc="-10" dirty="0">
                <a:latin typeface="Arial"/>
                <a:cs typeface="Arial"/>
              </a:rPr>
              <a:t>Measurement</a:t>
            </a:r>
            <a:r>
              <a:rPr sz="1400" b="1" spc="-35" dirty="0">
                <a:latin typeface="Arial"/>
                <a:cs typeface="Arial"/>
              </a:rPr>
              <a:t> </a:t>
            </a:r>
            <a:r>
              <a:rPr sz="1400" b="1" dirty="0">
                <a:latin typeface="Arial"/>
                <a:cs typeface="Arial"/>
              </a:rPr>
              <a:t>Instrument</a:t>
            </a:r>
            <a:r>
              <a:rPr sz="1400" b="1" spc="-25" dirty="0">
                <a:latin typeface="Arial"/>
                <a:cs typeface="Arial"/>
              </a:rPr>
              <a:t> </a:t>
            </a:r>
            <a:r>
              <a:rPr sz="1400" b="1" spc="-10" dirty="0">
                <a:latin typeface="Arial"/>
                <a:cs typeface="Arial"/>
              </a:rPr>
              <a:t>Bandwidth</a:t>
            </a:r>
            <a:endParaRPr sz="1400" dirty="0">
              <a:latin typeface="Arial"/>
              <a:cs typeface="Arial"/>
            </a:endParaRPr>
          </a:p>
          <a:p>
            <a:pPr marL="12700" marR="5080" indent="-8255">
              <a:lnSpc>
                <a:spcPct val="100000"/>
              </a:lnSpc>
              <a:buSzPct val="92857"/>
              <a:buChar char="•"/>
              <a:tabLst>
                <a:tab pos="12700" algn="l"/>
                <a:tab pos="74295" algn="l"/>
              </a:tabLst>
            </a:pPr>
            <a:r>
              <a:rPr sz="1400" dirty="0">
                <a:latin typeface="Arial"/>
                <a:cs typeface="Arial"/>
              </a:rPr>
              <a:t>	When</a:t>
            </a:r>
            <a:r>
              <a:rPr sz="1400" spc="-55" dirty="0">
                <a:latin typeface="Arial"/>
                <a:cs typeface="Arial"/>
              </a:rPr>
              <a:t> </a:t>
            </a:r>
            <a:r>
              <a:rPr sz="1400" dirty="0">
                <a:latin typeface="Arial"/>
                <a:cs typeface="Arial"/>
              </a:rPr>
              <a:t>using</a:t>
            </a:r>
            <a:r>
              <a:rPr sz="1400" spc="-30" dirty="0">
                <a:latin typeface="Arial"/>
                <a:cs typeface="Arial"/>
              </a:rPr>
              <a:t> </a:t>
            </a:r>
            <a:r>
              <a:rPr sz="1400" dirty="0">
                <a:latin typeface="Arial"/>
                <a:cs typeface="Arial"/>
              </a:rPr>
              <a:t>instruments</a:t>
            </a:r>
            <a:r>
              <a:rPr sz="1400" spc="-60" dirty="0">
                <a:latin typeface="Arial"/>
                <a:cs typeface="Arial"/>
              </a:rPr>
              <a:t> </a:t>
            </a:r>
            <a:r>
              <a:rPr sz="1400" dirty="0">
                <a:latin typeface="Arial"/>
                <a:cs typeface="Arial"/>
              </a:rPr>
              <a:t>like</a:t>
            </a:r>
            <a:r>
              <a:rPr sz="1400" spc="-10" dirty="0">
                <a:latin typeface="Arial"/>
                <a:cs typeface="Arial"/>
              </a:rPr>
              <a:t> </a:t>
            </a:r>
            <a:r>
              <a:rPr sz="1400" b="1" spc="-10" dirty="0">
                <a:latin typeface="Arial"/>
                <a:cs typeface="Arial"/>
              </a:rPr>
              <a:t>oscilloscopes</a:t>
            </a:r>
            <a:r>
              <a:rPr sz="1400" b="1" spc="-55" dirty="0">
                <a:latin typeface="Arial"/>
                <a:cs typeface="Arial"/>
              </a:rPr>
              <a:t> </a:t>
            </a:r>
            <a:r>
              <a:rPr sz="1400" dirty="0">
                <a:latin typeface="Arial"/>
                <a:cs typeface="Arial"/>
              </a:rPr>
              <a:t>or</a:t>
            </a:r>
            <a:r>
              <a:rPr sz="1400" spc="-30" dirty="0">
                <a:latin typeface="Arial"/>
                <a:cs typeface="Arial"/>
              </a:rPr>
              <a:t> </a:t>
            </a:r>
            <a:r>
              <a:rPr sz="1400" b="1" dirty="0">
                <a:latin typeface="Arial"/>
                <a:cs typeface="Arial"/>
              </a:rPr>
              <a:t>spectrum</a:t>
            </a:r>
            <a:r>
              <a:rPr sz="1400" b="1" spc="-40" dirty="0">
                <a:latin typeface="Arial"/>
                <a:cs typeface="Arial"/>
              </a:rPr>
              <a:t> </a:t>
            </a:r>
            <a:r>
              <a:rPr sz="1400" b="1" dirty="0">
                <a:latin typeface="Arial"/>
                <a:cs typeface="Arial"/>
              </a:rPr>
              <a:t>analyzers</a:t>
            </a:r>
            <a:r>
              <a:rPr sz="1400" dirty="0">
                <a:latin typeface="Arial"/>
                <a:cs typeface="Arial"/>
              </a:rPr>
              <a:t>,</a:t>
            </a:r>
            <a:r>
              <a:rPr sz="1400" spc="-10" dirty="0">
                <a:latin typeface="Arial"/>
                <a:cs typeface="Arial"/>
              </a:rPr>
              <a:t> </a:t>
            </a:r>
            <a:r>
              <a:rPr sz="1400" dirty="0">
                <a:latin typeface="Arial"/>
                <a:cs typeface="Arial"/>
              </a:rPr>
              <a:t>the</a:t>
            </a:r>
            <a:r>
              <a:rPr sz="1400" spc="-25" dirty="0">
                <a:latin typeface="Arial"/>
                <a:cs typeface="Arial"/>
              </a:rPr>
              <a:t> </a:t>
            </a:r>
            <a:r>
              <a:rPr sz="1400" spc="-10" dirty="0">
                <a:latin typeface="Arial"/>
                <a:cs typeface="Arial"/>
              </a:rPr>
              <a:t>measurement</a:t>
            </a:r>
            <a:r>
              <a:rPr sz="1400" spc="-60" dirty="0">
                <a:latin typeface="Arial"/>
                <a:cs typeface="Arial"/>
              </a:rPr>
              <a:t> </a:t>
            </a:r>
            <a:r>
              <a:rPr sz="1400" dirty="0">
                <a:latin typeface="Arial"/>
                <a:cs typeface="Arial"/>
              </a:rPr>
              <a:t>device</a:t>
            </a:r>
            <a:r>
              <a:rPr sz="1400" spc="-20" dirty="0">
                <a:latin typeface="Arial"/>
                <a:cs typeface="Arial"/>
              </a:rPr>
              <a:t> </a:t>
            </a:r>
            <a:r>
              <a:rPr sz="1400" dirty="0">
                <a:latin typeface="Arial"/>
                <a:cs typeface="Arial"/>
              </a:rPr>
              <a:t>itself</a:t>
            </a:r>
            <a:r>
              <a:rPr sz="1400" spc="-35" dirty="0">
                <a:latin typeface="Arial"/>
                <a:cs typeface="Arial"/>
              </a:rPr>
              <a:t> </a:t>
            </a:r>
            <a:r>
              <a:rPr sz="1400" dirty="0">
                <a:latin typeface="Arial"/>
                <a:cs typeface="Arial"/>
              </a:rPr>
              <a:t>has</a:t>
            </a:r>
            <a:r>
              <a:rPr sz="1400" spc="-25" dirty="0">
                <a:latin typeface="Arial"/>
                <a:cs typeface="Arial"/>
              </a:rPr>
              <a:t> </a:t>
            </a:r>
            <a:r>
              <a:rPr sz="1400" dirty="0">
                <a:latin typeface="Arial"/>
                <a:cs typeface="Arial"/>
              </a:rPr>
              <a:t>a</a:t>
            </a:r>
            <a:r>
              <a:rPr sz="1400" spc="-15" dirty="0">
                <a:latin typeface="Arial"/>
                <a:cs typeface="Arial"/>
              </a:rPr>
              <a:t> </a:t>
            </a:r>
            <a:r>
              <a:rPr sz="1400" dirty="0">
                <a:latin typeface="Arial"/>
                <a:cs typeface="Arial"/>
              </a:rPr>
              <a:t>limited</a:t>
            </a:r>
            <a:r>
              <a:rPr sz="1400" spc="-45" dirty="0">
                <a:latin typeface="Arial"/>
                <a:cs typeface="Arial"/>
              </a:rPr>
              <a:t> </a:t>
            </a:r>
            <a:r>
              <a:rPr sz="1400" dirty="0">
                <a:latin typeface="Arial"/>
                <a:cs typeface="Arial"/>
              </a:rPr>
              <a:t>bandwidth,</a:t>
            </a:r>
            <a:r>
              <a:rPr sz="1400" spc="-35" dirty="0">
                <a:latin typeface="Arial"/>
                <a:cs typeface="Arial"/>
              </a:rPr>
              <a:t> </a:t>
            </a:r>
            <a:r>
              <a:rPr sz="1400" dirty="0">
                <a:latin typeface="Arial"/>
                <a:cs typeface="Arial"/>
              </a:rPr>
              <a:t>which</a:t>
            </a:r>
            <a:r>
              <a:rPr sz="1400" spc="-20" dirty="0">
                <a:latin typeface="Arial"/>
                <a:cs typeface="Arial"/>
              </a:rPr>
              <a:t> </a:t>
            </a:r>
            <a:r>
              <a:rPr sz="1400" dirty="0">
                <a:latin typeface="Arial"/>
                <a:cs typeface="Arial"/>
              </a:rPr>
              <a:t>may</a:t>
            </a:r>
            <a:r>
              <a:rPr sz="1400" spc="-10" dirty="0">
                <a:latin typeface="Arial"/>
                <a:cs typeface="Arial"/>
              </a:rPr>
              <a:t> </a:t>
            </a:r>
            <a:r>
              <a:rPr sz="1400" dirty="0">
                <a:latin typeface="Arial"/>
                <a:cs typeface="Arial"/>
              </a:rPr>
              <a:t>affect</a:t>
            </a:r>
            <a:r>
              <a:rPr sz="1400" spc="-55" dirty="0">
                <a:latin typeface="Arial"/>
                <a:cs typeface="Arial"/>
              </a:rPr>
              <a:t> </a:t>
            </a:r>
            <a:r>
              <a:rPr sz="1400" spc="-10" dirty="0">
                <a:latin typeface="Arial"/>
                <a:cs typeface="Arial"/>
              </a:rPr>
              <a:t>noise readings.</a:t>
            </a:r>
            <a:endParaRPr sz="1400" dirty="0">
              <a:latin typeface="Arial"/>
              <a:cs typeface="Arial"/>
            </a:endParaRPr>
          </a:p>
          <a:p>
            <a:pPr marL="74930" indent="-69850">
              <a:lnSpc>
                <a:spcPct val="100000"/>
              </a:lnSpc>
              <a:buSzPct val="92857"/>
              <a:buChar char="•"/>
              <a:tabLst>
                <a:tab pos="74930" algn="l"/>
              </a:tabLst>
            </a:pPr>
            <a:r>
              <a:rPr sz="1400" dirty="0">
                <a:latin typeface="Arial"/>
                <a:cs typeface="Arial"/>
              </a:rPr>
              <a:t>The</a:t>
            </a:r>
            <a:r>
              <a:rPr sz="1400" spc="-40" dirty="0">
                <a:latin typeface="Arial"/>
                <a:cs typeface="Arial"/>
              </a:rPr>
              <a:t> </a:t>
            </a:r>
            <a:r>
              <a:rPr sz="1400" b="1" dirty="0">
                <a:latin typeface="Arial"/>
                <a:cs typeface="Arial"/>
              </a:rPr>
              <a:t>instrument</a:t>
            </a:r>
            <a:r>
              <a:rPr sz="1400" b="1" spc="-45" dirty="0">
                <a:latin typeface="Arial"/>
                <a:cs typeface="Arial"/>
              </a:rPr>
              <a:t> </a:t>
            </a:r>
            <a:r>
              <a:rPr sz="1400" b="1" dirty="0">
                <a:latin typeface="Arial"/>
                <a:cs typeface="Arial"/>
              </a:rPr>
              <a:t>bandwidth</a:t>
            </a:r>
            <a:r>
              <a:rPr sz="1400" b="1" spc="-70" dirty="0">
                <a:latin typeface="Arial"/>
                <a:cs typeface="Arial"/>
              </a:rPr>
              <a:t> </a:t>
            </a:r>
            <a:r>
              <a:rPr sz="1400" dirty="0">
                <a:latin typeface="Arial"/>
                <a:cs typeface="Arial"/>
              </a:rPr>
              <a:t>may</a:t>
            </a:r>
            <a:r>
              <a:rPr sz="1400" spc="-30" dirty="0">
                <a:latin typeface="Arial"/>
                <a:cs typeface="Arial"/>
              </a:rPr>
              <a:t> </a:t>
            </a:r>
            <a:r>
              <a:rPr sz="1400" dirty="0">
                <a:latin typeface="Arial"/>
                <a:cs typeface="Arial"/>
              </a:rPr>
              <a:t>be</a:t>
            </a:r>
            <a:r>
              <a:rPr sz="1400" spc="-30" dirty="0">
                <a:latin typeface="Arial"/>
                <a:cs typeface="Arial"/>
              </a:rPr>
              <a:t> </a:t>
            </a:r>
            <a:r>
              <a:rPr sz="1400" dirty="0">
                <a:latin typeface="Arial"/>
                <a:cs typeface="Arial"/>
              </a:rPr>
              <a:t>specified</a:t>
            </a:r>
            <a:r>
              <a:rPr sz="1400" spc="-60" dirty="0">
                <a:latin typeface="Arial"/>
                <a:cs typeface="Arial"/>
              </a:rPr>
              <a:t> </a:t>
            </a:r>
            <a:r>
              <a:rPr sz="1400" dirty="0">
                <a:latin typeface="Arial"/>
                <a:cs typeface="Arial"/>
              </a:rPr>
              <a:t>and</a:t>
            </a:r>
            <a:r>
              <a:rPr sz="1400" spc="-40" dirty="0">
                <a:latin typeface="Arial"/>
                <a:cs typeface="Arial"/>
              </a:rPr>
              <a:t> </a:t>
            </a:r>
            <a:r>
              <a:rPr sz="1400" dirty="0">
                <a:latin typeface="Arial"/>
                <a:cs typeface="Arial"/>
              </a:rPr>
              <a:t>needs</a:t>
            </a:r>
            <a:r>
              <a:rPr sz="1400" spc="-40" dirty="0">
                <a:latin typeface="Arial"/>
                <a:cs typeface="Arial"/>
              </a:rPr>
              <a:t> </a:t>
            </a:r>
            <a:r>
              <a:rPr sz="1400" dirty="0">
                <a:latin typeface="Arial"/>
                <a:cs typeface="Arial"/>
              </a:rPr>
              <a:t>to</a:t>
            </a:r>
            <a:r>
              <a:rPr sz="1400" spc="-30" dirty="0">
                <a:latin typeface="Arial"/>
                <a:cs typeface="Arial"/>
              </a:rPr>
              <a:t> </a:t>
            </a:r>
            <a:r>
              <a:rPr sz="1400" dirty="0">
                <a:latin typeface="Arial"/>
                <a:cs typeface="Arial"/>
              </a:rPr>
              <a:t>be</a:t>
            </a:r>
            <a:r>
              <a:rPr sz="1400" spc="-35" dirty="0">
                <a:latin typeface="Arial"/>
                <a:cs typeface="Arial"/>
              </a:rPr>
              <a:t> </a:t>
            </a:r>
            <a:r>
              <a:rPr sz="1400" dirty="0">
                <a:latin typeface="Arial"/>
                <a:cs typeface="Arial"/>
              </a:rPr>
              <a:t>considered</a:t>
            </a:r>
            <a:r>
              <a:rPr sz="1400" spc="-60" dirty="0">
                <a:latin typeface="Arial"/>
                <a:cs typeface="Arial"/>
              </a:rPr>
              <a:t> </a:t>
            </a:r>
            <a:r>
              <a:rPr sz="1400" dirty="0">
                <a:latin typeface="Arial"/>
                <a:cs typeface="Arial"/>
              </a:rPr>
              <a:t>when</a:t>
            </a:r>
            <a:r>
              <a:rPr sz="1400" spc="-30" dirty="0">
                <a:latin typeface="Arial"/>
                <a:cs typeface="Arial"/>
              </a:rPr>
              <a:t> </a:t>
            </a:r>
            <a:r>
              <a:rPr sz="1400" dirty="0">
                <a:latin typeface="Arial"/>
                <a:cs typeface="Arial"/>
              </a:rPr>
              <a:t>interpreting</a:t>
            </a:r>
            <a:r>
              <a:rPr sz="1400" spc="-60" dirty="0">
                <a:latin typeface="Arial"/>
                <a:cs typeface="Arial"/>
              </a:rPr>
              <a:t> </a:t>
            </a:r>
            <a:r>
              <a:rPr sz="1400" dirty="0">
                <a:latin typeface="Arial"/>
                <a:cs typeface="Arial"/>
              </a:rPr>
              <a:t>noise</a:t>
            </a:r>
            <a:r>
              <a:rPr sz="1400" spc="-55" dirty="0">
                <a:latin typeface="Arial"/>
                <a:cs typeface="Arial"/>
              </a:rPr>
              <a:t> </a:t>
            </a:r>
            <a:r>
              <a:rPr sz="1400" spc="-10" dirty="0">
                <a:latin typeface="Arial"/>
                <a:cs typeface="Arial"/>
              </a:rPr>
              <a:t>measurements.</a:t>
            </a:r>
            <a:endParaRPr sz="1400" dirty="0">
              <a:latin typeface="Arial"/>
              <a:cs typeface="Arial"/>
            </a:endParaRPr>
          </a:p>
          <a:p>
            <a:pPr marL="74930" indent="-69850">
              <a:lnSpc>
                <a:spcPct val="100000"/>
              </a:lnSpc>
              <a:buSzPct val="92857"/>
              <a:buFont typeface="Arial"/>
              <a:buChar char="•"/>
              <a:tabLst>
                <a:tab pos="74930" algn="l"/>
              </a:tabLst>
            </a:pPr>
            <a:r>
              <a:rPr sz="1400" b="1" dirty="0">
                <a:latin typeface="Arial"/>
                <a:cs typeface="Arial"/>
              </a:rPr>
              <a:t>Example</a:t>
            </a:r>
            <a:r>
              <a:rPr sz="1400" dirty="0">
                <a:latin typeface="Arial"/>
                <a:cs typeface="Arial"/>
              </a:rPr>
              <a:t>:</a:t>
            </a:r>
            <a:r>
              <a:rPr sz="1400" spc="-45" dirty="0">
                <a:latin typeface="Arial"/>
                <a:cs typeface="Arial"/>
              </a:rPr>
              <a:t> </a:t>
            </a:r>
            <a:r>
              <a:rPr sz="1400" dirty="0">
                <a:latin typeface="Arial"/>
                <a:cs typeface="Arial"/>
              </a:rPr>
              <a:t>If</a:t>
            </a:r>
            <a:r>
              <a:rPr sz="1400" spc="-25" dirty="0">
                <a:latin typeface="Arial"/>
                <a:cs typeface="Arial"/>
              </a:rPr>
              <a:t> </a:t>
            </a:r>
            <a:r>
              <a:rPr sz="1400" dirty="0">
                <a:latin typeface="Arial"/>
                <a:cs typeface="Arial"/>
              </a:rPr>
              <a:t>an</a:t>
            </a:r>
            <a:r>
              <a:rPr sz="1400" spc="-30" dirty="0">
                <a:latin typeface="Arial"/>
                <a:cs typeface="Arial"/>
              </a:rPr>
              <a:t> </a:t>
            </a:r>
            <a:r>
              <a:rPr sz="1400" dirty="0">
                <a:latin typeface="Arial"/>
                <a:cs typeface="Arial"/>
              </a:rPr>
              <a:t>oscilloscope</a:t>
            </a:r>
            <a:r>
              <a:rPr sz="1400" spc="-50" dirty="0">
                <a:latin typeface="Arial"/>
                <a:cs typeface="Arial"/>
              </a:rPr>
              <a:t> </a:t>
            </a:r>
            <a:r>
              <a:rPr sz="1400" dirty="0">
                <a:latin typeface="Arial"/>
                <a:cs typeface="Arial"/>
              </a:rPr>
              <a:t>has</a:t>
            </a:r>
            <a:r>
              <a:rPr sz="1400" spc="-25" dirty="0">
                <a:latin typeface="Arial"/>
                <a:cs typeface="Arial"/>
              </a:rPr>
              <a:t> </a:t>
            </a:r>
            <a:r>
              <a:rPr sz="1400" dirty="0">
                <a:latin typeface="Arial"/>
                <a:cs typeface="Arial"/>
              </a:rPr>
              <a:t>a</a:t>
            </a:r>
            <a:r>
              <a:rPr sz="1400" spc="-30" dirty="0">
                <a:latin typeface="Arial"/>
                <a:cs typeface="Arial"/>
              </a:rPr>
              <a:t> </a:t>
            </a:r>
            <a:r>
              <a:rPr sz="1400" dirty="0">
                <a:latin typeface="Arial"/>
                <a:cs typeface="Arial"/>
              </a:rPr>
              <a:t>bandwidth</a:t>
            </a:r>
            <a:r>
              <a:rPr sz="1400" spc="-30" dirty="0">
                <a:latin typeface="Arial"/>
                <a:cs typeface="Arial"/>
              </a:rPr>
              <a:t> </a:t>
            </a:r>
            <a:r>
              <a:rPr sz="1400" dirty="0">
                <a:latin typeface="Arial"/>
                <a:cs typeface="Arial"/>
              </a:rPr>
              <a:t>of</a:t>
            </a:r>
            <a:r>
              <a:rPr sz="1400" spc="-25" dirty="0">
                <a:latin typeface="Arial"/>
                <a:cs typeface="Arial"/>
              </a:rPr>
              <a:t> </a:t>
            </a:r>
            <a:r>
              <a:rPr sz="1400" dirty="0">
                <a:latin typeface="Arial"/>
                <a:cs typeface="Arial"/>
              </a:rPr>
              <a:t>20</a:t>
            </a:r>
            <a:r>
              <a:rPr sz="1400" spc="-20" dirty="0">
                <a:latin typeface="Arial"/>
                <a:cs typeface="Arial"/>
              </a:rPr>
              <a:t> </a:t>
            </a:r>
            <a:r>
              <a:rPr sz="1400" dirty="0">
                <a:latin typeface="Arial"/>
                <a:cs typeface="Arial"/>
              </a:rPr>
              <a:t>MHz,</a:t>
            </a:r>
            <a:r>
              <a:rPr sz="1400" spc="-25" dirty="0">
                <a:latin typeface="Arial"/>
                <a:cs typeface="Arial"/>
              </a:rPr>
              <a:t> </a:t>
            </a:r>
            <a:r>
              <a:rPr sz="1400" dirty="0">
                <a:latin typeface="Arial"/>
                <a:cs typeface="Arial"/>
              </a:rPr>
              <a:t>then</a:t>
            </a:r>
            <a:r>
              <a:rPr sz="1400" spc="-45" dirty="0">
                <a:latin typeface="Arial"/>
                <a:cs typeface="Arial"/>
              </a:rPr>
              <a:t> </a:t>
            </a:r>
            <a:r>
              <a:rPr sz="1400" dirty="0">
                <a:latin typeface="Arial"/>
                <a:cs typeface="Arial"/>
              </a:rPr>
              <a:t>the</a:t>
            </a:r>
            <a:r>
              <a:rPr sz="1400" spc="-30" dirty="0">
                <a:latin typeface="Arial"/>
                <a:cs typeface="Arial"/>
              </a:rPr>
              <a:t> </a:t>
            </a:r>
            <a:r>
              <a:rPr sz="1400" dirty="0">
                <a:latin typeface="Arial"/>
                <a:cs typeface="Arial"/>
              </a:rPr>
              <a:t>noise</a:t>
            </a:r>
            <a:r>
              <a:rPr sz="1400" spc="-40" dirty="0">
                <a:latin typeface="Arial"/>
                <a:cs typeface="Arial"/>
              </a:rPr>
              <a:t> </a:t>
            </a:r>
            <a:r>
              <a:rPr sz="1400" dirty="0">
                <a:latin typeface="Arial"/>
                <a:cs typeface="Arial"/>
              </a:rPr>
              <a:t>observed</a:t>
            </a:r>
            <a:r>
              <a:rPr sz="1400" spc="-25" dirty="0">
                <a:latin typeface="Arial"/>
                <a:cs typeface="Arial"/>
              </a:rPr>
              <a:t> </a:t>
            </a:r>
            <a:r>
              <a:rPr sz="1400" dirty="0">
                <a:latin typeface="Arial"/>
                <a:cs typeface="Arial"/>
              </a:rPr>
              <a:t>on</a:t>
            </a:r>
            <a:r>
              <a:rPr sz="1400" spc="-30" dirty="0">
                <a:latin typeface="Arial"/>
                <a:cs typeface="Arial"/>
              </a:rPr>
              <a:t> </a:t>
            </a:r>
            <a:r>
              <a:rPr sz="1400" dirty="0">
                <a:latin typeface="Arial"/>
                <a:cs typeface="Arial"/>
              </a:rPr>
              <a:t>the</a:t>
            </a:r>
            <a:r>
              <a:rPr sz="1400" spc="-30" dirty="0">
                <a:latin typeface="Arial"/>
                <a:cs typeface="Arial"/>
              </a:rPr>
              <a:t> </a:t>
            </a:r>
            <a:r>
              <a:rPr sz="1400" dirty="0">
                <a:latin typeface="Arial"/>
                <a:cs typeface="Arial"/>
              </a:rPr>
              <a:t>oscilloscope</a:t>
            </a:r>
            <a:r>
              <a:rPr sz="1400" spc="-55" dirty="0">
                <a:latin typeface="Arial"/>
                <a:cs typeface="Arial"/>
              </a:rPr>
              <a:t> </a:t>
            </a:r>
            <a:r>
              <a:rPr sz="1400" dirty="0">
                <a:latin typeface="Arial"/>
                <a:cs typeface="Arial"/>
              </a:rPr>
              <a:t>is</a:t>
            </a:r>
            <a:r>
              <a:rPr sz="1400" spc="-25" dirty="0">
                <a:latin typeface="Arial"/>
                <a:cs typeface="Arial"/>
              </a:rPr>
              <a:t> </a:t>
            </a:r>
            <a:r>
              <a:rPr sz="1400" dirty="0">
                <a:latin typeface="Arial"/>
                <a:cs typeface="Arial"/>
              </a:rPr>
              <a:t>limited</a:t>
            </a:r>
            <a:r>
              <a:rPr sz="1400" spc="-30" dirty="0">
                <a:latin typeface="Arial"/>
                <a:cs typeface="Arial"/>
              </a:rPr>
              <a:t> </a:t>
            </a:r>
            <a:r>
              <a:rPr sz="1400" dirty="0">
                <a:latin typeface="Arial"/>
                <a:cs typeface="Arial"/>
              </a:rPr>
              <a:t>by</a:t>
            </a:r>
            <a:r>
              <a:rPr sz="1400" spc="-15" dirty="0">
                <a:latin typeface="Arial"/>
                <a:cs typeface="Arial"/>
              </a:rPr>
              <a:t> </a:t>
            </a:r>
            <a:r>
              <a:rPr sz="1400" spc="-10" dirty="0">
                <a:latin typeface="Arial"/>
                <a:cs typeface="Arial"/>
              </a:rPr>
              <a:t>Δf=20</a:t>
            </a:r>
            <a:r>
              <a:rPr sz="1400" spc="-114" dirty="0">
                <a:latin typeface="Arial"/>
                <a:cs typeface="Arial"/>
              </a:rPr>
              <a:t> </a:t>
            </a:r>
            <a:r>
              <a:rPr sz="1400" dirty="0">
                <a:latin typeface="Arial"/>
                <a:cs typeface="Arial"/>
              </a:rPr>
              <a:t>MHz\Delta</a:t>
            </a:r>
            <a:r>
              <a:rPr sz="1400" spc="-65" dirty="0">
                <a:latin typeface="Arial"/>
                <a:cs typeface="Arial"/>
              </a:rPr>
              <a:t> </a:t>
            </a:r>
            <a:r>
              <a:rPr sz="1400" dirty="0">
                <a:latin typeface="Arial"/>
                <a:cs typeface="Arial"/>
              </a:rPr>
              <a:t>f</a:t>
            </a:r>
            <a:r>
              <a:rPr sz="1400" spc="-10" dirty="0">
                <a:latin typeface="Arial"/>
                <a:cs typeface="Arial"/>
              </a:rPr>
              <a:t> </a:t>
            </a:r>
            <a:r>
              <a:rPr sz="1400" dirty="0">
                <a:latin typeface="Arial"/>
                <a:cs typeface="Arial"/>
              </a:rPr>
              <a:t>=</a:t>
            </a:r>
            <a:r>
              <a:rPr sz="1400" spc="-20" dirty="0">
                <a:latin typeface="Arial"/>
                <a:cs typeface="Arial"/>
              </a:rPr>
              <a:t> </a:t>
            </a:r>
            <a:r>
              <a:rPr sz="1400" dirty="0">
                <a:latin typeface="Arial"/>
                <a:cs typeface="Arial"/>
              </a:rPr>
              <a:t>20</a:t>
            </a:r>
            <a:r>
              <a:rPr sz="1400" spc="-25" dirty="0">
                <a:latin typeface="Arial"/>
                <a:cs typeface="Arial"/>
              </a:rPr>
              <a:t> \,</a:t>
            </a:r>
            <a:endParaRPr sz="1400" dirty="0">
              <a:latin typeface="Arial"/>
              <a:cs typeface="Arial"/>
            </a:endParaRPr>
          </a:p>
          <a:p>
            <a:pPr marL="12700">
              <a:lnSpc>
                <a:spcPct val="100000"/>
              </a:lnSpc>
            </a:pPr>
            <a:r>
              <a:rPr sz="1400" spc="-10" dirty="0">
                <a:latin typeface="Arial"/>
                <a:cs typeface="Arial"/>
              </a:rPr>
              <a:t>\text{MHz}Δf=20MHz.</a:t>
            </a:r>
            <a:endParaRPr sz="1400" dirty="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D0337A1-3A81-FCB6-E60C-DF360137E9D7}"/>
                  </a:ext>
                </a:extLst>
              </p14:cNvPr>
              <p14:cNvContentPartPr/>
              <p14:nvPr/>
            </p14:nvContentPartPr>
            <p14:xfrm>
              <a:off x="275510" y="1671517"/>
              <a:ext cx="1568520" cy="157320"/>
            </p14:xfrm>
          </p:contentPart>
        </mc:Choice>
        <mc:Fallback xmlns="">
          <p:pic>
            <p:nvPicPr>
              <p:cNvPr id="4" name="Ink 3">
                <a:extLst>
                  <a:ext uri="{FF2B5EF4-FFF2-40B4-BE49-F238E27FC236}">
                    <a16:creationId xmlns:a16="http://schemas.microsoft.com/office/drawing/2014/main" id="{4D0337A1-3A81-FCB6-E60C-DF360137E9D7}"/>
                  </a:ext>
                </a:extLst>
              </p:cNvPr>
              <p:cNvPicPr/>
              <p:nvPr/>
            </p:nvPicPr>
            <p:blipFill>
              <a:blip r:embed="rId3"/>
              <a:stretch>
                <a:fillRect/>
              </a:stretch>
            </p:blipFill>
            <p:spPr>
              <a:xfrm>
                <a:off x="221510" y="1563517"/>
                <a:ext cx="1676160" cy="372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49D3E39D-8C36-2682-BC01-C3855BBE347A}"/>
                  </a:ext>
                </a:extLst>
              </p14:cNvPr>
              <p14:cNvContentPartPr/>
              <p14:nvPr/>
            </p14:nvContentPartPr>
            <p14:xfrm>
              <a:off x="141590" y="4038877"/>
              <a:ext cx="1658160" cy="94320"/>
            </p14:xfrm>
          </p:contentPart>
        </mc:Choice>
        <mc:Fallback xmlns="">
          <p:pic>
            <p:nvPicPr>
              <p:cNvPr id="5" name="Ink 4">
                <a:extLst>
                  <a:ext uri="{FF2B5EF4-FFF2-40B4-BE49-F238E27FC236}">
                    <a16:creationId xmlns:a16="http://schemas.microsoft.com/office/drawing/2014/main" id="{49D3E39D-8C36-2682-BC01-C3855BBE347A}"/>
                  </a:ext>
                </a:extLst>
              </p:cNvPr>
              <p:cNvPicPr/>
              <p:nvPr/>
            </p:nvPicPr>
            <p:blipFill>
              <a:blip r:embed="rId5"/>
              <a:stretch>
                <a:fillRect/>
              </a:stretch>
            </p:blipFill>
            <p:spPr>
              <a:xfrm>
                <a:off x="87950" y="3930877"/>
                <a:ext cx="1765800" cy="309960"/>
              </a:xfrm>
              <a:prstGeom prst="rect">
                <a:avLst/>
              </a:prstGeom>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8D113-2BB5-C2E1-1921-A82163A4241C}"/>
              </a:ext>
            </a:extLst>
          </p:cNvPr>
          <p:cNvSpPr>
            <a:spLocks noGrp="1"/>
          </p:cNvSpPr>
          <p:nvPr>
            <p:ph type="title"/>
          </p:nvPr>
        </p:nvSpPr>
        <p:spPr>
          <a:xfrm>
            <a:off x="78739" y="14986"/>
            <a:ext cx="10328275" cy="492443"/>
          </a:xfrm>
        </p:spPr>
        <p:txBody>
          <a:bodyPr/>
          <a:lstStyle/>
          <a:p>
            <a:r>
              <a:rPr lang="en-US" dirty="0"/>
              <a:t>Example</a:t>
            </a:r>
          </a:p>
        </p:txBody>
      </p:sp>
      <p:sp>
        <p:nvSpPr>
          <p:cNvPr id="5" name="TextBox 4">
            <a:extLst>
              <a:ext uri="{FF2B5EF4-FFF2-40B4-BE49-F238E27FC236}">
                <a16:creationId xmlns:a16="http://schemas.microsoft.com/office/drawing/2014/main" id="{39661C3D-5C71-2CFF-BCE6-CE6630D57301}"/>
              </a:ext>
            </a:extLst>
          </p:cNvPr>
          <p:cNvSpPr txBox="1"/>
          <p:nvPr/>
        </p:nvSpPr>
        <p:spPr>
          <a:xfrm>
            <a:off x="381000" y="304800"/>
            <a:ext cx="10667999" cy="2092881"/>
          </a:xfrm>
          <a:prstGeom prst="rect">
            <a:avLst/>
          </a:prstGeom>
          <a:noFill/>
        </p:spPr>
        <p:txBody>
          <a:bodyPr wrap="square">
            <a:spAutoFit/>
          </a:bodyPr>
          <a:lstStyle/>
          <a:p>
            <a:pPr algn="l"/>
            <a:endParaRPr lang="en-US" sz="2000" b="0" i="0" u="none" strike="noStrike" baseline="0" dirty="0">
              <a:solidFill>
                <a:srgbClr val="000000"/>
              </a:solidFill>
              <a:latin typeface="Aptos" panose="020B0004020202020204" pitchFamily="34" charset="0"/>
            </a:endParaRPr>
          </a:p>
          <a:p>
            <a:r>
              <a:rPr lang="en-US" sz="2000" b="0" i="0" u="none" strike="noStrike" baseline="0" dirty="0">
                <a:solidFill>
                  <a:srgbClr val="000000"/>
                </a:solidFill>
                <a:latin typeface="Aptos" panose="020B0004020202020204" pitchFamily="34" charset="0"/>
              </a:rPr>
              <a:t> </a:t>
            </a:r>
          </a:p>
          <a:p>
            <a:r>
              <a:rPr lang="en-US" sz="1800" b="0" i="0" u="none" strike="noStrike" baseline="0" dirty="0">
                <a:solidFill>
                  <a:srgbClr val="000000"/>
                </a:solidFill>
                <a:latin typeface="Aptos" panose="020B0004020202020204" pitchFamily="34" charset="0"/>
              </a:rPr>
              <a:t>Imagine I had a photodetector in reverse bias with light shining on it connected to a 10 </a:t>
            </a:r>
            <a:r>
              <a:rPr lang="en-US" sz="1800" b="0" i="0" u="none" strike="noStrike" baseline="0" dirty="0" err="1">
                <a:solidFill>
                  <a:srgbClr val="000000"/>
                </a:solidFill>
                <a:latin typeface="Aptos" panose="020B0004020202020204" pitchFamily="34" charset="0"/>
              </a:rPr>
              <a:t>kOhm</a:t>
            </a:r>
            <a:r>
              <a:rPr lang="en-US" sz="1800" b="0" i="0" u="none" strike="noStrike" baseline="0" dirty="0">
                <a:solidFill>
                  <a:srgbClr val="000000"/>
                </a:solidFill>
                <a:latin typeface="Aptos" panose="020B0004020202020204" pitchFamily="34" charset="0"/>
              </a:rPr>
              <a:t> resistor. We measure the voltage across this resistor. A) What are the sources of noise for the voltage measured across the device? B) If I have 1 mA of photocurrent in my photodetector, what will the actual RMS noise level of the voltage measured across the resistor be? Assume a sampling rate of 200 kHz (leading to a bandwidth of 100 </a:t>
            </a:r>
            <a:r>
              <a:rPr lang="en-US" sz="1800" b="0" i="0" u="none" strike="noStrike" baseline="0" dirty="0" err="1">
                <a:solidFill>
                  <a:srgbClr val="000000"/>
                </a:solidFill>
                <a:latin typeface="Aptos" panose="020B0004020202020204" pitchFamily="34" charset="0"/>
              </a:rPr>
              <a:t>KHz</a:t>
            </a:r>
            <a:r>
              <a:rPr lang="en-US" sz="1800" b="0" i="0" u="none" strike="noStrike" baseline="0" dirty="0">
                <a:solidFill>
                  <a:srgbClr val="000000"/>
                </a:solidFill>
                <a:latin typeface="Aptos" panose="020B0004020202020204" pitchFamily="34" charset="0"/>
              </a:rPr>
              <a:t>). </a:t>
            </a:r>
          </a:p>
        </p:txBody>
      </p:sp>
      <p:pic>
        <p:nvPicPr>
          <p:cNvPr id="7" name="Picture 6" descr="A white background with black text and numbers&#10;&#10;AI-generated content may be incorrect.">
            <a:extLst>
              <a:ext uri="{FF2B5EF4-FFF2-40B4-BE49-F238E27FC236}">
                <a16:creationId xmlns:a16="http://schemas.microsoft.com/office/drawing/2014/main" id="{B943794F-4CCE-0869-9D0B-976FDAF2AF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7400" y="2514600"/>
            <a:ext cx="4833258" cy="3657600"/>
          </a:xfrm>
          <a:prstGeom prst="rect">
            <a:avLst/>
          </a:prstGeom>
        </p:spPr>
      </p:pic>
      <p:grpSp>
        <p:nvGrpSpPr>
          <p:cNvPr id="11" name="Group 10">
            <a:extLst>
              <a:ext uri="{FF2B5EF4-FFF2-40B4-BE49-F238E27FC236}">
                <a16:creationId xmlns:a16="http://schemas.microsoft.com/office/drawing/2014/main" id="{595BCAD2-73EE-C4A6-7243-85828B3070AC}"/>
              </a:ext>
            </a:extLst>
          </p:cNvPr>
          <p:cNvGrpSpPr/>
          <p:nvPr/>
        </p:nvGrpSpPr>
        <p:grpSpPr>
          <a:xfrm>
            <a:off x="1793270" y="174997"/>
            <a:ext cx="1296360" cy="607320"/>
            <a:chOff x="1793270" y="174997"/>
            <a:chExt cx="1296360" cy="607320"/>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80B5AAD-5FBA-2FD3-5025-EFA804193FCB}"/>
                    </a:ext>
                  </a:extLst>
                </p14:cNvPr>
                <p14:cNvContentPartPr/>
                <p14:nvPr/>
              </p14:nvContentPartPr>
              <p14:xfrm>
                <a:off x="1793270" y="174997"/>
                <a:ext cx="317880" cy="607320"/>
              </p14:xfrm>
            </p:contentPart>
          </mc:Choice>
          <mc:Fallback xmlns="">
            <p:pic>
              <p:nvPicPr>
                <p:cNvPr id="3" name="Ink 2">
                  <a:extLst>
                    <a:ext uri="{FF2B5EF4-FFF2-40B4-BE49-F238E27FC236}">
                      <a16:creationId xmlns:a16="http://schemas.microsoft.com/office/drawing/2014/main" id="{380B5AAD-5FBA-2FD3-5025-EFA804193FCB}"/>
                    </a:ext>
                  </a:extLst>
                </p:cNvPr>
                <p:cNvPicPr/>
                <p:nvPr/>
              </p:nvPicPr>
              <p:blipFill>
                <a:blip r:embed="rId4"/>
                <a:stretch>
                  <a:fillRect/>
                </a:stretch>
              </p:blipFill>
              <p:spPr>
                <a:xfrm>
                  <a:off x="1775630" y="156997"/>
                  <a:ext cx="353520" cy="642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72C34445-A18F-FA35-20A7-F9D5491EB36A}"/>
                    </a:ext>
                  </a:extLst>
                </p14:cNvPr>
                <p14:cNvContentPartPr/>
                <p14:nvPr/>
              </p14:nvContentPartPr>
              <p14:xfrm>
                <a:off x="2242550" y="281197"/>
                <a:ext cx="36000" cy="372240"/>
              </p14:xfrm>
            </p:contentPart>
          </mc:Choice>
          <mc:Fallback xmlns="">
            <p:pic>
              <p:nvPicPr>
                <p:cNvPr id="4" name="Ink 3">
                  <a:extLst>
                    <a:ext uri="{FF2B5EF4-FFF2-40B4-BE49-F238E27FC236}">
                      <a16:creationId xmlns:a16="http://schemas.microsoft.com/office/drawing/2014/main" id="{72C34445-A18F-FA35-20A7-F9D5491EB36A}"/>
                    </a:ext>
                  </a:extLst>
                </p:cNvPr>
                <p:cNvPicPr/>
                <p:nvPr/>
              </p:nvPicPr>
              <p:blipFill>
                <a:blip r:embed="rId6"/>
                <a:stretch>
                  <a:fillRect/>
                </a:stretch>
              </p:blipFill>
              <p:spPr>
                <a:xfrm>
                  <a:off x="2224550" y="263557"/>
                  <a:ext cx="71640" cy="407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61D842D0-6DEA-B019-4439-D5F742405FD5}"/>
                    </a:ext>
                  </a:extLst>
                </p14:cNvPr>
                <p14:cNvContentPartPr/>
                <p14:nvPr/>
              </p14:nvContentPartPr>
              <p14:xfrm>
                <a:off x="2470070" y="291637"/>
                <a:ext cx="59760" cy="301320"/>
              </p14:xfrm>
            </p:contentPart>
          </mc:Choice>
          <mc:Fallback xmlns="">
            <p:pic>
              <p:nvPicPr>
                <p:cNvPr id="6" name="Ink 5">
                  <a:extLst>
                    <a:ext uri="{FF2B5EF4-FFF2-40B4-BE49-F238E27FC236}">
                      <a16:creationId xmlns:a16="http://schemas.microsoft.com/office/drawing/2014/main" id="{61D842D0-6DEA-B019-4439-D5F742405FD5}"/>
                    </a:ext>
                  </a:extLst>
                </p:cNvPr>
                <p:cNvPicPr/>
                <p:nvPr/>
              </p:nvPicPr>
              <p:blipFill>
                <a:blip r:embed="rId8"/>
                <a:stretch>
                  <a:fillRect/>
                </a:stretch>
              </p:blipFill>
              <p:spPr>
                <a:xfrm>
                  <a:off x="2452070" y="273637"/>
                  <a:ext cx="9540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5B95F367-C4A9-3573-A887-D4D86C4E8214}"/>
                    </a:ext>
                  </a:extLst>
                </p14:cNvPr>
                <p14:cNvContentPartPr/>
                <p14:nvPr/>
              </p14:nvContentPartPr>
              <p14:xfrm>
                <a:off x="2344070" y="412237"/>
                <a:ext cx="108720" cy="42120"/>
              </p14:xfrm>
            </p:contentPart>
          </mc:Choice>
          <mc:Fallback xmlns="">
            <p:pic>
              <p:nvPicPr>
                <p:cNvPr id="8" name="Ink 7">
                  <a:extLst>
                    <a:ext uri="{FF2B5EF4-FFF2-40B4-BE49-F238E27FC236}">
                      <a16:creationId xmlns:a16="http://schemas.microsoft.com/office/drawing/2014/main" id="{5B95F367-C4A9-3573-A887-D4D86C4E8214}"/>
                    </a:ext>
                  </a:extLst>
                </p:cNvPr>
                <p:cNvPicPr/>
                <p:nvPr/>
              </p:nvPicPr>
              <p:blipFill>
                <a:blip r:embed="rId10"/>
                <a:stretch>
                  <a:fillRect/>
                </a:stretch>
              </p:blipFill>
              <p:spPr>
                <a:xfrm>
                  <a:off x="2326070" y="394237"/>
                  <a:ext cx="14436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BB086EF6-AE85-CA82-0EC6-B37026726564}"/>
                    </a:ext>
                  </a:extLst>
                </p14:cNvPr>
                <p14:cNvContentPartPr/>
                <p14:nvPr/>
              </p14:nvContentPartPr>
              <p14:xfrm>
                <a:off x="2622350" y="302797"/>
                <a:ext cx="285840" cy="216360"/>
              </p14:xfrm>
            </p:contentPart>
          </mc:Choice>
          <mc:Fallback xmlns="">
            <p:pic>
              <p:nvPicPr>
                <p:cNvPr id="9" name="Ink 8">
                  <a:extLst>
                    <a:ext uri="{FF2B5EF4-FFF2-40B4-BE49-F238E27FC236}">
                      <a16:creationId xmlns:a16="http://schemas.microsoft.com/office/drawing/2014/main" id="{BB086EF6-AE85-CA82-0EC6-B37026726564}"/>
                    </a:ext>
                  </a:extLst>
                </p:cNvPr>
                <p:cNvPicPr/>
                <p:nvPr/>
              </p:nvPicPr>
              <p:blipFill>
                <a:blip r:embed="rId12"/>
                <a:stretch>
                  <a:fillRect/>
                </a:stretch>
              </p:blipFill>
              <p:spPr>
                <a:xfrm>
                  <a:off x="2604710" y="285157"/>
                  <a:ext cx="32148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74C0B1CB-AE14-E906-0EA7-687810701C30}"/>
                    </a:ext>
                  </a:extLst>
                </p14:cNvPr>
                <p14:cNvContentPartPr/>
                <p14:nvPr/>
              </p14:nvContentPartPr>
              <p14:xfrm>
                <a:off x="2964710" y="186517"/>
                <a:ext cx="124920" cy="538920"/>
              </p14:xfrm>
            </p:contentPart>
          </mc:Choice>
          <mc:Fallback xmlns="">
            <p:pic>
              <p:nvPicPr>
                <p:cNvPr id="10" name="Ink 9">
                  <a:extLst>
                    <a:ext uri="{FF2B5EF4-FFF2-40B4-BE49-F238E27FC236}">
                      <a16:creationId xmlns:a16="http://schemas.microsoft.com/office/drawing/2014/main" id="{74C0B1CB-AE14-E906-0EA7-687810701C30}"/>
                    </a:ext>
                  </a:extLst>
                </p:cNvPr>
                <p:cNvPicPr/>
                <p:nvPr/>
              </p:nvPicPr>
              <p:blipFill>
                <a:blip r:embed="rId14"/>
                <a:stretch>
                  <a:fillRect/>
                </a:stretch>
              </p:blipFill>
              <p:spPr>
                <a:xfrm>
                  <a:off x="2947070" y="168517"/>
                  <a:ext cx="160560" cy="574560"/>
                </a:xfrm>
                <a:prstGeom prst="rect">
                  <a:avLst/>
                </a:prstGeom>
              </p:spPr>
            </p:pic>
          </mc:Fallback>
        </mc:AlternateContent>
      </p:grpSp>
    </p:spTree>
    <p:extLst>
      <p:ext uri="{BB962C8B-B14F-4D97-AF65-F5344CB8AC3E}">
        <p14:creationId xmlns:p14="http://schemas.microsoft.com/office/powerpoint/2010/main" val="35149476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D4E89-CA01-C4AB-DBCB-1DDDAFAAE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09D013-FFBD-0846-0E78-C85098A08F82}"/>
              </a:ext>
            </a:extLst>
          </p:cNvPr>
          <p:cNvSpPr>
            <a:spLocks noGrp="1"/>
          </p:cNvSpPr>
          <p:nvPr>
            <p:ph type="title"/>
          </p:nvPr>
        </p:nvSpPr>
        <p:spPr>
          <a:xfrm>
            <a:off x="78739" y="14986"/>
            <a:ext cx="10328275" cy="492443"/>
          </a:xfrm>
        </p:spPr>
        <p:txBody>
          <a:bodyPr/>
          <a:lstStyle/>
          <a:p>
            <a:r>
              <a:rPr lang="en-US" dirty="0"/>
              <a:t>Example</a:t>
            </a:r>
          </a:p>
        </p:txBody>
      </p:sp>
      <p:sp>
        <p:nvSpPr>
          <p:cNvPr id="5" name="TextBox 4">
            <a:extLst>
              <a:ext uri="{FF2B5EF4-FFF2-40B4-BE49-F238E27FC236}">
                <a16:creationId xmlns:a16="http://schemas.microsoft.com/office/drawing/2014/main" id="{59B99BD8-B815-2782-3B26-6AC6927C55AF}"/>
              </a:ext>
            </a:extLst>
          </p:cNvPr>
          <p:cNvSpPr txBox="1"/>
          <p:nvPr/>
        </p:nvSpPr>
        <p:spPr>
          <a:xfrm>
            <a:off x="381000" y="304800"/>
            <a:ext cx="10667999" cy="2092881"/>
          </a:xfrm>
          <a:prstGeom prst="rect">
            <a:avLst/>
          </a:prstGeom>
          <a:noFill/>
        </p:spPr>
        <p:txBody>
          <a:bodyPr wrap="square">
            <a:spAutoFit/>
          </a:bodyPr>
          <a:lstStyle/>
          <a:p>
            <a:pPr algn="l"/>
            <a:endParaRPr lang="en-US" sz="2000" b="0" i="0" u="none" strike="noStrike" baseline="0" dirty="0">
              <a:solidFill>
                <a:srgbClr val="000000"/>
              </a:solidFill>
              <a:latin typeface="Aptos" panose="020B0004020202020204" pitchFamily="34" charset="0"/>
            </a:endParaRPr>
          </a:p>
          <a:p>
            <a:r>
              <a:rPr lang="en-US" sz="2000" b="0" i="0" u="none" strike="noStrike" baseline="0" dirty="0">
                <a:solidFill>
                  <a:srgbClr val="000000"/>
                </a:solidFill>
                <a:latin typeface="Aptos" panose="020B0004020202020204" pitchFamily="34" charset="0"/>
              </a:rPr>
              <a:t> </a:t>
            </a:r>
          </a:p>
          <a:p>
            <a:r>
              <a:rPr lang="en-US" sz="1800" b="0" i="0" u="none" strike="noStrike" baseline="0" dirty="0">
                <a:solidFill>
                  <a:srgbClr val="000000"/>
                </a:solidFill>
                <a:latin typeface="Aptos" panose="020B0004020202020204" pitchFamily="34" charset="0"/>
              </a:rPr>
              <a:t>Imagine I had a photodetector in reverse bias with light shining on it connected to a 10 </a:t>
            </a:r>
            <a:r>
              <a:rPr lang="en-US" sz="1800" b="0" i="0" u="none" strike="noStrike" baseline="0" dirty="0" err="1">
                <a:solidFill>
                  <a:srgbClr val="000000"/>
                </a:solidFill>
                <a:latin typeface="Aptos" panose="020B0004020202020204" pitchFamily="34" charset="0"/>
              </a:rPr>
              <a:t>kOhm</a:t>
            </a:r>
            <a:r>
              <a:rPr lang="en-US" sz="1800" b="0" i="0" u="none" strike="noStrike" baseline="0" dirty="0">
                <a:solidFill>
                  <a:srgbClr val="000000"/>
                </a:solidFill>
                <a:latin typeface="Aptos" panose="020B0004020202020204" pitchFamily="34" charset="0"/>
              </a:rPr>
              <a:t> resistor. We measure the voltage across this resistor. A) What are the sources of noise for the voltage measured across the device? B) If I have 1 mA of photocurrent in my photodetector, what will the actual RMS noise level of the voltage measured across the resistor be? Assume a sampling rate of 200 kHz (leading to a bandwidth of 100 </a:t>
            </a:r>
            <a:r>
              <a:rPr lang="en-US" sz="1800" b="0" i="0" u="none" strike="noStrike" baseline="0" dirty="0" err="1">
                <a:solidFill>
                  <a:srgbClr val="000000"/>
                </a:solidFill>
                <a:latin typeface="Aptos" panose="020B0004020202020204" pitchFamily="34" charset="0"/>
              </a:rPr>
              <a:t>KHz</a:t>
            </a:r>
            <a:r>
              <a:rPr lang="en-US" sz="1800" b="0" i="0" u="none" strike="noStrike" baseline="0" dirty="0">
                <a:solidFill>
                  <a:srgbClr val="000000"/>
                </a:solidFill>
                <a:latin typeface="Aptos" panose="020B0004020202020204" pitchFamily="34" charset="0"/>
              </a:rPr>
              <a:t>). </a:t>
            </a:r>
          </a:p>
        </p:txBody>
      </p:sp>
      <p:pic>
        <p:nvPicPr>
          <p:cNvPr id="4" name="Picture 3" descr="A screenshot of a math problem&#10;&#10;AI-generated content may be incorrect.">
            <a:extLst>
              <a:ext uri="{FF2B5EF4-FFF2-40B4-BE49-F238E27FC236}">
                <a16:creationId xmlns:a16="http://schemas.microsoft.com/office/drawing/2014/main" id="{24AC4F29-68AD-CE89-E4C1-86D16423A7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2209800"/>
            <a:ext cx="4495800" cy="4121149"/>
          </a:xfrm>
          <a:prstGeom prst="rect">
            <a:avLst/>
          </a:prstGeom>
        </p:spPr>
      </p:pic>
    </p:spTree>
    <p:extLst>
      <p:ext uri="{BB962C8B-B14F-4D97-AF65-F5344CB8AC3E}">
        <p14:creationId xmlns:p14="http://schemas.microsoft.com/office/powerpoint/2010/main" val="32383693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58F19-E2F5-52DA-183D-32962EE4B5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43053-7041-3957-11A9-49A733D7D338}"/>
              </a:ext>
            </a:extLst>
          </p:cNvPr>
          <p:cNvSpPr>
            <a:spLocks noGrp="1"/>
          </p:cNvSpPr>
          <p:nvPr>
            <p:ph type="title"/>
          </p:nvPr>
        </p:nvSpPr>
        <p:spPr>
          <a:xfrm>
            <a:off x="78739" y="14986"/>
            <a:ext cx="10328275" cy="492443"/>
          </a:xfrm>
        </p:spPr>
        <p:txBody>
          <a:bodyPr/>
          <a:lstStyle/>
          <a:p>
            <a:r>
              <a:rPr lang="en-US" dirty="0"/>
              <a:t>Example</a:t>
            </a:r>
          </a:p>
        </p:txBody>
      </p:sp>
      <p:sp>
        <p:nvSpPr>
          <p:cNvPr id="5" name="TextBox 4">
            <a:extLst>
              <a:ext uri="{FF2B5EF4-FFF2-40B4-BE49-F238E27FC236}">
                <a16:creationId xmlns:a16="http://schemas.microsoft.com/office/drawing/2014/main" id="{DE87BCBF-3852-D2C6-3DEF-597472F77930}"/>
              </a:ext>
            </a:extLst>
          </p:cNvPr>
          <p:cNvSpPr txBox="1"/>
          <p:nvPr/>
        </p:nvSpPr>
        <p:spPr>
          <a:xfrm>
            <a:off x="381000" y="304800"/>
            <a:ext cx="10667999" cy="2092881"/>
          </a:xfrm>
          <a:prstGeom prst="rect">
            <a:avLst/>
          </a:prstGeom>
          <a:noFill/>
        </p:spPr>
        <p:txBody>
          <a:bodyPr wrap="square">
            <a:spAutoFit/>
          </a:bodyPr>
          <a:lstStyle/>
          <a:p>
            <a:pPr algn="l"/>
            <a:endParaRPr lang="en-US" sz="2000" b="0" i="0" u="none" strike="noStrike" baseline="0" dirty="0">
              <a:solidFill>
                <a:srgbClr val="000000"/>
              </a:solidFill>
              <a:latin typeface="Aptos" panose="020B0004020202020204" pitchFamily="34" charset="0"/>
            </a:endParaRPr>
          </a:p>
          <a:p>
            <a:r>
              <a:rPr lang="en-US" sz="2000" b="0" i="0" u="none" strike="noStrike" baseline="0" dirty="0">
                <a:solidFill>
                  <a:srgbClr val="000000"/>
                </a:solidFill>
                <a:latin typeface="Aptos" panose="020B0004020202020204" pitchFamily="34" charset="0"/>
              </a:rPr>
              <a:t> </a:t>
            </a:r>
          </a:p>
          <a:p>
            <a:r>
              <a:rPr lang="en-US" sz="1800" b="0" i="0" u="none" strike="noStrike" baseline="0" dirty="0">
                <a:solidFill>
                  <a:srgbClr val="000000"/>
                </a:solidFill>
                <a:latin typeface="Aptos" panose="020B0004020202020204" pitchFamily="34" charset="0"/>
              </a:rPr>
              <a:t>Imagine I had a photodetector in reverse bias with light shining on it connected to a 10 </a:t>
            </a:r>
            <a:r>
              <a:rPr lang="en-US" sz="1800" b="0" i="0" u="none" strike="noStrike" baseline="0" dirty="0" err="1">
                <a:solidFill>
                  <a:srgbClr val="000000"/>
                </a:solidFill>
                <a:latin typeface="Aptos" panose="020B0004020202020204" pitchFamily="34" charset="0"/>
              </a:rPr>
              <a:t>kOhm</a:t>
            </a:r>
            <a:r>
              <a:rPr lang="en-US" sz="1800" b="0" i="0" u="none" strike="noStrike" baseline="0" dirty="0">
                <a:solidFill>
                  <a:srgbClr val="000000"/>
                </a:solidFill>
                <a:latin typeface="Aptos" panose="020B0004020202020204" pitchFamily="34" charset="0"/>
              </a:rPr>
              <a:t> resistor. We measure the voltage across this resistor. A) What are the sources of noise for the voltage measured across the device? B) If I have 1 mA of photocurrent in my photodetector, what will the actual RMS noise level of the voltage measured across the resistor be? Assume a sampling rate of 200 kHz (leading to a bandwidth of 100 </a:t>
            </a:r>
            <a:r>
              <a:rPr lang="en-US" sz="1800" b="0" i="0" u="none" strike="noStrike" baseline="0" dirty="0" err="1">
                <a:solidFill>
                  <a:srgbClr val="000000"/>
                </a:solidFill>
                <a:latin typeface="Aptos" panose="020B0004020202020204" pitchFamily="34" charset="0"/>
              </a:rPr>
              <a:t>KHz</a:t>
            </a:r>
            <a:r>
              <a:rPr lang="en-US" sz="1800" b="0" i="0" u="none" strike="noStrike" baseline="0" dirty="0">
                <a:solidFill>
                  <a:srgbClr val="000000"/>
                </a:solidFill>
                <a:latin typeface="Aptos" panose="020B0004020202020204" pitchFamily="34" charset="0"/>
              </a:rPr>
              <a:t>). </a:t>
            </a:r>
          </a:p>
        </p:txBody>
      </p:sp>
      <p:pic>
        <p:nvPicPr>
          <p:cNvPr id="6" name="Picture 5" descr="A white paper with black text and numbers&#10;&#10;AI-generated content may be incorrect.">
            <a:extLst>
              <a:ext uri="{FF2B5EF4-FFF2-40B4-BE49-F238E27FC236}">
                <a16:creationId xmlns:a16="http://schemas.microsoft.com/office/drawing/2014/main" id="{13CD4334-1A01-DE24-5B75-783B628D89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600" y="2374821"/>
            <a:ext cx="4724692" cy="4252223"/>
          </a:xfrm>
          <a:prstGeom prst="rect">
            <a:avLst/>
          </a:prstGeom>
        </p:spPr>
      </p:pic>
    </p:spTree>
    <p:extLst>
      <p:ext uri="{BB962C8B-B14F-4D97-AF65-F5344CB8AC3E}">
        <p14:creationId xmlns:p14="http://schemas.microsoft.com/office/powerpoint/2010/main" val="2528050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BA7B1-6ABD-0DCB-8D7B-9B3A6CFA6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31899-A9BF-A760-19DE-E8899F281A9A}"/>
              </a:ext>
            </a:extLst>
          </p:cNvPr>
          <p:cNvSpPr>
            <a:spLocks noGrp="1"/>
          </p:cNvSpPr>
          <p:nvPr>
            <p:ph type="title"/>
          </p:nvPr>
        </p:nvSpPr>
        <p:spPr>
          <a:xfrm>
            <a:off x="78739" y="14986"/>
            <a:ext cx="10328275" cy="492443"/>
          </a:xfrm>
        </p:spPr>
        <p:txBody>
          <a:bodyPr/>
          <a:lstStyle/>
          <a:p>
            <a:r>
              <a:rPr lang="en-US" dirty="0"/>
              <a:t>Example</a:t>
            </a:r>
          </a:p>
        </p:txBody>
      </p:sp>
      <p:sp>
        <p:nvSpPr>
          <p:cNvPr id="5" name="TextBox 4">
            <a:extLst>
              <a:ext uri="{FF2B5EF4-FFF2-40B4-BE49-F238E27FC236}">
                <a16:creationId xmlns:a16="http://schemas.microsoft.com/office/drawing/2014/main" id="{BAD9FDC9-A3B8-758E-F8C7-0C2E493ED830}"/>
              </a:ext>
            </a:extLst>
          </p:cNvPr>
          <p:cNvSpPr txBox="1"/>
          <p:nvPr/>
        </p:nvSpPr>
        <p:spPr>
          <a:xfrm>
            <a:off x="381000" y="304800"/>
            <a:ext cx="10667999" cy="2092881"/>
          </a:xfrm>
          <a:prstGeom prst="rect">
            <a:avLst/>
          </a:prstGeom>
          <a:noFill/>
        </p:spPr>
        <p:txBody>
          <a:bodyPr wrap="square">
            <a:spAutoFit/>
          </a:bodyPr>
          <a:lstStyle/>
          <a:p>
            <a:pPr algn="l"/>
            <a:endParaRPr lang="en-US" sz="2000" b="0" i="0" u="none" strike="noStrike" baseline="0" dirty="0">
              <a:solidFill>
                <a:srgbClr val="000000"/>
              </a:solidFill>
              <a:latin typeface="Aptos" panose="020B0004020202020204" pitchFamily="34" charset="0"/>
            </a:endParaRPr>
          </a:p>
          <a:p>
            <a:r>
              <a:rPr lang="en-US" sz="2000" b="0" i="0" u="none" strike="noStrike" baseline="0" dirty="0">
                <a:solidFill>
                  <a:srgbClr val="000000"/>
                </a:solidFill>
                <a:latin typeface="Aptos" panose="020B0004020202020204" pitchFamily="34" charset="0"/>
              </a:rPr>
              <a:t> </a:t>
            </a:r>
          </a:p>
          <a:p>
            <a:r>
              <a:rPr lang="en-US" sz="1800" b="0" i="0" u="none" strike="noStrike" baseline="0" dirty="0">
                <a:solidFill>
                  <a:srgbClr val="000000"/>
                </a:solidFill>
                <a:latin typeface="Aptos" panose="020B0004020202020204" pitchFamily="34" charset="0"/>
              </a:rPr>
              <a:t>Imagine I had a photodetector in reverse bias with light shining on it connected to a 10 </a:t>
            </a:r>
            <a:r>
              <a:rPr lang="en-US" sz="1800" b="0" i="0" u="none" strike="noStrike" baseline="0" dirty="0" err="1">
                <a:solidFill>
                  <a:srgbClr val="000000"/>
                </a:solidFill>
                <a:latin typeface="Aptos" panose="020B0004020202020204" pitchFamily="34" charset="0"/>
              </a:rPr>
              <a:t>kOhm</a:t>
            </a:r>
            <a:r>
              <a:rPr lang="en-US" sz="1800" b="0" i="0" u="none" strike="noStrike" baseline="0" dirty="0">
                <a:solidFill>
                  <a:srgbClr val="000000"/>
                </a:solidFill>
                <a:latin typeface="Aptos" panose="020B0004020202020204" pitchFamily="34" charset="0"/>
              </a:rPr>
              <a:t> resistor. We measure the voltage across this resistor. A) What are the sources of noise for the voltage measured across the device? B) If I have 1 mA of photocurrent in my photodetector, what will the actual RMS noise level of the voltage measured across the resistor be? Assume a sampling rate of 200 kHz (leading to a bandwidth of 100 </a:t>
            </a:r>
            <a:r>
              <a:rPr lang="en-US" sz="1800" b="0" i="0" u="none" strike="noStrike" baseline="0" dirty="0" err="1">
                <a:solidFill>
                  <a:srgbClr val="000000"/>
                </a:solidFill>
                <a:latin typeface="Aptos" panose="020B0004020202020204" pitchFamily="34" charset="0"/>
              </a:rPr>
              <a:t>KHz</a:t>
            </a:r>
            <a:r>
              <a:rPr lang="en-US" sz="1800" b="0" i="0" u="none" strike="noStrike" baseline="0" dirty="0">
                <a:solidFill>
                  <a:srgbClr val="000000"/>
                </a:solidFill>
                <a:latin typeface="Aptos" panose="020B0004020202020204" pitchFamily="34" charset="0"/>
              </a:rPr>
              <a:t>). </a:t>
            </a:r>
          </a:p>
        </p:txBody>
      </p:sp>
      <p:pic>
        <p:nvPicPr>
          <p:cNvPr id="4" name="Picture 3" descr="A math equations and formulas&#10;&#10;AI-generated content may be incorrect.">
            <a:extLst>
              <a:ext uri="{FF2B5EF4-FFF2-40B4-BE49-F238E27FC236}">
                <a16:creationId xmlns:a16="http://schemas.microsoft.com/office/drawing/2014/main" id="{FC66EA40-5319-FAA9-5251-4029605744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8200" y="2971800"/>
            <a:ext cx="7001036" cy="2286053"/>
          </a:xfrm>
          <a:prstGeom prst="rect">
            <a:avLst/>
          </a:prstGeom>
        </p:spPr>
      </p:pic>
    </p:spTree>
    <p:extLst>
      <p:ext uri="{BB962C8B-B14F-4D97-AF65-F5344CB8AC3E}">
        <p14:creationId xmlns:p14="http://schemas.microsoft.com/office/powerpoint/2010/main" val="19638869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Let’s</a:t>
            </a:r>
            <a:r>
              <a:rPr spc="-40" dirty="0"/>
              <a:t> </a:t>
            </a:r>
            <a:r>
              <a:rPr dirty="0"/>
              <a:t>talk</a:t>
            </a:r>
            <a:r>
              <a:rPr spc="-40" dirty="0"/>
              <a:t> </a:t>
            </a:r>
            <a:r>
              <a:rPr dirty="0"/>
              <a:t>about</a:t>
            </a:r>
            <a:r>
              <a:rPr spc="-20" dirty="0"/>
              <a:t> </a:t>
            </a:r>
            <a:r>
              <a:rPr dirty="0"/>
              <a:t>a</a:t>
            </a:r>
            <a:r>
              <a:rPr spc="-30" dirty="0"/>
              <a:t> </a:t>
            </a:r>
            <a:r>
              <a:rPr dirty="0"/>
              <a:t>real</a:t>
            </a:r>
            <a:r>
              <a:rPr spc="-45" dirty="0"/>
              <a:t> </a:t>
            </a:r>
            <a:r>
              <a:rPr dirty="0"/>
              <a:t>world</a:t>
            </a:r>
            <a:r>
              <a:rPr spc="-40" dirty="0"/>
              <a:t> </a:t>
            </a:r>
            <a:r>
              <a:rPr spc="-10" dirty="0"/>
              <a:t>system</a:t>
            </a:r>
          </a:p>
        </p:txBody>
      </p:sp>
      <p:sp>
        <p:nvSpPr>
          <p:cNvPr id="3" name="object 3"/>
          <p:cNvSpPr txBox="1"/>
          <p:nvPr/>
        </p:nvSpPr>
        <p:spPr>
          <a:xfrm>
            <a:off x="548640" y="3303523"/>
            <a:ext cx="10956290" cy="3317240"/>
          </a:xfrm>
          <a:prstGeom prst="rect">
            <a:avLst/>
          </a:prstGeom>
        </p:spPr>
        <p:txBody>
          <a:bodyPr vert="horz" wrap="square" lIns="0" tIns="12700" rIns="0" bIns="0" rtlCol="0">
            <a:spAutoFit/>
          </a:bodyPr>
          <a:lstStyle/>
          <a:p>
            <a:pPr marL="76200">
              <a:lnSpc>
                <a:spcPct val="100000"/>
              </a:lnSpc>
              <a:spcBef>
                <a:spcPts val="100"/>
              </a:spcBef>
            </a:pPr>
            <a:r>
              <a:rPr sz="1800" dirty="0">
                <a:latin typeface="Arial"/>
                <a:cs typeface="Arial"/>
              </a:rPr>
              <a:t>In</a:t>
            </a:r>
            <a:r>
              <a:rPr sz="1800" spc="-25" dirty="0">
                <a:latin typeface="Arial"/>
                <a:cs typeface="Arial"/>
              </a:rPr>
              <a:t> </a:t>
            </a:r>
            <a:r>
              <a:rPr sz="1800" dirty="0">
                <a:latin typeface="Arial"/>
                <a:cs typeface="Arial"/>
              </a:rPr>
              <a:t>the</a:t>
            </a:r>
            <a:r>
              <a:rPr sz="1800" spc="-25" dirty="0">
                <a:latin typeface="Arial"/>
                <a:cs typeface="Arial"/>
              </a:rPr>
              <a:t> </a:t>
            </a:r>
            <a:r>
              <a:rPr sz="1800" dirty="0">
                <a:latin typeface="Arial"/>
                <a:cs typeface="Arial"/>
              </a:rPr>
              <a:t>computer,</a:t>
            </a:r>
            <a:r>
              <a:rPr sz="1800" spc="-15" dirty="0">
                <a:latin typeface="Arial"/>
                <a:cs typeface="Arial"/>
              </a:rPr>
              <a:t> </a:t>
            </a:r>
            <a:r>
              <a:rPr sz="1800" dirty="0">
                <a:latin typeface="Arial"/>
                <a:cs typeface="Arial"/>
              </a:rPr>
              <a:t>we</a:t>
            </a:r>
            <a:r>
              <a:rPr sz="1800" spc="10" dirty="0">
                <a:latin typeface="Arial"/>
                <a:cs typeface="Arial"/>
              </a:rPr>
              <a:t> </a:t>
            </a:r>
            <a:r>
              <a:rPr sz="1800" dirty="0">
                <a:latin typeface="Arial"/>
                <a:cs typeface="Arial"/>
              </a:rPr>
              <a:t>can</a:t>
            </a:r>
            <a:r>
              <a:rPr sz="1800" spc="-10" dirty="0">
                <a:latin typeface="Arial"/>
                <a:cs typeface="Arial"/>
              </a:rPr>
              <a:t> </a:t>
            </a:r>
            <a:r>
              <a:rPr sz="1800" dirty="0">
                <a:latin typeface="Arial"/>
                <a:cs typeface="Arial"/>
              </a:rPr>
              <a:t>define</a:t>
            </a:r>
            <a:r>
              <a:rPr sz="1800" spc="-10" dirty="0">
                <a:latin typeface="Arial"/>
                <a:cs typeface="Arial"/>
              </a:rPr>
              <a:t> </a:t>
            </a:r>
            <a:r>
              <a:rPr sz="1800" dirty="0">
                <a:latin typeface="Arial"/>
                <a:cs typeface="Arial"/>
              </a:rPr>
              <a:t>a</a:t>
            </a:r>
            <a:r>
              <a:rPr sz="1800" spc="-25" dirty="0">
                <a:latin typeface="Arial"/>
                <a:cs typeface="Arial"/>
              </a:rPr>
              <a:t> </a:t>
            </a:r>
            <a:r>
              <a:rPr sz="1800" dirty="0">
                <a:latin typeface="Arial"/>
                <a:cs typeface="Arial"/>
              </a:rPr>
              <a:t>signal</a:t>
            </a:r>
            <a:r>
              <a:rPr sz="1800" spc="-10" dirty="0">
                <a:latin typeface="Arial"/>
                <a:cs typeface="Arial"/>
              </a:rPr>
              <a:t> </a:t>
            </a:r>
            <a:r>
              <a:rPr sz="1800" dirty="0">
                <a:latin typeface="Arial"/>
                <a:cs typeface="Arial"/>
              </a:rPr>
              <a:t>as</a:t>
            </a:r>
            <a:r>
              <a:rPr sz="1800" spc="-20" dirty="0">
                <a:latin typeface="Arial"/>
                <a:cs typeface="Arial"/>
              </a:rPr>
              <a:t> </a:t>
            </a:r>
            <a:r>
              <a:rPr sz="1800" dirty="0">
                <a:latin typeface="Arial"/>
                <a:cs typeface="Arial"/>
              </a:rPr>
              <a:t>an</a:t>
            </a:r>
            <a:r>
              <a:rPr sz="1800" spc="-20" dirty="0">
                <a:latin typeface="Arial"/>
                <a:cs typeface="Arial"/>
              </a:rPr>
              <a:t> </a:t>
            </a:r>
            <a:r>
              <a:rPr sz="1800" dirty="0">
                <a:latin typeface="Arial"/>
                <a:cs typeface="Arial"/>
              </a:rPr>
              <a:t>array</a:t>
            </a:r>
            <a:r>
              <a:rPr sz="1800" spc="-5" dirty="0">
                <a:latin typeface="Arial"/>
                <a:cs typeface="Arial"/>
              </a:rPr>
              <a:t> </a:t>
            </a:r>
            <a:r>
              <a:rPr sz="1800" dirty="0">
                <a:latin typeface="Arial"/>
                <a:cs typeface="Arial"/>
              </a:rPr>
              <a:t>of</a:t>
            </a:r>
            <a:r>
              <a:rPr sz="1800" spc="-25" dirty="0">
                <a:latin typeface="Arial"/>
                <a:cs typeface="Arial"/>
              </a:rPr>
              <a:t> </a:t>
            </a:r>
            <a:r>
              <a:rPr sz="1800" spc="-10" dirty="0">
                <a:latin typeface="Arial"/>
                <a:cs typeface="Arial"/>
              </a:rPr>
              <a:t>numbers.</a:t>
            </a:r>
            <a:endParaRPr sz="1800">
              <a:latin typeface="Arial"/>
              <a:cs typeface="Arial"/>
            </a:endParaRPr>
          </a:p>
          <a:p>
            <a:pPr>
              <a:lnSpc>
                <a:spcPct val="100000"/>
              </a:lnSpc>
              <a:spcBef>
                <a:spcPts val="90"/>
              </a:spcBef>
            </a:pPr>
            <a:endParaRPr sz="1800">
              <a:latin typeface="Arial"/>
              <a:cs typeface="Arial"/>
            </a:endParaRPr>
          </a:p>
          <a:p>
            <a:pPr marL="76200" marR="43180">
              <a:lnSpc>
                <a:spcPct val="100000"/>
              </a:lnSpc>
            </a:pPr>
            <a:r>
              <a:rPr sz="1800" dirty="0">
                <a:latin typeface="Arial"/>
                <a:cs typeface="Arial"/>
              </a:rPr>
              <a:t>If</a:t>
            </a:r>
            <a:r>
              <a:rPr sz="1800" spc="-45" dirty="0">
                <a:latin typeface="Arial"/>
                <a:cs typeface="Arial"/>
              </a:rPr>
              <a:t> </a:t>
            </a:r>
            <a:r>
              <a:rPr sz="1800" dirty="0">
                <a:latin typeface="Arial"/>
                <a:cs typeface="Arial"/>
              </a:rPr>
              <a:t>we wanted</a:t>
            </a:r>
            <a:r>
              <a:rPr sz="1800" spc="10" dirty="0">
                <a:latin typeface="Arial"/>
                <a:cs typeface="Arial"/>
              </a:rPr>
              <a:t> </a:t>
            </a:r>
            <a:r>
              <a:rPr sz="1800" dirty="0">
                <a:latin typeface="Arial"/>
                <a:cs typeface="Arial"/>
              </a:rPr>
              <a:t>to</a:t>
            </a:r>
            <a:r>
              <a:rPr sz="1800" spc="-30" dirty="0">
                <a:latin typeface="Arial"/>
                <a:cs typeface="Arial"/>
              </a:rPr>
              <a:t> </a:t>
            </a:r>
            <a:r>
              <a:rPr sz="1800" dirty="0">
                <a:latin typeface="Arial"/>
                <a:cs typeface="Arial"/>
              </a:rPr>
              <a:t>define</a:t>
            </a:r>
            <a:r>
              <a:rPr sz="1800" spc="-20" dirty="0">
                <a:latin typeface="Arial"/>
                <a:cs typeface="Arial"/>
              </a:rPr>
              <a:t> </a:t>
            </a:r>
            <a:r>
              <a:rPr sz="1800" dirty="0">
                <a:latin typeface="Arial"/>
                <a:cs typeface="Arial"/>
              </a:rPr>
              <a:t>a</a:t>
            </a:r>
            <a:r>
              <a:rPr sz="1800" spc="-35" dirty="0">
                <a:latin typeface="Arial"/>
                <a:cs typeface="Arial"/>
              </a:rPr>
              <a:t> </a:t>
            </a:r>
            <a:r>
              <a:rPr sz="1800" dirty="0">
                <a:latin typeface="Arial"/>
                <a:cs typeface="Arial"/>
              </a:rPr>
              <a:t>sine</a:t>
            </a:r>
            <a:r>
              <a:rPr sz="1800" spc="-20" dirty="0">
                <a:latin typeface="Arial"/>
                <a:cs typeface="Arial"/>
              </a:rPr>
              <a:t> </a:t>
            </a:r>
            <a:r>
              <a:rPr sz="1800" dirty="0">
                <a:latin typeface="Arial"/>
                <a:cs typeface="Arial"/>
              </a:rPr>
              <a:t>wave,</a:t>
            </a:r>
            <a:r>
              <a:rPr sz="1800" spc="10" dirty="0">
                <a:latin typeface="Arial"/>
                <a:cs typeface="Arial"/>
              </a:rPr>
              <a:t> </a:t>
            </a:r>
            <a:r>
              <a:rPr sz="1800" dirty="0">
                <a:latin typeface="Arial"/>
                <a:cs typeface="Arial"/>
              </a:rPr>
              <a:t>we could</a:t>
            </a:r>
            <a:r>
              <a:rPr sz="1800" spc="-20" dirty="0">
                <a:latin typeface="Arial"/>
                <a:cs typeface="Arial"/>
              </a:rPr>
              <a:t> </a:t>
            </a:r>
            <a:r>
              <a:rPr sz="1800" dirty="0">
                <a:latin typeface="Arial"/>
                <a:cs typeface="Arial"/>
              </a:rPr>
              <a:t>define</a:t>
            </a:r>
            <a:r>
              <a:rPr sz="1800" spc="-20" dirty="0">
                <a:latin typeface="Arial"/>
                <a:cs typeface="Arial"/>
              </a:rPr>
              <a:t> </a:t>
            </a:r>
            <a:r>
              <a:rPr sz="1800" dirty="0">
                <a:latin typeface="Arial"/>
                <a:cs typeface="Arial"/>
              </a:rPr>
              <a:t>it</a:t>
            </a:r>
            <a:r>
              <a:rPr sz="1800" spc="-20" dirty="0">
                <a:latin typeface="Arial"/>
                <a:cs typeface="Arial"/>
              </a:rPr>
              <a:t> </a:t>
            </a:r>
            <a:r>
              <a:rPr sz="1800" dirty="0">
                <a:latin typeface="Arial"/>
                <a:cs typeface="Arial"/>
              </a:rPr>
              <a:t>as</a:t>
            </a:r>
            <a:r>
              <a:rPr sz="1800" spc="-30" dirty="0">
                <a:latin typeface="Arial"/>
                <a:cs typeface="Arial"/>
              </a:rPr>
              <a:t> </a:t>
            </a:r>
            <a:r>
              <a:rPr sz="1800" dirty="0">
                <a:latin typeface="Arial"/>
                <a:cs typeface="Arial"/>
              </a:rPr>
              <a:t>an</a:t>
            </a:r>
            <a:r>
              <a:rPr sz="1800" spc="-35" dirty="0">
                <a:latin typeface="Arial"/>
                <a:cs typeface="Arial"/>
              </a:rPr>
              <a:t> </a:t>
            </a:r>
            <a:r>
              <a:rPr sz="1800" dirty="0">
                <a:latin typeface="Arial"/>
                <a:cs typeface="Arial"/>
              </a:rPr>
              <a:t>array</a:t>
            </a:r>
            <a:r>
              <a:rPr sz="1800" spc="-15" dirty="0">
                <a:latin typeface="Arial"/>
                <a:cs typeface="Arial"/>
              </a:rPr>
              <a:t> </a:t>
            </a:r>
            <a:r>
              <a:rPr sz="1800" dirty="0">
                <a:latin typeface="Arial"/>
                <a:cs typeface="Arial"/>
              </a:rPr>
              <a:t>of</a:t>
            </a:r>
            <a:r>
              <a:rPr sz="1800" spc="-30" dirty="0">
                <a:latin typeface="Arial"/>
                <a:cs typeface="Arial"/>
              </a:rPr>
              <a:t> </a:t>
            </a:r>
            <a:r>
              <a:rPr sz="1800" dirty="0">
                <a:latin typeface="Arial"/>
                <a:cs typeface="Arial"/>
              </a:rPr>
              <a:t>double</a:t>
            </a:r>
            <a:r>
              <a:rPr sz="1800" spc="-10" dirty="0">
                <a:latin typeface="Arial"/>
                <a:cs typeface="Arial"/>
              </a:rPr>
              <a:t> </a:t>
            </a:r>
            <a:r>
              <a:rPr sz="1800" dirty="0">
                <a:latin typeface="Arial"/>
                <a:cs typeface="Arial"/>
              </a:rPr>
              <a:t>precision</a:t>
            </a:r>
            <a:r>
              <a:rPr sz="1800" spc="-10" dirty="0">
                <a:latin typeface="Arial"/>
                <a:cs typeface="Arial"/>
              </a:rPr>
              <a:t> </a:t>
            </a:r>
            <a:r>
              <a:rPr sz="1800" dirty="0">
                <a:latin typeface="Arial"/>
                <a:cs typeface="Arial"/>
              </a:rPr>
              <a:t>numbers,</a:t>
            </a:r>
            <a:r>
              <a:rPr sz="1800" spc="-25" dirty="0">
                <a:latin typeface="Arial"/>
                <a:cs typeface="Arial"/>
              </a:rPr>
              <a:t> </a:t>
            </a:r>
            <a:r>
              <a:rPr sz="1800" dirty="0">
                <a:latin typeface="Arial"/>
                <a:cs typeface="Arial"/>
              </a:rPr>
              <a:t>where</a:t>
            </a:r>
            <a:r>
              <a:rPr sz="1800" spc="15" dirty="0">
                <a:latin typeface="Arial"/>
                <a:cs typeface="Arial"/>
              </a:rPr>
              <a:t> </a:t>
            </a:r>
            <a:r>
              <a:rPr sz="1800" spc="-20" dirty="0">
                <a:latin typeface="Arial"/>
                <a:cs typeface="Arial"/>
              </a:rPr>
              <a:t>each </a:t>
            </a:r>
            <a:r>
              <a:rPr sz="1800" dirty="0">
                <a:latin typeface="Arial"/>
                <a:cs typeface="Arial"/>
              </a:rPr>
              <a:t>point</a:t>
            </a:r>
            <a:r>
              <a:rPr sz="1800" spc="-10" dirty="0">
                <a:latin typeface="Arial"/>
                <a:cs typeface="Arial"/>
              </a:rPr>
              <a:t> </a:t>
            </a:r>
            <a:r>
              <a:rPr sz="1800" dirty="0">
                <a:latin typeface="Arial"/>
                <a:cs typeface="Arial"/>
              </a:rPr>
              <a:t>in</a:t>
            </a:r>
            <a:r>
              <a:rPr sz="1800" spc="-30" dirty="0">
                <a:latin typeface="Arial"/>
                <a:cs typeface="Arial"/>
              </a:rPr>
              <a:t> </a:t>
            </a:r>
            <a:r>
              <a:rPr sz="1800" dirty="0">
                <a:latin typeface="Arial"/>
                <a:cs typeface="Arial"/>
              </a:rPr>
              <a:t>the</a:t>
            </a:r>
            <a:r>
              <a:rPr sz="1800" spc="-25" dirty="0">
                <a:latin typeface="Arial"/>
                <a:cs typeface="Arial"/>
              </a:rPr>
              <a:t> </a:t>
            </a:r>
            <a:r>
              <a:rPr sz="1800" dirty="0">
                <a:latin typeface="Arial"/>
                <a:cs typeface="Arial"/>
              </a:rPr>
              <a:t>array</a:t>
            </a:r>
            <a:r>
              <a:rPr sz="1800" spc="-25" dirty="0">
                <a:latin typeface="Arial"/>
                <a:cs typeface="Arial"/>
              </a:rPr>
              <a:t> </a:t>
            </a:r>
            <a:r>
              <a:rPr sz="1800" dirty="0">
                <a:latin typeface="Arial"/>
                <a:cs typeface="Arial"/>
              </a:rPr>
              <a:t>corresponded</a:t>
            </a:r>
            <a:r>
              <a:rPr sz="1800" spc="10" dirty="0">
                <a:latin typeface="Arial"/>
                <a:cs typeface="Arial"/>
              </a:rPr>
              <a:t> </a:t>
            </a:r>
            <a:r>
              <a:rPr sz="1800" dirty="0">
                <a:latin typeface="Arial"/>
                <a:cs typeface="Arial"/>
              </a:rPr>
              <a:t>to</a:t>
            </a:r>
            <a:r>
              <a:rPr sz="1800" spc="-40" dirty="0">
                <a:latin typeface="Arial"/>
                <a:cs typeface="Arial"/>
              </a:rPr>
              <a:t> </a:t>
            </a:r>
            <a:r>
              <a:rPr sz="1800" dirty="0">
                <a:latin typeface="Arial"/>
                <a:cs typeface="Arial"/>
              </a:rPr>
              <a:t>a</a:t>
            </a:r>
            <a:r>
              <a:rPr sz="1800" spc="-25" dirty="0">
                <a:latin typeface="Arial"/>
                <a:cs typeface="Arial"/>
              </a:rPr>
              <a:t> </a:t>
            </a:r>
            <a:r>
              <a:rPr sz="1800" dirty="0">
                <a:latin typeface="Arial"/>
                <a:cs typeface="Arial"/>
              </a:rPr>
              <a:t>given</a:t>
            </a:r>
            <a:r>
              <a:rPr sz="1800" spc="-15" dirty="0">
                <a:latin typeface="Arial"/>
                <a:cs typeface="Arial"/>
              </a:rPr>
              <a:t> </a:t>
            </a:r>
            <a:r>
              <a:rPr sz="1800" spc="-10" dirty="0">
                <a:latin typeface="Arial"/>
                <a:cs typeface="Arial"/>
              </a:rPr>
              <a:t>time.</a:t>
            </a:r>
            <a:endParaRPr sz="1800">
              <a:latin typeface="Arial"/>
              <a:cs typeface="Arial"/>
            </a:endParaRPr>
          </a:p>
          <a:p>
            <a:pPr>
              <a:lnSpc>
                <a:spcPct val="100000"/>
              </a:lnSpc>
              <a:spcBef>
                <a:spcPts val="90"/>
              </a:spcBef>
            </a:pPr>
            <a:endParaRPr sz="1800">
              <a:latin typeface="Arial"/>
              <a:cs typeface="Arial"/>
            </a:endParaRPr>
          </a:p>
          <a:p>
            <a:pPr marL="76200">
              <a:lnSpc>
                <a:spcPct val="100000"/>
              </a:lnSpc>
            </a:pPr>
            <a:r>
              <a:rPr sz="1800" dirty="0">
                <a:solidFill>
                  <a:srgbClr val="1F2021"/>
                </a:solidFill>
                <a:latin typeface="Arial"/>
                <a:cs typeface="Arial"/>
              </a:rPr>
              <a:t>Integers</a:t>
            </a:r>
            <a:r>
              <a:rPr sz="1800" spc="-20" dirty="0">
                <a:solidFill>
                  <a:srgbClr val="1F2021"/>
                </a:solidFill>
                <a:latin typeface="Arial"/>
                <a:cs typeface="Arial"/>
              </a:rPr>
              <a:t> </a:t>
            </a:r>
            <a:r>
              <a:rPr sz="1800" dirty="0">
                <a:solidFill>
                  <a:srgbClr val="1F2021"/>
                </a:solidFill>
                <a:latin typeface="Arial"/>
                <a:cs typeface="Arial"/>
              </a:rPr>
              <a:t>from</a:t>
            </a:r>
            <a:r>
              <a:rPr sz="1800" spc="-20" dirty="0">
                <a:solidFill>
                  <a:srgbClr val="1F2021"/>
                </a:solidFill>
                <a:latin typeface="Arial"/>
                <a:cs typeface="Arial"/>
              </a:rPr>
              <a:t> </a:t>
            </a:r>
            <a:r>
              <a:rPr sz="1800" dirty="0">
                <a:solidFill>
                  <a:srgbClr val="1F2021"/>
                </a:solidFill>
                <a:latin typeface="Arial"/>
                <a:cs typeface="Arial"/>
              </a:rPr>
              <a:t>−2</a:t>
            </a:r>
            <a:r>
              <a:rPr sz="1800" baseline="25462" dirty="0">
                <a:solidFill>
                  <a:srgbClr val="1F2021"/>
                </a:solidFill>
                <a:latin typeface="Arial"/>
                <a:cs typeface="Arial"/>
              </a:rPr>
              <a:t>53</a:t>
            </a:r>
            <a:r>
              <a:rPr sz="1800" spc="195" baseline="25462" dirty="0">
                <a:solidFill>
                  <a:srgbClr val="1F2021"/>
                </a:solidFill>
                <a:latin typeface="Arial"/>
                <a:cs typeface="Arial"/>
              </a:rPr>
              <a:t> </a:t>
            </a:r>
            <a:r>
              <a:rPr sz="1800" dirty="0">
                <a:solidFill>
                  <a:srgbClr val="1F2021"/>
                </a:solidFill>
                <a:latin typeface="Arial"/>
                <a:cs typeface="Arial"/>
              </a:rPr>
              <a:t>to</a:t>
            </a:r>
            <a:r>
              <a:rPr sz="1800" spc="-25" dirty="0">
                <a:solidFill>
                  <a:srgbClr val="1F2021"/>
                </a:solidFill>
                <a:latin typeface="Arial"/>
                <a:cs typeface="Arial"/>
              </a:rPr>
              <a:t> </a:t>
            </a:r>
            <a:r>
              <a:rPr sz="1800" dirty="0">
                <a:solidFill>
                  <a:srgbClr val="1F2021"/>
                </a:solidFill>
                <a:latin typeface="Arial"/>
                <a:cs typeface="Arial"/>
              </a:rPr>
              <a:t>2</a:t>
            </a:r>
            <a:r>
              <a:rPr sz="1800" baseline="25462" dirty="0">
                <a:solidFill>
                  <a:srgbClr val="1F2021"/>
                </a:solidFill>
                <a:latin typeface="Arial"/>
                <a:cs typeface="Arial"/>
              </a:rPr>
              <a:t>53</a:t>
            </a:r>
            <a:r>
              <a:rPr sz="1800" spc="195" baseline="25462" dirty="0">
                <a:solidFill>
                  <a:srgbClr val="1F2021"/>
                </a:solidFill>
                <a:latin typeface="Arial"/>
                <a:cs typeface="Arial"/>
              </a:rPr>
              <a:t> </a:t>
            </a:r>
            <a:r>
              <a:rPr sz="1800" spc="-10" dirty="0">
                <a:solidFill>
                  <a:srgbClr val="1F2021"/>
                </a:solidFill>
                <a:latin typeface="Arial"/>
                <a:cs typeface="Arial"/>
              </a:rPr>
              <a:t>(−9,007,199,254,740,992</a:t>
            </a:r>
            <a:r>
              <a:rPr sz="1800" spc="10" dirty="0">
                <a:solidFill>
                  <a:srgbClr val="1F2021"/>
                </a:solidFill>
                <a:latin typeface="Arial"/>
                <a:cs typeface="Arial"/>
              </a:rPr>
              <a:t> </a:t>
            </a:r>
            <a:r>
              <a:rPr sz="1800" dirty="0">
                <a:solidFill>
                  <a:srgbClr val="1F2021"/>
                </a:solidFill>
                <a:latin typeface="Arial"/>
                <a:cs typeface="Arial"/>
              </a:rPr>
              <a:t>to</a:t>
            </a:r>
            <a:r>
              <a:rPr sz="1800" spc="-25" dirty="0">
                <a:solidFill>
                  <a:srgbClr val="1F2021"/>
                </a:solidFill>
                <a:latin typeface="Arial"/>
                <a:cs typeface="Arial"/>
              </a:rPr>
              <a:t> </a:t>
            </a:r>
            <a:r>
              <a:rPr sz="1800" dirty="0">
                <a:solidFill>
                  <a:srgbClr val="1F2021"/>
                </a:solidFill>
                <a:latin typeface="Arial"/>
                <a:cs typeface="Arial"/>
              </a:rPr>
              <a:t>9,007,199,254,740,992)</a:t>
            </a:r>
            <a:r>
              <a:rPr sz="1800" spc="20" dirty="0">
                <a:solidFill>
                  <a:srgbClr val="1F2021"/>
                </a:solidFill>
                <a:latin typeface="Arial"/>
                <a:cs typeface="Arial"/>
              </a:rPr>
              <a:t> </a:t>
            </a:r>
            <a:r>
              <a:rPr sz="1800" dirty="0">
                <a:solidFill>
                  <a:srgbClr val="1F2021"/>
                </a:solidFill>
                <a:latin typeface="Arial"/>
                <a:cs typeface="Arial"/>
              </a:rPr>
              <a:t>can</a:t>
            </a:r>
            <a:r>
              <a:rPr sz="1800" spc="-25" dirty="0">
                <a:solidFill>
                  <a:srgbClr val="1F2021"/>
                </a:solidFill>
                <a:latin typeface="Arial"/>
                <a:cs typeface="Arial"/>
              </a:rPr>
              <a:t> </a:t>
            </a:r>
            <a:r>
              <a:rPr sz="1800" dirty="0">
                <a:solidFill>
                  <a:srgbClr val="1F2021"/>
                </a:solidFill>
                <a:latin typeface="Arial"/>
                <a:cs typeface="Arial"/>
              </a:rPr>
              <a:t>be</a:t>
            </a:r>
            <a:r>
              <a:rPr sz="1800" spc="-10" dirty="0">
                <a:solidFill>
                  <a:srgbClr val="1F2021"/>
                </a:solidFill>
                <a:latin typeface="Arial"/>
                <a:cs typeface="Arial"/>
              </a:rPr>
              <a:t> </a:t>
            </a:r>
            <a:r>
              <a:rPr sz="1800" dirty="0">
                <a:solidFill>
                  <a:srgbClr val="1F2021"/>
                </a:solidFill>
                <a:latin typeface="Arial"/>
                <a:cs typeface="Arial"/>
              </a:rPr>
              <a:t>exactly</a:t>
            </a:r>
            <a:r>
              <a:rPr sz="1800" spc="-5" dirty="0">
                <a:solidFill>
                  <a:srgbClr val="1F2021"/>
                </a:solidFill>
                <a:latin typeface="Arial"/>
                <a:cs typeface="Arial"/>
              </a:rPr>
              <a:t> </a:t>
            </a:r>
            <a:r>
              <a:rPr sz="1800" spc="-10" dirty="0">
                <a:solidFill>
                  <a:srgbClr val="1F2021"/>
                </a:solidFill>
                <a:latin typeface="Arial"/>
                <a:cs typeface="Arial"/>
              </a:rPr>
              <a:t>represented</a:t>
            </a:r>
            <a:endParaRPr sz="1800">
              <a:latin typeface="Arial"/>
              <a:cs typeface="Arial"/>
            </a:endParaRPr>
          </a:p>
          <a:p>
            <a:pPr>
              <a:lnSpc>
                <a:spcPct val="100000"/>
              </a:lnSpc>
              <a:spcBef>
                <a:spcPts val="90"/>
              </a:spcBef>
            </a:pPr>
            <a:endParaRPr sz="1800">
              <a:latin typeface="Arial"/>
              <a:cs typeface="Arial"/>
            </a:endParaRPr>
          </a:p>
          <a:p>
            <a:pPr marL="75565" marR="405765">
              <a:lnSpc>
                <a:spcPct val="100000"/>
              </a:lnSpc>
            </a:pPr>
            <a:r>
              <a:rPr sz="1800" dirty="0">
                <a:latin typeface="Arial"/>
                <a:cs typeface="Arial"/>
              </a:rPr>
              <a:t>We</a:t>
            </a:r>
            <a:r>
              <a:rPr sz="1800" spc="-30" dirty="0">
                <a:latin typeface="Arial"/>
                <a:cs typeface="Arial"/>
              </a:rPr>
              <a:t> </a:t>
            </a:r>
            <a:r>
              <a:rPr sz="1800" dirty="0">
                <a:latin typeface="Arial"/>
                <a:cs typeface="Arial"/>
              </a:rPr>
              <a:t>could</a:t>
            </a:r>
            <a:r>
              <a:rPr sz="1800" spc="-15" dirty="0">
                <a:latin typeface="Arial"/>
                <a:cs typeface="Arial"/>
              </a:rPr>
              <a:t> </a:t>
            </a:r>
            <a:r>
              <a:rPr sz="1800" dirty="0">
                <a:latin typeface="Arial"/>
                <a:cs typeface="Arial"/>
              </a:rPr>
              <a:t>then</a:t>
            </a:r>
            <a:r>
              <a:rPr sz="1800" spc="-30" dirty="0">
                <a:latin typeface="Arial"/>
                <a:cs typeface="Arial"/>
              </a:rPr>
              <a:t> </a:t>
            </a:r>
            <a:r>
              <a:rPr sz="1800" dirty="0">
                <a:latin typeface="Arial"/>
                <a:cs typeface="Arial"/>
              </a:rPr>
              <a:t>take</a:t>
            </a:r>
            <a:r>
              <a:rPr sz="1800" spc="-30" dirty="0">
                <a:latin typeface="Arial"/>
                <a:cs typeface="Arial"/>
              </a:rPr>
              <a:t> </a:t>
            </a:r>
            <a:r>
              <a:rPr sz="1800" dirty="0">
                <a:latin typeface="Arial"/>
                <a:cs typeface="Arial"/>
              </a:rPr>
              <a:t>this</a:t>
            </a:r>
            <a:r>
              <a:rPr sz="1800" spc="-25" dirty="0">
                <a:latin typeface="Arial"/>
                <a:cs typeface="Arial"/>
              </a:rPr>
              <a:t> </a:t>
            </a:r>
            <a:r>
              <a:rPr sz="1800" dirty="0">
                <a:latin typeface="Arial"/>
                <a:cs typeface="Arial"/>
              </a:rPr>
              <a:t>range,</a:t>
            </a:r>
            <a:r>
              <a:rPr sz="1800" spc="-10" dirty="0">
                <a:latin typeface="Arial"/>
                <a:cs typeface="Arial"/>
              </a:rPr>
              <a:t> </a:t>
            </a:r>
            <a:r>
              <a:rPr sz="1800" dirty="0">
                <a:latin typeface="Arial"/>
                <a:cs typeface="Arial"/>
              </a:rPr>
              <a:t>which</a:t>
            </a:r>
            <a:r>
              <a:rPr sz="1800" spc="20" dirty="0">
                <a:latin typeface="Arial"/>
                <a:cs typeface="Arial"/>
              </a:rPr>
              <a:t> </a:t>
            </a:r>
            <a:r>
              <a:rPr sz="1800" dirty="0">
                <a:latin typeface="Arial"/>
                <a:cs typeface="Arial"/>
              </a:rPr>
              <a:t>is</a:t>
            </a:r>
            <a:r>
              <a:rPr sz="1800" spc="-25" dirty="0">
                <a:latin typeface="Arial"/>
                <a:cs typeface="Arial"/>
              </a:rPr>
              <a:t> </a:t>
            </a:r>
            <a:r>
              <a:rPr sz="1800" dirty="0">
                <a:latin typeface="Arial"/>
                <a:cs typeface="Arial"/>
              </a:rPr>
              <a:t>2</a:t>
            </a:r>
            <a:r>
              <a:rPr sz="1800" baseline="25462" dirty="0">
                <a:latin typeface="Arial"/>
                <a:cs typeface="Arial"/>
              </a:rPr>
              <a:t>54</a:t>
            </a:r>
            <a:r>
              <a:rPr sz="1800" spc="187" baseline="25462" dirty="0">
                <a:latin typeface="Arial"/>
                <a:cs typeface="Arial"/>
              </a:rPr>
              <a:t> </a:t>
            </a:r>
            <a:r>
              <a:rPr sz="1800" dirty="0">
                <a:latin typeface="Arial"/>
                <a:cs typeface="Arial"/>
              </a:rPr>
              <a:t>and</a:t>
            </a:r>
            <a:r>
              <a:rPr sz="1800" spc="-15" dirty="0">
                <a:latin typeface="Arial"/>
                <a:cs typeface="Arial"/>
              </a:rPr>
              <a:t> </a:t>
            </a:r>
            <a:r>
              <a:rPr sz="1800" dirty="0">
                <a:latin typeface="Arial"/>
                <a:cs typeface="Arial"/>
              </a:rPr>
              <a:t>spread</a:t>
            </a:r>
            <a:r>
              <a:rPr sz="1800" spc="-15" dirty="0">
                <a:latin typeface="Arial"/>
                <a:cs typeface="Arial"/>
              </a:rPr>
              <a:t> </a:t>
            </a:r>
            <a:r>
              <a:rPr sz="1800" dirty="0">
                <a:latin typeface="Arial"/>
                <a:cs typeface="Arial"/>
              </a:rPr>
              <a:t>our</a:t>
            </a:r>
            <a:r>
              <a:rPr sz="1800" spc="-25" dirty="0">
                <a:latin typeface="Arial"/>
                <a:cs typeface="Arial"/>
              </a:rPr>
              <a:t> </a:t>
            </a:r>
            <a:r>
              <a:rPr sz="1800" dirty="0">
                <a:latin typeface="Arial"/>
                <a:cs typeface="Arial"/>
              </a:rPr>
              <a:t>output</a:t>
            </a:r>
            <a:r>
              <a:rPr sz="1800" spc="-15" dirty="0">
                <a:latin typeface="Arial"/>
                <a:cs typeface="Arial"/>
              </a:rPr>
              <a:t> </a:t>
            </a:r>
            <a:r>
              <a:rPr sz="1800" dirty="0">
                <a:latin typeface="Arial"/>
                <a:cs typeface="Arial"/>
              </a:rPr>
              <a:t>voltage</a:t>
            </a:r>
            <a:r>
              <a:rPr sz="1800" spc="-15" dirty="0">
                <a:latin typeface="Arial"/>
                <a:cs typeface="Arial"/>
              </a:rPr>
              <a:t> </a:t>
            </a:r>
            <a:r>
              <a:rPr sz="1800" dirty="0">
                <a:latin typeface="Arial"/>
                <a:cs typeface="Arial"/>
              </a:rPr>
              <a:t>range</a:t>
            </a:r>
            <a:r>
              <a:rPr sz="1800" spc="-15" dirty="0">
                <a:latin typeface="Arial"/>
                <a:cs typeface="Arial"/>
              </a:rPr>
              <a:t> </a:t>
            </a:r>
            <a:r>
              <a:rPr sz="1800" dirty="0">
                <a:latin typeface="Arial"/>
                <a:cs typeface="Arial"/>
              </a:rPr>
              <a:t>across</a:t>
            </a:r>
            <a:r>
              <a:rPr sz="1800" spc="-10" dirty="0">
                <a:latin typeface="Arial"/>
                <a:cs typeface="Arial"/>
              </a:rPr>
              <a:t> </a:t>
            </a:r>
            <a:r>
              <a:rPr sz="1800" dirty="0">
                <a:latin typeface="Arial"/>
                <a:cs typeface="Arial"/>
              </a:rPr>
              <a:t>that,</a:t>
            </a:r>
            <a:r>
              <a:rPr sz="1800" spc="-30" dirty="0">
                <a:latin typeface="Arial"/>
                <a:cs typeface="Arial"/>
              </a:rPr>
              <a:t> </a:t>
            </a:r>
            <a:r>
              <a:rPr sz="1800" dirty="0">
                <a:latin typeface="Arial"/>
                <a:cs typeface="Arial"/>
              </a:rPr>
              <a:t>giving</a:t>
            </a:r>
            <a:r>
              <a:rPr sz="1800" spc="-15" dirty="0">
                <a:latin typeface="Arial"/>
                <a:cs typeface="Arial"/>
              </a:rPr>
              <a:t> </a:t>
            </a:r>
            <a:r>
              <a:rPr sz="1800" dirty="0">
                <a:latin typeface="Arial"/>
                <a:cs typeface="Arial"/>
              </a:rPr>
              <a:t>us</a:t>
            </a:r>
            <a:r>
              <a:rPr sz="1800" spc="-25" dirty="0">
                <a:latin typeface="Arial"/>
                <a:cs typeface="Arial"/>
              </a:rPr>
              <a:t> </a:t>
            </a:r>
            <a:r>
              <a:rPr sz="1800" spc="-50" dirty="0">
                <a:latin typeface="Arial"/>
                <a:cs typeface="Arial"/>
              </a:rPr>
              <a:t>a </a:t>
            </a:r>
            <a:r>
              <a:rPr sz="1800" dirty="0">
                <a:latin typeface="Arial"/>
                <a:cs typeface="Arial"/>
              </a:rPr>
              <a:t>very</a:t>
            </a:r>
            <a:r>
              <a:rPr sz="1800" spc="-25" dirty="0">
                <a:latin typeface="Arial"/>
                <a:cs typeface="Arial"/>
              </a:rPr>
              <a:t> </a:t>
            </a:r>
            <a:r>
              <a:rPr sz="1800" dirty="0">
                <a:latin typeface="Arial"/>
                <a:cs typeface="Arial"/>
              </a:rPr>
              <a:t>precise</a:t>
            </a:r>
            <a:r>
              <a:rPr sz="1800" spc="-10" dirty="0">
                <a:latin typeface="Arial"/>
                <a:cs typeface="Arial"/>
              </a:rPr>
              <a:t> </a:t>
            </a:r>
            <a:r>
              <a:rPr sz="1800" dirty="0">
                <a:latin typeface="Arial"/>
                <a:cs typeface="Arial"/>
              </a:rPr>
              <a:t>number</a:t>
            </a:r>
            <a:r>
              <a:rPr sz="1800" spc="-10" dirty="0">
                <a:latin typeface="Arial"/>
                <a:cs typeface="Arial"/>
              </a:rPr>
              <a:t> </a:t>
            </a:r>
            <a:r>
              <a:rPr sz="1800" dirty="0">
                <a:latin typeface="Arial"/>
                <a:cs typeface="Arial"/>
              </a:rPr>
              <a:t>for</a:t>
            </a:r>
            <a:r>
              <a:rPr sz="1800" spc="-20" dirty="0">
                <a:latin typeface="Arial"/>
                <a:cs typeface="Arial"/>
              </a:rPr>
              <a:t> </a:t>
            </a:r>
            <a:r>
              <a:rPr sz="1800" dirty="0">
                <a:latin typeface="Arial"/>
                <a:cs typeface="Arial"/>
              </a:rPr>
              <a:t>each</a:t>
            </a:r>
            <a:r>
              <a:rPr sz="1800" spc="-30" dirty="0">
                <a:latin typeface="Arial"/>
                <a:cs typeface="Arial"/>
              </a:rPr>
              <a:t> </a:t>
            </a:r>
            <a:r>
              <a:rPr sz="1800" dirty="0">
                <a:latin typeface="Arial"/>
                <a:cs typeface="Arial"/>
              </a:rPr>
              <a:t>time</a:t>
            </a:r>
            <a:r>
              <a:rPr sz="1800" spc="-25" dirty="0">
                <a:latin typeface="Arial"/>
                <a:cs typeface="Arial"/>
              </a:rPr>
              <a:t> </a:t>
            </a:r>
            <a:r>
              <a:rPr sz="1800" spc="-10" dirty="0">
                <a:latin typeface="Arial"/>
                <a:cs typeface="Arial"/>
              </a:rPr>
              <a:t>step.</a:t>
            </a:r>
            <a:endParaRPr sz="1800">
              <a:latin typeface="Arial"/>
              <a:cs typeface="Arial"/>
            </a:endParaRPr>
          </a:p>
          <a:p>
            <a:pPr>
              <a:lnSpc>
                <a:spcPct val="100000"/>
              </a:lnSpc>
              <a:spcBef>
                <a:spcPts val="90"/>
              </a:spcBef>
            </a:pPr>
            <a:endParaRPr sz="1800">
              <a:latin typeface="Arial"/>
              <a:cs typeface="Arial"/>
            </a:endParaRPr>
          </a:p>
          <a:p>
            <a:pPr marL="75565" marR="574040">
              <a:lnSpc>
                <a:spcPct val="100000"/>
              </a:lnSpc>
            </a:pPr>
            <a:r>
              <a:rPr sz="1800" dirty="0">
                <a:latin typeface="Arial"/>
                <a:cs typeface="Arial"/>
              </a:rPr>
              <a:t>However,</a:t>
            </a:r>
            <a:r>
              <a:rPr sz="1800" spc="25" dirty="0">
                <a:latin typeface="Arial"/>
                <a:cs typeface="Arial"/>
              </a:rPr>
              <a:t> </a:t>
            </a:r>
            <a:r>
              <a:rPr sz="1800" dirty="0">
                <a:latin typeface="Arial"/>
                <a:cs typeface="Arial"/>
              </a:rPr>
              <a:t>there</a:t>
            </a:r>
            <a:r>
              <a:rPr sz="1800" spc="-30" dirty="0">
                <a:latin typeface="Arial"/>
                <a:cs typeface="Arial"/>
              </a:rPr>
              <a:t> </a:t>
            </a:r>
            <a:r>
              <a:rPr sz="1800" dirty="0">
                <a:latin typeface="Arial"/>
                <a:cs typeface="Arial"/>
              </a:rPr>
              <a:t>is</a:t>
            </a:r>
            <a:r>
              <a:rPr sz="1800" spc="-25" dirty="0">
                <a:latin typeface="Arial"/>
                <a:cs typeface="Arial"/>
              </a:rPr>
              <a:t> </a:t>
            </a:r>
            <a:r>
              <a:rPr sz="1800" dirty="0">
                <a:latin typeface="Arial"/>
                <a:cs typeface="Arial"/>
              </a:rPr>
              <a:t>still</a:t>
            </a:r>
            <a:r>
              <a:rPr sz="1800" spc="-15" dirty="0">
                <a:latin typeface="Arial"/>
                <a:cs typeface="Arial"/>
              </a:rPr>
              <a:t> </a:t>
            </a:r>
            <a:r>
              <a:rPr sz="1800" dirty="0">
                <a:latin typeface="Arial"/>
                <a:cs typeface="Arial"/>
              </a:rPr>
              <a:t>going</a:t>
            </a:r>
            <a:r>
              <a:rPr sz="1800" spc="-15" dirty="0">
                <a:latin typeface="Arial"/>
                <a:cs typeface="Arial"/>
              </a:rPr>
              <a:t> </a:t>
            </a:r>
            <a:r>
              <a:rPr sz="1800" dirty="0">
                <a:latin typeface="Arial"/>
                <a:cs typeface="Arial"/>
              </a:rPr>
              <a:t>to</a:t>
            </a:r>
            <a:r>
              <a:rPr sz="1800" spc="-30" dirty="0">
                <a:latin typeface="Arial"/>
                <a:cs typeface="Arial"/>
              </a:rPr>
              <a:t> </a:t>
            </a:r>
            <a:r>
              <a:rPr sz="1800" dirty="0">
                <a:latin typeface="Arial"/>
                <a:cs typeface="Arial"/>
              </a:rPr>
              <a:t>be</a:t>
            </a:r>
            <a:r>
              <a:rPr sz="1800" spc="-25" dirty="0">
                <a:latin typeface="Arial"/>
                <a:cs typeface="Arial"/>
              </a:rPr>
              <a:t> </a:t>
            </a:r>
            <a:r>
              <a:rPr sz="1800" dirty="0">
                <a:latin typeface="Arial"/>
                <a:cs typeface="Arial"/>
              </a:rPr>
              <a:t>one</a:t>
            </a:r>
            <a:r>
              <a:rPr sz="1800" spc="-15" dirty="0">
                <a:latin typeface="Arial"/>
                <a:cs typeface="Arial"/>
              </a:rPr>
              <a:t> </a:t>
            </a:r>
            <a:r>
              <a:rPr sz="1800" dirty="0">
                <a:latin typeface="Arial"/>
                <a:cs typeface="Arial"/>
              </a:rPr>
              <a:t>level</a:t>
            </a:r>
            <a:r>
              <a:rPr sz="1800" spc="-15" dirty="0">
                <a:latin typeface="Arial"/>
                <a:cs typeface="Arial"/>
              </a:rPr>
              <a:t> </a:t>
            </a:r>
            <a:r>
              <a:rPr sz="1800" dirty="0">
                <a:latin typeface="Arial"/>
                <a:cs typeface="Arial"/>
              </a:rPr>
              <a:t>per</a:t>
            </a:r>
            <a:r>
              <a:rPr sz="1800" spc="-25" dirty="0">
                <a:latin typeface="Arial"/>
                <a:cs typeface="Arial"/>
              </a:rPr>
              <a:t> </a:t>
            </a:r>
            <a:r>
              <a:rPr sz="1800" dirty="0">
                <a:latin typeface="Arial"/>
                <a:cs typeface="Arial"/>
              </a:rPr>
              <a:t>timestep,</a:t>
            </a:r>
            <a:r>
              <a:rPr sz="1800" spc="-20" dirty="0">
                <a:latin typeface="Arial"/>
                <a:cs typeface="Arial"/>
              </a:rPr>
              <a:t> </a:t>
            </a:r>
            <a:r>
              <a:rPr sz="1800" dirty="0">
                <a:latin typeface="Arial"/>
                <a:cs typeface="Arial"/>
              </a:rPr>
              <a:t>so</a:t>
            </a:r>
            <a:r>
              <a:rPr sz="1800" spc="-30" dirty="0">
                <a:latin typeface="Arial"/>
                <a:cs typeface="Arial"/>
              </a:rPr>
              <a:t> </a:t>
            </a:r>
            <a:r>
              <a:rPr sz="1800" dirty="0">
                <a:latin typeface="Arial"/>
                <a:cs typeface="Arial"/>
              </a:rPr>
              <a:t>there</a:t>
            </a:r>
            <a:r>
              <a:rPr sz="1800" spc="-30" dirty="0">
                <a:latin typeface="Arial"/>
                <a:cs typeface="Arial"/>
              </a:rPr>
              <a:t> </a:t>
            </a:r>
            <a:r>
              <a:rPr sz="1800" dirty="0">
                <a:latin typeface="Arial"/>
                <a:cs typeface="Arial"/>
              </a:rPr>
              <a:t>is</a:t>
            </a:r>
            <a:r>
              <a:rPr sz="1800" spc="-25" dirty="0">
                <a:latin typeface="Arial"/>
                <a:cs typeface="Arial"/>
              </a:rPr>
              <a:t> </a:t>
            </a:r>
            <a:r>
              <a:rPr sz="1800" dirty="0">
                <a:latin typeface="Arial"/>
                <a:cs typeface="Arial"/>
              </a:rPr>
              <a:t>some</a:t>
            </a:r>
            <a:r>
              <a:rPr sz="1800" spc="-15" dirty="0">
                <a:latin typeface="Arial"/>
                <a:cs typeface="Arial"/>
              </a:rPr>
              <a:t> </a:t>
            </a:r>
            <a:r>
              <a:rPr sz="1800" dirty="0">
                <a:latin typeface="Arial"/>
                <a:cs typeface="Arial"/>
              </a:rPr>
              <a:t>level</a:t>
            </a:r>
            <a:r>
              <a:rPr sz="1800" spc="-15" dirty="0">
                <a:latin typeface="Arial"/>
                <a:cs typeface="Arial"/>
              </a:rPr>
              <a:t> </a:t>
            </a:r>
            <a:r>
              <a:rPr sz="1800" dirty="0">
                <a:latin typeface="Arial"/>
                <a:cs typeface="Arial"/>
              </a:rPr>
              <a:t>of</a:t>
            </a:r>
            <a:r>
              <a:rPr sz="1800" spc="-30" dirty="0">
                <a:latin typeface="Arial"/>
                <a:cs typeface="Arial"/>
              </a:rPr>
              <a:t> </a:t>
            </a:r>
            <a:r>
              <a:rPr sz="1800" dirty="0">
                <a:latin typeface="Arial"/>
                <a:cs typeface="Arial"/>
              </a:rPr>
              <a:t>quantization</a:t>
            </a:r>
            <a:r>
              <a:rPr sz="1800" spc="-5" dirty="0">
                <a:latin typeface="Arial"/>
                <a:cs typeface="Arial"/>
              </a:rPr>
              <a:t> </a:t>
            </a:r>
            <a:r>
              <a:rPr sz="1800" dirty="0">
                <a:latin typeface="Arial"/>
                <a:cs typeface="Arial"/>
              </a:rPr>
              <a:t>in</a:t>
            </a:r>
            <a:r>
              <a:rPr sz="1800" spc="-15" dirty="0">
                <a:latin typeface="Arial"/>
                <a:cs typeface="Arial"/>
              </a:rPr>
              <a:t> </a:t>
            </a:r>
            <a:r>
              <a:rPr sz="1800" spc="-20" dirty="0">
                <a:latin typeface="Arial"/>
                <a:cs typeface="Arial"/>
              </a:rPr>
              <a:t>both </a:t>
            </a:r>
            <a:r>
              <a:rPr sz="1800" dirty="0">
                <a:latin typeface="Arial"/>
                <a:cs typeface="Arial"/>
              </a:rPr>
              <a:t>voltage</a:t>
            </a:r>
            <a:r>
              <a:rPr sz="1800" spc="-30" dirty="0">
                <a:latin typeface="Arial"/>
                <a:cs typeface="Arial"/>
              </a:rPr>
              <a:t> </a:t>
            </a:r>
            <a:r>
              <a:rPr sz="1800" dirty="0">
                <a:latin typeface="Arial"/>
                <a:cs typeface="Arial"/>
              </a:rPr>
              <a:t>and</a:t>
            </a:r>
            <a:r>
              <a:rPr sz="1800" spc="-15" dirty="0">
                <a:latin typeface="Arial"/>
                <a:cs typeface="Arial"/>
              </a:rPr>
              <a:t> </a:t>
            </a:r>
            <a:r>
              <a:rPr sz="1800" spc="-20" dirty="0">
                <a:latin typeface="Arial"/>
                <a:cs typeface="Arial"/>
              </a:rPr>
              <a:t>time</a:t>
            </a:r>
            <a:endParaRPr sz="1800">
              <a:latin typeface="Arial"/>
              <a:cs typeface="Arial"/>
            </a:endParaRPr>
          </a:p>
        </p:txBody>
      </p:sp>
      <p:grpSp>
        <p:nvGrpSpPr>
          <p:cNvPr id="4" name="object 4"/>
          <p:cNvGrpSpPr/>
          <p:nvPr/>
        </p:nvGrpSpPr>
        <p:grpSpPr>
          <a:xfrm>
            <a:off x="444500" y="1587500"/>
            <a:ext cx="939800" cy="939800"/>
            <a:chOff x="444500" y="1587500"/>
            <a:chExt cx="939800" cy="939800"/>
          </a:xfrm>
        </p:grpSpPr>
        <p:sp>
          <p:nvSpPr>
            <p:cNvPr id="5" name="object 5"/>
            <p:cNvSpPr/>
            <p:nvPr/>
          </p:nvSpPr>
          <p:spPr>
            <a:xfrm>
              <a:off x="457200"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C0504D"/>
            </a:solidFill>
          </p:spPr>
          <p:txBody>
            <a:bodyPr wrap="square" lIns="0" tIns="0" rIns="0" bIns="0" rtlCol="0"/>
            <a:lstStyle/>
            <a:p>
              <a:endParaRPr/>
            </a:p>
          </p:txBody>
        </p:sp>
        <p:sp>
          <p:nvSpPr>
            <p:cNvPr id="6" name="object 6"/>
            <p:cNvSpPr/>
            <p:nvPr/>
          </p:nvSpPr>
          <p:spPr>
            <a:xfrm>
              <a:off x="457200"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4F1D1B"/>
              </a:solidFill>
            </a:ln>
          </p:spPr>
          <p:txBody>
            <a:bodyPr wrap="square" lIns="0" tIns="0" rIns="0" bIns="0" rtlCol="0"/>
            <a:lstStyle/>
            <a:p>
              <a:endParaRPr/>
            </a:p>
          </p:txBody>
        </p:sp>
      </p:grpSp>
      <p:sp>
        <p:nvSpPr>
          <p:cNvPr id="7" name="object 7"/>
          <p:cNvSpPr txBox="1"/>
          <p:nvPr/>
        </p:nvSpPr>
        <p:spPr>
          <a:xfrm>
            <a:off x="538130" y="1925827"/>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grpSp>
        <p:nvGrpSpPr>
          <p:cNvPr id="8" name="object 8"/>
          <p:cNvGrpSpPr/>
          <p:nvPr/>
        </p:nvGrpSpPr>
        <p:grpSpPr>
          <a:xfrm>
            <a:off x="1617002" y="1587500"/>
            <a:ext cx="939800" cy="939800"/>
            <a:chOff x="1617002" y="1587500"/>
            <a:chExt cx="939800" cy="939800"/>
          </a:xfrm>
        </p:grpSpPr>
        <p:sp>
          <p:nvSpPr>
            <p:cNvPr id="9" name="object 9"/>
            <p:cNvSpPr/>
            <p:nvPr/>
          </p:nvSpPr>
          <p:spPr>
            <a:xfrm>
              <a:off x="1629702"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0" name="object 10"/>
            <p:cNvSpPr/>
            <p:nvPr/>
          </p:nvSpPr>
          <p:spPr>
            <a:xfrm>
              <a:off x="1629702"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1" name="object 11"/>
          <p:cNvSpPr txBox="1"/>
          <p:nvPr/>
        </p:nvSpPr>
        <p:spPr>
          <a:xfrm>
            <a:off x="1712157" y="1712468"/>
            <a:ext cx="749300" cy="666750"/>
          </a:xfrm>
          <a:prstGeom prst="rect">
            <a:avLst/>
          </a:prstGeom>
        </p:spPr>
        <p:txBody>
          <a:bodyPr vert="horz" wrap="square" lIns="0" tIns="13335" rIns="0" bIns="0" rtlCol="0">
            <a:spAutoFit/>
          </a:bodyPr>
          <a:lstStyle/>
          <a:p>
            <a:pPr marL="12700" marR="5080" algn="ctr">
              <a:lnSpc>
                <a:spcPct val="100000"/>
              </a:lnSpc>
              <a:spcBef>
                <a:spcPts val="105"/>
              </a:spcBef>
            </a:pPr>
            <a:r>
              <a:rPr sz="1400" dirty="0">
                <a:solidFill>
                  <a:srgbClr val="FFFFFF"/>
                </a:solidFill>
                <a:latin typeface="Calibri"/>
                <a:cs typeface="Calibri"/>
              </a:rPr>
              <a:t>Digital</a:t>
            </a:r>
            <a:r>
              <a:rPr sz="1400" spc="-40"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Analog Converter</a:t>
            </a:r>
            <a:endParaRPr sz="1400">
              <a:latin typeface="Calibri"/>
              <a:cs typeface="Calibri"/>
            </a:endParaRPr>
          </a:p>
        </p:txBody>
      </p:sp>
      <p:grpSp>
        <p:nvGrpSpPr>
          <p:cNvPr id="12" name="object 12"/>
          <p:cNvGrpSpPr/>
          <p:nvPr/>
        </p:nvGrpSpPr>
        <p:grpSpPr>
          <a:xfrm>
            <a:off x="2875699" y="1587500"/>
            <a:ext cx="939800" cy="939800"/>
            <a:chOff x="2875699" y="1587500"/>
            <a:chExt cx="939800" cy="939800"/>
          </a:xfrm>
        </p:grpSpPr>
        <p:sp>
          <p:nvSpPr>
            <p:cNvPr id="13" name="object 13"/>
            <p:cNvSpPr/>
            <p:nvPr/>
          </p:nvSpPr>
          <p:spPr>
            <a:xfrm>
              <a:off x="2888399"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4" name="object 14"/>
            <p:cNvSpPr/>
            <p:nvPr/>
          </p:nvSpPr>
          <p:spPr>
            <a:xfrm>
              <a:off x="2888399"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5" name="object 15"/>
          <p:cNvSpPr txBox="1"/>
          <p:nvPr/>
        </p:nvSpPr>
        <p:spPr>
          <a:xfrm>
            <a:off x="3098873" y="1712468"/>
            <a:ext cx="492125" cy="666750"/>
          </a:xfrm>
          <a:prstGeom prst="rect">
            <a:avLst/>
          </a:prstGeom>
        </p:spPr>
        <p:txBody>
          <a:bodyPr vert="horz" wrap="square" lIns="0" tIns="13335" rIns="0" bIns="0" rtlCol="0">
            <a:spAutoFit/>
          </a:bodyPr>
          <a:lstStyle/>
          <a:p>
            <a:pPr algn="ctr">
              <a:lnSpc>
                <a:spcPct val="100000"/>
              </a:lnSpc>
              <a:spcBef>
                <a:spcPts val="105"/>
              </a:spcBef>
            </a:pPr>
            <a:r>
              <a:rPr sz="1400" spc="-25" dirty="0">
                <a:solidFill>
                  <a:srgbClr val="FFFFFF"/>
                </a:solidFill>
                <a:latin typeface="Calibri"/>
                <a:cs typeface="Calibri"/>
              </a:rPr>
              <a:t>LED</a:t>
            </a:r>
            <a:endParaRPr sz="1400">
              <a:latin typeface="Calibri"/>
              <a:cs typeface="Calibri"/>
            </a:endParaRPr>
          </a:p>
          <a:p>
            <a:pPr marL="12700" marR="5080" indent="-635" algn="ctr">
              <a:lnSpc>
                <a:spcPct val="100000"/>
              </a:lnSpc>
            </a:pPr>
            <a:r>
              <a:rPr sz="1400" spc="-10" dirty="0">
                <a:solidFill>
                  <a:srgbClr val="FFFFFF"/>
                </a:solidFill>
                <a:latin typeface="Calibri"/>
                <a:cs typeface="Calibri"/>
              </a:rPr>
              <a:t>Driver Circuit</a:t>
            </a:r>
            <a:endParaRPr sz="1400">
              <a:latin typeface="Calibri"/>
              <a:cs typeface="Calibri"/>
            </a:endParaRPr>
          </a:p>
        </p:txBody>
      </p:sp>
      <p:grpSp>
        <p:nvGrpSpPr>
          <p:cNvPr id="16" name="object 16"/>
          <p:cNvGrpSpPr/>
          <p:nvPr/>
        </p:nvGrpSpPr>
        <p:grpSpPr>
          <a:xfrm>
            <a:off x="4125455" y="1587500"/>
            <a:ext cx="939800" cy="939800"/>
            <a:chOff x="4125455" y="1587500"/>
            <a:chExt cx="939800" cy="939800"/>
          </a:xfrm>
        </p:grpSpPr>
        <p:sp>
          <p:nvSpPr>
            <p:cNvPr id="17" name="object 17"/>
            <p:cNvSpPr/>
            <p:nvPr/>
          </p:nvSpPr>
          <p:spPr>
            <a:xfrm>
              <a:off x="4138155"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8" name="object 18"/>
            <p:cNvSpPr/>
            <p:nvPr/>
          </p:nvSpPr>
          <p:spPr>
            <a:xfrm>
              <a:off x="4138155"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9" name="object 19"/>
          <p:cNvSpPr txBox="1"/>
          <p:nvPr/>
        </p:nvSpPr>
        <p:spPr>
          <a:xfrm>
            <a:off x="4446158" y="1925827"/>
            <a:ext cx="29718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LED</a:t>
            </a:r>
            <a:endParaRPr sz="1400">
              <a:latin typeface="Calibri"/>
              <a:cs typeface="Calibri"/>
            </a:endParaRPr>
          </a:p>
        </p:txBody>
      </p:sp>
      <p:grpSp>
        <p:nvGrpSpPr>
          <p:cNvPr id="20" name="object 20"/>
          <p:cNvGrpSpPr/>
          <p:nvPr/>
        </p:nvGrpSpPr>
        <p:grpSpPr>
          <a:xfrm>
            <a:off x="7344371" y="1587500"/>
            <a:ext cx="939800" cy="939800"/>
            <a:chOff x="7344371" y="1587500"/>
            <a:chExt cx="939800" cy="939800"/>
          </a:xfrm>
        </p:grpSpPr>
        <p:sp>
          <p:nvSpPr>
            <p:cNvPr id="21" name="object 21"/>
            <p:cNvSpPr/>
            <p:nvPr/>
          </p:nvSpPr>
          <p:spPr>
            <a:xfrm>
              <a:off x="7357071"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2" name="object 22"/>
            <p:cNvSpPr/>
            <p:nvPr/>
          </p:nvSpPr>
          <p:spPr>
            <a:xfrm>
              <a:off x="7357071"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3" name="object 23"/>
          <p:cNvSpPr txBox="1"/>
          <p:nvPr/>
        </p:nvSpPr>
        <p:spPr>
          <a:xfrm>
            <a:off x="7700134" y="1925827"/>
            <a:ext cx="22606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PD</a:t>
            </a:r>
            <a:endParaRPr sz="1400">
              <a:latin typeface="Calibri"/>
              <a:cs typeface="Calibri"/>
            </a:endParaRPr>
          </a:p>
        </p:txBody>
      </p:sp>
      <p:grpSp>
        <p:nvGrpSpPr>
          <p:cNvPr id="24" name="object 24"/>
          <p:cNvGrpSpPr/>
          <p:nvPr/>
        </p:nvGrpSpPr>
        <p:grpSpPr>
          <a:xfrm>
            <a:off x="9712108" y="1587500"/>
            <a:ext cx="939800" cy="939800"/>
            <a:chOff x="9712108" y="1587500"/>
            <a:chExt cx="939800" cy="939800"/>
          </a:xfrm>
        </p:grpSpPr>
        <p:sp>
          <p:nvSpPr>
            <p:cNvPr id="25" name="object 25"/>
            <p:cNvSpPr/>
            <p:nvPr/>
          </p:nvSpPr>
          <p:spPr>
            <a:xfrm>
              <a:off x="9724808"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6" name="object 26"/>
            <p:cNvSpPr/>
            <p:nvPr/>
          </p:nvSpPr>
          <p:spPr>
            <a:xfrm>
              <a:off x="9724808"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7" name="object 27"/>
          <p:cNvSpPr txBox="1"/>
          <p:nvPr/>
        </p:nvSpPr>
        <p:spPr>
          <a:xfrm>
            <a:off x="9807254" y="1712468"/>
            <a:ext cx="749300" cy="666750"/>
          </a:xfrm>
          <a:prstGeom prst="rect">
            <a:avLst/>
          </a:prstGeom>
        </p:spPr>
        <p:txBody>
          <a:bodyPr vert="horz" wrap="square" lIns="0" tIns="13335" rIns="0" bIns="0" rtlCol="0">
            <a:spAutoFit/>
          </a:bodyPr>
          <a:lstStyle/>
          <a:p>
            <a:pPr marL="12065" marR="5080" indent="-1905" algn="ctr">
              <a:lnSpc>
                <a:spcPct val="100000"/>
              </a:lnSpc>
              <a:spcBef>
                <a:spcPts val="105"/>
              </a:spcBef>
            </a:pPr>
            <a:r>
              <a:rPr sz="1400" dirty="0">
                <a:solidFill>
                  <a:srgbClr val="FFFFFF"/>
                </a:solidFill>
                <a:latin typeface="Calibri"/>
                <a:cs typeface="Calibri"/>
              </a:rPr>
              <a:t>Analog</a:t>
            </a:r>
            <a:r>
              <a:rPr sz="1400" spc="-45"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Digital Converter</a:t>
            </a:r>
            <a:endParaRPr sz="1400">
              <a:latin typeface="Calibri"/>
              <a:cs typeface="Calibri"/>
            </a:endParaRPr>
          </a:p>
        </p:txBody>
      </p:sp>
      <p:grpSp>
        <p:nvGrpSpPr>
          <p:cNvPr id="28" name="object 28"/>
          <p:cNvGrpSpPr/>
          <p:nvPr/>
        </p:nvGrpSpPr>
        <p:grpSpPr>
          <a:xfrm>
            <a:off x="8539619" y="1592948"/>
            <a:ext cx="939800" cy="939800"/>
            <a:chOff x="8539619" y="1592948"/>
            <a:chExt cx="939800" cy="939800"/>
          </a:xfrm>
        </p:grpSpPr>
        <p:sp>
          <p:nvSpPr>
            <p:cNvPr id="29" name="object 29"/>
            <p:cNvSpPr/>
            <p:nvPr/>
          </p:nvSpPr>
          <p:spPr>
            <a:xfrm>
              <a:off x="8552319" y="1605648"/>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0" name="object 30"/>
            <p:cNvSpPr/>
            <p:nvPr/>
          </p:nvSpPr>
          <p:spPr>
            <a:xfrm>
              <a:off x="8552319" y="1605648"/>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1" name="object 31"/>
          <p:cNvSpPr txBox="1"/>
          <p:nvPr/>
        </p:nvSpPr>
        <p:spPr>
          <a:xfrm>
            <a:off x="8662171" y="1931277"/>
            <a:ext cx="69278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Amplifier</a:t>
            </a:r>
            <a:endParaRPr sz="1400">
              <a:latin typeface="Calibri"/>
              <a:cs typeface="Calibri"/>
            </a:endParaRPr>
          </a:p>
        </p:txBody>
      </p:sp>
      <p:grpSp>
        <p:nvGrpSpPr>
          <p:cNvPr id="32" name="object 32"/>
          <p:cNvGrpSpPr/>
          <p:nvPr/>
        </p:nvGrpSpPr>
        <p:grpSpPr>
          <a:xfrm>
            <a:off x="10829823" y="1597329"/>
            <a:ext cx="939800" cy="939800"/>
            <a:chOff x="10829823" y="1597329"/>
            <a:chExt cx="939800" cy="939800"/>
          </a:xfrm>
        </p:grpSpPr>
        <p:sp>
          <p:nvSpPr>
            <p:cNvPr id="33" name="object 33"/>
            <p:cNvSpPr/>
            <p:nvPr/>
          </p:nvSpPr>
          <p:spPr>
            <a:xfrm>
              <a:off x="10842523" y="16100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4" name="object 34"/>
            <p:cNvSpPr/>
            <p:nvPr/>
          </p:nvSpPr>
          <p:spPr>
            <a:xfrm>
              <a:off x="10842523" y="16100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5" name="object 35"/>
          <p:cNvSpPr txBox="1"/>
          <p:nvPr/>
        </p:nvSpPr>
        <p:spPr>
          <a:xfrm>
            <a:off x="10923452" y="1935660"/>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sp>
        <p:nvSpPr>
          <p:cNvPr id="36" name="object 36"/>
          <p:cNvSpPr/>
          <p:nvPr/>
        </p:nvSpPr>
        <p:spPr>
          <a:xfrm>
            <a:off x="304800" y="1371600"/>
            <a:ext cx="4876800" cy="1371600"/>
          </a:xfrm>
          <a:custGeom>
            <a:avLst/>
            <a:gdLst/>
            <a:ahLst/>
            <a:cxnLst/>
            <a:rect l="l" t="t" r="r" b="b"/>
            <a:pathLst>
              <a:path w="4876800" h="1371600">
                <a:moveTo>
                  <a:pt x="0" y="0"/>
                </a:moveTo>
                <a:lnTo>
                  <a:pt x="4876800" y="0"/>
                </a:lnTo>
                <a:lnTo>
                  <a:pt x="48768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sp>
        <p:nvSpPr>
          <p:cNvPr id="37" name="object 37"/>
          <p:cNvSpPr/>
          <p:nvPr/>
        </p:nvSpPr>
        <p:spPr>
          <a:xfrm>
            <a:off x="7239000" y="1361770"/>
            <a:ext cx="4800600" cy="1371600"/>
          </a:xfrm>
          <a:custGeom>
            <a:avLst/>
            <a:gdLst/>
            <a:ahLst/>
            <a:cxnLst/>
            <a:rect l="l" t="t" r="r" b="b"/>
            <a:pathLst>
              <a:path w="4800600" h="1371600">
                <a:moveTo>
                  <a:pt x="0" y="0"/>
                </a:moveTo>
                <a:lnTo>
                  <a:pt x="4800600" y="0"/>
                </a:lnTo>
                <a:lnTo>
                  <a:pt x="48006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grpSp>
        <p:nvGrpSpPr>
          <p:cNvPr id="38" name="object 38"/>
          <p:cNvGrpSpPr/>
          <p:nvPr/>
        </p:nvGrpSpPr>
        <p:grpSpPr>
          <a:xfrm>
            <a:off x="5245100" y="1968500"/>
            <a:ext cx="1877695" cy="177800"/>
            <a:chOff x="5245100" y="1968500"/>
            <a:chExt cx="1877695" cy="177800"/>
          </a:xfrm>
        </p:grpSpPr>
        <p:sp>
          <p:nvSpPr>
            <p:cNvPr id="39" name="object 39"/>
            <p:cNvSpPr/>
            <p:nvPr/>
          </p:nvSpPr>
          <p:spPr>
            <a:xfrm>
              <a:off x="5257800" y="1981200"/>
              <a:ext cx="1852295" cy="152400"/>
            </a:xfrm>
            <a:custGeom>
              <a:avLst/>
              <a:gdLst/>
              <a:ahLst/>
              <a:cxnLst/>
              <a:rect l="l" t="t" r="r" b="b"/>
              <a:pathLst>
                <a:path w="1852295" h="152400">
                  <a:moveTo>
                    <a:pt x="1775955" y="0"/>
                  </a:moveTo>
                  <a:lnTo>
                    <a:pt x="1775955" y="38100"/>
                  </a:lnTo>
                  <a:lnTo>
                    <a:pt x="0" y="38100"/>
                  </a:lnTo>
                  <a:lnTo>
                    <a:pt x="0" y="114300"/>
                  </a:lnTo>
                  <a:lnTo>
                    <a:pt x="1775955" y="114300"/>
                  </a:lnTo>
                  <a:lnTo>
                    <a:pt x="1775955" y="152400"/>
                  </a:lnTo>
                  <a:lnTo>
                    <a:pt x="1852155" y="76200"/>
                  </a:lnTo>
                  <a:lnTo>
                    <a:pt x="1775955" y="0"/>
                  </a:lnTo>
                  <a:close/>
                </a:path>
              </a:pathLst>
            </a:custGeom>
            <a:solidFill>
              <a:srgbClr val="4F81BC"/>
            </a:solidFill>
          </p:spPr>
          <p:txBody>
            <a:bodyPr wrap="square" lIns="0" tIns="0" rIns="0" bIns="0" rtlCol="0"/>
            <a:lstStyle/>
            <a:p>
              <a:endParaRPr/>
            </a:p>
          </p:txBody>
        </p:sp>
        <p:sp>
          <p:nvSpPr>
            <p:cNvPr id="40" name="object 40"/>
            <p:cNvSpPr/>
            <p:nvPr/>
          </p:nvSpPr>
          <p:spPr>
            <a:xfrm>
              <a:off x="5257800" y="1981200"/>
              <a:ext cx="1852295" cy="152400"/>
            </a:xfrm>
            <a:custGeom>
              <a:avLst/>
              <a:gdLst/>
              <a:ahLst/>
              <a:cxnLst/>
              <a:rect l="l" t="t" r="r" b="b"/>
              <a:pathLst>
                <a:path w="1852295" h="152400">
                  <a:moveTo>
                    <a:pt x="0" y="38100"/>
                  </a:moveTo>
                  <a:lnTo>
                    <a:pt x="1775955" y="38100"/>
                  </a:lnTo>
                  <a:lnTo>
                    <a:pt x="1775955" y="0"/>
                  </a:lnTo>
                  <a:lnTo>
                    <a:pt x="1852155" y="76200"/>
                  </a:lnTo>
                  <a:lnTo>
                    <a:pt x="1775955" y="152400"/>
                  </a:lnTo>
                  <a:lnTo>
                    <a:pt x="1775955" y="114300"/>
                  </a:lnTo>
                  <a:lnTo>
                    <a:pt x="0" y="114300"/>
                  </a:lnTo>
                  <a:lnTo>
                    <a:pt x="0" y="38100"/>
                  </a:lnTo>
                  <a:close/>
                </a:path>
              </a:pathLst>
            </a:custGeom>
            <a:ln w="25400">
              <a:solidFill>
                <a:srgbClr val="1C334E"/>
              </a:solidFill>
            </a:ln>
          </p:spPr>
          <p:txBody>
            <a:bodyPr wrap="square" lIns="0" tIns="0" rIns="0" bIns="0" rtlCol="0"/>
            <a:lstStyle/>
            <a:p>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Let’s</a:t>
            </a:r>
            <a:r>
              <a:rPr spc="-40" dirty="0"/>
              <a:t> </a:t>
            </a:r>
            <a:r>
              <a:rPr dirty="0"/>
              <a:t>talk</a:t>
            </a:r>
            <a:r>
              <a:rPr spc="-40" dirty="0"/>
              <a:t> </a:t>
            </a:r>
            <a:r>
              <a:rPr dirty="0"/>
              <a:t>about</a:t>
            </a:r>
            <a:r>
              <a:rPr spc="-20" dirty="0"/>
              <a:t> </a:t>
            </a:r>
            <a:r>
              <a:rPr dirty="0"/>
              <a:t>a</a:t>
            </a:r>
            <a:r>
              <a:rPr spc="-30" dirty="0"/>
              <a:t> </a:t>
            </a:r>
            <a:r>
              <a:rPr dirty="0"/>
              <a:t>real</a:t>
            </a:r>
            <a:r>
              <a:rPr spc="-45" dirty="0"/>
              <a:t> </a:t>
            </a:r>
            <a:r>
              <a:rPr dirty="0"/>
              <a:t>world</a:t>
            </a:r>
            <a:r>
              <a:rPr spc="-40" dirty="0"/>
              <a:t> </a:t>
            </a:r>
            <a:r>
              <a:rPr spc="-10" dirty="0"/>
              <a:t>system</a:t>
            </a:r>
          </a:p>
        </p:txBody>
      </p:sp>
      <p:grpSp>
        <p:nvGrpSpPr>
          <p:cNvPr id="3" name="object 3"/>
          <p:cNvGrpSpPr/>
          <p:nvPr/>
        </p:nvGrpSpPr>
        <p:grpSpPr>
          <a:xfrm>
            <a:off x="444500" y="1587500"/>
            <a:ext cx="939800" cy="939800"/>
            <a:chOff x="444500" y="1587500"/>
            <a:chExt cx="939800" cy="939800"/>
          </a:xfrm>
        </p:grpSpPr>
        <p:sp>
          <p:nvSpPr>
            <p:cNvPr id="4" name="object 4"/>
            <p:cNvSpPr/>
            <p:nvPr/>
          </p:nvSpPr>
          <p:spPr>
            <a:xfrm>
              <a:off x="457200"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C0504D"/>
            </a:solidFill>
          </p:spPr>
          <p:txBody>
            <a:bodyPr wrap="square" lIns="0" tIns="0" rIns="0" bIns="0" rtlCol="0"/>
            <a:lstStyle/>
            <a:p>
              <a:endParaRPr/>
            </a:p>
          </p:txBody>
        </p:sp>
        <p:sp>
          <p:nvSpPr>
            <p:cNvPr id="5" name="object 5"/>
            <p:cNvSpPr/>
            <p:nvPr/>
          </p:nvSpPr>
          <p:spPr>
            <a:xfrm>
              <a:off x="457200"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4F1D1B"/>
              </a:solidFill>
            </a:ln>
          </p:spPr>
          <p:txBody>
            <a:bodyPr wrap="square" lIns="0" tIns="0" rIns="0" bIns="0" rtlCol="0"/>
            <a:lstStyle/>
            <a:p>
              <a:endParaRPr/>
            </a:p>
          </p:txBody>
        </p:sp>
      </p:grpSp>
      <p:sp>
        <p:nvSpPr>
          <p:cNvPr id="6" name="object 6"/>
          <p:cNvSpPr txBox="1"/>
          <p:nvPr/>
        </p:nvSpPr>
        <p:spPr>
          <a:xfrm>
            <a:off x="538130" y="1925827"/>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grpSp>
        <p:nvGrpSpPr>
          <p:cNvPr id="7" name="object 7"/>
          <p:cNvGrpSpPr/>
          <p:nvPr/>
        </p:nvGrpSpPr>
        <p:grpSpPr>
          <a:xfrm>
            <a:off x="1617002" y="1587500"/>
            <a:ext cx="939800" cy="939800"/>
            <a:chOff x="1617002" y="1587500"/>
            <a:chExt cx="939800" cy="939800"/>
          </a:xfrm>
        </p:grpSpPr>
        <p:sp>
          <p:nvSpPr>
            <p:cNvPr id="8" name="object 8"/>
            <p:cNvSpPr/>
            <p:nvPr/>
          </p:nvSpPr>
          <p:spPr>
            <a:xfrm>
              <a:off x="1629702"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9" name="object 9"/>
            <p:cNvSpPr/>
            <p:nvPr/>
          </p:nvSpPr>
          <p:spPr>
            <a:xfrm>
              <a:off x="1629702"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0" name="object 10"/>
          <p:cNvSpPr txBox="1"/>
          <p:nvPr/>
        </p:nvSpPr>
        <p:spPr>
          <a:xfrm>
            <a:off x="1712157" y="1712468"/>
            <a:ext cx="749300" cy="666750"/>
          </a:xfrm>
          <a:prstGeom prst="rect">
            <a:avLst/>
          </a:prstGeom>
        </p:spPr>
        <p:txBody>
          <a:bodyPr vert="horz" wrap="square" lIns="0" tIns="13335" rIns="0" bIns="0" rtlCol="0">
            <a:spAutoFit/>
          </a:bodyPr>
          <a:lstStyle/>
          <a:p>
            <a:pPr marL="12700" marR="5080" algn="ctr">
              <a:lnSpc>
                <a:spcPct val="100000"/>
              </a:lnSpc>
              <a:spcBef>
                <a:spcPts val="105"/>
              </a:spcBef>
            </a:pPr>
            <a:r>
              <a:rPr sz="1400" dirty="0">
                <a:solidFill>
                  <a:srgbClr val="FFFFFF"/>
                </a:solidFill>
                <a:latin typeface="Calibri"/>
                <a:cs typeface="Calibri"/>
              </a:rPr>
              <a:t>Digital</a:t>
            </a:r>
            <a:r>
              <a:rPr sz="1400" spc="-40"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Analog Converter</a:t>
            </a:r>
            <a:endParaRPr sz="1400">
              <a:latin typeface="Calibri"/>
              <a:cs typeface="Calibri"/>
            </a:endParaRPr>
          </a:p>
        </p:txBody>
      </p:sp>
      <p:grpSp>
        <p:nvGrpSpPr>
          <p:cNvPr id="11" name="object 11"/>
          <p:cNvGrpSpPr/>
          <p:nvPr/>
        </p:nvGrpSpPr>
        <p:grpSpPr>
          <a:xfrm>
            <a:off x="2875699" y="1587500"/>
            <a:ext cx="939800" cy="939800"/>
            <a:chOff x="2875699" y="1587500"/>
            <a:chExt cx="939800" cy="939800"/>
          </a:xfrm>
        </p:grpSpPr>
        <p:sp>
          <p:nvSpPr>
            <p:cNvPr id="12" name="object 12"/>
            <p:cNvSpPr/>
            <p:nvPr/>
          </p:nvSpPr>
          <p:spPr>
            <a:xfrm>
              <a:off x="2888399"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3" name="object 13"/>
            <p:cNvSpPr/>
            <p:nvPr/>
          </p:nvSpPr>
          <p:spPr>
            <a:xfrm>
              <a:off x="2888399"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4" name="object 14"/>
          <p:cNvSpPr txBox="1"/>
          <p:nvPr/>
        </p:nvSpPr>
        <p:spPr>
          <a:xfrm>
            <a:off x="3098873" y="1712468"/>
            <a:ext cx="492125" cy="666750"/>
          </a:xfrm>
          <a:prstGeom prst="rect">
            <a:avLst/>
          </a:prstGeom>
        </p:spPr>
        <p:txBody>
          <a:bodyPr vert="horz" wrap="square" lIns="0" tIns="13335" rIns="0" bIns="0" rtlCol="0">
            <a:spAutoFit/>
          </a:bodyPr>
          <a:lstStyle/>
          <a:p>
            <a:pPr algn="ctr">
              <a:lnSpc>
                <a:spcPct val="100000"/>
              </a:lnSpc>
              <a:spcBef>
                <a:spcPts val="105"/>
              </a:spcBef>
            </a:pPr>
            <a:r>
              <a:rPr sz="1400" spc="-25" dirty="0">
                <a:solidFill>
                  <a:srgbClr val="FFFFFF"/>
                </a:solidFill>
                <a:latin typeface="Calibri"/>
                <a:cs typeface="Calibri"/>
              </a:rPr>
              <a:t>LED</a:t>
            </a:r>
            <a:endParaRPr sz="1400">
              <a:latin typeface="Calibri"/>
              <a:cs typeface="Calibri"/>
            </a:endParaRPr>
          </a:p>
          <a:p>
            <a:pPr marL="12700" marR="5080" indent="-635" algn="ctr">
              <a:lnSpc>
                <a:spcPct val="100000"/>
              </a:lnSpc>
            </a:pPr>
            <a:r>
              <a:rPr sz="1400" spc="-10" dirty="0">
                <a:solidFill>
                  <a:srgbClr val="FFFFFF"/>
                </a:solidFill>
                <a:latin typeface="Calibri"/>
                <a:cs typeface="Calibri"/>
              </a:rPr>
              <a:t>Driver Circuit</a:t>
            </a:r>
            <a:endParaRPr sz="1400">
              <a:latin typeface="Calibri"/>
              <a:cs typeface="Calibri"/>
            </a:endParaRPr>
          </a:p>
        </p:txBody>
      </p:sp>
      <p:grpSp>
        <p:nvGrpSpPr>
          <p:cNvPr id="15" name="object 15"/>
          <p:cNvGrpSpPr/>
          <p:nvPr/>
        </p:nvGrpSpPr>
        <p:grpSpPr>
          <a:xfrm>
            <a:off x="4125455" y="1587500"/>
            <a:ext cx="939800" cy="939800"/>
            <a:chOff x="4125455" y="1587500"/>
            <a:chExt cx="939800" cy="939800"/>
          </a:xfrm>
        </p:grpSpPr>
        <p:sp>
          <p:nvSpPr>
            <p:cNvPr id="16" name="object 16"/>
            <p:cNvSpPr/>
            <p:nvPr/>
          </p:nvSpPr>
          <p:spPr>
            <a:xfrm>
              <a:off x="4138155"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7" name="object 17"/>
            <p:cNvSpPr/>
            <p:nvPr/>
          </p:nvSpPr>
          <p:spPr>
            <a:xfrm>
              <a:off x="4138155"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8" name="object 18"/>
          <p:cNvSpPr txBox="1"/>
          <p:nvPr/>
        </p:nvSpPr>
        <p:spPr>
          <a:xfrm>
            <a:off x="4446158" y="1925827"/>
            <a:ext cx="29718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LED</a:t>
            </a:r>
            <a:endParaRPr sz="1400">
              <a:latin typeface="Calibri"/>
              <a:cs typeface="Calibri"/>
            </a:endParaRPr>
          </a:p>
        </p:txBody>
      </p:sp>
      <p:grpSp>
        <p:nvGrpSpPr>
          <p:cNvPr id="19" name="object 19"/>
          <p:cNvGrpSpPr/>
          <p:nvPr/>
        </p:nvGrpSpPr>
        <p:grpSpPr>
          <a:xfrm>
            <a:off x="7344371" y="1587500"/>
            <a:ext cx="939800" cy="939800"/>
            <a:chOff x="7344371" y="1587500"/>
            <a:chExt cx="939800" cy="939800"/>
          </a:xfrm>
        </p:grpSpPr>
        <p:sp>
          <p:nvSpPr>
            <p:cNvPr id="20" name="object 20"/>
            <p:cNvSpPr/>
            <p:nvPr/>
          </p:nvSpPr>
          <p:spPr>
            <a:xfrm>
              <a:off x="7357071"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1" name="object 21"/>
            <p:cNvSpPr/>
            <p:nvPr/>
          </p:nvSpPr>
          <p:spPr>
            <a:xfrm>
              <a:off x="7357071"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2" name="object 22"/>
          <p:cNvSpPr txBox="1"/>
          <p:nvPr/>
        </p:nvSpPr>
        <p:spPr>
          <a:xfrm>
            <a:off x="7700134" y="1925827"/>
            <a:ext cx="22606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PD</a:t>
            </a:r>
            <a:endParaRPr sz="1400">
              <a:latin typeface="Calibri"/>
              <a:cs typeface="Calibri"/>
            </a:endParaRPr>
          </a:p>
        </p:txBody>
      </p:sp>
      <p:grpSp>
        <p:nvGrpSpPr>
          <p:cNvPr id="23" name="object 23"/>
          <p:cNvGrpSpPr/>
          <p:nvPr/>
        </p:nvGrpSpPr>
        <p:grpSpPr>
          <a:xfrm>
            <a:off x="9712108" y="1587500"/>
            <a:ext cx="939800" cy="939800"/>
            <a:chOff x="9712108" y="1587500"/>
            <a:chExt cx="939800" cy="939800"/>
          </a:xfrm>
        </p:grpSpPr>
        <p:sp>
          <p:nvSpPr>
            <p:cNvPr id="24" name="object 24"/>
            <p:cNvSpPr/>
            <p:nvPr/>
          </p:nvSpPr>
          <p:spPr>
            <a:xfrm>
              <a:off x="9724808"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5" name="object 25"/>
            <p:cNvSpPr/>
            <p:nvPr/>
          </p:nvSpPr>
          <p:spPr>
            <a:xfrm>
              <a:off x="9724808"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6" name="object 26"/>
          <p:cNvSpPr txBox="1"/>
          <p:nvPr/>
        </p:nvSpPr>
        <p:spPr>
          <a:xfrm>
            <a:off x="9807254" y="1712468"/>
            <a:ext cx="749300" cy="666750"/>
          </a:xfrm>
          <a:prstGeom prst="rect">
            <a:avLst/>
          </a:prstGeom>
        </p:spPr>
        <p:txBody>
          <a:bodyPr vert="horz" wrap="square" lIns="0" tIns="13335" rIns="0" bIns="0" rtlCol="0">
            <a:spAutoFit/>
          </a:bodyPr>
          <a:lstStyle/>
          <a:p>
            <a:pPr marL="12065" marR="5080" indent="-1905" algn="ctr">
              <a:lnSpc>
                <a:spcPct val="100000"/>
              </a:lnSpc>
              <a:spcBef>
                <a:spcPts val="105"/>
              </a:spcBef>
            </a:pPr>
            <a:r>
              <a:rPr sz="1400" dirty="0">
                <a:solidFill>
                  <a:srgbClr val="FFFFFF"/>
                </a:solidFill>
                <a:latin typeface="Calibri"/>
                <a:cs typeface="Calibri"/>
              </a:rPr>
              <a:t>Analog</a:t>
            </a:r>
            <a:r>
              <a:rPr sz="1400" spc="-45"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Digital Converter</a:t>
            </a:r>
            <a:endParaRPr sz="1400">
              <a:latin typeface="Calibri"/>
              <a:cs typeface="Calibri"/>
            </a:endParaRPr>
          </a:p>
        </p:txBody>
      </p:sp>
      <p:grpSp>
        <p:nvGrpSpPr>
          <p:cNvPr id="27" name="object 27"/>
          <p:cNvGrpSpPr/>
          <p:nvPr/>
        </p:nvGrpSpPr>
        <p:grpSpPr>
          <a:xfrm>
            <a:off x="8539619" y="1592948"/>
            <a:ext cx="939800" cy="939800"/>
            <a:chOff x="8539619" y="1592948"/>
            <a:chExt cx="939800" cy="939800"/>
          </a:xfrm>
        </p:grpSpPr>
        <p:sp>
          <p:nvSpPr>
            <p:cNvPr id="28" name="object 28"/>
            <p:cNvSpPr/>
            <p:nvPr/>
          </p:nvSpPr>
          <p:spPr>
            <a:xfrm>
              <a:off x="8552319" y="1605648"/>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9" name="object 29"/>
            <p:cNvSpPr/>
            <p:nvPr/>
          </p:nvSpPr>
          <p:spPr>
            <a:xfrm>
              <a:off x="8552319" y="1605648"/>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0" name="object 30"/>
          <p:cNvSpPr txBox="1"/>
          <p:nvPr/>
        </p:nvSpPr>
        <p:spPr>
          <a:xfrm>
            <a:off x="8662171" y="1931277"/>
            <a:ext cx="69278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Amplifier</a:t>
            </a:r>
            <a:endParaRPr sz="1400">
              <a:latin typeface="Calibri"/>
              <a:cs typeface="Calibri"/>
            </a:endParaRPr>
          </a:p>
        </p:txBody>
      </p:sp>
      <p:grpSp>
        <p:nvGrpSpPr>
          <p:cNvPr id="31" name="object 31"/>
          <p:cNvGrpSpPr/>
          <p:nvPr/>
        </p:nvGrpSpPr>
        <p:grpSpPr>
          <a:xfrm>
            <a:off x="10829823" y="1597329"/>
            <a:ext cx="939800" cy="939800"/>
            <a:chOff x="10829823" y="1597329"/>
            <a:chExt cx="939800" cy="939800"/>
          </a:xfrm>
        </p:grpSpPr>
        <p:sp>
          <p:nvSpPr>
            <p:cNvPr id="32" name="object 32"/>
            <p:cNvSpPr/>
            <p:nvPr/>
          </p:nvSpPr>
          <p:spPr>
            <a:xfrm>
              <a:off x="10842523" y="16100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3" name="object 33"/>
            <p:cNvSpPr/>
            <p:nvPr/>
          </p:nvSpPr>
          <p:spPr>
            <a:xfrm>
              <a:off x="10842523" y="16100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4" name="object 34"/>
          <p:cNvSpPr txBox="1"/>
          <p:nvPr/>
        </p:nvSpPr>
        <p:spPr>
          <a:xfrm>
            <a:off x="10923452" y="1935660"/>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sp>
        <p:nvSpPr>
          <p:cNvPr id="35" name="object 35"/>
          <p:cNvSpPr/>
          <p:nvPr/>
        </p:nvSpPr>
        <p:spPr>
          <a:xfrm>
            <a:off x="304800" y="1371600"/>
            <a:ext cx="4876800" cy="1371600"/>
          </a:xfrm>
          <a:custGeom>
            <a:avLst/>
            <a:gdLst/>
            <a:ahLst/>
            <a:cxnLst/>
            <a:rect l="l" t="t" r="r" b="b"/>
            <a:pathLst>
              <a:path w="4876800" h="1371600">
                <a:moveTo>
                  <a:pt x="0" y="0"/>
                </a:moveTo>
                <a:lnTo>
                  <a:pt x="4876800" y="0"/>
                </a:lnTo>
                <a:lnTo>
                  <a:pt x="48768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sp>
        <p:nvSpPr>
          <p:cNvPr id="36" name="object 36"/>
          <p:cNvSpPr/>
          <p:nvPr/>
        </p:nvSpPr>
        <p:spPr>
          <a:xfrm>
            <a:off x="7239000" y="1361770"/>
            <a:ext cx="4800600" cy="1371600"/>
          </a:xfrm>
          <a:custGeom>
            <a:avLst/>
            <a:gdLst/>
            <a:ahLst/>
            <a:cxnLst/>
            <a:rect l="l" t="t" r="r" b="b"/>
            <a:pathLst>
              <a:path w="4800600" h="1371600">
                <a:moveTo>
                  <a:pt x="0" y="0"/>
                </a:moveTo>
                <a:lnTo>
                  <a:pt x="4800600" y="0"/>
                </a:lnTo>
                <a:lnTo>
                  <a:pt x="48006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grpSp>
        <p:nvGrpSpPr>
          <p:cNvPr id="37" name="object 37"/>
          <p:cNvGrpSpPr/>
          <p:nvPr/>
        </p:nvGrpSpPr>
        <p:grpSpPr>
          <a:xfrm>
            <a:off x="5245100" y="1968500"/>
            <a:ext cx="1877695" cy="177800"/>
            <a:chOff x="5245100" y="1968500"/>
            <a:chExt cx="1877695" cy="177800"/>
          </a:xfrm>
        </p:grpSpPr>
        <p:sp>
          <p:nvSpPr>
            <p:cNvPr id="38" name="object 38"/>
            <p:cNvSpPr/>
            <p:nvPr/>
          </p:nvSpPr>
          <p:spPr>
            <a:xfrm>
              <a:off x="5257800" y="1981200"/>
              <a:ext cx="1852295" cy="152400"/>
            </a:xfrm>
            <a:custGeom>
              <a:avLst/>
              <a:gdLst/>
              <a:ahLst/>
              <a:cxnLst/>
              <a:rect l="l" t="t" r="r" b="b"/>
              <a:pathLst>
                <a:path w="1852295" h="152400">
                  <a:moveTo>
                    <a:pt x="1775955" y="0"/>
                  </a:moveTo>
                  <a:lnTo>
                    <a:pt x="1775955" y="38100"/>
                  </a:lnTo>
                  <a:lnTo>
                    <a:pt x="0" y="38100"/>
                  </a:lnTo>
                  <a:lnTo>
                    <a:pt x="0" y="114300"/>
                  </a:lnTo>
                  <a:lnTo>
                    <a:pt x="1775955" y="114300"/>
                  </a:lnTo>
                  <a:lnTo>
                    <a:pt x="1775955" y="152400"/>
                  </a:lnTo>
                  <a:lnTo>
                    <a:pt x="1852155" y="76200"/>
                  </a:lnTo>
                  <a:lnTo>
                    <a:pt x="1775955" y="0"/>
                  </a:lnTo>
                  <a:close/>
                </a:path>
              </a:pathLst>
            </a:custGeom>
            <a:solidFill>
              <a:srgbClr val="4F81BC"/>
            </a:solidFill>
          </p:spPr>
          <p:txBody>
            <a:bodyPr wrap="square" lIns="0" tIns="0" rIns="0" bIns="0" rtlCol="0"/>
            <a:lstStyle/>
            <a:p>
              <a:endParaRPr/>
            </a:p>
          </p:txBody>
        </p:sp>
        <p:sp>
          <p:nvSpPr>
            <p:cNvPr id="39" name="object 39"/>
            <p:cNvSpPr/>
            <p:nvPr/>
          </p:nvSpPr>
          <p:spPr>
            <a:xfrm>
              <a:off x="5257800" y="1981200"/>
              <a:ext cx="1852295" cy="152400"/>
            </a:xfrm>
            <a:custGeom>
              <a:avLst/>
              <a:gdLst/>
              <a:ahLst/>
              <a:cxnLst/>
              <a:rect l="l" t="t" r="r" b="b"/>
              <a:pathLst>
                <a:path w="1852295" h="152400">
                  <a:moveTo>
                    <a:pt x="0" y="38100"/>
                  </a:moveTo>
                  <a:lnTo>
                    <a:pt x="1775955" y="38100"/>
                  </a:lnTo>
                  <a:lnTo>
                    <a:pt x="1775955" y="0"/>
                  </a:lnTo>
                  <a:lnTo>
                    <a:pt x="1852155" y="76200"/>
                  </a:lnTo>
                  <a:lnTo>
                    <a:pt x="1775955" y="152400"/>
                  </a:lnTo>
                  <a:lnTo>
                    <a:pt x="1775955" y="114300"/>
                  </a:lnTo>
                  <a:lnTo>
                    <a:pt x="0" y="114300"/>
                  </a:lnTo>
                  <a:lnTo>
                    <a:pt x="0" y="38100"/>
                  </a:lnTo>
                  <a:close/>
                </a:path>
              </a:pathLst>
            </a:custGeom>
            <a:ln w="25400">
              <a:solidFill>
                <a:srgbClr val="1C334E"/>
              </a:solidFill>
            </a:ln>
          </p:spPr>
          <p:txBody>
            <a:bodyPr wrap="square" lIns="0" tIns="0" rIns="0" bIns="0" rtlCol="0"/>
            <a:lstStyle/>
            <a:p>
              <a:endParaRPr/>
            </a:p>
          </p:txBody>
        </p:sp>
      </p:grpSp>
      <p:pic>
        <p:nvPicPr>
          <p:cNvPr id="40" name="object 40"/>
          <p:cNvPicPr/>
          <p:nvPr/>
        </p:nvPicPr>
        <p:blipFill>
          <a:blip r:embed="rId2" cstate="print"/>
          <a:stretch>
            <a:fillRect/>
          </a:stretch>
        </p:blipFill>
        <p:spPr>
          <a:xfrm>
            <a:off x="2237331" y="3009322"/>
            <a:ext cx="6957093" cy="363430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Let’s</a:t>
            </a:r>
            <a:r>
              <a:rPr spc="-40" dirty="0"/>
              <a:t> </a:t>
            </a:r>
            <a:r>
              <a:rPr dirty="0"/>
              <a:t>talk</a:t>
            </a:r>
            <a:r>
              <a:rPr spc="-40" dirty="0"/>
              <a:t> </a:t>
            </a:r>
            <a:r>
              <a:rPr dirty="0"/>
              <a:t>about</a:t>
            </a:r>
            <a:r>
              <a:rPr spc="-20" dirty="0"/>
              <a:t> </a:t>
            </a:r>
            <a:r>
              <a:rPr dirty="0"/>
              <a:t>a</a:t>
            </a:r>
            <a:r>
              <a:rPr spc="-30" dirty="0"/>
              <a:t> </a:t>
            </a:r>
            <a:r>
              <a:rPr dirty="0"/>
              <a:t>real</a:t>
            </a:r>
            <a:r>
              <a:rPr spc="-45" dirty="0"/>
              <a:t> </a:t>
            </a:r>
            <a:r>
              <a:rPr dirty="0"/>
              <a:t>world</a:t>
            </a:r>
            <a:r>
              <a:rPr spc="-40" dirty="0"/>
              <a:t> </a:t>
            </a:r>
            <a:r>
              <a:rPr spc="-10" dirty="0"/>
              <a:t>system</a:t>
            </a:r>
          </a:p>
        </p:txBody>
      </p:sp>
      <p:sp>
        <p:nvSpPr>
          <p:cNvPr id="3" name="object 3"/>
          <p:cNvSpPr txBox="1"/>
          <p:nvPr/>
        </p:nvSpPr>
        <p:spPr>
          <a:xfrm>
            <a:off x="612140" y="3151123"/>
            <a:ext cx="10765790" cy="249428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However,</a:t>
            </a:r>
            <a:r>
              <a:rPr sz="1800" spc="20" dirty="0">
                <a:latin typeface="Arial"/>
                <a:cs typeface="Arial"/>
              </a:rPr>
              <a:t> </a:t>
            </a:r>
            <a:r>
              <a:rPr sz="1800" dirty="0">
                <a:latin typeface="Arial"/>
                <a:cs typeface="Arial"/>
              </a:rPr>
              <a:t>we</a:t>
            </a:r>
            <a:r>
              <a:rPr sz="1800" spc="5" dirty="0">
                <a:latin typeface="Arial"/>
                <a:cs typeface="Arial"/>
              </a:rPr>
              <a:t> </a:t>
            </a:r>
            <a:r>
              <a:rPr sz="1800" dirty="0">
                <a:latin typeface="Arial"/>
                <a:cs typeface="Arial"/>
              </a:rPr>
              <a:t>can’t</a:t>
            </a:r>
            <a:r>
              <a:rPr sz="1800" spc="-10" dirty="0">
                <a:latin typeface="Arial"/>
                <a:cs typeface="Arial"/>
              </a:rPr>
              <a:t> </a:t>
            </a:r>
            <a:r>
              <a:rPr sz="1800" dirty="0">
                <a:latin typeface="Arial"/>
                <a:cs typeface="Arial"/>
              </a:rPr>
              <a:t>drive</a:t>
            </a:r>
            <a:r>
              <a:rPr sz="1800" spc="-30" dirty="0">
                <a:latin typeface="Arial"/>
                <a:cs typeface="Arial"/>
              </a:rPr>
              <a:t> </a:t>
            </a:r>
            <a:r>
              <a:rPr sz="1800" dirty="0">
                <a:latin typeface="Arial"/>
                <a:cs typeface="Arial"/>
              </a:rPr>
              <a:t>an</a:t>
            </a:r>
            <a:r>
              <a:rPr sz="1800" spc="-15" dirty="0">
                <a:latin typeface="Arial"/>
                <a:cs typeface="Arial"/>
              </a:rPr>
              <a:t> </a:t>
            </a:r>
            <a:r>
              <a:rPr sz="1800" dirty="0">
                <a:latin typeface="Arial"/>
                <a:cs typeface="Arial"/>
              </a:rPr>
              <a:t>led</a:t>
            </a:r>
            <a:r>
              <a:rPr sz="1800" spc="-35" dirty="0">
                <a:latin typeface="Arial"/>
                <a:cs typeface="Arial"/>
              </a:rPr>
              <a:t> </a:t>
            </a:r>
            <a:r>
              <a:rPr sz="1800" dirty="0">
                <a:latin typeface="Arial"/>
                <a:cs typeface="Arial"/>
              </a:rPr>
              <a:t>with</a:t>
            </a:r>
            <a:r>
              <a:rPr sz="1800" spc="15" dirty="0">
                <a:latin typeface="Arial"/>
                <a:cs typeface="Arial"/>
              </a:rPr>
              <a:t> </a:t>
            </a:r>
            <a:r>
              <a:rPr sz="1800" dirty="0">
                <a:latin typeface="Arial"/>
                <a:cs typeface="Arial"/>
              </a:rPr>
              <a:t>a</a:t>
            </a:r>
            <a:r>
              <a:rPr sz="1800" spc="-30" dirty="0">
                <a:latin typeface="Arial"/>
                <a:cs typeface="Arial"/>
              </a:rPr>
              <a:t> </a:t>
            </a:r>
            <a:r>
              <a:rPr sz="1800" dirty="0">
                <a:latin typeface="Arial"/>
                <a:cs typeface="Arial"/>
              </a:rPr>
              <a:t>double</a:t>
            </a:r>
            <a:r>
              <a:rPr sz="1800" spc="-20" dirty="0">
                <a:latin typeface="Arial"/>
                <a:cs typeface="Arial"/>
              </a:rPr>
              <a:t> </a:t>
            </a:r>
            <a:r>
              <a:rPr sz="1800" dirty="0">
                <a:latin typeface="Arial"/>
                <a:cs typeface="Arial"/>
              </a:rPr>
              <a:t>precision</a:t>
            </a:r>
            <a:r>
              <a:rPr sz="1800" spc="-5" dirty="0">
                <a:latin typeface="Arial"/>
                <a:cs typeface="Arial"/>
              </a:rPr>
              <a:t> </a:t>
            </a:r>
            <a:r>
              <a:rPr sz="1800" dirty="0">
                <a:latin typeface="Arial"/>
                <a:cs typeface="Arial"/>
              </a:rPr>
              <a:t>number,</a:t>
            </a:r>
            <a:r>
              <a:rPr sz="1800" spc="-15" dirty="0">
                <a:latin typeface="Arial"/>
                <a:cs typeface="Arial"/>
              </a:rPr>
              <a:t> </a:t>
            </a:r>
            <a:r>
              <a:rPr sz="1800" dirty="0">
                <a:latin typeface="Arial"/>
                <a:cs typeface="Arial"/>
              </a:rPr>
              <a:t>that’s</a:t>
            </a:r>
            <a:r>
              <a:rPr sz="1800" spc="-30" dirty="0">
                <a:latin typeface="Arial"/>
                <a:cs typeface="Arial"/>
              </a:rPr>
              <a:t> </a:t>
            </a:r>
            <a:r>
              <a:rPr sz="1800" dirty="0">
                <a:latin typeface="Arial"/>
                <a:cs typeface="Arial"/>
              </a:rPr>
              <a:t>just</a:t>
            </a:r>
            <a:r>
              <a:rPr sz="1800" spc="-20" dirty="0">
                <a:latin typeface="Arial"/>
                <a:cs typeface="Arial"/>
              </a:rPr>
              <a:t> </a:t>
            </a:r>
            <a:r>
              <a:rPr sz="1800" dirty="0">
                <a:latin typeface="Arial"/>
                <a:cs typeface="Arial"/>
              </a:rPr>
              <a:t>a</a:t>
            </a:r>
            <a:r>
              <a:rPr sz="1800" spc="-35" dirty="0">
                <a:latin typeface="Arial"/>
                <a:cs typeface="Arial"/>
              </a:rPr>
              <a:t> </a:t>
            </a:r>
            <a:r>
              <a:rPr sz="1800" dirty="0">
                <a:latin typeface="Arial"/>
                <a:cs typeface="Arial"/>
              </a:rPr>
              <a:t>bunch</a:t>
            </a:r>
            <a:r>
              <a:rPr sz="1800" spc="-15" dirty="0">
                <a:latin typeface="Arial"/>
                <a:cs typeface="Arial"/>
              </a:rPr>
              <a:t> </a:t>
            </a:r>
            <a:r>
              <a:rPr sz="1800" dirty="0">
                <a:latin typeface="Arial"/>
                <a:cs typeface="Arial"/>
              </a:rPr>
              <a:t>of</a:t>
            </a:r>
            <a:r>
              <a:rPr sz="1800" spc="-35" dirty="0">
                <a:latin typeface="Arial"/>
                <a:cs typeface="Arial"/>
              </a:rPr>
              <a:t> </a:t>
            </a:r>
            <a:r>
              <a:rPr sz="1800" dirty="0">
                <a:latin typeface="Arial"/>
                <a:cs typeface="Arial"/>
              </a:rPr>
              <a:t>1’s</a:t>
            </a:r>
            <a:r>
              <a:rPr sz="1800" spc="-10" dirty="0">
                <a:latin typeface="Arial"/>
                <a:cs typeface="Arial"/>
              </a:rPr>
              <a:t> </a:t>
            </a:r>
            <a:r>
              <a:rPr sz="1800" dirty="0">
                <a:latin typeface="Arial"/>
                <a:cs typeface="Arial"/>
              </a:rPr>
              <a:t>and</a:t>
            </a:r>
            <a:r>
              <a:rPr sz="1800" spc="-35" dirty="0">
                <a:latin typeface="Arial"/>
                <a:cs typeface="Arial"/>
              </a:rPr>
              <a:t> </a:t>
            </a:r>
            <a:r>
              <a:rPr sz="1800" spc="-25" dirty="0">
                <a:latin typeface="Arial"/>
                <a:cs typeface="Arial"/>
              </a:rPr>
              <a:t>0’s</a:t>
            </a:r>
            <a:endParaRPr sz="1800">
              <a:latin typeface="Arial"/>
              <a:cs typeface="Arial"/>
            </a:endParaRPr>
          </a:p>
          <a:p>
            <a:pPr>
              <a:lnSpc>
                <a:spcPct val="100000"/>
              </a:lnSpc>
              <a:spcBef>
                <a:spcPts val="90"/>
              </a:spcBef>
            </a:pPr>
            <a:endParaRPr sz="1800">
              <a:latin typeface="Arial"/>
              <a:cs typeface="Arial"/>
            </a:endParaRPr>
          </a:p>
          <a:p>
            <a:pPr marL="12700">
              <a:lnSpc>
                <a:spcPct val="100000"/>
              </a:lnSpc>
            </a:pPr>
            <a:r>
              <a:rPr sz="1800" dirty="0">
                <a:latin typeface="Arial"/>
                <a:cs typeface="Arial"/>
              </a:rPr>
              <a:t>We</a:t>
            </a:r>
            <a:r>
              <a:rPr sz="1800" spc="-25" dirty="0">
                <a:latin typeface="Arial"/>
                <a:cs typeface="Arial"/>
              </a:rPr>
              <a:t> </a:t>
            </a:r>
            <a:r>
              <a:rPr sz="1800" dirty="0">
                <a:latin typeface="Arial"/>
                <a:cs typeface="Arial"/>
              </a:rPr>
              <a:t>need</a:t>
            </a:r>
            <a:r>
              <a:rPr sz="1800" spc="-10" dirty="0">
                <a:latin typeface="Arial"/>
                <a:cs typeface="Arial"/>
              </a:rPr>
              <a:t> </a:t>
            </a:r>
            <a:r>
              <a:rPr sz="1800" dirty="0">
                <a:latin typeface="Arial"/>
                <a:cs typeface="Arial"/>
              </a:rPr>
              <a:t>to</a:t>
            </a:r>
            <a:r>
              <a:rPr sz="1800" spc="-30" dirty="0">
                <a:latin typeface="Arial"/>
                <a:cs typeface="Arial"/>
              </a:rPr>
              <a:t> </a:t>
            </a:r>
            <a:r>
              <a:rPr sz="1800" dirty="0">
                <a:latin typeface="Arial"/>
                <a:cs typeface="Arial"/>
              </a:rPr>
              <a:t>convert</a:t>
            </a:r>
            <a:r>
              <a:rPr sz="1800" spc="-5" dirty="0">
                <a:latin typeface="Arial"/>
                <a:cs typeface="Arial"/>
              </a:rPr>
              <a:t> </a:t>
            </a:r>
            <a:r>
              <a:rPr sz="1800" dirty="0">
                <a:latin typeface="Arial"/>
                <a:cs typeface="Arial"/>
              </a:rPr>
              <a:t>those</a:t>
            </a:r>
            <a:r>
              <a:rPr sz="1800" spc="-25" dirty="0">
                <a:latin typeface="Arial"/>
                <a:cs typeface="Arial"/>
              </a:rPr>
              <a:t> </a:t>
            </a:r>
            <a:r>
              <a:rPr sz="1800" dirty="0">
                <a:latin typeface="Arial"/>
                <a:cs typeface="Arial"/>
              </a:rPr>
              <a:t>into</a:t>
            </a:r>
            <a:r>
              <a:rPr sz="1800" spc="-20" dirty="0">
                <a:latin typeface="Arial"/>
                <a:cs typeface="Arial"/>
              </a:rPr>
              <a:t> </a:t>
            </a:r>
            <a:r>
              <a:rPr sz="1800" dirty="0">
                <a:latin typeface="Arial"/>
                <a:cs typeface="Arial"/>
              </a:rPr>
              <a:t>an</a:t>
            </a:r>
            <a:r>
              <a:rPr sz="1800" spc="-10" dirty="0">
                <a:latin typeface="Arial"/>
                <a:cs typeface="Arial"/>
              </a:rPr>
              <a:t> </a:t>
            </a:r>
            <a:r>
              <a:rPr sz="1800" dirty="0">
                <a:latin typeface="Arial"/>
                <a:cs typeface="Arial"/>
              </a:rPr>
              <a:t>actual</a:t>
            </a:r>
            <a:r>
              <a:rPr sz="1800" spc="-20" dirty="0">
                <a:latin typeface="Arial"/>
                <a:cs typeface="Arial"/>
              </a:rPr>
              <a:t> </a:t>
            </a:r>
            <a:r>
              <a:rPr sz="1800" dirty="0">
                <a:latin typeface="Arial"/>
                <a:cs typeface="Arial"/>
              </a:rPr>
              <a:t>voltage</a:t>
            </a:r>
            <a:r>
              <a:rPr sz="1800" spc="-5" dirty="0">
                <a:latin typeface="Arial"/>
                <a:cs typeface="Arial"/>
              </a:rPr>
              <a:t> </a:t>
            </a:r>
            <a:r>
              <a:rPr sz="1800" dirty="0">
                <a:latin typeface="Arial"/>
                <a:cs typeface="Arial"/>
              </a:rPr>
              <a:t>value</a:t>
            </a:r>
            <a:r>
              <a:rPr sz="1800" spc="-10" dirty="0">
                <a:latin typeface="Arial"/>
                <a:cs typeface="Arial"/>
              </a:rPr>
              <a:t> </a:t>
            </a:r>
            <a:r>
              <a:rPr sz="1800" dirty="0">
                <a:latin typeface="Arial"/>
                <a:cs typeface="Arial"/>
              </a:rPr>
              <a:t>to</a:t>
            </a:r>
            <a:r>
              <a:rPr sz="1800" spc="-25" dirty="0">
                <a:latin typeface="Arial"/>
                <a:cs typeface="Arial"/>
              </a:rPr>
              <a:t> </a:t>
            </a:r>
            <a:r>
              <a:rPr sz="1800" dirty="0">
                <a:latin typeface="Arial"/>
                <a:cs typeface="Arial"/>
              </a:rPr>
              <a:t>apply to</a:t>
            </a:r>
            <a:r>
              <a:rPr sz="1800" spc="-25" dirty="0">
                <a:latin typeface="Arial"/>
                <a:cs typeface="Arial"/>
              </a:rPr>
              <a:t> </a:t>
            </a:r>
            <a:r>
              <a:rPr sz="1800" dirty="0">
                <a:latin typeface="Arial"/>
                <a:cs typeface="Arial"/>
              </a:rPr>
              <a:t>the</a:t>
            </a:r>
            <a:r>
              <a:rPr sz="1800" spc="-25" dirty="0">
                <a:latin typeface="Arial"/>
                <a:cs typeface="Arial"/>
              </a:rPr>
              <a:t> </a:t>
            </a:r>
            <a:r>
              <a:rPr sz="1800" spc="-20" dirty="0">
                <a:latin typeface="Arial"/>
                <a:cs typeface="Arial"/>
              </a:rPr>
              <a:t>LED.</a:t>
            </a:r>
            <a:endParaRPr sz="1800">
              <a:latin typeface="Arial"/>
              <a:cs typeface="Arial"/>
            </a:endParaRPr>
          </a:p>
          <a:p>
            <a:pPr>
              <a:lnSpc>
                <a:spcPct val="100000"/>
              </a:lnSpc>
              <a:spcBef>
                <a:spcPts val="90"/>
              </a:spcBef>
            </a:pPr>
            <a:endParaRPr sz="1800">
              <a:latin typeface="Arial"/>
              <a:cs typeface="Arial"/>
            </a:endParaRPr>
          </a:p>
          <a:p>
            <a:pPr marL="12700" marR="702945">
              <a:lnSpc>
                <a:spcPct val="100000"/>
              </a:lnSpc>
            </a:pPr>
            <a:r>
              <a:rPr sz="1800" dirty="0">
                <a:latin typeface="Arial"/>
                <a:cs typeface="Arial"/>
              </a:rPr>
              <a:t>We</a:t>
            </a:r>
            <a:r>
              <a:rPr sz="1800" spc="-40" dirty="0">
                <a:latin typeface="Arial"/>
                <a:cs typeface="Arial"/>
              </a:rPr>
              <a:t> </a:t>
            </a:r>
            <a:r>
              <a:rPr sz="1800" dirty="0">
                <a:latin typeface="Arial"/>
                <a:cs typeface="Arial"/>
              </a:rPr>
              <a:t>would</a:t>
            </a:r>
            <a:r>
              <a:rPr sz="1800" spc="25" dirty="0">
                <a:latin typeface="Arial"/>
                <a:cs typeface="Arial"/>
              </a:rPr>
              <a:t> </a:t>
            </a:r>
            <a:r>
              <a:rPr sz="1800" dirty="0">
                <a:latin typeface="Arial"/>
                <a:cs typeface="Arial"/>
              </a:rPr>
              <a:t>use</a:t>
            </a:r>
            <a:r>
              <a:rPr sz="1800" spc="-25" dirty="0">
                <a:latin typeface="Arial"/>
                <a:cs typeface="Arial"/>
              </a:rPr>
              <a:t> </a:t>
            </a:r>
            <a:r>
              <a:rPr sz="1800" dirty="0">
                <a:latin typeface="Arial"/>
                <a:cs typeface="Arial"/>
              </a:rPr>
              <a:t>a</a:t>
            </a:r>
            <a:r>
              <a:rPr sz="1800" spc="-30" dirty="0">
                <a:latin typeface="Arial"/>
                <a:cs typeface="Arial"/>
              </a:rPr>
              <a:t> </a:t>
            </a:r>
            <a:r>
              <a:rPr sz="1800" dirty="0">
                <a:latin typeface="Arial"/>
                <a:cs typeface="Arial"/>
              </a:rPr>
              <a:t>digital to</a:t>
            </a:r>
            <a:r>
              <a:rPr sz="1800" spc="-35" dirty="0">
                <a:latin typeface="Arial"/>
                <a:cs typeface="Arial"/>
              </a:rPr>
              <a:t> </a:t>
            </a:r>
            <a:r>
              <a:rPr sz="1800" dirty="0">
                <a:latin typeface="Arial"/>
                <a:cs typeface="Arial"/>
              </a:rPr>
              <a:t>analog</a:t>
            </a:r>
            <a:r>
              <a:rPr sz="1800" spc="-5" dirty="0">
                <a:latin typeface="Arial"/>
                <a:cs typeface="Arial"/>
              </a:rPr>
              <a:t> </a:t>
            </a:r>
            <a:r>
              <a:rPr sz="1800" dirty="0">
                <a:latin typeface="Arial"/>
                <a:cs typeface="Arial"/>
              </a:rPr>
              <a:t>converter</a:t>
            </a:r>
            <a:r>
              <a:rPr sz="1800" spc="-5" dirty="0">
                <a:latin typeface="Arial"/>
                <a:cs typeface="Arial"/>
              </a:rPr>
              <a:t> </a:t>
            </a:r>
            <a:r>
              <a:rPr sz="1800" dirty="0">
                <a:latin typeface="Arial"/>
                <a:cs typeface="Arial"/>
              </a:rPr>
              <a:t>(DAC)</a:t>
            </a:r>
            <a:r>
              <a:rPr sz="1800" spc="-20" dirty="0">
                <a:latin typeface="Arial"/>
                <a:cs typeface="Arial"/>
              </a:rPr>
              <a:t> </a:t>
            </a:r>
            <a:r>
              <a:rPr sz="1800" dirty="0">
                <a:latin typeface="Arial"/>
                <a:cs typeface="Arial"/>
              </a:rPr>
              <a:t>to</a:t>
            </a:r>
            <a:r>
              <a:rPr sz="1800" spc="-25" dirty="0">
                <a:latin typeface="Arial"/>
                <a:cs typeface="Arial"/>
              </a:rPr>
              <a:t> </a:t>
            </a:r>
            <a:r>
              <a:rPr sz="1800" dirty="0">
                <a:latin typeface="Arial"/>
                <a:cs typeface="Arial"/>
              </a:rPr>
              <a:t>do</a:t>
            </a:r>
            <a:r>
              <a:rPr sz="1800" spc="-30" dirty="0">
                <a:latin typeface="Arial"/>
                <a:cs typeface="Arial"/>
              </a:rPr>
              <a:t> </a:t>
            </a:r>
            <a:r>
              <a:rPr sz="1800" dirty="0">
                <a:latin typeface="Arial"/>
                <a:cs typeface="Arial"/>
              </a:rPr>
              <a:t>this.</a:t>
            </a:r>
            <a:r>
              <a:rPr sz="1800" spc="-15" dirty="0">
                <a:latin typeface="Arial"/>
                <a:cs typeface="Arial"/>
              </a:rPr>
              <a:t> </a:t>
            </a:r>
            <a:r>
              <a:rPr sz="1800" dirty="0">
                <a:latin typeface="Arial"/>
                <a:cs typeface="Arial"/>
              </a:rPr>
              <a:t>This</a:t>
            </a:r>
            <a:r>
              <a:rPr sz="1800" spc="-30" dirty="0">
                <a:latin typeface="Arial"/>
                <a:cs typeface="Arial"/>
              </a:rPr>
              <a:t> </a:t>
            </a:r>
            <a:r>
              <a:rPr sz="1800" dirty="0">
                <a:latin typeface="Arial"/>
                <a:cs typeface="Arial"/>
              </a:rPr>
              <a:t>takes</a:t>
            </a:r>
            <a:r>
              <a:rPr sz="1800" spc="-20" dirty="0">
                <a:latin typeface="Arial"/>
                <a:cs typeface="Arial"/>
              </a:rPr>
              <a:t> </a:t>
            </a:r>
            <a:r>
              <a:rPr sz="1800" dirty="0">
                <a:latin typeface="Arial"/>
                <a:cs typeface="Arial"/>
              </a:rPr>
              <a:t>in</a:t>
            </a:r>
            <a:r>
              <a:rPr sz="1800" spc="-25" dirty="0">
                <a:latin typeface="Arial"/>
                <a:cs typeface="Arial"/>
              </a:rPr>
              <a:t> </a:t>
            </a:r>
            <a:r>
              <a:rPr sz="1800" dirty="0">
                <a:latin typeface="Arial"/>
                <a:cs typeface="Arial"/>
              </a:rPr>
              <a:t>some</a:t>
            </a:r>
            <a:r>
              <a:rPr sz="1800" spc="-30" dirty="0">
                <a:latin typeface="Arial"/>
                <a:cs typeface="Arial"/>
              </a:rPr>
              <a:t> </a:t>
            </a:r>
            <a:r>
              <a:rPr sz="1800" dirty="0">
                <a:latin typeface="Arial"/>
                <a:cs typeface="Arial"/>
              </a:rPr>
              <a:t>number</a:t>
            </a:r>
            <a:r>
              <a:rPr sz="1800" spc="-5" dirty="0">
                <a:latin typeface="Arial"/>
                <a:cs typeface="Arial"/>
              </a:rPr>
              <a:t> </a:t>
            </a:r>
            <a:r>
              <a:rPr sz="1800" dirty="0">
                <a:latin typeface="Arial"/>
                <a:cs typeface="Arial"/>
              </a:rPr>
              <a:t>of</a:t>
            </a:r>
            <a:r>
              <a:rPr sz="1800" spc="-15" dirty="0">
                <a:latin typeface="Arial"/>
                <a:cs typeface="Arial"/>
              </a:rPr>
              <a:t> </a:t>
            </a:r>
            <a:r>
              <a:rPr sz="1800" dirty="0">
                <a:latin typeface="Arial"/>
                <a:cs typeface="Arial"/>
              </a:rPr>
              <a:t>bits,</a:t>
            </a:r>
            <a:r>
              <a:rPr sz="1800" spc="-15" dirty="0">
                <a:latin typeface="Arial"/>
                <a:cs typeface="Arial"/>
              </a:rPr>
              <a:t> </a:t>
            </a:r>
            <a:r>
              <a:rPr sz="1800" spc="-25" dirty="0">
                <a:latin typeface="Arial"/>
                <a:cs typeface="Arial"/>
              </a:rPr>
              <a:t>and </a:t>
            </a:r>
            <a:r>
              <a:rPr sz="1800" dirty="0">
                <a:latin typeface="Arial"/>
                <a:cs typeface="Arial"/>
              </a:rPr>
              <a:t>depending</a:t>
            </a:r>
            <a:r>
              <a:rPr sz="1800" spc="-20" dirty="0">
                <a:latin typeface="Arial"/>
                <a:cs typeface="Arial"/>
              </a:rPr>
              <a:t> </a:t>
            </a:r>
            <a:r>
              <a:rPr sz="1800" dirty="0">
                <a:latin typeface="Arial"/>
                <a:cs typeface="Arial"/>
              </a:rPr>
              <a:t>on</a:t>
            </a:r>
            <a:r>
              <a:rPr sz="1800" spc="-40"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values,</a:t>
            </a:r>
            <a:r>
              <a:rPr sz="1800" spc="-20" dirty="0">
                <a:latin typeface="Arial"/>
                <a:cs typeface="Arial"/>
              </a:rPr>
              <a:t> </a:t>
            </a:r>
            <a:r>
              <a:rPr sz="1800" dirty="0">
                <a:latin typeface="Arial"/>
                <a:cs typeface="Arial"/>
              </a:rPr>
              <a:t>it</a:t>
            </a:r>
            <a:r>
              <a:rPr sz="1800" spc="-40" dirty="0">
                <a:latin typeface="Arial"/>
                <a:cs typeface="Arial"/>
              </a:rPr>
              <a:t> </a:t>
            </a:r>
            <a:r>
              <a:rPr sz="1800" dirty="0">
                <a:latin typeface="Arial"/>
                <a:cs typeface="Arial"/>
              </a:rPr>
              <a:t>outputs</a:t>
            </a:r>
            <a:r>
              <a:rPr sz="1800" spc="-20" dirty="0">
                <a:latin typeface="Arial"/>
                <a:cs typeface="Arial"/>
              </a:rPr>
              <a:t> </a:t>
            </a:r>
            <a:r>
              <a:rPr sz="1800" dirty="0">
                <a:latin typeface="Arial"/>
                <a:cs typeface="Arial"/>
              </a:rPr>
              <a:t>the</a:t>
            </a:r>
            <a:r>
              <a:rPr sz="1800" spc="-40" dirty="0">
                <a:latin typeface="Arial"/>
                <a:cs typeface="Arial"/>
              </a:rPr>
              <a:t> </a:t>
            </a:r>
            <a:r>
              <a:rPr sz="1800" dirty="0">
                <a:latin typeface="Arial"/>
                <a:cs typeface="Arial"/>
              </a:rPr>
              <a:t>corresponding</a:t>
            </a:r>
            <a:r>
              <a:rPr sz="1800" spc="-15" dirty="0">
                <a:latin typeface="Arial"/>
                <a:cs typeface="Arial"/>
              </a:rPr>
              <a:t> </a:t>
            </a:r>
            <a:r>
              <a:rPr sz="1800" dirty="0">
                <a:latin typeface="Arial"/>
                <a:cs typeface="Arial"/>
              </a:rPr>
              <a:t>analog</a:t>
            </a:r>
            <a:r>
              <a:rPr sz="1800" spc="-15" dirty="0">
                <a:latin typeface="Arial"/>
                <a:cs typeface="Arial"/>
              </a:rPr>
              <a:t> </a:t>
            </a:r>
            <a:r>
              <a:rPr sz="1800" spc="-10" dirty="0">
                <a:latin typeface="Arial"/>
                <a:cs typeface="Arial"/>
              </a:rPr>
              <a:t>signal</a:t>
            </a:r>
            <a:endParaRPr sz="1800">
              <a:latin typeface="Arial"/>
              <a:cs typeface="Arial"/>
            </a:endParaRPr>
          </a:p>
          <a:p>
            <a:pPr>
              <a:lnSpc>
                <a:spcPct val="100000"/>
              </a:lnSpc>
              <a:spcBef>
                <a:spcPts val="90"/>
              </a:spcBef>
            </a:pPr>
            <a:endParaRPr sz="1800">
              <a:latin typeface="Arial"/>
              <a:cs typeface="Arial"/>
            </a:endParaRPr>
          </a:p>
          <a:p>
            <a:pPr marL="12700" marR="5080">
              <a:lnSpc>
                <a:spcPct val="100000"/>
              </a:lnSpc>
            </a:pPr>
            <a:r>
              <a:rPr sz="1800" dirty="0">
                <a:latin typeface="Arial"/>
                <a:cs typeface="Arial"/>
              </a:rPr>
              <a:t>This</a:t>
            </a:r>
            <a:r>
              <a:rPr sz="1800" spc="-35" dirty="0">
                <a:latin typeface="Arial"/>
                <a:cs typeface="Arial"/>
              </a:rPr>
              <a:t> </a:t>
            </a:r>
            <a:r>
              <a:rPr sz="1800" dirty="0">
                <a:latin typeface="Arial"/>
                <a:cs typeface="Arial"/>
              </a:rPr>
              <a:t>DAC</a:t>
            </a:r>
            <a:r>
              <a:rPr sz="1800" spc="-30" dirty="0">
                <a:latin typeface="Arial"/>
                <a:cs typeface="Arial"/>
              </a:rPr>
              <a:t> </a:t>
            </a:r>
            <a:r>
              <a:rPr sz="1800" dirty="0">
                <a:latin typeface="Arial"/>
                <a:cs typeface="Arial"/>
              </a:rPr>
              <a:t>needs</a:t>
            </a:r>
            <a:r>
              <a:rPr sz="1800" spc="-10" dirty="0">
                <a:latin typeface="Arial"/>
                <a:cs typeface="Arial"/>
              </a:rPr>
              <a:t> </a:t>
            </a:r>
            <a:r>
              <a:rPr sz="1800" dirty="0">
                <a:latin typeface="Arial"/>
                <a:cs typeface="Arial"/>
              </a:rPr>
              <a:t>to</a:t>
            </a:r>
            <a:r>
              <a:rPr sz="1800" spc="-30" dirty="0">
                <a:latin typeface="Arial"/>
                <a:cs typeface="Arial"/>
              </a:rPr>
              <a:t> </a:t>
            </a:r>
            <a:r>
              <a:rPr sz="1800" dirty="0">
                <a:latin typeface="Arial"/>
                <a:cs typeface="Arial"/>
              </a:rPr>
              <a:t>be</a:t>
            </a:r>
            <a:r>
              <a:rPr sz="1800" spc="-30" dirty="0">
                <a:latin typeface="Arial"/>
                <a:cs typeface="Arial"/>
              </a:rPr>
              <a:t> </a:t>
            </a:r>
            <a:r>
              <a:rPr sz="1800" dirty="0">
                <a:latin typeface="Arial"/>
                <a:cs typeface="Arial"/>
              </a:rPr>
              <a:t>able</a:t>
            </a:r>
            <a:r>
              <a:rPr sz="1800" spc="-15" dirty="0">
                <a:latin typeface="Arial"/>
                <a:cs typeface="Arial"/>
              </a:rPr>
              <a:t> </a:t>
            </a:r>
            <a:r>
              <a:rPr sz="1800" dirty="0">
                <a:latin typeface="Arial"/>
                <a:cs typeface="Arial"/>
              </a:rPr>
              <a:t>to</a:t>
            </a:r>
            <a:r>
              <a:rPr sz="1800" spc="-30" dirty="0">
                <a:latin typeface="Arial"/>
                <a:cs typeface="Arial"/>
              </a:rPr>
              <a:t> </a:t>
            </a:r>
            <a:r>
              <a:rPr sz="1800" dirty="0">
                <a:latin typeface="Arial"/>
                <a:cs typeface="Arial"/>
              </a:rPr>
              <a:t>take</a:t>
            </a:r>
            <a:r>
              <a:rPr sz="1800" spc="-30" dirty="0">
                <a:latin typeface="Arial"/>
                <a:cs typeface="Arial"/>
              </a:rPr>
              <a:t> </a:t>
            </a:r>
            <a:r>
              <a:rPr sz="1800" dirty="0">
                <a:latin typeface="Arial"/>
                <a:cs typeface="Arial"/>
              </a:rPr>
              <a:t>an</a:t>
            </a:r>
            <a:r>
              <a:rPr sz="1800" spc="-30" dirty="0">
                <a:latin typeface="Arial"/>
                <a:cs typeface="Arial"/>
              </a:rPr>
              <a:t> </a:t>
            </a:r>
            <a:r>
              <a:rPr sz="1800" dirty="0">
                <a:latin typeface="Arial"/>
                <a:cs typeface="Arial"/>
              </a:rPr>
              <a:t>input,</a:t>
            </a:r>
            <a:r>
              <a:rPr sz="1800" spc="-10" dirty="0">
                <a:latin typeface="Arial"/>
                <a:cs typeface="Arial"/>
              </a:rPr>
              <a:t> </a:t>
            </a:r>
            <a:r>
              <a:rPr sz="1800" dirty="0">
                <a:latin typeface="Arial"/>
                <a:cs typeface="Arial"/>
              </a:rPr>
              <a:t>and</a:t>
            </a:r>
            <a:r>
              <a:rPr sz="1800" spc="-30" dirty="0">
                <a:latin typeface="Arial"/>
                <a:cs typeface="Arial"/>
              </a:rPr>
              <a:t> </a:t>
            </a:r>
            <a:r>
              <a:rPr sz="1800" dirty="0">
                <a:latin typeface="Arial"/>
                <a:cs typeface="Arial"/>
              </a:rPr>
              <a:t>“instantly”</a:t>
            </a:r>
            <a:r>
              <a:rPr sz="1800" spc="10" dirty="0">
                <a:latin typeface="Arial"/>
                <a:cs typeface="Arial"/>
              </a:rPr>
              <a:t> </a:t>
            </a:r>
            <a:r>
              <a:rPr sz="1800" dirty="0">
                <a:latin typeface="Arial"/>
                <a:cs typeface="Arial"/>
              </a:rPr>
              <a:t>change</a:t>
            </a:r>
            <a:r>
              <a:rPr sz="1800" spc="-1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output</a:t>
            </a:r>
            <a:r>
              <a:rPr sz="1800" spc="-10" dirty="0">
                <a:latin typeface="Arial"/>
                <a:cs typeface="Arial"/>
              </a:rPr>
              <a:t> </a:t>
            </a:r>
            <a:r>
              <a:rPr sz="1800" dirty="0">
                <a:latin typeface="Arial"/>
                <a:cs typeface="Arial"/>
              </a:rPr>
              <a:t>analog</a:t>
            </a:r>
            <a:r>
              <a:rPr sz="1800" spc="-15" dirty="0">
                <a:latin typeface="Arial"/>
                <a:cs typeface="Arial"/>
              </a:rPr>
              <a:t> </a:t>
            </a:r>
            <a:r>
              <a:rPr sz="1800" dirty="0">
                <a:latin typeface="Arial"/>
                <a:cs typeface="Arial"/>
              </a:rPr>
              <a:t>voltage</a:t>
            </a:r>
            <a:r>
              <a:rPr sz="1800" spc="-15" dirty="0">
                <a:latin typeface="Arial"/>
                <a:cs typeface="Arial"/>
              </a:rPr>
              <a:t> </a:t>
            </a:r>
            <a:r>
              <a:rPr sz="1800" dirty="0">
                <a:latin typeface="Arial"/>
                <a:cs typeface="Arial"/>
              </a:rPr>
              <a:t>to</a:t>
            </a:r>
            <a:r>
              <a:rPr sz="1800" spc="-30" dirty="0">
                <a:latin typeface="Arial"/>
                <a:cs typeface="Arial"/>
              </a:rPr>
              <a:t> </a:t>
            </a:r>
            <a:r>
              <a:rPr sz="1800" dirty="0">
                <a:latin typeface="Arial"/>
                <a:cs typeface="Arial"/>
              </a:rPr>
              <a:t>reflect</a:t>
            </a:r>
            <a:r>
              <a:rPr sz="1800" spc="-20" dirty="0">
                <a:latin typeface="Arial"/>
                <a:cs typeface="Arial"/>
              </a:rPr>
              <a:t> that </a:t>
            </a:r>
            <a:r>
              <a:rPr sz="1800" spc="-10" dirty="0">
                <a:latin typeface="Arial"/>
                <a:cs typeface="Arial"/>
              </a:rPr>
              <a:t>input.</a:t>
            </a:r>
            <a:endParaRPr sz="1800">
              <a:latin typeface="Arial"/>
              <a:cs typeface="Arial"/>
            </a:endParaRPr>
          </a:p>
        </p:txBody>
      </p:sp>
      <p:grpSp>
        <p:nvGrpSpPr>
          <p:cNvPr id="4" name="object 4"/>
          <p:cNvGrpSpPr/>
          <p:nvPr/>
        </p:nvGrpSpPr>
        <p:grpSpPr>
          <a:xfrm>
            <a:off x="444500" y="1587500"/>
            <a:ext cx="939800" cy="939800"/>
            <a:chOff x="444500" y="1587500"/>
            <a:chExt cx="939800" cy="939800"/>
          </a:xfrm>
        </p:grpSpPr>
        <p:sp>
          <p:nvSpPr>
            <p:cNvPr id="5" name="object 5"/>
            <p:cNvSpPr/>
            <p:nvPr/>
          </p:nvSpPr>
          <p:spPr>
            <a:xfrm>
              <a:off x="457200"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6" name="object 6"/>
            <p:cNvSpPr/>
            <p:nvPr/>
          </p:nvSpPr>
          <p:spPr>
            <a:xfrm>
              <a:off x="457200"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7" name="object 7"/>
          <p:cNvSpPr txBox="1"/>
          <p:nvPr/>
        </p:nvSpPr>
        <p:spPr>
          <a:xfrm>
            <a:off x="538130" y="1925827"/>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grpSp>
        <p:nvGrpSpPr>
          <p:cNvPr id="8" name="object 8"/>
          <p:cNvGrpSpPr/>
          <p:nvPr/>
        </p:nvGrpSpPr>
        <p:grpSpPr>
          <a:xfrm>
            <a:off x="1617002" y="1587500"/>
            <a:ext cx="939800" cy="939800"/>
            <a:chOff x="1617002" y="1587500"/>
            <a:chExt cx="939800" cy="939800"/>
          </a:xfrm>
        </p:grpSpPr>
        <p:sp>
          <p:nvSpPr>
            <p:cNvPr id="9" name="object 9"/>
            <p:cNvSpPr/>
            <p:nvPr/>
          </p:nvSpPr>
          <p:spPr>
            <a:xfrm>
              <a:off x="1629702"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C0504D"/>
            </a:solidFill>
          </p:spPr>
          <p:txBody>
            <a:bodyPr wrap="square" lIns="0" tIns="0" rIns="0" bIns="0" rtlCol="0"/>
            <a:lstStyle/>
            <a:p>
              <a:endParaRPr/>
            </a:p>
          </p:txBody>
        </p:sp>
        <p:sp>
          <p:nvSpPr>
            <p:cNvPr id="10" name="object 10"/>
            <p:cNvSpPr/>
            <p:nvPr/>
          </p:nvSpPr>
          <p:spPr>
            <a:xfrm>
              <a:off x="1629702"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4F1D1B"/>
              </a:solidFill>
            </a:ln>
          </p:spPr>
          <p:txBody>
            <a:bodyPr wrap="square" lIns="0" tIns="0" rIns="0" bIns="0" rtlCol="0"/>
            <a:lstStyle/>
            <a:p>
              <a:endParaRPr/>
            </a:p>
          </p:txBody>
        </p:sp>
      </p:grpSp>
      <p:sp>
        <p:nvSpPr>
          <p:cNvPr id="11" name="object 11"/>
          <p:cNvSpPr txBox="1"/>
          <p:nvPr/>
        </p:nvSpPr>
        <p:spPr>
          <a:xfrm>
            <a:off x="1712157" y="1712468"/>
            <a:ext cx="749300" cy="666750"/>
          </a:xfrm>
          <a:prstGeom prst="rect">
            <a:avLst/>
          </a:prstGeom>
        </p:spPr>
        <p:txBody>
          <a:bodyPr vert="horz" wrap="square" lIns="0" tIns="13335" rIns="0" bIns="0" rtlCol="0">
            <a:spAutoFit/>
          </a:bodyPr>
          <a:lstStyle/>
          <a:p>
            <a:pPr marL="12700" marR="5080" algn="ctr">
              <a:lnSpc>
                <a:spcPct val="100000"/>
              </a:lnSpc>
              <a:spcBef>
                <a:spcPts val="105"/>
              </a:spcBef>
            </a:pPr>
            <a:r>
              <a:rPr sz="1400" dirty="0">
                <a:solidFill>
                  <a:srgbClr val="FFFFFF"/>
                </a:solidFill>
                <a:latin typeface="Calibri"/>
                <a:cs typeface="Calibri"/>
              </a:rPr>
              <a:t>Digital</a:t>
            </a:r>
            <a:r>
              <a:rPr sz="1400" spc="-40"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Analog Converter</a:t>
            </a:r>
            <a:endParaRPr sz="1400">
              <a:latin typeface="Calibri"/>
              <a:cs typeface="Calibri"/>
            </a:endParaRPr>
          </a:p>
        </p:txBody>
      </p:sp>
      <p:grpSp>
        <p:nvGrpSpPr>
          <p:cNvPr id="12" name="object 12"/>
          <p:cNvGrpSpPr/>
          <p:nvPr/>
        </p:nvGrpSpPr>
        <p:grpSpPr>
          <a:xfrm>
            <a:off x="2875699" y="1587500"/>
            <a:ext cx="939800" cy="939800"/>
            <a:chOff x="2875699" y="1587500"/>
            <a:chExt cx="939800" cy="939800"/>
          </a:xfrm>
        </p:grpSpPr>
        <p:sp>
          <p:nvSpPr>
            <p:cNvPr id="13" name="object 13"/>
            <p:cNvSpPr/>
            <p:nvPr/>
          </p:nvSpPr>
          <p:spPr>
            <a:xfrm>
              <a:off x="2888399"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4" name="object 14"/>
            <p:cNvSpPr/>
            <p:nvPr/>
          </p:nvSpPr>
          <p:spPr>
            <a:xfrm>
              <a:off x="2888399"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5" name="object 15"/>
          <p:cNvSpPr txBox="1"/>
          <p:nvPr/>
        </p:nvSpPr>
        <p:spPr>
          <a:xfrm>
            <a:off x="3098873" y="1712468"/>
            <a:ext cx="492125" cy="666750"/>
          </a:xfrm>
          <a:prstGeom prst="rect">
            <a:avLst/>
          </a:prstGeom>
        </p:spPr>
        <p:txBody>
          <a:bodyPr vert="horz" wrap="square" lIns="0" tIns="13335" rIns="0" bIns="0" rtlCol="0">
            <a:spAutoFit/>
          </a:bodyPr>
          <a:lstStyle/>
          <a:p>
            <a:pPr algn="ctr">
              <a:lnSpc>
                <a:spcPct val="100000"/>
              </a:lnSpc>
              <a:spcBef>
                <a:spcPts val="105"/>
              </a:spcBef>
            </a:pPr>
            <a:r>
              <a:rPr sz="1400" spc="-25" dirty="0">
                <a:solidFill>
                  <a:srgbClr val="FFFFFF"/>
                </a:solidFill>
                <a:latin typeface="Calibri"/>
                <a:cs typeface="Calibri"/>
              </a:rPr>
              <a:t>LED</a:t>
            </a:r>
            <a:endParaRPr sz="1400">
              <a:latin typeface="Calibri"/>
              <a:cs typeface="Calibri"/>
            </a:endParaRPr>
          </a:p>
          <a:p>
            <a:pPr marL="12700" marR="5080" indent="-635" algn="ctr">
              <a:lnSpc>
                <a:spcPct val="100000"/>
              </a:lnSpc>
            </a:pPr>
            <a:r>
              <a:rPr sz="1400" spc="-10" dirty="0">
                <a:solidFill>
                  <a:srgbClr val="FFFFFF"/>
                </a:solidFill>
                <a:latin typeface="Calibri"/>
                <a:cs typeface="Calibri"/>
              </a:rPr>
              <a:t>Driver Circuit</a:t>
            </a:r>
            <a:endParaRPr sz="1400">
              <a:latin typeface="Calibri"/>
              <a:cs typeface="Calibri"/>
            </a:endParaRPr>
          </a:p>
        </p:txBody>
      </p:sp>
      <p:grpSp>
        <p:nvGrpSpPr>
          <p:cNvPr id="16" name="object 16"/>
          <p:cNvGrpSpPr/>
          <p:nvPr/>
        </p:nvGrpSpPr>
        <p:grpSpPr>
          <a:xfrm>
            <a:off x="4125455" y="1587500"/>
            <a:ext cx="939800" cy="939800"/>
            <a:chOff x="4125455" y="1587500"/>
            <a:chExt cx="939800" cy="939800"/>
          </a:xfrm>
        </p:grpSpPr>
        <p:sp>
          <p:nvSpPr>
            <p:cNvPr id="17" name="object 17"/>
            <p:cNvSpPr/>
            <p:nvPr/>
          </p:nvSpPr>
          <p:spPr>
            <a:xfrm>
              <a:off x="4138155"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8" name="object 18"/>
            <p:cNvSpPr/>
            <p:nvPr/>
          </p:nvSpPr>
          <p:spPr>
            <a:xfrm>
              <a:off x="4138155"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9" name="object 19"/>
          <p:cNvSpPr txBox="1"/>
          <p:nvPr/>
        </p:nvSpPr>
        <p:spPr>
          <a:xfrm>
            <a:off x="4446158" y="1925827"/>
            <a:ext cx="29718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LED</a:t>
            </a:r>
            <a:endParaRPr sz="1400">
              <a:latin typeface="Calibri"/>
              <a:cs typeface="Calibri"/>
            </a:endParaRPr>
          </a:p>
        </p:txBody>
      </p:sp>
      <p:grpSp>
        <p:nvGrpSpPr>
          <p:cNvPr id="20" name="object 20"/>
          <p:cNvGrpSpPr/>
          <p:nvPr/>
        </p:nvGrpSpPr>
        <p:grpSpPr>
          <a:xfrm>
            <a:off x="7344371" y="1587500"/>
            <a:ext cx="939800" cy="939800"/>
            <a:chOff x="7344371" y="1587500"/>
            <a:chExt cx="939800" cy="939800"/>
          </a:xfrm>
        </p:grpSpPr>
        <p:sp>
          <p:nvSpPr>
            <p:cNvPr id="21" name="object 21"/>
            <p:cNvSpPr/>
            <p:nvPr/>
          </p:nvSpPr>
          <p:spPr>
            <a:xfrm>
              <a:off x="7357071"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2" name="object 22"/>
            <p:cNvSpPr/>
            <p:nvPr/>
          </p:nvSpPr>
          <p:spPr>
            <a:xfrm>
              <a:off x="7357071"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3" name="object 23"/>
          <p:cNvSpPr txBox="1"/>
          <p:nvPr/>
        </p:nvSpPr>
        <p:spPr>
          <a:xfrm>
            <a:off x="7700134" y="1925827"/>
            <a:ext cx="22606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PD</a:t>
            </a:r>
            <a:endParaRPr sz="1400">
              <a:latin typeface="Calibri"/>
              <a:cs typeface="Calibri"/>
            </a:endParaRPr>
          </a:p>
        </p:txBody>
      </p:sp>
      <p:grpSp>
        <p:nvGrpSpPr>
          <p:cNvPr id="24" name="object 24"/>
          <p:cNvGrpSpPr/>
          <p:nvPr/>
        </p:nvGrpSpPr>
        <p:grpSpPr>
          <a:xfrm>
            <a:off x="9712108" y="1587500"/>
            <a:ext cx="939800" cy="939800"/>
            <a:chOff x="9712108" y="1587500"/>
            <a:chExt cx="939800" cy="939800"/>
          </a:xfrm>
        </p:grpSpPr>
        <p:sp>
          <p:nvSpPr>
            <p:cNvPr id="25" name="object 25"/>
            <p:cNvSpPr/>
            <p:nvPr/>
          </p:nvSpPr>
          <p:spPr>
            <a:xfrm>
              <a:off x="9724808"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6" name="object 26"/>
            <p:cNvSpPr/>
            <p:nvPr/>
          </p:nvSpPr>
          <p:spPr>
            <a:xfrm>
              <a:off x="9724808"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7" name="object 27"/>
          <p:cNvSpPr txBox="1"/>
          <p:nvPr/>
        </p:nvSpPr>
        <p:spPr>
          <a:xfrm>
            <a:off x="9807254" y="1712468"/>
            <a:ext cx="749300" cy="666750"/>
          </a:xfrm>
          <a:prstGeom prst="rect">
            <a:avLst/>
          </a:prstGeom>
        </p:spPr>
        <p:txBody>
          <a:bodyPr vert="horz" wrap="square" lIns="0" tIns="13335" rIns="0" bIns="0" rtlCol="0">
            <a:spAutoFit/>
          </a:bodyPr>
          <a:lstStyle/>
          <a:p>
            <a:pPr marL="12065" marR="5080" indent="-1905" algn="ctr">
              <a:lnSpc>
                <a:spcPct val="100000"/>
              </a:lnSpc>
              <a:spcBef>
                <a:spcPts val="105"/>
              </a:spcBef>
            </a:pPr>
            <a:r>
              <a:rPr sz="1400" dirty="0">
                <a:solidFill>
                  <a:srgbClr val="FFFFFF"/>
                </a:solidFill>
                <a:latin typeface="Calibri"/>
                <a:cs typeface="Calibri"/>
              </a:rPr>
              <a:t>Analog</a:t>
            </a:r>
            <a:r>
              <a:rPr sz="1400" spc="-45"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Digital Converter</a:t>
            </a:r>
            <a:endParaRPr sz="1400">
              <a:latin typeface="Calibri"/>
              <a:cs typeface="Calibri"/>
            </a:endParaRPr>
          </a:p>
        </p:txBody>
      </p:sp>
      <p:grpSp>
        <p:nvGrpSpPr>
          <p:cNvPr id="28" name="object 28"/>
          <p:cNvGrpSpPr/>
          <p:nvPr/>
        </p:nvGrpSpPr>
        <p:grpSpPr>
          <a:xfrm>
            <a:off x="8539619" y="1592948"/>
            <a:ext cx="939800" cy="939800"/>
            <a:chOff x="8539619" y="1592948"/>
            <a:chExt cx="939800" cy="939800"/>
          </a:xfrm>
        </p:grpSpPr>
        <p:sp>
          <p:nvSpPr>
            <p:cNvPr id="29" name="object 29"/>
            <p:cNvSpPr/>
            <p:nvPr/>
          </p:nvSpPr>
          <p:spPr>
            <a:xfrm>
              <a:off x="8552319" y="1605648"/>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0" name="object 30"/>
            <p:cNvSpPr/>
            <p:nvPr/>
          </p:nvSpPr>
          <p:spPr>
            <a:xfrm>
              <a:off x="8552319" y="1605648"/>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1" name="object 31"/>
          <p:cNvSpPr txBox="1"/>
          <p:nvPr/>
        </p:nvSpPr>
        <p:spPr>
          <a:xfrm>
            <a:off x="8662171" y="1931277"/>
            <a:ext cx="69278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Amplifier</a:t>
            </a:r>
            <a:endParaRPr sz="1400">
              <a:latin typeface="Calibri"/>
              <a:cs typeface="Calibri"/>
            </a:endParaRPr>
          </a:p>
        </p:txBody>
      </p:sp>
      <p:grpSp>
        <p:nvGrpSpPr>
          <p:cNvPr id="32" name="object 32"/>
          <p:cNvGrpSpPr/>
          <p:nvPr/>
        </p:nvGrpSpPr>
        <p:grpSpPr>
          <a:xfrm>
            <a:off x="10829823" y="1597329"/>
            <a:ext cx="939800" cy="939800"/>
            <a:chOff x="10829823" y="1597329"/>
            <a:chExt cx="939800" cy="939800"/>
          </a:xfrm>
        </p:grpSpPr>
        <p:sp>
          <p:nvSpPr>
            <p:cNvPr id="33" name="object 33"/>
            <p:cNvSpPr/>
            <p:nvPr/>
          </p:nvSpPr>
          <p:spPr>
            <a:xfrm>
              <a:off x="10842523" y="16100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4" name="object 34"/>
            <p:cNvSpPr/>
            <p:nvPr/>
          </p:nvSpPr>
          <p:spPr>
            <a:xfrm>
              <a:off x="10842523" y="16100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5" name="object 35"/>
          <p:cNvSpPr txBox="1"/>
          <p:nvPr/>
        </p:nvSpPr>
        <p:spPr>
          <a:xfrm>
            <a:off x="10923452" y="1935660"/>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sp>
        <p:nvSpPr>
          <p:cNvPr id="36" name="object 36"/>
          <p:cNvSpPr/>
          <p:nvPr/>
        </p:nvSpPr>
        <p:spPr>
          <a:xfrm>
            <a:off x="304800" y="1371600"/>
            <a:ext cx="4876800" cy="1371600"/>
          </a:xfrm>
          <a:custGeom>
            <a:avLst/>
            <a:gdLst/>
            <a:ahLst/>
            <a:cxnLst/>
            <a:rect l="l" t="t" r="r" b="b"/>
            <a:pathLst>
              <a:path w="4876800" h="1371600">
                <a:moveTo>
                  <a:pt x="0" y="0"/>
                </a:moveTo>
                <a:lnTo>
                  <a:pt x="4876800" y="0"/>
                </a:lnTo>
                <a:lnTo>
                  <a:pt x="48768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sp>
        <p:nvSpPr>
          <p:cNvPr id="37" name="object 37"/>
          <p:cNvSpPr/>
          <p:nvPr/>
        </p:nvSpPr>
        <p:spPr>
          <a:xfrm>
            <a:off x="7239000" y="1361770"/>
            <a:ext cx="4800600" cy="1371600"/>
          </a:xfrm>
          <a:custGeom>
            <a:avLst/>
            <a:gdLst/>
            <a:ahLst/>
            <a:cxnLst/>
            <a:rect l="l" t="t" r="r" b="b"/>
            <a:pathLst>
              <a:path w="4800600" h="1371600">
                <a:moveTo>
                  <a:pt x="0" y="0"/>
                </a:moveTo>
                <a:lnTo>
                  <a:pt x="4800600" y="0"/>
                </a:lnTo>
                <a:lnTo>
                  <a:pt x="48006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grpSp>
        <p:nvGrpSpPr>
          <p:cNvPr id="38" name="object 38"/>
          <p:cNvGrpSpPr/>
          <p:nvPr/>
        </p:nvGrpSpPr>
        <p:grpSpPr>
          <a:xfrm>
            <a:off x="5245100" y="1968500"/>
            <a:ext cx="1877695" cy="177800"/>
            <a:chOff x="5245100" y="1968500"/>
            <a:chExt cx="1877695" cy="177800"/>
          </a:xfrm>
        </p:grpSpPr>
        <p:sp>
          <p:nvSpPr>
            <p:cNvPr id="39" name="object 39"/>
            <p:cNvSpPr/>
            <p:nvPr/>
          </p:nvSpPr>
          <p:spPr>
            <a:xfrm>
              <a:off x="5257800" y="1981200"/>
              <a:ext cx="1852295" cy="152400"/>
            </a:xfrm>
            <a:custGeom>
              <a:avLst/>
              <a:gdLst/>
              <a:ahLst/>
              <a:cxnLst/>
              <a:rect l="l" t="t" r="r" b="b"/>
              <a:pathLst>
                <a:path w="1852295" h="152400">
                  <a:moveTo>
                    <a:pt x="1775955" y="0"/>
                  </a:moveTo>
                  <a:lnTo>
                    <a:pt x="1775955" y="38100"/>
                  </a:lnTo>
                  <a:lnTo>
                    <a:pt x="0" y="38100"/>
                  </a:lnTo>
                  <a:lnTo>
                    <a:pt x="0" y="114300"/>
                  </a:lnTo>
                  <a:lnTo>
                    <a:pt x="1775955" y="114300"/>
                  </a:lnTo>
                  <a:lnTo>
                    <a:pt x="1775955" y="152400"/>
                  </a:lnTo>
                  <a:lnTo>
                    <a:pt x="1852155" y="76200"/>
                  </a:lnTo>
                  <a:lnTo>
                    <a:pt x="1775955" y="0"/>
                  </a:lnTo>
                  <a:close/>
                </a:path>
              </a:pathLst>
            </a:custGeom>
            <a:solidFill>
              <a:srgbClr val="4F81BC"/>
            </a:solidFill>
          </p:spPr>
          <p:txBody>
            <a:bodyPr wrap="square" lIns="0" tIns="0" rIns="0" bIns="0" rtlCol="0"/>
            <a:lstStyle/>
            <a:p>
              <a:endParaRPr/>
            </a:p>
          </p:txBody>
        </p:sp>
        <p:sp>
          <p:nvSpPr>
            <p:cNvPr id="40" name="object 40"/>
            <p:cNvSpPr/>
            <p:nvPr/>
          </p:nvSpPr>
          <p:spPr>
            <a:xfrm>
              <a:off x="5257800" y="1981200"/>
              <a:ext cx="1852295" cy="152400"/>
            </a:xfrm>
            <a:custGeom>
              <a:avLst/>
              <a:gdLst/>
              <a:ahLst/>
              <a:cxnLst/>
              <a:rect l="l" t="t" r="r" b="b"/>
              <a:pathLst>
                <a:path w="1852295" h="152400">
                  <a:moveTo>
                    <a:pt x="0" y="38100"/>
                  </a:moveTo>
                  <a:lnTo>
                    <a:pt x="1775955" y="38100"/>
                  </a:lnTo>
                  <a:lnTo>
                    <a:pt x="1775955" y="0"/>
                  </a:lnTo>
                  <a:lnTo>
                    <a:pt x="1852155" y="76200"/>
                  </a:lnTo>
                  <a:lnTo>
                    <a:pt x="1775955" y="152400"/>
                  </a:lnTo>
                  <a:lnTo>
                    <a:pt x="1775955" y="114300"/>
                  </a:lnTo>
                  <a:lnTo>
                    <a:pt x="0" y="114300"/>
                  </a:lnTo>
                  <a:lnTo>
                    <a:pt x="0" y="38100"/>
                  </a:lnTo>
                  <a:close/>
                </a:path>
              </a:pathLst>
            </a:custGeom>
            <a:ln w="25400">
              <a:solidFill>
                <a:srgbClr val="1C334E"/>
              </a:solidFill>
            </a:ln>
          </p:spPr>
          <p:txBody>
            <a:bodyPr wrap="square" lIns="0" tIns="0" rIns="0" bIns="0" rtlCol="0"/>
            <a:lstStyle/>
            <a:p>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Let’s</a:t>
            </a:r>
            <a:r>
              <a:rPr spc="-40" dirty="0"/>
              <a:t> </a:t>
            </a:r>
            <a:r>
              <a:rPr dirty="0"/>
              <a:t>talk</a:t>
            </a:r>
            <a:r>
              <a:rPr spc="-40" dirty="0"/>
              <a:t> </a:t>
            </a:r>
            <a:r>
              <a:rPr dirty="0"/>
              <a:t>about</a:t>
            </a:r>
            <a:r>
              <a:rPr spc="-20" dirty="0"/>
              <a:t> </a:t>
            </a:r>
            <a:r>
              <a:rPr dirty="0"/>
              <a:t>a</a:t>
            </a:r>
            <a:r>
              <a:rPr spc="-30" dirty="0"/>
              <a:t> </a:t>
            </a:r>
            <a:r>
              <a:rPr dirty="0"/>
              <a:t>real</a:t>
            </a:r>
            <a:r>
              <a:rPr spc="-45" dirty="0"/>
              <a:t> </a:t>
            </a:r>
            <a:r>
              <a:rPr dirty="0"/>
              <a:t>world</a:t>
            </a:r>
            <a:r>
              <a:rPr spc="-40" dirty="0"/>
              <a:t> </a:t>
            </a:r>
            <a:r>
              <a:rPr spc="-10" dirty="0"/>
              <a:t>system</a:t>
            </a:r>
          </a:p>
        </p:txBody>
      </p:sp>
      <p:sp>
        <p:nvSpPr>
          <p:cNvPr id="3" name="object 3"/>
          <p:cNvSpPr txBox="1"/>
          <p:nvPr/>
        </p:nvSpPr>
        <p:spPr>
          <a:xfrm>
            <a:off x="523574" y="3023304"/>
            <a:ext cx="10922000" cy="359156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There</a:t>
            </a:r>
            <a:r>
              <a:rPr sz="1800" spc="-35" dirty="0">
                <a:latin typeface="Arial"/>
                <a:cs typeface="Arial"/>
              </a:rPr>
              <a:t> </a:t>
            </a:r>
            <a:r>
              <a:rPr sz="1800" dirty="0">
                <a:latin typeface="Arial"/>
                <a:cs typeface="Arial"/>
              </a:rPr>
              <a:t>are</a:t>
            </a:r>
            <a:r>
              <a:rPr sz="1800" spc="-10" dirty="0">
                <a:latin typeface="Arial"/>
                <a:cs typeface="Arial"/>
              </a:rPr>
              <a:t> </a:t>
            </a:r>
            <a:r>
              <a:rPr sz="1800" dirty="0">
                <a:latin typeface="Arial"/>
                <a:cs typeface="Arial"/>
              </a:rPr>
              <a:t>a</a:t>
            </a:r>
            <a:r>
              <a:rPr sz="1800" spc="-20" dirty="0">
                <a:latin typeface="Arial"/>
                <a:cs typeface="Arial"/>
              </a:rPr>
              <a:t> </a:t>
            </a:r>
            <a:r>
              <a:rPr sz="1800" dirty="0">
                <a:latin typeface="Arial"/>
                <a:cs typeface="Arial"/>
              </a:rPr>
              <a:t>number</a:t>
            </a:r>
            <a:r>
              <a:rPr sz="1800" spc="-5" dirty="0">
                <a:latin typeface="Arial"/>
                <a:cs typeface="Arial"/>
              </a:rPr>
              <a:t> </a:t>
            </a:r>
            <a:r>
              <a:rPr sz="1800" dirty="0">
                <a:latin typeface="Arial"/>
                <a:cs typeface="Arial"/>
              </a:rPr>
              <a:t>of</a:t>
            </a:r>
            <a:r>
              <a:rPr sz="1800" spc="-20" dirty="0">
                <a:latin typeface="Arial"/>
                <a:cs typeface="Arial"/>
              </a:rPr>
              <a:t> </a:t>
            </a:r>
            <a:r>
              <a:rPr sz="1800" dirty="0">
                <a:latin typeface="Arial"/>
                <a:cs typeface="Arial"/>
              </a:rPr>
              <a:t>noise</a:t>
            </a:r>
            <a:r>
              <a:rPr sz="1800" spc="-10" dirty="0">
                <a:latin typeface="Arial"/>
                <a:cs typeface="Arial"/>
              </a:rPr>
              <a:t> </a:t>
            </a:r>
            <a:r>
              <a:rPr sz="1800" dirty="0">
                <a:latin typeface="Arial"/>
                <a:cs typeface="Arial"/>
              </a:rPr>
              <a:t>sources</a:t>
            </a:r>
            <a:r>
              <a:rPr sz="1800" spc="-5" dirty="0">
                <a:latin typeface="Arial"/>
                <a:cs typeface="Arial"/>
              </a:rPr>
              <a:t> </a:t>
            </a:r>
            <a:r>
              <a:rPr sz="1800" dirty="0">
                <a:latin typeface="Arial"/>
                <a:cs typeface="Arial"/>
              </a:rPr>
              <a:t>that</a:t>
            </a:r>
            <a:r>
              <a:rPr sz="1800" spc="-10" dirty="0">
                <a:latin typeface="Arial"/>
                <a:cs typeface="Arial"/>
              </a:rPr>
              <a:t> </a:t>
            </a:r>
            <a:r>
              <a:rPr sz="1800" dirty="0">
                <a:latin typeface="Arial"/>
                <a:cs typeface="Arial"/>
              </a:rPr>
              <a:t>are</a:t>
            </a:r>
            <a:r>
              <a:rPr sz="1800" spc="-25" dirty="0">
                <a:latin typeface="Arial"/>
                <a:cs typeface="Arial"/>
              </a:rPr>
              <a:t> </a:t>
            </a:r>
            <a:r>
              <a:rPr sz="1800" spc="-10" dirty="0">
                <a:latin typeface="Arial"/>
                <a:cs typeface="Arial"/>
              </a:rPr>
              <a:t>relevant:</a:t>
            </a:r>
            <a:endParaRPr sz="1800">
              <a:latin typeface="Arial"/>
              <a:cs typeface="Arial"/>
            </a:endParaRPr>
          </a:p>
          <a:p>
            <a:pPr>
              <a:lnSpc>
                <a:spcPct val="100000"/>
              </a:lnSpc>
              <a:spcBef>
                <a:spcPts val="90"/>
              </a:spcBef>
            </a:pPr>
            <a:endParaRPr sz="1800">
              <a:latin typeface="Arial"/>
              <a:cs typeface="Arial"/>
            </a:endParaRPr>
          </a:p>
          <a:p>
            <a:pPr marL="12700" marR="5080" indent="-10160">
              <a:lnSpc>
                <a:spcPct val="100000"/>
              </a:lnSpc>
              <a:buSzPct val="94444"/>
              <a:buFont typeface="Arial"/>
              <a:buChar char="•"/>
              <a:tabLst>
                <a:tab pos="91440" algn="l"/>
              </a:tabLst>
            </a:pPr>
            <a:r>
              <a:rPr sz="1800" b="1" dirty="0">
                <a:latin typeface="Arial"/>
                <a:cs typeface="Arial"/>
              </a:rPr>
              <a:t>	Quantization</a:t>
            </a:r>
            <a:r>
              <a:rPr sz="1800" b="1" spc="-55" dirty="0">
                <a:latin typeface="Arial"/>
                <a:cs typeface="Arial"/>
              </a:rPr>
              <a:t> </a:t>
            </a:r>
            <a:r>
              <a:rPr sz="1800" b="1" dirty="0">
                <a:latin typeface="Arial"/>
                <a:cs typeface="Arial"/>
              </a:rPr>
              <a:t>Noise</a:t>
            </a:r>
            <a:r>
              <a:rPr sz="1800" dirty="0">
                <a:latin typeface="Arial"/>
                <a:cs typeface="Arial"/>
              </a:rPr>
              <a:t>:</a:t>
            </a:r>
            <a:r>
              <a:rPr sz="1800" spc="-35" dirty="0">
                <a:latin typeface="Arial"/>
                <a:cs typeface="Arial"/>
              </a:rPr>
              <a:t> </a:t>
            </a:r>
            <a:r>
              <a:rPr sz="1800" dirty="0">
                <a:latin typeface="Arial"/>
                <a:cs typeface="Arial"/>
              </a:rPr>
              <a:t>Introduced</a:t>
            </a:r>
            <a:r>
              <a:rPr sz="1800" spc="-25" dirty="0">
                <a:latin typeface="Arial"/>
                <a:cs typeface="Arial"/>
              </a:rPr>
              <a:t> </a:t>
            </a:r>
            <a:r>
              <a:rPr sz="1800" dirty="0">
                <a:latin typeface="Arial"/>
                <a:cs typeface="Arial"/>
              </a:rPr>
              <a:t>by</a:t>
            </a:r>
            <a:r>
              <a:rPr sz="1800" spc="-35" dirty="0">
                <a:latin typeface="Arial"/>
                <a:cs typeface="Arial"/>
              </a:rPr>
              <a:t> </a:t>
            </a:r>
            <a:r>
              <a:rPr sz="1800" dirty="0">
                <a:latin typeface="Arial"/>
                <a:cs typeface="Arial"/>
              </a:rPr>
              <a:t>the</a:t>
            </a:r>
            <a:r>
              <a:rPr sz="1800" spc="-40" dirty="0">
                <a:latin typeface="Arial"/>
                <a:cs typeface="Arial"/>
              </a:rPr>
              <a:t> </a:t>
            </a:r>
            <a:r>
              <a:rPr sz="1800" dirty="0">
                <a:latin typeface="Arial"/>
                <a:cs typeface="Arial"/>
              </a:rPr>
              <a:t>discrete</a:t>
            </a:r>
            <a:r>
              <a:rPr sz="1800" spc="-40" dirty="0">
                <a:latin typeface="Arial"/>
                <a:cs typeface="Arial"/>
              </a:rPr>
              <a:t> </a:t>
            </a:r>
            <a:r>
              <a:rPr sz="1800" dirty="0">
                <a:latin typeface="Arial"/>
                <a:cs typeface="Arial"/>
              </a:rPr>
              <a:t>steps</a:t>
            </a:r>
            <a:r>
              <a:rPr sz="1800" spc="-40" dirty="0">
                <a:latin typeface="Arial"/>
                <a:cs typeface="Arial"/>
              </a:rPr>
              <a:t> </a:t>
            </a:r>
            <a:r>
              <a:rPr sz="1800" dirty="0">
                <a:latin typeface="Arial"/>
                <a:cs typeface="Arial"/>
              </a:rPr>
              <a:t>used</a:t>
            </a:r>
            <a:r>
              <a:rPr sz="1800" spc="-25" dirty="0">
                <a:latin typeface="Arial"/>
                <a:cs typeface="Arial"/>
              </a:rPr>
              <a:t> </a:t>
            </a:r>
            <a:r>
              <a:rPr sz="1800" dirty="0">
                <a:latin typeface="Arial"/>
                <a:cs typeface="Arial"/>
              </a:rPr>
              <a:t>to</a:t>
            </a:r>
            <a:r>
              <a:rPr sz="1800" spc="-40" dirty="0">
                <a:latin typeface="Arial"/>
                <a:cs typeface="Arial"/>
              </a:rPr>
              <a:t> </a:t>
            </a:r>
            <a:r>
              <a:rPr sz="1800" dirty="0">
                <a:latin typeface="Arial"/>
                <a:cs typeface="Arial"/>
              </a:rPr>
              <a:t>represent</a:t>
            </a:r>
            <a:r>
              <a:rPr sz="1800" spc="-25" dirty="0">
                <a:latin typeface="Arial"/>
                <a:cs typeface="Arial"/>
              </a:rPr>
              <a:t> </a:t>
            </a:r>
            <a:r>
              <a:rPr sz="1800" dirty="0">
                <a:latin typeface="Arial"/>
                <a:cs typeface="Arial"/>
              </a:rPr>
              <a:t>a</a:t>
            </a:r>
            <a:r>
              <a:rPr sz="1800" spc="-40" dirty="0">
                <a:latin typeface="Arial"/>
                <a:cs typeface="Arial"/>
              </a:rPr>
              <a:t> </a:t>
            </a:r>
            <a:r>
              <a:rPr sz="1800" dirty="0">
                <a:latin typeface="Arial"/>
                <a:cs typeface="Arial"/>
              </a:rPr>
              <a:t>continuous</a:t>
            </a:r>
            <a:r>
              <a:rPr sz="1800" spc="-20" dirty="0">
                <a:latin typeface="Arial"/>
                <a:cs typeface="Arial"/>
              </a:rPr>
              <a:t> </a:t>
            </a:r>
            <a:r>
              <a:rPr sz="1800" dirty="0">
                <a:latin typeface="Arial"/>
                <a:cs typeface="Arial"/>
              </a:rPr>
              <a:t>signal,</a:t>
            </a:r>
            <a:r>
              <a:rPr sz="1800" spc="-20" dirty="0">
                <a:latin typeface="Arial"/>
                <a:cs typeface="Arial"/>
              </a:rPr>
              <a:t> </a:t>
            </a:r>
            <a:r>
              <a:rPr sz="1800" dirty="0">
                <a:latin typeface="Arial"/>
                <a:cs typeface="Arial"/>
              </a:rPr>
              <a:t>dependent</a:t>
            </a:r>
            <a:r>
              <a:rPr sz="1800" spc="-10" dirty="0">
                <a:latin typeface="Arial"/>
                <a:cs typeface="Arial"/>
              </a:rPr>
              <a:t> </a:t>
            </a:r>
            <a:r>
              <a:rPr sz="1800" spc="-25" dirty="0">
                <a:latin typeface="Arial"/>
                <a:cs typeface="Arial"/>
              </a:rPr>
              <a:t>on </a:t>
            </a:r>
            <a:r>
              <a:rPr sz="1800" dirty="0">
                <a:latin typeface="Arial"/>
                <a:cs typeface="Arial"/>
              </a:rPr>
              <a:t>DAC</a:t>
            </a:r>
            <a:r>
              <a:rPr sz="1800" spc="-45" dirty="0">
                <a:latin typeface="Arial"/>
                <a:cs typeface="Arial"/>
              </a:rPr>
              <a:t> </a:t>
            </a:r>
            <a:r>
              <a:rPr sz="1800" spc="-10" dirty="0">
                <a:latin typeface="Arial"/>
                <a:cs typeface="Arial"/>
              </a:rPr>
              <a:t>resolution.</a:t>
            </a:r>
            <a:endParaRPr sz="1800">
              <a:latin typeface="Arial"/>
              <a:cs typeface="Arial"/>
            </a:endParaRPr>
          </a:p>
          <a:p>
            <a:pPr>
              <a:lnSpc>
                <a:spcPct val="100000"/>
              </a:lnSpc>
              <a:spcBef>
                <a:spcPts val="90"/>
              </a:spcBef>
              <a:buFont typeface="Arial"/>
              <a:buChar char="•"/>
            </a:pPr>
            <a:endParaRPr sz="1800">
              <a:latin typeface="Arial"/>
              <a:cs typeface="Arial"/>
            </a:endParaRPr>
          </a:p>
          <a:p>
            <a:pPr marL="91440" indent="-88900">
              <a:lnSpc>
                <a:spcPct val="100000"/>
              </a:lnSpc>
              <a:buSzPct val="94444"/>
              <a:buFont typeface="Arial"/>
              <a:buChar char="•"/>
              <a:tabLst>
                <a:tab pos="91440" algn="l"/>
              </a:tabLst>
            </a:pPr>
            <a:r>
              <a:rPr sz="1800" b="1" dirty="0">
                <a:latin typeface="Arial"/>
                <a:cs typeface="Arial"/>
              </a:rPr>
              <a:t>Thermal</a:t>
            </a:r>
            <a:r>
              <a:rPr sz="1800" b="1" spc="-35" dirty="0">
                <a:latin typeface="Arial"/>
                <a:cs typeface="Arial"/>
              </a:rPr>
              <a:t> </a:t>
            </a:r>
            <a:r>
              <a:rPr sz="1800" b="1" dirty="0">
                <a:latin typeface="Arial"/>
                <a:cs typeface="Arial"/>
              </a:rPr>
              <a:t>Noise</a:t>
            </a:r>
            <a:r>
              <a:rPr sz="1800" dirty="0">
                <a:latin typeface="Arial"/>
                <a:cs typeface="Arial"/>
              </a:rPr>
              <a:t>:</a:t>
            </a:r>
            <a:r>
              <a:rPr sz="1800" spc="-35" dirty="0">
                <a:latin typeface="Arial"/>
                <a:cs typeface="Arial"/>
              </a:rPr>
              <a:t> </a:t>
            </a:r>
            <a:r>
              <a:rPr sz="1800" dirty="0">
                <a:latin typeface="Arial"/>
                <a:cs typeface="Arial"/>
              </a:rPr>
              <a:t>Arises</a:t>
            </a:r>
            <a:r>
              <a:rPr sz="1800" spc="-40" dirty="0">
                <a:latin typeface="Arial"/>
                <a:cs typeface="Arial"/>
              </a:rPr>
              <a:t> </a:t>
            </a:r>
            <a:r>
              <a:rPr sz="1800" dirty="0">
                <a:latin typeface="Arial"/>
                <a:cs typeface="Arial"/>
              </a:rPr>
              <a:t>from</a:t>
            </a:r>
            <a:r>
              <a:rPr sz="1800" spc="-40" dirty="0">
                <a:latin typeface="Arial"/>
                <a:cs typeface="Arial"/>
              </a:rPr>
              <a:t> </a:t>
            </a:r>
            <a:r>
              <a:rPr sz="1800" dirty="0">
                <a:latin typeface="Arial"/>
                <a:cs typeface="Arial"/>
              </a:rPr>
              <a:t>resistive</a:t>
            </a:r>
            <a:r>
              <a:rPr sz="1800" spc="-45" dirty="0">
                <a:latin typeface="Arial"/>
                <a:cs typeface="Arial"/>
              </a:rPr>
              <a:t> </a:t>
            </a:r>
            <a:r>
              <a:rPr sz="1800" dirty="0">
                <a:latin typeface="Arial"/>
                <a:cs typeface="Arial"/>
              </a:rPr>
              <a:t>components,</a:t>
            </a:r>
            <a:r>
              <a:rPr sz="1800" spc="-25" dirty="0">
                <a:latin typeface="Arial"/>
                <a:cs typeface="Arial"/>
              </a:rPr>
              <a:t> </a:t>
            </a:r>
            <a:r>
              <a:rPr sz="1800" dirty="0">
                <a:latin typeface="Arial"/>
                <a:cs typeface="Arial"/>
              </a:rPr>
              <a:t>increases</a:t>
            </a:r>
            <a:r>
              <a:rPr sz="1800" spc="-15" dirty="0">
                <a:latin typeface="Arial"/>
                <a:cs typeface="Arial"/>
              </a:rPr>
              <a:t> </a:t>
            </a:r>
            <a:r>
              <a:rPr sz="1800" dirty="0">
                <a:latin typeface="Arial"/>
                <a:cs typeface="Arial"/>
              </a:rPr>
              <a:t>with</a:t>
            </a:r>
            <a:r>
              <a:rPr sz="1800" spc="-15" dirty="0">
                <a:latin typeface="Arial"/>
                <a:cs typeface="Arial"/>
              </a:rPr>
              <a:t> </a:t>
            </a:r>
            <a:r>
              <a:rPr sz="1800" dirty="0">
                <a:latin typeface="Arial"/>
                <a:cs typeface="Arial"/>
              </a:rPr>
              <a:t>temperature</a:t>
            </a:r>
            <a:r>
              <a:rPr sz="1800" spc="-30" dirty="0">
                <a:latin typeface="Arial"/>
                <a:cs typeface="Arial"/>
              </a:rPr>
              <a:t> </a:t>
            </a:r>
            <a:r>
              <a:rPr sz="1800" dirty="0">
                <a:latin typeface="Arial"/>
                <a:cs typeface="Arial"/>
              </a:rPr>
              <a:t>and</a:t>
            </a:r>
            <a:r>
              <a:rPr sz="1800" spc="-30" dirty="0">
                <a:latin typeface="Arial"/>
                <a:cs typeface="Arial"/>
              </a:rPr>
              <a:t> </a:t>
            </a:r>
            <a:r>
              <a:rPr sz="1800" spc="-10" dirty="0">
                <a:latin typeface="Arial"/>
                <a:cs typeface="Arial"/>
              </a:rPr>
              <a:t>resistance.</a:t>
            </a:r>
            <a:endParaRPr sz="1800">
              <a:latin typeface="Arial"/>
              <a:cs typeface="Arial"/>
            </a:endParaRPr>
          </a:p>
          <a:p>
            <a:pPr>
              <a:lnSpc>
                <a:spcPct val="100000"/>
              </a:lnSpc>
              <a:spcBef>
                <a:spcPts val="90"/>
              </a:spcBef>
              <a:buFont typeface="Arial"/>
              <a:buChar char="•"/>
            </a:pPr>
            <a:endParaRPr sz="1800">
              <a:latin typeface="Arial"/>
              <a:cs typeface="Arial"/>
            </a:endParaRPr>
          </a:p>
          <a:p>
            <a:pPr marL="12700" marR="927735" indent="-10160">
              <a:lnSpc>
                <a:spcPct val="100000"/>
              </a:lnSpc>
              <a:buSzPct val="94444"/>
              <a:buFont typeface="Arial"/>
              <a:buChar char="•"/>
              <a:tabLst>
                <a:tab pos="91440" algn="l"/>
              </a:tabLst>
            </a:pPr>
            <a:r>
              <a:rPr sz="1800" b="1" dirty="0">
                <a:latin typeface="Arial"/>
                <a:cs typeface="Arial"/>
              </a:rPr>
              <a:t>	Nonlinearity</a:t>
            </a:r>
            <a:r>
              <a:rPr sz="1800" b="1" spc="-55" dirty="0">
                <a:latin typeface="Arial"/>
                <a:cs typeface="Arial"/>
              </a:rPr>
              <a:t> </a:t>
            </a:r>
            <a:r>
              <a:rPr sz="1800" b="1" dirty="0">
                <a:latin typeface="Arial"/>
                <a:cs typeface="Arial"/>
              </a:rPr>
              <a:t>(Distortion</a:t>
            </a:r>
            <a:r>
              <a:rPr sz="1800" b="1" spc="-40" dirty="0">
                <a:latin typeface="Arial"/>
                <a:cs typeface="Arial"/>
              </a:rPr>
              <a:t> </a:t>
            </a:r>
            <a:r>
              <a:rPr sz="1800" b="1" dirty="0">
                <a:latin typeface="Arial"/>
                <a:cs typeface="Arial"/>
              </a:rPr>
              <a:t>Noise)</a:t>
            </a:r>
            <a:r>
              <a:rPr sz="1800" dirty="0">
                <a:latin typeface="Arial"/>
                <a:cs typeface="Arial"/>
              </a:rPr>
              <a:t>:</a:t>
            </a:r>
            <a:r>
              <a:rPr sz="1800" spc="-30" dirty="0">
                <a:latin typeface="Arial"/>
                <a:cs typeface="Arial"/>
              </a:rPr>
              <a:t> </a:t>
            </a:r>
            <a:r>
              <a:rPr sz="1800" dirty="0">
                <a:latin typeface="Arial"/>
                <a:cs typeface="Arial"/>
              </a:rPr>
              <a:t>Due</a:t>
            </a:r>
            <a:r>
              <a:rPr sz="1800" spc="-30" dirty="0">
                <a:latin typeface="Arial"/>
                <a:cs typeface="Arial"/>
              </a:rPr>
              <a:t> </a:t>
            </a:r>
            <a:r>
              <a:rPr sz="1800" dirty="0">
                <a:latin typeface="Arial"/>
                <a:cs typeface="Arial"/>
              </a:rPr>
              <a:t>to</a:t>
            </a:r>
            <a:r>
              <a:rPr sz="1800" spc="-50" dirty="0">
                <a:latin typeface="Arial"/>
                <a:cs typeface="Arial"/>
              </a:rPr>
              <a:t> </a:t>
            </a:r>
            <a:r>
              <a:rPr sz="1800" dirty="0">
                <a:latin typeface="Arial"/>
                <a:cs typeface="Arial"/>
              </a:rPr>
              <a:t>imperfections</a:t>
            </a:r>
            <a:r>
              <a:rPr sz="1800" spc="-15" dirty="0">
                <a:latin typeface="Arial"/>
                <a:cs typeface="Arial"/>
              </a:rPr>
              <a:t> </a:t>
            </a:r>
            <a:r>
              <a:rPr sz="1800" dirty="0">
                <a:latin typeface="Arial"/>
                <a:cs typeface="Arial"/>
              </a:rPr>
              <a:t>in</a:t>
            </a:r>
            <a:r>
              <a:rPr sz="1800" spc="-40" dirty="0">
                <a:latin typeface="Arial"/>
                <a:cs typeface="Arial"/>
              </a:rPr>
              <a:t> </a:t>
            </a:r>
            <a:r>
              <a:rPr sz="1800" dirty="0">
                <a:latin typeface="Arial"/>
                <a:cs typeface="Arial"/>
              </a:rPr>
              <a:t>the</a:t>
            </a:r>
            <a:r>
              <a:rPr sz="1800" spc="-40" dirty="0">
                <a:latin typeface="Arial"/>
                <a:cs typeface="Arial"/>
              </a:rPr>
              <a:t> </a:t>
            </a:r>
            <a:r>
              <a:rPr sz="1800" dirty="0">
                <a:latin typeface="Arial"/>
                <a:cs typeface="Arial"/>
              </a:rPr>
              <a:t>DAC's</a:t>
            </a:r>
            <a:r>
              <a:rPr sz="1800" spc="-45" dirty="0">
                <a:latin typeface="Arial"/>
                <a:cs typeface="Arial"/>
              </a:rPr>
              <a:t> </a:t>
            </a:r>
            <a:r>
              <a:rPr sz="1800" dirty="0">
                <a:latin typeface="Arial"/>
                <a:cs typeface="Arial"/>
              </a:rPr>
              <a:t>response,</a:t>
            </a:r>
            <a:r>
              <a:rPr sz="1800" spc="-25" dirty="0">
                <a:latin typeface="Arial"/>
                <a:cs typeface="Arial"/>
              </a:rPr>
              <a:t> </a:t>
            </a:r>
            <a:r>
              <a:rPr sz="1800" dirty="0">
                <a:latin typeface="Arial"/>
                <a:cs typeface="Arial"/>
              </a:rPr>
              <a:t>results</a:t>
            </a:r>
            <a:r>
              <a:rPr sz="1800" spc="-20" dirty="0">
                <a:latin typeface="Arial"/>
                <a:cs typeface="Arial"/>
              </a:rPr>
              <a:t> </a:t>
            </a:r>
            <a:r>
              <a:rPr sz="1800" dirty="0">
                <a:latin typeface="Arial"/>
                <a:cs typeface="Arial"/>
              </a:rPr>
              <a:t>in</a:t>
            </a:r>
            <a:r>
              <a:rPr sz="1800" spc="-45" dirty="0">
                <a:latin typeface="Arial"/>
                <a:cs typeface="Arial"/>
              </a:rPr>
              <a:t> </a:t>
            </a:r>
            <a:r>
              <a:rPr sz="1800" spc="-10" dirty="0">
                <a:latin typeface="Arial"/>
                <a:cs typeface="Arial"/>
              </a:rPr>
              <a:t>harmonic distortion.</a:t>
            </a:r>
            <a:endParaRPr sz="1800">
              <a:latin typeface="Arial"/>
              <a:cs typeface="Arial"/>
            </a:endParaRPr>
          </a:p>
          <a:p>
            <a:pPr>
              <a:lnSpc>
                <a:spcPct val="100000"/>
              </a:lnSpc>
              <a:spcBef>
                <a:spcPts val="90"/>
              </a:spcBef>
              <a:buFont typeface="Arial"/>
              <a:buChar char="•"/>
            </a:pPr>
            <a:endParaRPr sz="1800">
              <a:latin typeface="Arial"/>
              <a:cs typeface="Arial"/>
            </a:endParaRPr>
          </a:p>
          <a:p>
            <a:pPr marL="91440" indent="-88900">
              <a:lnSpc>
                <a:spcPct val="100000"/>
              </a:lnSpc>
              <a:buSzPct val="94444"/>
              <a:buFont typeface="Arial"/>
              <a:buChar char="•"/>
              <a:tabLst>
                <a:tab pos="91440" algn="l"/>
              </a:tabLst>
            </a:pPr>
            <a:r>
              <a:rPr sz="1800" b="1" dirty="0">
                <a:latin typeface="Arial"/>
                <a:cs typeface="Arial"/>
              </a:rPr>
              <a:t>Clock</a:t>
            </a:r>
            <a:r>
              <a:rPr sz="1800" b="1" spc="-55" dirty="0">
                <a:latin typeface="Arial"/>
                <a:cs typeface="Arial"/>
              </a:rPr>
              <a:t> </a:t>
            </a:r>
            <a:r>
              <a:rPr sz="1800" b="1" dirty="0">
                <a:latin typeface="Arial"/>
                <a:cs typeface="Arial"/>
              </a:rPr>
              <a:t>Jitter</a:t>
            </a:r>
            <a:r>
              <a:rPr sz="1800" dirty="0">
                <a:latin typeface="Arial"/>
                <a:cs typeface="Arial"/>
              </a:rPr>
              <a:t>:</a:t>
            </a:r>
            <a:r>
              <a:rPr sz="1800" spc="-35" dirty="0">
                <a:latin typeface="Arial"/>
                <a:cs typeface="Arial"/>
              </a:rPr>
              <a:t> </a:t>
            </a:r>
            <a:r>
              <a:rPr sz="1800" dirty="0">
                <a:latin typeface="Arial"/>
                <a:cs typeface="Arial"/>
              </a:rPr>
              <a:t>Variations</a:t>
            </a:r>
            <a:r>
              <a:rPr sz="1800" spc="-25" dirty="0">
                <a:latin typeface="Arial"/>
                <a:cs typeface="Arial"/>
              </a:rPr>
              <a:t> </a:t>
            </a:r>
            <a:r>
              <a:rPr sz="1800" dirty="0">
                <a:latin typeface="Arial"/>
                <a:cs typeface="Arial"/>
              </a:rPr>
              <a:t>in</a:t>
            </a:r>
            <a:r>
              <a:rPr sz="1800" spc="-25" dirty="0">
                <a:latin typeface="Arial"/>
                <a:cs typeface="Arial"/>
              </a:rPr>
              <a:t> </a:t>
            </a:r>
            <a:r>
              <a:rPr sz="1800" dirty="0">
                <a:latin typeface="Arial"/>
                <a:cs typeface="Arial"/>
              </a:rPr>
              <a:t>clock</a:t>
            </a:r>
            <a:r>
              <a:rPr sz="1800" spc="-40" dirty="0">
                <a:latin typeface="Arial"/>
                <a:cs typeface="Arial"/>
              </a:rPr>
              <a:t> </a:t>
            </a:r>
            <a:r>
              <a:rPr sz="1800" dirty="0">
                <a:latin typeface="Arial"/>
                <a:cs typeface="Arial"/>
              </a:rPr>
              <a:t>timing,</a:t>
            </a:r>
            <a:r>
              <a:rPr sz="1800" spc="-35" dirty="0">
                <a:latin typeface="Arial"/>
                <a:cs typeface="Arial"/>
              </a:rPr>
              <a:t> </a:t>
            </a:r>
            <a:r>
              <a:rPr sz="1800" dirty="0">
                <a:latin typeface="Arial"/>
                <a:cs typeface="Arial"/>
              </a:rPr>
              <a:t>affecting</a:t>
            </a:r>
            <a:r>
              <a:rPr sz="1800" spc="-25" dirty="0">
                <a:latin typeface="Arial"/>
                <a:cs typeface="Arial"/>
              </a:rPr>
              <a:t> </a:t>
            </a:r>
            <a:r>
              <a:rPr sz="1800" dirty="0">
                <a:latin typeface="Arial"/>
                <a:cs typeface="Arial"/>
              </a:rPr>
              <a:t>precision</a:t>
            </a:r>
            <a:r>
              <a:rPr sz="1800" spc="-30" dirty="0">
                <a:latin typeface="Arial"/>
                <a:cs typeface="Arial"/>
              </a:rPr>
              <a:t> </a:t>
            </a:r>
            <a:r>
              <a:rPr sz="1800" dirty="0">
                <a:latin typeface="Arial"/>
                <a:cs typeface="Arial"/>
              </a:rPr>
              <a:t>especially</a:t>
            </a:r>
            <a:r>
              <a:rPr sz="1800" spc="-15" dirty="0">
                <a:latin typeface="Arial"/>
                <a:cs typeface="Arial"/>
              </a:rPr>
              <a:t> </a:t>
            </a:r>
            <a:r>
              <a:rPr sz="1800" dirty="0">
                <a:latin typeface="Arial"/>
                <a:cs typeface="Arial"/>
              </a:rPr>
              <a:t>at</a:t>
            </a:r>
            <a:r>
              <a:rPr sz="1800" spc="-35" dirty="0">
                <a:latin typeface="Arial"/>
                <a:cs typeface="Arial"/>
              </a:rPr>
              <a:t> </a:t>
            </a:r>
            <a:r>
              <a:rPr sz="1800" dirty="0">
                <a:latin typeface="Arial"/>
                <a:cs typeface="Arial"/>
              </a:rPr>
              <a:t>higher</a:t>
            </a:r>
            <a:r>
              <a:rPr sz="1800" spc="-20" dirty="0">
                <a:latin typeface="Arial"/>
                <a:cs typeface="Arial"/>
              </a:rPr>
              <a:t> </a:t>
            </a:r>
            <a:r>
              <a:rPr sz="1800" spc="-10" dirty="0">
                <a:latin typeface="Arial"/>
                <a:cs typeface="Arial"/>
              </a:rPr>
              <a:t>frequencies.</a:t>
            </a:r>
            <a:endParaRPr sz="1800">
              <a:latin typeface="Arial"/>
              <a:cs typeface="Arial"/>
            </a:endParaRPr>
          </a:p>
          <a:p>
            <a:pPr>
              <a:lnSpc>
                <a:spcPct val="100000"/>
              </a:lnSpc>
              <a:spcBef>
                <a:spcPts val="90"/>
              </a:spcBef>
              <a:buFont typeface="Arial"/>
              <a:buChar char="•"/>
            </a:pPr>
            <a:endParaRPr sz="1800">
              <a:latin typeface="Arial"/>
              <a:cs typeface="Arial"/>
            </a:endParaRPr>
          </a:p>
          <a:p>
            <a:pPr marL="91440" indent="-88900">
              <a:lnSpc>
                <a:spcPct val="100000"/>
              </a:lnSpc>
              <a:buSzPct val="94444"/>
              <a:buFont typeface="Arial"/>
              <a:buChar char="•"/>
              <a:tabLst>
                <a:tab pos="91440" algn="l"/>
              </a:tabLst>
            </a:pPr>
            <a:r>
              <a:rPr sz="1800" b="1" dirty="0">
                <a:latin typeface="Arial"/>
                <a:cs typeface="Arial"/>
              </a:rPr>
              <a:t>Power</a:t>
            </a:r>
            <a:r>
              <a:rPr sz="1800" b="1" spc="-60" dirty="0">
                <a:latin typeface="Arial"/>
                <a:cs typeface="Arial"/>
              </a:rPr>
              <a:t> </a:t>
            </a:r>
            <a:r>
              <a:rPr sz="1800" b="1" dirty="0">
                <a:latin typeface="Arial"/>
                <a:cs typeface="Arial"/>
              </a:rPr>
              <a:t>Supply</a:t>
            </a:r>
            <a:r>
              <a:rPr sz="1800" b="1" spc="-65" dirty="0">
                <a:latin typeface="Arial"/>
                <a:cs typeface="Arial"/>
              </a:rPr>
              <a:t> </a:t>
            </a:r>
            <a:r>
              <a:rPr sz="1800" b="1" dirty="0">
                <a:latin typeface="Arial"/>
                <a:cs typeface="Arial"/>
              </a:rPr>
              <a:t>Noise</a:t>
            </a:r>
            <a:r>
              <a:rPr sz="1800" dirty="0">
                <a:latin typeface="Arial"/>
                <a:cs typeface="Arial"/>
              </a:rPr>
              <a:t>:</a:t>
            </a:r>
            <a:r>
              <a:rPr sz="1800" spc="-30" dirty="0">
                <a:latin typeface="Arial"/>
                <a:cs typeface="Arial"/>
              </a:rPr>
              <a:t> </a:t>
            </a:r>
            <a:r>
              <a:rPr sz="1800" dirty="0">
                <a:latin typeface="Arial"/>
                <a:cs typeface="Arial"/>
              </a:rPr>
              <a:t>Coupling</a:t>
            </a:r>
            <a:r>
              <a:rPr sz="1800" spc="-15" dirty="0">
                <a:latin typeface="Arial"/>
                <a:cs typeface="Arial"/>
              </a:rPr>
              <a:t> </a:t>
            </a:r>
            <a:r>
              <a:rPr sz="1800" dirty="0">
                <a:latin typeface="Arial"/>
                <a:cs typeface="Arial"/>
              </a:rPr>
              <a:t>from</a:t>
            </a:r>
            <a:r>
              <a:rPr sz="1800" spc="-35" dirty="0">
                <a:latin typeface="Arial"/>
                <a:cs typeface="Arial"/>
              </a:rPr>
              <a:t> </a:t>
            </a:r>
            <a:r>
              <a:rPr sz="1800" dirty="0">
                <a:latin typeface="Arial"/>
                <a:cs typeface="Arial"/>
              </a:rPr>
              <a:t>power</a:t>
            </a:r>
            <a:r>
              <a:rPr sz="1800" spc="10" dirty="0">
                <a:latin typeface="Arial"/>
                <a:cs typeface="Arial"/>
              </a:rPr>
              <a:t> </a:t>
            </a:r>
            <a:r>
              <a:rPr sz="1800" dirty="0">
                <a:latin typeface="Arial"/>
                <a:cs typeface="Arial"/>
              </a:rPr>
              <a:t>supply</a:t>
            </a:r>
            <a:r>
              <a:rPr sz="1800" spc="-20" dirty="0">
                <a:latin typeface="Arial"/>
                <a:cs typeface="Arial"/>
              </a:rPr>
              <a:t> </a:t>
            </a:r>
            <a:r>
              <a:rPr sz="1800" dirty="0">
                <a:latin typeface="Arial"/>
                <a:cs typeface="Arial"/>
              </a:rPr>
              <a:t>fluctuations</a:t>
            </a:r>
            <a:r>
              <a:rPr sz="1800" spc="-25" dirty="0">
                <a:latin typeface="Arial"/>
                <a:cs typeface="Arial"/>
              </a:rPr>
              <a:t> </a:t>
            </a:r>
            <a:r>
              <a:rPr sz="1800" dirty="0">
                <a:latin typeface="Arial"/>
                <a:cs typeface="Arial"/>
              </a:rPr>
              <a:t>into</a:t>
            </a:r>
            <a:r>
              <a:rPr sz="1800" spc="-40" dirty="0">
                <a:latin typeface="Arial"/>
                <a:cs typeface="Arial"/>
              </a:rPr>
              <a:t> </a:t>
            </a:r>
            <a:r>
              <a:rPr sz="1800" dirty="0">
                <a:latin typeface="Arial"/>
                <a:cs typeface="Arial"/>
              </a:rPr>
              <a:t>the</a:t>
            </a:r>
            <a:r>
              <a:rPr sz="1800" spc="-40" dirty="0">
                <a:latin typeface="Arial"/>
                <a:cs typeface="Arial"/>
              </a:rPr>
              <a:t> </a:t>
            </a:r>
            <a:r>
              <a:rPr sz="1800" dirty="0">
                <a:latin typeface="Arial"/>
                <a:cs typeface="Arial"/>
              </a:rPr>
              <a:t>analog</a:t>
            </a:r>
            <a:r>
              <a:rPr sz="1800" spc="-15" dirty="0">
                <a:latin typeface="Arial"/>
                <a:cs typeface="Arial"/>
              </a:rPr>
              <a:t> </a:t>
            </a:r>
            <a:r>
              <a:rPr sz="1800" spc="-10" dirty="0">
                <a:latin typeface="Arial"/>
                <a:cs typeface="Arial"/>
              </a:rPr>
              <a:t>output.</a:t>
            </a:r>
            <a:endParaRPr sz="1800">
              <a:latin typeface="Arial"/>
              <a:cs typeface="Arial"/>
            </a:endParaRPr>
          </a:p>
        </p:txBody>
      </p:sp>
      <p:grpSp>
        <p:nvGrpSpPr>
          <p:cNvPr id="4" name="object 4"/>
          <p:cNvGrpSpPr/>
          <p:nvPr/>
        </p:nvGrpSpPr>
        <p:grpSpPr>
          <a:xfrm>
            <a:off x="444500" y="1587500"/>
            <a:ext cx="939800" cy="939800"/>
            <a:chOff x="444500" y="1587500"/>
            <a:chExt cx="939800" cy="939800"/>
          </a:xfrm>
        </p:grpSpPr>
        <p:sp>
          <p:nvSpPr>
            <p:cNvPr id="5" name="object 5"/>
            <p:cNvSpPr/>
            <p:nvPr/>
          </p:nvSpPr>
          <p:spPr>
            <a:xfrm>
              <a:off x="457200"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6" name="object 6"/>
            <p:cNvSpPr/>
            <p:nvPr/>
          </p:nvSpPr>
          <p:spPr>
            <a:xfrm>
              <a:off x="457200"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7" name="object 7"/>
          <p:cNvSpPr txBox="1"/>
          <p:nvPr/>
        </p:nvSpPr>
        <p:spPr>
          <a:xfrm>
            <a:off x="538130" y="1925827"/>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grpSp>
        <p:nvGrpSpPr>
          <p:cNvPr id="8" name="object 8"/>
          <p:cNvGrpSpPr/>
          <p:nvPr/>
        </p:nvGrpSpPr>
        <p:grpSpPr>
          <a:xfrm>
            <a:off x="1617002" y="1587500"/>
            <a:ext cx="939800" cy="939800"/>
            <a:chOff x="1617002" y="1587500"/>
            <a:chExt cx="939800" cy="939800"/>
          </a:xfrm>
        </p:grpSpPr>
        <p:sp>
          <p:nvSpPr>
            <p:cNvPr id="9" name="object 9"/>
            <p:cNvSpPr/>
            <p:nvPr/>
          </p:nvSpPr>
          <p:spPr>
            <a:xfrm>
              <a:off x="1629702"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C0504D"/>
            </a:solidFill>
          </p:spPr>
          <p:txBody>
            <a:bodyPr wrap="square" lIns="0" tIns="0" rIns="0" bIns="0" rtlCol="0"/>
            <a:lstStyle/>
            <a:p>
              <a:endParaRPr/>
            </a:p>
          </p:txBody>
        </p:sp>
        <p:sp>
          <p:nvSpPr>
            <p:cNvPr id="10" name="object 10"/>
            <p:cNvSpPr/>
            <p:nvPr/>
          </p:nvSpPr>
          <p:spPr>
            <a:xfrm>
              <a:off x="1629702"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4F1D1B"/>
              </a:solidFill>
            </a:ln>
          </p:spPr>
          <p:txBody>
            <a:bodyPr wrap="square" lIns="0" tIns="0" rIns="0" bIns="0" rtlCol="0"/>
            <a:lstStyle/>
            <a:p>
              <a:endParaRPr/>
            </a:p>
          </p:txBody>
        </p:sp>
      </p:grpSp>
      <p:sp>
        <p:nvSpPr>
          <p:cNvPr id="11" name="object 11"/>
          <p:cNvSpPr txBox="1"/>
          <p:nvPr/>
        </p:nvSpPr>
        <p:spPr>
          <a:xfrm>
            <a:off x="1712157" y="1712468"/>
            <a:ext cx="749300" cy="666750"/>
          </a:xfrm>
          <a:prstGeom prst="rect">
            <a:avLst/>
          </a:prstGeom>
        </p:spPr>
        <p:txBody>
          <a:bodyPr vert="horz" wrap="square" lIns="0" tIns="13335" rIns="0" bIns="0" rtlCol="0">
            <a:spAutoFit/>
          </a:bodyPr>
          <a:lstStyle/>
          <a:p>
            <a:pPr marL="12700" marR="5080" algn="ctr">
              <a:lnSpc>
                <a:spcPct val="100000"/>
              </a:lnSpc>
              <a:spcBef>
                <a:spcPts val="105"/>
              </a:spcBef>
            </a:pPr>
            <a:r>
              <a:rPr sz="1400" dirty="0">
                <a:solidFill>
                  <a:srgbClr val="FFFFFF"/>
                </a:solidFill>
                <a:latin typeface="Calibri"/>
                <a:cs typeface="Calibri"/>
              </a:rPr>
              <a:t>Digital</a:t>
            </a:r>
            <a:r>
              <a:rPr sz="1400" spc="-40"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Analog Converter</a:t>
            </a:r>
            <a:endParaRPr sz="1400">
              <a:latin typeface="Calibri"/>
              <a:cs typeface="Calibri"/>
            </a:endParaRPr>
          </a:p>
        </p:txBody>
      </p:sp>
      <p:grpSp>
        <p:nvGrpSpPr>
          <p:cNvPr id="12" name="object 12"/>
          <p:cNvGrpSpPr/>
          <p:nvPr/>
        </p:nvGrpSpPr>
        <p:grpSpPr>
          <a:xfrm>
            <a:off x="2875699" y="1587500"/>
            <a:ext cx="939800" cy="939800"/>
            <a:chOff x="2875699" y="1587500"/>
            <a:chExt cx="939800" cy="939800"/>
          </a:xfrm>
        </p:grpSpPr>
        <p:sp>
          <p:nvSpPr>
            <p:cNvPr id="13" name="object 13"/>
            <p:cNvSpPr/>
            <p:nvPr/>
          </p:nvSpPr>
          <p:spPr>
            <a:xfrm>
              <a:off x="2888399"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4" name="object 14"/>
            <p:cNvSpPr/>
            <p:nvPr/>
          </p:nvSpPr>
          <p:spPr>
            <a:xfrm>
              <a:off x="2888399"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5" name="object 15"/>
          <p:cNvSpPr txBox="1"/>
          <p:nvPr/>
        </p:nvSpPr>
        <p:spPr>
          <a:xfrm>
            <a:off x="3098873" y="1712468"/>
            <a:ext cx="492125" cy="666750"/>
          </a:xfrm>
          <a:prstGeom prst="rect">
            <a:avLst/>
          </a:prstGeom>
        </p:spPr>
        <p:txBody>
          <a:bodyPr vert="horz" wrap="square" lIns="0" tIns="13335" rIns="0" bIns="0" rtlCol="0">
            <a:spAutoFit/>
          </a:bodyPr>
          <a:lstStyle/>
          <a:p>
            <a:pPr algn="ctr">
              <a:lnSpc>
                <a:spcPct val="100000"/>
              </a:lnSpc>
              <a:spcBef>
                <a:spcPts val="105"/>
              </a:spcBef>
            </a:pPr>
            <a:r>
              <a:rPr sz="1400" spc="-25" dirty="0">
                <a:solidFill>
                  <a:srgbClr val="FFFFFF"/>
                </a:solidFill>
                <a:latin typeface="Calibri"/>
                <a:cs typeface="Calibri"/>
              </a:rPr>
              <a:t>LED</a:t>
            </a:r>
            <a:endParaRPr sz="1400">
              <a:latin typeface="Calibri"/>
              <a:cs typeface="Calibri"/>
            </a:endParaRPr>
          </a:p>
          <a:p>
            <a:pPr marL="12700" marR="5080" indent="-635" algn="ctr">
              <a:lnSpc>
                <a:spcPct val="100000"/>
              </a:lnSpc>
            </a:pPr>
            <a:r>
              <a:rPr sz="1400" spc="-10" dirty="0">
                <a:solidFill>
                  <a:srgbClr val="FFFFFF"/>
                </a:solidFill>
                <a:latin typeface="Calibri"/>
                <a:cs typeface="Calibri"/>
              </a:rPr>
              <a:t>Driver Circuit</a:t>
            </a:r>
            <a:endParaRPr sz="1400">
              <a:latin typeface="Calibri"/>
              <a:cs typeface="Calibri"/>
            </a:endParaRPr>
          </a:p>
        </p:txBody>
      </p:sp>
      <p:grpSp>
        <p:nvGrpSpPr>
          <p:cNvPr id="16" name="object 16"/>
          <p:cNvGrpSpPr/>
          <p:nvPr/>
        </p:nvGrpSpPr>
        <p:grpSpPr>
          <a:xfrm>
            <a:off x="4125455" y="1587500"/>
            <a:ext cx="939800" cy="939800"/>
            <a:chOff x="4125455" y="1587500"/>
            <a:chExt cx="939800" cy="939800"/>
          </a:xfrm>
        </p:grpSpPr>
        <p:sp>
          <p:nvSpPr>
            <p:cNvPr id="17" name="object 17"/>
            <p:cNvSpPr/>
            <p:nvPr/>
          </p:nvSpPr>
          <p:spPr>
            <a:xfrm>
              <a:off x="4138155"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8" name="object 18"/>
            <p:cNvSpPr/>
            <p:nvPr/>
          </p:nvSpPr>
          <p:spPr>
            <a:xfrm>
              <a:off x="4138155"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9" name="object 19"/>
          <p:cNvSpPr txBox="1"/>
          <p:nvPr/>
        </p:nvSpPr>
        <p:spPr>
          <a:xfrm>
            <a:off x="4446158" y="1925827"/>
            <a:ext cx="29718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LED</a:t>
            </a:r>
            <a:endParaRPr sz="1400">
              <a:latin typeface="Calibri"/>
              <a:cs typeface="Calibri"/>
            </a:endParaRPr>
          </a:p>
        </p:txBody>
      </p:sp>
      <p:grpSp>
        <p:nvGrpSpPr>
          <p:cNvPr id="20" name="object 20"/>
          <p:cNvGrpSpPr/>
          <p:nvPr/>
        </p:nvGrpSpPr>
        <p:grpSpPr>
          <a:xfrm>
            <a:off x="7344371" y="1587500"/>
            <a:ext cx="939800" cy="939800"/>
            <a:chOff x="7344371" y="1587500"/>
            <a:chExt cx="939800" cy="939800"/>
          </a:xfrm>
        </p:grpSpPr>
        <p:sp>
          <p:nvSpPr>
            <p:cNvPr id="21" name="object 21"/>
            <p:cNvSpPr/>
            <p:nvPr/>
          </p:nvSpPr>
          <p:spPr>
            <a:xfrm>
              <a:off x="7357071"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2" name="object 22"/>
            <p:cNvSpPr/>
            <p:nvPr/>
          </p:nvSpPr>
          <p:spPr>
            <a:xfrm>
              <a:off x="7357071"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3" name="object 23"/>
          <p:cNvSpPr txBox="1"/>
          <p:nvPr/>
        </p:nvSpPr>
        <p:spPr>
          <a:xfrm>
            <a:off x="7700134" y="1925827"/>
            <a:ext cx="22606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PD</a:t>
            </a:r>
            <a:endParaRPr sz="1400">
              <a:latin typeface="Calibri"/>
              <a:cs typeface="Calibri"/>
            </a:endParaRPr>
          </a:p>
        </p:txBody>
      </p:sp>
      <p:grpSp>
        <p:nvGrpSpPr>
          <p:cNvPr id="24" name="object 24"/>
          <p:cNvGrpSpPr/>
          <p:nvPr/>
        </p:nvGrpSpPr>
        <p:grpSpPr>
          <a:xfrm>
            <a:off x="9712108" y="1587500"/>
            <a:ext cx="939800" cy="939800"/>
            <a:chOff x="9712108" y="1587500"/>
            <a:chExt cx="939800" cy="939800"/>
          </a:xfrm>
        </p:grpSpPr>
        <p:sp>
          <p:nvSpPr>
            <p:cNvPr id="25" name="object 25"/>
            <p:cNvSpPr/>
            <p:nvPr/>
          </p:nvSpPr>
          <p:spPr>
            <a:xfrm>
              <a:off x="9724808"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6" name="object 26"/>
            <p:cNvSpPr/>
            <p:nvPr/>
          </p:nvSpPr>
          <p:spPr>
            <a:xfrm>
              <a:off x="9724808"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7" name="object 27"/>
          <p:cNvSpPr txBox="1"/>
          <p:nvPr/>
        </p:nvSpPr>
        <p:spPr>
          <a:xfrm>
            <a:off x="9807254" y="1712468"/>
            <a:ext cx="749300" cy="666750"/>
          </a:xfrm>
          <a:prstGeom prst="rect">
            <a:avLst/>
          </a:prstGeom>
        </p:spPr>
        <p:txBody>
          <a:bodyPr vert="horz" wrap="square" lIns="0" tIns="13335" rIns="0" bIns="0" rtlCol="0">
            <a:spAutoFit/>
          </a:bodyPr>
          <a:lstStyle/>
          <a:p>
            <a:pPr marL="12065" marR="5080" indent="-1905" algn="ctr">
              <a:lnSpc>
                <a:spcPct val="100000"/>
              </a:lnSpc>
              <a:spcBef>
                <a:spcPts val="105"/>
              </a:spcBef>
            </a:pPr>
            <a:r>
              <a:rPr sz="1400" dirty="0">
                <a:solidFill>
                  <a:srgbClr val="FFFFFF"/>
                </a:solidFill>
                <a:latin typeface="Calibri"/>
                <a:cs typeface="Calibri"/>
              </a:rPr>
              <a:t>Analog</a:t>
            </a:r>
            <a:r>
              <a:rPr sz="1400" spc="-45"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Digital Converter</a:t>
            </a:r>
            <a:endParaRPr sz="1400">
              <a:latin typeface="Calibri"/>
              <a:cs typeface="Calibri"/>
            </a:endParaRPr>
          </a:p>
        </p:txBody>
      </p:sp>
      <p:grpSp>
        <p:nvGrpSpPr>
          <p:cNvPr id="28" name="object 28"/>
          <p:cNvGrpSpPr/>
          <p:nvPr/>
        </p:nvGrpSpPr>
        <p:grpSpPr>
          <a:xfrm>
            <a:off x="8539619" y="1592948"/>
            <a:ext cx="939800" cy="939800"/>
            <a:chOff x="8539619" y="1592948"/>
            <a:chExt cx="939800" cy="939800"/>
          </a:xfrm>
        </p:grpSpPr>
        <p:sp>
          <p:nvSpPr>
            <p:cNvPr id="29" name="object 29"/>
            <p:cNvSpPr/>
            <p:nvPr/>
          </p:nvSpPr>
          <p:spPr>
            <a:xfrm>
              <a:off x="8552319" y="1605648"/>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0" name="object 30"/>
            <p:cNvSpPr/>
            <p:nvPr/>
          </p:nvSpPr>
          <p:spPr>
            <a:xfrm>
              <a:off x="8552319" y="1605648"/>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1" name="object 31"/>
          <p:cNvSpPr txBox="1"/>
          <p:nvPr/>
        </p:nvSpPr>
        <p:spPr>
          <a:xfrm>
            <a:off x="8662171" y="1931277"/>
            <a:ext cx="69278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Amplifier</a:t>
            </a:r>
            <a:endParaRPr sz="1400">
              <a:latin typeface="Calibri"/>
              <a:cs typeface="Calibri"/>
            </a:endParaRPr>
          </a:p>
        </p:txBody>
      </p:sp>
      <p:grpSp>
        <p:nvGrpSpPr>
          <p:cNvPr id="32" name="object 32"/>
          <p:cNvGrpSpPr/>
          <p:nvPr/>
        </p:nvGrpSpPr>
        <p:grpSpPr>
          <a:xfrm>
            <a:off x="10829823" y="1597329"/>
            <a:ext cx="939800" cy="939800"/>
            <a:chOff x="10829823" y="1597329"/>
            <a:chExt cx="939800" cy="939800"/>
          </a:xfrm>
        </p:grpSpPr>
        <p:sp>
          <p:nvSpPr>
            <p:cNvPr id="33" name="object 33"/>
            <p:cNvSpPr/>
            <p:nvPr/>
          </p:nvSpPr>
          <p:spPr>
            <a:xfrm>
              <a:off x="10842523" y="16100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4" name="object 34"/>
            <p:cNvSpPr/>
            <p:nvPr/>
          </p:nvSpPr>
          <p:spPr>
            <a:xfrm>
              <a:off x="10842523" y="16100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5" name="object 35"/>
          <p:cNvSpPr txBox="1"/>
          <p:nvPr/>
        </p:nvSpPr>
        <p:spPr>
          <a:xfrm>
            <a:off x="10923452" y="1935660"/>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sp>
        <p:nvSpPr>
          <p:cNvPr id="36" name="object 36"/>
          <p:cNvSpPr/>
          <p:nvPr/>
        </p:nvSpPr>
        <p:spPr>
          <a:xfrm>
            <a:off x="304800" y="1371600"/>
            <a:ext cx="4876800" cy="1371600"/>
          </a:xfrm>
          <a:custGeom>
            <a:avLst/>
            <a:gdLst/>
            <a:ahLst/>
            <a:cxnLst/>
            <a:rect l="l" t="t" r="r" b="b"/>
            <a:pathLst>
              <a:path w="4876800" h="1371600">
                <a:moveTo>
                  <a:pt x="0" y="0"/>
                </a:moveTo>
                <a:lnTo>
                  <a:pt x="4876800" y="0"/>
                </a:lnTo>
                <a:lnTo>
                  <a:pt x="48768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sp>
        <p:nvSpPr>
          <p:cNvPr id="37" name="object 37"/>
          <p:cNvSpPr/>
          <p:nvPr/>
        </p:nvSpPr>
        <p:spPr>
          <a:xfrm>
            <a:off x="7239000" y="1361770"/>
            <a:ext cx="4800600" cy="1371600"/>
          </a:xfrm>
          <a:custGeom>
            <a:avLst/>
            <a:gdLst/>
            <a:ahLst/>
            <a:cxnLst/>
            <a:rect l="l" t="t" r="r" b="b"/>
            <a:pathLst>
              <a:path w="4800600" h="1371600">
                <a:moveTo>
                  <a:pt x="0" y="0"/>
                </a:moveTo>
                <a:lnTo>
                  <a:pt x="4800600" y="0"/>
                </a:lnTo>
                <a:lnTo>
                  <a:pt x="48006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grpSp>
        <p:nvGrpSpPr>
          <p:cNvPr id="38" name="object 38"/>
          <p:cNvGrpSpPr/>
          <p:nvPr/>
        </p:nvGrpSpPr>
        <p:grpSpPr>
          <a:xfrm>
            <a:off x="5245100" y="1968500"/>
            <a:ext cx="1877695" cy="177800"/>
            <a:chOff x="5245100" y="1968500"/>
            <a:chExt cx="1877695" cy="177800"/>
          </a:xfrm>
        </p:grpSpPr>
        <p:sp>
          <p:nvSpPr>
            <p:cNvPr id="39" name="object 39"/>
            <p:cNvSpPr/>
            <p:nvPr/>
          </p:nvSpPr>
          <p:spPr>
            <a:xfrm>
              <a:off x="5257800" y="1981200"/>
              <a:ext cx="1852295" cy="152400"/>
            </a:xfrm>
            <a:custGeom>
              <a:avLst/>
              <a:gdLst/>
              <a:ahLst/>
              <a:cxnLst/>
              <a:rect l="l" t="t" r="r" b="b"/>
              <a:pathLst>
                <a:path w="1852295" h="152400">
                  <a:moveTo>
                    <a:pt x="1775955" y="0"/>
                  </a:moveTo>
                  <a:lnTo>
                    <a:pt x="1775955" y="38100"/>
                  </a:lnTo>
                  <a:lnTo>
                    <a:pt x="0" y="38100"/>
                  </a:lnTo>
                  <a:lnTo>
                    <a:pt x="0" y="114300"/>
                  </a:lnTo>
                  <a:lnTo>
                    <a:pt x="1775955" y="114300"/>
                  </a:lnTo>
                  <a:lnTo>
                    <a:pt x="1775955" y="152400"/>
                  </a:lnTo>
                  <a:lnTo>
                    <a:pt x="1852155" y="76200"/>
                  </a:lnTo>
                  <a:lnTo>
                    <a:pt x="1775955" y="0"/>
                  </a:lnTo>
                  <a:close/>
                </a:path>
              </a:pathLst>
            </a:custGeom>
            <a:solidFill>
              <a:srgbClr val="4F81BC"/>
            </a:solidFill>
          </p:spPr>
          <p:txBody>
            <a:bodyPr wrap="square" lIns="0" tIns="0" rIns="0" bIns="0" rtlCol="0"/>
            <a:lstStyle/>
            <a:p>
              <a:endParaRPr/>
            </a:p>
          </p:txBody>
        </p:sp>
        <p:sp>
          <p:nvSpPr>
            <p:cNvPr id="40" name="object 40"/>
            <p:cNvSpPr/>
            <p:nvPr/>
          </p:nvSpPr>
          <p:spPr>
            <a:xfrm>
              <a:off x="5257800" y="1981200"/>
              <a:ext cx="1852295" cy="152400"/>
            </a:xfrm>
            <a:custGeom>
              <a:avLst/>
              <a:gdLst/>
              <a:ahLst/>
              <a:cxnLst/>
              <a:rect l="l" t="t" r="r" b="b"/>
              <a:pathLst>
                <a:path w="1852295" h="152400">
                  <a:moveTo>
                    <a:pt x="0" y="38100"/>
                  </a:moveTo>
                  <a:lnTo>
                    <a:pt x="1775955" y="38100"/>
                  </a:lnTo>
                  <a:lnTo>
                    <a:pt x="1775955" y="0"/>
                  </a:lnTo>
                  <a:lnTo>
                    <a:pt x="1852155" y="76200"/>
                  </a:lnTo>
                  <a:lnTo>
                    <a:pt x="1775955" y="152400"/>
                  </a:lnTo>
                  <a:lnTo>
                    <a:pt x="1775955" y="114300"/>
                  </a:lnTo>
                  <a:lnTo>
                    <a:pt x="0" y="114300"/>
                  </a:lnTo>
                  <a:lnTo>
                    <a:pt x="0" y="38100"/>
                  </a:lnTo>
                  <a:close/>
                </a:path>
              </a:pathLst>
            </a:custGeom>
            <a:ln w="25400">
              <a:solidFill>
                <a:srgbClr val="1C334E"/>
              </a:solidFill>
            </a:ln>
          </p:spPr>
          <p:txBody>
            <a:bodyPr wrap="square" lIns="0" tIns="0" rIns="0" bIns="0" rtlCol="0"/>
            <a:lstStyle/>
            <a:p>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Let’s</a:t>
            </a:r>
            <a:r>
              <a:rPr spc="-40" dirty="0"/>
              <a:t> </a:t>
            </a:r>
            <a:r>
              <a:rPr dirty="0"/>
              <a:t>talk</a:t>
            </a:r>
            <a:r>
              <a:rPr spc="-40" dirty="0"/>
              <a:t> </a:t>
            </a:r>
            <a:r>
              <a:rPr dirty="0"/>
              <a:t>about</a:t>
            </a:r>
            <a:r>
              <a:rPr spc="-20" dirty="0"/>
              <a:t> </a:t>
            </a:r>
            <a:r>
              <a:rPr dirty="0"/>
              <a:t>a</a:t>
            </a:r>
            <a:r>
              <a:rPr spc="-30" dirty="0"/>
              <a:t> </a:t>
            </a:r>
            <a:r>
              <a:rPr dirty="0"/>
              <a:t>real</a:t>
            </a:r>
            <a:r>
              <a:rPr spc="-45" dirty="0"/>
              <a:t> </a:t>
            </a:r>
            <a:r>
              <a:rPr dirty="0"/>
              <a:t>world</a:t>
            </a:r>
            <a:r>
              <a:rPr spc="-40" dirty="0"/>
              <a:t> </a:t>
            </a:r>
            <a:r>
              <a:rPr spc="-10" dirty="0"/>
              <a:t>system</a:t>
            </a:r>
          </a:p>
        </p:txBody>
      </p:sp>
      <p:sp>
        <p:nvSpPr>
          <p:cNvPr id="3" name="object 3"/>
          <p:cNvSpPr txBox="1"/>
          <p:nvPr/>
        </p:nvSpPr>
        <p:spPr>
          <a:xfrm>
            <a:off x="405663" y="3227323"/>
            <a:ext cx="10206355" cy="57404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Arial"/>
                <a:cs typeface="Arial"/>
              </a:rPr>
              <a:t>What</a:t>
            </a:r>
            <a:r>
              <a:rPr sz="1800" spc="-20" dirty="0">
                <a:latin typeface="Arial"/>
                <a:cs typeface="Arial"/>
              </a:rPr>
              <a:t> </a:t>
            </a:r>
            <a:r>
              <a:rPr sz="1800" dirty="0">
                <a:latin typeface="Arial"/>
                <a:cs typeface="Arial"/>
              </a:rPr>
              <a:t>is</a:t>
            </a:r>
            <a:r>
              <a:rPr sz="1800" spc="-20" dirty="0">
                <a:latin typeface="Arial"/>
                <a:cs typeface="Arial"/>
              </a:rPr>
              <a:t> </a:t>
            </a:r>
            <a:r>
              <a:rPr sz="1800" dirty="0">
                <a:latin typeface="Arial"/>
                <a:cs typeface="Arial"/>
              </a:rPr>
              <a:t>the</a:t>
            </a:r>
            <a:r>
              <a:rPr sz="1800" spc="-25" dirty="0">
                <a:latin typeface="Arial"/>
                <a:cs typeface="Arial"/>
              </a:rPr>
              <a:t> </a:t>
            </a:r>
            <a:r>
              <a:rPr sz="1800" dirty="0">
                <a:latin typeface="Arial"/>
                <a:cs typeface="Arial"/>
              </a:rPr>
              <a:t>number</a:t>
            </a:r>
            <a:r>
              <a:rPr sz="1800" spc="-5" dirty="0">
                <a:latin typeface="Arial"/>
                <a:cs typeface="Arial"/>
              </a:rPr>
              <a:t> </a:t>
            </a:r>
            <a:r>
              <a:rPr sz="1800" dirty="0">
                <a:latin typeface="Arial"/>
                <a:cs typeface="Arial"/>
              </a:rPr>
              <a:t>of</a:t>
            </a:r>
            <a:r>
              <a:rPr sz="1800" spc="-30" dirty="0">
                <a:latin typeface="Arial"/>
                <a:cs typeface="Arial"/>
              </a:rPr>
              <a:t> </a:t>
            </a:r>
            <a:r>
              <a:rPr sz="1800" dirty="0">
                <a:latin typeface="Arial"/>
                <a:cs typeface="Arial"/>
              </a:rPr>
              <a:t>bits</a:t>
            </a:r>
            <a:r>
              <a:rPr sz="1800" spc="-20" dirty="0">
                <a:latin typeface="Arial"/>
                <a:cs typeface="Arial"/>
              </a:rPr>
              <a:t> </a:t>
            </a:r>
            <a:r>
              <a:rPr sz="1800" dirty="0">
                <a:latin typeface="Arial"/>
                <a:cs typeface="Arial"/>
              </a:rPr>
              <a:t>for</a:t>
            </a:r>
            <a:r>
              <a:rPr sz="1800" spc="-20" dirty="0">
                <a:latin typeface="Arial"/>
                <a:cs typeface="Arial"/>
              </a:rPr>
              <a:t> </a:t>
            </a:r>
            <a:r>
              <a:rPr sz="1800" dirty="0">
                <a:latin typeface="Arial"/>
                <a:cs typeface="Arial"/>
              </a:rPr>
              <a:t>a</a:t>
            </a:r>
            <a:r>
              <a:rPr sz="1800" spc="-25" dirty="0">
                <a:latin typeface="Arial"/>
                <a:cs typeface="Arial"/>
              </a:rPr>
              <a:t> </a:t>
            </a:r>
            <a:r>
              <a:rPr sz="1800" dirty="0">
                <a:latin typeface="Arial"/>
                <a:cs typeface="Arial"/>
              </a:rPr>
              <a:t>DAC?</a:t>
            </a:r>
            <a:r>
              <a:rPr sz="1800" spc="-10" dirty="0">
                <a:latin typeface="Arial"/>
                <a:cs typeface="Arial"/>
              </a:rPr>
              <a:t> </a:t>
            </a:r>
            <a:r>
              <a:rPr sz="1800" dirty="0">
                <a:latin typeface="Arial"/>
                <a:cs typeface="Arial"/>
              </a:rPr>
              <a:t>It</a:t>
            </a:r>
            <a:r>
              <a:rPr sz="1800" spc="-25" dirty="0">
                <a:latin typeface="Arial"/>
                <a:cs typeface="Arial"/>
              </a:rPr>
              <a:t> </a:t>
            </a:r>
            <a:r>
              <a:rPr sz="1800" dirty="0">
                <a:latin typeface="Arial"/>
                <a:cs typeface="Arial"/>
              </a:rPr>
              <a:t>defines</a:t>
            </a:r>
            <a:r>
              <a:rPr sz="1800" spc="-10" dirty="0">
                <a:latin typeface="Arial"/>
                <a:cs typeface="Arial"/>
              </a:rPr>
              <a:t> </a:t>
            </a:r>
            <a:r>
              <a:rPr sz="1800" dirty="0">
                <a:latin typeface="Arial"/>
                <a:cs typeface="Arial"/>
              </a:rPr>
              <a:t>the</a:t>
            </a:r>
            <a:r>
              <a:rPr sz="1800" spc="-25" dirty="0">
                <a:latin typeface="Arial"/>
                <a:cs typeface="Arial"/>
              </a:rPr>
              <a:t> </a:t>
            </a:r>
            <a:r>
              <a:rPr sz="1800" dirty="0">
                <a:latin typeface="Arial"/>
                <a:cs typeface="Arial"/>
              </a:rPr>
              <a:t>number</a:t>
            </a:r>
            <a:r>
              <a:rPr sz="1800" spc="-5" dirty="0">
                <a:latin typeface="Arial"/>
                <a:cs typeface="Arial"/>
              </a:rPr>
              <a:t> </a:t>
            </a:r>
            <a:r>
              <a:rPr sz="1800" dirty="0">
                <a:latin typeface="Arial"/>
                <a:cs typeface="Arial"/>
              </a:rPr>
              <a:t>of</a:t>
            </a:r>
            <a:r>
              <a:rPr sz="1800" spc="-25" dirty="0">
                <a:latin typeface="Arial"/>
                <a:cs typeface="Arial"/>
              </a:rPr>
              <a:t> </a:t>
            </a:r>
            <a:r>
              <a:rPr sz="1800" dirty="0">
                <a:latin typeface="Arial"/>
                <a:cs typeface="Arial"/>
              </a:rPr>
              <a:t>different</a:t>
            </a:r>
            <a:r>
              <a:rPr sz="1800" spc="-10" dirty="0">
                <a:latin typeface="Arial"/>
                <a:cs typeface="Arial"/>
              </a:rPr>
              <a:t> </a:t>
            </a:r>
            <a:r>
              <a:rPr sz="1800" dirty="0">
                <a:latin typeface="Arial"/>
                <a:cs typeface="Arial"/>
              </a:rPr>
              <a:t>output</a:t>
            </a:r>
            <a:r>
              <a:rPr sz="1800" spc="-15" dirty="0">
                <a:latin typeface="Arial"/>
                <a:cs typeface="Arial"/>
              </a:rPr>
              <a:t> </a:t>
            </a:r>
            <a:r>
              <a:rPr sz="1800" dirty="0">
                <a:latin typeface="Arial"/>
                <a:cs typeface="Arial"/>
              </a:rPr>
              <a:t>levels</a:t>
            </a:r>
            <a:r>
              <a:rPr sz="1800" spc="-5" dirty="0">
                <a:latin typeface="Arial"/>
                <a:cs typeface="Arial"/>
              </a:rPr>
              <a:t> </a:t>
            </a:r>
            <a:r>
              <a:rPr sz="1800" dirty="0">
                <a:latin typeface="Arial"/>
                <a:cs typeface="Arial"/>
              </a:rPr>
              <a:t>it</a:t>
            </a:r>
            <a:r>
              <a:rPr sz="1800" spc="-20" dirty="0">
                <a:latin typeface="Arial"/>
                <a:cs typeface="Arial"/>
              </a:rPr>
              <a:t> </a:t>
            </a:r>
            <a:r>
              <a:rPr sz="1800" dirty="0">
                <a:latin typeface="Arial"/>
                <a:cs typeface="Arial"/>
              </a:rPr>
              <a:t>can</a:t>
            </a:r>
            <a:r>
              <a:rPr sz="1800" spc="-25" dirty="0">
                <a:latin typeface="Arial"/>
                <a:cs typeface="Arial"/>
              </a:rPr>
              <a:t> </a:t>
            </a:r>
            <a:r>
              <a:rPr sz="1800" spc="-10" dirty="0">
                <a:latin typeface="Arial"/>
                <a:cs typeface="Arial"/>
              </a:rPr>
              <a:t>generate. </a:t>
            </a:r>
            <a:r>
              <a:rPr sz="1800" dirty="0">
                <a:latin typeface="Arial"/>
                <a:cs typeface="Arial"/>
              </a:rPr>
              <a:t>A</a:t>
            </a:r>
            <a:r>
              <a:rPr sz="1800" spc="-30" dirty="0">
                <a:latin typeface="Arial"/>
                <a:cs typeface="Arial"/>
              </a:rPr>
              <a:t> </a:t>
            </a:r>
            <a:r>
              <a:rPr sz="1800" dirty="0">
                <a:latin typeface="Arial"/>
                <a:cs typeface="Arial"/>
              </a:rPr>
              <a:t>2</a:t>
            </a:r>
            <a:r>
              <a:rPr sz="1800" spc="-30" dirty="0">
                <a:latin typeface="Arial"/>
                <a:cs typeface="Arial"/>
              </a:rPr>
              <a:t> </a:t>
            </a:r>
            <a:r>
              <a:rPr sz="1800" dirty="0">
                <a:latin typeface="Arial"/>
                <a:cs typeface="Arial"/>
              </a:rPr>
              <a:t>bit</a:t>
            </a:r>
            <a:r>
              <a:rPr sz="1800" spc="-20" dirty="0">
                <a:latin typeface="Arial"/>
                <a:cs typeface="Arial"/>
              </a:rPr>
              <a:t> </a:t>
            </a:r>
            <a:r>
              <a:rPr sz="1800" dirty="0">
                <a:latin typeface="Arial"/>
                <a:cs typeface="Arial"/>
              </a:rPr>
              <a:t>DAC</a:t>
            </a:r>
            <a:r>
              <a:rPr sz="1800" spc="-35" dirty="0">
                <a:latin typeface="Arial"/>
                <a:cs typeface="Arial"/>
              </a:rPr>
              <a:t> </a:t>
            </a:r>
            <a:r>
              <a:rPr sz="1800" dirty="0">
                <a:latin typeface="Arial"/>
                <a:cs typeface="Arial"/>
              </a:rPr>
              <a:t>would</a:t>
            </a:r>
            <a:r>
              <a:rPr sz="1800" spc="15" dirty="0">
                <a:latin typeface="Arial"/>
                <a:cs typeface="Arial"/>
              </a:rPr>
              <a:t> </a:t>
            </a:r>
            <a:r>
              <a:rPr sz="1800" dirty="0">
                <a:latin typeface="Arial"/>
                <a:cs typeface="Arial"/>
              </a:rPr>
              <a:t>generate</a:t>
            </a:r>
            <a:r>
              <a:rPr sz="1800" spc="-5" dirty="0">
                <a:latin typeface="Arial"/>
                <a:cs typeface="Arial"/>
              </a:rPr>
              <a:t> </a:t>
            </a:r>
            <a:r>
              <a:rPr sz="1800" dirty="0">
                <a:latin typeface="Arial"/>
                <a:cs typeface="Arial"/>
              </a:rPr>
              <a:t>4</a:t>
            </a:r>
            <a:r>
              <a:rPr sz="1800" spc="-30" dirty="0">
                <a:latin typeface="Arial"/>
                <a:cs typeface="Arial"/>
              </a:rPr>
              <a:t> </a:t>
            </a:r>
            <a:r>
              <a:rPr sz="1800" dirty="0">
                <a:latin typeface="Arial"/>
                <a:cs typeface="Arial"/>
              </a:rPr>
              <a:t>values,</a:t>
            </a:r>
            <a:r>
              <a:rPr sz="1800" spc="-25" dirty="0">
                <a:latin typeface="Arial"/>
                <a:cs typeface="Arial"/>
              </a:rPr>
              <a:t> </a:t>
            </a:r>
            <a:r>
              <a:rPr sz="1800" dirty="0">
                <a:latin typeface="Arial"/>
                <a:cs typeface="Arial"/>
              </a:rPr>
              <a:t>a</a:t>
            </a:r>
            <a:r>
              <a:rPr sz="1800" spc="-30" dirty="0">
                <a:latin typeface="Arial"/>
                <a:cs typeface="Arial"/>
              </a:rPr>
              <a:t> </a:t>
            </a:r>
            <a:r>
              <a:rPr sz="1800" dirty="0">
                <a:latin typeface="Arial"/>
                <a:cs typeface="Arial"/>
              </a:rPr>
              <a:t>10</a:t>
            </a:r>
            <a:r>
              <a:rPr sz="1800" spc="-15" dirty="0">
                <a:latin typeface="Arial"/>
                <a:cs typeface="Arial"/>
              </a:rPr>
              <a:t> </a:t>
            </a:r>
            <a:r>
              <a:rPr sz="1800" dirty="0">
                <a:latin typeface="Arial"/>
                <a:cs typeface="Arial"/>
              </a:rPr>
              <a:t>bit</a:t>
            </a:r>
            <a:r>
              <a:rPr sz="1800" spc="-20" dirty="0">
                <a:latin typeface="Arial"/>
                <a:cs typeface="Arial"/>
              </a:rPr>
              <a:t> </a:t>
            </a:r>
            <a:r>
              <a:rPr sz="1800" dirty="0">
                <a:latin typeface="Arial"/>
                <a:cs typeface="Arial"/>
              </a:rPr>
              <a:t>DAC</a:t>
            </a:r>
            <a:r>
              <a:rPr sz="1800" spc="-30" dirty="0">
                <a:latin typeface="Arial"/>
                <a:cs typeface="Arial"/>
              </a:rPr>
              <a:t> </a:t>
            </a:r>
            <a:r>
              <a:rPr sz="1800" dirty="0">
                <a:latin typeface="Arial"/>
                <a:cs typeface="Arial"/>
              </a:rPr>
              <a:t>would</a:t>
            </a:r>
            <a:r>
              <a:rPr sz="1800" spc="15" dirty="0">
                <a:latin typeface="Arial"/>
                <a:cs typeface="Arial"/>
              </a:rPr>
              <a:t> </a:t>
            </a:r>
            <a:r>
              <a:rPr sz="1800" dirty="0">
                <a:latin typeface="Arial"/>
                <a:cs typeface="Arial"/>
              </a:rPr>
              <a:t>generate 1024</a:t>
            </a:r>
            <a:r>
              <a:rPr sz="1800" spc="-20" dirty="0">
                <a:latin typeface="Arial"/>
                <a:cs typeface="Arial"/>
              </a:rPr>
              <a:t> </a:t>
            </a:r>
            <a:r>
              <a:rPr sz="1800" spc="-10" dirty="0">
                <a:latin typeface="Arial"/>
                <a:cs typeface="Arial"/>
              </a:rPr>
              <a:t>values</a:t>
            </a:r>
            <a:endParaRPr sz="1800">
              <a:latin typeface="Arial"/>
              <a:cs typeface="Arial"/>
            </a:endParaRPr>
          </a:p>
        </p:txBody>
      </p:sp>
      <p:grpSp>
        <p:nvGrpSpPr>
          <p:cNvPr id="4" name="object 4"/>
          <p:cNvGrpSpPr/>
          <p:nvPr/>
        </p:nvGrpSpPr>
        <p:grpSpPr>
          <a:xfrm>
            <a:off x="444500" y="1587500"/>
            <a:ext cx="939800" cy="939800"/>
            <a:chOff x="444500" y="1587500"/>
            <a:chExt cx="939800" cy="939800"/>
          </a:xfrm>
        </p:grpSpPr>
        <p:sp>
          <p:nvSpPr>
            <p:cNvPr id="5" name="object 5"/>
            <p:cNvSpPr/>
            <p:nvPr/>
          </p:nvSpPr>
          <p:spPr>
            <a:xfrm>
              <a:off x="457200"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6" name="object 6"/>
            <p:cNvSpPr/>
            <p:nvPr/>
          </p:nvSpPr>
          <p:spPr>
            <a:xfrm>
              <a:off x="457200"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7" name="object 7"/>
          <p:cNvSpPr txBox="1"/>
          <p:nvPr/>
        </p:nvSpPr>
        <p:spPr>
          <a:xfrm>
            <a:off x="538130" y="1925827"/>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grpSp>
        <p:nvGrpSpPr>
          <p:cNvPr id="8" name="object 8"/>
          <p:cNvGrpSpPr/>
          <p:nvPr/>
        </p:nvGrpSpPr>
        <p:grpSpPr>
          <a:xfrm>
            <a:off x="1617002" y="1587500"/>
            <a:ext cx="939800" cy="939800"/>
            <a:chOff x="1617002" y="1587500"/>
            <a:chExt cx="939800" cy="939800"/>
          </a:xfrm>
        </p:grpSpPr>
        <p:sp>
          <p:nvSpPr>
            <p:cNvPr id="9" name="object 9"/>
            <p:cNvSpPr/>
            <p:nvPr/>
          </p:nvSpPr>
          <p:spPr>
            <a:xfrm>
              <a:off x="1629702"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C0504D"/>
            </a:solidFill>
          </p:spPr>
          <p:txBody>
            <a:bodyPr wrap="square" lIns="0" tIns="0" rIns="0" bIns="0" rtlCol="0"/>
            <a:lstStyle/>
            <a:p>
              <a:endParaRPr/>
            </a:p>
          </p:txBody>
        </p:sp>
        <p:sp>
          <p:nvSpPr>
            <p:cNvPr id="10" name="object 10"/>
            <p:cNvSpPr/>
            <p:nvPr/>
          </p:nvSpPr>
          <p:spPr>
            <a:xfrm>
              <a:off x="1629702"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4F1D1B"/>
              </a:solidFill>
            </a:ln>
          </p:spPr>
          <p:txBody>
            <a:bodyPr wrap="square" lIns="0" tIns="0" rIns="0" bIns="0" rtlCol="0"/>
            <a:lstStyle/>
            <a:p>
              <a:endParaRPr/>
            </a:p>
          </p:txBody>
        </p:sp>
      </p:grpSp>
      <p:sp>
        <p:nvSpPr>
          <p:cNvPr id="11" name="object 11"/>
          <p:cNvSpPr txBox="1"/>
          <p:nvPr/>
        </p:nvSpPr>
        <p:spPr>
          <a:xfrm>
            <a:off x="1712157" y="1712468"/>
            <a:ext cx="749300" cy="666750"/>
          </a:xfrm>
          <a:prstGeom prst="rect">
            <a:avLst/>
          </a:prstGeom>
        </p:spPr>
        <p:txBody>
          <a:bodyPr vert="horz" wrap="square" lIns="0" tIns="13335" rIns="0" bIns="0" rtlCol="0">
            <a:spAutoFit/>
          </a:bodyPr>
          <a:lstStyle/>
          <a:p>
            <a:pPr marL="12700" marR="5080" algn="ctr">
              <a:lnSpc>
                <a:spcPct val="100000"/>
              </a:lnSpc>
              <a:spcBef>
                <a:spcPts val="105"/>
              </a:spcBef>
            </a:pPr>
            <a:r>
              <a:rPr sz="1400" dirty="0">
                <a:solidFill>
                  <a:srgbClr val="FFFFFF"/>
                </a:solidFill>
                <a:latin typeface="Calibri"/>
                <a:cs typeface="Calibri"/>
              </a:rPr>
              <a:t>Digital</a:t>
            </a:r>
            <a:r>
              <a:rPr sz="1400" spc="-40"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Analog Converter</a:t>
            </a:r>
            <a:endParaRPr sz="1400">
              <a:latin typeface="Calibri"/>
              <a:cs typeface="Calibri"/>
            </a:endParaRPr>
          </a:p>
        </p:txBody>
      </p:sp>
      <p:grpSp>
        <p:nvGrpSpPr>
          <p:cNvPr id="12" name="object 12"/>
          <p:cNvGrpSpPr/>
          <p:nvPr/>
        </p:nvGrpSpPr>
        <p:grpSpPr>
          <a:xfrm>
            <a:off x="2875699" y="1587500"/>
            <a:ext cx="939800" cy="939800"/>
            <a:chOff x="2875699" y="1587500"/>
            <a:chExt cx="939800" cy="939800"/>
          </a:xfrm>
        </p:grpSpPr>
        <p:sp>
          <p:nvSpPr>
            <p:cNvPr id="13" name="object 13"/>
            <p:cNvSpPr/>
            <p:nvPr/>
          </p:nvSpPr>
          <p:spPr>
            <a:xfrm>
              <a:off x="2888399"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4" name="object 14"/>
            <p:cNvSpPr/>
            <p:nvPr/>
          </p:nvSpPr>
          <p:spPr>
            <a:xfrm>
              <a:off x="2888399"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5" name="object 15"/>
          <p:cNvSpPr txBox="1"/>
          <p:nvPr/>
        </p:nvSpPr>
        <p:spPr>
          <a:xfrm>
            <a:off x="3098873" y="1712468"/>
            <a:ext cx="492125" cy="666750"/>
          </a:xfrm>
          <a:prstGeom prst="rect">
            <a:avLst/>
          </a:prstGeom>
        </p:spPr>
        <p:txBody>
          <a:bodyPr vert="horz" wrap="square" lIns="0" tIns="13335" rIns="0" bIns="0" rtlCol="0">
            <a:spAutoFit/>
          </a:bodyPr>
          <a:lstStyle/>
          <a:p>
            <a:pPr algn="ctr">
              <a:lnSpc>
                <a:spcPct val="100000"/>
              </a:lnSpc>
              <a:spcBef>
                <a:spcPts val="105"/>
              </a:spcBef>
            </a:pPr>
            <a:r>
              <a:rPr sz="1400" spc="-25" dirty="0">
                <a:solidFill>
                  <a:srgbClr val="FFFFFF"/>
                </a:solidFill>
                <a:latin typeface="Calibri"/>
                <a:cs typeface="Calibri"/>
              </a:rPr>
              <a:t>LED</a:t>
            </a:r>
            <a:endParaRPr sz="1400">
              <a:latin typeface="Calibri"/>
              <a:cs typeface="Calibri"/>
            </a:endParaRPr>
          </a:p>
          <a:p>
            <a:pPr marL="12700" marR="5080" indent="-635" algn="ctr">
              <a:lnSpc>
                <a:spcPct val="100000"/>
              </a:lnSpc>
            </a:pPr>
            <a:r>
              <a:rPr sz="1400" spc="-10" dirty="0">
                <a:solidFill>
                  <a:srgbClr val="FFFFFF"/>
                </a:solidFill>
                <a:latin typeface="Calibri"/>
                <a:cs typeface="Calibri"/>
              </a:rPr>
              <a:t>Driver Circuit</a:t>
            </a:r>
            <a:endParaRPr sz="1400">
              <a:latin typeface="Calibri"/>
              <a:cs typeface="Calibri"/>
            </a:endParaRPr>
          </a:p>
        </p:txBody>
      </p:sp>
      <p:grpSp>
        <p:nvGrpSpPr>
          <p:cNvPr id="16" name="object 16"/>
          <p:cNvGrpSpPr/>
          <p:nvPr/>
        </p:nvGrpSpPr>
        <p:grpSpPr>
          <a:xfrm>
            <a:off x="4125455" y="1587500"/>
            <a:ext cx="939800" cy="939800"/>
            <a:chOff x="4125455" y="1587500"/>
            <a:chExt cx="939800" cy="939800"/>
          </a:xfrm>
        </p:grpSpPr>
        <p:sp>
          <p:nvSpPr>
            <p:cNvPr id="17" name="object 17"/>
            <p:cNvSpPr/>
            <p:nvPr/>
          </p:nvSpPr>
          <p:spPr>
            <a:xfrm>
              <a:off x="4138155"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8" name="object 18"/>
            <p:cNvSpPr/>
            <p:nvPr/>
          </p:nvSpPr>
          <p:spPr>
            <a:xfrm>
              <a:off x="4138155"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9" name="object 19"/>
          <p:cNvSpPr txBox="1"/>
          <p:nvPr/>
        </p:nvSpPr>
        <p:spPr>
          <a:xfrm>
            <a:off x="4446158" y="1925827"/>
            <a:ext cx="29718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LED</a:t>
            </a:r>
            <a:endParaRPr sz="1400">
              <a:latin typeface="Calibri"/>
              <a:cs typeface="Calibri"/>
            </a:endParaRPr>
          </a:p>
        </p:txBody>
      </p:sp>
      <p:grpSp>
        <p:nvGrpSpPr>
          <p:cNvPr id="20" name="object 20"/>
          <p:cNvGrpSpPr/>
          <p:nvPr/>
        </p:nvGrpSpPr>
        <p:grpSpPr>
          <a:xfrm>
            <a:off x="7344371" y="1587500"/>
            <a:ext cx="939800" cy="939800"/>
            <a:chOff x="7344371" y="1587500"/>
            <a:chExt cx="939800" cy="939800"/>
          </a:xfrm>
        </p:grpSpPr>
        <p:sp>
          <p:nvSpPr>
            <p:cNvPr id="21" name="object 21"/>
            <p:cNvSpPr/>
            <p:nvPr/>
          </p:nvSpPr>
          <p:spPr>
            <a:xfrm>
              <a:off x="7357071"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2" name="object 22"/>
            <p:cNvSpPr/>
            <p:nvPr/>
          </p:nvSpPr>
          <p:spPr>
            <a:xfrm>
              <a:off x="7357071"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3" name="object 23"/>
          <p:cNvSpPr txBox="1"/>
          <p:nvPr/>
        </p:nvSpPr>
        <p:spPr>
          <a:xfrm>
            <a:off x="7700134" y="1925827"/>
            <a:ext cx="22606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PD</a:t>
            </a:r>
            <a:endParaRPr sz="1400">
              <a:latin typeface="Calibri"/>
              <a:cs typeface="Calibri"/>
            </a:endParaRPr>
          </a:p>
        </p:txBody>
      </p:sp>
      <p:grpSp>
        <p:nvGrpSpPr>
          <p:cNvPr id="24" name="object 24"/>
          <p:cNvGrpSpPr/>
          <p:nvPr/>
        </p:nvGrpSpPr>
        <p:grpSpPr>
          <a:xfrm>
            <a:off x="9712108" y="1587500"/>
            <a:ext cx="939800" cy="939800"/>
            <a:chOff x="9712108" y="1587500"/>
            <a:chExt cx="939800" cy="939800"/>
          </a:xfrm>
        </p:grpSpPr>
        <p:sp>
          <p:nvSpPr>
            <p:cNvPr id="25" name="object 25"/>
            <p:cNvSpPr/>
            <p:nvPr/>
          </p:nvSpPr>
          <p:spPr>
            <a:xfrm>
              <a:off x="9724808"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6" name="object 26"/>
            <p:cNvSpPr/>
            <p:nvPr/>
          </p:nvSpPr>
          <p:spPr>
            <a:xfrm>
              <a:off x="9724808"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7" name="object 27"/>
          <p:cNvSpPr txBox="1"/>
          <p:nvPr/>
        </p:nvSpPr>
        <p:spPr>
          <a:xfrm>
            <a:off x="9807254" y="1712468"/>
            <a:ext cx="749300" cy="666750"/>
          </a:xfrm>
          <a:prstGeom prst="rect">
            <a:avLst/>
          </a:prstGeom>
        </p:spPr>
        <p:txBody>
          <a:bodyPr vert="horz" wrap="square" lIns="0" tIns="13335" rIns="0" bIns="0" rtlCol="0">
            <a:spAutoFit/>
          </a:bodyPr>
          <a:lstStyle/>
          <a:p>
            <a:pPr marL="12065" marR="5080" indent="-1905" algn="ctr">
              <a:lnSpc>
                <a:spcPct val="100000"/>
              </a:lnSpc>
              <a:spcBef>
                <a:spcPts val="105"/>
              </a:spcBef>
            </a:pPr>
            <a:r>
              <a:rPr sz="1400" dirty="0">
                <a:solidFill>
                  <a:srgbClr val="FFFFFF"/>
                </a:solidFill>
                <a:latin typeface="Calibri"/>
                <a:cs typeface="Calibri"/>
              </a:rPr>
              <a:t>Analog</a:t>
            </a:r>
            <a:r>
              <a:rPr sz="1400" spc="-45"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Digital Converter</a:t>
            </a:r>
            <a:endParaRPr sz="1400">
              <a:latin typeface="Calibri"/>
              <a:cs typeface="Calibri"/>
            </a:endParaRPr>
          </a:p>
        </p:txBody>
      </p:sp>
      <p:grpSp>
        <p:nvGrpSpPr>
          <p:cNvPr id="28" name="object 28"/>
          <p:cNvGrpSpPr/>
          <p:nvPr/>
        </p:nvGrpSpPr>
        <p:grpSpPr>
          <a:xfrm>
            <a:off x="8539619" y="1592948"/>
            <a:ext cx="939800" cy="939800"/>
            <a:chOff x="8539619" y="1592948"/>
            <a:chExt cx="939800" cy="939800"/>
          </a:xfrm>
        </p:grpSpPr>
        <p:sp>
          <p:nvSpPr>
            <p:cNvPr id="29" name="object 29"/>
            <p:cNvSpPr/>
            <p:nvPr/>
          </p:nvSpPr>
          <p:spPr>
            <a:xfrm>
              <a:off x="8552319" y="1605648"/>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0" name="object 30"/>
            <p:cNvSpPr/>
            <p:nvPr/>
          </p:nvSpPr>
          <p:spPr>
            <a:xfrm>
              <a:off x="8552319" y="1605648"/>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1" name="object 31"/>
          <p:cNvSpPr txBox="1"/>
          <p:nvPr/>
        </p:nvSpPr>
        <p:spPr>
          <a:xfrm>
            <a:off x="8662171" y="1931277"/>
            <a:ext cx="69278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Amplifier</a:t>
            </a:r>
            <a:endParaRPr sz="1400">
              <a:latin typeface="Calibri"/>
              <a:cs typeface="Calibri"/>
            </a:endParaRPr>
          </a:p>
        </p:txBody>
      </p:sp>
      <p:grpSp>
        <p:nvGrpSpPr>
          <p:cNvPr id="32" name="object 32"/>
          <p:cNvGrpSpPr/>
          <p:nvPr/>
        </p:nvGrpSpPr>
        <p:grpSpPr>
          <a:xfrm>
            <a:off x="10829823" y="1597329"/>
            <a:ext cx="939800" cy="939800"/>
            <a:chOff x="10829823" y="1597329"/>
            <a:chExt cx="939800" cy="939800"/>
          </a:xfrm>
        </p:grpSpPr>
        <p:sp>
          <p:nvSpPr>
            <p:cNvPr id="33" name="object 33"/>
            <p:cNvSpPr/>
            <p:nvPr/>
          </p:nvSpPr>
          <p:spPr>
            <a:xfrm>
              <a:off x="10842523" y="16100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4" name="object 34"/>
            <p:cNvSpPr/>
            <p:nvPr/>
          </p:nvSpPr>
          <p:spPr>
            <a:xfrm>
              <a:off x="10842523" y="16100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5" name="object 35"/>
          <p:cNvSpPr txBox="1"/>
          <p:nvPr/>
        </p:nvSpPr>
        <p:spPr>
          <a:xfrm>
            <a:off x="10923452" y="1935660"/>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sp>
        <p:nvSpPr>
          <p:cNvPr id="36" name="object 36"/>
          <p:cNvSpPr/>
          <p:nvPr/>
        </p:nvSpPr>
        <p:spPr>
          <a:xfrm>
            <a:off x="304800" y="1371600"/>
            <a:ext cx="4876800" cy="1371600"/>
          </a:xfrm>
          <a:custGeom>
            <a:avLst/>
            <a:gdLst/>
            <a:ahLst/>
            <a:cxnLst/>
            <a:rect l="l" t="t" r="r" b="b"/>
            <a:pathLst>
              <a:path w="4876800" h="1371600">
                <a:moveTo>
                  <a:pt x="0" y="0"/>
                </a:moveTo>
                <a:lnTo>
                  <a:pt x="4876800" y="0"/>
                </a:lnTo>
                <a:lnTo>
                  <a:pt x="48768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sp>
        <p:nvSpPr>
          <p:cNvPr id="37" name="object 37"/>
          <p:cNvSpPr/>
          <p:nvPr/>
        </p:nvSpPr>
        <p:spPr>
          <a:xfrm>
            <a:off x="7239000" y="1361770"/>
            <a:ext cx="4800600" cy="1371600"/>
          </a:xfrm>
          <a:custGeom>
            <a:avLst/>
            <a:gdLst/>
            <a:ahLst/>
            <a:cxnLst/>
            <a:rect l="l" t="t" r="r" b="b"/>
            <a:pathLst>
              <a:path w="4800600" h="1371600">
                <a:moveTo>
                  <a:pt x="0" y="0"/>
                </a:moveTo>
                <a:lnTo>
                  <a:pt x="4800600" y="0"/>
                </a:lnTo>
                <a:lnTo>
                  <a:pt x="48006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grpSp>
        <p:nvGrpSpPr>
          <p:cNvPr id="38" name="object 38"/>
          <p:cNvGrpSpPr/>
          <p:nvPr/>
        </p:nvGrpSpPr>
        <p:grpSpPr>
          <a:xfrm>
            <a:off x="5245100" y="1968500"/>
            <a:ext cx="1877695" cy="177800"/>
            <a:chOff x="5245100" y="1968500"/>
            <a:chExt cx="1877695" cy="177800"/>
          </a:xfrm>
        </p:grpSpPr>
        <p:sp>
          <p:nvSpPr>
            <p:cNvPr id="39" name="object 39"/>
            <p:cNvSpPr/>
            <p:nvPr/>
          </p:nvSpPr>
          <p:spPr>
            <a:xfrm>
              <a:off x="5257800" y="1981200"/>
              <a:ext cx="1852295" cy="152400"/>
            </a:xfrm>
            <a:custGeom>
              <a:avLst/>
              <a:gdLst/>
              <a:ahLst/>
              <a:cxnLst/>
              <a:rect l="l" t="t" r="r" b="b"/>
              <a:pathLst>
                <a:path w="1852295" h="152400">
                  <a:moveTo>
                    <a:pt x="1775955" y="0"/>
                  </a:moveTo>
                  <a:lnTo>
                    <a:pt x="1775955" y="38100"/>
                  </a:lnTo>
                  <a:lnTo>
                    <a:pt x="0" y="38100"/>
                  </a:lnTo>
                  <a:lnTo>
                    <a:pt x="0" y="114300"/>
                  </a:lnTo>
                  <a:lnTo>
                    <a:pt x="1775955" y="114300"/>
                  </a:lnTo>
                  <a:lnTo>
                    <a:pt x="1775955" y="152400"/>
                  </a:lnTo>
                  <a:lnTo>
                    <a:pt x="1852155" y="76200"/>
                  </a:lnTo>
                  <a:lnTo>
                    <a:pt x="1775955" y="0"/>
                  </a:lnTo>
                  <a:close/>
                </a:path>
              </a:pathLst>
            </a:custGeom>
            <a:solidFill>
              <a:srgbClr val="4F81BC"/>
            </a:solidFill>
          </p:spPr>
          <p:txBody>
            <a:bodyPr wrap="square" lIns="0" tIns="0" rIns="0" bIns="0" rtlCol="0"/>
            <a:lstStyle/>
            <a:p>
              <a:endParaRPr/>
            </a:p>
          </p:txBody>
        </p:sp>
        <p:sp>
          <p:nvSpPr>
            <p:cNvPr id="40" name="object 40"/>
            <p:cNvSpPr/>
            <p:nvPr/>
          </p:nvSpPr>
          <p:spPr>
            <a:xfrm>
              <a:off x="5257800" y="1981200"/>
              <a:ext cx="1852295" cy="152400"/>
            </a:xfrm>
            <a:custGeom>
              <a:avLst/>
              <a:gdLst/>
              <a:ahLst/>
              <a:cxnLst/>
              <a:rect l="l" t="t" r="r" b="b"/>
              <a:pathLst>
                <a:path w="1852295" h="152400">
                  <a:moveTo>
                    <a:pt x="0" y="38100"/>
                  </a:moveTo>
                  <a:lnTo>
                    <a:pt x="1775955" y="38100"/>
                  </a:lnTo>
                  <a:lnTo>
                    <a:pt x="1775955" y="0"/>
                  </a:lnTo>
                  <a:lnTo>
                    <a:pt x="1852155" y="76200"/>
                  </a:lnTo>
                  <a:lnTo>
                    <a:pt x="1775955" y="152400"/>
                  </a:lnTo>
                  <a:lnTo>
                    <a:pt x="1775955" y="114300"/>
                  </a:lnTo>
                  <a:lnTo>
                    <a:pt x="0" y="114300"/>
                  </a:lnTo>
                  <a:lnTo>
                    <a:pt x="0" y="38100"/>
                  </a:lnTo>
                  <a:close/>
                </a:path>
              </a:pathLst>
            </a:custGeom>
            <a:ln w="25400">
              <a:solidFill>
                <a:srgbClr val="1C334E"/>
              </a:solidFill>
            </a:ln>
          </p:spPr>
          <p:txBody>
            <a:bodyPr wrap="square" lIns="0" tIns="0" rIns="0" bIns="0" rtlCol="0"/>
            <a:lstStyle/>
            <a:p>
              <a:endParaRPr/>
            </a:p>
          </p:txBody>
        </p:sp>
      </p:grpSp>
      <p:pic>
        <p:nvPicPr>
          <p:cNvPr id="41" name="object 41"/>
          <p:cNvPicPr/>
          <p:nvPr/>
        </p:nvPicPr>
        <p:blipFill>
          <a:blip r:embed="rId2" cstate="print"/>
          <a:stretch>
            <a:fillRect/>
          </a:stretch>
        </p:blipFill>
        <p:spPr>
          <a:xfrm>
            <a:off x="293669" y="3960351"/>
            <a:ext cx="5231492" cy="2757569"/>
          </a:xfrm>
          <a:prstGeom prst="rect">
            <a:avLst/>
          </a:prstGeom>
        </p:spPr>
      </p:pic>
      <p:sp>
        <p:nvSpPr>
          <p:cNvPr id="42" name="object 42"/>
          <p:cNvSpPr txBox="1"/>
          <p:nvPr/>
        </p:nvSpPr>
        <p:spPr>
          <a:xfrm>
            <a:off x="818616" y="4107682"/>
            <a:ext cx="16897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8</a:t>
            </a:r>
            <a:r>
              <a:rPr sz="1800" spc="-20" dirty="0">
                <a:latin typeface="Arial"/>
                <a:cs typeface="Arial"/>
              </a:rPr>
              <a:t> </a:t>
            </a:r>
            <a:r>
              <a:rPr sz="1800" dirty="0">
                <a:latin typeface="Arial"/>
                <a:cs typeface="Arial"/>
              </a:rPr>
              <a:t>Bit</a:t>
            </a:r>
            <a:r>
              <a:rPr sz="1800" spc="-10" dirty="0">
                <a:latin typeface="Arial"/>
                <a:cs typeface="Arial"/>
              </a:rPr>
              <a:t> </a:t>
            </a:r>
            <a:r>
              <a:rPr sz="1800" dirty="0">
                <a:latin typeface="Arial"/>
                <a:cs typeface="Arial"/>
              </a:rPr>
              <a:t>DAC,</a:t>
            </a:r>
            <a:r>
              <a:rPr sz="1800" spc="-5" dirty="0">
                <a:latin typeface="Arial"/>
                <a:cs typeface="Arial"/>
              </a:rPr>
              <a:t> </a:t>
            </a:r>
            <a:r>
              <a:rPr sz="1800" dirty="0">
                <a:latin typeface="Arial"/>
                <a:cs typeface="Arial"/>
              </a:rPr>
              <a:t>3.3</a:t>
            </a:r>
            <a:r>
              <a:rPr sz="1800" spc="-20" dirty="0">
                <a:latin typeface="Arial"/>
                <a:cs typeface="Arial"/>
              </a:rPr>
              <a:t> </a:t>
            </a:r>
            <a:r>
              <a:rPr sz="1800" spc="-50" dirty="0">
                <a:latin typeface="Arial"/>
                <a:cs typeface="Arial"/>
              </a:rPr>
              <a:t>V</a:t>
            </a:r>
            <a:endParaRPr sz="1800">
              <a:latin typeface="Arial"/>
              <a:cs typeface="Arial"/>
            </a:endParaRPr>
          </a:p>
        </p:txBody>
      </p:sp>
      <p:pic>
        <p:nvPicPr>
          <p:cNvPr id="43" name="object 43"/>
          <p:cNvPicPr/>
          <p:nvPr/>
        </p:nvPicPr>
        <p:blipFill>
          <a:blip r:embed="rId3" cstate="print"/>
          <a:stretch>
            <a:fillRect/>
          </a:stretch>
        </p:blipFill>
        <p:spPr>
          <a:xfrm>
            <a:off x="6134778" y="3899852"/>
            <a:ext cx="4980129" cy="2725773"/>
          </a:xfrm>
          <a:prstGeom prst="rect">
            <a:avLst/>
          </a:prstGeom>
        </p:spPr>
      </p:pic>
      <p:sp>
        <p:nvSpPr>
          <p:cNvPr id="44" name="object 44"/>
          <p:cNvSpPr txBox="1"/>
          <p:nvPr/>
        </p:nvSpPr>
        <p:spPr>
          <a:xfrm>
            <a:off x="6530365" y="4142564"/>
            <a:ext cx="16897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4</a:t>
            </a:r>
            <a:r>
              <a:rPr sz="1800" spc="-20" dirty="0">
                <a:latin typeface="Arial"/>
                <a:cs typeface="Arial"/>
              </a:rPr>
              <a:t> </a:t>
            </a:r>
            <a:r>
              <a:rPr sz="1800" dirty="0">
                <a:latin typeface="Arial"/>
                <a:cs typeface="Arial"/>
              </a:rPr>
              <a:t>Bit</a:t>
            </a:r>
            <a:r>
              <a:rPr sz="1800" spc="-10" dirty="0">
                <a:latin typeface="Arial"/>
                <a:cs typeface="Arial"/>
              </a:rPr>
              <a:t> </a:t>
            </a:r>
            <a:r>
              <a:rPr sz="1800" dirty="0">
                <a:latin typeface="Arial"/>
                <a:cs typeface="Arial"/>
              </a:rPr>
              <a:t>DAC,</a:t>
            </a:r>
            <a:r>
              <a:rPr sz="1800" spc="-5" dirty="0">
                <a:latin typeface="Arial"/>
                <a:cs typeface="Arial"/>
              </a:rPr>
              <a:t> </a:t>
            </a:r>
            <a:r>
              <a:rPr sz="1800" dirty="0">
                <a:latin typeface="Arial"/>
                <a:cs typeface="Arial"/>
              </a:rPr>
              <a:t>3.3</a:t>
            </a:r>
            <a:r>
              <a:rPr sz="1800" spc="-20" dirty="0">
                <a:latin typeface="Arial"/>
                <a:cs typeface="Arial"/>
              </a:rPr>
              <a:t> </a:t>
            </a:r>
            <a:r>
              <a:rPr sz="1800" spc="-50" dirty="0">
                <a:latin typeface="Arial"/>
                <a:cs typeface="Arial"/>
              </a:rPr>
              <a:t>V</a:t>
            </a:r>
            <a:endParaRPr sz="1800">
              <a:latin typeface="Arial"/>
              <a:cs typeface="Arial"/>
            </a:endParaRPr>
          </a:p>
        </p:txBody>
      </p:sp>
      <p:grpSp>
        <p:nvGrpSpPr>
          <p:cNvPr id="53" name="Group 52">
            <a:extLst>
              <a:ext uri="{FF2B5EF4-FFF2-40B4-BE49-F238E27FC236}">
                <a16:creationId xmlns:a16="http://schemas.microsoft.com/office/drawing/2014/main" id="{A3B3C132-CEA7-0579-E0C1-DA63609671C4}"/>
              </a:ext>
            </a:extLst>
          </p:cNvPr>
          <p:cNvGrpSpPr/>
          <p:nvPr/>
        </p:nvGrpSpPr>
        <p:grpSpPr>
          <a:xfrm>
            <a:off x="7228550" y="4876597"/>
            <a:ext cx="1226160" cy="550800"/>
            <a:chOff x="7228550" y="4876597"/>
            <a:chExt cx="1226160" cy="550800"/>
          </a:xfrm>
        </p:grpSpPr>
        <mc:AlternateContent xmlns:mc="http://schemas.openxmlformats.org/markup-compatibility/2006" xmlns:p14="http://schemas.microsoft.com/office/powerpoint/2010/main">
          <mc:Choice Requires="p14">
            <p:contentPart p14:bwMode="auto" r:id="rId4">
              <p14:nvContentPartPr>
                <p14:cNvPr id="45" name="Ink 44">
                  <a:extLst>
                    <a:ext uri="{FF2B5EF4-FFF2-40B4-BE49-F238E27FC236}">
                      <a16:creationId xmlns:a16="http://schemas.microsoft.com/office/drawing/2014/main" id="{E396F519-AA6F-E762-06CE-E2FEE37C4606}"/>
                    </a:ext>
                  </a:extLst>
                </p14:cNvPr>
                <p14:cNvContentPartPr/>
                <p14:nvPr/>
              </p14:nvContentPartPr>
              <p14:xfrm>
                <a:off x="7228550" y="4892797"/>
                <a:ext cx="262440" cy="269280"/>
              </p14:xfrm>
            </p:contentPart>
          </mc:Choice>
          <mc:Fallback xmlns="">
            <p:pic>
              <p:nvPicPr>
                <p:cNvPr id="45" name="Ink 44">
                  <a:extLst>
                    <a:ext uri="{FF2B5EF4-FFF2-40B4-BE49-F238E27FC236}">
                      <a16:creationId xmlns:a16="http://schemas.microsoft.com/office/drawing/2014/main" id="{E396F519-AA6F-E762-06CE-E2FEE37C4606}"/>
                    </a:ext>
                  </a:extLst>
                </p:cNvPr>
                <p:cNvPicPr/>
                <p:nvPr/>
              </p:nvPicPr>
              <p:blipFill>
                <a:blip r:embed="rId5"/>
                <a:stretch>
                  <a:fillRect/>
                </a:stretch>
              </p:blipFill>
              <p:spPr>
                <a:xfrm>
                  <a:off x="7210910" y="4875157"/>
                  <a:ext cx="29808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6" name="Ink 45">
                  <a:extLst>
                    <a:ext uri="{FF2B5EF4-FFF2-40B4-BE49-F238E27FC236}">
                      <a16:creationId xmlns:a16="http://schemas.microsoft.com/office/drawing/2014/main" id="{1379FE9A-3C34-7C7C-7FDC-E9FCB72E9C77}"/>
                    </a:ext>
                  </a:extLst>
                </p14:cNvPr>
                <p14:cNvContentPartPr/>
                <p14:nvPr/>
              </p14:nvContentPartPr>
              <p14:xfrm>
                <a:off x="7407830" y="5014117"/>
                <a:ext cx="34920" cy="413280"/>
              </p14:xfrm>
            </p:contentPart>
          </mc:Choice>
          <mc:Fallback xmlns="">
            <p:pic>
              <p:nvPicPr>
                <p:cNvPr id="46" name="Ink 45">
                  <a:extLst>
                    <a:ext uri="{FF2B5EF4-FFF2-40B4-BE49-F238E27FC236}">
                      <a16:creationId xmlns:a16="http://schemas.microsoft.com/office/drawing/2014/main" id="{1379FE9A-3C34-7C7C-7FDC-E9FCB72E9C77}"/>
                    </a:ext>
                  </a:extLst>
                </p:cNvPr>
                <p:cNvPicPr/>
                <p:nvPr/>
              </p:nvPicPr>
              <p:blipFill>
                <a:blip r:embed="rId7"/>
                <a:stretch>
                  <a:fillRect/>
                </a:stretch>
              </p:blipFill>
              <p:spPr>
                <a:xfrm>
                  <a:off x="7390190" y="4996477"/>
                  <a:ext cx="70560" cy="448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7" name="Ink 46">
                  <a:extLst>
                    <a:ext uri="{FF2B5EF4-FFF2-40B4-BE49-F238E27FC236}">
                      <a16:creationId xmlns:a16="http://schemas.microsoft.com/office/drawing/2014/main" id="{A947205F-44B6-17A0-50B2-A4EC005152EC}"/>
                    </a:ext>
                  </a:extLst>
                </p14:cNvPr>
                <p14:cNvContentPartPr/>
                <p14:nvPr/>
              </p14:nvContentPartPr>
              <p14:xfrm>
                <a:off x="7716350" y="4985317"/>
                <a:ext cx="15120" cy="316080"/>
              </p14:xfrm>
            </p:contentPart>
          </mc:Choice>
          <mc:Fallback xmlns="">
            <p:pic>
              <p:nvPicPr>
                <p:cNvPr id="47" name="Ink 46">
                  <a:extLst>
                    <a:ext uri="{FF2B5EF4-FFF2-40B4-BE49-F238E27FC236}">
                      <a16:creationId xmlns:a16="http://schemas.microsoft.com/office/drawing/2014/main" id="{A947205F-44B6-17A0-50B2-A4EC005152EC}"/>
                    </a:ext>
                  </a:extLst>
                </p:cNvPr>
                <p:cNvPicPr/>
                <p:nvPr/>
              </p:nvPicPr>
              <p:blipFill>
                <a:blip r:embed="rId9"/>
                <a:stretch>
                  <a:fillRect/>
                </a:stretch>
              </p:blipFill>
              <p:spPr>
                <a:xfrm>
                  <a:off x="7698710" y="4967317"/>
                  <a:ext cx="50760" cy="351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8" name="Ink 47">
                  <a:extLst>
                    <a:ext uri="{FF2B5EF4-FFF2-40B4-BE49-F238E27FC236}">
                      <a16:creationId xmlns:a16="http://schemas.microsoft.com/office/drawing/2014/main" id="{1F49F243-4763-A6C6-7A9A-4F1FC7F11519}"/>
                    </a:ext>
                  </a:extLst>
                </p14:cNvPr>
                <p14:cNvContentPartPr/>
                <p14:nvPr/>
              </p14:nvContentPartPr>
              <p14:xfrm>
                <a:off x="7663790" y="4921957"/>
                <a:ext cx="307440" cy="419040"/>
              </p14:xfrm>
            </p:contentPart>
          </mc:Choice>
          <mc:Fallback xmlns="">
            <p:pic>
              <p:nvPicPr>
                <p:cNvPr id="48" name="Ink 47">
                  <a:extLst>
                    <a:ext uri="{FF2B5EF4-FFF2-40B4-BE49-F238E27FC236}">
                      <a16:creationId xmlns:a16="http://schemas.microsoft.com/office/drawing/2014/main" id="{1F49F243-4763-A6C6-7A9A-4F1FC7F11519}"/>
                    </a:ext>
                  </a:extLst>
                </p:cNvPr>
                <p:cNvPicPr/>
                <p:nvPr/>
              </p:nvPicPr>
              <p:blipFill>
                <a:blip r:embed="rId11"/>
                <a:stretch>
                  <a:fillRect/>
                </a:stretch>
              </p:blipFill>
              <p:spPr>
                <a:xfrm>
                  <a:off x="7645790" y="4903957"/>
                  <a:ext cx="343080" cy="454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9" name="Ink 48">
                  <a:extLst>
                    <a:ext uri="{FF2B5EF4-FFF2-40B4-BE49-F238E27FC236}">
                      <a16:creationId xmlns:a16="http://schemas.microsoft.com/office/drawing/2014/main" id="{824CD815-C0C6-9A2B-B3A4-3FADC5FE88D0}"/>
                    </a:ext>
                  </a:extLst>
                </p14:cNvPr>
                <p14:cNvContentPartPr/>
                <p14:nvPr/>
              </p14:nvContentPartPr>
              <p14:xfrm>
                <a:off x="8078510" y="5075677"/>
                <a:ext cx="28080" cy="203040"/>
              </p14:xfrm>
            </p:contentPart>
          </mc:Choice>
          <mc:Fallback xmlns="">
            <p:pic>
              <p:nvPicPr>
                <p:cNvPr id="49" name="Ink 48">
                  <a:extLst>
                    <a:ext uri="{FF2B5EF4-FFF2-40B4-BE49-F238E27FC236}">
                      <a16:creationId xmlns:a16="http://schemas.microsoft.com/office/drawing/2014/main" id="{824CD815-C0C6-9A2B-B3A4-3FADC5FE88D0}"/>
                    </a:ext>
                  </a:extLst>
                </p:cNvPr>
                <p:cNvPicPr/>
                <p:nvPr/>
              </p:nvPicPr>
              <p:blipFill>
                <a:blip r:embed="rId13"/>
                <a:stretch>
                  <a:fillRect/>
                </a:stretch>
              </p:blipFill>
              <p:spPr>
                <a:xfrm>
                  <a:off x="8060510" y="5057677"/>
                  <a:ext cx="6372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0" name="Ink 49">
                  <a:extLst>
                    <a:ext uri="{FF2B5EF4-FFF2-40B4-BE49-F238E27FC236}">
                      <a16:creationId xmlns:a16="http://schemas.microsoft.com/office/drawing/2014/main" id="{F2657356-522C-29DE-375B-B5F57EE25FD7}"/>
                    </a:ext>
                  </a:extLst>
                </p14:cNvPr>
                <p14:cNvContentPartPr/>
                <p14:nvPr/>
              </p14:nvContentPartPr>
              <p14:xfrm>
                <a:off x="8082470" y="4971637"/>
                <a:ext cx="10080" cy="45720"/>
              </p14:xfrm>
            </p:contentPart>
          </mc:Choice>
          <mc:Fallback xmlns="">
            <p:pic>
              <p:nvPicPr>
                <p:cNvPr id="50" name="Ink 49">
                  <a:extLst>
                    <a:ext uri="{FF2B5EF4-FFF2-40B4-BE49-F238E27FC236}">
                      <a16:creationId xmlns:a16="http://schemas.microsoft.com/office/drawing/2014/main" id="{F2657356-522C-29DE-375B-B5F57EE25FD7}"/>
                    </a:ext>
                  </a:extLst>
                </p:cNvPr>
                <p:cNvPicPr/>
                <p:nvPr/>
              </p:nvPicPr>
              <p:blipFill>
                <a:blip r:embed="rId15"/>
                <a:stretch>
                  <a:fillRect/>
                </a:stretch>
              </p:blipFill>
              <p:spPr>
                <a:xfrm>
                  <a:off x="8064470" y="4953997"/>
                  <a:ext cx="4572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1" name="Ink 50">
                  <a:extLst>
                    <a:ext uri="{FF2B5EF4-FFF2-40B4-BE49-F238E27FC236}">
                      <a16:creationId xmlns:a16="http://schemas.microsoft.com/office/drawing/2014/main" id="{BF098E91-A37A-75FF-8A11-8737B50EA39D}"/>
                    </a:ext>
                  </a:extLst>
                </p14:cNvPr>
                <p14:cNvContentPartPr/>
                <p14:nvPr/>
              </p14:nvContentPartPr>
              <p14:xfrm>
                <a:off x="8347070" y="4876597"/>
                <a:ext cx="107640" cy="347760"/>
              </p14:xfrm>
            </p:contentPart>
          </mc:Choice>
          <mc:Fallback xmlns="">
            <p:pic>
              <p:nvPicPr>
                <p:cNvPr id="51" name="Ink 50">
                  <a:extLst>
                    <a:ext uri="{FF2B5EF4-FFF2-40B4-BE49-F238E27FC236}">
                      <a16:creationId xmlns:a16="http://schemas.microsoft.com/office/drawing/2014/main" id="{BF098E91-A37A-75FF-8A11-8737B50EA39D}"/>
                    </a:ext>
                  </a:extLst>
                </p:cNvPr>
                <p:cNvPicPr/>
                <p:nvPr/>
              </p:nvPicPr>
              <p:blipFill>
                <a:blip r:embed="rId17"/>
                <a:stretch>
                  <a:fillRect/>
                </a:stretch>
              </p:blipFill>
              <p:spPr>
                <a:xfrm>
                  <a:off x="8329070" y="4858597"/>
                  <a:ext cx="14328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2" name="Ink 51">
                  <a:extLst>
                    <a:ext uri="{FF2B5EF4-FFF2-40B4-BE49-F238E27FC236}">
                      <a16:creationId xmlns:a16="http://schemas.microsoft.com/office/drawing/2014/main" id="{1FC7ED67-B129-37EE-34A0-BE1230637E09}"/>
                    </a:ext>
                  </a:extLst>
                </p14:cNvPr>
                <p14:cNvContentPartPr/>
                <p14:nvPr/>
              </p14:nvContentPartPr>
              <p14:xfrm>
                <a:off x="8294510" y="5010157"/>
                <a:ext cx="139680" cy="77400"/>
              </p14:xfrm>
            </p:contentPart>
          </mc:Choice>
          <mc:Fallback xmlns="">
            <p:pic>
              <p:nvPicPr>
                <p:cNvPr id="52" name="Ink 51">
                  <a:extLst>
                    <a:ext uri="{FF2B5EF4-FFF2-40B4-BE49-F238E27FC236}">
                      <a16:creationId xmlns:a16="http://schemas.microsoft.com/office/drawing/2014/main" id="{1FC7ED67-B129-37EE-34A0-BE1230637E09}"/>
                    </a:ext>
                  </a:extLst>
                </p:cNvPr>
                <p:cNvPicPr/>
                <p:nvPr/>
              </p:nvPicPr>
              <p:blipFill>
                <a:blip r:embed="rId19"/>
                <a:stretch>
                  <a:fillRect/>
                </a:stretch>
              </p:blipFill>
              <p:spPr>
                <a:xfrm>
                  <a:off x="8276510" y="4992157"/>
                  <a:ext cx="175320" cy="113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
            <p14:nvContentPartPr>
              <p14:cNvPr id="65" name="Ink 64">
                <a:extLst>
                  <a:ext uri="{FF2B5EF4-FFF2-40B4-BE49-F238E27FC236}">
                    <a16:creationId xmlns:a16="http://schemas.microsoft.com/office/drawing/2014/main" id="{8D8D06EC-5AD7-7561-E20E-F3B94699628D}"/>
                  </a:ext>
                </a:extLst>
              </p14:cNvPr>
              <p14:cNvContentPartPr/>
              <p14:nvPr/>
            </p14:nvContentPartPr>
            <p14:xfrm>
              <a:off x="6457790" y="5184397"/>
              <a:ext cx="132480" cy="195840"/>
            </p14:xfrm>
          </p:contentPart>
        </mc:Choice>
        <mc:Fallback xmlns="">
          <p:pic>
            <p:nvPicPr>
              <p:cNvPr id="65" name="Ink 64">
                <a:extLst>
                  <a:ext uri="{FF2B5EF4-FFF2-40B4-BE49-F238E27FC236}">
                    <a16:creationId xmlns:a16="http://schemas.microsoft.com/office/drawing/2014/main" id="{8D8D06EC-5AD7-7561-E20E-F3B94699628D}"/>
                  </a:ext>
                </a:extLst>
              </p:cNvPr>
              <p:cNvPicPr/>
              <p:nvPr/>
            </p:nvPicPr>
            <p:blipFill>
              <a:blip r:embed="rId21"/>
              <a:stretch>
                <a:fillRect/>
              </a:stretch>
            </p:blipFill>
            <p:spPr>
              <a:xfrm>
                <a:off x="6439790" y="5166397"/>
                <a:ext cx="168120" cy="231480"/>
              </a:xfrm>
              <a:prstGeom prst="rect">
                <a:avLst/>
              </a:prstGeom>
            </p:spPr>
          </p:pic>
        </mc:Fallback>
      </mc:AlternateContent>
      <p:grpSp>
        <p:nvGrpSpPr>
          <p:cNvPr id="71" name="Group 70">
            <a:extLst>
              <a:ext uri="{FF2B5EF4-FFF2-40B4-BE49-F238E27FC236}">
                <a16:creationId xmlns:a16="http://schemas.microsoft.com/office/drawing/2014/main" id="{CB28B321-880F-5C95-01BF-36DAD9B9268B}"/>
              </a:ext>
            </a:extLst>
          </p:cNvPr>
          <p:cNvGrpSpPr/>
          <p:nvPr/>
        </p:nvGrpSpPr>
        <p:grpSpPr>
          <a:xfrm>
            <a:off x="6586310" y="3789397"/>
            <a:ext cx="514440" cy="326880"/>
            <a:chOff x="6586310" y="3789397"/>
            <a:chExt cx="514440" cy="326880"/>
          </a:xfrm>
        </p:grpSpPr>
        <mc:AlternateContent xmlns:mc="http://schemas.openxmlformats.org/markup-compatibility/2006" xmlns:p14="http://schemas.microsoft.com/office/powerpoint/2010/main">
          <mc:Choice Requires="p14">
            <p:contentPart p14:bwMode="auto" r:id="rId22">
              <p14:nvContentPartPr>
                <p14:cNvPr id="66" name="Ink 65">
                  <a:extLst>
                    <a:ext uri="{FF2B5EF4-FFF2-40B4-BE49-F238E27FC236}">
                      <a16:creationId xmlns:a16="http://schemas.microsoft.com/office/drawing/2014/main" id="{CB33F642-69C0-01B8-8584-FB09B1E7AFCB}"/>
                    </a:ext>
                  </a:extLst>
                </p14:cNvPr>
                <p14:cNvContentPartPr/>
                <p14:nvPr/>
              </p14:nvContentPartPr>
              <p14:xfrm>
                <a:off x="6586310" y="3934837"/>
                <a:ext cx="74160" cy="181440"/>
              </p14:xfrm>
            </p:contentPart>
          </mc:Choice>
          <mc:Fallback xmlns="">
            <p:pic>
              <p:nvPicPr>
                <p:cNvPr id="66" name="Ink 65">
                  <a:extLst>
                    <a:ext uri="{FF2B5EF4-FFF2-40B4-BE49-F238E27FC236}">
                      <a16:creationId xmlns:a16="http://schemas.microsoft.com/office/drawing/2014/main" id="{CB33F642-69C0-01B8-8584-FB09B1E7AFCB}"/>
                    </a:ext>
                  </a:extLst>
                </p:cNvPr>
                <p:cNvPicPr/>
                <p:nvPr/>
              </p:nvPicPr>
              <p:blipFill>
                <a:blip r:embed="rId23"/>
                <a:stretch>
                  <a:fillRect/>
                </a:stretch>
              </p:blipFill>
              <p:spPr>
                <a:xfrm>
                  <a:off x="6568670" y="3916837"/>
                  <a:ext cx="10980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7" name="Ink 66">
                  <a:extLst>
                    <a:ext uri="{FF2B5EF4-FFF2-40B4-BE49-F238E27FC236}">
                      <a16:creationId xmlns:a16="http://schemas.microsoft.com/office/drawing/2014/main" id="{822E7512-D764-FB3A-94BC-CA2CC6D96A22}"/>
                    </a:ext>
                  </a:extLst>
                </p14:cNvPr>
                <p14:cNvContentPartPr/>
                <p14:nvPr/>
              </p14:nvContentPartPr>
              <p14:xfrm>
                <a:off x="6686750" y="3994237"/>
                <a:ext cx="3960" cy="8640"/>
              </p14:xfrm>
            </p:contentPart>
          </mc:Choice>
          <mc:Fallback xmlns="">
            <p:pic>
              <p:nvPicPr>
                <p:cNvPr id="67" name="Ink 66">
                  <a:extLst>
                    <a:ext uri="{FF2B5EF4-FFF2-40B4-BE49-F238E27FC236}">
                      <a16:creationId xmlns:a16="http://schemas.microsoft.com/office/drawing/2014/main" id="{822E7512-D764-FB3A-94BC-CA2CC6D96A22}"/>
                    </a:ext>
                  </a:extLst>
                </p:cNvPr>
                <p:cNvPicPr/>
                <p:nvPr/>
              </p:nvPicPr>
              <p:blipFill>
                <a:blip r:embed="rId25"/>
                <a:stretch>
                  <a:fillRect/>
                </a:stretch>
              </p:blipFill>
              <p:spPr>
                <a:xfrm>
                  <a:off x="6669110" y="3976597"/>
                  <a:ext cx="3960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8" name="Ink 67">
                  <a:extLst>
                    <a:ext uri="{FF2B5EF4-FFF2-40B4-BE49-F238E27FC236}">
                      <a16:creationId xmlns:a16="http://schemas.microsoft.com/office/drawing/2014/main" id="{02310AEA-C345-16B7-024D-A8B482F26452}"/>
                    </a:ext>
                  </a:extLst>
                </p14:cNvPr>
                <p14:cNvContentPartPr/>
                <p14:nvPr/>
              </p14:nvContentPartPr>
              <p14:xfrm>
                <a:off x="6779270" y="3833317"/>
                <a:ext cx="105120" cy="137880"/>
              </p14:xfrm>
            </p:contentPart>
          </mc:Choice>
          <mc:Fallback xmlns="">
            <p:pic>
              <p:nvPicPr>
                <p:cNvPr id="68" name="Ink 67">
                  <a:extLst>
                    <a:ext uri="{FF2B5EF4-FFF2-40B4-BE49-F238E27FC236}">
                      <a16:creationId xmlns:a16="http://schemas.microsoft.com/office/drawing/2014/main" id="{02310AEA-C345-16B7-024D-A8B482F26452}"/>
                    </a:ext>
                  </a:extLst>
                </p:cNvPr>
                <p:cNvPicPr/>
                <p:nvPr/>
              </p:nvPicPr>
              <p:blipFill>
                <a:blip r:embed="rId27"/>
                <a:stretch>
                  <a:fillRect/>
                </a:stretch>
              </p:blipFill>
              <p:spPr>
                <a:xfrm>
                  <a:off x="6761630" y="3815317"/>
                  <a:ext cx="1407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9" name="Ink 68">
                  <a:extLst>
                    <a:ext uri="{FF2B5EF4-FFF2-40B4-BE49-F238E27FC236}">
                      <a16:creationId xmlns:a16="http://schemas.microsoft.com/office/drawing/2014/main" id="{EE49D86B-78EC-5B2F-326C-9452A6DBBAF5}"/>
                    </a:ext>
                  </a:extLst>
                </p14:cNvPr>
                <p14:cNvContentPartPr/>
                <p14:nvPr/>
              </p14:nvContentPartPr>
              <p14:xfrm>
                <a:off x="6905270" y="3789397"/>
                <a:ext cx="87840" cy="175320"/>
              </p14:xfrm>
            </p:contentPart>
          </mc:Choice>
          <mc:Fallback xmlns="">
            <p:pic>
              <p:nvPicPr>
                <p:cNvPr id="69" name="Ink 68">
                  <a:extLst>
                    <a:ext uri="{FF2B5EF4-FFF2-40B4-BE49-F238E27FC236}">
                      <a16:creationId xmlns:a16="http://schemas.microsoft.com/office/drawing/2014/main" id="{EE49D86B-78EC-5B2F-326C-9452A6DBBAF5}"/>
                    </a:ext>
                  </a:extLst>
                </p:cNvPr>
                <p:cNvPicPr/>
                <p:nvPr/>
              </p:nvPicPr>
              <p:blipFill>
                <a:blip r:embed="rId29"/>
                <a:stretch>
                  <a:fillRect/>
                </a:stretch>
              </p:blipFill>
              <p:spPr>
                <a:xfrm>
                  <a:off x="6887270" y="3771757"/>
                  <a:ext cx="12348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0" name="Ink 69">
                  <a:extLst>
                    <a:ext uri="{FF2B5EF4-FFF2-40B4-BE49-F238E27FC236}">
                      <a16:creationId xmlns:a16="http://schemas.microsoft.com/office/drawing/2014/main" id="{DC00C388-EC09-98C3-AC85-25311D3754FA}"/>
                    </a:ext>
                  </a:extLst>
                </p14:cNvPr>
                <p14:cNvContentPartPr/>
                <p14:nvPr/>
              </p14:nvContentPartPr>
              <p14:xfrm>
                <a:off x="6961790" y="3807037"/>
                <a:ext cx="138960" cy="133560"/>
              </p14:xfrm>
            </p:contentPart>
          </mc:Choice>
          <mc:Fallback xmlns="">
            <p:pic>
              <p:nvPicPr>
                <p:cNvPr id="70" name="Ink 69">
                  <a:extLst>
                    <a:ext uri="{FF2B5EF4-FFF2-40B4-BE49-F238E27FC236}">
                      <a16:creationId xmlns:a16="http://schemas.microsoft.com/office/drawing/2014/main" id="{DC00C388-EC09-98C3-AC85-25311D3754FA}"/>
                    </a:ext>
                  </a:extLst>
                </p:cNvPr>
                <p:cNvPicPr/>
                <p:nvPr/>
              </p:nvPicPr>
              <p:blipFill>
                <a:blip r:embed="rId31"/>
                <a:stretch>
                  <a:fillRect/>
                </a:stretch>
              </p:blipFill>
              <p:spPr>
                <a:xfrm>
                  <a:off x="6943790" y="3789037"/>
                  <a:ext cx="174600" cy="169200"/>
                </a:xfrm>
                <a:prstGeom prst="rect">
                  <a:avLst/>
                </a:prstGeom>
              </p:spPr>
            </p:pic>
          </mc:Fallback>
        </mc:AlternateContent>
      </p:grpSp>
      <p:grpSp>
        <p:nvGrpSpPr>
          <p:cNvPr id="78" name="Group 77">
            <a:extLst>
              <a:ext uri="{FF2B5EF4-FFF2-40B4-BE49-F238E27FC236}">
                <a16:creationId xmlns:a16="http://schemas.microsoft.com/office/drawing/2014/main" id="{E2427578-F79B-D270-0A4C-3B6471AFAFBB}"/>
              </a:ext>
            </a:extLst>
          </p:cNvPr>
          <p:cNvGrpSpPr/>
          <p:nvPr/>
        </p:nvGrpSpPr>
        <p:grpSpPr>
          <a:xfrm>
            <a:off x="6581990" y="5940397"/>
            <a:ext cx="620640" cy="480960"/>
            <a:chOff x="6581990" y="5940397"/>
            <a:chExt cx="620640" cy="480960"/>
          </a:xfrm>
        </p:grpSpPr>
        <mc:AlternateContent xmlns:mc="http://schemas.openxmlformats.org/markup-compatibility/2006" xmlns:p14="http://schemas.microsoft.com/office/powerpoint/2010/main">
          <mc:Choice Requires="p14">
            <p:contentPart p14:bwMode="auto" r:id="rId32">
              <p14:nvContentPartPr>
                <p14:cNvPr id="72" name="Ink 71">
                  <a:extLst>
                    <a:ext uri="{FF2B5EF4-FFF2-40B4-BE49-F238E27FC236}">
                      <a16:creationId xmlns:a16="http://schemas.microsoft.com/office/drawing/2014/main" id="{802443AA-33BF-A508-FAC2-2A7E7A80B83A}"/>
                    </a:ext>
                  </a:extLst>
                </p14:cNvPr>
                <p14:cNvContentPartPr/>
                <p14:nvPr/>
              </p14:nvContentPartPr>
              <p14:xfrm>
                <a:off x="6712310" y="6130477"/>
                <a:ext cx="138960" cy="228240"/>
              </p14:xfrm>
            </p:contentPart>
          </mc:Choice>
          <mc:Fallback xmlns="">
            <p:pic>
              <p:nvPicPr>
                <p:cNvPr id="72" name="Ink 71">
                  <a:extLst>
                    <a:ext uri="{FF2B5EF4-FFF2-40B4-BE49-F238E27FC236}">
                      <a16:creationId xmlns:a16="http://schemas.microsoft.com/office/drawing/2014/main" id="{802443AA-33BF-A508-FAC2-2A7E7A80B83A}"/>
                    </a:ext>
                  </a:extLst>
                </p:cNvPr>
                <p:cNvPicPr/>
                <p:nvPr/>
              </p:nvPicPr>
              <p:blipFill>
                <a:blip r:embed="rId33"/>
                <a:stretch>
                  <a:fillRect/>
                </a:stretch>
              </p:blipFill>
              <p:spPr>
                <a:xfrm>
                  <a:off x="6694670" y="6112477"/>
                  <a:ext cx="17460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73" name="Ink 72">
                  <a:extLst>
                    <a:ext uri="{FF2B5EF4-FFF2-40B4-BE49-F238E27FC236}">
                      <a16:creationId xmlns:a16="http://schemas.microsoft.com/office/drawing/2014/main" id="{7DEC4DF2-B0BC-93FC-E63A-39D9BF628477}"/>
                    </a:ext>
                  </a:extLst>
                </p14:cNvPr>
                <p14:cNvContentPartPr/>
                <p14:nvPr/>
              </p14:nvContentPartPr>
              <p14:xfrm>
                <a:off x="6858470" y="6142357"/>
                <a:ext cx="10440" cy="23760"/>
              </p14:xfrm>
            </p:contentPart>
          </mc:Choice>
          <mc:Fallback xmlns="">
            <p:pic>
              <p:nvPicPr>
                <p:cNvPr id="73" name="Ink 72">
                  <a:extLst>
                    <a:ext uri="{FF2B5EF4-FFF2-40B4-BE49-F238E27FC236}">
                      <a16:creationId xmlns:a16="http://schemas.microsoft.com/office/drawing/2014/main" id="{7DEC4DF2-B0BC-93FC-E63A-39D9BF628477}"/>
                    </a:ext>
                  </a:extLst>
                </p:cNvPr>
                <p:cNvPicPr/>
                <p:nvPr/>
              </p:nvPicPr>
              <p:blipFill>
                <a:blip r:embed="rId35"/>
                <a:stretch>
                  <a:fillRect/>
                </a:stretch>
              </p:blipFill>
              <p:spPr>
                <a:xfrm>
                  <a:off x="6840470" y="6124717"/>
                  <a:ext cx="4608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74" name="Ink 73">
                  <a:extLst>
                    <a:ext uri="{FF2B5EF4-FFF2-40B4-BE49-F238E27FC236}">
                      <a16:creationId xmlns:a16="http://schemas.microsoft.com/office/drawing/2014/main" id="{8B5A6BE3-E285-8FC0-601C-454C287BB8D5}"/>
                    </a:ext>
                  </a:extLst>
                </p14:cNvPr>
                <p14:cNvContentPartPr/>
                <p14:nvPr/>
              </p14:nvContentPartPr>
              <p14:xfrm>
                <a:off x="6937310" y="6015997"/>
                <a:ext cx="138960" cy="208440"/>
              </p14:xfrm>
            </p:contentPart>
          </mc:Choice>
          <mc:Fallback xmlns="">
            <p:pic>
              <p:nvPicPr>
                <p:cNvPr id="74" name="Ink 73">
                  <a:extLst>
                    <a:ext uri="{FF2B5EF4-FFF2-40B4-BE49-F238E27FC236}">
                      <a16:creationId xmlns:a16="http://schemas.microsoft.com/office/drawing/2014/main" id="{8B5A6BE3-E285-8FC0-601C-454C287BB8D5}"/>
                    </a:ext>
                  </a:extLst>
                </p:cNvPr>
                <p:cNvPicPr/>
                <p:nvPr/>
              </p:nvPicPr>
              <p:blipFill>
                <a:blip r:embed="rId37"/>
                <a:stretch>
                  <a:fillRect/>
                </a:stretch>
              </p:blipFill>
              <p:spPr>
                <a:xfrm>
                  <a:off x="6919310" y="5998357"/>
                  <a:ext cx="17460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75" name="Ink 74">
                  <a:extLst>
                    <a:ext uri="{FF2B5EF4-FFF2-40B4-BE49-F238E27FC236}">
                      <a16:creationId xmlns:a16="http://schemas.microsoft.com/office/drawing/2014/main" id="{73418FEA-6569-C2E5-CB35-3FC7DBC7BA25}"/>
                    </a:ext>
                  </a:extLst>
                </p14:cNvPr>
                <p14:cNvContentPartPr/>
                <p14:nvPr/>
              </p14:nvContentPartPr>
              <p14:xfrm>
                <a:off x="7052150" y="5940397"/>
                <a:ext cx="150480" cy="202320"/>
              </p14:xfrm>
            </p:contentPart>
          </mc:Choice>
          <mc:Fallback xmlns="">
            <p:pic>
              <p:nvPicPr>
                <p:cNvPr id="75" name="Ink 74">
                  <a:extLst>
                    <a:ext uri="{FF2B5EF4-FFF2-40B4-BE49-F238E27FC236}">
                      <a16:creationId xmlns:a16="http://schemas.microsoft.com/office/drawing/2014/main" id="{73418FEA-6569-C2E5-CB35-3FC7DBC7BA25}"/>
                    </a:ext>
                  </a:extLst>
                </p:cNvPr>
                <p:cNvPicPr/>
                <p:nvPr/>
              </p:nvPicPr>
              <p:blipFill>
                <a:blip r:embed="rId39"/>
                <a:stretch>
                  <a:fillRect/>
                </a:stretch>
              </p:blipFill>
              <p:spPr>
                <a:xfrm>
                  <a:off x="7034510" y="5922757"/>
                  <a:ext cx="18612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76" name="Ink 75">
                  <a:extLst>
                    <a:ext uri="{FF2B5EF4-FFF2-40B4-BE49-F238E27FC236}">
                      <a16:creationId xmlns:a16="http://schemas.microsoft.com/office/drawing/2014/main" id="{B26EE419-F718-08DD-A4BB-B0C20EE4241D}"/>
                    </a:ext>
                  </a:extLst>
                </p14:cNvPr>
                <p14:cNvContentPartPr/>
                <p14:nvPr/>
              </p14:nvContentPartPr>
              <p14:xfrm>
                <a:off x="7093190" y="6011677"/>
                <a:ext cx="53280" cy="128880"/>
              </p14:xfrm>
            </p:contentPart>
          </mc:Choice>
          <mc:Fallback xmlns="">
            <p:pic>
              <p:nvPicPr>
                <p:cNvPr id="76" name="Ink 75">
                  <a:extLst>
                    <a:ext uri="{FF2B5EF4-FFF2-40B4-BE49-F238E27FC236}">
                      <a16:creationId xmlns:a16="http://schemas.microsoft.com/office/drawing/2014/main" id="{B26EE419-F718-08DD-A4BB-B0C20EE4241D}"/>
                    </a:ext>
                  </a:extLst>
                </p:cNvPr>
                <p:cNvPicPr/>
                <p:nvPr/>
              </p:nvPicPr>
              <p:blipFill>
                <a:blip r:embed="rId41"/>
                <a:stretch>
                  <a:fillRect/>
                </a:stretch>
              </p:blipFill>
              <p:spPr>
                <a:xfrm>
                  <a:off x="7075550" y="5993677"/>
                  <a:ext cx="8892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7" name="Ink 76">
                  <a:extLst>
                    <a:ext uri="{FF2B5EF4-FFF2-40B4-BE49-F238E27FC236}">
                      <a16:creationId xmlns:a16="http://schemas.microsoft.com/office/drawing/2014/main" id="{C080D569-0A2D-D0CD-26EE-6244AE1FBEF8}"/>
                    </a:ext>
                  </a:extLst>
                </p14:cNvPr>
                <p14:cNvContentPartPr/>
                <p14:nvPr/>
              </p14:nvContentPartPr>
              <p14:xfrm>
                <a:off x="6581990" y="6297157"/>
                <a:ext cx="170640" cy="124200"/>
              </p14:xfrm>
            </p:contentPart>
          </mc:Choice>
          <mc:Fallback xmlns="">
            <p:pic>
              <p:nvPicPr>
                <p:cNvPr id="77" name="Ink 76">
                  <a:extLst>
                    <a:ext uri="{FF2B5EF4-FFF2-40B4-BE49-F238E27FC236}">
                      <a16:creationId xmlns:a16="http://schemas.microsoft.com/office/drawing/2014/main" id="{C080D569-0A2D-D0CD-26EE-6244AE1FBEF8}"/>
                    </a:ext>
                  </a:extLst>
                </p:cNvPr>
                <p:cNvPicPr/>
                <p:nvPr/>
              </p:nvPicPr>
              <p:blipFill>
                <a:blip r:embed="rId43"/>
                <a:stretch>
                  <a:fillRect/>
                </a:stretch>
              </p:blipFill>
              <p:spPr>
                <a:xfrm>
                  <a:off x="6564350" y="6279517"/>
                  <a:ext cx="206280" cy="159840"/>
                </a:xfrm>
                <a:prstGeom prst="rect">
                  <a:avLst/>
                </a:prstGeom>
              </p:spPr>
            </p:pic>
          </mc:Fallback>
        </mc:AlternateContent>
      </p:grpSp>
      <p:grpSp>
        <p:nvGrpSpPr>
          <p:cNvPr id="82" name="Group 81">
            <a:extLst>
              <a:ext uri="{FF2B5EF4-FFF2-40B4-BE49-F238E27FC236}">
                <a16:creationId xmlns:a16="http://schemas.microsoft.com/office/drawing/2014/main" id="{9939053D-DD40-C853-38F9-97A633EC728E}"/>
              </a:ext>
            </a:extLst>
          </p:cNvPr>
          <p:cNvGrpSpPr/>
          <p:nvPr/>
        </p:nvGrpSpPr>
        <p:grpSpPr>
          <a:xfrm>
            <a:off x="8851070" y="4477357"/>
            <a:ext cx="2174400" cy="873360"/>
            <a:chOff x="8851070" y="4477357"/>
            <a:chExt cx="2174400" cy="873360"/>
          </a:xfrm>
        </p:grpSpPr>
        <mc:AlternateContent xmlns:mc="http://schemas.openxmlformats.org/markup-compatibility/2006" xmlns:p14="http://schemas.microsoft.com/office/powerpoint/2010/main">
          <mc:Choice Requires="p14">
            <p:contentPart p14:bwMode="auto" r:id="rId44">
              <p14:nvContentPartPr>
                <p14:cNvPr id="54" name="Ink 53">
                  <a:extLst>
                    <a:ext uri="{FF2B5EF4-FFF2-40B4-BE49-F238E27FC236}">
                      <a16:creationId xmlns:a16="http://schemas.microsoft.com/office/drawing/2014/main" id="{7D559EBA-A0AE-9E41-24BC-244B74A44270}"/>
                    </a:ext>
                  </a:extLst>
                </p14:cNvPr>
                <p14:cNvContentPartPr/>
                <p14:nvPr/>
              </p14:nvContentPartPr>
              <p14:xfrm>
                <a:off x="9103790" y="4870837"/>
                <a:ext cx="288360" cy="283320"/>
              </p14:xfrm>
            </p:contentPart>
          </mc:Choice>
          <mc:Fallback xmlns="">
            <p:pic>
              <p:nvPicPr>
                <p:cNvPr id="54" name="Ink 53">
                  <a:extLst>
                    <a:ext uri="{FF2B5EF4-FFF2-40B4-BE49-F238E27FC236}">
                      <a16:creationId xmlns:a16="http://schemas.microsoft.com/office/drawing/2014/main" id="{7D559EBA-A0AE-9E41-24BC-244B74A44270}"/>
                    </a:ext>
                  </a:extLst>
                </p:cNvPr>
                <p:cNvPicPr/>
                <p:nvPr/>
              </p:nvPicPr>
              <p:blipFill>
                <a:blip r:embed="rId45"/>
                <a:stretch>
                  <a:fillRect/>
                </a:stretch>
              </p:blipFill>
              <p:spPr>
                <a:xfrm>
                  <a:off x="9085790" y="4852837"/>
                  <a:ext cx="32400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5" name="Ink 54">
                  <a:extLst>
                    <a:ext uri="{FF2B5EF4-FFF2-40B4-BE49-F238E27FC236}">
                      <a16:creationId xmlns:a16="http://schemas.microsoft.com/office/drawing/2014/main" id="{C7572FC9-D9EF-981A-5852-8A441A3BF6A4}"/>
                    </a:ext>
                  </a:extLst>
                </p14:cNvPr>
                <p14:cNvContentPartPr/>
                <p14:nvPr/>
              </p14:nvContentPartPr>
              <p14:xfrm>
                <a:off x="9399710" y="4639357"/>
                <a:ext cx="155160" cy="186840"/>
              </p14:xfrm>
            </p:contentPart>
          </mc:Choice>
          <mc:Fallback xmlns="">
            <p:pic>
              <p:nvPicPr>
                <p:cNvPr id="55" name="Ink 54">
                  <a:extLst>
                    <a:ext uri="{FF2B5EF4-FFF2-40B4-BE49-F238E27FC236}">
                      <a16:creationId xmlns:a16="http://schemas.microsoft.com/office/drawing/2014/main" id="{C7572FC9-D9EF-981A-5852-8A441A3BF6A4}"/>
                    </a:ext>
                  </a:extLst>
                </p:cNvPr>
                <p:cNvPicPr/>
                <p:nvPr/>
              </p:nvPicPr>
              <p:blipFill>
                <a:blip r:embed="rId47"/>
                <a:stretch>
                  <a:fillRect/>
                </a:stretch>
              </p:blipFill>
              <p:spPr>
                <a:xfrm>
                  <a:off x="9381710" y="4621357"/>
                  <a:ext cx="19080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6" name="Ink 55">
                  <a:extLst>
                    <a:ext uri="{FF2B5EF4-FFF2-40B4-BE49-F238E27FC236}">
                      <a16:creationId xmlns:a16="http://schemas.microsoft.com/office/drawing/2014/main" id="{0CA5E7DA-C0BA-F344-AF26-9A2BC5485FF7}"/>
                    </a:ext>
                  </a:extLst>
                </p14:cNvPr>
                <p14:cNvContentPartPr/>
                <p14:nvPr/>
              </p14:nvContentPartPr>
              <p14:xfrm>
                <a:off x="9529310" y="4695877"/>
                <a:ext cx="17640" cy="210240"/>
              </p14:xfrm>
            </p:contentPart>
          </mc:Choice>
          <mc:Fallback xmlns="">
            <p:pic>
              <p:nvPicPr>
                <p:cNvPr id="56" name="Ink 55">
                  <a:extLst>
                    <a:ext uri="{FF2B5EF4-FFF2-40B4-BE49-F238E27FC236}">
                      <a16:creationId xmlns:a16="http://schemas.microsoft.com/office/drawing/2014/main" id="{0CA5E7DA-C0BA-F344-AF26-9A2BC5485FF7}"/>
                    </a:ext>
                  </a:extLst>
                </p:cNvPr>
                <p:cNvPicPr/>
                <p:nvPr/>
              </p:nvPicPr>
              <p:blipFill>
                <a:blip r:embed="rId49"/>
                <a:stretch>
                  <a:fillRect/>
                </a:stretch>
              </p:blipFill>
              <p:spPr>
                <a:xfrm>
                  <a:off x="9511310" y="4678237"/>
                  <a:ext cx="5328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7" name="Ink 56">
                  <a:extLst>
                    <a:ext uri="{FF2B5EF4-FFF2-40B4-BE49-F238E27FC236}">
                      <a16:creationId xmlns:a16="http://schemas.microsoft.com/office/drawing/2014/main" id="{1E0722FA-2FB1-532E-49E7-A02F816B84A1}"/>
                    </a:ext>
                  </a:extLst>
                </p14:cNvPr>
                <p14:cNvContentPartPr/>
                <p14:nvPr/>
              </p14:nvContentPartPr>
              <p14:xfrm>
                <a:off x="9929270" y="4806757"/>
                <a:ext cx="9000" cy="344160"/>
              </p14:xfrm>
            </p:contentPart>
          </mc:Choice>
          <mc:Fallback xmlns="">
            <p:pic>
              <p:nvPicPr>
                <p:cNvPr id="57" name="Ink 56">
                  <a:extLst>
                    <a:ext uri="{FF2B5EF4-FFF2-40B4-BE49-F238E27FC236}">
                      <a16:creationId xmlns:a16="http://schemas.microsoft.com/office/drawing/2014/main" id="{1E0722FA-2FB1-532E-49E7-A02F816B84A1}"/>
                    </a:ext>
                  </a:extLst>
                </p:cNvPr>
                <p:cNvPicPr/>
                <p:nvPr/>
              </p:nvPicPr>
              <p:blipFill>
                <a:blip r:embed="rId51"/>
                <a:stretch>
                  <a:fillRect/>
                </a:stretch>
              </p:blipFill>
              <p:spPr>
                <a:xfrm>
                  <a:off x="9911270" y="4789117"/>
                  <a:ext cx="44640" cy="3798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8" name="Ink 57">
                  <a:extLst>
                    <a:ext uri="{FF2B5EF4-FFF2-40B4-BE49-F238E27FC236}">
                      <a16:creationId xmlns:a16="http://schemas.microsoft.com/office/drawing/2014/main" id="{BFB36530-D8A9-D876-6C2C-3082607EA1B6}"/>
                    </a:ext>
                  </a:extLst>
                </p14:cNvPr>
                <p14:cNvContentPartPr/>
                <p14:nvPr/>
              </p14:nvContentPartPr>
              <p14:xfrm>
                <a:off x="10050590" y="4910077"/>
                <a:ext cx="173880" cy="174240"/>
              </p14:xfrm>
            </p:contentPart>
          </mc:Choice>
          <mc:Fallback xmlns="">
            <p:pic>
              <p:nvPicPr>
                <p:cNvPr id="58" name="Ink 57">
                  <a:extLst>
                    <a:ext uri="{FF2B5EF4-FFF2-40B4-BE49-F238E27FC236}">
                      <a16:creationId xmlns:a16="http://schemas.microsoft.com/office/drawing/2014/main" id="{BFB36530-D8A9-D876-6C2C-3082607EA1B6}"/>
                    </a:ext>
                  </a:extLst>
                </p:cNvPr>
                <p:cNvPicPr/>
                <p:nvPr/>
              </p:nvPicPr>
              <p:blipFill>
                <a:blip r:embed="rId53"/>
                <a:stretch>
                  <a:fillRect/>
                </a:stretch>
              </p:blipFill>
              <p:spPr>
                <a:xfrm>
                  <a:off x="10032590" y="4892437"/>
                  <a:ext cx="2095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9" name="Ink 58">
                  <a:extLst>
                    <a:ext uri="{FF2B5EF4-FFF2-40B4-BE49-F238E27FC236}">
                      <a16:creationId xmlns:a16="http://schemas.microsoft.com/office/drawing/2014/main" id="{337CB0F9-0111-84EE-34A9-E7317F1AEF1C}"/>
                    </a:ext>
                  </a:extLst>
                </p14:cNvPr>
                <p14:cNvContentPartPr/>
                <p14:nvPr/>
              </p14:nvContentPartPr>
              <p14:xfrm>
                <a:off x="10253630" y="4899997"/>
                <a:ext cx="119880" cy="125640"/>
              </p14:xfrm>
            </p:contentPart>
          </mc:Choice>
          <mc:Fallback xmlns="">
            <p:pic>
              <p:nvPicPr>
                <p:cNvPr id="59" name="Ink 58">
                  <a:extLst>
                    <a:ext uri="{FF2B5EF4-FFF2-40B4-BE49-F238E27FC236}">
                      <a16:creationId xmlns:a16="http://schemas.microsoft.com/office/drawing/2014/main" id="{337CB0F9-0111-84EE-34A9-E7317F1AEF1C}"/>
                    </a:ext>
                  </a:extLst>
                </p:cNvPr>
                <p:cNvPicPr/>
                <p:nvPr/>
              </p:nvPicPr>
              <p:blipFill>
                <a:blip r:embed="rId55"/>
                <a:stretch>
                  <a:fillRect/>
                </a:stretch>
              </p:blipFill>
              <p:spPr>
                <a:xfrm>
                  <a:off x="10235990" y="4881997"/>
                  <a:ext cx="15552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60" name="Ink 59">
                  <a:extLst>
                    <a:ext uri="{FF2B5EF4-FFF2-40B4-BE49-F238E27FC236}">
                      <a16:creationId xmlns:a16="http://schemas.microsoft.com/office/drawing/2014/main" id="{530528D4-1F40-9F43-2764-B2BD0FA4448E}"/>
                    </a:ext>
                  </a:extLst>
                </p14:cNvPr>
                <p14:cNvContentPartPr/>
                <p14:nvPr/>
              </p14:nvContentPartPr>
              <p14:xfrm>
                <a:off x="10473950" y="4881637"/>
                <a:ext cx="191880" cy="123480"/>
              </p14:xfrm>
            </p:contentPart>
          </mc:Choice>
          <mc:Fallback xmlns="">
            <p:pic>
              <p:nvPicPr>
                <p:cNvPr id="60" name="Ink 59">
                  <a:extLst>
                    <a:ext uri="{FF2B5EF4-FFF2-40B4-BE49-F238E27FC236}">
                      <a16:creationId xmlns:a16="http://schemas.microsoft.com/office/drawing/2014/main" id="{530528D4-1F40-9F43-2764-B2BD0FA4448E}"/>
                    </a:ext>
                  </a:extLst>
                </p:cNvPr>
                <p:cNvPicPr/>
                <p:nvPr/>
              </p:nvPicPr>
              <p:blipFill>
                <a:blip r:embed="rId57"/>
                <a:stretch>
                  <a:fillRect/>
                </a:stretch>
              </p:blipFill>
              <p:spPr>
                <a:xfrm>
                  <a:off x="10456310" y="4863637"/>
                  <a:ext cx="22752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1" name="Ink 60">
                  <a:extLst>
                    <a:ext uri="{FF2B5EF4-FFF2-40B4-BE49-F238E27FC236}">
                      <a16:creationId xmlns:a16="http://schemas.microsoft.com/office/drawing/2014/main" id="{1720E72F-6405-EA27-4922-5E1091AD1E8C}"/>
                    </a:ext>
                  </a:extLst>
                </p14:cNvPr>
                <p14:cNvContentPartPr/>
                <p14:nvPr/>
              </p14:nvContentPartPr>
              <p14:xfrm>
                <a:off x="10753670" y="4630357"/>
                <a:ext cx="53280" cy="311040"/>
              </p14:xfrm>
            </p:contentPart>
          </mc:Choice>
          <mc:Fallback xmlns="">
            <p:pic>
              <p:nvPicPr>
                <p:cNvPr id="61" name="Ink 60">
                  <a:extLst>
                    <a:ext uri="{FF2B5EF4-FFF2-40B4-BE49-F238E27FC236}">
                      <a16:creationId xmlns:a16="http://schemas.microsoft.com/office/drawing/2014/main" id="{1720E72F-6405-EA27-4922-5E1091AD1E8C}"/>
                    </a:ext>
                  </a:extLst>
                </p:cNvPr>
                <p:cNvPicPr/>
                <p:nvPr/>
              </p:nvPicPr>
              <p:blipFill>
                <a:blip r:embed="rId59"/>
                <a:stretch>
                  <a:fillRect/>
                </a:stretch>
              </p:blipFill>
              <p:spPr>
                <a:xfrm>
                  <a:off x="10736030" y="4612357"/>
                  <a:ext cx="8892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62" name="Ink 61">
                  <a:extLst>
                    <a:ext uri="{FF2B5EF4-FFF2-40B4-BE49-F238E27FC236}">
                      <a16:creationId xmlns:a16="http://schemas.microsoft.com/office/drawing/2014/main" id="{C6BB6E6A-EF93-005C-9561-14A1435C929D}"/>
                    </a:ext>
                  </a:extLst>
                </p14:cNvPr>
                <p14:cNvContentPartPr/>
                <p14:nvPr/>
              </p14:nvContentPartPr>
              <p14:xfrm>
                <a:off x="10935470" y="4765357"/>
                <a:ext cx="90000" cy="210240"/>
              </p14:xfrm>
            </p:contentPart>
          </mc:Choice>
          <mc:Fallback xmlns="">
            <p:pic>
              <p:nvPicPr>
                <p:cNvPr id="62" name="Ink 61">
                  <a:extLst>
                    <a:ext uri="{FF2B5EF4-FFF2-40B4-BE49-F238E27FC236}">
                      <a16:creationId xmlns:a16="http://schemas.microsoft.com/office/drawing/2014/main" id="{C6BB6E6A-EF93-005C-9561-14A1435C929D}"/>
                    </a:ext>
                  </a:extLst>
                </p:cNvPr>
                <p:cNvPicPr/>
                <p:nvPr/>
              </p:nvPicPr>
              <p:blipFill>
                <a:blip r:embed="rId61"/>
                <a:stretch>
                  <a:fillRect/>
                </a:stretch>
              </p:blipFill>
              <p:spPr>
                <a:xfrm>
                  <a:off x="10917830" y="4747357"/>
                  <a:ext cx="12564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9" name="Ink 78">
                  <a:extLst>
                    <a:ext uri="{FF2B5EF4-FFF2-40B4-BE49-F238E27FC236}">
                      <a16:creationId xmlns:a16="http://schemas.microsoft.com/office/drawing/2014/main" id="{DC2BC743-F70E-54CA-535A-5E69DB1D5CBB}"/>
                    </a:ext>
                  </a:extLst>
                </p14:cNvPr>
                <p14:cNvContentPartPr/>
                <p14:nvPr/>
              </p14:nvContentPartPr>
              <p14:xfrm>
                <a:off x="8974550" y="5293117"/>
                <a:ext cx="698400" cy="41760"/>
              </p14:xfrm>
            </p:contentPart>
          </mc:Choice>
          <mc:Fallback xmlns="">
            <p:pic>
              <p:nvPicPr>
                <p:cNvPr id="79" name="Ink 78">
                  <a:extLst>
                    <a:ext uri="{FF2B5EF4-FFF2-40B4-BE49-F238E27FC236}">
                      <a16:creationId xmlns:a16="http://schemas.microsoft.com/office/drawing/2014/main" id="{DC2BC743-F70E-54CA-535A-5E69DB1D5CBB}"/>
                    </a:ext>
                  </a:extLst>
                </p:cNvPr>
                <p:cNvPicPr/>
                <p:nvPr/>
              </p:nvPicPr>
              <p:blipFill>
                <a:blip r:embed="rId63"/>
                <a:stretch>
                  <a:fillRect/>
                </a:stretch>
              </p:blipFill>
              <p:spPr>
                <a:xfrm>
                  <a:off x="8956550" y="5275117"/>
                  <a:ext cx="73404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0" name="Ink 79">
                  <a:extLst>
                    <a:ext uri="{FF2B5EF4-FFF2-40B4-BE49-F238E27FC236}">
                      <a16:creationId xmlns:a16="http://schemas.microsoft.com/office/drawing/2014/main" id="{C447708F-0472-21A9-76B2-BBC147FEB74A}"/>
                    </a:ext>
                  </a:extLst>
                </p14:cNvPr>
                <p14:cNvContentPartPr/>
                <p14:nvPr/>
              </p14:nvContentPartPr>
              <p14:xfrm>
                <a:off x="8851070" y="4540357"/>
                <a:ext cx="109080" cy="810360"/>
              </p14:xfrm>
            </p:contentPart>
          </mc:Choice>
          <mc:Fallback xmlns="">
            <p:pic>
              <p:nvPicPr>
                <p:cNvPr id="80" name="Ink 79">
                  <a:extLst>
                    <a:ext uri="{FF2B5EF4-FFF2-40B4-BE49-F238E27FC236}">
                      <a16:creationId xmlns:a16="http://schemas.microsoft.com/office/drawing/2014/main" id="{C447708F-0472-21A9-76B2-BBC147FEB74A}"/>
                    </a:ext>
                  </a:extLst>
                </p:cNvPr>
                <p:cNvPicPr/>
                <p:nvPr/>
              </p:nvPicPr>
              <p:blipFill>
                <a:blip r:embed="rId65"/>
                <a:stretch>
                  <a:fillRect/>
                </a:stretch>
              </p:blipFill>
              <p:spPr>
                <a:xfrm>
                  <a:off x="8833430" y="4522357"/>
                  <a:ext cx="144720" cy="846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1" name="Ink 80">
                  <a:extLst>
                    <a:ext uri="{FF2B5EF4-FFF2-40B4-BE49-F238E27FC236}">
                      <a16:creationId xmlns:a16="http://schemas.microsoft.com/office/drawing/2014/main" id="{72DECEBB-A056-2A42-7914-1059FF97C086}"/>
                    </a:ext>
                  </a:extLst>
                </p14:cNvPr>
                <p14:cNvContentPartPr/>
                <p14:nvPr/>
              </p14:nvContentPartPr>
              <p14:xfrm>
                <a:off x="8922710" y="4477357"/>
                <a:ext cx="909000" cy="788400"/>
              </p14:xfrm>
            </p:contentPart>
          </mc:Choice>
          <mc:Fallback xmlns="">
            <p:pic>
              <p:nvPicPr>
                <p:cNvPr id="81" name="Ink 80">
                  <a:extLst>
                    <a:ext uri="{FF2B5EF4-FFF2-40B4-BE49-F238E27FC236}">
                      <a16:creationId xmlns:a16="http://schemas.microsoft.com/office/drawing/2014/main" id="{72DECEBB-A056-2A42-7914-1059FF97C086}"/>
                    </a:ext>
                  </a:extLst>
                </p:cNvPr>
                <p:cNvPicPr/>
                <p:nvPr/>
              </p:nvPicPr>
              <p:blipFill>
                <a:blip r:embed="rId67"/>
                <a:stretch>
                  <a:fillRect/>
                </a:stretch>
              </p:blipFill>
              <p:spPr>
                <a:xfrm>
                  <a:off x="8905070" y="4459357"/>
                  <a:ext cx="944640" cy="824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8">
            <p14:nvContentPartPr>
              <p14:cNvPr id="83" name="Ink 82">
                <a:extLst>
                  <a:ext uri="{FF2B5EF4-FFF2-40B4-BE49-F238E27FC236}">
                    <a16:creationId xmlns:a16="http://schemas.microsoft.com/office/drawing/2014/main" id="{831636CC-5FDF-925D-A2D6-9315FE207349}"/>
                  </a:ext>
                </a:extLst>
              </p14:cNvPr>
              <p14:cNvContentPartPr/>
              <p14:nvPr/>
            </p14:nvContentPartPr>
            <p14:xfrm>
              <a:off x="674030" y="4430557"/>
              <a:ext cx="611280" cy="19440"/>
            </p14:xfrm>
          </p:contentPart>
        </mc:Choice>
        <mc:Fallback xmlns="">
          <p:pic>
            <p:nvPicPr>
              <p:cNvPr id="83" name="Ink 82">
                <a:extLst>
                  <a:ext uri="{FF2B5EF4-FFF2-40B4-BE49-F238E27FC236}">
                    <a16:creationId xmlns:a16="http://schemas.microsoft.com/office/drawing/2014/main" id="{831636CC-5FDF-925D-A2D6-9315FE207349}"/>
                  </a:ext>
                </a:extLst>
              </p:cNvPr>
              <p:cNvPicPr/>
              <p:nvPr/>
            </p:nvPicPr>
            <p:blipFill>
              <a:blip r:embed="rId69"/>
              <a:stretch>
                <a:fillRect/>
              </a:stretch>
            </p:blipFill>
            <p:spPr>
              <a:xfrm>
                <a:off x="656030" y="4412917"/>
                <a:ext cx="646920" cy="55080"/>
              </a:xfrm>
              <a:prstGeom prst="rect">
                <a:avLst/>
              </a:prstGeom>
            </p:spPr>
          </p:pic>
        </mc:Fallback>
      </mc:AlternateContent>
      <p:grpSp>
        <p:nvGrpSpPr>
          <p:cNvPr id="86" name="Group 85">
            <a:extLst>
              <a:ext uri="{FF2B5EF4-FFF2-40B4-BE49-F238E27FC236}">
                <a16:creationId xmlns:a16="http://schemas.microsoft.com/office/drawing/2014/main" id="{B2250EC7-5AC9-DDA3-7883-08D12296B459}"/>
              </a:ext>
            </a:extLst>
          </p:cNvPr>
          <p:cNvGrpSpPr/>
          <p:nvPr/>
        </p:nvGrpSpPr>
        <p:grpSpPr>
          <a:xfrm>
            <a:off x="2194670" y="4559077"/>
            <a:ext cx="458640" cy="640080"/>
            <a:chOff x="2194670" y="4559077"/>
            <a:chExt cx="458640" cy="640080"/>
          </a:xfrm>
        </p:grpSpPr>
        <mc:AlternateContent xmlns:mc="http://schemas.openxmlformats.org/markup-compatibility/2006" xmlns:p14="http://schemas.microsoft.com/office/powerpoint/2010/main">
          <mc:Choice Requires="p14">
            <p:contentPart p14:bwMode="auto" r:id="rId70">
              <p14:nvContentPartPr>
                <p14:cNvPr id="84" name="Ink 83">
                  <a:extLst>
                    <a:ext uri="{FF2B5EF4-FFF2-40B4-BE49-F238E27FC236}">
                      <a16:creationId xmlns:a16="http://schemas.microsoft.com/office/drawing/2014/main" id="{42554F60-21E6-FA08-0700-EF25FEA6E128}"/>
                    </a:ext>
                  </a:extLst>
                </p14:cNvPr>
                <p14:cNvContentPartPr/>
                <p14:nvPr/>
              </p14:nvContentPartPr>
              <p14:xfrm>
                <a:off x="2194670" y="4931677"/>
                <a:ext cx="302760" cy="267480"/>
              </p14:xfrm>
            </p:contentPart>
          </mc:Choice>
          <mc:Fallback xmlns="">
            <p:pic>
              <p:nvPicPr>
                <p:cNvPr id="84" name="Ink 83">
                  <a:extLst>
                    <a:ext uri="{FF2B5EF4-FFF2-40B4-BE49-F238E27FC236}">
                      <a16:creationId xmlns:a16="http://schemas.microsoft.com/office/drawing/2014/main" id="{42554F60-21E6-FA08-0700-EF25FEA6E128}"/>
                    </a:ext>
                  </a:extLst>
                </p:cNvPr>
                <p:cNvPicPr/>
                <p:nvPr/>
              </p:nvPicPr>
              <p:blipFill>
                <a:blip r:embed="rId71"/>
                <a:stretch>
                  <a:fillRect/>
                </a:stretch>
              </p:blipFill>
              <p:spPr>
                <a:xfrm>
                  <a:off x="2177030" y="4913677"/>
                  <a:ext cx="33840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5" name="Ink 84">
                  <a:extLst>
                    <a:ext uri="{FF2B5EF4-FFF2-40B4-BE49-F238E27FC236}">
                      <a16:creationId xmlns:a16="http://schemas.microsoft.com/office/drawing/2014/main" id="{04F293C0-2FF8-DCD8-7019-A74219EE1393}"/>
                    </a:ext>
                  </a:extLst>
                </p14:cNvPr>
                <p14:cNvContentPartPr/>
                <p14:nvPr/>
              </p14:nvContentPartPr>
              <p14:xfrm>
                <a:off x="2446670" y="4559077"/>
                <a:ext cx="206640" cy="261000"/>
              </p14:xfrm>
            </p:contentPart>
          </mc:Choice>
          <mc:Fallback xmlns="">
            <p:pic>
              <p:nvPicPr>
                <p:cNvPr id="85" name="Ink 84">
                  <a:extLst>
                    <a:ext uri="{FF2B5EF4-FFF2-40B4-BE49-F238E27FC236}">
                      <a16:creationId xmlns:a16="http://schemas.microsoft.com/office/drawing/2014/main" id="{04F293C0-2FF8-DCD8-7019-A74219EE1393}"/>
                    </a:ext>
                  </a:extLst>
                </p:cNvPr>
                <p:cNvPicPr/>
                <p:nvPr/>
              </p:nvPicPr>
              <p:blipFill>
                <a:blip r:embed="rId73"/>
                <a:stretch>
                  <a:fillRect/>
                </a:stretch>
              </p:blipFill>
              <p:spPr>
                <a:xfrm>
                  <a:off x="2428670" y="4541437"/>
                  <a:ext cx="242280" cy="296640"/>
                </a:xfrm>
                <a:prstGeom prst="rect">
                  <a:avLst/>
                </a:prstGeom>
              </p:spPr>
            </p:pic>
          </mc:Fallback>
        </mc:AlternateContent>
      </p:grpSp>
      <p:grpSp>
        <p:nvGrpSpPr>
          <p:cNvPr id="92" name="Group 91">
            <a:extLst>
              <a:ext uri="{FF2B5EF4-FFF2-40B4-BE49-F238E27FC236}">
                <a16:creationId xmlns:a16="http://schemas.microsoft.com/office/drawing/2014/main" id="{05ECD96A-75C2-8819-F7C3-56DF625EEA17}"/>
              </a:ext>
            </a:extLst>
          </p:cNvPr>
          <p:cNvGrpSpPr/>
          <p:nvPr/>
        </p:nvGrpSpPr>
        <p:grpSpPr>
          <a:xfrm>
            <a:off x="3050390" y="4707397"/>
            <a:ext cx="857880" cy="462960"/>
            <a:chOff x="3050390" y="4707397"/>
            <a:chExt cx="857880" cy="462960"/>
          </a:xfrm>
        </p:grpSpPr>
        <mc:AlternateContent xmlns:mc="http://schemas.openxmlformats.org/markup-compatibility/2006" xmlns:p14="http://schemas.microsoft.com/office/powerpoint/2010/main">
          <mc:Choice Requires="p14">
            <p:contentPart p14:bwMode="auto" r:id="rId74">
              <p14:nvContentPartPr>
                <p14:cNvPr id="87" name="Ink 86">
                  <a:extLst>
                    <a:ext uri="{FF2B5EF4-FFF2-40B4-BE49-F238E27FC236}">
                      <a16:creationId xmlns:a16="http://schemas.microsoft.com/office/drawing/2014/main" id="{097466C6-722B-2627-2884-FBDE4428E695}"/>
                    </a:ext>
                  </a:extLst>
                </p14:cNvPr>
                <p14:cNvContentPartPr/>
                <p14:nvPr/>
              </p14:nvContentPartPr>
              <p14:xfrm>
                <a:off x="3050390" y="4785517"/>
                <a:ext cx="83520" cy="384840"/>
              </p14:xfrm>
            </p:contentPart>
          </mc:Choice>
          <mc:Fallback xmlns="">
            <p:pic>
              <p:nvPicPr>
                <p:cNvPr id="87" name="Ink 86">
                  <a:extLst>
                    <a:ext uri="{FF2B5EF4-FFF2-40B4-BE49-F238E27FC236}">
                      <a16:creationId xmlns:a16="http://schemas.microsoft.com/office/drawing/2014/main" id="{097466C6-722B-2627-2884-FBDE4428E695}"/>
                    </a:ext>
                  </a:extLst>
                </p:cNvPr>
                <p:cNvPicPr/>
                <p:nvPr/>
              </p:nvPicPr>
              <p:blipFill>
                <a:blip r:embed="rId75"/>
                <a:stretch>
                  <a:fillRect/>
                </a:stretch>
              </p:blipFill>
              <p:spPr>
                <a:xfrm>
                  <a:off x="3032750" y="4767877"/>
                  <a:ext cx="119160" cy="4204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88" name="Ink 87">
                  <a:extLst>
                    <a:ext uri="{FF2B5EF4-FFF2-40B4-BE49-F238E27FC236}">
                      <a16:creationId xmlns:a16="http://schemas.microsoft.com/office/drawing/2014/main" id="{C203FC8A-7F9F-3DCF-74E7-2FE7DC3AF548}"/>
                    </a:ext>
                  </a:extLst>
                </p14:cNvPr>
                <p14:cNvContentPartPr/>
                <p14:nvPr/>
              </p14:nvContentPartPr>
              <p14:xfrm>
                <a:off x="3256310" y="4952917"/>
                <a:ext cx="141840" cy="164160"/>
              </p14:xfrm>
            </p:contentPart>
          </mc:Choice>
          <mc:Fallback xmlns="">
            <p:pic>
              <p:nvPicPr>
                <p:cNvPr id="88" name="Ink 87">
                  <a:extLst>
                    <a:ext uri="{FF2B5EF4-FFF2-40B4-BE49-F238E27FC236}">
                      <a16:creationId xmlns:a16="http://schemas.microsoft.com/office/drawing/2014/main" id="{C203FC8A-7F9F-3DCF-74E7-2FE7DC3AF548}"/>
                    </a:ext>
                  </a:extLst>
                </p:cNvPr>
                <p:cNvPicPr/>
                <p:nvPr/>
              </p:nvPicPr>
              <p:blipFill>
                <a:blip r:embed="rId77"/>
                <a:stretch>
                  <a:fillRect/>
                </a:stretch>
              </p:blipFill>
              <p:spPr>
                <a:xfrm>
                  <a:off x="3238310" y="4935277"/>
                  <a:ext cx="17748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89" name="Ink 88">
                  <a:extLst>
                    <a:ext uri="{FF2B5EF4-FFF2-40B4-BE49-F238E27FC236}">
                      <a16:creationId xmlns:a16="http://schemas.microsoft.com/office/drawing/2014/main" id="{950C33E4-B11A-C215-FCEA-D03BA597A8EB}"/>
                    </a:ext>
                  </a:extLst>
                </p14:cNvPr>
                <p14:cNvContentPartPr/>
                <p14:nvPr/>
              </p14:nvContentPartPr>
              <p14:xfrm>
                <a:off x="3446390" y="4895317"/>
                <a:ext cx="137880" cy="151560"/>
              </p14:xfrm>
            </p:contentPart>
          </mc:Choice>
          <mc:Fallback xmlns="">
            <p:pic>
              <p:nvPicPr>
                <p:cNvPr id="89" name="Ink 88">
                  <a:extLst>
                    <a:ext uri="{FF2B5EF4-FFF2-40B4-BE49-F238E27FC236}">
                      <a16:creationId xmlns:a16="http://schemas.microsoft.com/office/drawing/2014/main" id="{950C33E4-B11A-C215-FCEA-D03BA597A8EB}"/>
                    </a:ext>
                  </a:extLst>
                </p:cNvPr>
                <p:cNvPicPr/>
                <p:nvPr/>
              </p:nvPicPr>
              <p:blipFill>
                <a:blip r:embed="rId79"/>
                <a:stretch>
                  <a:fillRect/>
                </a:stretch>
              </p:blipFill>
              <p:spPr>
                <a:xfrm>
                  <a:off x="3428390" y="4877677"/>
                  <a:ext cx="17352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90" name="Ink 89">
                  <a:extLst>
                    <a:ext uri="{FF2B5EF4-FFF2-40B4-BE49-F238E27FC236}">
                      <a16:creationId xmlns:a16="http://schemas.microsoft.com/office/drawing/2014/main" id="{EEC8E97F-EA74-FB6C-BEBF-7A06FF16C305}"/>
                    </a:ext>
                  </a:extLst>
                </p14:cNvPr>
                <p14:cNvContentPartPr/>
                <p14:nvPr/>
              </p14:nvContentPartPr>
              <p14:xfrm>
                <a:off x="3622070" y="4861477"/>
                <a:ext cx="126360" cy="178560"/>
              </p14:xfrm>
            </p:contentPart>
          </mc:Choice>
          <mc:Fallback xmlns="">
            <p:pic>
              <p:nvPicPr>
                <p:cNvPr id="90" name="Ink 89">
                  <a:extLst>
                    <a:ext uri="{FF2B5EF4-FFF2-40B4-BE49-F238E27FC236}">
                      <a16:creationId xmlns:a16="http://schemas.microsoft.com/office/drawing/2014/main" id="{EEC8E97F-EA74-FB6C-BEBF-7A06FF16C305}"/>
                    </a:ext>
                  </a:extLst>
                </p:cNvPr>
                <p:cNvPicPr/>
                <p:nvPr/>
              </p:nvPicPr>
              <p:blipFill>
                <a:blip r:embed="rId81"/>
                <a:stretch>
                  <a:fillRect/>
                </a:stretch>
              </p:blipFill>
              <p:spPr>
                <a:xfrm>
                  <a:off x="3604430" y="4843477"/>
                  <a:ext cx="16200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91" name="Ink 90">
                  <a:extLst>
                    <a:ext uri="{FF2B5EF4-FFF2-40B4-BE49-F238E27FC236}">
                      <a16:creationId xmlns:a16="http://schemas.microsoft.com/office/drawing/2014/main" id="{2BF69824-B84D-68C5-49D3-CB22FF0115F3}"/>
                    </a:ext>
                  </a:extLst>
                </p14:cNvPr>
                <p14:cNvContentPartPr/>
                <p14:nvPr/>
              </p14:nvContentPartPr>
              <p14:xfrm>
                <a:off x="3859310" y="4707397"/>
                <a:ext cx="48960" cy="307800"/>
              </p14:xfrm>
            </p:contentPart>
          </mc:Choice>
          <mc:Fallback xmlns="">
            <p:pic>
              <p:nvPicPr>
                <p:cNvPr id="91" name="Ink 90">
                  <a:extLst>
                    <a:ext uri="{FF2B5EF4-FFF2-40B4-BE49-F238E27FC236}">
                      <a16:creationId xmlns:a16="http://schemas.microsoft.com/office/drawing/2014/main" id="{2BF69824-B84D-68C5-49D3-CB22FF0115F3}"/>
                    </a:ext>
                  </a:extLst>
                </p:cNvPr>
                <p:cNvPicPr/>
                <p:nvPr/>
              </p:nvPicPr>
              <p:blipFill>
                <a:blip r:embed="rId83"/>
                <a:stretch>
                  <a:fillRect/>
                </a:stretch>
              </p:blipFill>
              <p:spPr>
                <a:xfrm>
                  <a:off x="3841310" y="4689757"/>
                  <a:ext cx="84600" cy="343440"/>
                </a:xfrm>
                <a:prstGeom prst="rect">
                  <a:avLst/>
                </a:prstGeom>
              </p:spPr>
            </p:pic>
          </mc:Fallback>
        </mc:AlternateContent>
      </p:grpSp>
      <p:grpSp>
        <p:nvGrpSpPr>
          <p:cNvPr id="123" name="Group 122">
            <a:extLst>
              <a:ext uri="{FF2B5EF4-FFF2-40B4-BE49-F238E27FC236}">
                <a16:creationId xmlns:a16="http://schemas.microsoft.com/office/drawing/2014/main" id="{C812E384-59A0-5A8C-D1DA-CE7E3718B9F0}"/>
              </a:ext>
            </a:extLst>
          </p:cNvPr>
          <p:cNvGrpSpPr/>
          <p:nvPr/>
        </p:nvGrpSpPr>
        <p:grpSpPr>
          <a:xfrm>
            <a:off x="6398750" y="172477"/>
            <a:ext cx="452520" cy="546840"/>
            <a:chOff x="6398750" y="172477"/>
            <a:chExt cx="452520" cy="546840"/>
          </a:xfrm>
        </p:grpSpPr>
        <mc:AlternateContent xmlns:mc="http://schemas.openxmlformats.org/markup-compatibility/2006" xmlns:p14="http://schemas.microsoft.com/office/powerpoint/2010/main">
          <mc:Choice Requires="p14">
            <p:contentPart p14:bwMode="auto" r:id="rId84">
              <p14:nvContentPartPr>
                <p14:cNvPr id="93" name="Ink 92">
                  <a:extLst>
                    <a:ext uri="{FF2B5EF4-FFF2-40B4-BE49-F238E27FC236}">
                      <a16:creationId xmlns:a16="http://schemas.microsoft.com/office/drawing/2014/main" id="{32BC3C66-CA1E-51D1-0F5D-2751138EE7BE}"/>
                    </a:ext>
                  </a:extLst>
                </p14:cNvPr>
                <p14:cNvContentPartPr/>
                <p14:nvPr/>
              </p14:nvContentPartPr>
              <p14:xfrm>
                <a:off x="6398750" y="479917"/>
                <a:ext cx="216720" cy="239400"/>
              </p14:xfrm>
            </p:contentPart>
          </mc:Choice>
          <mc:Fallback xmlns="">
            <p:pic>
              <p:nvPicPr>
                <p:cNvPr id="93" name="Ink 92">
                  <a:extLst>
                    <a:ext uri="{FF2B5EF4-FFF2-40B4-BE49-F238E27FC236}">
                      <a16:creationId xmlns:a16="http://schemas.microsoft.com/office/drawing/2014/main" id="{32BC3C66-CA1E-51D1-0F5D-2751138EE7BE}"/>
                    </a:ext>
                  </a:extLst>
                </p:cNvPr>
                <p:cNvPicPr/>
                <p:nvPr/>
              </p:nvPicPr>
              <p:blipFill>
                <a:blip r:embed="rId85"/>
                <a:stretch>
                  <a:fillRect/>
                </a:stretch>
              </p:blipFill>
              <p:spPr>
                <a:xfrm>
                  <a:off x="6380750" y="461917"/>
                  <a:ext cx="25236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94" name="Ink 93">
                  <a:extLst>
                    <a:ext uri="{FF2B5EF4-FFF2-40B4-BE49-F238E27FC236}">
                      <a16:creationId xmlns:a16="http://schemas.microsoft.com/office/drawing/2014/main" id="{527311D4-09DA-D2D5-DB62-234B986AF1FE}"/>
                    </a:ext>
                  </a:extLst>
                </p14:cNvPr>
                <p14:cNvContentPartPr/>
                <p14:nvPr/>
              </p14:nvContentPartPr>
              <p14:xfrm>
                <a:off x="6595310" y="182917"/>
                <a:ext cx="37080" cy="230040"/>
              </p14:xfrm>
            </p:contentPart>
          </mc:Choice>
          <mc:Fallback xmlns="">
            <p:pic>
              <p:nvPicPr>
                <p:cNvPr id="94" name="Ink 93">
                  <a:extLst>
                    <a:ext uri="{FF2B5EF4-FFF2-40B4-BE49-F238E27FC236}">
                      <a16:creationId xmlns:a16="http://schemas.microsoft.com/office/drawing/2014/main" id="{527311D4-09DA-D2D5-DB62-234B986AF1FE}"/>
                    </a:ext>
                  </a:extLst>
                </p:cNvPr>
                <p:cNvPicPr/>
                <p:nvPr/>
              </p:nvPicPr>
              <p:blipFill>
                <a:blip r:embed="rId87"/>
                <a:stretch>
                  <a:fillRect/>
                </a:stretch>
              </p:blipFill>
              <p:spPr>
                <a:xfrm>
                  <a:off x="6577310" y="164917"/>
                  <a:ext cx="7272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95" name="Ink 94">
                  <a:extLst>
                    <a:ext uri="{FF2B5EF4-FFF2-40B4-BE49-F238E27FC236}">
                      <a16:creationId xmlns:a16="http://schemas.microsoft.com/office/drawing/2014/main" id="{6942B8CC-7C69-6C8D-D456-D4B8CC9EAFB0}"/>
                    </a:ext>
                  </a:extLst>
                </p14:cNvPr>
                <p14:cNvContentPartPr/>
                <p14:nvPr/>
              </p14:nvContentPartPr>
              <p14:xfrm>
                <a:off x="6732110" y="172477"/>
                <a:ext cx="119160" cy="165600"/>
              </p14:xfrm>
            </p:contentPart>
          </mc:Choice>
          <mc:Fallback xmlns="">
            <p:pic>
              <p:nvPicPr>
                <p:cNvPr id="95" name="Ink 94">
                  <a:extLst>
                    <a:ext uri="{FF2B5EF4-FFF2-40B4-BE49-F238E27FC236}">
                      <a16:creationId xmlns:a16="http://schemas.microsoft.com/office/drawing/2014/main" id="{6942B8CC-7C69-6C8D-D456-D4B8CC9EAFB0}"/>
                    </a:ext>
                  </a:extLst>
                </p:cNvPr>
                <p:cNvPicPr/>
                <p:nvPr/>
              </p:nvPicPr>
              <p:blipFill>
                <a:blip r:embed="rId89"/>
                <a:stretch>
                  <a:fillRect/>
                </a:stretch>
              </p:blipFill>
              <p:spPr>
                <a:xfrm>
                  <a:off x="6714470" y="154837"/>
                  <a:ext cx="154800" cy="201240"/>
                </a:xfrm>
                <a:prstGeom prst="rect">
                  <a:avLst/>
                </a:prstGeom>
              </p:spPr>
            </p:pic>
          </mc:Fallback>
        </mc:AlternateContent>
      </p:grpSp>
      <p:grpSp>
        <p:nvGrpSpPr>
          <p:cNvPr id="122" name="Group 121">
            <a:extLst>
              <a:ext uri="{FF2B5EF4-FFF2-40B4-BE49-F238E27FC236}">
                <a16:creationId xmlns:a16="http://schemas.microsoft.com/office/drawing/2014/main" id="{D4FA3A8C-980C-AB47-2112-1830A5535675}"/>
              </a:ext>
            </a:extLst>
          </p:cNvPr>
          <p:cNvGrpSpPr/>
          <p:nvPr/>
        </p:nvGrpSpPr>
        <p:grpSpPr>
          <a:xfrm>
            <a:off x="6072950" y="914797"/>
            <a:ext cx="720360" cy="374040"/>
            <a:chOff x="6072950" y="914797"/>
            <a:chExt cx="720360" cy="374040"/>
          </a:xfrm>
        </p:grpSpPr>
        <mc:AlternateContent xmlns:mc="http://schemas.openxmlformats.org/markup-compatibility/2006" xmlns:p14="http://schemas.microsoft.com/office/powerpoint/2010/main">
          <mc:Choice Requires="p14">
            <p:contentPart p14:bwMode="auto" r:id="rId90">
              <p14:nvContentPartPr>
                <p14:cNvPr id="96" name="Ink 95">
                  <a:extLst>
                    <a:ext uri="{FF2B5EF4-FFF2-40B4-BE49-F238E27FC236}">
                      <a16:creationId xmlns:a16="http://schemas.microsoft.com/office/drawing/2014/main" id="{A654AA8F-F3EA-0CD1-26E4-2DBC56F7210C}"/>
                    </a:ext>
                  </a:extLst>
                </p14:cNvPr>
                <p14:cNvContentPartPr/>
                <p14:nvPr/>
              </p14:nvContentPartPr>
              <p14:xfrm>
                <a:off x="6072950" y="977437"/>
                <a:ext cx="42840" cy="311400"/>
              </p14:xfrm>
            </p:contentPart>
          </mc:Choice>
          <mc:Fallback xmlns="">
            <p:pic>
              <p:nvPicPr>
                <p:cNvPr id="96" name="Ink 95">
                  <a:extLst>
                    <a:ext uri="{FF2B5EF4-FFF2-40B4-BE49-F238E27FC236}">
                      <a16:creationId xmlns:a16="http://schemas.microsoft.com/office/drawing/2014/main" id="{A654AA8F-F3EA-0CD1-26E4-2DBC56F7210C}"/>
                    </a:ext>
                  </a:extLst>
                </p:cNvPr>
                <p:cNvPicPr/>
                <p:nvPr/>
              </p:nvPicPr>
              <p:blipFill>
                <a:blip r:embed="rId91"/>
                <a:stretch>
                  <a:fillRect/>
                </a:stretch>
              </p:blipFill>
              <p:spPr>
                <a:xfrm>
                  <a:off x="6054950" y="959437"/>
                  <a:ext cx="7848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97" name="Ink 96">
                  <a:extLst>
                    <a:ext uri="{FF2B5EF4-FFF2-40B4-BE49-F238E27FC236}">
                      <a16:creationId xmlns:a16="http://schemas.microsoft.com/office/drawing/2014/main" id="{75DD492A-C365-A99A-F4A8-E4A0BB8B0AEC}"/>
                    </a:ext>
                  </a:extLst>
                </p14:cNvPr>
                <p14:cNvContentPartPr/>
                <p14:nvPr/>
              </p14:nvContentPartPr>
              <p14:xfrm>
                <a:off x="6179870" y="963757"/>
                <a:ext cx="174240" cy="269280"/>
              </p14:xfrm>
            </p:contentPart>
          </mc:Choice>
          <mc:Fallback xmlns="">
            <p:pic>
              <p:nvPicPr>
                <p:cNvPr id="97" name="Ink 96">
                  <a:extLst>
                    <a:ext uri="{FF2B5EF4-FFF2-40B4-BE49-F238E27FC236}">
                      <a16:creationId xmlns:a16="http://schemas.microsoft.com/office/drawing/2014/main" id="{75DD492A-C365-A99A-F4A8-E4A0BB8B0AEC}"/>
                    </a:ext>
                  </a:extLst>
                </p:cNvPr>
                <p:cNvPicPr/>
                <p:nvPr/>
              </p:nvPicPr>
              <p:blipFill>
                <a:blip r:embed="rId93"/>
                <a:stretch>
                  <a:fillRect/>
                </a:stretch>
              </p:blipFill>
              <p:spPr>
                <a:xfrm>
                  <a:off x="6161870" y="946117"/>
                  <a:ext cx="20988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98" name="Ink 97">
                  <a:extLst>
                    <a:ext uri="{FF2B5EF4-FFF2-40B4-BE49-F238E27FC236}">
                      <a16:creationId xmlns:a16="http://schemas.microsoft.com/office/drawing/2014/main" id="{3949C1BD-79C0-7C7A-A2B4-6AA7D1659AE9}"/>
                    </a:ext>
                  </a:extLst>
                </p14:cNvPr>
                <p14:cNvContentPartPr/>
                <p14:nvPr/>
              </p14:nvContentPartPr>
              <p14:xfrm>
                <a:off x="6472910" y="931357"/>
                <a:ext cx="100800" cy="198720"/>
              </p14:xfrm>
            </p:contentPart>
          </mc:Choice>
          <mc:Fallback xmlns="">
            <p:pic>
              <p:nvPicPr>
                <p:cNvPr id="98" name="Ink 97">
                  <a:extLst>
                    <a:ext uri="{FF2B5EF4-FFF2-40B4-BE49-F238E27FC236}">
                      <a16:creationId xmlns:a16="http://schemas.microsoft.com/office/drawing/2014/main" id="{3949C1BD-79C0-7C7A-A2B4-6AA7D1659AE9}"/>
                    </a:ext>
                  </a:extLst>
                </p:cNvPr>
                <p:cNvPicPr/>
                <p:nvPr/>
              </p:nvPicPr>
              <p:blipFill>
                <a:blip r:embed="rId95"/>
                <a:stretch>
                  <a:fillRect/>
                </a:stretch>
              </p:blipFill>
              <p:spPr>
                <a:xfrm>
                  <a:off x="6454910" y="913357"/>
                  <a:ext cx="13644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99" name="Ink 98">
                  <a:extLst>
                    <a:ext uri="{FF2B5EF4-FFF2-40B4-BE49-F238E27FC236}">
                      <a16:creationId xmlns:a16="http://schemas.microsoft.com/office/drawing/2014/main" id="{705656DB-F568-A287-4767-92850FF1D8C5}"/>
                    </a:ext>
                  </a:extLst>
                </p14:cNvPr>
                <p14:cNvContentPartPr/>
                <p14:nvPr/>
              </p14:nvContentPartPr>
              <p14:xfrm>
                <a:off x="6619070" y="1069237"/>
                <a:ext cx="6840" cy="61200"/>
              </p14:xfrm>
            </p:contentPart>
          </mc:Choice>
          <mc:Fallback xmlns="">
            <p:pic>
              <p:nvPicPr>
                <p:cNvPr id="99" name="Ink 98">
                  <a:extLst>
                    <a:ext uri="{FF2B5EF4-FFF2-40B4-BE49-F238E27FC236}">
                      <a16:creationId xmlns:a16="http://schemas.microsoft.com/office/drawing/2014/main" id="{705656DB-F568-A287-4767-92850FF1D8C5}"/>
                    </a:ext>
                  </a:extLst>
                </p:cNvPr>
                <p:cNvPicPr/>
                <p:nvPr/>
              </p:nvPicPr>
              <p:blipFill>
                <a:blip r:embed="rId97"/>
                <a:stretch>
                  <a:fillRect/>
                </a:stretch>
              </p:blipFill>
              <p:spPr>
                <a:xfrm>
                  <a:off x="6601070" y="1051597"/>
                  <a:ext cx="424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00" name="Ink 99">
                  <a:extLst>
                    <a:ext uri="{FF2B5EF4-FFF2-40B4-BE49-F238E27FC236}">
                      <a16:creationId xmlns:a16="http://schemas.microsoft.com/office/drawing/2014/main" id="{CA90C1A7-A4B0-5FC5-C658-ED24C3A2C5C1}"/>
                    </a:ext>
                  </a:extLst>
                </p14:cNvPr>
                <p14:cNvContentPartPr/>
                <p14:nvPr/>
              </p14:nvContentPartPr>
              <p14:xfrm>
                <a:off x="6611150" y="945757"/>
                <a:ext cx="8280" cy="16200"/>
              </p14:xfrm>
            </p:contentPart>
          </mc:Choice>
          <mc:Fallback xmlns="">
            <p:pic>
              <p:nvPicPr>
                <p:cNvPr id="100" name="Ink 99">
                  <a:extLst>
                    <a:ext uri="{FF2B5EF4-FFF2-40B4-BE49-F238E27FC236}">
                      <a16:creationId xmlns:a16="http://schemas.microsoft.com/office/drawing/2014/main" id="{CA90C1A7-A4B0-5FC5-C658-ED24C3A2C5C1}"/>
                    </a:ext>
                  </a:extLst>
                </p:cNvPr>
                <p:cNvPicPr/>
                <p:nvPr/>
              </p:nvPicPr>
              <p:blipFill>
                <a:blip r:embed="rId99"/>
                <a:stretch>
                  <a:fillRect/>
                </a:stretch>
              </p:blipFill>
              <p:spPr>
                <a:xfrm>
                  <a:off x="6593150" y="928117"/>
                  <a:ext cx="4392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01" name="Ink 100">
                  <a:extLst>
                    <a:ext uri="{FF2B5EF4-FFF2-40B4-BE49-F238E27FC236}">
                      <a16:creationId xmlns:a16="http://schemas.microsoft.com/office/drawing/2014/main" id="{111D3D63-FE15-8097-8EC5-0FEE82665A41}"/>
                    </a:ext>
                  </a:extLst>
                </p14:cNvPr>
                <p14:cNvContentPartPr/>
                <p14:nvPr/>
              </p14:nvContentPartPr>
              <p14:xfrm>
                <a:off x="6671990" y="914797"/>
                <a:ext cx="40320" cy="211680"/>
              </p14:xfrm>
            </p:contentPart>
          </mc:Choice>
          <mc:Fallback xmlns="">
            <p:pic>
              <p:nvPicPr>
                <p:cNvPr id="101" name="Ink 100">
                  <a:extLst>
                    <a:ext uri="{FF2B5EF4-FFF2-40B4-BE49-F238E27FC236}">
                      <a16:creationId xmlns:a16="http://schemas.microsoft.com/office/drawing/2014/main" id="{111D3D63-FE15-8097-8EC5-0FEE82665A41}"/>
                    </a:ext>
                  </a:extLst>
                </p:cNvPr>
                <p:cNvPicPr/>
                <p:nvPr/>
              </p:nvPicPr>
              <p:blipFill>
                <a:blip r:embed="rId101"/>
                <a:stretch>
                  <a:fillRect/>
                </a:stretch>
              </p:blipFill>
              <p:spPr>
                <a:xfrm>
                  <a:off x="6653990" y="897157"/>
                  <a:ext cx="7596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02" name="Ink 101">
                  <a:extLst>
                    <a:ext uri="{FF2B5EF4-FFF2-40B4-BE49-F238E27FC236}">
                      <a16:creationId xmlns:a16="http://schemas.microsoft.com/office/drawing/2014/main" id="{FB585AF3-5CB7-6D50-E7CD-022490204663}"/>
                    </a:ext>
                  </a:extLst>
                </p14:cNvPr>
                <p14:cNvContentPartPr/>
                <p14:nvPr/>
              </p14:nvContentPartPr>
              <p14:xfrm>
                <a:off x="6688550" y="980317"/>
                <a:ext cx="104760" cy="66240"/>
              </p14:xfrm>
            </p:contentPart>
          </mc:Choice>
          <mc:Fallback xmlns="">
            <p:pic>
              <p:nvPicPr>
                <p:cNvPr id="102" name="Ink 101">
                  <a:extLst>
                    <a:ext uri="{FF2B5EF4-FFF2-40B4-BE49-F238E27FC236}">
                      <a16:creationId xmlns:a16="http://schemas.microsoft.com/office/drawing/2014/main" id="{FB585AF3-5CB7-6D50-E7CD-022490204663}"/>
                    </a:ext>
                  </a:extLst>
                </p:cNvPr>
                <p:cNvPicPr/>
                <p:nvPr/>
              </p:nvPicPr>
              <p:blipFill>
                <a:blip r:embed="rId103"/>
                <a:stretch>
                  <a:fillRect/>
                </a:stretch>
              </p:blipFill>
              <p:spPr>
                <a:xfrm>
                  <a:off x="6670550" y="962317"/>
                  <a:ext cx="140400" cy="101880"/>
                </a:xfrm>
                <a:prstGeom prst="rect">
                  <a:avLst/>
                </a:prstGeom>
              </p:spPr>
            </p:pic>
          </mc:Fallback>
        </mc:AlternateContent>
      </p:grpSp>
      <p:grpSp>
        <p:nvGrpSpPr>
          <p:cNvPr id="121" name="Group 120">
            <a:extLst>
              <a:ext uri="{FF2B5EF4-FFF2-40B4-BE49-F238E27FC236}">
                <a16:creationId xmlns:a16="http://schemas.microsoft.com/office/drawing/2014/main" id="{288BABAA-DC9C-2DC2-8720-2B16D4462261}"/>
              </a:ext>
            </a:extLst>
          </p:cNvPr>
          <p:cNvGrpSpPr/>
          <p:nvPr/>
        </p:nvGrpSpPr>
        <p:grpSpPr>
          <a:xfrm>
            <a:off x="7193270" y="847477"/>
            <a:ext cx="321840" cy="231120"/>
            <a:chOff x="7193270" y="847477"/>
            <a:chExt cx="321840" cy="231120"/>
          </a:xfrm>
        </p:grpSpPr>
        <mc:AlternateContent xmlns:mc="http://schemas.openxmlformats.org/markup-compatibility/2006" xmlns:p14="http://schemas.microsoft.com/office/powerpoint/2010/main">
          <mc:Choice Requires="p14">
            <p:contentPart p14:bwMode="auto" r:id="rId104">
              <p14:nvContentPartPr>
                <p14:cNvPr id="103" name="Ink 102">
                  <a:extLst>
                    <a:ext uri="{FF2B5EF4-FFF2-40B4-BE49-F238E27FC236}">
                      <a16:creationId xmlns:a16="http://schemas.microsoft.com/office/drawing/2014/main" id="{6CF0D704-9FAC-2811-4689-F12BB0AF72CE}"/>
                    </a:ext>
                  </a:extLst>
                </p14:cNvPr>
                <p14:cNvContentPartPr/>
                <p14:nvPr/>
              </p14:nvContentPartPr>
              <p14:xfrm>
                <a:off x="7193270" y="942517"/>
                <a:ext cx="321840" cy="43560"/>
              </p14:xfrm>
            </p:contentPart>
          </mc:Choice>
          <mc:Fallback xmlns="">
            <p:pic>
              <p:nvPicPr>
                <p:cNvPr id="103" name="Ink 102">
                  <a:extLst>
                    <a:ext uri="{FF2B5EF4-FFF2-40B4-BE49-F238E27FC236}">
                      <a16:creationId xmlns:a16="http://schemas.microsoft.com/office/drawing/2014/main" id="{6CF0D704-9FAC-2811-4689-F12BB0AF72CE}"/>
                    </a:ext>
                  </a:extLst>
                </p:cNvPr>
                <p:cNvPicPr/>
                <p:nvPr/>
              </p:nvPicPr>
              <p:blipFill>
                <a:blip r:embed="rId105"/>
                <a:stretch>
                  <a:fillRect/>
                </a:stretch>
              </p:blipFill>
              <p:spPr>
                <a:xfrm>
                  <a:off x="7175270" y="924517"/>
                  <a:ext cx="35748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04" name="Ink 103">
                  <a:extLst>
                    <a:ext uri="{FF2B5EF4-FFF2-40B4-BE49-F238E27FC236}">
                      <a16:creationId xmlns:a16="http://schemas.microsoft.com/office/drawing/2014/main" id="{EA70CBC8-C0C5-8A2D-38E2-82D2243D69D8}"/>
                    </a:ext>
                  </a:extLst>
                </p14:cNvPr>
                <p14:cNvContentPartPr/>
                <p14:nvPr/>
              </p14:nvContentPartPr>
              <p14:xfrm>
                <a:off x="7420070" y="847477"/>
                <a:ext cx="95040" cy="231120"/>
              </p14:xfrm>
            </p:contentPart>
          </mc:Choice>
          <mc:Fallback xmlns="">
            <p:pic>
              <p:nvPicPr>
                <p:cNvPr id="104" name="Ink 103">
                  <a:extLst>
                    <a:ext uri="{FF2B5EF4-FFF2-40B4-BE49-F238E27FC236}">
                      <a16:creationId xmlns:a16="http://schemas.microsoft.com/office/drawing/2014/main" id="{EA70CBC8-C0C5-8A2D-38E2-82D2243D69D8}"/>
                    </a:ext>
                  </a:extLst>
                </p:cNvPr>
                <p:cNvPicPr/>
                <p:nvPr/>
              </p:nvPicPr>
              <p:blipFill>
                <a:blip r:embed="rId107"/>
                <a:stretch>
                  <a:fillRect/>
                </a:stretch>
              </p:blipFill>
              <p:spPr>
                <a:xfrm>
                  <a:off x="7402430" y="829477"/>
                  <a:ext cx="130680" cy="266760"/>
                </a:xfrm>
                <a:prstGeom prst="rect">
                  <a:avLst/>
                </a:prstGeom>
              </p:spPr>
            </p:pic>
          </mc:Fallback>
        </mc:AlternateContent>
      </p:grpSp>
      <p:grpSp>
        <p:nvGrpSpPr>
          <p:cNvPr id="120" name="Group 119">
            <a:extLst>
              <a:ext uri="{FF2B5EF4-FFF2-40B4-BE49-F238E27FC236}">
                <a16:creationId xmlns:a16="http://schemas.microsoft.com/office/drawing/2014/main" id="{89A2AE4D-B094-8935-16B5-67A1869A718A}"/>
              </a:ext>
            </a:extLst>
          </p:cNvPr>
          <p:cNvGrpSpPr/>
          <p:nvPr/>
        </p:nvGrpSpPr>
        <p:grpSpPr>
          <a:xfrm>
            <a:off x="7793750" y="780157"/>
            <a:ext cx="782280" cy="316800"/>
            <a:chOff x="7793750" y="780157"/>
            <a:chExt cx="782280" cy="316800"/>
          </a:xfrm>
        </p:grpSpPr>
        <mc:AlternateContent xmlns:mc="http://schemas.openxmlformats.org/markup-compatibility/2006" xmlns:p14="http://schemas.microsoft.com/office/powerpoint/2010/main">
          <mc:Choice Requires="p14">
            <p:contentPart p14:bwMode="auto" r:id="rId108">
              <p14:nvContentPartPr>
                <p14:cNvPr id="105" name="Ink 104">
                  <a:extLst>
                    <a:ext uri="{FF2B5EF4-FFF2-40B4-BE49-F238E27FC236}">
                      <a16:creationId xmlns:a16="http://schemas.microsoft.com/office/drawing/2014/main" id="{53352024-9465-46DF-5445-2641FCCDF50B}"/>
                    </a:ext>
                  </a:extLst>
                </p14:cNvPr>
                <p14:cNvContentPartPr/>
                <p14:nvPr/>
              </p14:nvContentPartPr>
              <p14:xfrm>
                <a:off x="7793750" y="818317"/>
                <a:ext cx="45000" cy="278640"/>
              </p14:xfrm>
            </p:contentPart>
          </mc:Choice>
          <mc:Fallback xmlns="">
            <p:pic>
              <p:nvPicPr>
                <p:cNvPr id="105" name="Ink 104">
                  <a:extLst>
                    <a:ext uri="{FF2B5EF4-FFF2-40B4-BE49-F238E27FC236}">
                      <a16:creationId xmlns:a16="http://schemas.microsoft.com/office/drawing/2014/main" id="{53352024-9465-46DF-5445-2641FCCDF50B}"/>
                    </a:ext>
                  </a:extLst>
                </p:cNvPr>
                <p:cNvPicPr/>
                <p:nvPr/>
              </p:nvPicPr>
              <p:blipFill>
                <a:blip r:embed="rId109"/>
                <a:stretch>
                  <a:fillRect/>
                </a:stretch>
              </p:blipFill>
              <p:spPr>
                <a:xfrm>
                  <a:off x="7775750" y="800677"/>
                  <a:ext cx="8064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06" name="Ink 105">
                  <a:extLst>
                    <a:ext uri="{FF2B5EF4-FFF2-40B4-BE49-F238E27FC236}">
                      <a16:creationId xmlns:a16="http://schemas.microsoft.com/office/drawing/2014/main" id="{75132707-7F8D-59BF-33BB-E3DE3998D172}"/>
                    </a:ext>
                  </a:extLst>
                </p14:cNvPr>
                <p14:cNvContentPartPr/>
                <p14:nvPr/>
              </p14:nvContentPartPr>
              <p14:xfrm>
                <a:off x="7947830" y="876637"/>
                <a:ext cx="159120" cy="185400"/>
              </p14:xfrm>
            </p:contentPart>
          </mc:Choice>
          <mc:Fallback xmlns="">
            <p:pic>
              <p:nvPicPr>
                <p:cNvPr id="106" name="Ink 105">
                  <a:extLst>
                    <a:ext uri="{FF2B5EF4-FFF2-40B4-BE49-F238E27FC236}">
                      <a16:creationId xmlns:a16="http://schemas.microsoft.com/office/drawing/2014/main" id="{75132707-7F8D-59BF-33BB-E3DE3998D172}"/>
                    </a:ext>
                  </a:extLst>
                </p:cNvPr>
                <p:cNvPicPr/>
                <p:nvPr/>
              </p:nvPicPr>
              <p:blipFill>
                <a:blip r:embed="rId111"/>
                <a:stretch>
                  <a:fillRect/>
                </a:stretch>
              </p:blipFill>
              <p:spPr>
                <a:xfrm>
                  <a:off x="7929830" y="858637"/>
                  <a:ext cx="19476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07" name="Ink 106">
                  <a:extLst>
                    <a:ext uri="{FF2B5EF4-FFF2-40B4-BE49-F238E27FC236}">
                      <a16:creationId xmlns:a16="http://schemas.microsoft.com/office/drawing/2014/main" id="{2FDA2B04-4CCC-D5CF-2EE3-4E2E9F0226BF}"/>
                    </a:ext>
                  </a:extLst>
                </p14:cNvPr>
                <p14:cNvContentPartPr/>
                <p14:nvPr/>
              </p14:nvContentPartPr>
              <p14:xfrm>
                <a:off x="8181110" y="823717"/>
                <a:ext cx="186840" cy="177840"/>
              </p14:xfrm>
            </p:contentPart>
          </mc:Choice>
          <mc:Fallback xmlns="">
            <p:pic>
              <p:nvPicPr>
                <p:cNvPr id="107" name="Ink 106">
                  <a:extLst>
                    <a:ext uri="{FF2B5EF4-FFF2-40B4-BE49-F238E27FC236}">
                      <a16:creationId xmlns:a16="http://schemas.microsoft.com/office/drawing/2014/main" id="{2FDA2B04-4CCC-D5CF-2EE3-4E2E9F0226BF}"/>
                    </a:ext>
                  </a:extLst>
                </p:cNvPr>
                <p:cNvPicPr/>
                <p:nvPr/>
              </p:nvPicPr>
              <p:blipFill>
                <a:blip r:embed="rId113"/>
                <a:stretch>
                  <a:fillRect/>
                </a:stretch>
              </p:blipFill>
              <p:spPr>
                <a:xfrm>
                  <a:off x="8163470" y="805717"/>
                  <a:ext cx="22248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08" name="Ink 107">
                  <a:extLst>
                    <a:ext uri="{FF2B5EF4-FFF2-40B4-BE49-F238E27FC236}">
                      <a16:creationId xmlns:a16="http://schemas.microsoft.com/office/drawing/2014/main" id="{CD54E27E-135B-E2A3-16E0-4CDFDAB2B895}"/>
                    </a:ext>
                  </a:extLst>
                </p14:cNvPr>
                <p14:cNvContentPartPr/>
                <p14:nvPr/>
              </p14:nvContentPartPr>
              <p14:xfrm>
                <a:off x="8384510" y="780157"/>
                <a:ext cx="158760" cy="171000"/>
              </p14:xfrm>
            </p:contentPart>
          </mc:Choice>
          <mc:Fallback xmlns="">
            <p:pic>
              <p:nvPicPr>
                <p:cNvPr id="108" name="Ink 107">
                  <a:extLst>
                    <a:ext uri="{FF2B5EF4-FFF2-40B4-BE49-F238E27FC236}">
                      <a16:creationId xmlns:a16="http://schemas.microsoft.com/office/drawing/2014/main" id="{CD54E27E-135B-E2A3-16E0-4CDFDAB2B895}"/>
                    </a:ext>
                  </a:extLst>
                </p:cNvPr>
                <p:cNvPicPr/>
                <p:nvPr/>
              </p:nvPicPr>
              <p:blipFill>
                <a:blip r:embed="rId115"/>
                <a:stretch>
                  <a:fillRect/>
                </a:stretch>
              </p:blipFill>
              <p:spPr>
                <a:xfrm>
                  <a:off x="8366510" y="762517"/>
                  <a:ext cx="19440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09" name="Ink 108">
                  <a:extLst>
                    <a:ext uri="{FF2B5EF4-FFF2-40B4-BE49-F238E27FC236}">
                      <a16:creationId xmlns:a16="http://schemas.microsoft.com/office/drawing/2014/main" id="{A463BE04-5A57-59AA-0E73-1EC61F197D2D}"/>
                    </a:ext>
                  </a:extLst>
                </p14:cNvPr>
                <p14:cNvContentPartPr/>
                <p14:nvPr/>
              </p14:nvContentPartPr>
              <p14:xfrm>
                <a:off x="8506550" y="840277"/>
                <a:ext cx="69480" cy="240480"/>
              </p14:xfrm>
            </p:contentPart>
          </mc:Choice>
          <mc:Fallback xmlns="">
            <p:pic>
              <p:nvPicPr>
                <p:cNvPr id="109" name="Ink 108">
                  <a:extLst>
                    <a:ext uri="{FF2B5EF4-FFF2-40B4-BE49-F238E27FC236}">
                      <a16:creationId xmlns:a16="http://schemas.microsoft.com/office/drawing/2014/main" id="{A463BE04-5A57-59AA-0E73-1EC61F197D2D}"/>
                    </a:ext>
                  </a:extLst>
                </p:cNvPr>
                <p:cNvPicPr/>
                <p:nvPr/>
              </p:nvPicPr>
              <p:blipFill>
                <a:blip r:embed="rId117"/>
                <a:stretch>
                  <a:fillRect/>
                </a:stretch>
              </p:blipFill>
              <p:spPr>
                <a:xfrm>
                  <a:off x="8488550" y="822277"/>
                  <a:ext cx="105120" cy="276120"/>
                </a:xfrm>
                <a:prstGeom prst="rect">
                  <a:avLst/>
                </a:prstGeom>
              </p:spPr>
            </p:pic>
          </mc:Fallback>
        </mc:AlternateContent>
      </p:grpSp>
      <p:grpSp>
        <p:nvGrpSpPr>
          <p:cNvPr id="133" name="Group 132">
            <a:extLst>
              <a:ext uri="{FF2B5EF4-FFF2-40B4-BE49-F238E27FC236}">
                <a16:creationId xmlns:a16="http://schemas.microsoft.com/office/drawing/2014/main" id="{F9470C0A-92F0-F472-6A10-C3409788983D}"/>
              </a:ext>
            </a:extLst>
          </p:cNvPr>
          <p:cNvGrpSpPr/>
          <p:nvPr/>
        </p:nvGrpSpPr>
        <p:grpSpPr>
          <a:xfrm>
            <a:off x="8900750" y="759277"/>
            <a:ext cx="694080" cy="302040"/>
            <a:chOff x="8900750" y="759277"/>
            <a:chExt cx="694080" cy="302040"/>
          </a:xfrm>
        </p:grpSpPr>
        <mc:AlternateContent xmlns:mc="http://schemas.openxmlformats.org/markup-compatibility/2006" xmlns:p14="http://schemas.microsoft.com/office/powerpoint/2010/main">
          <mc:Choice Requires="p14">
            <p:contentPart p14:bwMode="auto" r:id="rId118">
              <p14:nvContentPartPr>
                <p14:cNvPr id="110" name="Ink 109">
                  <a:extLst>
                    <a:ext uri="{FF2B5EF4-FFF2-40B4-BE49-F238E27FC236}">
                      <a16:creationId xmlns:a16="http://schemas.microsoft.com/office/drawing/2014/main" id="{7534474D-6DAB-778B-78FB-DE38401CE107}"/>
                    </a:ext>
                  </a:extLst>
                </p14:cNvPr>
                <p14:cNvContentPartPr/>
                <p14:nvPr/>
              </p14:nvContentPartPr>
              <p14:xfrm>
                <a:off x="8900750" y="759277"/>
                <a:ext cx="158040" cy="302040"/>
              </p14:xfrm>
            </p:contentPart>
          </mc:Choice>
          <mc:Fallback xmlns="">
            <p:pic>
              <p:nvPicPr>
                <p:cNvPr id="110" name="Ink 109">
                  <a:extLst>
                    <a:ext uri="{FF2B5EF4-FFF2-40B4-BE49-F238E27FC236}">
                      <a16:creationId xmlns:a16="http://schemas.microsoft.com/office/drawing/2014/main" id="{7534474D-6DAB-778B-78FB-DE38401CE107}"/>
                    </a:ext>
                  </a:extLst>
                </p:cNvPr>
                <p:cNvPicPr/>
                <p:nvPr/>
              </p:nvPicPr>
              <p:blipFill>
                <a:blip r:embed="rId119"/>
                <a:stretch>
                  <a:fillRect/>
                </a:stretch>
              </p:blipFill>
              <p:spPr>
                <a:xfrm>
                  <a:off x="8883110" y="741277"/>
                  <a:ext cx="19368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11" name="Ink 110">
                  <a:extLst>
                    <a:ext uri="{FF2B5EF4-FFF2-40B4-BE49-F238E27FC236}">
                      <a16:creationId xmlns:a16="http://schemas.microsoft.com/office/drawing/2014/main" id="{590FC082-D104-3DD8-AD3C-E99B24B74B5E}"/>
                    </a:ext>
                  </a:extLst>
                </p14:cNvPr>
                <p14:cNvContentPartPr/>
                <p14:nvPr/>
              </p14:nvContentPartPr>
              <p14:xfrm>
                <a:off x="9113510" y="904357"/>
                <a:ext cx="7920" cy="129960"/>
              </p14:xfrm>
            </p:contentPart>
          </mc:Choice>
          <mc:Fallback xmlns="">
            <p:pic>
              <p:nvPicPr>
                <p:cNvPr id="111" name="Ink 110">
                  <a:extLst>
                    <a:ext uri="{FF2B5EF4-FFF2-40B4-BE49-F238E27FC236}">
                      <a16:creationId xmlns:a16="http://schemas.microsoft.com/office/drawing/2014/main" id="{590FC082-D104-3DD8-AD3C-E99B24B74B5E}"/>
                    </a:ext>
                  </a:extLst>
                </p:cNvPr>
                <p:cNvPicPr/>
                <p:nvPr/>
              </p:nvPicPr>
              <p:blipFill>
                <a:blip r:embed="rId121"/>
                <a:stretch>
                  <a:fillRect/>
                </a:stretch>
              </p:blipFill>
              <p:spPr>
                <a:xfrm>
                  <a:off x="9095510" y="886357"/>
                  <a:ext cx="435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12" name="Ink 111">
                  <a:extLst>
                    <a:ext uri="{FF2B5EF4-FFF2-40B4-BE49-F238E27FC236}">
                      <a16:creationId xmlns:a16="http://schemas.microsoft.com/office/drawing/2014/main" id="{902F168A-DE10-7C46-B9C4-5CED9BF5F9F6}"/>
                    </a:ext>
                  </a:extLst>
                </p14:cNvPr>
                <p14:cNvContentPartPr/>
                <p14:nvPr/>
              </p14:nvContentPartPr>
              <p14:xfrm>
                <a:off x="9130070" y="792397"/>
                <a:ext cx="5400" cy="29520"/>
              </p14:xfrm>
            </p:contentPart>
          </mc:Choice>
          <mc:Fallback xmlns="">
            <p:pic>
              <p:nvPicPr>
                <p:cNvPr id="112" name="Ink 111">
                  <a:extLst>
                    <a:ext uri="{FF2B5EF4-FFF2-40B4-BE49-F238E27FC236}">
                      <a16:creationId xmlns:a16="http://schemas.microsoft.com/office/drawing/2014/main" id="{902F168A-DE10-7C46-B9C4-5CED9BF5F9F6}"/>
                    </a:ext>
                  </a:extLst>
                </p:cNvPr>
                <p:cNvPicPr/>
                <p:nvPr/>
              </p:nvPicPr>
              <p:blipFill>
                <a:blip r:embed="rId123"/>
                <a:stretch>
                  <a:fillRect/>
                </a:stretch>
              </p:blipFill>
              <p:spPr>
                <a:xfrm>
                  <a:off x="9112430" y="774397"/>
                  <a:ext cx="410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13" name="Ink 112">
                  <a:extLst>
                    <a:ext uri="{FF2B5EF4-FFF2-40B4-BE49-F238E27FC236}">
                      <a16:creationId xmlns:a16="http://schemas.microsoft.com/office/drawing/2014/main" id="{D305151B-4769-6091-6519-457BD24AB105}"/>
                    </a:ext>
                  </a:extLst>
                </p14:cNvPr>
                <p14:cNvContentPartPr/>
                <p14:nvPr/>
              </p14:nvContentPartPr>
              <p14:xfrm>
                <a:off x="9192710" y="884917"/>
                <a:ext cx="109440" cy="171720"/>
              </p14:xfrm>
            </p:contentPart>
          </mc:Choice>
          <mc:Fallback xmlns="">
            <p:pic>
              <p:nvPicPr>
                <p:cNvPr id="113" name="Ink 112">
                  <a:extLst>
                    <a:ext uri="{FF2B5EF4-FFF2-40B4-BE49-F238E27FC236}">
                      <a16:creationId xmlns:a16="http://schemas.microsoft.com/office/drawing/2014/main" id="{D305151B-4769-6091-6519-457BD24AB105}"/>
                    </a:ext>
                  </a:extLst>
                </p:cNvPr>
                <p:cNvPicPr/>
                <p:nvPr/>
              </p:nvPicPr>
              <p:blipFill>
                <a:blip r:embed="rId125"/>
                <a:stretch>
                  <a:fillRect/>
                </a:stretch>
              </p:blipFill>
              <p:spPr>
                <a:xfrm>
                  <a:off x="9175070" y="866917"/>
                  <a:ext cx="14508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14" name="Ink 113">
                  <a:extLst>
                    <a:ext uri="{FF2B5EF4-FFF2-40B4-BE49-F238E27FC236}">
                      <a16:creationId xmlns:a16="http://schemas.microsoft.com/office/drawing/2014/main" id="{CBEDAC12-FC4A-25B5-847B-4E4DCC82FDB1}"/>
                    </a:ext>
                  </a:extLst>
                </p14:cNvPr>
                <p14:cNvContentPartPr/>
                <p14:nvPr/>
              </p14:nvContentPartPr>
              <p14:xfrm>
                <a:off x="9379910" y="862597"/>
                <a:ext cx="13680" cy="147960"/>
              </p14:xfrm>
            </p:contentPart>
          </mc:Choice>
          <mc:Fallback xmlns="">
            <p:pic>
              <p:nvPicPr>
                <p:cNvPr id="114" name="Ink 113">
                  <a:extLst>
                    <a:ext uri="{FF2B5EF4-FFF2-40B4-BE49-F238E27FC236}">
                      <a16:creationId xmlns:a16="http://schemas.microsoft.com/office/drawing/2014/main" id="{CBEDAC12-FC4A-25B5-847B-4E4DCC82FDB1}"/>
                    </a:ext>
                  </a:extLst>
                </p:cNvPr>
                <p:cNvPicPr/>
                <p:nvPr/>
              </p:nvPicPr>
              <p:blipFill>
                <a:blip r:embed="rId127"/>
                <a:stretch>
                  <a:fillRect/>
                </a:stretch>
              </p:blipFill>
              <p:spPr>
                <a:xfrm>
                  <a:off x="9361910" y="844957"/>
                  <a:ext cx="4932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15" name="Ink 114">
                  <a:extLst>
                    <a:ext uri="{FF2B5EF4-FFF2-40B4-BE49-F238E27FC236}">
                      <a16:creationId xmlns:a16="http://schemas.microsoft.com/office/drawing/2014/main" id="{76EEBDEA-D7D4-B5AC-E2C5-D09F26587BFE}"/>
                    </a:ext>
                  </a:extLst>
                </p14:cNvPr>
                <p14:cNvContentPartPr/>
                <p14:nvPr/>
              </p14:nvContentPartPr>
              <p14:xfrm>
                <a:off x="9397550" y="759997"/>
                <a:ext cx="4320" cy="67320"/>
              </p14:xfrm>
            </p:contentPart>
          </mc:Choice>
          <mc:Fallback xmlns="">
            <p:pic>
              <p:nvPicPr>
                <p:cNvPr id="115" name="Ink 114">
                  <a:extLst>
                    <a:ext uri="{FF2B5EF4-FFF2-40B4-BE49-F238E27FC236}">
                      <a16:creationId xmlns:a16="http://schemas.microsoft.com/office/drawing/2014/main" id="{76EEBDEA-D7D4-B5AC-E2C5-D09F26587BFE}"/>
                    </a:ext>
                  </a:extLst>
                </p:cNvPr>
                <p:cNvPicPr/>
                <p:nvPr/>
              </p:nvPicPr>
              <p:blipFill>
                <a:blip r:embed="rId129"/>
                <a:stretch>
                  <a:fillRect/>
                </a:stretch>
              </p:blipFill>
              <p:spPr>
                <a:xfrm>
                  <a:off x="9379550" y="741997"/>
                  <a:ext cx="3996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16" name="Ink 115">
                  <a:extLst>
                    <a:ext uri="{FF2B5EF4-FFF2-40B4-BE49-F238E27FC236}">
                      <a16:creationId xmlns:a16="http://schemas.microsoft.com/office/drawing/2014/main" id="{6C9030F6-D45B-7583-E2D8-47F6BE9570BB}"/>
                    </a:ext>
                  </a:extLst>
                </p14:cNvPr>
                <p14:cNvContentPartPr/>
                <p14:nvPr/>
              </p14:nvContentPartPr>
              <p14:xfrm>
                <a:off x="9565670" y="766117"/>
                <a:ext cx="17280" cy="263160"/>
              </p14:xfrm>
            </p:contentPart>
          </mc:Choice>
          <mc:Fallback xmlns="">
            <p:pic>
              <p:nvPicPr>
                <p:cNvPr id="116" name="Ink 115">
                  <a:extLst>
                    <a:ext uri="{FF2B5EF4-FFF2-40B4-BE49-F238E27FC236}">
                      <a16:creationId xmlns:a16="http://schemas.microsoft.com/office/drawing/2014/main" id="{6C9030F6-D45B-7583-E2D8-47F6BE9570BB}"/>
                    </a:ext>
                  </a:extLst>
                </p:cNvPr>
                <p:cNvPicPr/>
                <p:nvPr/>
              </p:nvPicPr>
              <p:blipFill>
                <a:blip r:embed="rId131"/>
                <a:stretch>
                  <a:fillRect/>
                </a:stretch>
              </p:blipFill>
              <p:spPr>
                <a:xfrm>
                  <a:off x="9548030" y="748477"/>
                  <a:ext cx="5292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24" name="Ink 123">
                  <a:extLst>
                    <a:ext uri="{FF2B5EF4-FFF2-40B4-BE49-F238E27FC236}">
                      <a16:creationId xmlns:a16="http://schemas.microsoft.com/office/drawing/2014/main" id="{B6FA4DBD-8CF0-4E32-DAD8-BDCA50F3B9B4}"/>
                    </a:ext>
                  </a:extLst>
                </p14:cNvPr>
                <p14:cNvContentPartPr/>
                <p14:nvPr/>
              </p14:nvContentPartPr>
              <p14:xfrm>
                <a:off x="9504110" y="891757"/>
                <a:ext cx="90720" cy="38160"/>
              </p14:xfrm>
            </p:contentPart>
          </mc:Choice>
          <mc:Fallback xmlns="">
            <p:pic>
              <p:nvPicPr>
                <p:cNvPr id="124" name="Ink 123">
                  <a:extLst>
                    <a:ext uri="{FF2B5EF4-FFF2-40B4-BE49-F238E27FC236}">
                      <a16:creationId xmlns:a16="http://schemas.microsoft.com/office/drawing/2014/main" id="{B6FA4DBD-8CF0-4E32-DAD8-BDCA50F3B9B4}"/>
                    </a:ext>
                  </a:extLst>
                </p:cNvPr>
                <p:cNvPicPr/>
                <p:nvPr/>
              </p:nvPicPr>
              <p:blipFill>
                <a:blip r:embed="rId133"/>
                <a:stretch>
                  <a:fillRect/>
                </a:stretch>
              </p:blipFill>
              <p:spPr>
                <a:xfrm>
                  <a:off x="9486110" y="873757"/>
                  <a:ext cx="126360" cy="73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4">
            <p14:nvContentPartPr>
              <p14:cNvPr id="125" name="Ink 124">
                <a:extLst>
                  <a:ext uri="{FF2B5EF4-FFF2-40B4-BE49-F238E27FC236}">
                    <a16:creationId xmlns:a16="http://schemas.microsoft.com/office/drawing/2014/main" id="{DBF359E0-7C44-180F-D6EE-CB3068B5486D}"/>
                  </a:ext>
                </a:extLst>
              </p14:cNvPr>
              <p14:cNvContentPartPr/>
              <p14:nvPr/>
            </p14:nvContentPartPr>
            <p14:xfrm>
              <a:off x="9740630" y="765397"/>
              <a:ext cx="207720" cy="262800"/>
            </p14:xfrm>
          </p:contentPart>
        </mc:Choice>
        <mc:Fallback xmlns="">
          <p:pic>
            <p:nvPicPr>
              <p:cNvPr id="125" name="Ink 124">
                <a:extLst>
                  <a:ext uri="{FF2B5EF4-FFF2-40B4-BE49-F238E27FC236}">
                    <a16:creationId xmlns:a16="http://schemas.microsoft.com/office/drawing/2014/main" id="{DBF359E0-7C44-180F-D6EE-CB3068B5486D}"/>
                  </a:ext>
                </a:extLst>
              </p:cNvPr>
              <p:cNvPicPr/>
              <p:nvPr/>
            </p:nvPicPr>
            <p:blipFill>
              <a:blip r:embed="rId135"/>
              <a:stretch>
                <a:fillRect/>
              </a:stretch>
            </p:blipFill>
            <p:spPr>
              <a:xfrm>
                <a:off x="9722630" y="747757"/>
                <a:ext cx="243360" cy="298440"/>
              </a:xfrm>
              <a:prstGeom prst="rect">
                <a:avLst/>
              </a:prstGeom>
            </p:spPr>
          </p:pic>
        </mc:Fallback>
      </mc:AlternateContent>
      <p:grpSp>
        <p:nvGrpSpPr>
          <p:cNvPr id="132" name="Group 131">
            <a:extLst>
              <a:ext uri="{FF2B5EF4-FFF2-40B4-BE49-F238E27FC236}">
                <a16:creationId xmlns:a16="http://schemas.microsoft.com/office/drawing/2014/main" id="{79C7A1C4-28C6-AC7E-266A-996EB492E270}"/>
              </a:ext>
            </a:extLst>
          </p:cNvPr>
          <p:cNvGrpSpPr/>
          <p:nvPr/>
        </p:nvGrpSpPr>
        <p:grpSpPr>
          <a:xfrm>
            <a:off x="10233830" y="773677"/>
            <a:ext cx="862560" cy="278280"/>
            <a:chOff x="10233830" y="773677"/>
            <a:chExt cx="862560" cy="278280"/>
          </a:xfrm>
        </p:grpSpPr>
        <mc:AlternateContent xmlns:mc="http://schemas.openxmlformats.org/markup-compatibility/2006" xmlns:p14="http://schemas.microsoft.com/office/powerpoint/2010/main">
          <mc:Choice Requires="p14">
            <p:contentPart p14:bwMode="auto" r:id="rId136">
              <p14:nvContentPartPr>
                <p14:cNvPr id="126" name="Ink 125">
                  <a:extLst>
                    <a:ext uri="{FF2B5EF4-FFF2-40B4-BE49-F238E27FC236}">
                      <a16:creationId xmlns:a16="http://schemas.microsoft.com/office/drawing/2014/main" id="{87BB8881-1EA1-4C88-EB57-65C1B88C015F}"/>
                    </a:ext>
                  </a:extLst>
                </p14:cNvPr>
                <p14:cNvContentPartPr/>
                <p14:nvPr/>
              </p14:nvContentPartPr>
              <p14:xfrm>
                <a:off x="10233830" y="787717"/>
                <a:ext cx="32760" cy="264240"/>
              </p14:xfrm>
            </p:contentPart>
          </mc:Choice>
          <mc:Fallback xmlns="">
            <p:pic>
              <p:nvPicPr>
                <p:cNvPr id="126" name="Ink 125">
                  <a:extLst>
                    <a:ext uri="{FF2B5EF4-FFF2-40B4-BE49-F238E27FC236}">
                      <a16:creationId xmlns:a16="http://schemas.microsoft.com/office/drawing/2014/main" id="{87BB8881-1EA1-4C88-EB57-65C1B88C015F}"/>
                    </a:ext>
                  </a:extLst>
                </p:cNvPr>
                <p:cNvPicPr/>
                <p:nvPr/>
              </p:nvPicPr>
              <p:blipFill>
                <a:blip r:embed="rId137"/>
                <a:stretch>
                  <a:fillRect/>
                </a:stretch>
              </p:blipFill>
              <p:spPr>
                <a:xfrm>
                  <a:off x="10215830" y="769717"/>
                  <a:ext cx="6840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27" name="Ink 126">
                  <a:extLst>
                    <a:ext uri="{FF2B5EF4-FFF2-40B4-BE49-F238E27FC236}">
                      <a16:creationId xmlns:a16="http://schemas.microsoft.com/office/drawing/2014/main" id="{15FD7A5A-0F9D-5FFD-D596-50612323F847}"/>
                    </a:ext>
                  </a:extLst>
                </p14:cNvPr>
                <p14:cNvContentPartPr/>
                <p14:nvPr/>
              </p14:nvContentPartPr>
              <p14:xfrm>
                <a:off x="10375310" y="867997"/>
                <a:ext cx="140400" cy="183960"/>
              </p14:xfrm>
            </p:contentPart>
          </mc:Choice>
          <mc:Fallback xmlns="">
            <p:pic>
              <p:nvPicPr>
                <p:cNvPr id="127" name="Ink 126">
                  <a:extLst>
                    <a:ext uri="{FF2B5EF4-FFF2-40B4-BE49-F238E27FC236}">
                      <a16:creationId xmlns:a16="http://schemas.microsoft.com/office/drawing/2014/main" id="{15FD7A5A-0F9D-5FFD-D596-50612323F847}"/>
                    </a:ext>
                  </a:extLst>
                </p:cNvPr>
                <p:cNvPicPr/>
                <p:nvPr/>
              </p:nvPicPr>
              <p:blipFill>
                <a:blip r:embed="rId139"/>
                <a:stretch>
                  <a:fillRect/>
                </a:stretch>
              </p:blipFill>
              <p:spPr>
                <a:xfrm>
                  <a:off x="10357310" y="850357"/>
                  <a:ext cx="17604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28" name="Ink 127">
                  <a:extLst>
                    <a:ext uri="{FF2B5EF4-FFF2-40B4-BE49-F238E27FC236}">
                      <a16:creationId xmlns:a16="http://schemas.microsoft.com/office/drawing/2014/main" id="{38432C70-8D35-78EC-190D-6CDF94800E8B}"/>
                    </a:ext>
                  </a:extLst>
                </p14:cNvPr>
                <p14:cNvContentPartPr/>
                <p14:nvPr/>
              </p14:nvContentPartPr>
              <p14:xfrm>
                <a:off x="10530830" y="870877"/>
                <a:ext cx="118440" cy="100080"/>
              </p14:xfrm>
            </p:contentPart>
          </mc:Choice>
          <mc:Fallback xmlns="">
            <p:pic>
              <p:nvPicPr>
                <p:cNvPr id="128" name="Ink 127">
                  <a:extLst>
                    <a:ext uri="{FF2B5EF4-FFF2-40B4-BE49-F238E27FC236}">
                      <a16:creationId xmlns:a16="http://schemas.microsoft.com/office/drawing/2014/main" id="{38432C70-8D35-78EC-190D-6CDF94800E8B}"/>
                    </a:ext>
                  </a:extLst>
                </p:cNvPr>
                <p:cNvPicPr/>
                <p:nvPr/>
              </p:nvPicPr>
              <p:blipFill>
                <a:blip r:embed="rId141"/>
                <a:stretch>
                  <a:fillRect/>
                </a:stretch>
              </p:blipFill>
              <p:spPr>
                <a:xfrm>
                  <a:off x="10512830" y="853237"/>
                  <a:ext cx="15408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29" name="Ink 128">
                  <a:extLst>
                    <a:ext uri="{FF2B5EF4-FFF2-40B4-BE49-F238E27FC236}">
                      <a16:creationId xmlns:a16="http://schemas.microsoft.com/office/drawing/2014/main" id="{21AFD1D4-B738-7CFC-DDAD-EFF7FE8F26BD}"/>
                    </a:ext>
                  </a:extLst>
                </p14:cNvPr>
                <p14:cNvContentPartPr/>
                <p14:nvPr/>
              </p14:nvContentPartPr>
              <p14:xfrm>
                <a:off x="10707950" y="860077"/>
                <a:ext cx="109440" cy="124560"/>
              </p14:xfrm>
            </p:contentPart>
          </mc:Choice>
          <mc:Fallback xmlns="">
            <p:pic>
              <p:nvPicPr>
                <p:cNvPr id="129" name="Ink 128">
                  <a:extLst>
                    <a:ext uri="{FF2B5EF4-FFF2-40B4-BE49-F238E27FC236}">
                      <a16:creationId xmlns:a16="http://schemas.microsoft.com/office/drawing/2014/main" id="{21AFD1D4-B738-7CFC-DDAD-EFF7FE8F26BD}"/>
                    </a:ext>
                  </a:extLst>
                </p:cNvPr>
                <p:cNvPicPr/>
                <p:nvPr/>
              </p:nvPicPr>
              <p:blipFill>
                <a:blip r:embed="rId143"/>
                <a:stretch>
                  <a:fillRect/>
                </a:stretch>
              </p:blipFill>
              <p:spPr>
                <a:xfrm>
                  <a:off x="10690310" y="842077"/>
                  <a:ext cx="14508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30" name="Ink 129">
                  <a:extLst>
                    <a:ext uri="{FF2B5EF4-FFF2-40B4-BE49-F238E27FC236}">
                      <a16:creationId xmlns:a16="http://schemas.microsoft.com/office/drawing/2014/main" id="{42BC79F5-B405-EB77-6060-6FB2DD9CF056}"/>
                    </a:ext>
                  </a:extLst>
                </p14:cNvPr>
                <p14:cNvContentPartPr/>
                <p14:nvPr/>
              </p14:nvContentPartPr>
              <p14:xfrm>
                <a:off x="10895150" y="773677"/>
                <a:ext cx="46080" cy="194400"/>
              </p14:xfrm>
            </p:contentPart>
          </mc:Choice>
          <mc:Fallback xmlns="">
            <p:pic>
              <p:nvPicPr>
                <p:cNvPr id="130" name="Ink 129">
                  <a:extLst>
                    <a:ext uri="{FF2B5EF4-FFF2-40B4-BE49-F238E27FC236}">
                      <a16:creationId xmlns:a16="http://schemas.microsoft.com/office/drawing/2014/main" id="{42BC79F5-B405-EB77-6060-6FB2DD9CF056}"/>
                    </a:ext>
                  </a:extLst>
                </p:cNvPr>
                <p:cNvPicPr/>
                <p:nvPr/>
              </p:nvPicPr>
              <p:blipFill>
                <a:blip r:embed="rId145"/>
                <a:stretch>
                  <a:fillRect/>
                </a:stretch>
              </p:blipFill>
              <p:spPr>
                <a:xfrm>
                  <a:off x="10877150" y="755677"/>
                  <a:ext cx="8172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31" name="Ink 130">
                  <a:extLst>
                    <a:ext uri="{FF2B5EF4-FFF2-40B4-BE49-F238E27FC236}">
                      <a16:creationId xmlns:a16="http://schemas.microsoft.com/office/drawing/2014/main" id="{0F381115-9E62-7D93-0A01-CE7681BD835B}"/>
                    </a:ext>
                  </a:extLst>
                </p14:cNvPr>
                <p14:cNvContentPartPr/>
                <p14:nvPr/>
              </p14:nvContentPartPr>
              <p14:xfrm>
                <a:off x="11070830" y="954037"/>
                <a:ext cx="25560" cy="11160"/>
              </p14:xfrm>
            </p:contentPart>
          </mc:Choice>
          <mc:Fallback xmlns="">
            <p:pic>
              <p:nvPicPr>
                <p:cNvPr id="131" name="Ink 130">
                  <a:extLst>
                    <a:ext uri="{FF2B5EF4-FFF2-40B4-BE49-F238E27FC236}">
                      <a16:creationId xmlns:a16="http://schemas.microsoft.com/office/drawing/2014/main" id="{0F381115-9E62-7D93-0A01-CE7681BD835B}"/>
                    </a:ext>
                  </a:extLst>
                </p:cNvPr>
                <p:cNvPicPr/>
                <p:nvPr/>
              </p:nvPicPr>
              <p:blipFill>
                <a:blip r:embed="rId147"/>
                <a:stretch>
                  <a:fillRect/>
                </a:stretch>
              </p:blipFill>
              <p:spPr>
                <a:xfrm>
                  <a:off x="11052830" y="936397"/>
                  <a:ext cx="61200" cy="46800"/>
                </a:xfrm>
                <a:prstGeom prst="rect">
                  <a:avLst/>
                </a:prstGeom>
              </p:spPr>
            </p:pic>
          </mc:Fallback>
        </mc:AlternateContent>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Let’s</a:t>
            </a:r>
            <a:r>
              <a:rPr spc="-40" dirty="0"/>
              <a:t> </a:t>
            </a:r>
            <a:r>
              <a:rPr dirty="0"/>
              <a:t>talk</a:t>
            </a:r>
            <a:r>
              <a:rPr spc="-40" dirty="0"/>
              <a:t> </a:t>
            </a:r>
            <a:r>
              <a:rPr dirty="0"/>
              <a:t>about</a:t>
            </a:r>
            <a:r>
              <a:rPr spc="-20" dirty="0"/>
              <a:t> </a:t>
            </a:r>
            <a:r>
              <a:rPr dirty="0"/>
              <a:t>a</a:t>
            </a:r>
            <a:r>
              <a:rPr spc="-30" dirty="0"/>
              <a:t> </a:t>
            </a:r>
            <a:r>
              <a:rPr dirty="0"/>
              <a:t>real</a:t>
            </a:r>
            <a:r>
              <a:rPr spc="-45" dirty="0"/>
              <a:t> </a:t>
            </a:r>
            <a:r>
              <a:rPr dirty="0"/>
              <a:t>world</a:t>
            </a:r>
            <a:r>
              <a:rPr spc="-40" dirty="0"/>
              <a:t> </a:t>
            </a:r>
            <a:r>
              <a:rPr spc="-10" dirty="0"/>
              <a:t>system</a:t>
            </a:r>
          </a:p>
        </p:txBody>
      </p:sp>
      <p:sp>
        <p:nvSpPr>
          <p:cNvPr id="3" name="object 3"/>
          <p:cNvSpPr txBox="1"/>
          <p:nvPr/>
        </p:nvSpPr>
        <p:spPr>
          <a:xfrm>
            <a:off x="615439" y="3151233"/>
            <a:ext cx="10464165" cy="331724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Arial"/>
                <a:cs typeface="Arial"/>
              </a:rPr>
              <a:t>There</a:t>
            </a:r>
            <a:r>
              <a:rPr sz="1800" spc="-45" dirty="0">
                <a:latin typeface="Arial"/>
                <a:cs typeface="Arial"/>
              </a:rPr>
              <a:t> </a:t>
            </a:r>
            <a:r>
              <a:rPr sz="1800" dirty="0">
                <a:latin typeface="Arial"/>
                <a:cs typeface="Arial"/>
              </a:rPr>
              <a:t>will</a:t>
            </a:r>
            <a:r>
              <a:rPr sz="1800" spc="15" dirty="0">
                <a:latin typeface="Arial"/>
                <a:cs typeface="Arial"/>
              </a:rPr>
              <a:t> </a:t>
            </a:r>
            <a:r>
              <a:rPr sz="1800" dirty="0">
                <a:latin typeface="Arial"/>
                <a:cs typeface="Arial"/>
              </a:rPr>
              <a:t>be</a:t>
            </a:r>
            <a:r>
              <a:rPr sz="1800" spc="-20" dirty="0">
                <a:latin typeface="Arial"/>
                <a:cs typeface="Arial"/>
              </a:rPr>
              <a:t> </a:t>
            </a:r>
            <a:r>
              <a:rPr sz="1800" dirty="0">
                <a:latin typeface="Arial"/>
                <a:cs typeface="Arial"/>
              </a:rPr>
              <a:t>a</a:t>
            </a:r>
            <a:r>
              <a:rPr sz="1800" spc="-35" dirty="0">
                <a:latin typeface="Arial"/>
                <a:cs typeface="Arial"/>
              </a:rPr>
              <a:t> </a:t>
            </a:r>
            <a:r>
              <a:rPr sz="1800" dirty="0">
                <a:latin typeface="Arial"/>
                <a:cs typeface="Arial"/>
              </a:rPr>
              <a:t>circuit</a:t>
            </a:r>
            <a:r>
              <a:rPr sz="1800" spc="-25" dirty="0">
                <a:latin typeface="Arial"/>
                <a:cs typeface="Arial"/>
              </a:rPr>
              <a:t> </a:t>
            </a:r>
            <a:r>
              <a:rPr sz="1800" dirty="0">
                <a:latin typeface="Arial"/>
                <a:cs typeface="Arial"/>
              </a:rPr>
              <a:t>which</a:t>
            </a:r>
            <a:r>
              <a:rPr sz="1800" spc="15" dirty="0">
                <a:latin typeface="Arial"/>
                <a:cs typeface="Arial"/>
              </a:rPr>
              <a:t> </a:t>
            </a:r>
            <a:r>
              <a:rPr sz="1800" dirty="0">
                <a:latin typeface="Arial"/>
                <a:cs typeface="Arial"/>
              </a:rPr>
              <a:t>drives</a:t>
            </a:r>
            <a:r>
              <a:rPr sz="1800" spc="-15"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LED</a:t>
            </a:r>
            <a:r>
              <a:rPr sz="1800" spc="-35" dirty="0">
                <a:latin typeface="Arial"/>
                <a:cs typeface="Arial"/>
              </a:rPr>
              <a:t> </a:t>
            </a:r>
            <a:r>
              <a:rPr sz="1800" dirty="0">
                <a:latin typeface="Arial"/>
                <a:cs typeface="Arial"/>
              </a:rPr>
              <a:t>to</a:t>
            </a:r>
            <a:r>
              <a:rPr sz="1800" spc="-35"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appropriate</a:t>
            </a:r>
            <a:r>
              <a:rPr sz="1800" spc="-10" dirty="0">
                <a:latin typeface="Arial"/>
                <a:cs typeface="Arial"/>
              </a:rPr>
              <a:t> </a:t>
            </a:r>
            <a:r>
              <a:rPr sz="1800" dirty="0">
                <a:latin typeface="Arial"/>
                <a:cs typeface="Arial"/>
              </a:rPr>
              <a:t>values,</a:t>
            </a:r>
            <a:r>
              <a:rPr sz="1800" spc="-20" dirty="0">
                <a:latin typeface="Arial"/>
                <a:cs typeface="Arial"/>
              </a:rPr>
              <a:t> </a:t>
            </a:r>
            <a:r>
              <a:rPr sz="1800" dirty="0">
                <a:latin typeface="Arial"/>
                <a:cs typeface="Arial"/>
              </a:rPr>
              <a:t>and</a:t>
            </a:r>
            <a:r>
              <a:rPr sz="1800" spc="-20"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LED</a:t>
            </a:r>
            <a:r>
              <a:rPr sz="1800" spc="-35" dirty="0">
                <a:latin typeface="Arial"/>
                <a:cs typeface="Arial"/>
              </a:rPr>
              <a:t> </a:t>
            </a:r>
            <a:r>
              <a:rPr sz="1800" dirty="0">
                <a:latin typeface="Arial"/>
                <a:cs typeface="Arial"/>
              </a:rPr>
              <a:t>itself,</a:t>
            </a:r>
            <a:r>
              <a:rPr sz="1800" spc="-25" dirty="0">
                <a:latin typeface="Arial"/>
                <a:cs typeface="Arial"/>
              </a:rPr>
              <a:t> </a:t>
            </a:r>
            <a:r>
              <a:rPr sz="1800" dirty="0">
                <a:latin typeface="Arial"/>
                <a:cs typeface="Arial"/>
              </a:rPr>
              <a:t>which</a:t>
            </a:r>
            <a:r>
              <a:rPr sz="1800" spc="15" dirty="0">
                <a:latin typeface="Arial"/>
                <a:cs typeface="Arial"/>
              </a:rPr>
              <a:t> </a:t>
            </a:r>
            <a:r>
              <a:rPr sz="1800" dirty="0">
                <a:latin typeface="Arial"/>
                <a:cs typeface="Arial"/>
              </a:rPr>
              <a:t>will</a:t>
            </a:r>
            <a:r>
              <a:rPr sz="1800" spc="25" dirty="0">
                <a:latin typeface="Arial"/>
                <a:cs typeface="Arial"/>
              </a:rPr>
              <a:t> </a:t>
            </a:r>
            <a:r>
              <a:rPr sz="1800" spc="-20" dirty="0">
                <a:latin typeface="Arial"/>
                <a:cs typeface="Arial"/>
              </a:rPr>
              <a:t>also </a:t>
            </a:r>
            <a:r>
              <a:rPr sz="1800" dirty="0">
                <a:latin typeface="Arial"/>
                <a:cs typeface="Arial"/>
              </a:rPr>
              <a:t>introduce</a:t>
            </a:r>
            <a:r>
              <a:rPr sz="1800" spc="-25" dirty="0">
                <a:latin typeface="Arial"/>
                <a:cs typeface="Arial"/>
              </a:rPr>
              <a:t> </a:t>
            </a:r>
            <a:r>
              <a:rPr sz="1800" dirty="0">
                <a:latin typeface="Arial"/>
                <a:cs typeface="Arial"/>
              </a:rPr>
              <a:t>noise</a:t>
            </a:r>
            <a:r>
              <a:rPr sz="1800" spc="-20" dirty="0">
                <a:latin typeface="Arial"/>
                <a:cs typeface="Arial"/>
              </a:rPr>
              <a:t> </a:t>
            </a:r>
            <a:r>
              <a:rPr sz="1800" dirty="0">
                <a:latin typeface="Arial"/>
                <a:cs typeface="Arial"/>
              </a:rPr>
              <a:t>based</a:t>
            </a:r>
            <a:r>
              <a:rPr sz="1800" spc="-25" dirty="0">
                <a:latin typeface="Arial"/>
                <a:cs typeface="Arial"/>
              </a:rPr>
              <a:t> </a:t>
            </a:r>
            <a:r>
              <a:rPr sz="1800" dirty="0">
                <a:latin typeface="Arial"/>
                <a:cs typeface="Arial"/>
              </a:rPr>
              <a:t>on</a:t>
            </a:r>
            <a:r>
              <a:rPr sz="1800" spc="-20"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device</a:t>
            </a:r>
            <a:r>
              <a:rPr sz="1800" spc="-20" dirty="0">
                <a:latin typeface="Arial"/>
                <a:cs typeface="Arial"/>
              </a:rPr>
              <a:t> </a:t>
            </a:r>
            <a:r>
              <a:rPr sz="1800" dirty="0">
                <a:latin typeface="Arial"/>
                <a:cs typeface="Arial"/>
              </a:rPr>
              <a:t>properties.</a:t>
            </a:r>
            <a:r>
              <a:rPr sz="1800" spc="-15" dirty="0">
                <a:latin typeface="Arial"/>
                <a:cs typeface="Arial"/>
              </a:rPr>
              <a:t> </a:t>
            </a:r>
            <a:r>
              <a:rPr sz="1800" dirty="0">
                <a:latin typeface="Arial"/>
                <a:cs typeface="Arial"/>
              </a:rPr>
              <a:t>The</a:t>
            </a:r>
            <a:r>
              <a:rPr sz="1800" spc="-45" dirty="0">
                <a:latin typeface="Arial"/>
                <a:cs typeface="Arial"/>
              </a:rPr>
              <a:t> </a:t>
            </a:r>
            <a:r>
              <a:rPr sz="1800" dirty="0">
                <a:latin typeface="Arial"/>
                <a:cs typeface="Arial"/>
              </a:rPr>
              <a:t>key</a:t>
            </a:r>
            <a:r>
              <a:rPr sz="1800" spc="-30" dirty="0">
                <a:latin typeface="Arial"/>
                <a:cs typeface="Arial"/>
              </a:rPr>
              <a:t> </a:t>
            </a:r>
            <a:r>
              <a:rPr sz="1800" dirty="0">
                <a:latin typeface="Arial"/>
                <a:cs typeface="Arial"/>
              </a:rPr>
              <a:t>noise</a:t>
            </a:r>
            <a:r>
              <a:rPr sz="1800" spc="-20" dirty="0">
                <a:latin typeface="Arial"/>
                <a:cs typeface="Arial"/>
              </a:rPr>
              <a:t> </a:t>
            </a:r>
            <a:r>
              <a:rPr sz="1800" dirty="0">
                <a:latin typeface="Arial"/>
                <a:cs typeface="Arial"/>
              </a:rPr>
              <a:t>components</a:t>
            </a:r>
            <a:r>
              <a:rPr sz="1800" spc="-20" dirty="0">
                <a:latin typeface="Arial"/>
                <a:cs typeface="Arial"/>
              </a:rPr>
              <a:t> </a:t>
            </a:r>
            <a:r>
              <a:rPr sz="1800" dirty="0">
                <a:latin typeface="Arial"/>
                <a:cs typeface="Arial"/>
              </a:rPr>
              <a:t>will</a:t>
            </a:r>
            <a:r>
              <a:rPr sz="1800" spc="10" dirty="0">
                <a:latin typeface="Arial"/>
                <a:cs typeface="Arial"/>
              </a:rPr>
              <a:t> </a:t>
            </a:r>
            <a:r>
              <a:rPr sz="1800" spc="-25" dirty="0">
                <a:latin typeface="Arial"/>
                <a:cs typeface="Arial"/>
              </a:rPr>
              <a:t>be:</a:t>
            </a:r>
            <a:endParaRPr sz="1800">
              <a:latin typeface="Arial"/>
              <a:cs typeface="Arial"/>
            </a:endParaRPr>
          </a:p>
          <a:p>
            <a:pPr>
              <a:lnSpc>
                <a:spcPct val="100000"/>
              </a:lnSpc>
              <a:spcBef>
                <a:spcPts val="90"/>
              </a:spcBef>
            </a:pPr>
            <a:endParaRPr sz="1800">
              <a:latin typeface="Arial"/>
              <a:cs typeface="Arial"/>
            </a:endParaRPr>
          </a:p>
          <a:p>
            <a:pPr marL="91440" indent="-88900">
              <a:lnSpc>
                <a:spcPct val="100000"/>
              </a:lnSpc>
              <a:buSzPct val="94444"/>
              <a:buFont typeface="Arial"/>
              <a:buChar char="•"/>
              <a:tabLst>
                <a:tab pos="91440" algn="l"/>
              </a:tabLst>
            </a:pPr>
            <a:r>
              <a:rPr sz="1800" b="1" dirty="0">
                <a:latin typeface="Arial"/>
                <a:cs typeface="Arial"/>
              </a:rPr>
              <a:t>Thermal</a:t>
            </a:r>
            <a:r>
              <a:rPr sz="1800" b="1" spc="-50" dirty="0">
                <a:latin typeface="Arial"/>
                <a:cs typeface="Arial"/>
              </a:rPr>
              <a:t> </a:t>
            </a:r>
            <a:r>
              <a:rPr sz="1800" b="1" spc="-10" dirty="0">
                <a:latin typeface="Arial"/>
                <a:cs typeface="Arial"/>
              </a:rPr>
              <a:t>Noise</a:t>
            </a:r>
            <a:r>
              <a:rPr sz="1800" spc="-10" dirty="0">
                <a:latin typeface="Arial"/>
                <a:cs typeface="Arial"/>
              </a:rPr>
              <a:t>:</a:t>
            </a:r>
            <a:endParaRPr sz="1800">
              <a:latin typeface="Arial"/>
              <a:cs typeface="Arial"/>
            </a:endParaRPr>
          </a:p>
          <a:p>
            <a:pPr marL="91440" indent="-88900">
              <a:lnSpc>
                <a:spcPct val="100000"/>
              </a:lnSpc>
              <a:buSzPct val="94444"/>
              <a:buChar char="•"/>
              <a:tabLst>
                <a:tab pos="91440" algn="l"/>
              </a:tabLst>
            </a:pPr>
            <a:r>
              <a:rPr sz="1800" dirty="0">
                <a:latin typeface="Arial"/>
                <a:cs typeface="Arial"/>
              </a:rPr>
              <a:t>Found</a:t>
            </a:r>
            <a:r>
              <a:rPr sz="1800" spc="-15" dirty="0">
                <a:latin typeface="Arial"/>
                <a:cs typeface="Arial"/>
              </a:rPr>
              <a:t> </a:t>
            </a:r>
            <a:r>
              <a:rPr sz="1800" dirty="0">
                <a:latin typeface="Arial"/>
                <a:cs typeface="Arial"/>
              </a:rPr>
              <a:t>in</a:t>
            </a:r>
            <a:r>
              <a:rPr sz="1800" spc="-30"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resistive</a:t>
            </a:r>
            <a:r>
              <a:rPr sz="1800" spc="-15" dirty="0">
                <a:latin typeface="Arial"/>
                <a:cs typeface="Arial"/>
              </a:rPr>
              <a:t> </a:t>
            </a:r>
            <a:r>
              <a:rPr sz="1800" dirty="0">
                <a:latin typeface="Arial"/>
                <a:cs typeface="Arial"/>
              </a:rPr>
              <a:t>elements</a:t>
            </a:r>
            <a:r>
              <a:rPr sz="1800" spc="-10" dirty="0">
                <a:latin typeface="Arial"/>
                <a:cs typeface="Arial"/>
              </a:rPr>
              <a:t> </a:t>
            </a:r>
            <a:r>
              <a:rPr sz="1800" dirty="0">
                <a:latin typeface="Arial"/>
                <a:cs typeface="Arial"/>
              </a:rPr>
              <a:t>of</a:t>
            </a:r>
            <a:r>
              <a:rPr sz="1800" spc="-2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LED</a:t>
            </a:r>
            <a:r>
              <a:rPr sz="1800" spc="-20" dirty="0">
                <a:latin typeface="Arial"/>
                <a:cs typeface="Arial"/>
              </a:rPr>
              <a:t> </a:t>
            </a:r>
            <a:r>
              <a:rPr sz="1800" dirty="0">
                <a:latin typeface="Arial"/>
                <a:cs typeface="Arial"/>
              </a:rPr>
              <a:t>driver</a:t>
            </a:r>
            <a:r>
              <a:rPr sz="1800" spc="-25" dirty="0">
                <a:latin typeface="Arial"/>
                <a:cs typeface="Arial"/>
              </a:rPr>
              <a:t> </a:t>
            </a:r>
            <a:r>
              <a:rPr sz="1800" spc="-10" dirty="0">
                <a:latin typeface="Arial"/>
                <a:cs typeface="Arial"/>
              </a:rPr>
              <a:t>circuit.</a:t>
            </a:r>
            <a:endParaRPr sz="1800">
              <a:latin typeface="Arial"/>
              <a:cs typeface="Arial"/>
            </a:endParaRPr>
          </a:p>
          <a:p>
            <a:pPr marL="91440" indent="-88900">
              <a:lnSpc>
                <a:spcPct val="100000"/>
              </a:lnSpc>
              <a:buSzPct val="94444"/>
              <a:buChar char="•"/>
              <a:tabLst>
                <a:tab pos="91440" algn="l"/>
              </a:tabLst>
            </a:pPr>
            <a:r>
              <a:rPr sz="1800" dirty="0">
                <a:latin typeface="Arial"/>
                <a:cs typeface="Arial"/>
              </a:rPr>
              <a:t>It</a:t>
            </a:r>
            <a:r>
              <a:rPr sz="1800" spc="-35" dirty="0">
                <a:latin typeface="Arial"/>
                <a:cs typeface="Arial"/>
              </a:rPr>
              <a:t> </a:t>
            </a:r>
            <a:r>
              <a:rPr sz="1800" dirty="0">
                <a:latin typeface="Arial"/>
                <a:cs typeface="Arial"/>
              </a:rPr>
              <a:t>is</a:t>
            </a:r>
            <a:r>
              <a:rPr sz="1800" spc="-30" dirty="0">
                <a:latin typeface="Arial"/>
                <a:cs typeface="Arial"/>
              </a:rPr>
              <a:t> </a:t>
            </a:r>
            <a:r>
              <a:rPr sz="1800" dirty="0">
                <a:latin typeface="Arial"/>
                <a:cs typeface="Arial"/>
              </a:rPr>
              <a:t>directly</a:t>
            </a:r>
            <a:r>
              <a:rPr sz="1800" spc="-10" dirty="0">
                <a:latin typeface="Arial"/>
                <a:cs typeface="Arial"/>
              </a:rPr>
              <a:t> </a:t>
            </a:r>
            <a:r>
              <a:rPr sz="1800" dirty="0">
                <a:latin typeface="Arial"/>
                <a:cs typeface="Arial"/>
              </a:rPr>
              <a:t>proportional</a:t>
            </a:r>
            <a:r>
              <a:rPr sz="1800" spc="-10" dirty="0">
                <a:latin typeface="Arial"/>
                <a:cs typeface="Arial"/>
              </a:rPr>
              <a:t> </a:t>
            </a:r>
            <a:r>
              <a:rPr sz="1800" dirty="0">
                <a:latin typeface="Arial"/>
                <a:cs typeface="Arial"/>
              </a:rPr>
              <a:t>to</a:t>
            </a:r>
            <a:r>
              <a:rPr sz="1800" spc="-35" dirty="0">
                <a:latin typeface="Arial"/>
                <a:cs typeface="Arial"/>
              </a:rPr>
              <a:t> </a:t>
            </a:r>
            <a:r>
              <a:rPr sz="1800" dirty="0">
                <a:latin typeface="Arial"/>
                <a:cs typeface="Arial"/>
              </a:rPr>
              <a:t>temperature</a:t>
            </a:r>
            <a:r>
              <a:rPr sz="1800" spc="-20" dirty="0">
                <a:latin typeface="Arial"/>
                <a:cs typeface="Arial"/>
              </a:rPr>
              <a:t> </a:t>
            </a:r>
            <a:r>
              <a:rPr sz="1800" dirty="0">
                <a:latin typeface="Arial"/>
                <a:cs typeface="Arial"/>
              </a:rPr>
              <a:t>and</a:t>
            </a:r>
            <a:r>
              <a:rPr sz="1800" spc="-30" dirty="0">
                <a:latin typeface="Arial"/>
                <a:cs typeface="Arial"/>
              </a:rPr>
              <a:t> </a:t>
            </a:r>
            <a:r>
              <a:rPr sz="1800" spc="-10" dirty="0">
                <a:latin typeface="Arial"/>
                <a:cs typeface="Arial"/>
              </a:rPr>
              <a:t>resistance.</a:t>
            </a:r>
            <a:endParaRPr sz="1800">
              <a:latin typeface="Arial"/>
              <a:cs typeface="Arial"/>
            </a:endParaRPr>
          </a:p>
          <a:p>
            <a:pPr marL="91440" indent="-88900">
              <a:lnSpc>
                <a:spcPct val="100000"/>
              </a:lnSpc>
              <a:buSzPct val="94444"/>
              <a:buFont typeface="Arial"/>
              <a:buChar char="•"/>
              <a:tabLst>
                <a:tab pos="91440" algn="l"/>
              </a:tabLst>
            </a:pPr>
            <a:r>
              <a:rPr sz="1800" b="1" dirty="0">
                <a:latin typeface="Arial"/>
                <a:cs typeface="Arial"/>
              </a:rPr>
              <a:t>Shot</a:t>
            </a:r>
            <a:r>
              <a:rPr sz="1800" b="1" spc="-45" dirty="0">
                <a:latin typeface="Arial"/>
                <a:cs typeface="Arial"/>
              </a:rPr>
              <a:t> </a:t>
            </a:r>
            <a:r>
              <a:rPr sz="1800" b="1" spc="-10" dirty="0">
                <a:latin typeface="Arial"/>
                <a:cs typeface="Arial"/>
              </a:rPr>
              <a:t>Noise</a:t>
            </a:r>
            <a:r>
              <a:rPr sz="1800" spc="-10" dirty="0">
                <a:latin typeface="Arial"/>
                <a:cs typeface="Arial"/>
              </a:rPr>
              <a:t>:</a:t>
            </a:r>
            <a:endParaRPr sz="1800">
              <a:latin typeface="Arial"/>
              <a:cs typeface="Arial"/>
            </a:endParaRPr>
          </a:p>
          <a:p>
            <a:pPr marL="91440" indent="-88900">
              <a:lnSpc>
                <a:spcPct val="100000"/>
              </a:lnSpc>
              <a:buSzPct val="94444"/>
              <a:buChar char="•"/>
              <a:tabLst>
                <a:tab pos="91440" algn="l"/>
              </a:tabLst>
            </a:pPr>
            <a:r>
              <a:rPr sz="1800" dirty="0">
                <a:latin typeface="Arial"/>
                <a:cs typeface="Arial"/>
              </a:rPr>
              <a:t>Found</a:t>
            </a:r>
            <a:r>
              <a:rPr sz="1800" spc="-15" dirty="0">
                <a:latin typeface="Arial"/>
                <a:cs typeface="Arial"/>
              </a:rPr>
              <a:t> </a:t>
            </a:r>
            <a:r>
              <a:rPr sz="1800" dirty="0">
                <a:latin typeface="Arial"/>
                <a:cs typeface="Arial"/>
              </a:rPr>
              <a:t>in</a:t>
            </a:r>
            <a:r>
              <a:rPr sz="1800" spc="-2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LED</a:t>
            </a:r>
            <a:r>
              <a:rPr sz="1800" spc="-25" dirty="0">
                <a:latin typeface="Arial"/>
                <a:cs typeface="Arial"/>
              </a:rPr>
              <a:t> </a:t>
            </a:r>
            <a:r>
              <a:rPr sz="1800" dirty="0">
                <a:latin typeface="Arial"/>
                <a:cs typeface="Arial"/>
              </a:rPr>
              <a:t>itself</a:t>
            </a:r>
            <a:r>
              <a:rPr sz="1800" spc="-15" dirty="0">
                <a:latin typeface="Arial"/>
                <a:cs typeface="Arial"/>
              </a:rPr>
              <a:t> </a:t>
            </a:r>
            <a:r>
              <a:rPr sz="1800" dirty="0">
                <a:latin typeface="Arial"/>
                <a:cs typeface="Arial"/>
              </a:rPr>
              <a:t>due</a:t>
            </a:r>
            <a:r>
              <a:rPr sz="1800" spc="-15" dirty="0">
                <a:latin typeface="Arial"/>
                <a:cs typeface="Arial"/>
              </a:rPr>
              <a:t> </a:t>
            </a:r>
            <a:r>
              <a:rPr sz="1800" dirty="0">
                <a:latin typeface="Arial"/>
                <a:cs typeface="Arial"/>
              </a:rPr>
              <a:t>to</a:t>
            </a:r>
            <a:r>
              <a:rPr sz="1800" spc="-2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random</a:t>
            </a:r>
            <a:r>
              <a:rPr sz="1800" spc="-5" dirty="0">
                <a:latin typeface="Arial"/>
                <a:cs typeface="Arial"/>
              </a:rPr>
              <a:t> </a:t>
            </a:r>
            <a:r>
              <a:rPr sz="1800" dirty="0">
                <a:latin typeface="Arial"/>
                <a:cs typeface="Arial"/>
              </a:rPr>
              <a:t>nature</a:t>
            </a:r>
            <a:r>
              <a:rPr sz="1800" spc="-25" dirty="0">
                <a:latin typeface="Arial"/>
                <a:cs typeface="Arial"/>
              </a:rPr>
              <a:t> </a:t>
            </a:r>
            <a:r>
              <a:rPr sz="1800" dirty="0">
                <a:latin typeface="Arial"/>
                <a:cs typeface="Arial"/>
              </a:rPr>
              <a:t>of</a:t>
            </a:r>
            <a:r>
              <a:rPr sz="1800" spc="-20" dirty="0">
                <a:latin typeface="Arial"/>
                <a:cs typeface="Arial"/>
              </a:rPr>
              <a:t> </a:t>
            </a:r>
            <a:r>
              <a:rPr sz="1800" dirty="0">
                <a:latin typeface="Arial"/>
                <a:cs typeface="Arial"/>
              </a:rPr>
              <a:t>current</a:t>
            </a:r>
            <a:r>
              <a:rPr sz="1800" spc="-15" dirty="0">
                <a:latin typeface="Arial"/>
                <a:cs typeface="Arial"/>
              </a:rPr>
              <a:t> </a:t>
            </a:r>
            <a:r>
              <a:rPr sz="1800" spc="-10" dirty="0">
                <a:latin typeface="Arial"/>
                <a:cs typeface="Arial"/>
              </a:rPr>
              <a:t>flow.</a:t>
            </a:r>
            <a:endParaRPr sz="1800">
              <a:latin typeface="Arial"/>
              <a:cs typeface="Arial"/>
            </a:endParaRPr>
          </a:p>
          <a:p>
            <a:pPr marL="91440" indent="-88900">
              <a:lnSpc>
                <a:spcPct val="100000"/>
              </a:lnSpc>
              <a:buSzPct val="94444"/>
              <a:buChar char="•"/>
              <a:tabLst>
                <a:tab pos="91440" algn="l"/>
              </a:tabLst>
            </a:pPr>
            <a:r>
              <a:rPr sz="1800" dirty="0">
                <a:latin typeface="Arial"/>
                <a:cs typeface="Arial"/>
              </a:rPr>
              <a:t>Proportional</a:t>
            </a:r>
            <a:r>
              <a:rPr sz="1800" spc="-10" dirty="0">
                <a:latin typeface="Arial"/>
                <a:cs typeface="Arial"/>
              </a:rPr>
              <a:t> </a:t>
            </a:r>
            <a:r>
              <a:rPr sz="1800" dirty="0">
                <a:latin typeface="Arial"/>
                <a:cs typeface="Arial"/>
              </a:rPr>
              <a:t>to</a:t>
            </a:r>
            <a:r>
              <a:rPr sz="1800" spc="-30"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square</a:t>
            </a:r>
            <a:r>
              <a:rPr sz="1800" spc="-20" dirty="0">
                <a:latin typeface="Arial"/>
                <a:cs typeface="Arial"/>
              </a:rPr>
              <a:t> </a:t>
            </a:r>
            <a:r>
              <a:rPr sz="1800" dirty="0">
                <a:latin typeface="Arial"/>
                <a:cs typeface="Arial"/>
              </a:rPr>
              <a:t>root</a:t>
            </a:r>
            <a:r>
              <a:rPr sz="1800" spc="-20" dirty="0">
                <a:latin typeface="Arial"/>
                <a:cs typeface="Arial"/>
              </a:rPr>
              <a:t> </a:t>
            </a:r>
            <a:r>
              <a:rPr sz="1800" dirty="0">
                <a:latin typeface="Arial"/>
                <a:cs typeface="Arial"/>
              </a:rPr>
              <a:t>of</a:t>
            </a:r>
            <a:r>
              <a:rPr sz="1800" spc="-30" dirty="0">
                <a:latin typeface="Arial"/>
                <a:cs typeface="Arial"/>
              </a:rPr>
              <a:t> </a:t>
            </a:r>
            <a:r>
              <a:rPr sz="1800" dirty="0">
                <a:latin typeface="Arial"/>
                <a:cs typeface="Arial"/>
              </a:rPr>
              <a:t>the</a:t>
            </a:r>
            <a:r>
              <a:rPr sz="1800" spc="-35" dirty="0">
                <a:latin typeface="Arial"/>
                <a:cs typeface="Arial"/>
              </a:rPr>
              <a:t> </a:t>
            </a:r>
            <a:r>
              <a:rPr sz="1800" dirty="0">
                <a:latin typeface="Arial"/>
                <a:cs typeface="Arial"/>
              </a:rPr>
              <a:t>average</a:t>
            </a:r>
            <a:r>
              <a:rPr sz="1800" spc="-5" dirty="0">
                <a:latin typeface="Arial"/>
                <a:cs typeface="Arial"/>
              </a:rPr>
              <a:t> </a:t>
            </a:r>
            <a:r>
              <a:rPr sz="1800" dirty="0">
                <a:latin typeface="Arial"/>
                <a:cs typeface="Arial"/>
              </a:rPr>
              <a:t>current</a:t>
            </a:r>
            <a:r>
              <a:rPr sz="1800" spc="-20" dirty="0">
                <a:latin typeface="Arial"/>
                <a:cs typeface="Arial"/>
              </a:rPr>
              <a:t> </a:t>
            </a:r>
            <a:r>
              <a:rPr sz="1800" dirty="0">
                <a:latin typeface="Arial"/>
                <a:cs typeface="Arial"/>
              </a:rPr>
              <a:t>through</a:t>
            </a:r>
            <a:r>
              <a:rPr sz="1800" spc="-20" dirty="0">
                <a:latin typeface="Arial"/>
                <a:cs typeface="Arial"/>
              </a:rPr>
              <a:t> </a:t>
            </a:r>
            <a:r>
              <a:rPr sz="1800" dirty="0">
                <a:latin typeface="Arial"/>
                <a:cs typeface="Arial"/>
              </a:rPr>
              <a:t>the</a:t>
            </a:r>
            <a:r>
              <a:rPr sz="1800" spc="-30" dirty="0">
                <a:latin typeface="Arial"/>
                <a:cs typeface="Arial"/>
              </a:rPr>
              <a:t> </a:t>
            </a:r>
            <a:r>
              <a:rPr sz="1800" spc="-20" dirty="0">
                <a:latin typeface="Arial"/>
                <a:cs typeface="Arial"/>
              </a:rPr>
              <a:t>LED.</a:t>
            </a:r>
            <a:endParaRPr sz="1800">
              <a:latin typeface="Arial"/>
              <a:cs typeface="Arial"/>
            </a:endParaRPr>
          </a:p>
          <a:p>
            <a:pPr marL="91440" indent="-88900">
              <a:lnSpc>
                <a:spcPct val="100000"/>
              </a:lnSpc>
              <a:buSzPct val="94444"/>
              <a:buFont typeface="Arial"/>
              <a:buChar char="•"/>
              <a:tabLst>
                <a:tab pos="91440" algn="l"/>
              </a:tabLst>
            </a:pPr>
            <a:r>
              <a:rPr sz="1800" b="1" dirty="0">
                <a:latin typeface="Arial"/>
                <a:cs typeface="Arial"/>
              </a:rPr>
              <a:t>Flicker</a:t>
            </a:r>
            <a:r>
              <a:rPr sz="1800" b="1" spc="-50" dirty="0">
                <a:latin typeface="Arial"/>
                <a:cs typeface="Arial"/>
              </a:rPr>
              <a:t> </a:t>
            </a:r>
            <a:r>
              <a:rPr sz="1800" b="1" spc="-10" dirty="0">
                <a:latin typeface="Arial"/>
                <a:cs typeface="Arial"/>
              </a:rPr>
              <a:t>Noise</a:t>
            </a:r>
            <a:r>
              <a:rPr sz="1800" spc="-10" dirty="0">
                <a:latin typeface="Arial"/>
                <a:cs typeface="Arial"/>
              </a:rPr>
              <a:t>:</a:t>
            </a:r>
            <a:endParaRPr sz="1800">
              <a:latin typeface="Arial"/>
              <a:cs typeface="Arial"/>
            </a:endParaRPr>
          </a:p>
          <a:p>
            <a:pPr marL="91440" indent="-88900">
              <a:lnSpc>
                <a:spcPct val="100000"/>
              </a:lnSpc>
              <a:buSzPct val="94444"/>
              <a:buChar char="•"/>
              <a:tabLst>
                <a:tab pos="91440" algn="l"/>
              </a:tabLst>
            </a:pPr>
            <a:r>
              <a:rPr sz="1800" dirty="0">
                <a:latin typeface="Arial"/>
                <a:cs typeface="Arial"/>
              </a:rPr>
              <a:t>Found</a:t>
            </a:r>
            <a:r>
              <a:rPr sz="1800" spc="-25" dirty="0">
                <a:latin typeface="Arial"/>
                <a:cs typeface="Arial"/>
              </a:rPr>
              <a:t> </a:t>
            </a:r>
            <a:r>
              <a:rPr sz="1800" dirty="0">
                <a:latin typeface="Arial"/>
                <a:cs typeface="Arial"/>
              </a:rPr>
              <a:t>in</a:t>
            </a:r>
            <a:r>
              <a:rPr sz="1800" spc="-35" dirty="0">
                <a:latin typeface="Arial"/>
                <a:cs typeface="Arial"/>
              </a:rPr>
              <a:t> </a:t>
            </a:r>
            <a:r>
              <a:rPr sz="1800" dirty="0">
                <a:latin typeface="Arial"/>
                <a:cs typeface="Arial"/>
              </a:rPr>
              <a:t>driver</a:t>
            </a:r>
            <a:r>
              <a:rPr sz="1800" spc="-15" dirty="0">
                <a:latin typeface="Arial"/>
                <a:cs typeface="Arial"/>
              </a:rPr>
              <a:t> </a:t>
            </a:r>
            <a:r>
              <a:rPr sz="1800" dirty="0">
                <a:latin typeface="Arial"/>
                <a:cs typeface="Arial"/>
              </a:rPr>
              <a:t>components</a:t>
            </a:r>
            <a:r>
              <a:rPr sz="1800" spc="-15" dirty="0">
                <a:latin typeface="Arial"/>
                <a:cs typeface="Arial"/>
              </a:rPr>
              <a:t> </a:t>
            </a:r>
            <a:r>
              <a:rPr sz="1800" dirty="0">
                <a:latin typeface="Arial"/>
                <a:cs typeface="Arial"/>
              </a:rPr>
              <a:t>due</a:t>
            </a:r>
            <a:r>
              <a:rPr sz="1800" spc="-20" dirty="0">
                <a:latin typeface="Arial"/>
                <a:cs typeface="Arial"/>
              </a:rPr>
              <a:t> </a:t>
            </a:r>
            <a:r>
              <a:rPr sz="1800" dirty="0">
                <a:latin typeface="Arial"/>
                <a:cs typeface="Arial"/>
              </a:rPr>
              <a:t>to</a:t>
            </a:r>
            <a:r>
              <a:rPr sz="1800" spc="-45" dirty="0">
                <a:latin typeface="Arial"/>
                <a:cs typeface="Arial"/>
              </a:rPr>
              <a:t> </a:t>
            </a:r>
            <a:r>
              <a:rPr sz="1800" dirty="0">
                <a:latin typeface="Arial"/>
                <a:cs typeface="Arial"/>
              </a:rPr>
              <a:t>material</a:t>
            </a:r>
            <a:r>
              <a:rPr sz="1800" spc="-20" dirty="0">
                <a:latin typeface="Arial"/>
                <a:cs typeface="Arial"/>
              </a:rPr>
              <a:t> </a:t>
            </a:r>
            <a:r>
              <a:rPr sz="1800" spc="-10" dirty="0">
                <a:latin typeface="Arial"/>
                <a:cs typeface="Arial"/>
              </a:rPr>
              <a:t>imperfections.</a:t>
            </a:r>
            <a:endParaRPr sz="1800">
              <a:latin typeface="Arial"/>
              <a:cs typeface="Arial"/>
            </a:endParaRPr>
          </a:p>
          <a:p>
            <a:pPr marL="91440" indent="-88900">
              <a:lnSpc>
                <a:spcPct val="100000"/>
              </a:lnSpc>
              <a:buSzPct val="94444"/>
              <a:buChar char="•"/>
              <a:tabLst>
                <a:tab pos="91440" algn="l"/>
              </a:tabLst>
            </a:pPr>
            <a:r>
              <a:rPr sz="1800" dirty="0">
                <a:latin typeface="Arial"/>
                <a:cs typeface="Arial"/>
              </a:rPr>
              <a:t>Dominates</a:t>
            </a:r>
            <a:r>
              <a:rPr sz="1800" spc="-15" dirty="0">
                <a:latin typeface="Arial"/>
                <a:cs typeface="Arial"/>
              </a:rPr>
              <a:t> </a:t>
            </a:r>
            <a:r>
              <a:rPr sz="1800" dirty="0">
                <a:latin typeface="Arial"/>
                <a:cs typeface="Arial"/>
              </a:rPr>
              <a:t>at</a:t>
            </a:r>
            <a:r>
              <a:rPr sz="1800" spc="-20" dirty="0">
                <a:latin typeface="Arial"/>
                <a:cs typeface="Arial"/>
              </a:rPr>
              <a:t> </a:t>
            </a:r>
            <a:r>
              <a:rPr sz="1800" dirty="0">
                <a:latin typeface="Arial"/>
                <a:cs typeface="Arial"/>
              </a:rPr>
              <a:t>low</a:t>
            </a:r>
            <a:r>
              <a:rPr sz="1800" spc="-15" dirty="0">
                <a:latin typeface="Arial"/>
                <a:cs typeface="Arial"/>
              </a:rPr>
              <a:t> </a:t>
            </a:r>
            <a:r>
              <a:rPr sz="1800" dirty="0">
                <a:latin typeface="Arial"/>
                <a:cs typeface="Arial"/>
              </a:rPr>
              <a:t>frequencies</a:t>
            </a:r>
            <a:r>
              <a:rPr sz="1800" spc="-15" dirty="0">
                <a:latin typeface="Arial"/>
                <a:cs typeface="Arial"/>
              </a:rPr>
              <a:t> </a:t>
            </a:r>
            <a:r>
              <a:rPr sz="1800" dirty="0">
                <a:latin typeface="Arial"/>
                <a:cs typeface="Arial"/>
              </a:rPr>
              <a:t>and</a:t>
            </a:r>
            <a:r>
              <a:rPr sz="1800" spc="-15" dirty="0">
                <a:latin typeface="Arial"/>
                <a:cs typeface="Arial"/>
              </a:rPr>
              <a:t> </a:t>
            </a:r>
            <a:r>
              <a:rPr sz="1800" dirty="0">
                <a:latin typeface="Arial"/>
                <a:cs typeface="Arial"/>
              </a:rPr>
              <a:t>adds</a:t>
            </a:r>
            <a:r>
              <a:rPr sz="1800" spc="-10" dirty="0">
                <a:latin typeface="Arial"/>
                <a:cs typeface="Arial"/>
              </a:rPr>
              <a:t> </a:t>
            </a:r>
            <a:r>
              <a:rPr sz="1800" dirty="0">
                <a:latin typeface="Arial"/>
                <a:cs typeface="Arial"/>
              </a:rPr>
              <a:t>to</a:t>
            </a:r>
            <a:r>
              <a:rPr sz="1800" spc="-4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overall</a:t>
            </a:r>
            <a:r>
              <a:rPr sz="1800" spc="-5" dirty="0">
                <a:latin typeface="Arial"/>
                <a:cs typeface="Arial"/>
              </a:rPr>
              <a:t> </a:t>
            </a:r>
            <a:r>
              <a:rPr sz="1800" dirty="0">
                <a:latin typeface="Arial"/>
                <a:cs typeface="Arial"/>
              </a:rPr>
              <a:t>noise</a:t>
            </a:r>
            <a:r>
              <a:rPr sz="1800" spc="-15" dirty="0">
                <a:latin typeface="Arial"/>
                <a:cs typeface="Arial"/>
              </a:rPr>
              <a:t> </a:t>
            </a:r>
            <a:r>
              <a:rPr sz="1800" dirty="0">
                <a:latin typeface="Arial"/>
                <a:cs typeface="Arial"/>
              </a:rPr>
              <a:t>in</a:t>
            </a:r>
            <a:r>
              <a:rPr sz="1800" spc="-35" dirty="0">
                <a:latin typeface="Arial"/>
                <a:cs typeface="Arial"/>
              </a:rPr>
              <a:t> </a:t>
            </a:r>
            <a:r>
              <a:rPr sz="1800" dirty="0">
                <a:latin typeface="Arial"/>
                <a:cs typeface="Arial"/>
              </a:rPr>
              <a:t>the</a:t>
            </a:r>
            <a:r>
              <a:rPr sz="1800" spc="-30" dirty="0">
                <a:latin typeface="Arial"/>
                <a:cs typeface="Arial"/>
              </a:rPr>
              <a:t> </a:t>
            </a:r>
            <a:r>
              <a:rPr sz="1800" dirty="0">
                <a:latin typeface="Arial"/>
                <a:cs typeface="Arial"/>
              </a:rPr>
              <a:t>driver</a:t>
            </a:r>
            <a:r>
              <a:rPr sz="1800" spc="-10" dirty="0">
                <a:latin typeface="Arial"/>
                <a:cs typeface="Arial"/>
              </a:rPr>
              <a:t> stage.</a:t>
            </a:r>
            <a:endParaRPr sz="1800">
              <a:latin typeface="Arial"/>
              <a:cs typeface="Arial"/>
            </a:endParaRPr>
          </a:p>
        </p:txBody>
      </p:sp>
      <p:grpSp>
        <p:nvGrpSpPr>
          <p:cNvPr id="4" name="object 4"/>
          <p:cNvGrpSpPr/>
          <p:nvPr/>
        </p:nvGrpSpPr>
        <p:grpSpPr>
          <a:xfrm>
            <a:off x="444500" y="1587500"/>
            <a:ext cx="939800" cy="939800"/>
            <a:chOff x="444500" y="1587500"/>
            <a:chExt cx="939800" cy="939800"/>
          </a:xfrm>
        </p:grpSpPr>
        <p:sp>
          <p:nvSpPr>
            <p:cNvPr id="5" name="object 5"/>
            <p:cNvSpPr/>
            <p:nvPr/>
          </p:nvSpPr>
          <p:spPr>
            <a:xfrm>
              <a:off x="457200"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6" name="object 6"/>
            <p:cNvSpPr/>
            <p:nvPr/>
          </p:nvSpPr>
          <p:spPr>
            <a:xfrm>
              <a:off x="457200"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7" name="object 7"/>
          <p:cNvSpPr txBox="1"/>
          <p:nvPr/>
        </p:nvSpPr>
        <p:spPr>
          <a:xfrm>
            <a:off x="538130" y="1925827"/>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grpSp>
        <p:nvGrpSpPr>
          <p:cNvPr id="8" name="object 8"/>
          <p:cNvGrpSpPr/>
          <p:nvPr/>
        </p:nvGrpSpPr>
        <p:grpSpPr>
          <a:xfrm>
            <a:off x="1617002" y="1587500"/>
            <a:ext cx="939800" cy="939800"/>
            <a:chOff x="1617002" y="1587500"/>
            <a:chExt cx="939800" cy="939800"/>
          </a:xfrm>
        </p:grpSpPr>
        <p:sp>
          <p:nvSpPr>
            <p:cNvPr id="9" name="object 9"/>
            <p:cNvSpPr/>
            <p:nvPr/>
          </p:nvSpPr>
          <p:spPr>
            <a:xfrm>
              <a:off x="1629702"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0" name="object 10"/>
            <p:cNvSpPr/>
            <p:nvPr/>
          </p:nvSpPr>
          <p:spPr>
            <a:xfrm>
              <a:off x="1629702"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1" name="object 11"/>
          <p:cNvSpPr txBox="1"/>
          <p:nvPr/>
        </p:nvSpPr>
        <p:spPr>
          <a:xfrm>
            <a:off x="1712157" y="1712468"/>
            <a:ext cx="749300" cy="666750"/>
          </a:xfrm>
          <a:prstGeom prst="rect">
            <a:avLst/>
          </a:prstGeom>
        </p:spPr>
        <p:txBody>
          <a:bodyPr vert="horz" wrap="square" lIns="0" tIns="13335" rIns="0" bIns="0" rtlCol="0">
            <a:spAutoFit/>
          </a:bodyPr>
          <a:lstStyle/>
          <a:p>
            <a:pPr marL="12700" marR="5080" algn="ctr">
              <a:lnSpc>
                <a:spcPct val="100000"/>
              </a:lnSpc>
              <a:spcBef>
                <a:spcPts val="105"/>
              </a:spcBef>
            </a:pPr>
            <a:r>
              <a:rPr sz="1400" dirty="0">
                <a:solidFill>
                  <a:srgbClr val="FFFFFF"/>
                </a:solidFill>
                <a:latin typeface="Calibri"/>
                <a:cs typeface="Calibri"/>
              </a:rPr>
              <a:t>Digital</a:t>
            </a:r>
            <a:r>
              <a:rPr sz="1400" spc="-40"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Analog Converter</a:t>
            </a:r>
            <a:endParaRPr sz="1400">
              <a:latin typeface="Calibri"/>
              <a:cs typeface="Calibri"/>
            </a:endParaRPr>
          </a:p>
        </p:txBody>
      </p:sp>
      <p:grpSp>
        <p:nvGrpSpPr>
          <p:cNvPr id="12" name="object 12"/>
          <p:cNvGrpSpPr/>
          <p:nvPr/>
        </p:nvGrpSpPr>
        <p:grpSpPr>
          <a:xfrm>
            <a:off x="2875699" y="1587500"/>
            <a:ext cx="939800" cy="939800"/>
            <a:chOff x="2875699" y="1587500"/>
            <a:chExt cx="939800" cy="939800"/>
          </a:xfrm>
        </p:grpSpPr>
        <p:sp>
          <p:nvSpPr>
            <p:cNvPr id="13" name="object 13"/>
            <p:cNvSpPr/>
            <p:nvPr/>
          </p:nvSpPr>
          <p:spPr>
            <a:xfrm>
              <a:off x="2888399"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C0504D"/>
            </a:solidFill>
          </p:spPr>
          <p:txBody>
            <a:bodyPr wrap="square" lIns="0" tIns="0" rIns="0" bIns="0" rtlCol="0"/>
            <a:lstStyle/>
            <a:p>
              <a:endParaRPr/>
            </a:p>
          </p:txBody>
        </p:sp>
        <p:sp>
          <p:nvSpPr>
            <p:cNvPr id="14" name="object 14"/>
            <p:cNvSpPr/>
            <p:nvPr/>
          </p:nvSpPr>
          <p:spPr>
            <a:xfrm>
              <a:off x="2888399"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4F1D1B"/>
              </a:solidFill>
            </a:ln>
          </p:spPr>
          <p:txBody>
            <a:bodyPr wrap="square" lIns="0" tIns="0" rIns="0" bIns="0" rtlCol="0"/>
            <a:lstStyle/>
            <a:p>
              <a:endParaRPr/>
            </a:p>
          </p:txBody>
        </p:sp>
      </p:grpSp>
      <p:sp>
        <p:nvSpPr>
          <p:cNvPr id="15" name="object 15"/>
          <p:cNvSpPr txBox="1"/>
          <p:nvPr/>
        </p:nvSpPr>
        <p:spPr>
          <a:xfrm>
            <a:off x="3098873" y="1712468"/>
            <a:ext cx="492125" cy="666750"/>
          </a:xfrm>
          <a:prstGeom prst="rect">
            <a:avLst/>
          </a:prstGeom>
        </p:spPr>
        <p:txBody>
          <a:bodyPr vert="horz" wrap="square" lIns="0" tIns="13335" rIns="0" bIns="0" rtlCol="0">
            <a:spAutoFit/>
          </a:bodyPr>
          <a:lstStyle/>
          <a:p>
            <a:pPr algn="ctr">
              <a:lnSpc>
                <a:spcPct val="100000"/>
              </a:lnSpc>
              <a:spcBef>
                <a:spcPts val="105"/>
              </a:spcBef>
            </a:pPr>
            <a:r>
              <a:rPr sz="1400" spc="-25" dirty="0">
                <a:solidFill>
                  <a:srgbClr val="FFFFFF"/>
                </a:solidFill>
                <a:latin typeface="Calibri"/>
                <a:cs typeface="Calibri"/>
              </a:rPr>
              <a:t>LED</a:t>
            </a:r>
            <a:endParaRPr sz="1400">
              <a:latin typeface="Calibri"/>
              <a:cs typeface="Calibri"/>
            </a:endParaRPr>
          </a:p>
          <a:p>
            <a:pPr marL="12700" marR="5080" indent="-635" algn="ctr">
              <a:lnSpc>
                <a:spcPct val="100000"/>
              </a:lnSpc>
            </a:pPr>
            <a:r>
              <a:rPr sz="1400" spc="-10" dirty="0">
                <a:solidFill>
                  <a:srgbClr val="FFFFFF"/>
                </a:solidFill>
                <a:latin typeface="Calibri"/>
                <a:cs typeface="Calibri"/>
              </a:rPr>
              <a:t>Driver Circuit</a:t>
            </a:r>
            <a:endParaRPr sz="1400">
              <a:latin typeface="Calibri"/>
              <a:cs typeface="Calibri"/>
            </a:endParaRPr>
          </a:p>
        </p:txBody>
      </p:sp>
      <p:grpSp>
        <p:nvGrpSpPr>
          <p:cNvPr id="16" name="object 16"/>
          <p:cNvGrpSpPr/>
          <p:nvPr/>
        </p:nvGrpSpPr>
        <p:grpSpPr>
          <a:xfrm>
            <a:off x="4125455" y="1587500"/>
            <a:ext cx="939800" cy="939800"/>
            <a:chOff x="4125455" y="1587500"/>
            <a:chExt cx="939800" cy="939800"/>
          </a:xfrm>
        </p:grpSpPr>
        <p:sp>
          <p:nvSpPr>
            <p:cNvPr id="17" name="object 17"/>
            <p:cNvSpPr/>
            <p:nvPr/>
          </p:nvSpPr>
          <p:spPr>
            <a:xfrm>
              <a:off x="4138155"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C0504D"/>
            </a:solidFill>
          </p:spPr>
          <p:txBody>
            <a:bodyPr wrap="square" lIns="0" tIns="0" rIns="0" bIns="0" rtlCol="0"/>
            <a:lstStyle/>
            <a:p>
              <a:endParaRPr/>
            </a:p>
          </p:txBody>
        </p:sp>
        <p:sp>
          <p:nvSpPr>
            <p:cNvPr id="18" name="object 18"/>
            <p:cNvSpPr/>
            <p:nvPr/>
          </p:nvSpPr>
          <p:spPr>
            <a:xfrm>
              <a:off x="4138155"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4F1D1B"/>
              </a:solidFill>
            </a:ln>
          </p:spPr>
          <p:txBody>
            <a:bodyPr wrap="square" lIns="0" tIns="0" rIns="0" bIns="0" rtlCol="0"/>
            <a:lstStyle/>
            <a:p>
              <a:endParaRPr/>
            </a:p>
          </p:txBody>
        </p:sp>
      </p:grpSp>
      <p:sp>
        <p:nvSpPr>
          <p:cNvPr id="19" name="object 19"/>
          <p:cNvSpPr txBox="1"/>
          <p:nvPr/>
        </p:nvSpPr>
        <p:spPr>
          <a:xfrm>
            <a:off x="4446158" y="1925827"/>
            <a:ext cx="29718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LED</a:t>
            </a:r>
            <a:endParaRPr sz="1400">
              <a:latin typeface="Calibri"/>
              <a:cs typeface="Calibri"/>
            </a:endParaRPr>
          </a:p>
        </p:txBody>
      </p:sp>
      <p:grpSp>
        <p:nvGrpSpPr>
          <p:cNvPr id="20" name="object 20"/>
          <p:cNvGrpSpPr/>
          <p:nvPr/>
        </p:nvGrpSpPr>
        <p:grpSpPr>
          <a:xfrm>
            <a:off x="7344371" y="1587500"/>
            <a:ext cx="939800" cy="939800"/>
            <a:chOff x="7344371" y="1587500"/>
            <a:chExt cx="939800" cy="939800"/>
          </a:xfrm>
        </p:grpSpPr>
        <p:sp>
          <p:nvSpPr>
            <p:cNvPr id="21" name="object 21"/>
            <p:cNvSpPr/>
            <p:nvPr/>
          </p:nvSpPr>
          <p:spPr>
            <a:xfrm>
              <a:off x="7357071"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2" name="object 22"/>
            <p:cNvSpPr/>
            <p:nvPr/>
          </p:nvSpPr>
          <p:spPr>
            <a:xfrm>
              <a:off x="7357071"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3" name="object 23"/>
          <p:cNvSpPr txBox="1"/>
          <p:nvPr/>
        </p:nvSpPr>
        <p:spPr>
          <a:xfrm>
            <a:off x="7700134" y="1925827"/>
            <a:ext cx="226695"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PD</a:t>
            </a:r>
            <a:endParaRPr sz="1400">
              <a:latin typeface="Calibri"/>
              <a:cs typeface="Calibri"/>
            </a:endParaRPr>
          </a:p>
        </p:txBody>
      </p:sp>
      <p:grpSp>
        <p:nvGrpSpPr>
          <p:cNvPr id="24" name="object 24"/>
          <p:cNvGrpSpPr/>
          <p:nvPr/>
        </p:nvGrpSpPr>
        <p:grpSpPr>
          <a:xfrm>
            <a:off x="9712108" y="1587500"/>
            <a:ext cx="939800" cy="939800"/>
            <a:chOff x="9712108" y="1587500"/>
            <a:chExt cx="939800" cy="939800"/>
          </a:xfrm>
        </p:grpSpPr>
        <p:sp>
          <p:nvSpPr>
            <p:cNvPr id="25" name="object 25"/>
            <p:cNvSpPr/>
            <p:nvPr/>
          </p:nvSpPr>
          <p:spPr>
            <a:xfrm>
              <a:off x="9724808"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6" name="object 26"/>
            <p:cNvSpPr/>
            <p:nvPr/>
          </p:nvSpPr>
          <p:spPr>
            <a:xfrm>
              <a:off x="9724808"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7" name="object 27"/>
          <p:cNvSpPr txBox="1"/>
          <p:nvPr/>
        </p:nvSpPr>
        <p:spPr>
          <a:xfrm>
            <a:off x="9807254" y="1712468"/>
            <a:ext cx="749300" cy="666750"/>
          </a:xfrm>
          <a:prstGeom prst="rect">
            <a:avLst/>
          </a:prstGeom>
        </p:spPr>
        <p:txBody>
          <a:bodyPr vert="horz" wrap="square" lIns="0" tIns="13335" rIns="0" bIns="0" rtlCol="0">
            <a:spAutoFit/>
          </a:bodyPr>
          <a:lstStyle/>
          <a:p>
            <a:pPr marL="12065" marR="5080" indent="-1905" algn="ctr">
              <a:lnSpc>
                <a:spcPct val="100000"/>
              </a:lnSpc>
              <a:spcBef>
                <a:spcPts val="105"/>
              </a:spcBef>
            </a:pPr>
            <a:r>
              <a:rPr sz="1400" dirty="0">
                <a:solidFill>
                  <a:srgbClr val="FFFFFF"/>
                </a:solidFill>
                <a:latin typeface="Calibri"/>
                <a:cs typeface="Calibri"/>
              </a:rPr>
              <a:t>Analog</a:t>
            </a:r>
            <a:r>
              <a:rPr sz="1400" spc="-45"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Digital Converter</a:t>
            </a:r>
            <a:endParaRPr sz="1400">
              <a:latin typeface="Calibri"/>
              <a:cs typeface="Calibri"/>
            </a:endParaRPr>
          </a:p>
        </p:txBody>
      </p:sp>
      <p:grpSp>
        <p:nvGrpSpPr>
          <p:cNvPr id="28" name="object 28"/>
          <p:cNvGrpSpPr/>
          <p:nvPr/>
        </p:nvGrpSpPr>
        <p:grpSpPr>
          <a:xfrm>
            <a:off x="8539619" y="1592948"/>
            <a:ext cx="939800" cy="939800"/>
            <a:chOff x="8539619" y="1592948"/>
            <a:chExt cx="939800" cy="939800"/>
          </a:xfrm>
        </p:grpSpPr>
        <p:sp>
          <p:nvSpPr>
            <p:cNvPr id="29" name="object 29"/>
            <p:cNvSpPr/>
            <p:nvPr/>
          </p:nvSpPr>
          <p:spPr>
            <a:xfrm>
              <a:off x="8552319" y="1605648"/>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0" name="object 30"/>
            <p:cNvSpPr/>
            <p:nvPr/>
          </p:nvSpPr>
          <p:spPr>
            <a:xfrm>
              <a:off x="8552319" y="1605648"/>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1" name="object 31"/>
          <p:cNvSpPr txBox="1"/>
          <p:nvPr/>
        </p:nvSpPr>
        <p:spPr>
          <a:xfrm>
            <a:off x="8662171" y="1931277"/>
            <a:ext cx="69278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Amplifier</a:t>
            </a:r>
            <a:endParaRPr sz="1400">
              <a:latin typeface="Calibri"/>
              <a:cs typeface="Calibri"/>
            </a:endParaRPr>
          </a:p>
        </p:txBody>
      </p:sp>
      <p:grpSp>
        <p:nvGrpSpPr>
          <p:cNvPr id="32" name="object 32"/>
          <p:cNvGrpSpPr/>
          <p:nvPr/>
        </p:nvGrpSpPr>
        <p:grpSpPr>
          <a:xfrm>
            <a:off x="10829823" y="1597329"/>
            <a:ext cx="939800" cy="939800"/>
            <a:chOff x="10829823" y="1597329"/>
            <a:chExt cx="939800" cy="939800"/>
          </a:xfrm>
        </p:grpSpPr>
        <p:sp>
          <p:nvSpPr>
            <p:cNvPr id="33" name="object 33"/>
            <p:cNvSpPr/>
            <p:nvPr/>
          </p:nvSpPr>
          <p:spPr>
            <a:xfrm>
              <a:off x="10842523" y="16100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4" name="object 34"/>
            <p:cNvSpPr/>
            <p:nvPr/>
          </p:nvSpPr>
          <p:spPr>
            <a:xfrm>
              <a:off x="10842523" y="16100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5" name="object 35"/>
          <p:cNvSpPr txBox="1"/>
          <p:nvPr/>
        </p:nvSpPr>
        <p:spPr>
          <a:xfrm>
            <a:off x="10923452" y="1935660"/>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sp>
        <p:nvSpPr>
          <p:cNvPr id="36" name="object 36"/>
          <p:cNvSpPr/>
          <p:nvPr/>
        </p:nvSpPr>
        <p:spPr>
          <a:xfrm>
            <a:off x="304800" y="1371600"/>
            <a:ext cx="4876800" cy="1371600"/>
          </a:xfrm>
          <a:custGeom>
            <a:avLst/>
            <a:gdLst/>
            <a:ahLst/>
            <a:cxnLst/>
            <a:rect l="l" t="t" r="r" b="b"/>
            <a:pathLst>
              <a:path w="4876800" h="1371600">
                <a:moveTo>
                  <a:pt x="0" y="0"/>
                </a:moveTo>
                <a:lnTo>
                  <a:pt x="4876800" y="0"/>
                </a:lnTo>
                <a:lnTo>
                  <a:pt x="48768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sp>
        <p:nvSpPr>
          <p:cNvPr id="37" name="object 37"/>
          <p:cNvSpPr/>
          <p:nvPr/>
        </p:nvSpPr>
        <p:spPr>
          <a:xfrm>
            <a:off x="7239000" y="1361770"/>
            <a:ext cx="4800600" cy="1371600"/>
          </a:xfrm>
          <a:custGeom>
            <a:avLst/>
            <a:gdLst/>
            <a:ahLst/>
            <a:cxnLst/>
            <a:rect l="l" t="t" r="r" b="b"/>
            <a:pathLst>
              <a:path w="4800600" h="1371600">
                <a:moveTo>
                  <a:pt x="0" y="0"/>
                </a:moveTo>
                <a:lnTo>
                  <a:pt x="4800600" y="0"/>
                </a:lnTo>
                <a:lnTo>
                  <a:pt x="48006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grpSp>
        <p:nvGrpSpPr>
          <p:cNvPr id="38" name="object 38"/>
          <p:cNvGrpSpPr/>
          <p:nvPr/>
        </p:nvGrpSpPr>
        <p:grpSpPr>
          <a:xfrm>
            <a:off x="5245100" y="1968500"/>
            <a:ext cx="1877695" cy="177800"/>
            <a:chOff x="5245100" y="1968500"/>
            <a:chExt cx="1877695" cy="177800"/>
          </a:xfrm>
        </p:grpSpPr>
        <p:sp>
          <p:nvSpPr>
            <p:cNvPr id="39" name="object 39"/>
            <p:cNvSpPr/>
            <p:nvPr/>
          </p:nvSpPr>
          <p:spPr>
            <a:xfrm>
              <a:off x="5257800" y="1981200"/>
              <a:ext cx="1852295" cy="152400"/>
            </a:xfrm>
            <a:custGeom>
              <a:avLst/>
              <a:gdLst/>
              <a:ahLst/>
              <a:cxnLst/>
              <a:rect l="l" t="t" r="r" b="b"/>
              <a:pathLst>
                <a:path w="1852295" h="152400">
                  <a:moveTo>
                    <a:pt x="1775955" y="0"/>
                  </a:moveTo>
                  <a:lnTo>
                    <a:pt x="1775955" y="38100"/>
                  </a:lnTo>
                  <a:lnTo>
                    <a:pt x="0" y="38100"/>
                  </a:lnTo>
                  <a:lnTo>
                    <a:pt x="0" y="114300"/>
                  </a:lnTo>
                  <a:lnTo>
                    <a:pt x="1775955" y="114300"/>
                  </a:lnTo>
                  <a:lnTo>
                    <a:pt x="1775955" y="152400"/>
                  </a:lnTo>
                  <a:lnTo>
                    <a:pt x="1852155" y="76200"/>
                  </a:lnTo>
                  <a:lnTo>
                    <a:pt x="1775955" y="0"/>
                  </a:lnTo>
                  <a:close/>
                </a:path>
              </a:pathLst>
            </a:custGeom>
            <a:solidFill>
              <a:srgbClr val="4F81BC"/>
            </a:solidFill>
          </p:spPr>
          <p:txBody>
            <a:bodyPr wrap="square" lIns="0" tIns="0" rIns="0" bIns="0" rtlCol="0"/>
            <a:lstStyle/>
            <a:p>
              <a:endParaRPr/>
            </a:p>
          </p:txBody>
        </p:sp>
        <p:sp>
          <p:nvSpPr>
            <p:cNvPr id="40" name="object 40"/>
            <p:cNvSpPr/>
            <p:nvPr/>
          </p:nvSpPr>
          <p:spPr>
            <a:xfrm>
              <a:off x="5257800" y="1981200"/>
              <a:ext cx="1852295" cy="152400"/>
            </a:xfrm>
            <a:custGeom>
              <a:avLst/>
              <a:gdLst/>
              <a:ahLst/>
              <a:cxnLst/>
              <a:rect l="l" t="t" r="r" b="b"/>
              <a:pathLst>
                <a:path w="1852295" h="152400">
                  <a:moveTo>
                    <a:pt x="0" y="38100"/>
                  </a:moveTo>
                  <a:lnTo>
                    <a:pt x="1775955" y="38100"/>
                  </a:lnTo>
                  <a:lnTo>
                    <a:pt x="1775955" y="0"/>
                  </a:lnTo>
                  <a:lnTo>
                    <a:pt x="1852155" y="76200"/>
                  </a:lnTo>
                  <a:lnTo>
                    <a:pt x="1775955" y="152400"/>
                  </a:lnTo>
                  <a:lnTo>
                    <a:pt x="1775955" y="114300"/>
                  </a:lnTo>
                  <a:lnTo>
                    <a:pt x="0" y="114300"/>
                  </a:lnTo>
                  <a:lnTo>
                    <a:pt x="0" y="38100"/>
                  </a:lnTo>
                  <a:close/>
                </a:path>
              </a:pathLst>
            </a:custGeom>
            <a:ln w="25400">
              <a:solidFill>
                <a:srgbClr val="1C334E"/>
              </a:solidFill>
            </a:ln>
          </p:spPr>
          <p:txBody>
            <a:bodyPr wrap="square" lIns="0" tIns="0" rIns="0" bIns="0" rtlCol="0"/>
            <a:lstStyle/>
            <a:p>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Let’s</a:t>
            </a:r>
            <a:r>
              <a:rPr spc="-40" dirty="0"/>
              <a:t> </a:t>
            </a:r>
            <a:r>
              <a:rPr dirty="0"/>
              <a:t>talk</a:t>
            </a:r>
            <a:r>
              <a:rPr spc="-40" dirty="0"/>
              <a:t> </a:t>
            </a:r>
            <a:r>
              <a:rPr dirty="0"/>
              <a:t>about</a:t>
            </a:r>
            <a:r>
              <a:rPr spc="-20" dirty="0"/>
              <a:t> </a:t>
            </a:r>
            <a:r>
              <a:rPr dirty="0"/>
              <a:t>a</a:t>
            </a:r>
            <a:r>
              <a:rPr spc="-30" dirty="0"/>
              <a:t> </a:t>
            </a:r>
            <a:r>
              <a:rPr dirty="0"/>
              <a:t>real</a:t>
            </a:r>
            <a:r>
              <a:rPr spc="-45" dirty="0"/>
              <a:t> </a:t>
            </a:r>
            <a:r>
              <a:rPr dirty="0"/>
              <a:t>world</a:t>
            </a:r>
            <a:r>
              <a:rPr spc="-40" dirty="0"/>
              <a:t> </a:t>
            </a:r>
            <a:r>
              <a:rPr spc="-10" dirty="0"/>
              <a:t>system</a:t>
            </a:r>
          </a:p>
        </p:txBody>
      </p:sp>
      <p:grpSp>
        <p:nvGrpSpPr>
          <p:cNvPr id="3" name="object 3"/>
          <p:cNvGrpSpPr/>
          <p:nvPr/>
        </p:nvGrpSpPr>
        <p:grpSpPr>
          <a:xfrm>
            <a:off x="444500" y="1587500"/>
            <a:ext cx="939800" cy="939800"/>
            <a:chOff x="444500" y="1587500"/>
            <a:chExt cx="939800" cy="939800"/>
          </a:xfrm>
        </p:grpSpPr>
        <p:sp>
          <p:nvSpPr>
            <p:cNvPr id="4" name="object 4"/>
            <p:cNvSpPr/>
            <p:nvPr/>
          </p:nvSpPr>
          <p:spPr>
            <a:xfrm>
              <a:off x="457200"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5" name="object 5"/>
            <p:cNvSpPr/>
            <p:nvPr/>
          </p:nvSpPr>
          <p:spPr>
            <a:xfrm>
              <a:off x="457200"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6" name="object 6"/>
          <p:cNvSpPr txBox="1"/>
          <p:nvPr/>
        </p:nvSpPr>
        <p:spPr>
          <a:xfrm>
            <a:off x="538130" y="1925827"/>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grpSp>
        <p:nvGrpSpPr>
          <p:cNvPr id="7" name="object 7"/>
          <p:cNvGrpSpPr/>
          <p:nvPr/>
        </p:nvGrpSpPr>
        <p:grpSpPr>
          <a:xfrm>
            <a:off x="1617002" y="1587500"/>
            <a:ext cx="939800" cy="939800"/>
            <a:chOff x="1617002" y="1587500"/>
            <a:chExt cx="939800" cy="939800"/>
          </a:xfrm>
        </p:grpSpPr>
        <p:sp>
          <p:nvSpPr>
            <p:cNvPr id="8" name="object 8"/>
            <p:cNvSpPr/>
            <p:nvPr/>
          </p:nvSpPr>
          <p:spPr>
            <a:xfrm>
              <a:off x="1629702"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9" name="object 9"/>
            <p:cNvSpPr/>
            <p:nvPr/>
          </p:nvSpPr>
          <p:spPr>
            <a:xfrm>
              <a:off x="1629702"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0" name="object 10"/>
          <p:cNvSpPr txBox="1"/>
          <p:nvPr/>
        </p:nvSpPr>
        <p:spPr>
          <a:xfrm>
            <a:off x="1712157" y="1712468"/>
            <a:ext cx="749300" cy="666750"/>
          </a:xfrm>
          <a:prstGeom prst="rect">
            <a:avLst/>
          </a:prstGeom>
        </p:spPr>
        <p:txBody>
          <a:bodyPr vert="horz" wrap="square" lIns="0" tIns="13335" rIns="0" bIns="0" rtlCol="0">
            <a:spAutoFit/>
          </a:bodyPr>
          <a:lstStyle/>
          <a:p>
            <a:pPr marL="12700" marR="5080" algn="ctr">
              <a:lnSpc>
                <a:spcPct val="100000"/>
              </a:lnSpc>
              <a:spcBef>
                <a:spcPts val="105"/>
              </a:spcBef>
            </a:pPr>
            <a:r>
              <a:rPr sz="1400" dirty="0">
                <a:solidFill>
                  <a:srgbClr val="FFFFFF"/>
                </a:solidFill>
                <a:latin typeface="Calibri"/>
                <a:cs typeface="Calibri"/>
              </a:rPr>
              <a:t>Digital</a:t>
            </a:r>
            <a:r>
              <a:rPr sz="1400" spc="-40"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Analog Converter</a:t>
            </a:r>
            <a:endParaRPr sz="1400">
              <a:latin typeface="Calibri"/>
              <a:cs typeface="Calibri"/>
            </a:endParaRPr>
          </a:p>
        </p:txBody>
      </p:sp>
      <p:grpSp>
        <p:nvGrpSpPr>
          <p:cNvPr id="11" name="object 11"/>
          <p:cNvGrpSpPr/>
          <p:nvPr/>
        </p:nvGrpSpPr>
        <p:grpSpPr>
          <a:xfrm>
            <a:off x="2875699" y="1587500"/>
            <a:ext cx="939800" cy="939800"/>
            <a:chOff x="2875699" y="1587500"/>
            <a:chExt cx="939800" cy="939800"/>
          </a:xfrm>
        </p:grpSpPr>
        <p:sp>
          <p:nvSpPr>
            <p:cNvPr id="12" name="object 12"/>
            <p:cNvSpPr/>
            <p:nvPr/>
          </p:nvSpPr>
          <p:spPr>
            <a:xfrm>
              <a:off x="2888399"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C0504D"/>
            </a:solidFill>
          </p:spPr>
          <p:txBody>
            <a:bodyPr wrap="square" lIns="0" tIns="0" rIns="0" bIns="0" rtlCol="0"/>
            <a:lstStyle/>
            <a:p>
              <a:endParaRPr/>
            </a:p>
          </p:txBody>
        </p:sp>
        <p:sp>
          <p:nvSpPr>
            <p:cNvPr id="13" name="object 13"/>
            <p:cNvSpPr/>
            <p:nvPr/>
          </p:nvSpPr>
          <p:spPr>
            <a:xfrm>
              <a:off x="2888399"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4F1D1B"/>
              </a:solidFill>
            </a:ln>
          </p:spPr>
          <p:txBody>
            <a:bodyPr wrap="square" lIns="0" tIns="0" rIns="0" bIns="0" rtlCol="0"/>
            <a:lstStyle/>
            <a:p>
              <a:endParaRPr/>
            </a:p>
          </p:txBody>
        </p:sp>
      </p:grpSp>
      <p:sp>
        <p:nvSpPr>
          <p:cNvPr id="14" name="object 14"/>
          <p:cNvSpPr txBox="1"/>
          <p:nvPr/>
        </p:nvSpPr>
        <p:spPr>
          <a:xfrm>
            <a:off x="3098873" y="1712468"/>
            <a:ext cx="492125" cy="666750"/>
          </a:xfrm>
          <a:prstGeom prst="rect">
            <a:avLst/>
          </a:prstGeom>
        </p:spPr>
        <p:txBody>
          <a:bodyPr vert="horz" wrap="square" lIns="0" tIns="13335" rIns="0" bIns="0" rtlCol="0">
            <a:spAutoFit/>
          </a:bodyPr>
          <a:lstStyle/>
          <a:p>
            <a:pPr algn="ctr">
              <a:lnSpc>
                <a:spcPct val="100000"/>
              </a:lnSpc>
              <a:spcBef>
                <a:spcPts val="105"/>
              </a:spcBef>
            </a:pPr>
            <a:r>
              <a:rPr sz="1400" spc="-25" dirty="0">
                <a:solidFill>
                  <a:srgbClr val="FFFFFF"/>
                </a:solidFill>
                <a:latin typeface="Calibri"/>
                <a:cs typeface="Calibri"/>
              </a:rPr>
              <a:t>LED</a:t>
            </a:r>
            <a:endParaRPr sz="1400">
              <a:latin typeface="Calibri"/>
              <a:cs typeface="Calibri"/>
            </a:endParaRPr>
          </a:p>
          <a:p>
            <a:pPr marL="12700" marR="5080" indent="-635" algn="ctr">
              <a:lnSpc>
                <a:spcPct val="100000"/>
              </a:lnSpc>
            </a:pPr>
            <a:r>
              <a:rPr sz="1400" spc="-10" dirty="0">
                <a:solidFill>
                  <a:srgbClr val="FFFFFF"/>
                </a:solidFill>
                <a:latin typeface="Calibri"/>
                <a:cs typeface="Calibri"/>
              </a:rPr>
              <a:t>Driver Circuit</a:t>
            </a:r>
            <a:endParaRPr sz="1400">
              <a:latin typeface="Calibri"/>
              <a:cs typeface="Calibri"/>
            </a:endParaRPr>
          </a:p>
        </p:txBody>
      </p:sp>
      <p:grpSp>
        <p:nvGrpSpPr>
          <p:cNvPr id="15" name="object 15"/>
          <p:cNvGrpSpPr/>
          <p:nvPr/>
        </p:nvGrpSpPr>
        <p:grpSpPr>
          <a:xfrm>
            <a:off x="4125455" y="1587500"/>
            <a:ext cx="939800" cy="939800"/>
            <a:chOff x="4125455" y="1587500"/>
            <a:chExt cx="939800" cy="939800"/>
          </a:xfrm>
        </p:grpSpPr>
        <p:sp>
          <p:nvSpPr>
            <p:cNvPr id="16" name="object 16"/>
            <p:cNvSpPr/>
            <p:nvPr/>
          </p:nvSpPr>
          <p:spPr>
            <a:xfrm>
              <a:off x="4138155"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C0504D"/>
            </a:solidFill>
          </p:spPr>
          <p:txBody>
            <a:bodyPr wrap="square" lIns="0" tIns="0" rIns="0" bIns="0" rtlCol="0"/>
            <a:lstStyle/>
            <a:p>
              <a:endParaRPr/>
            </a:p>
          </p:txBody>
        </p:sp>
        <p:sp>
          <p:nvSpPr>
            <p:cNvPr id="17" name="object 17"/>
            <p:cNvSpPr/>
            <p:nvPr/>
          </p:nvSpPr>
          <p:spPr>
            <a:xfrm>
              <a:off x="4138155"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4F1D1B"/>
              </a:solidFill>
            </a:ln>
          </p:spPr>
          <p:txBody>
            <a:bodyPr wrap="square" lIns="0" tIns="0" rIns="0" bIns="0" rtlCol="0"/>
            <a:lstStyle/>
            <a:p>
              <a:endParaRPr/>
            </a:p>
          </p:txBody>
        </p:sp>
      </p:grpSp>
      <p:sp>
        <p:nvSpPr>
          <p:cNvPr id="18" name="object 18"/>
          <p:cNvSpPr txBox="1"/>
          <p:nvPr/>
        </p:nvSpPr>
        <p:spPr>
          <a:xfrm>
            <a:off x="4446158" y="1925827"/>
            <a:ext cx="29718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LED</a:t>
            </a:r>
            <a:endParaRPr sz="1400">
              <a:latin typeface="Calibri"/>
              <a:cs typeface="Calibri"/>
            </a:endParaRPr>
          </a:p>
        </p:txBody>
      </p:sp>
      <p:grpSp>
        <p:nvGrpSpPr>
          <p:cNvPr id="19" name="object 19"/>
          <p:cNvGrpSpPr/>
          <p:nvPr/>
        </p:nvGrpSpPr>
        <p:grpSpPr>
          <a:xfrm>
            <a:off x="7344371" y="1587500"/>
            <a:ext cx="939800" cy="939800"/>
            <a:chOff x="7344371" y="1587500"/>
            <a:chExt cx="939800" cy="939800"/>
          </a:xfrm>
        </p:grpSpPr>
        <p:sp>
          <p:nvSpPr>
            <p:cNvPr id="20" name="object 20"/>
            <p:cNvSpPr/>
            <p:nvPr/>
          </p:nvSpPr>
          <p:spPr>
            <a:xfrm>
              <a:off x="7357071"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1" name="object 21"/>
            <p:cNvSpPr/>
            <p:nvPr/>
          </p:nvSpPr>
          <p:spPr>
            <a:xfrm>
              <a:off x="7357071"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2" name="object 22"/>
          <p:cNvSpPr txBox="1"/>
          <p:nvPr/>
        </p:nvSpPr>
        <p:spPr>
          <a:xfrm>
            <a:off x="7700134" y="1925827"/>
            <a:ext cx="22606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PD</a:t>
            </a:r>
            <a:endParaRPr sz="1400">
              <a:latin typeface="Calibri"/>
              <a:cs typeface="Calibri"/>
            </a:endParaRPr>
          </a:p>
        </p:txBody>
      </p:sp>
      <p:grpSp>
        <p:nvGrpSpPr>
          <p:cNvPr id="23" name="object 23"/>
          <p:cNvGrpSpPr/>
          <p:nvPr/>
        </p:nvGrpSpPr>
        <p:grpSpPr>
          <a:xfrm>
            <a:off x="9712108" y="1587500"/>
            <a:ext cx="939800" cy="939800"/>
            <a:chOff x="9712108" y="1587500"/>
            <a:chExt cx="939800" cy="939800"/>
          </a:xfrm>
        </p:grpSpPr>
        <p:sp>
          <p:nvSpPr>
            <p:cNvPr id="24" name="object 24"/>
            <p:cNvSpPr/>
            <p:nvPr/>
          </p:nvSpPr>
          <p:spPr>
            <a:xfrm>
              <a:off x="9724808" y="1600200"/>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5" name="object 25"/>
            <p:cNvSpPr/>
            <p:nvPr/>
          </p:nvSpPr>
          <p:spPr>
            <a:xfrm>
              <a:off x="9724808" y="160020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6" name="object 26"/>
          <p:cNvSpPr txBox="1"/>
          <p:nvPr/>
        </p:nvSpPr>
        <p:spPr>
          <a:xfrm>
            <a:off x="9807254" y="1712468"/>
            <a:ext cx="749300" cy="666750"/>
          </a:xfrm>
          <a:prstGeom prst="rect">
            <a:avLst/>
          </a:prstGeom>
        </p:spPr>
        <p:txBody>
          <a:bodyPr vert="horz" wrap="square" lIns="0" tIns="13335" rIns="0" bIns="0" rtlCol="0">
            <a:spAutoFit/>
          </a:bodyPr>
          <a:lstStyle/>
          <a:p>
            <a:pPr marL="12065" marR="5080" indent="-1905" algn="ctr">
              <a:lnSpc>
                <a:spcPct val="100000"/>
              </a:lnSpc>
              <a:spcBef>
                <a:spcPts val="105"/>
              </a:spcBef>
            </a:pPr>
            <a:r>
              <a:rPr sz="1400" dirty="0">
                <a:solidFill>
                  <a:srgbClr val="FFFFFF"/>
                </a:solidFill>
                <a:latin typeface="Calibri"/>
                <a:cs typeface="Calibri"/>
              </a:rPr>
              <a:t>Analog</a:t>
            </a:r>
            <a:r>
              <a:rPr sz="1400" spc="-45"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Digital Converter</a:t>
            </a:r>
            <a:endParaRPr sz="1400">
              <a:latin typeface="Calibri"/>
              <a:cs typeface="Calibri"/>
            </a:endParaRPr>
          </a:p>
        </p:txBody>
      </p:sp>
      <p:grpSp>
        <p:nvGrpSpPr>
          <p:cNvPr id="27" name="object 27"/>
          <p:cNvGrpSpPr/>
          <p:nvPr/>
        </p:nvGrpSpPr>
        <p:grpSpPr>
          <a:xfrm>
            <a:off x="8539619" y="1592948"/>
            <a:ext cx="939800" cy="939800"/>
            <a:chOff x="8539619" y="1592948"/>
            <a:chExt cx="939800" cy="939800"/>
          </a:xfrm>
        </p:grpSpPr>
        <p:sp>
          <p:nvSpPr>
            <p:cNvPr id="28" name="object 28"/>
            <p:cNvSpPr/>
            <p:nvPr/>
          </p:nvSpPr>
          <p:spPr>
            <a:xfrm>
              <a:off x="8552319" y="1605648"/>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9" name="object 29"/>
            <p:cNvSpPr/>
            <p:nvPr/>
          </p:nvSpPr>
          <p:spPr>
            <a:xfrm>
              <a:off x="8552319" y="1605648"/>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0" name="object 30"/>
          <p:cNvSpPr txBox="1"/>
          <p:nvPr/>
        </p:nvSpPr>
        <p:spPr>
          <a:xfrm>
            <a:off x="8662171" y="1931277"/>
            <a:ext cx="69278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Amplifier</a:t>
            </a:r>
            <a:endParaRPr sz="1400">
              <a:latin typeface="Calibri"/>
              <a:cs typeface="Calibri"/>
            </a:endParaRPr>
          </a:p>
        </p:txBody>
      </p:sp>
      <p:grpSp>
        <p:nvGrpSpPr>
          <p:cNvPr id="31" name="object 31"/>
          <p:cNvGrpSpPr/>
          <p:nvPr/>
        </p:nvGrpSpPr>
        <p:grpSpPr>
          <a:xfrm>
            <a:off x="10829823" y="1597329"/>
            <a:ext cx="939800" cy="939800"/>
            <a:chOff x="10829823" y="1597329"/>
            <a:chExt cx="939800" cy="939800"/>
          </a:xfrm>
        </p:grpSpPr>
        <p:sp>
          <p:nvSpPr>
            <p:cNvPr id="32" name="object 32"/>
            <p:cNvSpPr/>
            <p:nvPr/>
          </p:nvSpPr>
          <p:spPr>
            <a:xfrm>
              <a:off x="10842523" y="16100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3" name="object 33"/>
            <p:cNvSpPr/>
            <p:nvPr/>
          </p:nvSpPr>
          <p:spPr>
            <a:xfrm>
              <a:off x="10842523" y="16100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4" name="object 34"/>
          <p:cNvSpPr txBox="1"/>
          <p:nvPr/>
        </p:nvSpPr>
        <p:spPr>
          <a:xfrm>
            <a:off x="10923452" y="1935660"/>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sp>
        <p:nvSpPr>
          <p:cNvPr id="35" name="object 35"/>
          <p:cNvSpPr/>
          <p:nvPr/>
        </p:nvSpPr>
        <p:spPr>
          <a:xfrm>
            <a:off x="304800" y="1371600"/>
            <a:ext cx="4876800" cy="1371600"/>
          </a:xfrm>
          <a:custGeom>
            <a:avLst/>
            <a:gdLst/>
            <a:ahLst/>
            <a:cxnLst/>
            <a:rect l="l" t="t" r="r" b="b"/>
            <a:pathLst>
              <a:path w="4876800" h="1371600">
                <a:moveTo>
                  <a:pt x="0" y="0"/>
                </a:moveTo>
                <a:lnTo>
                  <a:pt x="4876800" y="0"/>
                </a:lnTo>
                <a:lnTo>
                  <a:pt x="48768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sp>
        <p:nvSpPr>
          <p:cNvPr id="36" name="object 36"/>
          <p:cNvSpPr/>
          <p:nvPr/>
        </p:nvSpPr>
        <p:spPr>
          <a:xfrm>
            <a:off x="7239000" y="1361770"/>
            <a:ext cx="4800600" cy="1371600"/>
          </a:xfrm>
          <a:custGeom>
            <a:avLst/>
            <a:gdLst/>
            <a:ahLst/>
            <a:cxnLst/>
            <a:rect l="l" t="t" r="r" b="b"/>
            <a:pathLst>
              <a:path w="4800600" h="1371600">
                <a:moveTo>
                  <a:pt x="0" y="0"/>
                </a:moveTo>
                <a:lnTo>
                  <a:pt x="4800600" y="0"/>
                </a:lnTo>
                <a:lnTo>
                  <a:pt x="48006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grpSp>
        <p:nvGrpSpPr>
          <p:cNvPr id="37" name="object 37"/>
          <p:cNvGrpSpPr/>
          <p:nvPr/>
        </p:nvGrpSpPr>
        <p:grpSpPr>
          <a:xfrm>
            <a:off x="5245100" y="1968500"/>
            <a:ext cx="1877695" cy="177800"/>
            <a:chOff x="5245100" y="1968500"/>
            <a:chExt cx="1877695" cy="177800"/>
          </a:xfrm>
        </p:grpSpPr>
        <p:sp>
          <p:nvSpPr>
            <p:cNvPr id="38" name="object 38"/>
            <p:cNvSpPr/>
            <p:nvPr/>
          </p:nvSpPr>
          <p:spPr>
            <a:xfrm>
              <a:off x="5257800" y="1981200"/>
              <a:ext cx="1852295" cy="152400"/>
            </a:xfrm>
            <a:custGeom>
              <a:avLst/>
              <a:gdLst/>
              <a:ahLst/>
              <a:cxnLst/>
              <a:rect l="l" t="t" r="r" b="b"/>
              <a:pathLst>
                <a:path w="1852295" h="152400">
                  <a:moveTo>
                    <a:pt x="1775955" y="0"/>
                  </a:moveTo>
                  <a:lnTo>
                    <a:pt x="1775955" y="38100"/>
                  </a:lnTo>
                  <a:lnTo>
                    <a:pt x="0" y="38100"/>
                  </a:lnTo>
                  <a:lnTo>
                    <a:pt x="0" y="114300"/>
                  </a:lnTo>
                  <a:lnTo>
                    <a:pt x="1775955" y="114300"/>
                  </a:lnTo>
                  <a:lnTo>
                    <a:pt x="1775955" y="152400"/>
                  </a:lnTo>
                  <a:lnTo>
                    <a:pt x="1852155" y="76200"/>
                  </a:lnTo>
                  <a:lnTo>
                    <a:pt x="1775955" y="0"/>
                  </a:lnTo>
                  <a:close/>
                </a:path>
              </a:pathLst>
            </a:custGeom>
            <a:solidFill>
              <a:srgbClr val="4F81BC"/>
            </a:solidFill>
          </p:spPr>
          <p:txBody>
            <a:bodyPr wrap="square" lIns="0" tIns="0" rIns="0" bIns="0" rtlCol="0"/>
            <a:lstStyle/>
            <a:p>
              <a:endParaRPr/>
            </a:p>
          </p:txBody>
        </p:sp>
        <p:sp>
          <p:nvSpPr>
            <p:cNvPr id="39" name="object 39"/>
            <p:cNvSpPr/>
            <p:nvPr/>
          </p:nvSpPr>
          <p:spPr>
            <a:xfrm>
              <a:off x="5257800" y="1981200"/>
              <a:ext cx="1852295" cy="152400"/>
            </a:xfrm>
            <a:custGeom>
              <a:avLst/>
              <a:gdLst/>
              <a:ahLst/>
              <a:cxnLst/>
              <a:rect l="l" t="t" r="r" b="b"/>
              <a:pathLst>
                <a:path w="1852295" h="152400">
                  <a:moveTo>
                    <a:pt x="0" y="38100"/>
                  </a:moveTo>
                  <a:lnTo>
                    <a:pt x="1775955" y="38100"/>
                  </a:lnTo>
                  <a:lnTo>
                    <a:pt x="1775955" y="0"/>
                  </a:lnTo>
                  <a:lnTo>
                    <a:pt x="1852155" y="76200"/>
                  </a:lnTo>
                  <a:lnTo>
                    <a:pt x="1775955" y="152400"/>
                  </a:lnTo>
                  <a:lnTo>
                    <a:pt x="1775955" y="114300"/>
                  </a:lnTo>
                  <a:lnTo>
                    <a:pt x="0" y="114300"/>
                  </a:lnTo>
                  <a:lnTo>
                    <a:pt x="0" y="38100"/>
                  </a:lnTo>
                  <a:close/>
                </a:path>
              </a:pathLst>
            </a:custGeom>
            <a:ln w="25400">
              <a:solidFill>
                <a:srgbClr val="1C334E"/>
              </a:solidFill>
            </a:ln>
          </p:spPr>
          <p:txBody>
            <a:bodyPr wrap="square" lIns="0" tIns="0" rIns="0" bIns="0" rtlCol="0"/>
            <a:lstStyle/>
            <a:p>
              <a:endParaRPr/>
            </a:p>
          </p:txBody>
        </p:sp>
      </p:grpSp>
      <p:pic>
        <p:nvPicPr>
          <p:cNvPr id="40" name="object 40"/>
          <p:cNvPicPr/>
          <p:nvPr/>
        </p:nvPicPr>
        <p:blipFill>
          <a:blip r:embed="rId2" cstate="print"/>
          <a:stretch>
            <a:fillRect/>
          </a:stretch>
        </p:blipFill>
        <p:spPr>
          <a:xfrm>
            <a:off x="294578" y="3518699"/>
            <a:ext cx="5537607" cy="2920552"/>
          </a:xfrm>
          <a:prstGeom prst="rect">
            <a:avLst/>
          </a:prstGeom>
        </p:spPr>
      </p:pic>
      <p:pic>
        <p:nvPicPr>
          <p:cNvPr id="41" name="object 41"/>
          <p:cNvPicPr/>
          <p:nvPr/>
        </p:nvPicPr>
        <p:blipFill>
          <a:blip r:embed="rId3" cstate="print"/>
          <a:stretch>
            <a:fillRect/>
          </a:stretch>
        </p:blipFill>
        <p:spPr>
          <a:xfrm>
            <a:off x="6515442" y="3587712"/>
            <a:ext cx="5323700" cy="282720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Let’s</a:t>
            </a:r>
            <a:r>
              <a:rPr spc="-40" dirty="0"/>
              <a:t> </a:t>
            </a:r>
            <a:r>
              <a:rPr dirty="0"/>
              <a:t>talk</a:t>
            </a:r>
            <a:r>
              <a:rPr spc="-40" dirty="0"/>
              <a:t> </a:t>
            </a:r>
            <a:r>
              <a:rPr dirty="0"/>
              <a:t>about</a:t>
            </a:r>
            <a:r>
              <a:rPr spc="-20" dirty="0"/>
              <a:t> </a:t>
            </a:r>
            <a:r>
              <a:rPr dirty="0"/>
              <a:t>a</a:t>
            </a:r>
            <a:r>
              <a:rPr spc="-30" dirty="0"/>
              <a:t> </a:t>
            </a:r>
            <a:r>
              <a:rPr dirty="0"/>
              <a:t>real</a:t>
            </a:r>
            <a:r>
              <a:rPr spc="-45" dirty="0"/>
              <a:t> </a:t>
            </a:r>
            <a:r>
              <a:rPr dirty="0"/>
              <a:t>world</a:t>
            </a:r>
            <a:r>
              <a:rPr spc="-40" dirty="0"/>
              <a:t> </a:t>
            </a:r>
            <a:r>
              <a:rPr spc="-10" dirty="0"/>
              <a:t>system</a:t>
            </a:r>
          </a:p>
        </p:txBody>
      </p:sp>
      <p:sp>
        <p:nvSpPr>
          <p:cNvPr id="3" name="object 3"/>
          <p:cNvSpPr txBox="1"/>
          <p:nvPr/>
        </p:nvSpPr>
        <p:spPr>
          <a:xfrm>
            <a:off x="253263" y="2587158"/>
            <a:ext cx="5767070" cy="3653154"/>
          </a:xfrm>
          <a:prstGeom prst="rect">
            <a:avLst/>
          </a:prstGeom>
        </p:spPr>
        <p:txBody>
          <a:bodyPr vert="horz" wrap="square" lIns="0" tIns="13335" rIns="0" bIns="0" rtlCol="0">
            <a:spAutoFit/>
          </a:bodyPr>
          <a:lstStyle/>
          <a:p>
            <a:pPr marL="12700">
              <a:lnSpc>
                <a:spcPct val="100000"/>
              </a:lnSpc>
              <a:spcBef>
                <a:spcPts val="105"/>
              </a:spcBef>
            </a:pPr>
            <a:r>
              <a:rPr sz="1400" dirty="0">
                <a:latin typeface="Arial"/>
                <a:cs typeface="Arial"/>
              </a:rPr>
              <a:t>What</a:t>
            </a:r>
            <a:r>
              <a:rPr sz="1400" spc="-55" dirty="0">
                <a:latin typeface="Arial"/>
                <a:cs typeface="Arial"/>
              </a:rPr>
              <a:t> </a:t>
            </a:r>
            <a:r>
              <a:rPr sz="1400" dirty="0">
                <a:latin typeface="Arial"/>
                <a:cs typeface="Arial"/>
              </a:rPr>
              <a:t>noise</a:t>
            </a:r>
            <a:r>
              <a:rPr sz="1400" spc="-35" dirty="0">
                <a:latin typeface="Arial"/>
                <a:cs typeface="Arial"/>
              </a:rPr>
              <a:t> </a:t>
            </a:r>
            <a:r>
              <a:rPr sz="1400" dirty="0">
                <a:latin typeface="Arial"/>
                <a:cs typeface="Arial"/>
              </a:rPr>
              <a:t>in</a:t>
            </a:r>
            <a:r>
              <a:rPr sz="1400" spc="-30" dirty="0">
                <a:latin typeface="Arial"/>
                <a:cs typeface="Arial"/>
              </a:rPr>
              <a:t> </a:t>
            </a:r>
            <a:r>
              <a:rPr sz="1400" dirty="0">
                <a:latin typeface="Arial"/>
                <a:cs typeface="Arial"/>
              </a:rPr>
              <a:t>photodetectors</a:t>
            </a:r>
            <a:r>
              <a:rPr sz="1400" spc="-50" dirty="0">
                <a:latin typeface="Arial"/>
                <a:cs typeface="Arial"/>
              </a:rPr>
              <a:t> </a:t>
            </a:r>
            <a:r>
              <a:rPr sz="1400" dirty="0">
                <a:latin typeface="Arial"/>
                <a:cs typeface="Arial"/>
              </a:rPr>
              <a:t>do</a:t>
            </a:r>
            <a:r>
              <a:rPr sz="1400" spc="-30" dirty="0">
                <a:latin typeface="Arial"/>
                <a:cs typeface="Arial"/>
              </a:rPr>
              <a:t> </a:t>
            </a:r>
            <a:r>
              <a:rPr sz="1400" dirty="0">
                <a:latin typeface="Arial"/>
                <a:cs typeface="Arial"/>
              </a:rPr>
              <a:t>we</a:t>
            </a:r>
            <a:r>
              <a:rPr sz="1400" spc="-10" dirty="0">
                <a:latin typeface="Arial"/>
                <a:cs typeface="Arial"/>
              </a:rPr>
              <a:t> </a:t>
            </a:r>
            <a:r>
              <a:rPr sz="1400" spc="-20" dirty="0">
                <a:latin typeface="Arial"/>
                <a:cs typeface="Arial"/>
              </a:rPr>
              <a:t>see?</a:t>
            </a:r>
            <a:endParaRPr sz="1400">
              <a:latin typeface="Arial"/>
              <a:cs typeface="Arial"/>
            </a:endParaRPr>
          </a:p>
          <a:p>
            <a:pPr marL="74930" indent="-69850">
              <a:lnSpc>
                <a:spcPct val="100000"/>
              </a:lnSpc>
              <a:buSzPct val="92857"/>
              <a:buFont typeface="Arial"/>
              <a:buChar char="•"/>
              <a:tabLst>
                <a:tab pos="74930" algn="l"/>
              </a:tabLst>
            </a:pPr>
            <a:r>
              <a:rPr sz="1400" b="1" dirty="0">
                <a:latin typeface="Arial"/>
                <a:cs typeface="Arial"/>
              </a:rPr>
              <a:t>Shot</a:t>
            </a:r>
            <a:r>
              <a:rPr sz="1400" b="1" spc="-40" dirty="0">
                <a:latin typeface="Arial"/>
                <a:cs typeface="Arial"/>
              </a:rPr>
              <a:t> </a:t>
            </a:r>
            <a:r>
              <a:rPr sz="1400" b="1" spc="-10" dirty="0">
                <a:latin typeface="Arial"/>
                <a:cs typeface="Arial"/>
              </a:rPr>
              <a:t>Noise</a:t>
            </a:r>
            <a:r>
              <a:rPr sz="1400" spc="-10" dirty="0">
                <a:latin typeface="Arial"/>
                <a:cs typeface="Arial"/>
              </a:rPr>
              <a:t>:</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Due</a:t>
            </a:r>
            <a:r>
              <a:rPr sz="1400" spc="-25" dirty="0">
                <a:latin typeface="Arial"/>
                <a:cs typeface="Arial"/>
              </a:rPr>
              <a:t> </a:t>
            </a:r>
            <a:r>
              <a:rPr sz="1400" dirty="0">
                <a:latin typeface="Arial"/>
                <a:cs typeface="Arial"/>
              </a:rPr>
              <a:t>to</a:t>
            </a:r>
            <a:r>
              <a:rPr sz="1400" spc="-30" dirty="0">
                <a:latin typeface="Arial"/>
                <a:cs typeface="Arial"/>
              </a:rPr>
              <a:t> </a:t>
            </a:r>
            <a:r>
              <a:rPr sz="1400" dirty="0">
                <a:latin typeface="Arial"/>
                <a:cs typeface="Arial"/>
              </a:rPr>
              <a:t>the</a:t>
            </a:r>
            <a:r>
              <a:rPr sz="1400" spc="-30" dirty="0">
                <a:latin typeface="Arial"/>
                <a:cs typeface="Arial"/>
              </a:rPr>
              <a:t> </a:t>
            </a:r>
            <a:r>
              <a:rPr sz="1400" dirty="0">
                <a:latin typeface="Arial"/>
                <a:cs typeface="Arial"/>
              </a:rPr>
              <a:t>statistical</a:t>
            </a:r>
            <a:r>
              <a:rPr sz="1400" spc="-50" dirty="0">
                <a:latin typeface="Arial"/>
                <a:cs typeface="Arial"/>
              </a:rPr>
              <a:t> </a:t>
            </a:r>
            <a:r>
              <a:rPr sz="1400" dirty="0">
                <a:latin typeface="Arial"/>
                <a:cs typeface="Arial"/>
              </a:rPr>
              <a:t>variation</a:t>
            </a:r>
            <a:r>
              <a:rPr sz="1400" spc="-30" dirty="0">
                <a:latin typeface="Arial"/>
                <a:cs typeface="Arial"/>
              </a:rPr>
              <a:t> </a:t>
            </a:r>
            <a:r>
              <a:rPr sz="1400" dirty="0">
                <a:latin typeface="Arial"/>
                <a:cs typeface="Arial"/>
              </a:rPr>
              <a:t>in</a:t>
            </a:r>
            <a:r>
              <a:rPr sz="1400" spc="-20" dirty="0">
                <a:latin typeface="Arial"/>
                <a:cs typeface="Arial"/>
              </a:rPr>
              <a:t> </a:t>
            </a:r>
            <a:r>
              <a:rPr sz="1400" dirty="0">
                <a:latin typeface="Arial"/>
                <a:cs typeface="Arial"/>
              </a:rPr>
              <a:t>the</a:t>
            </a:r>
            <a:r>
              <a:rPr sz="1400" spc="-30" dirty="0">
                <a:latin typeface="Arial"/>
                <a:cs typeface="Arial"/>
              </a:rPr>
              <a:t> </a:t>
            </a:r>
            <a:r>
              <a:rPr sz="1400" dirty="0">
                <a:latin typeface="Arial"/>
                <a:cs typeface="Arial"/>
              </a:rPr>
              <a:t>arrival</a:t>
            </a:r>
            <a:r>
              <a:rPr sz="1400" spc="-15" dirty="0">
                <a:latin typeface="Arial"/>
                <a:cs typeface="Arial"/>
              </a:rPr>
              <a:t> </a:t>
            </a:r>
            <a:r>
              <a:rPr sz="1400" dirty="0">
                <a:latin typeface="Arial"/>
                <a:cs typeface="Arial"/>
              </a:rPr>
              <a:t>of</a:t>
            </a:r>
            <a:r>
              <a:rPr sz="1400" spc="-25" dirty="0">
                <a:latin typeface="Arial"/>
                <a:cs typeface="Arial"/>
              </a:rPr>
              <a:t> </a:t>
            </a:r>
            <a:r>
              <a:rPr sz="1400" spc="-10" dirty="0">
                <a:latin typeface="Arial"/>
                <a:cs typeface="Arial"/>
              </a:rPr>
              <a:t>photons.</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Significant</a:t>
            </a:r>
            <a:r>
              <a:rPr sz="1400" spc="-50" dirty="0">
                <a:latin typeface="Arial"/>
                <a:cs typeface="Arial"/>
              </a:rPr>
              <a:t> </a:t>
            </a:r>
            <a:r>
              <a:rPr sz="1400" dirty="0">
                <a:latin typeface="Arial"/>
                <a:cs typeface="Arial"/>
              </a:rPr>
              <a:t>at</a:t>
            </a:r>
            <a:r>
              <a:rPr sz="1400" spc="-30" dirty="0">
                <a:latin typeface="Arial"/>
                <a:cs typeface="Arial"/>
              </a:rPr>
              <a:t> </a:t>
            </a:r>
            <a:r>
              <a:rPr sz="1400" dirty="0">
                <a:latin typeface="Arial"/>
                <a:cs typeface="Arial"/>
              </a:rPr>
              <a:t>low</a:t>
            </a:r>
            <a:r>
              <a:rPr sz="1400" spc="-30" dirty="0">
                <a:latin typeface="Arial"/>
                <a:cs typeface="Arial"/>
              </a:rPr>
              <a:t> </a:t>
            </a:r>
            <a:r>
              <a:rPr sz="1400" dirty="0">
                <a:latin typeface="Arial"/>
                <a:cs typeface="Arial"/>
              </a:rPr>
              <a:t>light</a:t>
            </a:r>
            <a:r>
              <a:rPr sz="1400" spc="-30" dirty="0">
                <a:latin typeface="Arial"/>
                <a:cs typeface="Arial"/>
              </a:rPr>
              <a:t> </a:t>
            </a:r>
            <a:r>
              <a:rPr sz="1400" spc="-10" dirty="0">
                <a:latin typeface="Arial"/>
                <a:cs typeface="Arial"/>
              </a:rPr>
              <a:t>levels.</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White</a:t>
            </a:r>
            <a:r>
              <a:rPr sz="1400" spc="-55" dirty="0">
                <a:latin typeface="Arial"/>
                <a:cs typeface="Arial"/>
              </a:rPr>
              <a:t> </a:t>
            </a:r>
            <a:r>
              <a:rPr sz="1400" dirty="0">
                <a:latin typeface="Arial"/>
                <a:cs typeface="Arial"/>
              </a:rPr>
              <a:t>noise,</a:t>
            </a:r>
            <a:r>
              <a:rPr sz="1400" spc="-40" dirty="0">
                <a:latin typeface="Arial"/>
                <a:cs typeface="Arial"/>
              </a:rPr>
              <a:t> </a:t>
            </a:r>
            <a:r>
              <a:rPr sz="1400" dirty="0">
                <a:latin typeface="Arial"/>
                <a:cs typeface="Arial"/>
              </a:rPr>
              <a:t>with</a:t>
            </a:r>
            <a:r>
              <a:rPr sz="1400" spc="-20" dirty="0">
                <a:latin typeface="Arial"/>
                <a:cs typeface="Arial"/>
              </a:rPr>
              <a:t> </a:t>
            </a:r>
            <a:r>
              <a:rPr sz="1400" dirty="0">
                <a:latin typeface="Arial"/>
                <a:cs typeface="Arial"/>
              </a:rPr>
              <a:t>uniform</a:t>
            </a:r>
            <a:r>
              <a:rPr sz="1400" spc="-45" dirty="0">
                <a:latin typeface="Arial"/>
                <a:cs typeface="Arial"/>
              </a:rPr>
              <a:t> </a:t>
            </a:r>
            <a:r>
              <a:rPr sz="1400" dirty="0">
                <a:latin typeface="Arial"/>
                <a:cs typeface="Arial"/>
              </a:rPr>
              <a:t>power</a:t>
            </a:r>
            <a:r>
              <a:rPr sz="1400" spc="-15" dirty="0">
                <a:latin typeface="Arial"/>
                <a:cs typeface="Arial"/>
              </a:rPr>
              <a:t> </a:t>
            </a:r>
            <a:r>
              <a:rPr sz="1400" dirty="0">
                <a:latin typeface="Arial"/>
                <a:cs typeface="Arial"/>
              </a:rPr>
              <a:t>distribution</a:t>
            </a:r>
            <a:r>
              <a:rPr sz="1400" spc="-55" dirty="0">
                <a:latin typeface="Arial"/>
                <a:cs typeface="Arial"/>
              </a:rPr>
              <a:t> </a:t>
            </a:r>
            <a:r>
              <a:rPr sz="1400" dirty="0">
                <a:latin typeface="Arial"/>
                <a:cs typeface="Arial"/>
              </a:rPr>
              <a:t>across</a:t>
            </a:r>
            <a:r>
              <a:rPr sz="1400" spc="-45" dirty="0">
                <a:latin typeface="Arial"/>
                <a:cs typeface="Arial"/>
              </a:rPr>
              <a:t> </a:t>
            </a:r>
            <a:r>
              <a:rPr sz="1400" dirty="0">
                <a:latin typeface="Arial"/>
                <a:cs typeface="Arial"/>
              </a:rPr>
              <a:t>all</a:t>
            </a:r>
            <a:r>
              <a:rPr sz="1400" spc="-15" dirty="0">
                <a:latin typeface="Arial"/>
                <a:cs typeface="Arial"/>
              </a:rPr>
              <a:t> </a:t>
            </a:r>
            <a:r>
              <a:rPr sz="1400" spc="-10" dirty="0">
                <a:latin typeface="Arial"/>
                <a:cs typeface="Arial"/>
              </a:rPr>
              <a:t>frequencies.</a:t>
            </a:r>
            <a:endParaRPr sz="1400">
              <a:latin typeface="Arial"/>
              <a:cs typeface="Arial"/>
            </a:endParaRPr>
          </a:p>
          <a:p>
            <a:pPr marL="74930" indent="-69850">
              <a:lnSpc>
                <a:spcPct val="100000"/>
              </a:lnSpc>
              <a:buSzPct val="92857"/>
              <a:buFont typeface="Arial"/>
              <a:buChar char="•"/>
              <a:tabLst>
                <a:tab pos="74930" algn="l"/>
              </a:tabLst>
            </a:pPr>
            <a:r>
              <a:rPr sz="1400" b="1" dirty="0">
                <a:latin typeface="Arial"/>
                <a:cs typeface="Arial"/>
              </a:rPr>
              <a:t>Thermal</a:t>
            </a:r>
            <a:r>
              <a:rPr sz="1400" b="1" spc="-75" dirty="0">
                <a:latin typeface="Arial"/>
                <a:cs typeface="Arial"/>
              </a:rPr>
              <a:t> </a:t>
            </a:r>
            <a:r>
              <a:rPr sz="1400" b="1" spc="-10" dirty="0">
                <a:latin typeface="Arial"/>
                <a:cs typeface="Arial"/>
              </a:rPr>
              <a:t>Noise</a:t>
            </a:r>
            <a:r>
              <a:rPr sz="1400" spc="-10" dirty="0">
                <a:latin typeface="Arial"/>
                <a:cs typeface="Arial"/>
              </a:rPr>
              <a:t>:</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Due</a:t>
            </a:r>
            <a:r>
              <a:rPr sz="1400" spc="-20" dirty="0">
                <a:latin typeface="Arial"/>
                <a:cs typeface="Arial"/>
              </a:rPr>
              <a:t> </a:t>
            </a:r>
            <a:r>
              <a:rPr sz="1400" dirty="0">
                <a:latin typeface="Arial"/>
                <a:cs typeface="Arial"/>
              </a:rPr>
              <a:t>to</a:t>
            </a:r>
            <a:r>
              <a:rPr sz="1400" spc="-30" dirty="0">
                <a:latin typeface="Arial"/>
                <a:cs typeface="Arial"/>
              </a:rPr>
              <a:t> </a:t>
            </a:r>
            <a:r>
              <a:rPr sz="1400" dirty="0">
                <a:latin typeface="Arial"/>
                <a:cs typeface="Arial"/>
              </a:rPr>
              <a:t>thermal</a:t>
            </a:r>
            <a:r>
              <a:rPr sz="1400" spc="-40" dirty="0">
                <a:latin typeface="Arial"/>
                <a:cs typeface="Arial"/>
              </a:rPr>
              <a:t> </a:t>
            </a:r>
            <a:r>
              <a:rPr sz="1400" dirty="0">
                <a:latin typeface="Arial"/>
                <a:cs typeface="Arial"/>
              </a:rPr>
              <a:t>agitation</a:t>
            </a:r>
            <a:r>
              <a:rPr sz="1400" spc="-55" dirty="0">
                <a:latin typeface="Arial"/>
                <a:cs typeface="Arial"/>
              </a:rPr>
              <a:t> </a:t>
            </a:r>
            <a:r>
              <a:rPr sz="1400" dirty="0">
                <a:latin typeface="Arial"/>
                <a:cs typeface="Arial"/>
              </a:rPr>
              <a:t>of</a:t>
            </a:r>
            <a:r>
              <a:rPr sz="1400" spc="-25" dirty="0">
                <a:latin typeface="Arial"/>
                <a:cs typeface="Arial"/>
              </a:rPr>
              <a:t> </a:t>
            </a:r>
            <a:r>
              <a:rPr sz="1400" dirty="0">
                <a:latin typeface="Arial"/>
                <a:cs typeface="Arial"/>
              </a:rPr>
              <a:t>electrons</a:t>
            </a:r>
            <a:r>
              <a:rPr sz="1400" spc="-45" dirty="0">
                <a:latin typeface="Arial"/>
                <a:cs typeface="Arial"/>
              </a:rPr>
              <a:t> </a:t>
            </a:r>
            <a:r>
              <a:rPr sz="1400" dirty="0">
                <a:latin typeface="Arial"/>
                <a:cs typeface="Arial"/>
              </a:rPr>
              <a:t>in</a:t>
            </a:r>
            <a:r>
              <a:rPr sz="1400" spc="-20" dirty="0">
                <a:latin typeface="Arial"/>
                <a:cs typeface="Arial"/>
              </a:rPr>
              <a:t> </a:t>
            </a:r>
            <a:r>
              <a:rPr sz="1400" dirty="0">
                <a:latin typeface="Arial"/>
                <a:cs typeface="Arial"/>
              </a:rPr>
              <a:t>resistive</a:t>
            </a:r>
            <a:r>
              <a:rPr sz="1400" spc="-45" dirty="0">
                <a:latin typeface="Arial"/>
                <a:cs typeface="Arial"/>
              </a:rPr>
              <a:t> </a:t>
            </a:r>
            <a:r>
              <a:rPr sz="1400" spc="-10" dirty="0">
                <a:latin typeface="Arial"/>
                <a:cs typeface="Arial"/>
              </a:rPr>
              <a:t>components.</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Increases</a:t>
            </a:r>
            <a:r>
              <a:rPr sz="1400" spc="-70" dirty="0">
                <a:latin typeface="Arial"/>
                <a:cs typeface="Arial"/>
              </a:rPr>
              <a:t> </a:t>
            </a:r>
            <a:r>
              <a:rPr sz="1400" dirty="0">
                <a:latin typeface="Arial"/>
                <a:cs typeface="Arial"/>
              </a:rPr>
              <a:t>with</a:t>
            </a:r>
            <a:r>
              <a:rPr sz="1400" spc="-15" dirty="0">
                <a:latin typeface="Arial"/>
                <a:cs typeface="Arial"/>
              </a:rPr>
              <a:t> </a:t>
            </a:r>
            <a:r>
              <a:rPr sz="1400" dirty="0">
                <a:latin typeface="Arial"/>
                <a:cs typeface="Arial"/>
              </a:rPr>
              <a:t>temperature</a:t>
            </a:r>
            <a:r>
              <a:rPr sz="1400" spc="-75" dirty="0">
                <a:latin typeface="Arial"/>
                <a:cs typeface="Arial"/>
              </a:rPr>
              <a:t> </a:t>
            </a:r>
            <a:r>
              <a:rPr sz="1400" dirty="0">
                <a:latin typeface="Arial"/>
                <a:cs typeface="Arial"/>
              </a:rPr>
              <a:t>and</a:t>
            </a:r>
            <a:r>
              <a:rPr sz="1400" spc="-35" dirty="0">
                <a:latin typeface="Arial"/>
                <a:cs typeface="Arial"/>
              </a:rPr>
              <a:t> </a:t>
            </a:r>
            <a:r>
              <a:rPr sz="1400" spc="-10" dirty="0">
                <a:latin typeface="Arial"/>
                <a:cs typeface="Arial"/>
              </a:rPr>
              <a:t>resistance.</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Present</a:t>
            </a:r>
            <a:r>
              <a:rPr sz="1400" spc="-45" dirty="0">
                <a:latin typeface="Arial"/>
                <a:cs typeface="Arial"/>
              </a:rPr>
              <a:t> </a:t>
            </a:r>
            <a:r>
              <a:rPr sz="1400" dirty="0">
                <a:latin typeface="Arial"/>
                <a:cs typeface="Arial"/>
              </a:rPr>
              <a:t>in</a:t>
            </a:r>
            <a:r>
              <a:rPr sz="1400" spc="-20" dirty="0">
                <a:latin typeface="Arial"/>
                <a:cs typeface="Arial"/>
              </a:rPr>
              <a:t> </a:t>
            </a:r>
            <a:r>
              <a:rPr sz="1400" dirty="0">
                <a:latin typeface="Arial"/>
                <a:cs typeface="Arial"/>
              </a:rPr>
              <a:t>the</a:t>
            </a:r>
            <a:r>
              <a:rPr sz="1400" spc="-25" dirty="0">
                <a:latin typeface="Arial"/>
                <a:cs typeface="Arial"/>
              </a:rPr>
              <a:t> </a:t>
            </a:r>
            <a:r>
              <a:rPr sz="1400" dirty="0">
                <a:latin typeface="Arial"/>
                <a:cs typeface="Arial"/>
              </a:rPr>
              <a:t>circuit</a:t>
            </a:r>
            <a:r>
              <a:rPr sz="1400" spc="-45" dirty="0">
                <a:latin typeface="Arial"/>
                <a:cs typeface="Arial"/>
              </a:rPr>
              <a:t> </a:t>
            </a:r>
            <a:r>
              <a:rPr sz="1400" dirty="0">
                <a:latin typeface="Arial"/>
                <a:cs typeface="Arial"/>
              </a:rPr>
              <a:t>regardless</a:t>
            </a:r>
            <a:r>
              <a:rPr sz="1400" spc="-55" dirty="0">
                <a:latin typeface="Arial"/>
                <a:cs typeface="Arial"/>
              </a:rPr>
              <a:t> </a:t>
            </a:r>
            <a:r>
              <a:rPr sz="1400" dirty="0">
                <a:latin typeface="Arial"/>
                <a:cs typeface="Arial"/>
              </a:rPr>
              <a:t>of</a:t>
            </a:r>
            <a:r>
              <a:rPr sz="1400" spc="-10" dirty="0">
                <a:latin typeface="Arial"/>
                <a:cs typeface="Arial"/>
              </a:rPr>
              <a:t> </a:t>
            </a:r>
            <a:r>
              <a:rPr sz="1400" dirty="0">
                <a:latin typeface="Arial"/>
                <a:cs typeface="Arial"/>
              </a:rPr>
              <a:t>light</a:t>
            </a:r>
            <a:r>
              <a:rPr sz="1400" spc="-30" dirty="0">
                <a:latin typeface="Arial"/>
                <a:cs typeface="Arial"/>
              </a:rPr>
              <a:t> </a:t>
            </a:r>
            <a:r>
              <a:rPr sz="1400" spc="-10" dirty="0">
                <a:latin typeface="Arial"/>
                <a:cs typeface="Arial"/>
              </a:rPr>
              <a:t>exposure.</a:t>
            </a:r>
            <a:endParaRPr sz="1400">
              <a:latin typeface="Arial"/>
              <a:cs typeface="Arial"/>
            </a:endParaRPr>
          </a:p>
          <a:p>
            <a:pPr marL="74930" indent="-69850">
              <a:lnSpc>
                <a:spcPct val="100000"/>
              </a:lnSpc>
              <a:buSzPct val="92857"/>
              <a:buFont typeface="Arial"/>
              <a:buChar char="•"/>
              <a:tabLst>
                <a:tab pos="74930" algn="l"/>
              </a:tabLst>
            </a:pPr>
            <a:r>
              <a:rPr sz="1400" b="1" dirty="0">
                <a:latin typeface="Arial"/>
                <a:cs typeface="Arial"/>
              </a:rPr>
              <a:t>Dark</a:t>
            </a:r>
            <a:r>
              <a:rPr sz="1400" b="1" spc="-35" dirty="0">
                <a:latin typeface="Arial"/>
                <a:cs typeface="Arial"/>
              </a:rPr>
              <a:t> </a:t>
            </a:r>
            <a:r>
              <a:rPr sz="1400" b="1" dirty="0">
                <a:latin typeface="Arial"/>
                <a:cs typeface="Arial"/>
              </a:rPr>
              <a:t>Current</a:t>
            </a:r>
            <a:r>
              <a:rPr sz="1400" b="1" spc="-45" dirty="0">
                <a:latin typeface="Arial"/>
                <a:cs typeface="Arial"/>
              </a:rPr>
              <a:t> </a:t>
            </a:r>
            <a:r>
              <a:rPr sz="1400" b="1" spc="-10" dirty="0">
                <a:latin typeface="Arial"/>
                <a:cs typeface="Arial"/>
              </a:rPr>
              <a:t>Noise</a:t>
            </a:r>
            <a:r>
              <a:rPr sz="1400" spc="-10" dirty="0">
                <a:latin typeface="Arial"/>
                <a:cs typeface="Arial"/>
              </a:rPr>
              <a:t>:</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Due</a:t>
            </a:r>
            <a:r>
              <a:rPr sz="1400" spc="-20" dirty="0">
                <a:latin typeface="Arial"/>
                <a:cs typeface="Arial"/>
              </a:rPr>
              <a:t> </a:t>
            </a:r>
            <a:r>
              <a:rPr sz="1400" dirty="0">
                <a:latin typeface="Arial"/>
                <a:cs typeface="Arial"/>
              </a:rPr>
              <a:t>to</a:t>
            </a:r>
            <a:r>
              <a:rPr sz="1400" spc="-30" dirty="0">
                <a:latin typeface="Arial"/>
                <a:cs typeface="Arial"/>
              </a:rPr>
              <a:t> </a:t>
            </a:r>
            <a:r>
              <a:rPr sz="1400" dirty="0">
                <a:latin typeface="Arial"/>
                <a:cs typeface="Arial"/>
              </a:rPr>
              <a:t>thermally</a:t>
            </a:r>
            <a:r>
              <a:rPr sz="1400" spc="-40" dirty="0">
                <a:latin typeface="Arial"/>
                <a:cs typeface="Arial"/>
              </a:rPr>
              <a:t> </a:t>
            </a:r>
            <a:r>
              <a:rPr sz="1400" dirty="0">
                <a:latin typeface="Arial"/>
                <a:cs typeface="Arial"/>
              </a:rPr>
              <a:t>generated</a:t>
            </a:r>
            <a:r>
              <a:rPr sz="1400" spc="-65" dirty="0">
                <a:latin typeface="Arial"/>
                <a:cs typeface="Arial"/>
              </a:rPr>
              <a:t> </a:t>
            </a:r>
            <a:r>
              <a:rPr sz="1400" dirty="0">
                <a:latin typeface="Arial"/>
                <a:cs typeface="Arial"/>
              </a:rPr>
              <a:t>carriers</a:t>
            </a:r>
            <a:r>
              <a:rPr sz="1400" spc="-40" dirty="0">
                <a:latin typeface="Arial"/>
                <a:cs typeface="Arial"/>
              </a:rPr>
              <a:t> </a:t>
            </a:r>
            <a:r>
              <a:rPr sz="1400" dirty="0">
                <a:latin typeface="Arial"/>
                <a:cs typeface="Arial"/>
              </a:rPr>
              <a:t>in</a:t>
            </a:r>
            <a:r>
              <a:rPr sz="1400" spc="-20" dirty="0">
                <a:latin typeface="Arial"/>
                <a:cs typeface="Arial"/>
              </a:rPr>
              <a:t> </a:t>
            </a:r>
            <a:r>
              <a:rPr sz="1400" dirty="0">
                <a:latin typeface="Arial"/>
                <a:cs typeface="Arial"/>
              </a:rPr>
              <a:t>the</a:t>
            </a:r>
            <a:r>
              <a:rPr sz="1400" spc="-25" dirty="0">
                <a:latin typeface="Arial"/>
                <a:cs typeface="Arial"/>
              </a:rPr>
              <a:t> </a:t>
            </a:r>
            <a:r>
              <a:rPr sz="1400" dirty="0">
                <a:latin typeface="Arial"/>
                <a:cs typeface="Arial"/>
              </a:rPr>
              <a:t>absence</a:t>
            </a:r>
            <a:r>
              <a:rPr sz="1400" spc="-55" dirty="0">
                <a:latin typeface="Arial"/>
                <a:cs typeface="Arial"/>
              </a:rPr>
              <a:t> </a:t>
            </a:r>
            <a:r>
              <a:rPr sz="1400" dirty="0">
                <a:latin typeface="Arial"/>
                <a:cs typeface="Arial"/>
              </a:rPr>
              <a:t>of</a:t>
            </a:r>
            <a:r>
              <a:rPr sz="1400" spc="-20" dirty="0">
                <a:latin typeface="Arial"/>
                <a:cs typeface="Arial"/>
              </a:rPr>
              <a:t> </a:t>
            </a:r>
            <a:r>
              <a:rPr sz="1400" spc="-10" dirty="0">
                <a:latin typeface="Arial"/>
                <a:cs typeface="Arial"/>
              </a:rPr>
              <a:t>light.</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Increases</a:t>
            </a:r>
            <a:r>
              <a:rPr sz="1400" spc="-70" dirty="0">
                <a:latin typeface="Arial"/>
                <a:cs typeface="Arial"/>
              </a:rPr>
              <a:t> </a:t>
            </a:r>
            <a:r>
              <a:rPr sz="1400" dirty="0">
                <a:latin typeface="Arial"/>
                <a:cs typeface="Arial"/>
              </a:rPr>
              <a:t>with</a:t>
            </a:r>
            <a:r>
              <a:rPr sz="1400" spc="-10" dirty="0">
                <a:latin typeface="Arial"/>
                <a:cs typeface="Arial"/>
              </a:rPr>
              <a:t> temperature.</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Reduces</a:t>
            </a:r>
            <a:r>
              <a:rPr sz="1400" spc="-45" dirty="0">
                <a:latin typeface="Arial"/>
                <a:cs typeface="Arial"/>
              </a:rPr>
              <a:t> </a:t>
            </a:r>
            <a:r>
              <a:rPr sz="1400" dirty="0">
                <a:latin typeface="Arial"/>
                <a:cs typeface="Arial"/>
              </a:rPr>
              <a:t>signal</a:t>
            </a:r>
            <a:r>
              <a:rPr sz="1400" spc="-45" dirty="0">
                <a:latin typeface="Arial"/>
                <a:cs typeface="Arial"/>
              </a:rPr>
              <a:t> </a:t>
            </a:r>
            <a:r>
              <a:rPr sz="1400" dirty="0">
                <a:latin typeface="Arial"/>
                <a:cs typeface="Arial"/>
              </a:rPr>
              <a:t>accuracy,</a:t>
            </a:r>
            <a:r>
              <a:rPr sz="1400" spc="-40" dirty="0">
                <a:latin typeface="Arial"/>
                <a:cs typeface="Arial"/>
              </a:rPr>
              <a:t> </a:t>
            </a:r>
            <a:r>
              <a:rPr sz="1400" dirty="0">
                <a:latin typeface="Arial"/>
                <a:cs typeface="Arial"/>
              </a:rPr>
              <a:t>especially</a:t>
            </a:r>
            <a:r>
              <a:rPr sz="1400" spc="-50" dirty="0">
                <a:latin typeface="Arial"/>
                <a:cs typeface="Arial"/>
              </a:rPr>
              <a:t> </a:t>
            </a:r>
            <a:r>
              <a:rPr sz="1400" dirty="0">
                <a:latin typeface="Arial"/>
                <a:cs typeface="Arial"/>
              </a:rPr>
              <a:t>in</a:t>
            </a:r>
            <a:r>
              <a:rPr sz="1400" spc="-30" dirty="0">
                <a:latin typeface="Arial"/>
                <a:cs typeface="Arial"/>
              </a:rPr>
              <a:t> </a:t>
            </a:r>
            <a:r>
              <a:rPr sz="1400" spc="-10" dirty="0">
                <a:latin typeface="Arial"/>
                <a:cs typeface="Arial"/>
              </a:rPr>
              <a:t>low-</a:t>
            </a:r>
            <a:r>
              <a:rPr sz="1400" dirty="0">
                <a:latin typeface="Arial"/>
                <a:cs typeface="Arial"/>
              </a:rPr>
              <a:t>light</a:t>
            </a:r>
            <a:r>
              <a:rPr sz="1400" spc="-30" dirty="0">
                <a:latin typeface="Arial"/>
                <a:cs typeface="Arial"/>
              </a:rPr>
              <a:t> </a:t>
            </a:r>
            <a:r>
              <a:rPr sz="1400" spc="-10" dirty="0">
                <a:latin typeface="Arial"/>
                <a:cs typeface="Arial"/>
              </a:rPr>
              <a:t>applications.</a:t>
            </a:r>
            <a:endParaRPr sz="1400">
              <a:latin typeface="Arial"/>
              <a:cs typeface="Arial"/>
            </a:endParaRPr>
          </a:p>
          <a:p>
            <a:pPr marL="74930" indent="-69850">
              <a:lnSpc>
                <a:spcPct val="100000"/>
              </a:lnSpc>
              <a:buSzPct val="92857"/>
              <a:buFont typeface="Arial"/>
              <a:buChar char="•"/>
              <a:tabLst>
                <a:tab pos="74930" algn="l"/>
              </a:tabLst>
            </a:pPr>
            <a:r>
              <a:rPr sz="1400" b="1" dirty="0">
                <a:latin typeface="Arial"/>
                <a:cs typeface="Arial"/>
              </a:rPr>
              <a:t>Flicker</a:t>
            </a:r>
            <a:r>
              <a:rPr sz="1400" b="1" spc="-55" dirty="0">
                <a:latin typeface="Arial"/>
                <a:cs typeface="Arial"/>
              </a:rPr>
              <a:t> </a:t>
            </a:r>
            <a:r>
              <a:rPr sz="1400" b="1" dirty="0">
                <a:latin typeface="Arial"/>
                <a:cs typeface="Arial"/>
              </a:rPr>
              <a:t>Noise</a:t>
            </a:r>
            <a:r>
              <a:rPr sz="1400" b="1" spc="-30" dirty="0">
                <a:latin typeface="Arial"/>
                <a:cs typeface="Arial"/>
              </a:rPr>
              <a:t> </a:t>
            </a:r>
            <a:r>
              <a:rPr sz="1400" b="1" dirty="0">
                <a:latin typeface="Arial"/>
                <a:cs typeface="Arial"/>
              </a:rPr>
              <a:t>(1/f</a:t>
            </a:r>
            <a:r>
              <a:rPr sz="1400" b="1" spc="-40" dirty="0">
                <a:latin typeface="Arial"/>
                <a:cs typeface="Arial"/>
              </a:rPr>
              <a:t> </a:t>
            </a:r>
            <a:r>
              <a:rPr sz="1400" b="1" spc="-10" dirty="0">
                <a:latin typeface="Arial"/>
                <a:cs typeface="Arial"/>
              </a:rPr>
              <a:t>Noise)</a:t>
            </a:r>
            <a:r>
              <a:rPr sz="1400" spc="-10" dirty="0">
                <a:latin typeface="Arial"/>
                <a:cs typeface="Arial"/>
              </a:rPr>
              <a:t>:</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Caused</a:t>
            </a:r>
            <a:r>
              <a:rPr sz="1400" spc="-50" dirty="0">
                <a:latin typeface="Arial"/>
                <a:cs typeface="Arial"/>
              </a:rPr>
              <a:t> </a:t>
            </a:r>
            <a:r>
              <a:rPr sz="1400" dirty="0">
                <a:latin typeface="Arial"/>
                <a:cs typeface="Arial"/>
              </a:rPr>
              <a:t>by</a:t>
            </a:r>
            <a:r>
              <a:rPr sz="1400" spc="-20" dirty="0">
                <a:latin typeface="Arial"/>
                <a:cs typeface="Arial"/>
              </a:rPr>
              <a:t> </a:t>
            </a:r>
            <a:r>
              <a:rPr sz="1400" dirty="0">
                <a:latin typeface="Arial"/>
                <a:cs typeface="Arial"/>
              </a:rPr>
              <a:t>material</a:t>
            </a:r>
            <a:r>
              <a:rPr sz="1400" spc="-65" dirty="0">
                <a:latin typeface="Arial"/>
                <a:cs typeface="Arial"/>
              </a:rPr>
              <a:t> </a:t>
            </a:r>
            <a:r>
              <a:rPr sz="1400" dirty="0">
                <a:latin typeface="Arial"/>
                <a:cs typeface="Arial"/>
              </a:rPr>
              <a:t>imperfections</a:t>
            </a:r>
            <a:r>
              <a:rPr sz="1400" spc="-65" dirty="0">
                <a:latin typeface="Arial"/>
                <a:cs typeface="Arial"/>
              </a:rPr>
              <a:t> </a:t>
            </a:r>
            <a:r>
              <a:rPr sz="1400" dirty="0">
                <a:latin typeface="Arial"/>
                <a:cs typeface="Arial"/>
              </a:rPr>
              <a:t>and</a:t>
            </a:r>
            <a:r>
              <a:rPr sz="1400" spc="-40" dirty="0">
                <a:latin typeface="Arial"/>
                <a:cs typeface="Arial"/>
              </a:rPr>
              <a:t> </a:t>
            </a:r>
            <a:r>
              <a:rPr sz="1400" spc="-10" dirty="0">
                <a:latin typeface="Arial"/>
                <a:cs typeface="Arial"/>
              </a:rPr>
              <a:t>traps.</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Prominent</a:t>
            </a:r>
            <a:r>
              <a:rPr sz="1400" spc="-55" dirty="0">
                <a:latin typeface="Arial"/>
                <a:cs typeface="Arial"/>
              </a:rPr>
              <a:t> </a:t>
            </a:r>
            <a:r>
              <a:rPr sz="1400" dirty="0">
                <a:latin typeface="Arial"/>
                <a:cs typeface="Arial"/>
              </a:rPr>
              <a:t>at</a:t>
            </a:r>
            <a:r>
              <a:rPr sz="1400" spc="-20" dirty="0">
                <a:latin typeface="Arial"/>
                <a:cs typeface="Arial"/>
              </a:rPr>
              <a:t> </a:t>
            </a:r>
            <a:r>
              <a:rPr sz="1400" dirty="0">
                <a:latin typeface="Arial"/>
                <a:cs typeface="Arial"/>
              </a:rPr>
              <a:t>low</a:t>
            </a:r>
            <a:r>
              <a:rPr sz="1400" spc="-35" dirty="0">
                <a:latin typeface="Arial"/>
                <a:cs typeface="Arial"/>
              </a:rPr>
              <a:t> </a:t>
            </a:r>
            <a:r>
              <a:rPr sz="1400" spc="-10" dirty="0">
                <a:latin typeface="Arial"/>
                <a:cs typeface="Arial"/>
              </a:rPr>
              <a:t>frequencies.</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Inversely</a:t>
            </a:r>
            <a:r>
              <a:rPr sz="1400" spc="-50" dirty="0">
                <a:latin typeface="Arial"/>
                <a:cs typeface="Arial"/>
              </a:rPr>
              <a:t> </a:t>
            </a:r>
            <a:r>
              <a:rPr sz="1400" dirty="0">
                <a:latin typeface="Arial"/>
                <a:cs typeface="Arial"/>
              </a:rPr>
              <a:t>proportional</a:t>
            </a:r>
            <a:r>
              <a:rPr sz="1400" spc="-55" dirty="0">
                <a:latin typeface="Arial"/>
                <a:cs typeface="Arial"/>
              </a:rPr>
              <a:t> </a:t>
            </a:r>
            <a:r>
              <a:rPr sz="1400" dirty="0">
                <a:latin typeface="Arial"/>
                <a:cs typeface="Arial"/>
              </a:rPr>
              <a:t>to</a:t>
            </a:r>
            <a:r>
              <a:rPr sz="1400" spc="-40" dirty="0">
                <a:latin typeface="Arial"/>
                <a:cs typeface="Arial"/>
              </a:rPr>
              <a:t> </a:t>
            </a:r>
            <a:r>
              <a:rPr sz="1400" dirty="0">
                <a:latin typeface="Arial"/>
                <a:cs typeface="Arial"/>
              </a:rPr>
              <a:t>frequency,</a:t>
            </a:r>
            <a:r>
              <a:rPr sz="1400" spc="-50" dirty="0">
                <a:latin typeface="Arial"/>
                <a:cs typeface="Arial"/>
              </a:rPr>
              <a:t> </a:t>
            </a:r>
            <a:r>
              <a:rPr sz="1400" dirty="0">
                <a:latin typeface="Arial"/>
                <a:cs typeface="Arial"/>
              </a:rPr>
              <a:t>affecting</a:t>
            </a:r>
            <a:r>
              <a:rPr sz="1400" spc="-65" dirty="0">
                <a:latin typeface="Arial"/>
                <a:cs typeface="Arial"/>
              </a:rPr>
              <a:t> </a:t>
            </a:r>
            <a:r>
              <a:rPr sz="1400" spc="-10" dirty="0">
                <a:latin typeface="Arial"/>
                <a:cs typeface="Arial"/>
              </a:rPr>
              <a:t>low-</a:t>
            </a:r>
            <a:r>
              <a:rPr sz="1400" dirty="0">
                <a:latin typeface="Arial"/>
                <a:cs typeface="Arial"/>
              </a:rPr>
              <a:t>frequency</a:t>
            </a:r>
            <a:r>
              <a:rPr sz="1400" spc="-60" dirty="0">
                <a:latin typeface="Arial"/>
                <a:cs typeface="Arial"/>
              </a:rPr>
              <a:t> </a:t>
            </a:r>
            <a:r>
              <a:rPr sz="1400" spc="-10" dirty="0">
                <a:latin typeface="Arial"/>
                <a:cs typeface="Arial"/>
              </a:rPr>
              <a:t>applications.</a:t>
            </a:r>
            <a:endParaRPr sz="1400">
              <a:latin typeface="Arial"/>
              <a:cs typeface="Arial"/>
            </a:endParaRPr>
          </a:p>
        </p:txBody>
      </p:sp>
      <p:grpSp>
        <p:nvGrpSpPr>
          <p:cNvPr id="4" name="object 4"/>
          <p:cNvGrpSpPr/>
          <p:nvPr/>
        </p:nvGrpSpPr>
        <p:grpSpPr>
          <a:xfrm>
            <a:off x="444500" y="1063929"/>
            <a:ext cx="939800" cy="939800"/>
            <a:chOff x="444500" y="1063929"/>
            <a:chExt cx="939800" cy="939800"/>
          </a:xfrm>
        </p:grpSpPr>
        <p:sp>
          <p:nvSpPr>
            <p:cNvPr id="5" name="object 5"/>
            <p:cNvSpPr/>
            <p:nvPr/>
          </p:nvSpPr>
          <p:spPr>
            <a:xfrm>
              <a:off x="457200"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6" name="object 6"/>
            <p:cNvSpPr/>
            <p:nvPr/>
          </p:nvSpPr>
          <p:spPr>
            <a:xfrm>
              <a:off x="457200"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7" name="object 7"/>
          <p:cNvSpPr txBox="1"/>
          <p:nvPr/>
        </p:nvSpPr>
        <p:spPr>
          <a:xfrm>
            <a:off x="538130" y="1402260"/>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grpSp>
        <p:nvGrpSpPr>
          <p:cNvPr id="8" name="object 8"/>
          <p:cNvGrpSpPr/>
          <p:nvPr/>
        </p:nvGrpSpPr>
        <p:grpSpPr>
          <a:xfrm>
            <a:off x="1617002" y="1063929"/>
            <a:ext cx="939800" cy="939800"/>
            <a:chOff x="1617002" y="1063929"/>
            <a:chExt cx="939800" cy="939800"/>
          </a:xfrm>
        </p:grpSpPr>
        <p:sp>
          <p:nvSpPr>
            <p:cNvPr id="9" name="object 9"/>
            <p:cNvSpPr/>
            <p:nvPr/>
          </p:nvSpPr>
          <p:spPr>
            <a:xfrm>
              <a:off x="1629702"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0" name="object 10"/>
            <p:cNvSpPr/>
            <p:nvPr/>
          </p:nvSpPr>
          <p:spPr>
            <a:xfrm>
              <a:off x="1629702"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1" name="object 11"/>
          <p:cNvSpPr txBox="1"/>
          <p:nvPr/>
        </p:nvSpPr>
        <p:spPr>
          <a:xfrm>
            <a:off x="1712157" y="1188900"/>
            <a:ext cx="749300" cy="666750"/>
          </a:xfrm>
          <a:prstGeom prst="rect">
            <a:avLst/>
          </a:prstGeom>
        </p:spPr>
        <p:txBody>
          <a:bodyPr vert="horz" wrap="square" lIns="0" tIns="13335" rIns="0" bIns="0" rtlCol="0">
            <a:spAutoFit/>
          </a:bodyPr>
          <a:lstStyle/>
          <a:p>
            <a:pPr marL="12700" marR="5080" algn="ctr">
              <a:lnSpc>
                <a:spcPct val="100000"/>
              </a:lnSpc>
              <a:spcBef>
                <a:spcPts val="105"/>
              </a:spcBef>
            </a:pPr>
            <a:r>
              <a:rPr sz="1400" dirty="0">
                <a:solidFill>
                  <a:srgbClr val="FFFFFF"/>
                </a:solidFill>
                <a:latin typeface="Calibri"/>
                <a:cs typeface="Calibri"/>
              </a:rPr>
              <a:t>Digital</a:t>
            </a:r>
            <a:r>
              <a:rPr sz="1400" spc="-40"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Analog Converter</a:t>
            </a:r>
            <a:endParaRPr sz="1400">
              <a:latin typeface="Calibri"/>
              <a:cs typeface="Calibri"/>
            </a:endParaRPr>
          </a:p>
        </p:txBody>
      </p:sp>
      <p:grpSp>
        <p:nvGrpSpPr>
          <p:cNvPr id="12" name="object 12"/>
          <p:cNvGrpSpPr/>
          <p:nvPr/>
        </p:nvGrpSpPr>
        <p:grpSpPr>
          <a:xfrm>
            <a:off x="2875699" y="1063929"/>
            <a:ext cx="939800" cy="939800"/>
            <a:chOff x="2875699" y="1063929"/>
            <a:chExt cx="939800" cy="939800"/>
          </a:xfrm>
        </p:grpSpPr>
        <p:sp>
          <p:nvSpPr>
            <p:cNvPr id="13" name="object 13"/>
            <p:cNvSpPr/>
            <p:nvPr/>
          </p:nvSpPr>
          <p:spPr>
            <a:xfrm>
              <a:off x="2888399"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4" name="object 14"/>
            <p:cNvSpPr/>
            <p:nvPr/>
          </p:nvSpPr>
          <p:spPr>
            <a:xfrm>
              <a:off x="2888399"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5" name="object 15"/>
          <p:cNvSpPr txBox="1"/>
          <p:nvPr/>
        </p:nvSpPr>
        <p:spPr>
          <a:xfrm>
            <a:off x="3098873" y="1188900"/>
            <a:ext cx="492125" cy="666750"/>
          </a:xfrm>
          <a:prstGeom prst="rect">
            <a:avLst/>
          </a:prstGeom>
        </p:spPr>
        <p:txBody>
          <a:bodyPr vert="horz" wrap="square" lIns="0" tIns="13335" rIns="0" bIns="0" rtlCol="0">
            <a:spAutoFit/>
          </a:bodyPr>
          <a:lstStyle/>
          <a:p>
            <a:pPr algn="ctr">
              <a:lnSpc>
                <a:spcPct val="100000"/>
              </a:lnSpc>
              <a:spcBef>
                <a:spcPts val="105"/>
              </a:spcBef>
            </a:pPr>
            <a:r>
              <a:rPr sz="1400" spc="-25" dirty="0">
                <a:solidFill>
                  <a:srgbClr val="FFFFFF"/>
                </a:solidFill>
                <a:latin typeface="Calibri"/>
                <a:cs typeface="Calibri"/>
              </a:rPr>
              <a:t>LED</a:t>
            </a:r>
            <a:endParaRPr sz="1400">
              <a:latin typeface="Calibri"/>
              <a:cs typeface="Calibri"/>
            </a:endParaRPr>
          </a:p>
          <a:p>
            <a:pPr marL="12700" marR="5080" indent="-635" algn="ctr">
              <a:lnSpc>
                <a:spcPct val="100000"/>
              </a:lnSpc>
            </a:pPr>
            <a:r>
              <a:rPr sz="1400" spc="-10" dirty="0">
                <a:solidFill>
                  <a:srgbClr val="FFFFFF"/>
                </a:solidFill>
                <a:latin typeface="Calibri"/>
                <a:cs typeface="Calibri"/>
              </a:rPr>
              <a:t>Driver Circuit</a:t>
            </a:r>
            <a:endParaRPr sz="1400">
              <a:latin typeface="Calibri"/>
              <a:cs typeface="Calibri"/>
            </a:endParaRPr>
          </a:p>
        </p:txBody>
      </p:sp>
      <p:grpSp>
        <p:nvGrpSpPr>
          <p:cNvPr id="16" name="object 16"/>
          <p:cNvGrpSpPr/>
          <p:nvPr/>
        </p:nvGrpSpPr>
        <p:grpSpPr>
          <a:xfrm>
            <a:off x="4125455" y="1063929"/>
            <a:ext cx="939800" cy="939800"/>
            <a:chOff x="4125455" y="1063929"/>
            <a:chExt cx="939800" cy="939800"/>
          </a:xfrm>
        </p:grpSpPr>
        <p:sp>
          <p:nvSpPr>
            <p:cNvPr id="17" name="object 17"/>
            <p:cNvSpPr/>
            <p:nvPr/>
          </p:nvSpPr>
          <p:spPr>
            <a:xfrm>
              <a:off x="4138155"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8" name="object 18"/>
            <p:cNvSpPr/>
            <p:nvPr/>
          </p:nvSpPr>
          <p:spPr>
            <a:xfrm>
              <a:off x="4138155"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9" name="object 19"/>
          <p:cNvSpPr txBox="1"/>
          <p:nvPr/>
        </p:nvSpPr>
        <p:spPr>
          <a:xfrm>
            <a:off x="4446158" y="1402260"/>
            <a:ext cx="29718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LED</a:t>
            </a:r>
            <a:endParaRPr sz="1400">
              <a:latin typeface="Calibri"/>
              <a:cs typeface="Calibri"/>
            </a:endParaRPr>
          </a:p>
        </p:txBody>
      </p:sp>
      <p:grpSp>
        <p:nvGrpSpPr>
          <p:cNvPr id="20" name="object 20"/>
          <p:cNvGrpSpPr/>
          <p:nvPr/>
        </p:nvGrpSpPr>
        <p:grpSpPr>
          <a:xfrm>
            <a:off x="7344371" y="1063929"/>
            <a:ext cx="939800" cy="939800"/>
            <a:chOff x="7344371" y="1063929"/>
            <a:chExt cx="939800" cy="939800"/>
          </a:xfrm>
        </p:grpSpPr>
        <p:sp>
          <p:nvSpPr>
            <p:cNvPr id="21" name="object 21"/>
            <p:cNvSpPr/>
            <p:nvPr/>
          </p:nvSpPr>
          <p:spPr>
            <a:xfrm>
              <a:off x="7357071"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C0504D"/>
            </a:solidFill>
          </p:spPr>
          <p:txBody>
            <a:bodyPr wrap="square" lIns="0" tIns="0" rIns="0" bIns="0" rtlCol="0"/>
            <a:lstStyle/>
            <a:p>
              <a:endParaRPr/>
            </a:p>
          </p:txBody>
        </p:sp>
        <p:sp>
          <p:nvSpPr>
            <p:cNvPr id="22" name="object 22"/>
            <p:cNvSpPr/>
            <p:nvPr/>
          </p:nvSpPr>
          <p:spPr>
            <a:xfrm>
              <a:off x="7357071"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4F1D1B"/>
              </a:solidFill>
            </a:ln>
          </p:spPr>
          <p:txBody>
            <a:bodyPr wrap="square" lIns="0" tIns="0" rIns="0" bIns="0" rtlCol="0"/>
            <a:lstStyle/>
            <a:p>
              <a:endParaRPr/>
            </a:p>
          </p:txBody>
        </p:sp>
      </p:grpSp>
      <p:sp>
        <p:nvSpPr>
          <p:cNvPr id="23" name="object 23"/>
          <p:cNvSpPr txBox="1"/>
          <p:nvPr/>
        </p:nvSpPr>
        <p:spPr>
          <a:xfrm>
            <a:off x="7700134" y="1402260"/>
            <a:ext cx="226695"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PD</a:t>
            </a:r>
            <a:endParaRPr sz="1400">
              <a:latin typeface="Calibri"/>
              <a:cs typeface="Calibri"/>
            </a:endParaRPr>
          </a:p>
        </p:txBody>
      </p:sp>
      <p:grpSp>
        <p:nvGrpSpPr>
          <p:cNvPr id="24" name="object 24"/>
          <p:cNvGrpSpPr/>
          <p:nvPr/>
        </p:nvGrpSpPr>
        <p:grpSpPr>
          <a:xfrm>
            <a:off x="9712108" y="1063929"/>
            <a:ext cx="939800" cy="939800"/>
            <a:chOff x="9712108" y="1063929"/>
            <a:chExt cx="939800" cy="939800"/>
          </a:xfrm>
        </p:grpSpPr>
        <p:sp>
          <p:nvSpPr>
            <p:cNvPr id="25" name="object 25"/>
            <p:cNvSpPr/>
            <p:nvPr/>
          </p:nvSpPr>
          <p:spPr>
            <a:xfrm>
              <a:off x="9724808"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6" name="object 26"/>
            <p:cNvSpPr/>
            <p:nvPr/>
          </p:nvSpPr>
          <p:spPr>
            <a:xfrm>
              <a:off x="9724808"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7" name="object 27"/>
          <p:cNvSpPr txBox="1"/>
          <p:nvPr/>
        </p:nvSpPr>
        <p:spPr>
          <a:xfrm>
            <a:off x="9807254" y="1188900"/>
            <a:ext cx="749300" cy="666750"/>
          </a:xfrm>
          <a:prstGeom prst="rect">
            <a:avLst/>
          </a:prstGeom>
        </p:spPr>
        <p:txBody>
          <a:bodyPr vert="horz" wrap="square" lIns="0" tIns="13335" rIns="0" bIns="0" rtlCol="0">
            <a:spAutoFit/>
          </a:bodyPr>
          <a:lstStyle/>
          <a:p>
            <a:pPr marL="12065" marR="5080" indent="-1905" algn="ctr">
              <a:lnSpc>
                <a:spcPct val="100000"/>
              </a:lnSpc>
              <a:spcBef>
                <a:spcPts val="105"/>
              </a:spcBef>
            </a:pPr>
            <a:r>
              <a:rPr sz="1400" dirty="0">
                <a:solidFill>
                  <a:srgbClr val="FFFFFF"/>
                </a:solidFill>
                <a:latin typeface="Calibri"/>
                <a:cs typeface="Calibri"/>
              </a:rPr>
              <a:t>Analog</a:t>
            </a:r>
            <a:r>
              <a:rPr sz="1400" spc="-45"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Digital Converter</a:t>
            </a:r>
            <a:endParaRPr sz="1400">
              <a:latin typeface="Calibri"/>
              <a:cs typeface="Calibri"/>
            </a:endParaRPr>
          </a:p>
        </p:txBody>
      </p:sp>
      <p:grpSp>
        <p:nvGrpSpPr>
          <p:cNvPr id="28" name="object 28"/>
          <p:cNvGrpSpPr/>
          <p:nvPr/>
        </p:nvGrpSpPr>
        <p:grpSpPr>
          <a:xfrm>
            <a:off x="8539619" y="1069378"/>
            <a:ext cx="939800" cy="939800"/>
            <a:chOff x="8539619" y="1069378"/>
            <a:chExt cx="939800" cy="939800"/>
          </a:xfrm>
        </p:grpSpPr>
        <p:sp>
          <p:nvSpPr>
            <p:cNvPr id="29" name="object 29"/>
            <p:cNvSpPr/>
            <p:nvPr/>
          </p:nvSpPr>
          <p:spPr>
            <a:xfrm>
              <a:off x="8552319" y="1082078"/>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0" name="object 30"/>
            <p:cNvSpPr/>
            <p:nvPr/>
          </p:nvSpPr>
          <p:spPr>
            <a:xfrm>
              <a:off x="8552319" y="1082078"/>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1" name="object 31"/>
          <p:cNvSpPr txBox="1"/>
          <p:nvPr/>
        </p:nvSpPr>
        <p:spPr>
          <a:xfrm>
            <a:off x="8662171" y="1407709"/>
            <a:ext cx="69278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Amplifier</a:t>
            </a:r>
            <a:endParaRPr sz="1400">
              <a:latin typeface="Calibri"/>
              <a:cs typeface="Calibri"/>
            </a:endParaRPr>
          </a:p>
        </p:txBody>
      </p:sp>
      <p:grpSp>
        <p:nvGrpSpPr>
          <p:cNvPr id="32" name="object 32"/>
          <p:cNvGrpSpPr/>
          <p:nvPr/>
        </p:nvGrpSpPr>
        <p:grpSpPr>
          <a:xfrm>
            <a:off x="10829823" y="1073759"/>
            <a:ext cx="939800" cy="939800"/>
            <a:chOff x="10829823" y="1073759"/>
            <a:chExt cx="939800" cy="939800"/>
          </a:xfrm>
        </p:grpSpPr>
        <p:sp>
          <p:nvSpPr>
            <p:cNvPr id="33" name="object 33"/>
            <p:cNvSpPr/>
            <p:nvPr/>
          </p:nvSpPr>
          <p:spPr>
            <a:xfrm>
              <a:off x="10842523" y="108645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4" name="object 34"/>
            <p:cNvSpPr/>
            <p:nvPr/>
          </p:nvSpPr>
          <p:spPr>
            <a:xfrm>
              <a:off x="10842523" y="108645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5" name="object 35"/>
          <p:cNvSpPr txBox="1"/>
          <p:nvPr/>
        </p:nvSpPr>
        <p:spPr>
          <a:xfrm>
            <a:off x="10923452" y="1412091"/>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sp>
        <p:nvSpPr>
          <p:cNvPr id="36" name="object 36"/>
          <p:cNvSpPr/>
          <p:nvPr/>
        </p:nvSpPr>
        <p:spPr>
          <a:xfrm>
            <a:off x="304800" y="848029"/>
            <a:ext cx="4876800" cy="1371600"/>
          </a:xfrm>
          <a:custGeom>
            <a:avLst/>
            <a:gdLst/>
            <a:ahLst/>
            <a:cxnLst/>
            <a:rect l="l" t="t" r="r" b="b"/>
            <a:pathLst>
              <a:path w="4876800" h="1371600">
                <a:moveTo>
                  <a:pt x="0" y="0"/>
                </a:moveTo>
                <a:lnTo>
                  <a:pt x="4876800" y="0"/>
                </a:lnTo>
                <a:lnTo>
                  <a:pt x="48768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sp>
        <p:nvSpPr>
          <p:cNvPr id="37" name="object 37"/>
          <p:cNvSpPr/>
          <p:nvPr/>
        </p:nvSpPr>
        <p:spPr>
          <a:xfrm>
            <a:off x="7239000" y="838200"/>
            <a:ext cx="4800600" cy="1371600"/>
          </a:xfrm>
          <a:custGeom>
            <a:avLst/>
            <a:gdLst/>
            <a:ahLst/>
            <a:cxnLst/>
            <a:rect l="l" t="t" r="r" b="b"/>
            <a:pathLst>
              <a:path w="4800600" h="1371600">
                <a:moveTo>
                  <a:pt x="0" y="0"/>
                </a:moveTo>
                <a:lnTo>
                  <a:pt x="4800600" y="0"/>
                </a:lnTo>
                <a:lnTo>
                  <a:pt x="48006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grpSp>
        <p:nvGrpSpPr>
          <p:cNvPr id="38" name="object 38"/>
          <p:cNvGrpSpPr/>
          <p:nvPr/>
        </p:nvGrpSpPr>
        <p:grpSpPr>
          <a:xfrm>
            <a:off x="5245100" y="1444932"/>
            <a:ext cx="1877695" cy="177800"/>
            <a:chOff x="5245100" y="1444932"/>
            <a:chExt cx="1877695" cy="177800"/>
          </a:xfrm>
        </p:grpSpPr>
        <p:sp>
          <p:nvSpPr>
            <p:cNvPr id="39" name="object 39"/>
            <p:cNvSpPr/>
            <p:nvPr/>
          </p:nvSpPr>
          <p:spPr>
            <a:xfrm>
              <a:off x="5257800" y="1457632"/>
              <a:ext cx="1852295" cy="152400"/>
            </a:xfrm>
            <a:custGeom>
              <a:avLst/>
              <a:gdLst/>
              <a:ahLst/>
              <a:cxnLst/>
              <a:rect l="l" t="t" r="r" b="b"/>
              <a:pathLst>
                <a:path w="1852295" h="152400">
                  <a:moveTo>
                    <a:pt x="1775955" y="0"/>
                  </a:moveTo>
                  <a:lnTo>
                    <a:pt x="1775955" y="38100"/>
                  </a:lnTo>
                  <a:lnTo>
                    <a:pt x="0" y="38100"/>
                  </a:lnTo>
                  <a:lnTo>
                    <a:pt x="0" y="114300"/>
                  </a:lnTo>
                  <a:lnTo>
                    <a:pt x="1775955" y="114300"/>
                  </a:lnTo>
                  <a:lnTo>
                    <a:pt x="1775955" y="152400"/>
                  </a:lnTo>
                  <a:lnTo>
                    <a:pt x="1852155" y="76200"/>
                  </a:lnTo>
                  <a:lnTo>
                    <a:pt x="1775955" y="0"/>
                  </a:lnTo>
                  <a:close/>
                </a:path>
              </a:pathLst>
            </a:custGeom>
            <a:solidFill>
              <a:srgbClr val="4F81BC"/>
            </a:solidFill>
          </p:spPr>
          <p:txBody>
            <a:bodyPr wrap="square" lIns="0" tIns="0" rIns="0" bIns="0" rtlCol="0"/>
            <a:lstStyle/>
            <a:p>
              <a:endParaRPr/>
            </a:p>
          </p:txBody>
        </p:sp>
        <p:sp>
          <p:nvSpPr>
            <p:cNvPr id="40" name="object 40"/>
            <p:cNvSpPr/>
            <p:nvPr/>
          </p:nvSpPr>
          <p:spPr>
            <a:xfrm>
              <a:off x="5257800" y="1457632"/>
              <a:ext cx="1852295" cy="152400"/>
            </a:xfrm>
            <a:custGeom>
              <a:avLst/>
              <a:gdLst/>
              <a:ahLst/>
              <a:cxnLst/>
              <a:rect l="l" t="t" r="r" b="b"/>
              <a:pathLst>
                <a:path w="1852295" h="152400">
                  <a:moveTo>
                    <a:pt x="0" y="38100"/>
                  </a:moveTo>
                  <a:lnTo>
                    <a:pt x="1775955" y="38100"/>
                  </a:lnTo>
                  <a:lnTo>
                    <a:pt x="1775955" y="0"/>
                  </a:lnTo>
                  <a:lnTo>
                    <a:pt x="1852155" y="76200"/>
                  </a:lnTo>
                  <a:lnTo>
                    <a:pt x="1775955" y="152400"/>
                  </a:lnTo>
                  <a:lnTo>
                    <a:pt x="1775955" y="114300"/>
                  </a:lnTo>
                  <a:lnTo>
                    <a:pt x="0" y="114300"/>
                  </a:lnTo>
                  <a:lnTo>
                    <a:pt x="0" y="38100"/>
                  </a:lnTo>
                  <a:close/>
                </a:path>
              </a:pathLst>
            </a:custGeom>
            <a:ln w="25400">
              <a:solidFill>
                <a:srgbClr val="1C334E"/>
              </a:solidFill>
            </a:ln>
          </p:spPr>
          <p:txBody>
            <a:bodyPr wrap="square" lIns="0" tIns="0" rIns="0" bIns="0" rtlCol="0"/>
            <a:lstStyle/>
            <a:p>
              <a:endParaRPr/>
            </a:p>
          </p:txBody>
        </p:sp>
      </p:grpSp>
      <p:pic>
        <p:nvPicPr>
          <p:cNvPr id="41" name="object 41"/>
          <p:cNvPicPr/>
          <p:nvPr/>
        </p:nvPicPr>
        <p:blipFill>
          <a:blip r:embed="rId2" cstate="print"/>
          <a:stretch>
            <a:fillRect/>
          </a:stretch>
        </p:blipFill>
        <p:spPr>
          <a:xfrm>
            <a:off x="6142123" y="3225520"/>
            <a:ext cx="5847649" cy="3089587"/>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Let’s</a:t>
            </a:r>
            <a:r>
              <a:rPr spc="-40" dirty="0"/>
              <a:t> </a:t>
            </a:r>
            <a:r>
              <a:rPr dirty="0"/>
              <a:t>talk</a:t>
            </a:r>
            <a:r>
              <a:rPr spc="-40" dirty="0"/>
              <a:t> </a:t>
            </a:r>
            <a:r>
              <a:rPr dirty="0"/>
              <a:t>about</a:t>
            </a:r>
            <a:r>
              <a:rPr spc="-20" dirty="0"/>
              <a:t> </a:t>
            </a:r>
            <a:r>
              <a:rPr dirty="0"/>
              <a:t>a</a:t>
            </a:r>
            <a:r>
              <a:rPr spc="-30" dirty="0"/>
              <a:t> </a:t>
            </a:r>
            <a:r>
              <a:rPr dirty="0"/>
              <a:t>real</a:t>
            </a:r>
            <a:r>
              <a:rPr spc="-45" dirty="0"/>
              <a:t> </a:t>
            </a:r>
            <a:r>
              <a:rPr dirty="0"/>
              <a:t>world</a:t>
            </a:r>
            <a:r>
              <a:rPr spc="-40" dirty="0"/>
              <a:t> </a:t>
            </a:r>
            <a:r>
              <a:rPr spc="-10" dirty="0"/>
              <a:t>system</a:t>
            </a:r>
          </a:p>
        </p:txBody>
      </p:sp>
      <p:sp>
        <p:nvSpPr>
          <p:cNvPr id="3" name="object 3"/>
          <p:cNvSpPr txBox="1"/>
          <p:nvPr/>
        </p:nvSpPr>
        <p:spPr>
          <a:xfrm>
            <a:off x="263470" y="2389124"/>
            <a:ext cx="5723890" cy="4293235"/>
          </a:xfrm>
          <a:prstGeom prst="rect">
            <a:avLst/>
          </a:prstGeom>
        </p:spPr>
        <p:txBody>
          <a:bodyPr vert="horz" wrap="square" lIns="0" tIns="13335" rIns="0" bIns="0" rtlCol="0">
            <a:spAutoFit/>
          </a:bodyPr>
          <a:lstStyle/>
          <a:p>
            <a:pPr marL="12700">
              <a:lnSpc>
                <a:spcPct val="100000"/>
              </a:lnSpc>
              <a:spcBef>
                <a:spcPts val="105"/>
              </a:spcBef>
            </a:pPr>
            <a:r>
              <a:rPr sz="1400" dirty="0">
                <a:latin typeface="Arial"/>
                <a:cs typeface="Arial"/>
              </a:rPr>
              <a:t>What</a:t>
            </a:r>
            <a:r>
              <a:rPr sz="1400" spc="-45" dirty="0">
                <a:latin typeface="Arial"/>
                <a:cs typeface="Arial"/>
              </a:rPr>
              <a:t> </a:t>
            </a:r>
            <a:r>
              <a:rPr sz="1400" dirty="0">
                <a:latin typeface="Arial"/>
                <a:cs typeface="Arial"/>
              </a:rPr>
              <a:t>noise</a:t>
            </a:r>
            <a:r>
              <a:rPr sz="1400" spc="-30" dirty="0">
                <a:latin typeface="Arial"/>
                <a:cs typeface="Arial"/>
              </a:rPr>
              <a:t> </a:t>
            </a:r>
            <a:r>
              <a:rPr sz="1400" dirty="0">
                <a:latin typeface="Arial"/>
                <a:cs typeface="Arial"/>
              </a:rPr>
              <a:t>in</a:t>
            </a:r>
            <a:r>
              <a:rPr sz="1400" spc="-30" dirty="0">
                <a:latin typeface="Arial"/>
                <a:cs typeface="Arial"/>
              </a:rPr>
              <a:t> </a:t>
            </a:r>
            <a:r>
              <a:rPr sz="1400" dirty="0">
                <a:latin typeface="Arial"/>
                <a:cs typeface="Arial"/>
              </a:rPr>
              <a:t>amplifiers</a:t>
            </a:r>
            <a:r>
              <a:rPr sz="1400" spc="-30" dirty="0">
                <a:latin typeface="Arial"/>
                <a:cs typeface="Arial"/>
              </a:rPr>
              <a:t> </a:t>
            </a:r>
            <a:r>
              <a:rPr sz="1400" dirty="0">
                <a:latin typeface="Arial"/>
                <a:cs typeface="Arial"/>
              </a:rPr>
              <a:t>do</a:t>
            </a:r>
            <a:r>
              <a:rPr sz="1400" spc="-30" dirty="0">
                <a:latin typeface="Arial"/>
                <a:cs typeface="Arial"/>
              </a:rPr>
              <a:t> </a:t>
            </a:r>
            <a:r>
              <a:rPr sz="1400" dirty="0">
                <a:latin typeface="Arial"/>
                <a:cs typeface="Arial"/>
              </a:rPr>
              <a:t>we</a:t>
            </a:r>
            <a:r>
              <a:rPr sz="1400" spc="-5" dirty="0">
                <a:latin typeface="Arial"/>
                <a:cs typeface="Arial"/>
              </a:rPr>
              <a:t> </a:t>
            </a:r>
            <a:r>
              <a:rPr sz="1400" spc="-20" dirty="0">
                <a:latin typeface="Arial"/>
                <a:cs typeface="Arial"/>
              </a:rPr>
              <a:t>see?</a:t>
            </a:r>
            <a:endParaRPr sz="1400">
              <a:latin typeface="Arial"/>
              <a:cs typeface="Arial"/>
            </a:endParaRPr>
          </a:p>
          <a:p>
            <a:pPr marL="74930" indent="-69850">
              <a:lnSpc>
                <a:spcPct val="100000"/>
              </a:lnSpc>
              <a:buSzPct val="92857"/>
              <a:buFont typeface="Arial"/>
              <a:buChar char="•"/>
              <a:tabLst>
                <a:tab pos="74930" algn="l"/>
              </a:tabLst>
            </a:pPr>
            <a:r>
              <a:rPr sz="1400" b="1" dirty="0">
                <a:latin typeface="Arial"/>
                <a:cs typeface="Arial"/>
              </a:rPr>
              <a:t>Thermal</a:t>
            </a:r>
            <a:r>
              <a:rPr sz="1400" b="1" spc="-60" dirty="0">
                <a:latin typeface="Arial"/>
                <a:cs typeface="Arial"/>
              </a:rPr>
              <a:t> </a:t>
            </a:r>
            <a:r>
              <a:rPr sz="1400" b="1" dirty="0">
                <a:latin typeface="Arial"/>
                <a:cs typeface="Arial"/>
              </a:rPr>
              <a:t>Noise</a:t>
            </a:r>
            <a:r>
              <a:rPr sz="1400" b="1" spc="-55" dirty="0">
                <a:latin typeface="Arial"/>
                <a:cs typeface="Arial"/>
              </a:rPr>
              <a:t> </a:t>
            </a:r>
            <a:r>
              <a:rPr sz="1400" b="1" dirty="0">
                <a:latin typeface="Arial"/>
                <a:cs typeface="Arial"/>
              </a:rPr>
              <a:t>from</a:t>
            </a:r>
            <a:r>
              <a:rPr sz="1400" b="1" spc="-45" dirty="0">
                <a:latin typeface="Arial"/>
                <a:cs typeface="Arial"/>
              </a:rPr>
              <a:t> </a:t>
            </a:r>
            <a:r>
              <a:rPr sz="1400" b="1" dirty="0">
                <a:latin typeface="Arial"/>
                <a:cs typeface="Arial"/>
              </a:rPr>
              <a:t>Feedback</a:t>
            </a:r>
            <a:r>
              <a:rPr sz="1400" b="1" spc="-70" dirty="0">
                <a:latin typeface="Arial"/>
                <a:cs typeface="Arial"/>
              </a:rPr>
              <a:t> </a:t>
            </a:r>
            <a:r>
              <a:rPr sz="1400" b="1" spc="-10" dirty="0">
                <a:latin typeface="Arial"/>
                <a:cs typeface="Arial"/>
              </a:rPr>
              <a:t>Resistor</a:t>
            </a:r>
            <a:r>
              <a:rPr sz="1400" spc="-10" dirty="0">
                <a:latin typeface="Arial"/>
                <a:cs typeface="Arial"/>
              </a:rPr>
              <a:t>:</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Arises</a:t>
            </a:r>
            <a:r>
              <a:rPr sz="1400" spc="-35" dirty="0">
                <a:latin typeface="Arial"/>
                <a:cs typeface="Arial"/>
              </a:rPr>
              <a:t> </a:t>
            </a:r>
            <a:r>
              <a:rPr sz="1400" dirty="0">
                <a:latin typeface="Arial"/>
                <a:cs typeface="Arial"/>
              </a:rPr>
              <a:t>from</a:t>
            </a:r>
            <a:r>
              <a:rPr sz="1400" spc="-35" dirty="0">
                <a:latin typeface="Arial"/>
                <a:cs typeface="Arial"/>
              </a:rPr>
              <a:t> </a:t>
            </a:r>
            <a:r>
              <a:rPr sz="1400" dirty="0">
                <a:latin typeface="Arial"/>
                <a:cs typeface="Arial"/>
              </a:rPr>
              <a:t>the</a:t>
            </a:r>
            <a:r>
              <a:rPr sz="1400" spc="-30" dirty="0">
                <a:latin typeface="Arial"/>
                <a:cs typeface="Arial"/>
              </a:rPr>
              <a:t> </a:t>
            </a:r>
            <a:r>
              <a:rPr sz="1400" dirty="0">
                <a:latin typeface="Arial"/>
                <a:cs typeface="Arial"/>
              </a:rPr>
              <a:t>feedback</a:t>
            </a:r>
            <a:r>
              <a:rPr sz="1400" spc="-45" dirty="0">
                <a:latin typeface="Arial"/>
                <a:cs typeface="Arial"/>
              </a:rPr>
              <a:t> </a:t>
            </a:r>
            <a:r>
              <a:rPr sz="1400" spc="-10" dirty="0">
                <a:latin typeface="Arial"/>
                <a:cs typeface="Arial"/>
              </a:rPr>
              <a:t>resistor.</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Increases</a:t>
            </a:r>
            <a:r>
              <a:rPr sz="1400" spc="-65" dirty="0">
                <a:latin typeface="Arial"/>
                <a:cs typeface="Arial"/>
              </a:rPr>
              <a:t> </a:t>
            </a:r>
            <a:r>
              <a:rPr sz="1400" dirty="0">
                <a:latin typeface="Arial"/>
                <a:cs typeface="Arial"/>
              </a:rPr>
              <a:t>with</a:t>
            </a:r>
            <a:r>
              <a:rPr sz="1400" spc="-5" dirty="0">
                <a:latin typeface="Arial"/>
                <a:cs typeface="Arial"/>
              </a:rPr>
              <a:t> </a:t>
            </a:r>
            <a:r>
              <a:rPr sz="1400" dirty="0">
                <a:latin typeface="Arial"/>
                <a:cs typeface="Arial"/>
              </a:rPr>
              <a:t>resistance</a:t>
            </a:r>
            <a:r>
              <a:rPr sz="1400" spc="-55" dirty="0">
                <a:latin typeface="Arial"/>
                <a:cs typeface="Arial"/>
              </a:rPr>
              <a:t> </a:t>
            </a:r>
            <a:r>
              <a:rPr sz="1400" dirty="0">
                <a:latin typeface="Arial"/>
                <a:cs typeface="Arial"/>
              </a:rPr>
              <a:t>and</a:t>
            </a:r>
            <a:r>
              <a:rPr sz="1400" spc="-35" dirty="0">
                <a:latin typeface="Arial"/>
                <a:cs typeface="Arial"/>
              </a:rPr>
              <a:t> </a:t>
            </a:r>
            <a:r>
              <a:rPr sz="1400" spc="-10" dirty="0">
                <a:latin typeface="Arial"/>
                <a:cs typeface="Arial"/>
              </a:rPr>
              <a:t>temperature.</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Affects</a:t>
            </a:r>
            <a:r>
              <a:rPr sz="1400" spc="-45" dirty="0">
                <a:latin typeface="Arial"/>
                <a:cs typeface="Arial"/>
              </a:rPr>
              <a:t> </a:t>
            </a:r>
            <a:r>
              <a:rPr sz="1400" dirty="0">
                <a:latin typeface="Arial"/>
                <a:cs typeface="Arial"/>
              </a:rPr>
              <a:t>the</a:t>
            </a:r>
            <a:r>
              <a:rPr sz="1400" spc="-45" dirty="0">
                <a:latin typeface="Arial"/>
                <a:cs typeface="Arial"/>
              </a:rPr>
              <a:t> </a:t>
            </a:r>
            <a:r>
              <a:rPr sz="1400" dirty="0">
                <a:latin typeface="Arial"/>
                <a:cs typeface="Arial"/>
              </a:rPr>
              <a:t>output</a:t>
            </a:r>
            <a:r>
              <a:rPr sz="1400" spc="-45" dirty="0">
                <a:latin typeface="Arial"/>
                <a:cs typeface="Arial"/>
              </a:rPr>
              <a:t> </a:t>
            </a:r>
            <a:r>
              <a:rPr sz="1400" dirty="0">
                <a:latin typeface="Arial"/>
                <a:cs typeface="Arial"/>
              </a:rPr>
              <a:t>directly</a:t>
            </a:r>
            <a:r>
              <a:rPr sz="1400" spc="-35" dirty="0">
                <a:latin typeface="Arial"/>
                <a:cs typeface="Arial"/>
              </a:rPr>
              <a:t> </a:t>
            </a:r>
            <a:r>
              <a:rPr sz="1400" dirty="0">
                <a:latin typeface="Arial"/>
                <a:cs typeface="Arial"/>
              </a:rPr>
              <a:t>as</a:t>
            </a:r>
            <a:r>
              <a:rPr sz="1400" spc="-25" dirty="0">
                <a:latin typeface="Arial"/>
                <a:cs typeface="Arial"/>
              </a:rPr>
              <a:t> </a:t>
            </a:r>
            <a:r>
              <a:rPr sz="1400" dirty="0">
                <a:latin typeface="Arial"/>
                <a:cs typeface="Arial"/>
              </a:rPr>
              <a:t>voltage</a:t>
            </a:r>
            <a:r>
              <a:rPr sz="1400" spc="-30" dirty="0">
                <a:latin typeface="Arial"/>
                <a:cs typeface="Arial"/>
              </a:rPr>
              <a:t> </a:t>
            </a:r>
            <a:r>
              <a:rPr sz="1400" spc="-10" dirty="0">
                <a:latin typeface="Arial"/>
                <a:cs typeface="Arial"/>
              </a:rPr>
              <a:t>noise.</a:t>
            </a:r>
            <a:endParaRPr sz="1400">
              <a:latin typeface="Arial"/>
              <a:cs typeface="Arial"/>
            </a:endParaRPr>
          </a:p>
          <a:p>
            <a:pPr marL="74930" indent="-69850">
              <a:lnSpc>
                <a:spcPct val="100000"/>
              </a:lnSpc>
              <a:buSzPct val="92857"/>
              <a:buFont typeface="Arial"/>
              <a:buChar char="•"/>
              <a:tabLst>
                <a:tab pos="74930" algn="l"/>
              </a:tabLst>
            </a:pPr>
            <a:r>
              <a:rPr sz="1400" b="1" dirty="0">
                <a:latin typeface="Arial"/>
                <a:cs typeface="Arial"/>
              </a:rPr>
              <a:t>Shot</a:t>
            </a:r>
            <a:r>
              <a:rPr sz="1400" b="1" spc="-30" dirty="0">
                <a:latin typeface="Arial"/>
                <a:cs typeface="Arial"/>
              </a:rPr>
              <a:t> </a:t>
            </a:r>
            <a:r>
              <a:rPr sz="1400" b="1" dirty="0">
                <a:latin typeface="Arial"/>
                <a:cs typeface="Arial"/>
              </a:rPr>
              <a:t>Noise</a:t>
            </a:r>
            <a:r>
              <a:rPr sz="1400" b="1" spc="-40" dirty="0">
                <a:latin typeface="Arial"/>
                <a:cs typeface="Arial"/>
              </a:rPr>
              <a:t> </a:t>
            </a:r>
            <a:r>
              <a:rPr sz="1400" b="1" dirty="0">
                <a:latin typeface="Arial"/>
                <a:cs typeface="Arial"/>
              </a:rPr>
              <a:t>from</a:t>
            </a:r>
            <a:r>
              <a:rPr sz="1400" b="1" spc="-40" dirty="0">
                <a:latin typeface="Arial"/>
                <a:cs typeface="Arial"/>
              </a:rPr>
              <a:t> </a:t>
            </a:r>
            <a:r>
              <a:rPr sz="1400" b="1" spc="-10" dirty="0">
                <a:latin typeface="Arial"/>
                <a:cs typeface="Arial"/>
              </a:rPr>
              <a:t>Photocurrent</a:t>
            </a:r>
            <a:r>
              <a:rPr sz="1400" spc="-10" dirty="0">
                <a:latin typeface="Arial"/>
                <a:cs typeface="Arial"/>
              </a:rPr>
              <a:t>:</a:t>
            </a:r>
            <a:endParaRPr sz="1400">
              <a:latin typeface="Arial"/>
              <a:cs typeface="Arial"/>
            </a:endParaRPr>
          </a:p>
          <a:p>
            <a:pPr marL="12700" marR="331470" indent="-8255">
              <a:lnSpc>
                <a:spcPct val="100000"/>
              </a:lnSpc>
              <a:buSzPct val="92857"/>
              <a:buChar char="•"/>
              <a:tabLst>
                <a:tab pos="12700" algn="l"/>
                <a:tab pos="74295" algn="l"/>
              </a:tabLst>
            </a:pPr>
            <a:r>
              <a:rPr sz="1400" dirty="0">
                <a:latin typeface="Arial"/>
                <a:cs typeface="Arial"/>
              </a:rPr>
              <a:t>	Originates</a:t>
            </a:r>
            <a:r>
              <a:rPr sz="1400" spc="-60" dirty="0">
                <a:latin typeface="Arial"/>
                <a:cs typeface="Arial"/>
              </a:rPr>
              <a:t> </a:t>
            </a:r>
            <a:r>
              <a:rPr sz="1400" dirty="0">
                <a:latin typeface="Arial"/>
                <a:cs typeface="Arial"/>
              </a:rPr>
              <a:t>from</a:t>
            </a:r>
            <a:r>
              <a:rPr sz="1400" spc="-30" dirty="0">
                <a:latin typeface="Arial"/>
                <a:cs typeface="Arial"/>
              </a:rPr>
              <a:t> </a:t>
            </a:r>
            <a:r>
              <a:rPr sz="1400" dirty="0">
                <a:latin typeface="Arial"/>
                <a:cs typeface="Arial"/>
              </a:rPr>
              <a:t>the</a:t>
            </a:r>
            <a:r>
              <a:rPr sz="1400" spc="-30" dirty="0">
                <a:latin typeface="Arial"/>
                <a:cs typeface="Arial"/>
              </a:rPr>
              <a:t> </a:t>
            </a:r>
            <a:r>
              <a:rPr sz="1400" dirty="0">
                <a:latin typeface="Arial"/>
                <a:cs typeface="Arial"/>
              </a:rPr>
              <a:t>statistical</a:t>
            </a:r>
            <a:r>
              <a:rPr sz="1400" spc="-50" dirty="0">
                <a:latin typeface="Arial"/>
                <a:cs typeface="Arial"/>
              </a:rPr>
              <a:t> </a:t>
            </a:r>
            <a:r>
              <a:rPr sz="1400" dirty="0">
                <a:latin typeface="Arial"/>
                <a:cs typeface="Arial"/>
              </a:rPr>
              <a:t>nature</a:t>
            </a:r>
            <a:r>
              <a:rPr sz="1400" spc="-35" dirty="0">
                <a:latin typeface="Arial"/>
                <a:cs typeface="Arial"/>
              </a:rPr>
              <a:t> </a:t>
            </a:r>
            <a:r>
              <a:rPr sz="1400" dirty="0">
                <a:latin typeface="Arial"/>
                <a:cs typeface="Arial"/>
              </a:rPr>
              <a:t>of</a:t>
            </a:r>
            <a:r>
              <a:rPr sz="1400" spc="-25" dirty="0">
                <a:latin typeface="Arial"/>
                <a:cs typeface="Arial"/>
              </a:rPr>
              <a:t> </a:t>
            </a:r>
            <a:r>
              <a:rPr sz="1400" dirty="0">
                <a:latin typeface="Arial"/>
                <a:cs typeface="Arial"/>
              </a:rPr>
              <a:t>the</a:t>
            </a:r>
            <a:r>
              <a:rPr sz="1400" spc="-25" dirty="0">
                <a:latin typeface="Arial"/>
                <a:cs typeface="Arial"/>
              </a:rPr>
              <a:t> </a:t>
            </a:r>
            <a:r>
              <a:rPr sz="1400" dirty="0">
                <a:latin typeface="Arial"/>
                <a:cs typeface="Arial"/>
              </a:rPr>
              <a:t>current</a:t>
            </a:r>
            <a:r>
              <a:rPr sz="1400" spc="-60" dirty="0">
                <a:latin typeface="Arial"/>
                <a:cs typeface="Arial"/>
              </a:rPr>
              <a:t> </a:t>
            </a:r>
            <a:r>
              <a:rPr sz="1400" dirty="0">
                <a:latin typeface="Arial"/>
                <a:cs typeface="Arial"/>
              </a:rPr>
              <a:t>generated</a:t>
            </a:r>
            <a:r>
              <a:rPr sz="1400" spc="-50" dirty="0">
                <a:latin typeface="Arial"/>
                <a:cs typeface="Arial"/>
              </a:rPr>
              <a:t> </a:t>
            </a:r>
            <a:r>
              <a:rPr sz="1400" dirty="0">
                <a:latin typeface="Arial"/>
                <a:cs typeface="Arial"/>
              </a:rPr>
              <a:t>by</a:t>
            </a:r>
            <a:r>
              <a:rPr sz="1400" spc="-20" dirty="0">
                <a:latin typeface="Arial"/>
                <a:cs typeface="Arial"/>
              </a:rPr>
              <a:t> </a:t>
            </a:r>
            <a:r>
              <a:rPr sz="1400" spc="-25" dirty="0">
                <a:latin typeface="Arial"/>
                <a:cs typeface="Arial"/>
              </a:rPr>
              <a:t>the </a:t>
            </a:r>
            <a:r>
              <a:rPr sz="1400" spc="-10" dirty="0">
                <a:latin typeface="Arial"/>
                <a:cs typeface="Arial"/>
              </a:rPr>
              <a:t>photodetector.</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Amplified</a:t>
            </a:r>
            <a:r>
              <a:rPr sz="1400" spc="-45" dirty="0">
                <a:latin typeface="Arial"/>
                <a:cs typeface="Arial"/>
              </a:rPr>
              <a:t> </a:t>
            </a:r>
            <a:r>
              <a:rPr sz="1400" dirty="0">
                <a:latin typeface="Arial"/>
                <a:cs typeface="Arial"/>
              </a:rPr>
              <a:t>by</a:t>
            </a:r>
            <a:r>
              <a:rPr sz="1400" spc="-15" dirty="0">
                <a:latin typeface="Arial"/>
                <a:cs typeface="Arial"/>
              </a:rPr>
              <a:t> </a:t>
            </a:r>
            <a:r>
              <a:rPr sz="1400" dirty="0">
                <a:latin typeface="Arial"/>
                <a:cs typeface="Arial"/>
              </a:rPr>
              <a:t>the</a:t>
            </a:r>
            <a:r>
              <a:rPr sz="1400" spc="-45" dirty="0">
                <a:latin typeface="Arial"/>
                <a:cs typeface="Arial"/>
              </a:rPr>
              <a:t> </a:t>
            </a:r>
            <a:r>
              <a:rPr sz="1400" dirty="0">
                <a:latin typeface="Arial"/>
                <a:cs typeface="Arial"/>
              </a:rPr>
              <a:t>TIA,</a:t>
            </a:r>
            <a:r>
              <a:rPr sz="1400" spc="-30" dirty="0">
                <a:latin typeface="Arial"/>
                <a:cs typeface="Arial"/>
              </a:rPr>
              <a:t> </a:t>
            </a:r>
            <a:r>
              <a:rPr sz="1400" dirty="0">
                <a:latin typeface="Arial"/>
                <a:cs typeface="Arial"/>
              </a:rPr>
              <a:t>contributing</a:t>
            </a:r>
            <a:r>
              <a:rPr sz="1400" spc="-55" dirty="0">
                <a:latin typeface="Arial"/>
                <a:cs typeface="Arial"/>
              </a:rPr>
              <a:t> </a:t>
            </a:r>
            <a:r>
              <a:rPr sz="1400" dirty="0">
                <a:latin typeface="Arial"/>
                <a:cs typeface="Arial"/>
              </a:rPr>
              <a:t>to</a:t>
            </a:r>
            <a:r>
              <a:rPr sz="1400" spc="-35" dirty="0">
                <a:latin typeface="Arial"/>
                <a:cs typeface="Arial"/>
              </a:rPr>
              <a:t> </a:t>
            </a:r>
            <a:r>
              <a:rPr sz="1400" dirty="0">
                <a:latin typeface="Arial"/>
                <a:cs typeface="Arial"/>
              </a:rPr>
              <a:t>the</a:t>
            </a:r>
            <a:r>
              <a:rPr sz="1400" spc="-30" dirty="0">
                <a:latin typeface="Arial"/>
                <a:cs typeface="Arial"/>
              </a:rPr>
              <a:t> </a:t>
            </a:r>
            <a:r>
              <a:rPr sz="1400" dirty="0">
                <a:latin typeface="Arial"/>
                <a:cs typeface="Arial"/>
              </a:rPr>
              <a:t>output</a:t>
            </a:r>
            <a:r>
              <a:rPr sz="1400" spc="-50" dirty="0">
                <a:latin typeface="Arial"/>
                <a:cs typeface="Arial"/>
              </a:rPr>
              <a:t> </a:t>
            </a:r>
            <a:r>
              <a:rPr sz="1400" spc="-10" dirty="0">
                <a:latin typeface="Arial"/>
                <a:cs typeface="Arial"/>
              </a:rPr>
              <a:t>noise.</a:t>
            </a:r>
            <a:endParaRPr sz="1400">
              <a:latin typeface="Arial"/>
              <a:cs typeface="Arial"/>
            </a:endParaRPr>
          </a:p>
          <a:p>
            <a:pPr marL="74930" indent="-69850">
              <a:lnSpc>
                <a:spcPct val="100000"/>
              </a:lnSpc>
              <a:buSzPct val="92857"/>
              <a:buFont typeface="Arial"/>
              <a:buChar char="•"/>
              <a:tabLst>
                <a:tab pos="74930" algn="l"/>
              </a:tabLst>
            </a:pPr>
            <a:r>
              <a:rPr sz="1400" b="1" spc="-10" dirty="0">
                <a:latin typeface="Arial"/>
                <a:cs typeface="Arial"/>
              </a:rPr>
              <a:t>Op-</a:t>
            </a:r>
            <a:r>
              <a:rPr sz="1400" b="1" dirty="0">
                <a:latin typeface="Arial"/>
                <a:cs typeface="Arial"/>
              </a:rPr>
              <a:t>Amp</a:t>
            </a:r>
            <a:r>
              <a:rPr sz="1400" b="1" spc="-15" dirty="0">
                <a:latin typeface="Arial"/>
                <a:cs typeface="Arial"/>
              </a:rPr>
              <a:t> </a:t>
            </a:r>
            <a:r>
              <a:rPr sz="1400" b="1" dirty="0">
                <a:latin typeface="Arial"/>
                <a:cs typeface="Arial"/>
              </a:rPr>
              <a:t>Voltage</a:t>
            </a:r>
            <a:r>
              <a:rPr sz="1400" b="1" spc="-60" dirty="0">
                <a:latin typeface="Arial"/>
                <a:cs typeface="Arial"/>
              </a:rPr>
              <a:t> </a:t>
            </a:r>
            <a:r>
              <a:rPr sz="1400" b="1" spc="-10" dirty="0">
                <a:latin typeface="Arial"/>
                <a:cs typeface="Arial"/>
              </a:rPr>
              <a:t>Noise</a:t>
            </a:r>
            <a:r>
              <a:rPr sz="1400" spc="-10" dirty="0">
                <a:latin typeface="Arial"/>
                <a:cs typeface="Arial"/>
              </a:rPr>
              <a:t>:</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Intrinsic</a:t>
            </a:r>
            <a:r>
              <a:rPr sz="1400" spc="-60" dirty="0">
                <a:latin typeface="Arial"/>
                <a:cs typeface="Arial"/>
              </a:rPr>
              <a:t> </a:t>
            </a:r>
            <a:r>
              <a:rPr sz="1400" dirty="0">
                <a:latin typeface="Arial"/>
                <a:cs typeface="Arial"/>
              </a:rPr>
              <a:t>noise</a:t>
            </a:r>
            <a:r>
              <a:rPr sz="1400" spc="-30" dirty="0">
                <a:latin typeface="Arial"/>
                <a:cs typeface="Arial"/>
              </a:rPr>
              <a:t> </a:t>
            </a:r>
            <a:r>
              <a:rPr sz="1400" dirty="0">
                <a:latin typeface="Arial"/>
                <a:cs typeface="Arial"/>
              </a:rPr>
              <a:t>from</a:t>
            </a:r>
            <a:r>
              <a:rPr sz="1400" spc="-40" dirty="0">
                <a:latin typeface="Arial"/>
                <a:cs typeface="Arial"/>
              </a:rPr>
              <a:t> </a:t>
            </a:r>
            <a:r>
              <a:rPr sz="1400" dirty="0">
                <a:latin typeface="Arial"/>
                <a:cs typeface="Arial"/>
              </a:rPr>
              <a:t>the</a:t>
            </a:r>
            <a:r>
              <a:rPr sz="1400" spc="-30" dirty="0">
                <a:latin typeface="Arial"/>
                <a:cs typeface="Arial"/>
              </a:rPr>
              <a:t> </a:t>
            </a:r>
            <a:r>
              <a:rPr sz="1400" dirty="0">
                <a:latin typeface="Arial"/>
                <a:cs typeface="Arial"/>
              </a:rPr>
              <a:t>operational</a:t>
            </a:r>
            <a:r>
              <a:rPr sz="1400" spc="-50" dirty="0">
                <a:latin typeface="Arial"/>
                <a:cs typeface="Arial"/>
              </a:rPr>
              <a:t> </a:t>
            </a:r>
            <a:r>
              <a:rPr sz="1400" spc="-10" dirty="0">
                <a:latin typeface="Arial"/>
                <a:cs typeface="Arial"/>
              </a:rPr>
              <a:t>amplifier.</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Modeled</a:t>
            </a:r>
            <a:r>
              <a:rPr sz="1400" spc="-45" dirty="0">
                <a:latin typeface="Arial"/>
                <a:cs typeface="Arial"/>
              </a:rPr>
              <a:t> </a:t>
            </a:r>
            <a:r>
              <a:rPr sz="1400" dirty="0">
                <a:latin typeface="Arial"/>
                <a:cs typeface="Arial"/>
              </a:rPr>
              <a:t>as</a:t>
            </a:r>
            <a:r>
              <a:rPr sz="1400" spc="-25" dirty="0">
                <a:latin typeface="Arial"/>
                <a:cs typeface="Arial"/>
              </a:rPr>
              <a:t> </a:t>
            </a:r>
            <a:r>
              <a:rPr sz="1400" dirty="0">
                <a:latin typeface="Arial"/>
                <a:cs typeface="Arial"/>
              </a:rPr>
              <a:t>a</a:t>
            </a:r>
            <a:r>
              <a:rPr sz="1400" spc="-20" dirty="0">
                <a:latin typeface="Arial"/>
                <a:cs typeface="Arial"/>
              </a:rPr>
              <a:t> </a:t>
            </a:r>
            <a:r>
              <a:rPr sz="1400" dirty="0">
                <a:latin typeface="Arial"/>
                <a:cs typeface="Arial"/>
              </a:rPr>
              <a:t>noise</a:t>
            </a:r>
            <a:r>
              <a:rPr sz="1400" spc="-35" dirty="0">
                <a:latin typeface="Arial"/>
                <a:cs typeface="Arial"/>
              </a:rPr>
              <a:t> </a:t>
            </a:r>
            <a:r>
              <a:rPr sz="1400" dirty="0">
                <a:latin typeface="Arial"/>
                <a:cs typeface="Arial"/>
              </a:rPr>
              <a:t>voltage</a:t>
            </a:r>
            <a:r>
              <a:rPr sz="1400" spc="-30" dirty="0">
                <a:latin typeface="Arial"/>
                <a:cs typeface="Arial"/>
              </a:rPr>
              <a:t> </a:t>
            </a:r>
            <a:r>
              <a:rPr sz="1400" dirty="0">
                <a:latin typeface="Arial"/>
                <a:cs typeface="Arial"/>
              </a:rPr>
              <a:t>at</a:t>
            </a:r>
            <a:r>
              <a:rPr sz="1400" spc="-25" dirty="0">
                <a:latin typeface="Arial"/>
                <a:cs typeface="Arial"/>
              </a:rPr>
              <a:t> </a:t>
            </a:r>
            <a:r>
              <a:rPr sz="1400" dirty="0">
                <a:latin typeface="Arial"/>
                <a:cs typeface="Arial"/>
              </a:rPr>
              <a:t>the</a:t>
            </a:r>
            <a:r>
              <a:rPr sz="1400" spc="-35" dirty="0">
                <a:latin typeface="Arial"/>
                <a:cs typeface="Arial"/>
              </a:rPr>
              <a:t> </a:t>
            </a:r>
            <a:r>
              <a:rPr sz="1400" spc="-10" dirty="0">
                <a:latin typeface="Arial"/>
                <a:cs typeface="Arial"/>
              </a:rPr>
              <a:t>input.</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Amplified</a:t>
            </a:r>
            <a:r>
              <a:rPr sz="1400" spc="-40" dirty="0">
                <a:latin typeface="Arial"/>
                <a:cs typeface="Arial"/>
              </a:rPr>
              <a:t> </a:t>
            </a:r>
            <a:r>
              <a:rPr sz="1400" dirty="0">
                <a:latin typeface="Arial"/>
                <a:cs typeface="Arial"/>
              </a:rPr>
              <a:t>by</a:t>
            </a:r>
            <a:r>
              <a:rPr sz="1400" spc="-15" dirty="0">
                <a:latin typeface="Arial"/>
                <a:cs typeface="Arial"/>
              </a:rPr>
              <a:t> </a:t>
            </a:r>
            <a:r>
              <a:rPr sz="1400" dirty="0">
                <a:latin typeface="Arial"/>
                <a:cs typeface="Arial"/>
              </a:rPr>
              <a:t>the</a:t>
            </a:r>
            <a:r>
              <a:rPr sz="1400" spc="-45" dirty="0">
                <a:latin typeface="Arial"/>
                <a:cs typeface="Arial"/>
              </a:rPr>
              <a:t> </a:t>
            </a:r>
            <a:r>
              <a:rPr sz="1400" dirty="0">
                <a:latin typeface="Arial"/>
                <a:cs typeface="Arial"/>
              </a:rPr>
              <a:t>gain</a:t>
            </a:r>
            <a:r>
              <a:rPr sz="1400" spc="-20" dirty="0">
                <a:latin typeface="Arial"/>
                <a:cs typeface="Arial"/>
              </a:rPr>
              <a:t> </a:t>
            </a:r>
            <a:r>
              <a:rPr sz="1400" dirty="0">
                <a:latin typeface="Arial"/>
                <a:cs typeface="Arial"/>
              </a:rPr>
              <a:t>of</a:t>
            </a:r>
            <a:r>
              <a:rPr sz="1400" spc="-25" dirty="0">
                <a:latin typeface="Arial"/>
                <a:cs typeface="Arial"/>
              </a:rPr>
              <a:t> </a:t>
            </a:r>
            <a:r>
              <a:rPr sz="1400" dirty="0">
                <a:latin typeface="Arial"/>
                <a:cs typeface="Arial"/>
              </a:rPr>
              <a:t>the</a:t>
            </a:r>
            <a:r>
              <a:rPr sz="1400" spc="-40" dirty="0">
                <a:latin typeface="Arial"/>
                <a:cs typeface="Arial"/>
              </a:rPr>
              <a:t> </a:t>
            </a:r>
            <a:r>
              <a:rPr sz="1400" spc="-20" dirty="0">
                <a:latin typeface="Arial"/>
                <a:cs typeface="Arial"/>
              </a:rPr>
              <a:t>TIA.</a:t>
            </a:r>
            <a:endParaRPr sz="1400">
              <a:latin typeface="Arial"/>
              <a:cs typeface="Arial"/>
            </a:endParaRPr>
          </a:p>
          <a:p>
            <a:pPr marL="74930" indent="-69850">
              <a:lnSpc>
                <a:spcPct val="100000"/>
              </a:lnSpc>
              <a:buSzPct val="92857"/>
              <a:buFont typeface="Arial"/>
              <a:buChar char="•"/>
              <a:tabLst>
                <a:tab pos="74930" algn="l"/>
              </a:tabLst>
            </a:pPr>
            <a:r>
              <a:rPr sz="1400" b="1" spc="-10" dirty="0">
                <a:latin typeface="Arial"/>
                <a:cs typeface="Arial"/>
              </a:rPr>
              <a:t>Op-</a:t>
            </a:r>
            <a:r>
              <a:rPr sz="1400" b="1" dirty="0">
                <a:latin typeface="Arial"/>
                <a:cs typeface="Arial"/>
              </a:rPr>
              <a:t>Amp</a:t>
            </a:r>
            <a:r>
              <a:rPr sz="1400" b="1" spc="-15" dirty="0">
                <a:latin typeface="Arial"/>
                <a:cs typeface="Arial"/>
              </a:rPr>
              <a:t> </a:t>
            </a:r>
            <a:r>
              <a:rPr sz="1400" b="1" dirty="0">
                <a:latin typeface="Arial"/>
                <a:cs typeface="Arial"/>
              </a:rPr>
              <a:t>Current</a:t>
            </a:r>
            <a:r>
              <a:rPr sz="1400" b="1" spc="-50" dirty="0">
                <a:latin typeface="Arial"/>
                <a:cs typeface="Arial"/>
              </a:rPr>
              <a:t> </a:t>
            </a:r>
            <a:r>
              <a:rPr sz="1400" b="1" spc="-10" dirty="0">
                <a:latin typeface="Arial"/>
                <a:cs typeface="Arial"/>
              </a:rPr>
              <a:t>Noise</a:t>
            </a:r>
            <a:r>
              <a:rPr sz="1400" spc="-10" dirty="0">
                <a:latin typeface="Arial"/>
                <a:cs typeface="Arial"/>
              </a:rPr>
              <a:t>:</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Due</a:t>
            </a:r>
            <a:r>
              <a:rPr sz="1400" spc="-15" dirty="0">
                <a:latin typeface="Arial"/>
                <a:cs typeface="Arial"/>
              </a:rPr>
              <a:t> </a:t>
            </a:r>
            <a:r>
              <a:rPr sz="1400" dirty="0">
                <a:latin typeface="Arial"/>
                <a:cs typeface="Arial"/>
              </a:rPr>
              <a:t>to</a:t>
            </a:r>
            <a:r>
              <a:rPr sz="1400" spc="-25" dirty="0">
                <a:latin typeface="Arial"/>
                <a:cs typeface="Arial"/>
              </a:rPr>
              <a:t> </a:t>
            </a:r>
            <a:r>
              <a:rPr sz="1400" dirty="0">
                <a:latin typeface="Arial"/>
                <a:cs typeface="Arial"/>
              </a:rPr>
              <a:t>bias</a:t>
            </a:r>
            <a:r>
              <a:rPr sz="1400" spc="-20" dirty="0">
                <a:latin typeface="Arial"/>
                <a:cs typeface="Arial"/>
              </a:rPr>
              <a:t> </a:t>
            </a:r>
            <a:r>
              <a:rPr sz="1400" dirty="0">
                <a:latin typeface="Arial"/>
                <a:cs typeface="Arial"/>
              </a:rPr>
              <a:t>currents</a:t>
            </a:r>
            <a:r>
              <a:rPr sz="1400" spc="-35" dirty="0">
                <a:latin typeface="Arial"/>
                <a:cs typeface="Arial"/>
              </a:rPr>
              <a:t> </a:t>
            </a:r>
            <a:r>
              <a:rPr sz="1400" dirty="0">
                <a:latin typeface="Arial"/>
                <a:cs typeface="Arial"/>
              </a:rPr>
              <a:t>of</a:t>
            </a:r>
            <a:r>
              <a:rPr sz="1400" spc="-20" dirty="0">
                <a:latin typeface="Arial"/>
                <a:cs typeface="Arial"/>
              </a:rPr>
              <a:t> </a:t>
            </a:r>
            <a:r>
              <a:rPr sz="1400" dirty="0">
                <a:latin typeface="Arial"/>
                <a:cs typeface="Arial"/>
              </a:rPr>
              <a:t>the</a:t>
            </a:r>
            <a:r>
              <a:rPr sz="1400" spc="-25" dirty="0">
                <a:latin typeface="Arial"/>
                <a:cs typeface="Arial"/>
              </a:rPr>
              <a:t> </a:t>
            </a:r>
            <a:r>
              <a:rPr sz="1400" spc="-10" dirty="0">
                <a:latin typeface="Arial"/>
                <a:cs typeface="Arial"/>
              </a:rPr>
              <a:t>op-</a:t>
            </a:r>
            <a:r>
              <a:rPr sz="1400" dirty="0">
                <a:latin typeface="Arial"/>
                <a:cs typeface="Arial"/>
              </a:rPr>
              <a:t>amp</a:t>
            </a:r>
            <a:r>
              <a:rPr sz="1400" spc="-40" dirty="0">
                <a:latin typeface="Arial"/>
                <a:cs typeface="Arial"/>
              </a:rPr>
              <a:t> </a:t>
            </a:r>
            <a:r>
              <a:rPr sz="1400" spc="-10" dirty="0">
                <a:latin typeface="Arial"/>
                <a:cs typeface="Arial"/>
              </a:rPr>
              <a:t>transistors.</a:t>
            </a:r>
            <a:endParaRPr sz="1400">
              <a:latin typeface="Arial"/>
              <a:cs typeface="Arial"/>
            </a:endParaRPr>
          </a:p>
          <a:p>
            <a:pPr marL="12700" marR="5080" indent="-8255">
              <a:lnSpc>
                <a:spcPct val="100000"/>
              </a:lnSpc>
              <a:buSzPct val="92857"/>
              <a:buChar char="•"/>
              <a:tabLst>
                <a:tab pos="12700" algn="l"/>
                <a:tab pos="74295" algn="l"/>
              </a:tabLst>
            </a:pPr>
            <a:r>
              <a:rPr sz="1400" dirty="0">
                <a:latin typeface="Arial"/>
                <a:cs typeface="Arial"/>
              </a:rPr>
              <a:t>	Creates</a:t>
            </a:r>
            <a:r>
              <a:rPr sz="1400" spc="-50" dirty="0">
                <a:latin typeface="Arial"/>
                <a:cs typeface="Arial"/>
              </a:rPr>
              <a:t> </a:t>
            </a:r>
            <a:r>
              <a:rPr sz="1400" dirty="0">
                <a:latin typeface="Arial"/>
                <a:cs typeface="Arial"/>
              </a:rPr>
              <a:t>additional</a:t>
            </a:r>
            <a:r>
              <a:rPr sz="1400" spc="-55" dirty="0">
                <a:latin typeface="Arial"/>
                <a:cs typeface="Arial"/>
              </a:rPr>
              <a:t> </a:t>
            </a:r>
            <a:r>
              <a:rPr sz="1400" dirty="0">
                <a:latin typeface="Arial"/>
                <a:cs typeface="Arial"/>
              </a:rPr>
              <a:t>voltage</a:t>
            </a:r>
            <a:r>
              <a:rPr sz="1400" spc="-40" dirty="0">
                <a:latin typeface="Arial"/>
                <a:cs typeface="Arial"/>
              </a:rPr>
              <a:t> </a:t>
            </a:r>
            <a:r>
              <a:rPr sz="1400" dirty="0">
                <a:latin typeface="Arial"/>
                <a:cs typeface="Arial"/>
              </a:rPr>
              <a:t>noise</a:t>
            </a:r>
            <a:r>
              <a:rPr sz="1400" spc="-45" dirty="0">
                <a:latin typeface="Arial"/>
                <a:cs typeface="Arial"/>
              </a:rPr>
              <a:t> </a:t>
            </a:r>
            <a:r>
              <a:rPr sz="1400" dirty="0">
                <a:latin typeface="Arial"/>
                <a:cs typeface="Arial"/>
              </a:rPr>
              <a:t>when</a:t>
            </a:r>
            <a:r>
              <a:rPr sz="1400" spc="-35" dirty="0">
                <a:latin typeface="Arial"/>
                <a:cs typeface="Arial"/>
              </a:rPr>
              <a:t> </a:t>
            </a:r>
            <a:r>
              <a:rPr sz="1400" dirty="0">
                <a:latin typeface="Arial"/>
                <a:cs typeface="Arial"/>
              </a:rPr>
              <a:t>interacting</a:t>
            </a:r>
            <a:r>
              <a:rPr sz="1400" spc="-65" dirty="0">
                <a:latin typeface="Arial"/>
                <a:cs typeface="Arial"/>
              </a:rPr>
              <a:t> </a:t>
            </a:r>
            <a:r>
              <a:rPr sz="1400" dirty="0">
                <a:latin typeface="Arial"/>
                <a:cs typeface="Arial"/>
              </a:rPr>
              <a:t>with</a:t>
            </a:r>
            <a:r>
              <a:rPr sz="1400" spc="-35" dirty="0">
                <a:latin typeface="Arial"/>
                <a:cs typeface="Arial"/>
              </a:rPr>
              <a:t> </a:t>
            </a:r>
            <a:r>
              <a:rPr sz="1400" dirty="0">
                <a:latin typeface="Arial"/>
                <a:cs typeface="Arial"/>
              </a:rPr>
              <a:t>the</a:t>
            </a:r>
            <a:r>
              <a:rPr sz="1400" spc="-40" dirty="0">
                <a:latin typeface="Arial"/>
                <a:cs typeface="Arial"/>
              </a:rPr>
              <a:t> </a:t>
            </a:r>
            <a:r>
              <a:rPr sz="1400" dirty="0">
                <a:latin typeface="Arial"/>
                <a:cs typeface="Arial"/>
              </a:rPr>
              <a:t>impedance</a:t>
            </a:r>
            <a:r>
              <a:rPr sz="1400" spc="-70" dirty="0">
                <a:latin typeface="Arial"/>
                <a:cs typeface="Arial"/>
              </a:rPr>
              <a:t> </a:t>
            </a:r>
            <a:r>
              <a:rPr sz="1400" spc="-25" dirty="0">
                <a:latin typeface="Arial"/>
                <a:cs typeface="Arial"/>
              </a:rPr>
              <a:t>of </a:t>
            </a:r>
            <a:r>
              <a:rPr sz="1400" dirty="0">
                <a:latin typeface="Arial"/>
                <a:cs typeface="Arial"/>
              </a:rPr>
              <a:t>the</a:t>
            </a:r>
            <a:r>
              <a:rPr sz="1400" spc="-30" dirty="0">
                <a:latin typeface="Arial"/>
                <a:cs typeface="Arial"/>
              </a:rPr>
              <a:t> </a:t>
            </a:r>
            <a:r>
              <a:rPr sz="1400" spc="-10" dirty="0">
                <a:latin typeface="Arial"/>
                <a:cs typeface="Arial"/>
              </a:rPr>
              <a:t>circuit.</a:t>
            </a:r>
            <a:endParaRPr sz="1400">
              <a:latin typeface="Arial"/>
              <a:cs typeface="Arial"/>
            </a:endParaRPr>
          </a:p>
          <a:p>
            <a:pPr marL="74930" indent="-69850">
              <a:lnSpc>
                <a:spcPct val="100000"/>
              </a:lnSpc>
              <a:buSzPct val="92857"/>
              <a:buFont typeface="Arial"/>
              <a:buChar char="•"/>
              <a:tabLst>
                <a:tab pos="74930" algn="l"/>
              </a:tabLst>
            </a:pPr>
            <a:r>
              <a:rPr sz="1400" b="1" dirty="0">
                <a:latin typeface="Arial"/>
                <a:cs typeface="Arial"/>
              </a:rPr>
              <a:t>Flicker</a:t>
            </a:r>
            <a:r>
              <a:rPr sz="1400" b="1" spc="-55" dirty="0">
                <a:latin typeface="Arial"/>
                <a:cs typeface="Arial"/>
              </a:rPr>
              <a:t> </a:t>
            </a:r>
            <a:r>
              <a:rPr sz="1400" b="1" dirty="0">
                <a:latin typeface="Arial"/>
                <a:cs typeface="Arial"/>
              </a:rPr>
              <a:t>Noise</a:t>
            </a:r>
            <a:r>
              <a:rPr sz="1400" b="1" spc="-30" dirty="0">
                <a:latin typeface="Arial"/>
                <a:cs typeface="Arial"/>
              </a:rPr>
              <a:t> </a:t>
            </a:r>
            <a:r>
              <a:rPr sz="1400" b="1" dirty="0">
                <a:latin typeface="Arial"/>
                <a:cs typeface="Arial"/>
              </a:rPr>
              <a:t>(1/f</a:t>
            </a:r>
            <a:r>
              <a:rPr sz="1400" b="1" spc="-40" dirty="0">
                <a:latin typeface="Arial"/>
                <a:cs typeface="Arial"/>
              </a:rPr>
              <a:t> </a:t>
            </a:r>
            <a:r>
              <a:rPr sz="1400" b="1" spc="-10" dirty="0">
                <a:latin typeface="Arial"/>
                <a:cs typeface="Arial"/>
              </a:rPr>
              <a:t>Noise)</a:t>
            </a:r>
            <a:r>
              <a:rPr sz="1400" spc="-10" dirty="0">
                <a:latin typeface="Arial"/>
                <a:cs typeface="Arial"/>
              </a:rPr>
              <a:t>:</a:t>
            </a:r>
            <a:endParaRPr sz="1400">
              <a:latin typeface="Arial"/>
              <a:cs typeface="Arial"/>
            </a:endParaRPr>
          </a:p>
          <a:p>
            <a:pPr marL="74930" indent="-69850">
              <a:lnSpc>
                <a:spcPct val="100000"/>
              </a:lnSpc>
              <a:buSzPct val="92857"/>
              <a:buChar char="•"/>
              <a:tabLst>
                <a:tab pos="74930" algn="l"/>
              </a:tabLst>
            </a:pPr>
            <a:r>
              <a:rPr sz="1400" spc="-10" dirty="0">
                <a:latin typeface="Arial"/>
                <a:cs typeface="Arial"/>
              </a:rPr>
              <a:t>Low-</a:t>
            </a:r>
            <a:r>
              <a:rPr sz="1400" dirty="0">
                <a:latin typeface="Arial"/>
                <a:cs typeface="Arial"/>
              </a:rPr>
              <a:t>frequency</a:t>
            </a:r>
            <a:r>
              <a:rPr sz="1400" spc="-40" dirty="0">
                <a:latin typeface="Arial"/>
                <a:cs typeface="Arial"/>
              </a:rPr>
              <a:t> </a:t>
            </a:r>
            <a:r>
              <a:rPr sz="1400" dirty="0">
                <a:latin typeface="Arial"/>
                <a:cs typeface="Arial"/>
              </a:rPr>
              <a:t>noise</a:t>
            </a:r>
            <a:r>
              <a:rPr sz="1400" spc="-40" dirty="0">
                <a:latin typeface="Arial"/>
                <a:cs typeface="Arial"/>
              </a:rPr>
              <a:t> </a:t>
            </a:r>
            <a:r>
              <a:rPr sz="1400" dirty="0">
                <a:latin typeface="Arial"/>
                <a:cs typeface="Arial"/>
              </a:rPr>
              <a:t>due</a:t>
            </a:r>
            <a:r>
              <a:rPr sz="1400" spc="-25" dirty="0">
                <a:latin typeface="Arial"/>
                <a:cs typeface="Arial"/>
              </a:rPr>
              <a:t> </a:t>
            </a:r>
            <a:r>
              <a:rPr sz="1400" dirty="0">
                <a:latin typeface="Arial"/>
                <a:cs typeface="Arial"/>
              </a:rPr>
              <a:t>to</a:t>
            </a:r>
            <a:r>
              <a:rPr sz="1400" spc="-20" dirty="0">
                <a:latin typeface="Arial"/>
                <a:cs typeface="Arial"/>
              </a:rPr>
              <a:t> </a:t>
            </a:r>
            <a:r>
              <a:rPr sz="1400" dirty="0">
                <a:latin typeface="Arial"/>
                <a:cs typeface="Arial"/>
              </a:rPr>
              <a:t>imperfections</a:t>
            </a:r>
            <a:r>
              <a:rPr sz="1400" spc="-55" dirty="0">
                <a:latin typeface="Arial"/>
                <a:cs typeface="Arial"/>
              </a:rPr>
              <a:t> </a:t>
            </a:r>
            <a:r>
              <a:rPr sz="1400" dirty="0">
                <a:latin typeface="Arial"/>
                <a:cs typeface="Arial"/>
              </a:rPr>
              <a:t>in</a:t>
            </a:r>
            <a:r>
              <a:rPr sz="1400" spc="-15" dirty="0">
                <a:latin typeface="Arial"/>
                <a:cs typeface="Arial"/>
              </a:rPr>
              <a:t> </a:t>
            </a:r>
            <a:r>
              <a:rPr sz="1400" dirty="0">
                <a:latin typeface="Arial"/>
                <a:cs typeface="Arial"/>
              </a:rPr>
              <a:t>the</a:t>
            </a:r>
            <a:r>
              <a:rPr sz="1400" spc="-25" dirty="0">
                <a:latin typeface="Arial"/>
                <a:cs typeface="Arial"/>
              </a:rPr>
              <a:t> </a:t>
            </a:r>
            <a:r>
              <a:rPr sz="1400" spc="-10" dirty="0">
                <a:latin typeface="Arial"/>
                <a:cs typeface="Arial"/>
              </a:rPr>
              <a:t>op-</a:t>
            </a:r>
            <a:r>
              <a:rPr sz="1400" spc="-20" dirty="0">
                <a:latin typeface="Arial"/>
                <a:cs typeface="Arial"/>
              </a:rPr>
              <a:t>amp.</a:t>
            </a:r>
            <a:endParaRPr sz="1400">
              <a:latin typeface="Arial"/>
              <a:cs typeface="Arial"/>
            </a:endParaRPr>
          </a:p>
          <a:p>
            <a:pPr marL="74930" indent="-69850">
              <a:lnSpc>
                <a:spcPct val="100000"/>
              </a:lnSpc>
              <a:buSzPct val="92857"/>
              <a:buChar char="•"/>
              <a:tabLst>
                <a:tab pos="74930" algn="l"/>
              </a:tabLst>
            </a:pPr>
            <a:r>
              <a:rPr sz="1400" dirty="0">
                <a:latin typeface="Arial"/>
                <a:cs typeface="Arial"/>
              </a:rPr>
              <a:t>Dominant</a:t>
            </a:r>
            <a:r>
              <a:rPr sz="1400" spc="-50" dirty="0">
                <a:latin typeface="Arial"/>
                <a:cs typeface="Arial"/>
              </a:rPr>
              <a:t> </a:t>
            </a:r>
            <a:r>
              <a:rPr sz="1400" dirty="0">
                <a:latin typeface="Arial"/>
                <a:cs typeface="Arial"/>
              </a:rPr>
              <a:t>at</a:t>
            </a:r>
            <a:r>
              <a:rPr sz="1400" spc="-35" dirty="0">
                <a:latin typeface="Arial"/>
                <a:cs typeface="Arial"/>
              </a:rPr>
              <a:t> </a:t>
            </a:r>
            <a:r>
              <a:rPr sz="1400" dirty="0">
                <a:latin typeface="Arial"/>
                <a:cs typeface="Arial"/>
              </a:rPr>
              <a:t>low</a:t>
            </a:r>
            <a:r>
              <a:rPr sz="1400" spc="-20" dirty="0">
                <a:latin typeface="Arial"/>
                <a:cs typeface="Arial"/>
              </a:rPr>
              <a:t> </a:t>
            </a:r>
            <a:r>
              <a:rPr sz="1400" dirty="0">
                <a:latin typeface="Arial"/>
                <a:cs typeface="Arial"/>
              </a:rPr>
              <a:t>frequencies,</a:t>
            </a:r>
            <a:r>
              <a:rPr sz="1400" spc="-70" dirty="0">
                <a:latin typeface="Arial"/>
                <a:cs typeface="Arial"/>
              </a:rPr>
              <a:t> </a:t>
            </a:r>
            <a:r>
              <a:rPr sz="1400" dirty="0">
                <a:latin typeface="Arial"/>
                <a:cs typeface="Arial"/>
              </a:rPr>
              <a:t>decreasing</a:t>
            </a:r>
            <a:r>
              <a:rPr sz="1400" spc="-65" dirty="0">
                <a:latin typeface="Arial"/>
                <a:cs typeface="Arial"/>
              </a:rPr>
              <a:t> </a:t>
            </a:r>
            <a:r>
              <a:rPr sz="1400" dirty="0">
                <a:latin typeface="Arial"/>
                <a:cs typeface="Arial"/>
              </a:rPr>
              <a:t>with</a:t>
            </a:r>
            <a:r>
              <a:rPr sz="1400" spc="-15" dirty="0">
                <a:latin typeface="Arial"/>
                <a:cs typeface="Arial"/>
              </a:rPr>
              <a:t> </a:t>
            </a:r>
            <a:r>
              <a:rPr sz="1400" dirty="0">
                <a:latin typeface="Arial"/>
                <a:cs typeface="Arial"/>
              </a:rPr>
              <a:t>increasing</a:t>
            </a:r>
            <a:r>
              <a:rPr sz="1400" spc="-75" dirty="0">
                <a:latin typeface="Arial"/>
                <a:cs typeface="Arial"/>
              </a:rPr>
              <a:t> </a:t>
            </a:r>
            <a:r>
              <a:rPr sz="1400" spc="-10" dirty="0">
                <a:latin typeface="Arial"/>
                <a:cs typeface="Arial"/>
              </a:rPr>
              <a:t>frequency.</a:t>
            </a:r>
            <a:endParaRPr sz="1400">
              <a:latin typeface="Arial"/>
              <a:cs typeface="Arial"/>
            </a:endParaRPr>
          </a:p>
        </p:txBody>
      </p:sp>
      <p:grpSp>
        <p:nvGrpSpPr>
          <p:cNvPr id="4" name="object 4"/>
          <p:cNvGrpSpPr/>
          <p:nvPr/>
        </p:nvGrpSpPr>
        <p:grpSpPr>
          <a:xfrm>
            <a:off x="444500" y="1063929"/>
            <a:ext cx="939800" cy="939800"/>
            <a:chOff x="444500" y="1063929"/>
            <a:chExt cx="939800" cy="939800"/>
          </a:xfrm>
        </p:grpSpPr>
        <p:sp>
          <p:nvSpPr>
            <p:cNvPr id="5" name="object 5"/>
            <p:cNvSpPr/>
            <p:nvPr/>
          </p:nvSpPr>
          <p:spPr>
            <a:xfrm>
              <a:off x="457200"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6" name="object 6"/>
            <p:cNvSpPr/>
            <p:nvPr/>
          </p:nvSpPr>
          <p:spPr>
            <a:xfrm>
              <a:off x="457200"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7" name="object 7"/>
          <p:cNvSpPr txBox="1"/>
          <p:nvPr/>
        </p:nvSpPr>
        <p:spPr>
          <a:xfrm>
            <a:off x="538130" y="1402260"/>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grpSp>
        <p:nvGrpSpPr>
          <p:cNvPr id="8" name="object 8"/>
          <p:cNvGrpSpPr/>
          <p:nvPr/>
        </p:nvGrpSpPr>
        <p:grpSpPr>
          <a:xfrm>
            <a:off x="1617002" y="1063929"/>
            <a:ext cx="939800" cy="939800"/>
            <a:chOff x="1617002" y="1063929"/>
            <a:chExt cx="939800" cy="939800"/>
          </a:xfrm>
        </p:grpSpPr>
        <p:sp>
          <p:nvSpPr>
            <p:cNvPr id="9" name="object 9"/>
            <p:cNvSpPr/>
            <p:nvPr/>
          </p:nvSpPr>
          <p:spPr>
            <a:xfrm>
              <a:off x="1629702"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0" name="object 10"/>
            <p:cNvSpPr/>
            <p:nvPr/>
          </p:nvSpPr>
          <p:spPr>
            <a:xfrm>
              <a:off x="1629702"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1" name="object 11"/>
          <p:cNvSpPr txBox="1"/>
          <p:nvPr/>
        </p:nvSpPr>
        <p:spPr>
          <a:xfrm>
            <a:off x="1712157" y="1188900"/>
            <a:ext cx="749300" cy="666750"/>
          </a:xfrm>
          <a:prstGeom prst="rect">
            <a:avLst/>
          </a:prstGeom>
        </p:spPr>
        <p:txBody>
          <a:bodyPr vert="horz" wrap="square" lIns="0" tIns="13335" rIns="0" bIns="0" rtlCol="0">
            <a:spAutoFit/>
          </a:bodyPr>
          <a:lstStyle/>
          <a:p>
            <a:pPr marL="12700" marR="5080" algn="ctr">
              <a:lnSpc>
                <a:spcPct val="100000"/>
              </a:lnSpc>
              <a:spcBef>
                <a:spcPts val="105"/>
              </a:spcBef>
            </a:pPr>
            <a:r>
              <a:rPr sz="1400" dirty="0">
                <a:solidFill>
                  <a:srgbClr val="FFFFFF"/>
                </a:solidFill>
                <a:latin typeface="Calibri"/>
                <a:cs typeface="Calibri"/>
              </a:rPr>
              <a:t>Digital</a:t>
            </a:r>
            <a:r>
              <a:rPr sz="1400" spc="-40"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Analog Converter</a:t>
            </a:r>
            <a:endParaRPr sz="1400">
              <a:latin typeface="Calibri"/>
              <a:cs typeface="Calibri"/>
            </a:endParaRPr>
          </a:p>
        </p:txBody>
      </p:sp>
      <p:grpSp>
        <p:nvGrpSpPr>
          <p:cNvPr id="12" name="object 12"/>
          <p:cNvGrpSpPr/>
          <p:nvPr/>
        </p:nvGrpSpPr>
        <p:grpSpPr>
          <a:xfrm>
            <a:off x="2875699" y="1063929"/>
            <a:ext cx="939800" cy="939800"/>
            <a:chOff x="2875699" y="1063929"/>
            <a:chExt cx="939800" cy="939800"/>
          </a:xfrm>
        </p:grpSpPr>
        <p:sp>
          <p:nvSpPr>
            <p:cNvPr id="13" name="object 13"/>
            <p:cNvSpPr/>
            <p:nvPr/>
          </p:nvSpPr>
          <p:spPr>
            <a:xfrm>
              <a:off x="2888399"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4" name="object 14"/>
            <p:cNvSpPr/>
            <p:nvPr/>
          </p:nvSpPr>
          <p:spPr>
            <a:xfrm>
              <a:off x="2888399"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5" name="object 15"/>
          <p:cNvSpPr txBox="1"/>
          <p:nvPr/>
        </p:nvSpPr>
        <p:spPr>
          <a:xfrm>
            <a:off x="3098873" y="1188900"/>
            <a:ext cx="492125" cy="666750"/>
          </a:xfrm>
          <a:prstGeom prst="rect">
            <a:avLst/>
          </a:prstGeom>
        </p:spPr>
        <p:txBody>
          <a:bodyPr vert="horz" wrap="square" lIns="0" tIns="13335" rIns="0" bIns="0" rtlCol="0">
            <a:spAutoFit/>
          </a:bodyPr>
          <a:lstStyle/>
          <a:p>
            <a:pPr algn="ctr">
              <a:lnSpc>
                <a:spcPct val="100000"/>
              </a:lnSpc>
              <a:spcBef>
                <a:spcPts val="105"/>
              </a:spcBef>
            </a:pPr>
            <a:r>
              <a:rPr sz="1400" spc="-25" dirty="0">
                <a:solidFill>
                  <a:srgbClr val="FFFFFF"/>
                </a:solidFill>
                <a:latin typeface="Calibri"/>
                <a:cs typeface="Calibri"/>
              </a:rPr>
              <a:t>LED</a:t>
            </a:r>
            <a:endParaRPr sz="1400">
              <a:latin typeface="Calibri"/>
              <a:cs typeface="Calibri"/>
            </a:endParaRPr>
          </a:p>
          <a:p>
            <a:pPr marL="12700" marR="5080" indent="-635" algn="ctr">
              <a:lnSpc>
                <a:spcPct val="100000"/>
              </a:lnSpc>
            </a:pPr>
            <a:r>
              <a:rPr sz="1400" spc="-10" dirty="0">
                <a:solidFill>
                  <a:srgbClr val="FFFFFF"/>
                </a:solidFill>
                <a:latin typeface="Calibri"/>
                <a:cs typeface="Calibri"/>
              </a:rPr>
              <a:t>Driver Circuit</a:t>
            </a:r>
            <a:endParaRPr sz="1400">
              <a:latin typeface="Calibri"/>
              <a:cs typeface="Calibri"/>
            </a:endParaRPr>
          </a:p>
        </p:txBody>
      </p:sp>
      <p:grpSp>
        <p:nvGrpSpPr>
          <p:cNvPr id="16" name="object 16"/>
          <p:cNvGrpSpPr/>
          <p:nvPr/>
        </p:nvGrpSpPr>
        <p:grpSpPr>
          <a:xfrm>
            <a:off x="4125455" y="1063929"/>
            <a:ext cx="939800" cy="939800"/>
            <a:chOff x="4125455" y="1063929"/>
            <a:chExt cx="939800" cy="939800"/>
          </a:xfrm>
        </p:grpSpPr>
        <p:sp>
          <p:nvSpPr>
            <p:cNvPr id="17" name="object 17"/>
            <p:cNvSpPr/>
            <p:nvPr/>
          </p:nvSpPr>
          <p:spPr>
            <a:xfrm>
              <a:off x="4138155"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8" name="object 18"/>
            <p:cNvSpPr/>
            <p:nvPr/>
          </p:nvSpPr>
          <p:spPr>
            <a:xfrm>
              <a:off x="4138155"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9" name="object 19"/>
          <p:cNvSpPr txBox="1"/>
          <p:nvPr/>
        </p:nvSpPr>
        <p:spPr>
          <a:xfrm>
            <a:off x="4446158" y="1402260"/>
            <a:ext cx="29718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LED</a:t>
            </a:r>
            <a:endParaRPr sz="1400">
              <a:latin typeface="Calibri"/>
              <a:cs typeface="Calibri"/>
            </a:endParaRPr>
          </a:p>
        </p:txBody>
      </p:sp>
      <p:grpSp>
        <p:nvGrpSpPr>
          <p:cNvPr id="20" name="object 20"/>
          <p:cNvGrpSpPr/>
          <p:nvPr/>
        </p:nvGrpSpPr>
        <p:grpSpPr>
          <a:xfrm>
            <a:off x="7344371" y="1063929"/>
            <a:ext cx="939800" cy="939800"/>
            <a:chOff x="7344371" y="1063929"/>
            <a:chExt cx="939800" cy="939800"/>
          </a:xfrm>
        </p:grpSpPr>
        <p:sp>
          <p:nvSpPr>
            <p:cNvPr id="21" name="object 21"/>
            <p:cNvSpPr/>
            <p:nvPr/>
          </p:nvSpPr>
          <p:spPr>
            <a:xfrm>
              <a:off x="7357071"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2" name="object 22"/>
            <p:cNvSpPr/>
            <p:nvPr/>
          </p:nvSpPr>
          <p:spPr>
            <a:xfrm>
              <a:off x="7357071"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3" name="object 23"/>
          <p:cNvSpPr txBox="1"/>
          <p:nvPr/>
        </p:nvSpPr>
        <p:spPr>
          <a:xfrm>
            <a:off x="7700134" y="1402260"/>
            <a:ext cx="22606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PD</a:t>
            </a:r>
            <a:endParaRPr sz="1400">
              <a:latin typeface="Calibri"/>
              <a:cs typeface="Calibri"/>
            </a:endParaRPr>
          </a:p>
        </p:txBody>
      </p:sp>
      <p:grpSp>
        <p:nvGrpSpPr>
          <p:cNvPr id="24" name="object 24"/>
          <p:cNvGrpSpPr/>
          <p:nvPr/>
        </p:nvGrpSpPr>
        <p:grpSpPr>
          <a:xfrm>
            <a:off x="9712108" y="1063929"/>
            <a:ext cx="939800" cy="939800"/>
            <a:chOff x="9712108" y="1063929"/>
            <a:chExt cx="939800" cy="939800"/>
          </a:xfrm>
        </p:grpSpPr>
        <p:sp>
          <p:nvSpPr>
            <p:cNvPr id="25" name="object 25"/>
            <p:cNvSpPr/>
            <p:nvPr/>
          </p:nvSpPr>
          <p:spPr>
            <a:xfrm>
              <a:off x="9724808"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6" name="object 26"/>
            <p:cNvSpPr/>
            <p:nvPr/>
          </p:nvSpPr>
          <p:spPr>
            <a:xfrm>
              <a:off x="9724808"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7" name="object 27"/>
          <p:cNvSpPr txBox="1"/>
          <p:nvPr/>
        </p:nvSpPr>
        <p:spPr>
          <a:xfrm>
            <a:off x="9807254" y="1188900"/>
            <a:ext cx="749300" cy="666750"/>
          </a:xfrm>
          <a:prstGeom prst="rect">
            <a:avLst/>
          </a:prstGeom>
        </p:spPr>
        <p:txBody>
          <a:bodyPr vert="horz" wrap="square" lIns="0" tIns="13335" rIns="0" bIns="0" rtlCol="0">
            <a:spAutoFit/>
          </a:bodyPr>
          <a:lstStyle/>
          <a:p>
            <a:pPr marL="12065" marR="5080" indent="-1905" algn="ctr">
              <a:lnSpc>
                <a:spcPct val="100000"/>
              </a:lnSpc>
              <a:spcBef>
                <a:spcPts val="105"/>
              </a:spcBef>
            </a:pPr>
            <a:r>
              <a:rPr sz="1400" dirty="0">
                <a:solidFill>
                  <a:srgbClr val="FFFFFF"/>
                </a:solidFill>
                <a:latin typeface="Calibri"/>
                <a:cs typeface="Calibri"/>
              </a:rPr>
              <a:t>Analog</a:t>
            </a:r>
            <a:r>
              <a:rPr sz="1400" spc="-45"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Digital Converter</a:t>
            </a:r>
            <a:endParaRPr sz="1400">
              <a:latin typeface="Calibri"/>
              <a:cs typeface="Calibri"/>
            </a:endParaRPr>
          </a:p>
        </p:txBody>
      </p:sp>
      <p:grpSp>
        <p:nvGrpSpPr>
          <p:cNvPr id="28" name="object 28"/>
          <p:cNvGrpSpPr/>
          <p:nvPr/>
        </p:nvGrpSpPr>
        <p:grpSpPr>
          <a:xfrm>
            <a:off x="8539619" y="1069378"/>
            <a:ext cx="939800" cy="939800"/>
            <a:chOff x="8539619" y="1069378"/>
            <a:chExt cx="939800" cy="939800"/>
          </a:xfrm>
        </p:grpSpPr>
        <p:sp>
          <p:nvSpPr>
            <p:cNvPr id="29" name="object 29"/>
            <p:cNvSpPr/>
            <p:nvPr/>
          </p:nvSpPr>
          <p:spPr>
            <a:xfrm>
              <a:off x="8552319" y="1082078"/>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C0504D"/>
            </a:solidFill>
          </p:spPr>
          <p:txBody>
            <a:bodyPr wrap="square" lIns="0" tIns="0" rIns="0" bIns="0" rtlCol="0"/>
            <a:lstStyle/>
            <a:p>
              <a:endParaRPr/>
            </a:p>
          </p:txBody>
        </p:sp>
        <p:sp>
          <p:nvSpPr>
            <p:cNvPr id="30" name="object 30"/>
            <p:cNvSpPr/>
            <p:nvPr/>
          </p:nvSpPr>
          <p:spPr>
            <a:xfrm>
              <a:off x="8552319" y="1082078"/>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4F1D1B"/>
              </a:solidFill>
            </a:ln>
          </p:spPr>
          <p:txBody>
            <a:bodyPr wrap="square" lIns="0" tIns="0" rIns="0" bIns="0" rtlCol="0"/>
            <a:lstStyle/>
            <a:p>
              <a:endParaRPr/>
            </a:p>
          </p:txBody>
        </p:sp>
      </p:grpSp>
      <p:sp>
        <p:nvSpPr>
          <p:cNvPr id="31" name="object 31"/>
          <p:cNvSpPr txBox="1"/>
          <p:nvPr/>
        </p:nvSpPr>
        <p:spPr>
          <a:xfrm>
            <a:off x="8662171" y="1407709"/>
            <a:ext cx="69278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Amplifier</a:t>
            </a:r>
            <a:endParaRPr sz="1400">
              <a:latin typeface="Calibri"/>
              <a:cs typeface="Calibri"/>
            </a:endParaRPr>
          </a:p>
        </p:txBody>
      </p:sp>
      <p:grpSp>
        <p:nvGrpSpPr>
          <p:cNvPr id="32" name="object 32"/>
          <p:cNvGrpSpPr/>
          <p:nvPr/>
        </p:nvGrpSpPr>
        <p:grpSpPr>
          <a:xfrm>
            <a:off x="10829823" y="1073759"/>
            <a:ext cx="939800" cy="939800"/>
            <a:chOff x="10829823" y="1073759"/>
            <a:chExt cx="939800" cy="939800"/>
          </a:xfrm>
        </p:grpSpPr>
        <p:sp>
          <p:nvSpPr>
            <p:cNvPr id="33" name="object 33"/>
            <p:cNvSpPr/>
            <p:nvPr/>
          </p:nvSpPr>
          <p:spPr>
            <a:xfrm>
              <a:off x="10842523" y="108645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4" name="object 34"/>
            <p:cNvSpPr/>
            <p:nvPr/>
          </p:nvSpPr>
          <p:spPr>
            <a:xfrm>
              <a:off x="10842523" y="108645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5" name="object 35"/>
          <p:cNvSpPr txBox="1"/>
          <p:nvPr/>
        </p:nvSpPr>
        <p:spPr>
          <a:xfrm>
            <a:off x="10923452" y="1412091"/>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sp>
        <p:nvSpPr>
          <p:cNvPr id="36" name="object 36"/>
          <p:cNvSpPr/>
          <p:nvPr/>
        </p:nvSpPr>
        <p:spPr>
          <a:xfrm>
            <a:off x="304800" y="848029"/>
            <a:ext cx="4876800" cy="1371600"/>
          </a:xfrm>
          <a:custGeom>
            <a:avLst/>
            <a:gdLst/>
            <a:ahLst/>
            <a:cxnLst/>
            <a:rect l="l" t="t" r="r" b="b"/>
            <a:pathLst>
              <a:path w="4876800" h="1371600">
                <a:moveTo>
                  <a:pt x="0" y="0"/>
                </a:moveTo>
                <a:lnTo>
                  <a:pt x="4876800" y="0"/>
                </a:lnTo>
                <a:lnTo>
                  <a:pt x="48768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sp>
        <p:nvSpPr>
          <p:cNvPr id="37" name="object 37"/>
          <p:cNvSpPr/>
          <p:nvPr/>
        </p:nvSpPr>
        <p:spPr>
          <a:xfrm>
            <a:off x="7239000" y="838200"/>
            <a:ext cx="4800600" cy="1371600"/>
          </a:xfrm>
          <a:custGeom>
            <a:avLst/>
            <a:gdLst/>
            <a:ahLst/>
            <a:cxnLst/>
            <a:rect l="l" t="t" r="r" b="b"/>
            <a:pathLst>
              <a:path w="4800600" h="1371600">
                <a:moveTo>
                  <a:pt x="0" y="0"/>
                </a:moveTo>
                <a:lnTo>
                  <a:pt x="4800600" y="0"/>
                </a:lnTo>
                <a:lnTo>
                  <a:pt x="48006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grpSp>
        <p:nvGrpSpPr>
          <p:cNvPr id="38" name="object 38"/>
          <p:cNvGrpSpPr/>
          <p:nvPr/>
        </p:nvGrpSpPr>
        <p:grpSpPr>
          <a:xfrm>
            <a:off x="5245100" y="1444932"/>
            <a:ext cx="1877695" cy="177800"/>
            <a:chOff x="5245100" y="1444932"/>
            <a:chExt cx="1877695" cy="177800"/>
          </a:xfrm>
        </p:grpSpPr>
        <p:sp>
          <p:nvSpPr>
            <p:cNvPr id="39" name="object 39"/>
            <p:cNvSpPr/>
            <p:nvPr/>
          </p:nvSpPr>
          <p:spPr>
            <a:xfrm>
              <a:off x="5257800" y="1457632"/>
              <a:ext cx="1852295" cy="152400"/>
            </a:xfrm>
            <a:custGeom>
              <a:avLst/>
              <a:gdLst/>
              <a:ahLst/>
              <a:cxnLst/>
              <a:rect l="l" t="t" r="r" b="b"/>
              <a:pathLst>
                <a:path w="1852295" h="152400">
                  <a:moveTo>
                    <a:pt x="1775955" y="0"/>
                  </a:moveTo>
                  <a:lnTo>
                    <a:pt x="1775955" y="38100"/>
                  </a:lnTo>
                  <a:lnTo>
                    <a:pt x="0" y="38100"/>
                  </a:lnTo>
                  <a:lnTo>
                    <a:pt x="0" y="114300"/>
                  </a:lnTo>
                  <a:lnTo>
                    <a:pt x="1775955" y="114300"/>
                  </a:lnTo>
                  <a:lnTo>
                    <a:pt x="1775955" y="152400"/>
                  </a:lnTo>
                  <a:lnTo>
                    <a:pt x="1852155" y="76200"/>
                  </a:lnTo>
                  <a:lnTo>
                    <a:pt x="1775955" y="0"/>
                  </a:lnTo>
                  <a:close/>
                </a:path>
              </a:pathLst>
            </a:custGeom>
            <a:solidFill>
              <a:srgbClr val="4F81BC"/>
            </a:solidFill>
          </p:spPr>
          <p:txBody>
            <a:bodyPr wrap="square" lIns="0" tIns="0" rIns="0" bIns="0" rtlCol="0"/>
            <a:lstStyle/>
            <a:p>
              <a:endParaRPr/>
            </a:p>
          </p:txBody>
        </p:sp>
        <p:sp>
          <p:nvSpPr>
            <p:cNvPr id="40" name="object 40"/>
            <p:cNvSpPr/>
            <p:nvPr/>
          </p:nvSpPr>
          <p:spPr>
            <a:xfrm>
              <a:off x="5257800" y="1457632"/>
              <a:ext cx="1852295" cy="152400"/>
            </a:xfrm>
            <a:custGeom>
              <a:avLst/>
              <a:gdLst/>
              <a:ahLst/>
              <a:cxnLst/>
              <a:rect l="l" t="t" r="r" b="b"/>
              <a:pathLst>
                <a:path w="1852295" h="152400">
                  <a:moveTo>
                    <a:pt x="0" y="38100"/>
                  </a:moveTo>
                  <a:lnTo>
                    <a:pt x="1775955" y="38100"/>
                  </a:lnTo>
                  <a:lnTo>
                    <a:pt x="1775955" y="0"/>
                  </a:lnTo>
                  <a:lnTo>
                    <a:pt x="1852155" y="76200"/>
                  </a:lnTo>
                  <a:lnTo>
                    <a:pt x="1775955" y="152400"/>
                  </a:lnTo>
                  <a:lnTo>
                    <a:pt x="1775955" y="114300"/>
                  </a:lnTo>
                  <a:lnTo>
                    <a:pt x="0" y="114300"/>
                  </a:lnTo>
                  <a:lnTo>
                    <a:pt x="0" y="38100"/>
                  </a:lnTo>
                  <a:close/>
                </a:path>
              </a:pathLst>
            </a:custGeom>
            <a:ln w="25400">
              <a:solidFill>
                <a:srgbClr val="1C334E"/>
              </a:solidFill>
            </a:ln>
          </p:spPr>
          <p:txBody>
            <a:bodyPr wrap="square" lIns="0" tIns="0" rIns="0" bIns="0" rtlCol="0"/>
            <a:lstStyle/>
            <a:p>
              <a:endParaRPr/>
            </a:p>
          </p:txBody>
        </p:sp>
      </p:grpSp>
      <p:pic>
        <p:nvPicPr>
          <p:cNvPr id="41" name="object 41"/>
          <p:cNvPicPr/>
          <p:nvPr/>
        </p:nvPicPr>
        <p:blipFill>
          <a:blip r:embed="rId2" cstate="print"/>
          <a:stretch>
            <a:fillRect/>
          </a:stretch>
        </p:blipFill>
        <p:spPr>
          <a:xfrm>
            <a:off x="6142123" y="3225520"/>
            <a:ext cx="5847649" cy="3089587"/>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Let’s</a:t>
            </a:r>
            <a:r>
              <a:rPr spc="-40" dirty="0"/>
              <a:t> </a:t>
            </a:r>
            <a:r>
              <a:rPr dirty="0"/>
              <a:t>talk</a:t>
            </a:r>
            <a:r>
              <a:rPr spc="-40" dirty="0"/>
              <a:t> </a:t>
            </a:r>
            <a:r>
              <a:rPr dirty="0"/>
              <a:t>about</a:t>
            </a:r>
            <a:r>
              <a:rPr spc="-20" dirty="0"/>
              <a:t> </a:t>
            </a:r>
            <a:r>
              <a:rPr dirty="0"/>
              <a:t>a</a:t>
            </a:r>
            <a:r>
              <a:rPr spc="-30" dirty="0"/>
              <a:t> </a:t>
            </a:r>
            <a:r>
              <a:rPr dirty="0"/>
              <a:t>real</a:t>
            </a:r>
            <a:r>
              <a:rPr spc="-45" dirty="0"/>
              <a:t> </a:t>
            </a:r>
            <a:r>
              <a:rPr dirty="0"/>
              <a:t>world</a:t>
            </a:r>
            <a:r>
              <a:rPr spc="-40" dirty="0"/>
              <a:t> </a:t>
            </a:r>
            <a:r>
              <a:rPr spc="-10" dirty="0"/>
              <a:t>system</a:t>
            </a:r>
          </a:p>
        </p:txBody>
      </p:sp>
      <p:sp>
        <p:nvSpPr>
          <p:cNvPr id="3" name="object 3"/>
          <p:cNvSpPr txBox="1">
            <a:spLocks noGrp="1"/>
          </p:cNvSpPr>
          <p:nvPr>
            <p:ph type="body" idx="1"/>
          </p:nvPr>
        </p:nvSpPr>
        <p:spPr>
          <a:xfrm>
            <a:off x="363397" y="2743200"/>
            <a:ext cx="9378315" cy="4081779"/>
          </a:xfrm>
          <a:prstGeom prst="rect">
            <a:avLst/>
          </a:prstGeom>
        </p:spPr>
        <p:txBody>
          <a:bodyPr vert="horz" wrap="square" lIns="0" tIns="13335" rIns="0" bIns="0" rtlCol="0">
            <a:spAutoFit/>
          </a:bodyPr>
          <a:lstStyle/>
          <a:p>
            <a:pPr marL="12700">
              <a:lnSpc>
                <a:spcPct val="100000"/>
              </a:lnSpc>
              <a:spcBef>
                <a:spcPts val="105"/>
              </a:spcBef>
            </a:pPr>
            <a:r>
              <a:rPr dirty="0"/>
              <a:t>What</a:t>
            </a:r>
            <a:r>
              <a:rPr spc="-45" dirty="0"/>
              <a:t> </a:t>
            </a:r>
            <a:r>
              <a:rPr dirty="0"/>
              <a:t>noise</a:t>
            </a:r>
            <a:r>
              <a:rPr spc="-25" dirty="0"/>
              <a:t> </a:t>
            </a:r>
            <a:r>
              <a:rPr dirty="0"/>
              <a:t>do</a:t>
            </a:r>
            <a:r>
              <a:rPr spc="-25" dirty="0"/>
              <a:t> </a:t>
            </a:r>
            <a:r>
              <a:rPr dirty="0"/>
              <a:t>we see</a:t>
            </a:r>
            <a:r>
              <a:rPr spc="-20" dirty="0"/>
              <a:t> </a:t>
            </a:r>
            <a:r>
              <a:rPr dirty="0"/>
              <a:t>in</a:t>
            </a:r>
            <a:r>
              <a:rPr spc="-15" dirty="0"/>
              <a:t> </a:t>
            </a:r>
            <a:r>
              <a:rPr dirty="0"/>
              <a:t>the</a:t>
            </a:r>
            <a:r>
              <a:rPr spc="-25" dirty="0"/>
              <a:t> </a:t>
            </a:r>
            <a:r>
              <a:rPr spc="-20" dirty="0"/>
              <a:t>ADC?</a:t>
            </a:r>
          </a:p>
          <a:p>
            <a:pPr marL="60960" indent="-59055">
              <a:lnSpc>
                <a:spcPct val="100000"/>
              </a:lnSpc>
              <a:spcBef>
                <a:spcPts val="10"/>
              </a:spcBef>
              <a:buSzPct val="86363"/>
              <a:buFont typeface="Arial"/>
              <a:buChar char="•"/>
              <a:tabLst>
                <a:tab pos="60960" algn="l"/>
              </a:tabLst>
            </a:pPr>
            <a:r>
              <a:rPr sz="1100" b="1" dirty="0">
                <a:latin typeface="Arial"/>
                <a:cs typeface="Arial"/>
              </a:rPr>
              <a:t>Quantization</a:t>
            </a:r>
            <a:r>
              <a:rPr sz="1100" b="1" spc="-65" dirty="0">
                <a:latin typeface="Arial"/>
                <a:cs typeface="Arial"/>
              </a:rPr>
              <a:t> </a:t>
            </a:r>
            <a:r>
              <a:rPr sz="1100" b="1" spc="-10" dirty="0">
                <a:latin typeface="Arial"/>
                <a:cs typeface="Arial"/>
              </a:rPr>
              <a:t>Noise</a:t>
            </a:r>
            <a:r>
              <a:rPr sz="1100" spc="-10" dirty="0"/>
              <a:t>:</a:t>
            </a:r>
            <a:endParaRPr sz="1100" dirty="0">
              <a:latin typeface="Arial"/>
              <a:cs typeface="Arial"/>
            </a:endParaRPr>
          </a:p>
          <a:p>
            <a:pPr marL="55880" indent="-55244">
              <a:lnSpc>
                <a:spcPct val="100000"/>
              </a:lnSpc>
              <a:spcBef>
                <a:spcPts val="5"/>
              </a:spcBef>
              <a:buSzPct val="85000"/>
              <a:buFont typeface="Arial"/>
              <a:buChar char="•"/>
              <a:tabLst>
                <a:tab pos="55880" algn="l"/>
              </a:tabLst>
            </a:pPr>
            <a:r>
              <a:rPr sz="1000" b="1" dirty="0">
                <a:latin typeface="Arial"/>
                <a:cs typeface="Arial"/>
              </a:rPr>
              <a:t>Cause</a:t>
            </a:r>
            <a:r>
              <a:rPr sz="1000" dirty="0"/>
              <a:t>:</a:t>
            </a:r>
            <a:r>
              <a:rPr sz="1000" spc="-35" dirty="0"/>
              <a:t> </a:t>
            </a:r>
            <a:r>
              <a:rPr sz="1000" dirty="0"/>
              <a:t>Due</a:t>
            </a:r>
            <a:r>
              <a:rPr sz="1000" spc="-35" dirty="0"/>
              <a:t> </a:t>
            </a:r>
            <a:r>
              <a:rPr sz="1000" dirty="0"/>
              <a:t>to</a:t>
            </a:r>
            <a:r>
              <a:rPr sz="1000" spc="-45" dirty="0"/>
              <a:t> </a:t>
            </a:r>
            <a:r>
              <a:rPr sz="1000" dirty="0"/>
              <a:t>approximating</a:t>
            </a:r>
            <a:r>
              <a:rPr sz="1000" spc="-45" dirty="0"/>
              <a:t> </a:t>
            </a:r>
            <a:r>
              <a:rPr sz="1000" dirty="0"/>
              <a:t>a</a:t>
            </a:r>
            <a:r>
              <a:rPr sz="1000" spc="-35" dirty="0"/>
              <a:t> </a:t>
            </a:r>
            <a:r>
              <a:rPr sz="1000" dirty="0"/>
              <a:t>continuous</a:t>
            </a:r>
            <a:r>
              <a:rPr sz="1000" spc="-35" dirty="0"/>
              <a:t> </a:t>
            </a:r>
            <a:r>
              <a:rPr sz="1000" dirty="0"/>
              <a:t>signal</a:t>
            </a:r>
            <a:r>
              <a:rPr sz="1000" spc="-40" dirty="0"/>
              <a:t> </a:t>
            </a:r>
            <a:r>
              <a:rPr sz="1000" dirty="0"/>
              <a:t>with</a:t>
            </a:r>
            <a:r>
              <a:rPr sz="1000" spc="-10" dirty="0"/>
              <a:t> </a:t>
            </a:r>
            <a:r>
              <a:rPr sz="1000" dirty="0"/>
              <a:t>discrete</a:t>
            </a:r>
            <a:r>
              <a:rPr sz="1000" spc="-35" dirty="0"/>
              <a:t> </a:t>
            </a:r>
            <a:r>
              <a:rPr sz="1000" spc="-10" dirty="0"/>
              <a:t>levels.</a:t>
            </a:r>
            <a:endParaRPr sz="1000" dirty="0">
              <a:latin typeface="Arial"/>
              <a:cs typeface="Arial"/>
            </a:endParaRPr>
          </a:p>
          <a:p>
            <a:pPr marL="55880" indent="-55244">
              <a:lnSpc>
                <a:spcPts val="1200"/>
              </a:lnSpc>
              <a:buSzPct val="85000"/>
              <a:buFont typeface="Arial"/>
              <a:buChar char="•"/>
              <a:tabLst>
                <a:tab pos="55880" algn="l"/>
              </a:tabLst>
            </a:pPr>
            <a:r>
              <a:rPr sz="1000" b="1" spc="-10" dirty="0">
                <a:latin typeface="Arial"/>
                <a:cs typeface="Arial"/>
              </a:rPr>
              <a:t>Characteristics</a:t>
            </a:r>
            <a:r>
              <a:rPr sz="1000" spc="-10" dirty="0"/>
              <a:t>: </a:t>
            </a:r>
            <a:r>
              <a:rPr sz="1000" dirty="0"/>
              <a:t>Inversely</a:t>
            </a:r>
            <a:r>
              <a:rPr sz="1000" spc="-5" dirty="0"/>
              <a:t> </a:t>
            </a:r>
            <a:r>
              <a:rPr sz="1000" spc="-10" dirty="0"/>
              <a:t>proportional </a:t>
            </a:r>
            <a:r>
              <a:rPr sz="1000" dirty="0"/>
              <a:t>to</a:t>
            </a:r>
            <a:r>
              <a:rPr sz="1000" spc="-10" dirty="0"/>
              <a:t> </a:t>
            </a:r>
            <a:r>
              <a:rPr sz="1000" dirty="0"/>
              <a:t>the</a:t>
            </a:r>
            <a:r>
              <a:rPr sz="1000" spc="-10" dirty="0"/>
              <a:t> </a:t>
            </a:r>
            <a:r>
              <a:rPr sz="1000" dirty="0"/>
              <a:t>number</a:t>
            </a:r>
            <a:r>
              <a:rPr sz="1000" spc="-25" dirty="0"/>
              <a:t> </a:t>
            </a:r>
            <a:r>
              <a:rPr sz="1000" dirty="0"/>
              <a:t>of</a:t>
            </a:r>
            <a:r>
              <a:rPr sz="1000" spc="-20" dirty="0"/>
              <a:t> </a:t>
            </a:r>
            <a:r>
              <a:rPr sz="1000" dirty="0"/>
              <a:t>bits.</a:t>
            </a:r>
            <a:r>
              <a:rPr sz="1000" spc="-10" dirty="0"/>
              <a:t> </a:t>
            </a:r>
            <a:r>
              <a:rPr sz="1000" dirty="0"/>
              <a:t>Modeled</a:t>
            </a:r>
            <a:r>
              <a:rPr sz="1000" spc="5" dirty="0"/>
              <a:t> </a:t>
            </a:r>
            <a:r>
              <a:rPr sz="1000" dirty="0"/>
              <a:t>as</a:t>
            </a:r>
            <a:r>
              <a:rPr sz="1000" spc="-15" dirty="0"/>
              <a:t> </a:t>
            </a:r>
            <a:r>
              <a:rPr sz="1000" dirty="0"/>
              <a:t>white</a:t>
            </a:r>
            <a:r>
              <a:rPr sz="1000" spc="15" dirty="0"/>
              <a:t> </a:t>
            </a:r>
            <a:r>
              <a:rPr sz="1000" spc="-10" dirty="0"/>
              <a:t>noise.</a:t>
            </a:r>
            <a:endParaRPr sz="1000" dirty="0">
              <a:latin typeface="Arial"/>
              <a:cs typeface="Arial"/>
            </a:endParaRPr>
          </a:p>
          <a:p>
            <a:pPr marL="60960" indent="-59055">
              <a:lnSpc>
                <a:spcPts val="1320"/>
              </a:lnSpc>
              <a:buSzPct val="86363"/>
              <a:buFont typeface="Arial"/>
              <a:buChar char="•"/>
              <a:tabLst>
                <a:tab pos="60960" algn="l"/>
              </a:tabLst>
            </a:pPr>
            <a:r>
              <a:rPr sz="1100" b="1" dirty="0">
                <a:latin typeface="Arial"/>
                <a:cs typeface="Arial"/>
              </a:rPr>
              <a:t>Thermal</a:t>
            </a:r>
            <a:r>
              <a:rPr sz="1100" b="1" spc="-55" dirty="0">
                <a:latin typeface="Arial"/>
                <a:cs typeface="Arial"/>
              </a:rPr>
              <a:t> </a:t>
            </a:r>
            <a:r>
              <a:rPr sz="1100" b="1" spc="-10" dirty="0">
                <a:latin typeface="Arial"/>
                <a:cs typeface="Arial"/>
              </a:rPr>
              <a:t>Noise</a:t>
            </a:r>
            <a:r>
              <a:rPr sz="1100" spc="-10" dirty="0"/>
              <a:t>:</a:t>
            </a:r>
            <a:endParaRPr sz="1100" dirty="0">
              <a:latin typeface="Arial"/>
              <a:cs typeface="Arial"/>
            </a:endParaRPr>
          </a:p>
          <a:p>
            <a:pPr marL="55880" indent="-55244">
              <a:lnSpc>
                <a:spcPct val="100000"/>
              </a:lnSpc>
              <a:buSzPct val="85000"/>
              <a:buFont typeface="Arial"/>
              <a:buChar char="•"/>
              <a:tabLst>
                <a:tab pos="55880" algn="l"/>
              </a:tabLst>
            </a:pPr>
            <a:r>
              <a:rPr sz="1000" b="1" dirty="0">
                <a:latin typeface="Arial"/>
                <a:cs typeface="Arial"/>
              </a:rPr>
              <a:t>Cause</a:t>
            </a:r>
            <a:r>
              <a:rPr sz="1000" dirty="0"/>
              <a:t>:</a:t>
            </a:r>
            <a:r>
              <a:rPr sz="1000" spc="-30" dirty="0"/>
              <a:t> </a:t>
            </a:r>
            <a:r>
              <a:rPr sz="1000" dirty="0"/>
              <a:t>Due</a:t>
            </a:r>
            <a:r>
              <a:rPr sz="1000" spc="-30" dirty="0"/>
              <a:t> </a:t>
            </a:r>
            <a:r>
              <a:rPr sz="1000" dirty="0"/>
              <a:t>to</a:t>
            </a:r>
            <a:r>
              <a:rPr sz="1000" spc="-40" dirty="0"/>
              <a:t> </a:t>
            </a:r>
            <a:r>
              <a:rPr sz="1000" dirty="0"/>
              <a:t>resistive</a:t>
            </a:r>
            <a:r>
              <a:rPr sz="1000" spc="-5" dirty="0"/>
              <a:t> </a:t>
            </a:r>
            <a:r>
              <a:rPr sz="1000" dirty="0"/>
              <a:t>elements</a:t>
            </a:r>
            <a:r>
              <a:rPr sz="1000" spc="-40" dirty="0"/>
              <a:t> </a:t>
            </a:r>
            <a:r>
              <a:rPr sz="1000" dirty="0"/>
              <a:t>in</a:t>
            </a:r>
            <a:r>
              <a:rPr sz="1000" spc="-30" dirty="0"/>
              <a:t> </a:t>
            </a:r>
            <a:r>
              <a:rPr sz="1000" dirty="0"/>
              <a:t>the</a:t>
            </a:r>
            <a:r>
              <a:rPr sz="1000" spc="-25" dirty="0"/>
              <a:t> </a:t>
            </a:r>
            <a:r>
              <a:rPr sz="1000" dirty="0"/>
              <a:t>analog</a:t>
            </a:r>
            <a:r>
              <a:rPr sz="1000" spc="-30" dirty="0"/>
              <a:t> </a:t>
            </a:r>
            <a:r>
              <a:rPr sz="1000" dirty="0"/>
              <a:t>front</a:t>
            </a:r>
            <a:r>
              <a:rPr sz="1000" spc="-50" dirty="0"/>
              <a:t> </a:t>
            </a:r>
            <a:r>
              <a:rPr sz="1000" spc="-20" dirty="0"/>
              <a:t>end.</a:t>
            </a:r>
            <a:endParaRPr sz="1000" dirty="0">
              <a:latin typeface="Arial"/>
              <a:cs typeface="Arial"/>
            </a:endParaRPr>
          </a:p>
          <a:p>
            <a:pPr marL="55880" indent="-55244">
              <a:lnSpc>
                <a:spcPts val="1200"/>
              </a:lnSpc>
              <a:buSzPct val="85000"/>
              <a:buFont typeface="Arial"/>
              <a:buChar char="•"/>
              <a:tabLst>
                <a:tab pos="55880" algn="l"/>
              </a:tabLst>
            </a:pPr>
            <a:r>
              <a:rPr sz="1000" b="1" spc="-10" dirty="0">
                <a:latin typeface="Arial"/>
                <a:cs typeface="Arial"/>
              </a:rPr>
              <a:t>Characteristics</a:t>
            </a:r>
            <a:r>
              <a:rPr sz="1000" spc="-10" dirty="0"/>
              <a:t>:</a:t>
            </a:r>
            <a:r>
              <a:rPr sz="1000" spc="-20" dirty="0"/>
              <a:t> </a:t>
            </a:r>
            <a:r>
              <a:rPr sz="1000" dirty="0"/>
              <a:t>Proportional</a:t>
            </a:r>
            <a:r>
              <a:rPr sz="1000" spc="-10" dirty="0"/>
              <a:t> </a:t>
            </a:r>
            <a:r>
              <a:rPr sz="1000" dirty="0"/>
              <a:t>to</a:t>
            </a:r>
            <a:r>
              <a:rPr sz="1000" spc="-30" dirty="0"/>
              <a:t> </a:t>
            </a:r>
            <a:r>
              <a:rPr sz="1000" dirty="0"/>
              <a:t>temperature</a:t>
            </a:r>
            <a:r>
              <a:rPr sz="1000" spc="-40" dirty="0"/>
              <a:t> </a:t>
            </a:r>
            <a:r>
              <a:rPr sz="1000" dirty="0"/>
              <a:t>and</a:t>
            </a:r>
            <a:r>
              <a:rPr sz="1000" spc="-35" dirty="0"/>
              <a:t> </a:t>
            </a:r>
            <a:r>
              <a:rPr sz="1000" dirty="0"/>
              <a:t>resistance.</a:t>
            </a:r>
            <a:r>
              <a:rPr sz="1000" spc="-25" dirty="0"/>
              <a:t> </a:t>
            </a:r>
            <a:r>
              <a:rPr sz="1000" dirty="0"/>
              <a:t>Sets</a:t>
            </a:r>
            <a:r>
              <a:rPr sz="1000" spc="-10" dirty="0"/>
              <a:t> </a:t>
            </a:r>
            <a:r>
              <a:rPr sz="1000" dirty="0"/>
              <a:t>a</a:t>
            </a:r>
            <a:r>
              <a:rPr sz="1000" spc="-20" dirty="0"/>
              <a:t> </a:t>
            </a:r>
            <a:r>
              <a:rPr sz="1000" dirty="0"/>
              <a:t>noise</a:t>
            </a:r>
            <a:r>
              <a:rPr sz="1000" spc="-15" dirty="0"/>
              <a:t> </a:t>
            </a:r>
            <a:r>
              <a:rPr sz="1000" dirty="0"/>
              <a:t>floor</a:t>
            </a:r>
            <a:r>
              <a:rPr sz="1000" spc="-20" dirty="0"/>
              <a:t> </a:t>
            </a:r>
            <a:r>
              <a:rPr sz="1000" dirty="0"/>
              <a:t>for</a:t>
            </a:r>
            <a:r>
              <a:rPr sz="1000" spc="-20" dirty="0"/>
              <a:t> </a:t>
            </a:r>
            <a:r>
              <a:rPr sz="1000" dirty="0"/>
              <a:t>the</a:t>
            </a:r>
            <a:r>
              <a:rPr sz="1000" spc="-35" dirty="0"/>
              <a:t> </a:t>
            </a:r>
            <a:r>
              <a:rPr sz="1000" spc="-20" dirty="0"/>
              <a:t>ADC.</a:t>
            </a:r>
            <a:endParaRPr sz="1000" dirty="0">
              <a:latin typeface="Arial"/>
              <a:cs typeface="Arial"/>
            </a:endParaRPr>
          </a:p>
          <a:p>
            <a:pPr marL="60960" indent="-59055">
              <a:lnSpc>
                <a:spcPts val="1320"/>
              </a:lnSpc>
              <a:buSzPct val="86363"/>
              <a:buFont typeface="Arial"/>
              <a:buChar char="•"/>
              <a:tabLst>
                <a:tab pos="60960" algn="l"/>
              </a:tabLst>
            </a:pPr>
            <a:r>
              <a:rPr sz="1100" b="1" dirty="0">
                <a:latin typeface="Arial"/>
                <a:cs typeface="Arial"/>
              </a:rPr>
              <a:t>Sampling</a:t>
            </a:r>
            <a:r>
              <a:rPr sz="1100" b="1" spc="-75" dirty="0">
                <a:latin typeface="Arial"/>
                <a:cs typeface="Arial"/>
              </a:rPr>
              <a:t> </a:t>
            </a:r>
            <a:r>
              <a:rPr sz="1100" b="1" dirty="0">
                <a:latin typeface="Arial"/>
                <a:cs typeface="Arial"/>
              </a:rPr>
              <a:t>(Aperture)</a:t>
            </a:r>
            <a:r>
              <a:rPr sz="1100" b="1" spc="-45" dirty="0">
                <a:latin typeface="Arial"/>
                <a:cs typeface="Arial"/>
              </a:rPr>
              <a:t> </a:t>
            </a:r>
            <a:r>
              <a:rPr sz="1100" b="1" spc="-10" dirty="0">
                <a:latin typeface="Arial"/>
                <a:cs typeface="Arial"/>
              </a:rPr>
              <a:t>Jitter</a:t>
            </a:r>
            <a:r>
              <a:rPr sz="1100" spc="-10" dirty="0"/>
              <a:t>:</a:t>
            </a:r>
            <a:endParaRPr sz="1100" dirty="0">
              <a:latin typeface="Arial"/>
              <a:cs typeface="Arial"/>
            </a:endParaRPr>
          </a:p>
          <a:p>
            <a:pPr marL="55880" indent="-55244">
              <a:lnSpc>
                <a:spcPct val="100000"/>
              </a:lnSpc>
              <a:spcBef>
                <a:spcPts val="5"/>
              </a:spcBef>
              <a:buSzPct val="85000"/>
              <a:buFont typeface="Arial"/>
              <a:buChar char="•"/>
              <a:tabLst>
                <a:tab pos="55880" algn="l"/>
              </a:tabLst>
            </a:pPr>
            <a:r>
              <a:rPr sz="1000" b="1" dirty="0">
                <a:latin typeface="Arial"/>
                <a:cs typeface="Arial"/>
              </a:rPr>
              <a:t>Cause</a:t>
            </a:r>
            <a:r>
              <a:rPr sz="1000" dirty="0"/>
              <a:t>:</a:t>
            </a:r>
            <a:r>
              <a:rPr sz="1000" spc="-40" dirty="0"/>
              <a:t> </a:t>
            </a:r>
            <a:r>
              <a:rPr sz="1000" dirty="0"/>
              <a:t>Timing</a:t>
            </a:r>
            <a:r>
              <a:rPr sz="1000" spc="-50" dirty="0"/>
              <a:t> </a:t>
            </a:r>
            <a:r>
              <a:rPr sz="1000" dirty="0"/>
              <a:t>uncertainty</a:t>
            </a:r>
            <a:r>
              <a:rPr sz="1000" spc="-45" dirty="0"/>
              <a:t> </a:t>
            </a:r>
            <a:r>
              <a:rPr sz="1000" dirty="0"/>
              <a:t>during</a:t>
            </a:r>
            <a:r>
              <a:rPr sz="1000" spc="-40" dirty="0"/>
              <a:t> </a:t>
            </a:r>
            <a:r>
              <a:rPr sz="1000" spc="-10" dirty="0"/>
              <a:t>sampling.</a:t>
            </a:r>
            <a:endParaRPr sz="1000" dirty="0">
              <a:latin typeface="Arial"/>
              <a:cs typeface="Arial"/>
            </a:endParaRPr>
          </a:p>
          <a:p>
            <a:pPr marL="12700" marR="231775" indent="-12065">
              <a:lnSpc>
                <a:spcPct val="100000"/>
              </a:lnSpc>
              <a:buSzPct val="85000"/>
              <a:buFont typeface="Arial"/>
              <a:buChar char="•"/>
              <a:tabLst>
                <a:tab pos="55880" algn="l"/>
              </a:tabLst>
            </a:pPr>
            <a:r>
              <a:rPr sz="1000" b="1" spc="-10" dirty="0">
                <a:latin typeface="Arial"/>
                <a:cs typeface="Arial"/>
              </a:rPr>
              <a:t>	Characteristics</a:t>
            </a:r>
            <a:r>
              <a:rPr sz="1000" spc="-10" dirty="0"/>
              <a:t>: </a:t>
            </a:r>
            <a:r>
              <a:rPr sz="1000" dirty="0"/>
              <a:t>Affects</a:t>
            </a:r>
            <a:r>
              <a:rPr sz="1000" spc="-40" dirty="0"/>
              <a:t> </a:t>
            </a:r>
            <a:r>
              <a:rPr sz="1000" spc="-10" dirty="0"/>
              <a:t>high-</a:t>
            </a:r>
            <a:r>
              <a:rPr sz="1000" dirty="0"/>
              <a:t>frequency</a:t>
            </a:r>
            <a:r>
              <a:rPr sz="1000" spc="-25" dirty="0"/>
              <a:t> </a:t>
            </a:r>
            <a:r>
              <a:rPr sz="1000" dirty="0"/>
              <a:t>signals more</a:t>
            </a:r>
            <a:r>
              <a:rPr sz="1000" spc="-35" dirty="0"/>
              <a:t> </a:t>
            </a:r>
            <a:r>
              <a:rPr sz="1000" dirty="0"/>
              <a:t>severely,</a:t>
            </a:r>
            <a:r>
              <a:rPr sz="1000" spc="40" dirty="0"/>
              <a:t> </a:t>
            </a:r>
            <a:r>
              <a:rPr sz="1000" spc="-10" dirty="0"/>
              <a:t>proportional</a:t>
            </a:r>
            <a:r>
              <a:rPr sz="1000" spc="-15" dirty="0"/>
              <a:t> </a:t>
            </a:r>
            <a:r>
              <a:rPr sz="1000" dirty="0"/>
              <a:t>to</a:t>
            </a:r>
            <a:r>
              <a:rPr sz="1000" spc="-5" dirty="0"/>
              <a:t> </a:t>
            </a:r>
            <a:r>
              <a:rPr sz="1000" dirty="0"/>
              <a:t>input</a:t>
            </a:r>
            <a:r>
              <a:rPr sz="1000" spc="-10" dirty="0"/>
              <a:t> </a:t>
            </a:r>
            <a:r>
              <a:rPr sz="1000" dirty="0"/>
              <a:t>frequency</a:t>
            </a:r>
            <a:r>
              <a:rPr sz="1000" spc="-40" dirty="0"/>
              <a:t> </a:t>
            </a:r>
            <a:r>
              <a:rPr sz="1000" spc="-25" dirty="0"/>
              <a:t>and </a:t>
            </a:r>
            <a:r>
              <a:rPr sz="1000" dirty="0"/>
              <a:t>signal</a:t>
            </a:r>
            <a:r>
              <a:rPr sz="1000" spc="-30" dirty="0"/>
              <a:t> </a:t>
            </a:r>
            <a:r>
              <a:rPr sz="1000" spc="-10" dirty="0"/>
              <a:t>amplitude.</a:t>
            </a:r>
            <a:endParaRPr sz="1000" dirty="0">
              <a:latin typeface="Arial"/>
              <a:cs typeface="Arial"/>
            </a:endParaRPr>
          </a:p>
          <a:p>
            <a:pPr marL="60960" indent="-59055">
              <a:lnSpc>
                <a:spcPts val="1315"/>
              </a:lnSpc>
              <a:buSzPct val="86363"/>
              <a:buFont typeface="Arial"/>
              <a:buChar char="•"/>
              <a:tabLst>
                <a:tab pos="60960" algn="l"/>
              </a:tabLst>
            </a:pPr>
            <a:r>
              <a:rPr sz="1100" b="1" dirty="0">
                <a:latin typeface="Arial"/>
                <a:cs typeface="Arial"/>
              </a:rPr>
              <a:t>Reference</a:t>
            </a:r>
            <a:r>
              <a:rPr sz="1100" b="1" spc="-45" dirty="0">
                <a:latin typeface="Arial"/>
                <a:cs typeface="Arial"/>
              </a:rPr>
              <a:t> </a:t>
            </a:r>
            <a:r>
              <a:rPr sz="1100" b="1" dirty="0">
                <a:latin typeface="Arial"/>
                <a:cs typeface="Arial"/>
              </a:rPr>
              <a:t>Voltage</a:t>
            </a:r>
            <a:r>
              <a:rPr sz="1100" b="1" spc="-50" dirty="0">
                <a:latin typeface="Arial"/>
                <a:cs typeface="Arial"/>
              </a:rPr>
              <a:t> </a:t>
            </a:r>
            <a:r>
              <a:rPr sz="1100" b="1" spc="-10" dirty="0">
                <a:latin typeface="Arial"/>
                <a:cs typeface="Arial"/>
              </a:rPr>
              <a:t>Noise</a:t>
            </a:r>
            <a:r>
              <a:rPr sz="1100" spc="-10" dirty="0"/>
              <a:t>:</a:t>
            </a:r>
            <a:endParaRPr sz="1100" dirty="0">
              <a:latin typeface="Arial"/>
              <a:cs typeface="Arial"/>
            </a:endParaRPr>
          </a:p>
          <a:p>
            <a:pPr marL="55880" indent="-55244">
              <a:lnSpc>
                <a:spcPct val="100000"/>
              </a:lnSpc>
              <a:spcBef>
                <a:spcPts val="5"/>
              </a:spcBef>
              <a:buSzPct val="85000"/>
              <a:buFont typeface="Arial"/>
              <a:buChar char="•"/>
              <a:tabLst>
                <a:tab pos="55880" algn="l"/>
              </a:tabLst>
            </a:pPr>
            <a:r>
              <a:rPr sz="1000" b="1" dirty="0">
                <a:latin typeface="Arial"/>
                <a:cs typeface="Arial"/>
              </a:rPr>
              <a:t>Cause</a:t>
            </a:r>
            <a:r>
              <a:rPr sz="1000" dirty="0"/>
              <a:t>:</a:t>
            </a:r>
            <a:r>
              <a:rPr sz="1000" spc="-30" dirty="0"/>
              <a:t> </a:t>
            </a:r>
            <a:r>
              <a:rPr sz="1000" dirty="0"/>
              <a:t>Noise</a:t>
            </a:r>
            <a:r>
              <a:rPr sz="1000" spc="-30" dirty="0"/>
              <a:t> </a:t>
            </a:r>
            <a:r>
              <a:rPr sz="1000" dirty="0"/>
              <a:t>or</a:t>
            </a:r>
            <a:r>
              <a:rPr sz="1000" spc="-25" dirty="0"/>
              <a:t> </a:t>
            </a:r>
            <a:r>
              <a:rPr sz="1000" dirty="0"/>
              <a:t>fluctuation</a:t>
            </a:r>
            <a:r>
              <a:rPr sz="1000" spc="-40" dirty="0"/>
              <a:t> </a:t>
            </a:r>
            <a:r>
              <a:rPr sz="1000" dirty="0"/>
              <a:t>in</a:t>
            </a:r>
            <a:r>
              <a:rPr sz="1000" spc="-20" dirty="0"/>
              <a:t> </a:t>
            </a:r>
            <a:r>
              <a:rPr sz="1000" dirty="0"/>
              <a:t>the</a:t>
            </a:r>
            <a:r>
              <a:rPr sz="1000" spc="-40" dirty="0"/>
              <a:t> </a:t>
            </a:r>
            <a:r>
              <a:rPr sz="1000" dirty="0"/>
              <a:t>reference</a:t>
            </a:r>
            <a:r>
              <a:rPr sz="1000" spc="-50" dirty="0"/>
              <a:t> </a:t>
            </a:r>
            <a:r>
              <a:rPr sz="1000" spc="-10" dirty="0"/>
              <a:t>voltage.</a:t>
            </a:r>
            <a:endParaRPr sz="1000" dirty="0">
              <a:latin typeface="Arial"/>
              <a:cs typeface="Arial"/>
            </a:endParaRPr>
          </a:p>
          <a:p>
            <a:pPr marL="55880" indent="-55244">
              <a:lnSpc>
                <a:spcPts val="1200"/>
              </a:lnSpc>
              <a:buSzPct val="85000"/>
              <a:buFont typeface="Arial"/>
              <a:buChar char="•"/>
              <a:tabLst>
                <a:tab pos="55880" algn="l"/>
              </a:tabLst>
            </a:pPr>
            <a:r>
              <a:rPr sz="1000" b="1" dirty="0">
                <a:latin typeface="Arial"/>
                <a:cs typeface="Arial"/>
              </a:rPr>
              <a:t>Impact</a:t>
            </a:r>
            <a:r>
              <a:rPr sz="1000" dirty="0"/>
              <a:t>:</a:t>
            </a:r>
            <a:r>
              <a:rPr sz="1000" spc="-30" dirty="0"/>
              <a:t> </a:t>
            </a:r>
            <a:r>
              <a:rPr sz="1000" dirty="0"/>
              <a:t>Leads</a:t>
            </a:r>
            <a:r>
              <a:rPr sz="1000" spc="-45" dirty="0"/>
              <a:t> </a:t>
            </a:r>
            <a:r>
              <a:rPr sz="1000" dirty="0"/>
              <a:t>to</a:t>
            </a:r>
            <a:r>
              <a:rPr sz="1000" spc="-25" dirty="0"/>
              <a:t> </a:t>
            </a:r>
            <a:r>
              <a:rPr sz="1000" dirty="0"/>
              <a:t>inaccurate</a:t>
            </a:r>
            <a:r>
              <a:rPr sz="1000" spc="-45" dirty="0"/>
              <a:t> </a:t>
            </a:r>
            <a:r>
              <a:rPr sz="1000" dirty="0"/>
              <a:t>conversions</a:t>
            </a:r>
            <a:r>
              <a:rPr sz="1000" spc="-25" dirty="0"/>
              <a:t> </a:t>
            </a:r>
            <a:r>
              <a:rPr sz="1000" dirty="0"/>
              <a:t>if</a:t>
            </a:r>
            <a:r>
              <a:rPr sz="1000" spc="-20" dirty="0"/>
              <a:t> </a:t>
            </a:r>
            <a:r>
              <a:rPr sz="1000" dirty="0"/>
              <a:t>the</a:t>
            </a:r>
            <a:r>
              <a:rPr sz="1000" spc="-40" dirty="0"/>
              <a:t> </a:t>
            </a:r>
            <a:r>
              <a:rPr sz="1000" dirty="0"/>
              <a:t>reference</a:t>
            </a:r>
            <a:r>
              <a:rPr sz="1000" spc="-50" dirty="0"/>
              <a:t> </a:t>
            </a:r>
            <a:r>
              <a:rPr sz="1000" dirty="0"/>
              <a:t>is</a:t>
            </a:r>
            <a:r>
              <a:rPr sz="1000" spc="-25" dirty="0"/>
              <a:t> </a:t>
            </a:r>
            <a:r>
              <a:rPr sz="1000" dirty="0"/>
              <a:t>not</a:t>
            </a:r>
            <a:r>
              <a:rPr sz="1000" spc="-30" dirty="0"/>
              <a:t> </a:t>
            </a:r>
            <a:r>
              <a:rPr sz="1000" spc="-10" dirty="0"/>
              <a:t>stable.</a:t>
            </a:r>
            <a:endParaRPr sz="1000" dirty="0">
              <a:latin typeface="Arial"/>
              <a:cs typeface="Arial"/>
            </a:endParaRPr>
          </a:p>
          <a:p>
            <a:pPr marL="60960" indent="-59055">
              <a:lnSpc>
                <a:spcPts val="1320"/>
              </a:lnSpc>
              <a:buSzPct val="86363"/>
              <a:buFont typeface="Arial"/>
              <a:buChar char="•"/>
              <a:tabLst>
                <a:tab pos="60960" algn="l"/>
              </a:tabLst>
            </a:pPr>
            <a:r>
              <a:rPr sz="1100" b="1" dirty="0">
                <a:latin typeface="Arial"/>
                <a:cs typeface="Arial"/>
              </a:rPr>
              <a:t>Clock</a:t>
            </a:r>
            <a:r>
              <a:rPr sz="1100" b="1" spc="-30" dirty="0">
                <a:latin typeface="Arial"/>
                <a:cs typeface="Arial"/>
              </a:rPr>
              <a:t> </a:t>
            </a:r>
            <a:r>
              <a:rPr sz="1100" b="1" spc="-10" dirty="0">
                <a:latin typeface="Arial"/>
                <a:cs typeface="Arial"/>
              </a:rPr>
              <a:t>Noise</a:t>
            </a:r>
            <a:r>
              <a:rPr sz="1100" spc="-10" dirty="0"/>
              <a:t>:</a:t>
            </a:r>
            <a:endParaRPr sz="1100" dirty="0">
              <a:latin typeface="Arial"/>
              <a:cs typeface="Arial"/>
            </a:endParaRPr>
          </a:p>
          <a:p>
            <a:pPr marL="55880" indent="-55244">
              <a:lnSpc>
                <a:spcPct val="100000"/>
              </a:lnSpc>
              <a:spcBef>
                <a:spcPts val="5"/>
              </a:spcBef>
              <a:buSzPct val="85000"/>
              <a:buFont typeface="Arial"/>
              <a:buChar char="•"/>
              <a:tabLst>
                <a:tab pos="55880" algn="l"/>
              </a:tabLst>
            </a:pPr>
            <a:r>
              <a:rPr sz="1000" b="1" dirty="0">
                <a:latin typeface="Arial"/>
                <a:cs typeface="Arial"/>
              </a:rPr>
              <a:t>Cause</a:t>
            </a:r>
            <a:r>
              <a:rPr sz="1000" dirty="0"/>
              <a:t>:</a:t>
            </a:r>
            <a:r>
              <a:rPr sz="1000" spc="-35" dirty="0"/>
              <a:t> </a:t>
            </a:r>
            <a:r>
              <a:rPr sz="1000" dirty="0"/>
              <a:t>Instability</a:t>
            </a:r>
            <a:r>
              <a:rPr sz="1000" spc="-15" dirty="0"/>
              <a:t> </a:t>
            </a:r>
            <a:r>
              <a:rPr sz="1000" dirty="0"/>
              <a:t>or</a:t>
            </a:r>
            <a:r>
              <a:rPr sz="1000" spc="-35" dirty="0"/>
              <a:t> </a:t>
            </a:r>
            <a:r>
              <a:rPr sz="1000" dirty="0"/>
              <a:t>noise</a:t>
            </a:r>
            <a:r>
              <a:rPr sz="1000" spc="-30" dirty="0"/>
              <a:t> </a:t>
            </a:r>
            <a:r>
              <a:rPr sz="1000" dirty="0"/>
              <a:t>in</a:t>
            </a:r>
            <a:r>
              <a:rPr sz="1000" spc="-25" dirty="0"/>
              <a:t> </a:t>
            </a:r>
            <a:r>
              <a:rPr sz="1000" dirty="0"/>
              <a:t>the</a:t>
            </a:r>
            <a:r>
              <a:rPr sz="1000" spc="-45" dirty="0"/>
              <a:t> </a:t>
            </a:r>
            <a:r>
              <a:rPr sz="1000" dirty="0"/>
              <a:t>sampling</a:t>
            </a:r>
            <a:r>
              <a:rPr sz="1000" spc="-45" dirty="0"/>
              <a:t> </a:t>
            </a:r>
            <a:r>
              <a:rPr sz="1000" dirty="0"/>
              <a:t>clock</a:t>
            </a:r>
            <a:r>
              <a:rPr sz="1000" spc="-25" dirty="0"/>
              <a:t> </a:t>
            </a:r>
            <a:r>
              <a:rPr sz="1000" spc="-10" dirty="0"/>
              <a:t>signal.</a:t>
            </a:r>
            <a:endParaRPr sz="1000" dirty="0">
              <a:latin typeface="Arial"/>
              <a:cs typeface="Arial"/>
            </a:endParaRPr>
          </a:p>
          <a:p>
            <a:pPr marL="55880" indent="-55244">
              <a:lnSpc>
                <a:spcPts val="1200"/>
              </a:lnSpc>
              <a:buSzPct val="85000"/>
              <a:buFont typeface="Arial"/>
              <a:buChar char="•"/>
              <a:tabLst>
                <a:tab pos="55880" algn="l"/>
              </a:tabLst>
            </a:pPr>
            <a:r>
              <a:rPr sz="1000" b="1" dirty="0">
                <a:latin typeface="Arial"/>
                <a:cs typeface="Arial"/>
              </a:rPr>
              <a:t>Impact</a:t>
            </a:r>
            <a:r>
              <a:rPr sz="1000" dirty="0"/>
              <a:t>:</a:t>
            </a:r>
            <a:r>
              <a:rPr sz="1000" spc="-25" dirty="0"/>
              <a:t> </a:t>
            </a:r>
            <a:r>
              <a:rPr sz="1000" dirty="0"/>
              <a:t>Affects</a:t>
            </a:r>
            <a:r>
              <a:rPr sz="1000" spc="-50" dirty="0"/>
              <a:t> </a:t>
            </a:r>
            <a:r>
              <a:rPr sz="1000" dirty="0"/>
              <a:t>the</a:t>
            </a:r>
            <a:r>
              <a:rPr sz="1000" spc="-40" dirty="0"/>
              <a:t> </a:t>
            </a:r>
            <a:r>
              <a:rPr sz="1000" dirty="0"/>
              <a:t>timing</a:t>
            </a:r>
            <a:r>
              <a:rPr sz="1000" spc="-20" dirty="0"/>
              <a:t> </a:t>
            </a:r>
            <a:r>
              <a:rPr sz="1000" dirty="0"/>
              <a:t>of</a:t>
            </a:r>
            <a:r>
              <a:rPr sz="1000" spc="-25" dirty="0"/>
              <a:t> </a:t>
            </a:r>
            <a:r>
              <a:rPr sz="1000" dirty="0"/>
              <a:t>samples,</a:t>
            </a:r>
            <a:r>
              <a:rPr sz="1000" spc="-45" dirty="0"/>
              <a:t> </a:t>
            </a:r>
            <a:r>
              <a:rPr sz="1000" dirty="0"/>
              <a:t>resulting</a:t>
            </a:r>
            <a:r>
              <a:rPr sz="1000" spc="-25" dirty="0"/>
              <a:t> </a:t>
            </a:r>
            <a:r>
              <a:rPr sz="1000" dirty="0"/>
              <a:t>in</a:t>
            </a:r>
            <a:r>
              <a:rPr sz="1000" spc="-15" dirty="0"/>
              <a:t> </a:t>
            </a:r>
            <a:r>
              <a:rPr sz="1000" spc="-10" dirty="0"/>
              <a:t>inaccuracies.</a:t>
            </a:r>
            <a:endParaRPr sz="1000" dirty="0">
              <a:latin typeface="Arial"/>
              <a:cs typeface="Arial"/>
            </a:endParaRPr>
          </a:p>
          <a:p>
            <a:pPr marL="60960" indent="-59055">
              <a:lnSpc>
                <a:spcPts val="1320"/>
              </a:lnSpc>
              <a:buSzPct val="86363"/>
              <a:buFont typeface="Arial"/>
              <a:buChar char="•"/>
              <a:tabLst>
                <a:tab pos="60960" algn="l"/>
              </a:tabLst>
            </a:pPr>
            <a:r>
              <a:rPr sz="1100" b="1" dirty="0">
                <a:latin typeface="Arial"/>
                <a:cs typeface="Arial"/>
              </a:rPr>
              <a:t>Nonlinearity</a:t>
            </a:r>
            <a:r>
              <a:rPr sz="1100" b="1" spc="-70" dirty="0">
                <a:latin typeface="Arial"/>
                <a:cs typeface="Arial"/>
              </a:rPr>
              <a:t> </a:t>
            </a:r>
            <a:r>
              <a:rPr sz="1100" b="1" dirty="0">
                <a:latin typeface="Arial"/>
                <a:cs typeface="Arial"/>
              </a:rPr>
              <a:t>(Distortion</a:t>
            </a:r>
            <a:r>
              <a:rPr sz="1100" b="1" spc="-55" dirty="0">
                <a:latin typeface="Arial"/>
                <a:cs typeface="Arial"/>
              </a:rPr>
              <a:t> </a:t>
            </a:r>
            <a:r>
              <a:rPr sz="1100" b="1" spc="-10" dirty="0">
                <a:latin typeface="Arial"/>
                <a:cs typeface="Arial"/>
              </a:rPr>
              <a:t>Noise)</a:t>
            </a:r>
            <a:r>
              <a:rPr sz="1100" spc="-10" dirty="0"/>
              <a:t>:</a:t>
            </a:r>
            <a:endParaRPr sz="1100" dirty="0">
              <a:latin typeface="Arial"/>
              <a:cs typeface="Arial"/>
            </a:endParaRPr>
          </a:p>
          <a:p>
            <a:pPr marL="55880" indent="-55244">
              <a:lnSpc>
                <a:spcPct val="100000"/>
              </a:lnSpc>
              <a:spcBef>
                <a:spcPts val="5"/>
              </a:spcBef>
              <a:buSzPct val="85000"/>
              <a:buFont typeface="Arial"/>
              <a:buChar char="•"/>
              <a:tabLst>
                <a:tab pos="55880" algn="l"/>
              </a:tabLst>
            </a:pPr>
            <a:r>
              <a:rPr sz="1000" b="1" dirty="0">
                <a:latin typeface="Arial"/>
                <a:cs typeface="Arial"/>
              </a:rPr>
              <a:t>Cause</a:t>
            </a:r>
            <a:r>
              <a:rPr sz="1000" dirty="0"/>
              <a:t>:</a:t>
            </a:r>
            <a:r>
              <a:rPr sz="1000" spc="-30" dirty="0"/>
              <a:t> </a:t>
            </a:r>
            <a:r>
              <a:rPr sz="1000" dirty="0"/>
              <a:t>Imperfections</a:t>
            </a:r>
            <a:r>
              <a:rPr sz="1000" spc="-55" dirty="0"/>
              <a:t> </a:t>
            </a:r>
            <a:r>
              <a:rPr sz="1000" dirty="0"/>
              <a:t>in</a:t>
            </a:r>
            <a:r>
              <a:rPr sz="1000" spc="-25" dirty="0"/>
              <a:t> </a:t>
            </a:r>
            <a:r>
              <a:rPr sz="1000" dirty="0"/>
              <a:t>the</a:t>
            </a:r>
            <a:r>
              <a:rPr sz="1000" spc="-25" dirty="0"/>
              <a:t> </a:t>
            </a:r>
            <a:r>
              <a:rPr sz="1000" dirty="0"/>
              <a:t>ADC's</a:t>
            </a:r>
            <a:r>
              <a:rPr sz="1000" spc="-20" dirty="0"/>
              <a:t> </a:t>
            </a:r>
            <a:r>
              <a:rPr sz="1000" dirty="0"/>
              <a:t>transfer</a:t>
            </a:r>
            <a:r>
              <a:rPr sz="1000" spc="-45" dirty="0"/>
              <a:t> </a:t>
            </a:r>
            <a:r>
              <a:rPr sz="1000" spc="-10" dirty="0"/>
              <a:t>function.</a:t>
            </a:r>
            <a:endParaRPr sz="1000" dirty="0">
              <a:latin typeface="Arial"/>
              <a:cs typeface="Arial"/>
            </a:endParaRPr>
          </a:p>
          <a:p>
            <a:pPr marL="55880" indent="-55244">
              <a:lnSpc>
                <a:spcPts val="1200"/>
              </a:lnSpc>
              <a:buSzPct val="85000"/>
              <a:buFont typeface="Arial"/>
              <a:buChar char="•"/>
              <a:tabLst>
                <a:tab pos="55880" algn="l"/>
              </a:tabLst>
            </a:pPr>
            <a:r>
              <a:rPr sz="1000" b="1" dirty="0">
                <a:latin typeface="Arial"/>
                <a:cs typeface="Arial"/>
              </a:rPr>
              <a:t>Impact</a:t>
            </a:r>
            <a:r>
              <a:rPr sz="1000" dirty="0"/>
              <a:t>:</a:t>
            </a:r>
            <a:r>
              <a:rPr sz="1000" spc="-35" dirty="0"/>
              <a:t> </a:t>
            </a:r>
            <a:r>
              <a:rPr sz="1000" dirty="0"/>
              <a:t>Causes</a:t>
            </a:r>
            <a:r>
              <a:rPr sz="1000" spc="-35" dirty="0"/>
              <a:t> </a:t>
            </a:r>
            <a:r>
              <a:rPr sz="1000" dirty="0"/>
              <a:t>harmonic</a:t>
            </a:r>
            <a:r>
              <a:rPr sz="1000" spc="-50" dirty="0"/>
              <a:t> </a:t>
            </a:r>
            <a:r>
              <a:rPr sz="1000" dirty="0"/>
              <a:t>distortion</a:t>
            </a:r>
            <a:r>
              <a:rPr sz="1000" spc="-20" dirty="0"/>
              <a:t> </a:t>
            </a:r>
            <a:r>
              <a:rPr sz="1000" dirty="0"/>
              <a:t>of</a:t>
            </a:r>
            <a:r>
              <a:rPr sz="1000" spc="-40" dirty="0"/>
              <a:t> </a:t>
            </a:r>
            <a:r>
              <a:rPr sz="1000" dirty="0"/>
              <a:t>the</a:t>
            </a:r>
            <a:r>
              <a:rPr sz="1000" spc="-35" dirty="0"/>
              <a:t> </a:t>
            </a:r>
            <a:r>
              <a:rPr sz="1000" dirty="0"/>
              <a:t>signal,</a:t>
            </a:r>
            <a:r>
              <a:rPr sz="1000" spc="-30" dirty="0"/>
              <a:t> </a:t>
            </a:r>
            <a:r>
              <a:rPr sz="1000" dirty="0"/>
              <a:t>seen</a:t>
            </a:r>
            <a:r>
              <a:rPr sz="1000" spc="-50" dirty="0"/>
              <a:t> </a:t>
            </a:r>
            <a:r>
              <a:rPr sz="1000" dirty="0"/>
              <a:t>as</a:t>
            </a:r>
            <a:r>
              <a:rPr sz="1000" spc="-25" dirty="0"/>
              <a:t> </a:t>
            </a:r>
            <a:r>
              <a:rPr sz="1000" dirty="0"/>
              <a:t>additional</a:t>
            </a:r>
            <a:r>
              <a:rPr sz="1000" spc="-30" dirty="0"/>
              <a:t> </a:t>
            </a:r>
            <a:r>
              <a:rPr sz="1000" dirty="0"/>
              <a:t>unwanted</a:t>
            </a:r>
            <a:r>
              <a:rPr sz="1000" spc="-30" dirty="0"/>
              <a:t> </a:t>
            </a:r>
            <a:r>
              <a:rPr sz="1000" dirty="0"/>
              <a:t>frequency</a:t>
            </a:r>
            <a:r>
              <a:rPr sz="1000" spc="-45" dirty="0"/>
              <a:t> </a:t>
            </a:r>
            <a:r>
              <a:rPr sz="1000" spc="-10" dirty="0"/>
              <a:t>components.</a:t>
            </a:r>
            <a:endParaRPr sz="1000" dirty="0">
              <a:latin typeface="Arial"/>
              <a:cs typeface="Arial"/>
            </a:endParaRPr>
          </a:p>
          <a:p>
            <a:pPr marL="60960" indent="-59055">
              <a:lnSpc>
                <a:spcPts val="1320"/>
              </a:lnSpc>
              <a:buSzPct val="86363"/>
              <a:buFont typeface="Arial"/>
              <a:buChar char="•"/>
              <a:tabLst>
                <a:tab pos="60960" algn="l"/>
              </a:tabLst>
            </a:pPr>
            <a:r>
              <a:rPr sz="1100" b="1" dirty="0">
                <a:latin typeface="Arial"/>
                <a:cs typeface="Arial"/>
              </a:rPr>
              <a:t>Flicker</a:t>
            </a:r>
            <a:r>
              <a:rPr sz="1100" b="1" spc="-40" dirty="0">
                <a:latin typeface="Arial"/>
                <a:cs typeface="Arial"/>
              </a:rPr>
              <a:t> </a:t>
            </a:r>
            <a:r>
              <a:rPr sz="1100" b="1" dirty="0">
                <a:latin typeface="Arial"/>
                <a:cs typeface="Arial"/>
              </a:rPr>
              <a:t>Noise</a:t>
            </a:r>
            <a:r>
              <a:rPr sz="1100" b="1" spc="-15" dirty="0">
                <a:latin typeface="Arial"/>
                <a:cs typeface="Arial"/>
              </a:rPr>
              <a:t> </a:t>
            </a:r>
            <a:r>
              <a:rPr sz="1100" b="1" dirty="0">
                <a:latin typeface="Arial"/>
                <a:cs typeface="Arial"/>
              </a:rPr>
              <a:t>(1/f</a:t>
            </a:r>
            <a:r>
              <a:rPr sz="1100" b="1" spc="-45" dirty="0">
                <a:latin typeface="Arial"/>
                <a:cs typeface="Arial"/>
              </a:rPr>
              <a:t> </a:t>
            </a:r>
            <a:r>
              <a:rPr sz="1100" b="1" spc="-10" dirty="0">
                <a:latin typeface="Arial"/>
                <a:cs typeface="Arial"/>
              </a:rPr>
              <a:t>Noise)</a:t>
            </a:r>
            <a:r>
              <a:rPr sz="1100" spc="-10" dirty="0"/>
              <a:t>:</a:t>
            </a:r>
            <a:endParaRPr sz="1100" dirty="0">
              <a:latin typeface="Arial"/>
              <a:cs typeface="Arial"/>
            </a:endParaRPr>
          </a:p>
          <a:p>
            <a:pPr marL="55880" indent="-55244">
              <a:lnSpc>
                <a:spcPct val="100000"/>
              </a:lnSpc>
              <a:buSzPct val="85000"/>
              <a:buFont typeface="Arial"/>
              <a:buChar char="•"/>
              <a:tabLst>
                <a:tab pos="55880" algn="l"/>
              </a:tabLst>
            </a:pPr>
            <a:r>
              <a:rPr sz="1000" b="1" dirty="0">
                <a:latin typeface="Arial"/>
                <a:cs typeface="Arial"/>
              </a:rPr>
              <a:t>Cause</a:t>
            </a:r>
            <a:r>
              <a:rPr sz="1000" dirty="0"/>
              <a:t>:</a:t>
            </a:r>
            <a:r>
              <a:rPr sz="1000" spc="-5" dirty="0"/>
              <a:t> </a:t>
            </a:r>
            <a:r>
              <a:rPr sz="1000" spc="-10" dirty="0"/>
              <a:t>Semiconductor</a:t>
            </a:r>
            <a:r>
              <a:rPr sz="1000" spc="-25" dirty="0"/>
              <a:t> </a:t>
            </a:r>
            <a:r>
              <a:rPr sz="1000" dirty="0"/>
              <a:t>imperfections</a:t>
            </a:r>
            <a:r>
              <a:rPr sz="1000" spc="-15" dirty="0"/>
              <a:t> </a:t>
            </a:r>
            <a:r>
              <a:rPr sz="1000" dirty="0"/>
              <a:t>and</a:t>
            </a:r>
            <a:r>
              <a:rPr sz="1000" spc="-20" dirty="0"/>
              <a:t> low-</a:t>
            </a:r>
            <a:r>
              <a:rPr sz="1000" dirty="0"/>
              <a:t>frequency</a:t>
            </a:r>
            <a:r>
              <a:rPr sz="1000" spc="5" dirty="0"/>
              <a:t> </a:t>
            </a:r>
            <a:r>
              <a:rPr sz="1000" spc="-10" dirty="0"/>
              <a:t>irregularities.</a:t>
            </a:r>
            <a:endParaRPr sz="1000" dirty="0">
              <a:latin typeface="Arial"/>
              <a:cs typeface="Arial"/>
            </a:endParaRPr>
          </a:p>
          <a:p>
            <a:pPr marL="12700" marR="405765" indent="-12065">
              <a:lnSpc>
                <a:spcPct val="100000"/>
              </a:lnSpc>
              <a:buSzPct val="85000"/>
              <a:buFont typeface="Arial"/>
              <a:buChar char="•"/>
              <a:tabLst>
                <a:tab pos="55880" algn="l"/>
              </a:tabLst>
            </a:pPr>
            <a:r>
              <a:rPr sz="1000" b="1" spc="-10" dirty="0">
                <a:latin typeface="Arial"/>
                <a:cs typeface="Arial"/>
              </a:rPr>
              <a:t>	Characteristics</a:t>
            </a:r>
            <a:r>
              <a:rPr sz="1000" spc="-10" dirty="0"/>
              <a:t>:</a:t>
            </a:r>
            <a:r>
              <a:rPr sz="1000" spc="-20" dirty="0"/>
              <a:t> </a:t>
            </a:r>
            <a:r>
              <a:rPr sz="1000" dirty="0"/>
              <a:t>Dominates</a:t>
            </a:r>
            <a:r>
              <a:rPr sz="1000" spc="-20" dirty="0"/>
              <a:t> </a:t>
            </a:r>
            <a:r>
              <a:rPr sz="1000" dirty="0"/>
              <a:t>at</a:t>
            </a:r>
            <a:r>
              <a:rPr sz="1000" spc="-30" dirty="0"/>
              <a:t> </a:t>
            </a:r>
            <a:r>
              <a:rPr sz="1000" dirty="0"/>
              <a:t>low frequencies</a:t>
            </a:r>
            <a:r>
              <a:rPr sz="1000" spc="-35" dirty="0"/>
              <a:t> </a:t>
            </a:r>
            <a:r>
              <a:rPr sz="1000" dirty="0"/>
              <a:t>and</a:t>
            </a:r>
            <a:r>
              <a:rPr sz="1000" spc="-15" dirty="0"/>
              <a:t> </a:t>
            </a:r>
            <a:r>
              <a:rPr sz="1000" dirty="0"/>
              <a:t>can</a:t>
            </a:r>
            <a:r>
              <a:rPr sz="1000" spc="-30" dirty="0"/>
              <a:t> </a:t>
            </a:r>
            <a:r>
              <a:rPr sz="1000" dirty="0"/>
              <a:t>degrade</a:t>
            </a:r>
            <a:r>
              <a:rPr sz="1000" spc="-35" dirty="0"/>
              <a:t> </a:t>
            </a:r>
            <a:r>
              <a:rPr sz="1000" dirty="0"/>
              <a:t>signal</a:t>
            </a:r>
            <a:r>
              <a:rPr sz="1000" spc="-10" dirty="0"/>
              <a:t> </a:t>
            </a:r>
            <a:r>
              <a:rPr sz="1000" dirty="0"/>
              <a:t>quality</a:t>
            </a:r>
            <a:r>
              <a:rPr sz="1000" spc="-15" dirty="0"/>
              <a:t> </a:t>
            </a:r>
            <a:r>
              <a:rPr sz="1000" dirty="0"/>
              <a:t>in</a:t>
            </a:r>
            <a:r>
              <a:rPr sz="1000" spc="-5" dirty="0"/>
              <a:t> </a:t>
            </a:r>
            <a:r>
              <a:rPr sz="1000" spc="-20" dirty="0"/>
              <a:t>low-</a:t>
            </a:r>
            <a:r>
              <a:rPr sz="1000" spc="-10" dirty="0"/>
              <a:t>frequency applications.</a:t>
            </a:r>
            <a:endParaRPr sz="1000" dirty="0">
              <a:latin typeface="Arial"/>
              <a:cs typeface="Arial"/>
            </a:endParaRPr>
          </a:p>
        </p:txBody>
      </p:sp>
      <p:grpSp>
        <p:nvGrpSpPr>
          <p:cNvPr id="4" name="object 4"/>
          <p:cNvGrpSpPr/>
          <p:nvPr/>
        </p:nvGrpSpPr>
        <p:grpSpPr>
          <a:xfrm>
            <a:off x="444500" y="1063929"/>
            <a:ext cx="939800" cy="939800"/>
            <a:chOff x="444500" y="1063929"/>
            <a:chExt cx="939800" cy="939800"/>
          </a:xfrm>
        </p:grpSpPr>
        <p:sp>
          <p:nvSpPr>
            <p:cNvPr id="5" name="object 5"/>
            <p:cNvSpPr/>
            <p:nvPr/>
          </p:nvSpPr>
          <p:spPr>
            <a:xfrm>
              <a:off x="457200"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6" name="object 6"/>
            <p:cNvSpPr/>
            <p:nvPr/>
          </p:nvSpPr>
          <p:spPr>
            <a:xfrm>
              <a:off x="457200"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7" name="object 7"/>
          <p:cNvSpPr txBox="1"/>
          <p:nvPr/>
        </p:nvSpPr>
        <p:spPr>
          <a:xfrm>
            <a:off x="538130" y="1402260"/>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grpSp>
        <p:nvGrpSpPr>
          <p:cNvPr id="8" name="object 8"/>
          <p:cNvGrpSpPr/>
          <p:nvPr/>
        </p:nvGrpSpPr>
        <p:grpSpPr>
          <a:xfrm>
            <a:off x="1617002" y="1063929"/>
            <a:ext cx="939800" cy="939800"/>
            <a:chOff x="1617002" y="1063929"/>
            <a:chExt cx="939800" cy="939800"/>
          </a:xfrm>
        </p:grpSpPr>
        <p:sp>
          <p:nvSpPr>
            <p:cNvPr id="9" name="object 9"/>
            <p:cNvSpPr/>
            <p:nvPr/>
          </p:nvSpPr>
          <p:spPr>
            <a:xfrm>
              <a:off x="1629702"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0" name="object 10"/>
            <p:cNvSpPr/>
            <p:nvPr/>
          </p:nvSpPr>
          <p:spPr>
            <a:xfrm>
              <a:off x="1629702"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1" name="object 11"/>
          <p:cNvSpPr txBox="1"/>
          <p:nvPr/>
        </p:nvSpPr>
        <p:spPr>
          <a:xfrm>
            <a:off x="1712157" y="1188900"/>
            <a:ext cx="749300" cy="666750"/>
          </a:xfrm>
          <a:prstGeom prst="rect">
            <a:avLst/>
          </a:prstGeom>
        </p:spPr>
        <p:txBody>
          <a:bodyPr vert="horz" wrap="square" lIns="0" tIns="13335" rIns="0" bIns="0" rtlCol="0">
            <a:spAutoFit/>
          </a:bodyPr>
          <a:lstStyle/>
          <a:p>
            <a:pPr marL="12700" marR="5080" algn="ctr">
              <a:lnSpc>
                <a:spcPct val="100000"/>
              </a:lnSpc>
              <a:spcBef>
                <a:spcPts val="105"/>
              </a:spcBef>
            </a:pPr>
            <a:r>
              <a:rPr sz="1400" dirty="0">
                <a:solidFill>
                  <a:srgbClr val="FFFFFF"/>
                </a:solidFill>
                <a:latin typeface="Calibri"/>
                <a:cs typeface="Calibri"/>
              </a:rPr>
              <a:t>Digital</a:t>
            </a:r>
            <a:r>
              <a:rPr sz="1400" spc="-40"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Analog Converter</a:t>
            </a:r>
            <a:endParaRPr sz="1400">
              <a:latin typeface="Calibri"/>
              <a:cs typeface="Calibri"/>
            </a:endParaRPr>
          </a:p>
        </p:txBody>
      </p:sp>
      <p:grpSp>
        <p:nvGrpSpPr>
          <p:cNvPr id="12" name="object 12"/>
          <p:cNvGrpSpPr/>
          <p:nvPr/>
        </p:nvGrpSpPr>
        <p:grpSpPr>
          <a:xfrm>
            <a:off x="2875699" y="1063929"/>
            <a:ext cx="939800" cy="939800"/>
            <a:chOff x="2875699" y="1063929"/>
            <a:chExt cx="939800" cy="939800"/>
          </a:xfrm>
        </p:grpSpPr>
        <p:sp>
          <p:nvSpPr>
            <p:cNvPr id="13" name="object 13"/>
            <p:cNvSpPr/>
            <p:nvPr/>
          </p:nvSpPr>
          <p:spPr>
            <a:xfrm>
              <a:off x="2888399"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4" name="object 14"/>
            <p:cNvSpPr/>
            <p:nvPr/>
          </p:nvSpPr>
          <p:spPr>
            <a:xfrm>
              <a:off x="2888399"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5" name="object 15"/>
          <p:cNvSpPr txBox="1"/>
          <p:nvPr/>
        </p:nvSpPr>
        <p:spPr>
          <a:xfrm>
            <a:off x="3098873" y="1188900"/>
            <a:ext cx="492125" cy="666750"/>
          </a:xfrm>
          <a:prstGeom prst="rect">
            <a:avLst/>
          </a:prstGeom>
        </p:spPr>
        <p:txBody>
          <a:bodyPr vert="horz" wrap="square" lIns="0" tIns="13335" rIns="0" bIns="0" rtlCol="0">
            <a:spAutoFit/>
          </a:bodyPr>
          <a:lstStyle/>
          <a:p>
            <a:pPr algn="ctr">
              <a:lnSpc>
                <a:spcPct val="100000"/>
              </a:lnSpc>
              <a:spcBef>
                <a:spcPts val="105"/>
              </a:spcBef>
            </a:pPr>
            <a:r>
              <a:rPr sz="1400" spc="-25" dirty="0">
                <a:solidFill>
                  <a:srgbClr val="FFFFFF"/>
                </a:solidFill>
                <a:latin typeface="Calibri"/>
                <a:cs typeface="Calibri"/>
              </a:rPr>
              <a:t>LED</a:t>
            </a:r>
            <a:endParaRPr sz="1400">
              <a:latin typeface="Calibri"/>
              <a:cs typeface="Calibri"/>
            </a:endParaRPr>
          </a:p>
          <a:p>
            <a:pPr marL="12700" marR="5080" indent="-635" algn="ctr">
              <a:lnSpc>
                <a:spcPct val="100000"/>
              </a:lnSpc>
            </a:pPr>
            <a:r>
              <a:rPr sz="1400" spc="-10" dirty="0">
                <a:solidFill>
                  <a:srgbClr val="FFFFFF"/>
                </a:solidFill>
                <a:latin typeface="Calibri"/>
                <a:cs typeface="Calibri"/>
              </a:rPr>
              <a:t>Driver Circuit</a:t>
            </a:r>
            <a:endParaRPr sz="1400">
              <a:latin typeface="Calibri"/>
              <a:cs typeface="Calibri"/>
            </a:endParaRPr>
          </a:p>
        </p:txBody>
      </p:sp>
      <p:grpSp>
        <p:nvGrpSpPr>
          <p:cNvPr id="16" name="object 16"/>
          <p:cNvGrpSpPr/>
          <p:nvPr/>
        </p:nvGrpSpPr>
        <p:grpSpPr>
          <a:xfrm>
            <a:off x="4125455" y="1063929"/>
            <a:ext cx="939800" cy="939800"/>
            <a:chOff x="4125455" y="1063929"/>
            <a:chExt cx="939800" cy="939800"/>
          </a:xfrm>
        </p:grpSpPr>
        <p:sp>
          <p:nvSpPr>
            <p:cNvPr id="17" name="object 17"/>
            <p:cNvSpPr/>
            <p:nvPr/>
          </p:nvSpPr>
          <p:spPr>
            <a:xfrm>
              <a:off x="4138155"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8" name="object 18"/>
            <p:cNvSpPr/>
            <p:nvPr/>
          </p:nvSpPr>
          <p:spPr>
            <a:xfrm>
              <a:off x="4138155"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9" name="object 19"/>
          <p:cNvSpPr txBox="1"/>
          <p:nvPr/>
        </p:nvSpPr>
        <p:spPr>
          <a:xfrm>
            <a:off x="4446158" y="1402260"/>
            <a:ext cx="29718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LED</a:t>
            </a:r>
            <a:endParaRPr sz="1400">
              <a:latin typeface="Calibri"/>
              <a:cs typeface="Calibri"/>
            </a:endParaRPr>
          </a:p>
        </p:txBody>
      </p:sp>
      <p:grpSp>
        <p:nvGrpSpPr>
          <p:cNvPr id="20" name="object 20"/>
          <p:cNvGrpSpPr/>
          <p:nvPr/>
        </p:nvGrpSpPr>
        <p:grpSpPr>
          <a:xfrm>
            <a:off x="7344371" y="1063929"/>
            <a:ext cx="939800" cy="939800"/>
            <a:chOff x="7344371" y="1063929"/>
            <a:chExt cx="939800" cy="939800"/>
          </a:xfrm>
        </p:grpSpPr>
        <p:sp>
          <p:nvSpPr>
            <p:cNvPr id="21" name="object 21"/>
            <p:cNvSpPr/>
            <p:nvPr/>
          </p:nvSpPr>
          <p:spPr>
            <a:xfrm>
              <a:off x="7357071"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2" name="object 22"/>
            <p:cNvSpPr/>
            <p:nvPr/>
          </p:nvSpPr>
          <p:spPr>
            <a:xfrm>
              <a:off x="7357071"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3" name="object 23"/>
          <p:cNvSpPr txBox="1"/>
          <p:nvPr/>
        </p:nvSpPr>
        <p:spPr>
          <a:xfrm>
            <a:off x="7700134" y="1402260"/>
            <a:ext cx="22606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PD</a:t>
            </a:r>
            <a:endParaRPr sz="1400">
              <a:latin typeface="Calibri"/>
              <a:cs typeface="Calibri"/>
            </a:endParaRPr>
          </a:p>
        </p:txBody>
      </p:sp>
      <p:grpSp>
        <p:nvGrpSpPr>
          <p:cNvPr id="24" name="object 24"/>
          <p:cNvGrpSpPr/>
          <p:nvPr/>
        </p:nvGrpSpPr>
        <p:grpSpPr>
          <a:xfrm>
            <a:off x="9712108" y="1063929"/>
            <a:ext cx="939800" cy="939800"/>
            <a:chOff x="9712108" y="1063929"/>
            <a:chExt cx="939800" cy="939800"/>
          </a:xfrm>
        </p:grpSpPr>
        <p:sp>
          <p:nvSpPr>
            <p:cNvPr id="25" name="object 25"/>
            <p:cNvSpPr/>
            <p:nvPr/>
          </p:nvSpPr>
          <p:spPr>
            <a:xfrm>
              <a:off x="9724808"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C0504D"/>
            </a:solidFill>
          </p:spPr>
          <p:txBody>
            <a:bodyPr wrap="square" lIns="0" tIns="0" rIns="0" bIns="0" rtlCol="0"/>
            <a:lstStyle/>
            <a:p>
              <a:endParaRPr/>
            </a:p>
          </p:txBody>
        </p:sp>
        <p:sp>
          <p:nvSpPr>
            <p:cNvPr id="26" name="object 26"/>
            <p:cNvSpPr/>
            <p:nvPr/>
          </p:nvSpPr>
          <p:spPr>
            <a:xfrm>
              <a:off x="9724808"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4F1D1B"/>
              </a:solidFill>
            </a:ln>
          </p:spPr>
          <p:txBody>
            <a:bodyPr wrap="square" lIns="0" tIns="0" rIns="0" bIns="0" rtlCol="0"/>
            <a:lstStyle/>
            <a:p>
              <a:endParaRPr/>
            </a:p>
          </p:txBody>
        </p:sp>
      </p:grpSp>
      <p:sp>
        <p:nvSpPr>
          <p:cNvPr id="27" name="object 27"/>
          <p:cNvSpPr txBox="1"/>
          <p:nvPr/>
        </p:nvSpPr>
        <p:spPr>
          <a:xfrm>
            <a:off x="9807254" y="1188900"/>
            <a:ext cx="749300" cy="666750"/>
          </a:xfrm>
          <a:prstGeom prst="rect">
            <a:avLst/>
          </a:prstGeom>
        </p:spPr>
        <p:txBody>
          <a:bodyPr vert="horz" wrap="square" lIns="0" tIns="13335" rIns="0" bIns="0" rtlCol="0">
            <a:spAutoFit/>
          </a:bodyPr>
          <a:lstStyle/>
          <a:p>
            <a:pPr marL="12065" marR="5080" indent="-1905" algn="ctr">
              <a:lnSpc>
                <a:spcPct val="100000"/>
              </a:lnSpc>
              <a:spcBef>
                <a:spcPts val="105"/>
              </a:spcBef>
            </a:pPr>
            <a:r>
              <a:rPr sz="1400" dirty="0">
                <a:solidFill>
                  <a:srgbClr val="FFFFFF"/>
                </a:solidFill>
                <a:latin typeface="Calibri"/>
                <a:cs typeface="Calibri"/>
              </a:rPr>
              <a:t>Analog</a:t>
            </a:r>
            <a:r>
              <a:rPr sz="1400" spc="-45"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Digital Converter</a:t>
            </a:r>
            <a:endParaRPr sz="1400">
              <a:latin typeface="Calibri"/>
              <a:cs typeface="Calibri"/>
            </a:endParaRPr>
          </a:p>
        </p:txBody>
      </p:sp>
      <p:grpSp>
        <p:nvGrpSpPr>
          <p:cNvPr id="28" name="object 28"/>
          <p:cNvGrpSpPr/>
          <p:nvPr/>
        </p:nvGrpSpPr>
        <p:grpSpPr>
          <a:xfrm>
            <a:off x="8539619" y="1069378"/>
            <a:ext cx="939800" cy="939800"/>
            <a:chOff x="8539619" y="1069378"/>
            <a:chExt cx="939800" cy="939800"/>
          </a:xfrm>
        </p:grpSpPr>
        <p:sp>
          <p:nvSpPr>
            <p:cNvPr id="29" name="object 29"/>
            <p:cNvSpPr/>
            <p:nvPr/>
          </p:nvSpPr>
          <p:spPr>
            <a:xfrm>
              <a:off x="8552319" y="1082078"/>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0" name="object 30"/>
            <p:cNvSpPr/>
            <p:nvPr/>
          </p:nvSpPr>
          <p:spPr>
            <a:xfrm>
              <a:off x="8552319" y="1082078"/>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1" name="object 31"/>
          <p:cNvSpPr txBox="1"/>
          <p:nvPr/>
        </p:nvSpPr>
        <p:spPr>
          <a:xfrm>
            <a:off x="8662171" y="1407709"/>
            <a:ext cx="69278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Amplifier</a:t>
            </a:r>
            <a:endParaRPr sz="1400">
              <a:latin typeface="Calibri"/>
              <a:cs typeface="Calibri"/>
            </a:endParaRPr>
          </a:p>
        </p:txBody>
      </p:sp>
      <p:grpSp>
        <p:nvGrpSpPr>
          <p:cNvPr id="32" name="object 32"/>
          <p:cNvGrpSpPr/>
          <p:nvPr/>
        </p:nvGrpSpPr>
        <p:grpSpPr>
          <a:xfrm>
            <a:off x="10829823" y="1073759"/>
            <a:ext cx="939800" cy="939800"/>
            <a:chOff x="10829823" y="1073759"/>
            <a:chExt cx="939800" cy="939800"/>
          </a:xfrm>
        </p:grpSpPr>
        <p:sp>
          <p:nvSpPr>
            <p:cNvPr id="33" name="object 33"/>
            <p:cNvSpPr/>
            <p:nvPr/>
          </p:nvSpPr>
          <p:spPr>
            <a:xfrm>
              <a:off x="10842523" y="108645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34" name="object 34"/>
            <p:cNvSpPr/>
            <p:nvPr/>
          </p:nvSpPr>
          <p:spPr>
            <a:xfrm>
              <a:off x="10842523" y="108645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5" name="object 35"/>
          <p:cNvSpPr txBox="1"/>
          <p:nvPr/>
        </p:nvSpPr>
        <p:spPr>
          <a:xfrm>
            <a:off x="10923452" y="1412091"/>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sp>
        <p:nvSpPr>
          <p:cNvPr id="36" name="object 36"/>
          <p:cNvSpPr/>
          <p:nvPr/>
        </p:nvSpPr>
        <p:spPr>
          <a:xfrm>
            <a:off x="304800" y="848029"/>
            <a:ext cx="4876800" cy="1371600"/>
          </a:xfrm>
          <a:custGeom>
            <a:avLst/>
            <a:gdLst/>
            <a:ahLst/>
            <a:cxnLst/>
            <a:rect l="l" t="t" r="r" b="b"/>
            <a:pathLst>
              <a:path w="4876800" h="1371600">
                <a:moveTo>
                  <a:pt x="0" y="0"/>
                </a:moveTo>
                <a:lnTo>
                  <a:pt x="4876800" y="0"/>
                </a:lnTo>
                <a:lnTo>
                  <a:pt x="48768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sp>
        <p:nvSpPr>
          <p:cNvPr id="37" name="object 37"/>
          <p:cNvSpPr/>
          <p:nvPr/>
        </p:nvSpPr>
        <p:spPr>
          <a:xfrm>
            <a:off x="7239000" y="838200"/>
            <a:ext cx="4800600" cy="1371600"/>
          </a:xfrm>
          <a:custGeom>
            <a:avLst/>
            <a:gdLst/>
            <a:ahLst/>
            <a:cxnLst/>
            <a:rect l="l" t="t" r="r" b="b"/>
            <a:pathLst>
              <a:path w="4800600" h="1371600">
                <a:moveTo>
                  <a:pt x="0" y="0"/>
                </a:moveTo>
                <a:lnTo>
                  <a:pt x="4800600" y="0"/>
                </a:lnTo>
                <a:lnTo>
                  <a:pt x="48006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grpSp>
        <p:nvGrpSpPr>
          <p:cNvPr id="38" name="object 38"/>
          <p:cNvGrpSpPr/>
          <p:nvPr/>
        </p:nvGrpSpPr>
        <p:grpSpPr>
          <a:xfrm>
            <a:off x="5245100" y="1444932"/>
            <a:ext cx="1877695" cy="177800"/>
            <a:chOff x="5245100" y="1444932"/>
            <a:chExt cx="1877695" cy="177800"/>
          </a:xfrm>
        </p:grpSpPr>
        <p:sp>
          <p:nvSpPr>
            <p:cNvPr id="39" name="object 39"/>
            <p:cNvSpPr/>
            <p:nvPr/>
          </p:nvSpPr>
          <p:spPr>
            <a:xfrm>
              <a:off x="5257800" y="1457632"/>
              <a:ext cx="1852295" cy="152400"/>
            </a:xfrm>
            <a:custGeom>
              <a:avLst/>
              <a:gdLst/>
              <a:ahLst/>
              <a:cxnLst/>
              <a:rect l="l" t="t" r="r" b="b"/>
              <a:pathLst>
                <a:path w="1852295" h="152400">
                  <a:moveTo>
                    <a:pt x="1775955" y="0"/>
                  </a:moveTo>
                  <a:lnTo>
                    <a:pt x="1775955" y="38100"/>
                  </a:lnTo>
                  <a:lnTo>
                    <a:pt x="0" y="38100"/>
                  </a:lnTo>
                  <a:lnTo>
                    <a:pt x="0" y="114300"/>
                  </a:lnTo>
                  <a:lnTo>
                    <a:pt x="1775955" y="114300"/>
                  </a:lnTo>
                  <a:lnTo>
                    <a:pt x="1775955" y="152400"/>
                  </a:lnTo>
                  <a:lnTo>
                    <a:pt x="1852155" y="76200"/>
                  </a:lnTo>
                  <a:lnTo>
                    <a:pt x="1775955" y="0"/>
                  </a:lnTo>
                  <a:close/>
                </a:path>
              </a:pathLst>
            </a:custGeom>
            <a:solidFill>
              <a:srgbClr val="4F81BC"/>
            </a:solidFill>
          </p:spPr>
          <p:txBody>
            <a:bodyPr wrap="square" lIns="0" tIns="0" rIns="0" bIns="0" rtlCol="0"/>
            <a:lstStyle/>
            <a:p>
              <a:endParaRPr/>
            </a:p>
          </p:txBody>
        </p:sp>
        <p:sp>
          <p:nvSpPr>
            <p:cNvPr id="40" name="object 40"/>
            <p:cNvSpPr/>
            <p:nvPr/>
          </p:nvSpPr>
          <p:spPr>
            <a:xfrm>
              <a:off x="5257800" y="1457632"/>
              <a:ext cx="1852295" cy="152400"/>
            </a:xfrm>
            <a:custGeom>
              <a:avLst/>
              <a:gdLst/>
              <a:ahLst/>
              <a:cxnLst/>
              <a:rect l="l" t="t" r="r" b="b"/>
              <a:pathLst>
                <a:path w="1852295" h="152400">
                  <a:moveTo>
                    <a:pt x="0" y="38100"/>
                  </a:moveTo>
                  <a:lnTo>
                    <a:pt x="1775955" y="38100"/>
                  </a:lnTo>
                  <a:lnTo>
                    <a:pt x="1775955" y="0"/>
                  </a:lnTo>
                  <a:lnTo>
                    <a:pt x="1852155" y="76200"/>
                  </a:lnTo>
                  <a:lnTo>
                    <a:pt x="1775955" y="152400"/>
                  </a:lnTo>
                  <a:lnTo>
                    <a:pt x="1775955" y="114300"/>
                  </a:lnTo>
                  <a:lnTo>
                    <a:pt x="0" y="114300"/>
                  </a:lnTo>
                  <a:lnTo>
                    <a:pt x="0" y="38100"/>
                  </a:lnTo>
                  <a:close/>
                </a:path>
              </a:pathLst>
            </a:custGeom>
            <a:ln w="25400">
              <a:solidFill>
                <a:srgbClr val="1C334E"/>
              </a:solidFill>
            </a:ln>
          </p:spPr>
          <p:txBody>
            <a:bodyPr wrap="square" lIns="0" tIns="0" rIns="0" bIns="0" rtlCol="0"/>
            <a:lstStyle/>
            <a:p>
              <a:endParaRPr/>
            </a:p>
          </p:txBody>
        </p:sp>
      </p:grpSp>
      <p:pic>
        <p:nvPicPr>
          <p:cNvPr id="41" name="object 41"/>
          <p:cNvPicPr/>
          <p:nvPr/>
        </p:nvPicPr>
        <p:blipFill>
          <a:blip r:embed="rId2" cstate="print"/>
          <a:stretch>
            <a:fillRect/>
          </a:stretch>
        </p:blipFill>
        <p:spPr>
          <a:xfrm>
            <a:off x="6306321" y="2877516"/>
            <a:ext cx="5691419" cy="3211777"/>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Let’s</a:t>
            </a:r>
            <a:r>
              <a:rPr spc="-40" dirty="0"/>
              <a:t> </a:t>
            </a:r>
            <a:r>
              <a:rPr dirty="0"/>
              <a:t>talk</a:t>
            </a:r>
            <a:r>
              <a:rPr spc="-40" dirty="0"/>
              <a:t> </a:t>
            </a:r>
            <a:r>
              <a:rPr dirty="0"/>
              <a:t>about</a:t>
            </a:r>
            <a:r>
              <a:rPr spc="-20" dirty="0"/>
              <a:t> </a:t>
            </a:r>
            <a:r>
              <a:rPr dirty="0"/>
              <a:t>a</a:t>
            </a:r>
            <a:r>
              <a:rPr spc="-30" dirty="0"/>
              <a:t> </a:t>
            </a:r>
            <a:r>
              <a:rPr dirty="0"/>
              <a:t>real</a:t>
            </a:r>
            <a:r>
              <a:rPr spc="-45" dirty="0"/>
              <a:t> </a:t>
            </a:r>
            <a:r>
              <a:rPr dirty="0"/>
              <a:t>world</a:t>
            </a:r>
            <a:r>
              <a:rPr spc="-40" dirty="0"/>
              <a:t> </a:t>
            </a:r>
            <a:r>
              <a:rPr spc="-10" dirty="0"/>
              <a:t>system</a:t>
            </a:r>
          </a:p>
        </p:txBody>
      </p:sp>
      <p:grpSp>
        <p:nvGrpSpPr>
          <p:cNvPr id="3" name="object 3"/>
          <p:cNvGrpSpPr/>
          <p:nvPr/>
        </p:nvGrpSpPr>
        <p:grpSpPr>
          <a:xfrm>
            <a:off x="444500" y="1063929"/>
            <a:ext cx="939800" cy="939800"/>
            <a:chOff x="444500" y="1063929"/>
            <a:chExt cx="939800" cy="939800"/>
          </a:xfrm>
        </p:grpSpPr>
        <p:sp>
          <p:nvSpPr>
            <p:cNvPr id="4" name="object 4"/>
            <p:cNvSpPr/>
            <p:nvPr/>
          </p:nvSpPr>
          <p:spPr>
            <a:xfrm>
              <a:off x="457200"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C0504D"/>
            </a:solidFill>
          </p:spPr>
          <p:txBody>
            <a:bodyPr wrap="square" lIns="0" tIns="0" rIns="0" bIns="0" rtlCol="0"/>
            <a:lstStyle/>
            <a:p>
              <a:endParaRPr/>
            </a:p>
          </p:txBody>
        </p:sp>
        <p:sp>
          <p:nvSpPr>
            <p:cNvPr id="5" name="object 5"/>
            <p:cNvSpPr/>
            <p:nvPr/>
          </p:nvSpPr>
          <p:spPr>
            <a:xfrm>
              <a:off x="457200"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4F1D1B"/>
              </a:solidFill>
            </a:ln>
          </p:spPr>
          <p:txBody>
            <a:bodyPr wrap="square" lIns="0" tIns="0" rIns="0" bIns="0" rtlCol="0"/>
            <a:lstStyle/>
            <a:p>
              <a:endParaRPr/>
            </a:p>
          </p:txBody>
        </p:sp>
      </p:grpSp>
      <p:sp>
        <p:nvSpPr>
          <p:cNvPr id="6" name="object 6"/>
          <p:cNvSpPr txBox="1"/>
          <p:nvPr/>
        </p:nvSpPr>
        <p:spPr>
          <a:xfrm>
            <a:off x="538130" y="1402260"/>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grpSp>
        <p:nvGrpSpPr>
          <p:cNvPr id="7" name="object 7"/>
          <p:cNvGrpSpPr/>
          <p:nvPr/>
        </p:nvGrpSpPr>
        <p:grpSpPr>
          <a:xfrm>
            <a:off x="1617002" y="1063929"/>
            <a:ext cx="939800" cy="939800"/>
            <a:chOff x="1617002" y="1063929"/>
            <a:chExt cx="939800" cy="939800"/>
          </a:xfrm>
        </p:grpSpPr>
        <p:sp>
          <p:nvSpPr>
            <p:cNvPr id="8" name="object 8"/>
            <p:cNvSpPr/>
            <p:nvPr/>
          </p:nvSpPr>
          <p:spPr>
            <a:xfrm>
              <a:off x="1629702"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9" name="object 9"/>
            <p:cNvSpPr/>
            <p:nvPr/>
          </p:nvSpPr>
          <p:spPr>
            <a:xfrm>
              <a:off x="1629702"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0" name="object 10"/>
          <p:cNvSpPr txBox="1"/>
          <p:nvPr/>
        </p:nvSpPr>
        <p:spPr>
          <a:xfrm>
            <a:off x="1712157" y="1188900"/>
            <a:ext cx="749300" cy="666750"/>
          </a:xfrm>
          <a:prstGeom prst="rect">
            <a:avLst/>
          </a:prstGeom>
        </p:spPr>
        <p:txBody>
          <a:bodyPr vert="horz" wrap="square" lIns="0" tIns="13335" rIns="0" bIns="0" rtlCol="0">
            <a:spAutoFit/>
          </a:bodyPr>
          <a:lstStyle/>
          <a:p>
            <a:pPr marL="12700" marR="5080" algn="ctr">
              <a:lnSpc>
                <a:spcPct val="100000"/>
              </a:lnSpc>
              <a:spcBef>
                <a:spcPts val="105"/>
              </a:spcBef>
            </a:pPr>
            <a:r>
              <a:rPr sz="1400" dirty="0">
                <a:solidFill>
                  <a:srgbClr val="FFFFFF"/>
                </a:solidFill>
                <a:latin typeface="Calibri"/>
                <a:cs typeface="Calibri"/>
              </a:rPr>
              <a:t>Digital</a:t>
            </a:r>
            <a:r>
              <a:rPr sz="1400" spc="-40"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Analog Converter</a:t>
            </a:r>
            <a:endParaRPr sz="1400">
              <a:latin typeface="Calibri"/>
              <a:cs typeface="Calibri"/>
            </a:endParaRPr>
          </a:p>
        </p:txBody>
      </p:sp>
      <p:grpSp>
        <p:nvGrpSpPr>
          <p:cNvPr id="11" name="object 11"/>
          <p:cNvGrpSpPr/>
          <p:nvPr/>
        </p:nvGrpSpPr>
        <p:grpSpPr>
          <a:xfrm>
            <a:off x="2875699" y="1063929"/>
            <a:ext cx="939800" cy="939800"/>
            <a:chOff x="2875699" y="1063929"/>
            <a:chExt cx="939800" cy="939800"/>
          </a:xfrm>
        </p:grpSpPr>
        <p:sp>
          <p:nvSpPr>
            <p:cNvPr id="12" name="object 12"/>
            <p:cNvSpPr/>
            <p:nvPr/>
          </p:nvSpPr>
          <p:spPr>
            <a:xfrm>
              <a:off x="2888399"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3" name="object 13"/>
            <p:cNvSpPr/>
            <p:nvPr/>
          </p:nvSpPr>
          <p:spPr>
            <a:xfrm>
              <a:off x="2888399"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4" name="object 14"/>
          <p:cNvSpPr txBox="1"/>
          <p:nvPr/>
        </p:nvSpPr>
        <p:spPr>
          <a:xfrm>
            <a:off x="3098873" y="1188900"/>
            <a:ext cx="492125" cy="666750"/>
          </a:xfrm>
          <a:prstGeom prst="rect">
            <a:avLst/>
          </a:prstGeom>
        </p:spPr>
        <p:txBody>
          <a:bodyPr vert="horz" wrap="square" lIns="0" tIns="13335" rIns="0" bIns="0" rtlCol="0">
            <a:spAutoFit/>
          </a:bodyPr>
          <a:lstStyle/>
          <a:p>
            <a:pPr algn="ctr">
              <a:lnSpc>
                <a:spcPct val="100000"/>
              </a:lnSpc>
              <a:spcBef>
                <a:spcPts val="105"/>
              </a:spcBef>
            </a:pPr>
            <a:r>
              <a:rPr sz="1400" spc="-25" dirty="0">
                <a:solidFill>
                  <a:srgbClr val="FFFFFF"/>
                </a:solidFill>
                <a:latin typeface="Calibri"/>
                <a:cs typeface="Calibri"/>
              </a:rPr>
              <a:t>LED</a:t>
            </a:r>
            <a:endParaRPr sz="1400">
              <a:latin typeface="Calibri"/>
              <a:cs typeface="Calibri"/>
            </a:endParaRPr>
          </a:p>
          <a:p>
            <a:pPr marL="12700" marR="5080" indent="-635" algn="ctr">
              <a:lnSpc>
                <a:spcPct val="100000"/>
              </a:lnSpc>
            </a:pPr>
            <a:r>
              <a:rPr sz="1400" spc="-10" dirty="0">
                <a:solidFill>
                  <a:srgbClr val="FFFFFF"/>
                </a:solidFill>
                <a:latin typeface="Calibri"/>
                <a:cs typeface="Calibri"/>
              </a:rPr>
              <a:t>Driver Circuit</a:t>
            </a:r>
            <a:endParaRPr sz="1400">
              <a:latin typeface="Calibri"/>
              <a:cs typeface="Calibri"/>
            </a:endParaRPr>
          </a:p>
        </p:txBody>
      </p:sp>
      <p:grpSp>
        <p:nvGrpSpPr>
          <p:cNvPr id="15" name="object 15"/>
          <p:cNvGrpSpPr/>
          <p:nvPr/>
        </p:nvGrpSpPr>
        <p:grpSpPr>
          <a:xfrm>
            <a:off x="4125455" y="1063929"/>
            <a:ext cx="939800" cy="939800"/>
            <a:chOff x="4125455" y="1063929"/>
            <a:chExt cx="939800" cy="939800"/>
          </a:xfrm>
        </p:grpSpPr>
        <p:sp>
          <p:nvSpPr>
            <p:cNvPr id="16" name="object 16"/>
            <p:cNvSpPr/>
            <p:nvPr/>
          </p:nvSpPr>
          <p:spPr>
            <a:xfrm>
              <a:off x="4138155"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17" name="object 17"/>
            <p:cNvSpPr/>
            <p:nvPr/>
          </p:nvSpPr>
          <p:spPr>
            <a:xfrm>
              <a:off x="4138155"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18" name="object 18"/>
          <p:cNvSpPr txBox="1"/>
          <p:nvPr/>
        </p:nvSpPr>
        <p:spPr>
          <a:xfrm>
            <a:off x="4446158" y="1402260"/>
            <a:ext cx="29718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LED</a:t>
            </a:r>
            <a:endParaRPr sz="1400">
              <a:latin typeface="Calibri"/>
              <a:cs typeface="Calibri"/>
            </a:endParaRPr>
          </a:p>
        </p:txBody>
      </p:sp>
      <p:grpSp>
        <p:nvGrpSpPr>
          <p:cNvPr id="19" name="object 19"/>
          <p:cNvGrpSpPr/>
          <p:nvPr/>
        </p:nvGrpSpPr>
        <p:grpSpPr>
          <a:xfrm>
            <a:off x="7344371" y="1063929"/>
            <a:ext cx="939800" cy="939800"/>
            <a:chOff x="7344371" y="1063929"/>
            <a:chExt cx="939800" cy="939800"/>
          </a:xfrm>
        </p:grpSpPr>
        <p:sp>
          <p:nvSpPr>
            <p:cNvPr id="20" name="object 20"/>
            <p:cNvSpPr/>
            <p:nvPr/>
          </p:nvSpPr>
          <p:spPr>
            <a:xfrm>
              <a:off x="7357071"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1" name="object 21"/>
            <p:cNvSpPr/>
            <p:nvPr/>
          </p:nvSpPr>
          <p:spPr>
            <a:xfrm>
              <a:off x="7357071"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2" name="object 22"/>
          <p:cNvSpPr txBox="1"/>
          <p:nvPr/>
        </p:nvSpPr>
        <p:spPr>
          <a:xfrm>
            <a:off x="7700134" y="1402260"/>
            <a:ext cx="22606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Calibri"/>
                <a:cs typeface="Calibri"/>
              </a:rPr>
              <a:t>PD</a:t>
            </a:r>
            <a:endParaRPr sz="1400">
              <a:latin typeface="Calibri"/>
              <a:cs typeface="Calibri"/>
            </a:endParaRPr>
          </a:p>
        </p:txBody>
      </p:sp>
      <p:grpSp>
        <p:nvGrpSpPr>
          <p:cNvPr id="23" name="object 23"/>
          <p:cNvGrpSpPr/>
          <p:nvPr/>
        </p:nvGrpSpPr>
        <p:grpSpPr>
          <a:xfrm>
            <a:off x="9712108" y="1063929"/>
            <a:ext cx="939800" cy="939800"/>
            <a:chOff x="9712108" y="1063929"/>
            <a:chExt cx="939800" cy="939800"/>
          </a:xfrm>
        </p:grpSpPr>
        <p:sp>
          <p:nvSpPr>
            <p:cNvPr id="24" name="object 24"/>
            <p:cNvSpPr/>
            <p:nvPr/>
          </p:nvSpPr>
          <p:spPr>
            <a:xfrm>
              <a:off x="9724808" y="107662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5" name="object 25"/>
            <p:cNvSpPr/>
            <p:nvPr/>
          </p:nvSpPr>
          <p:spPr>
            <a:xfrm>
              <a:off x="9724808" y="107662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26" name="object 26"/>
          <p:cNvSpPr txBox="1"/>
          <p:nvPr/>
        </p:nvSpPr>
        <p:spPr>
          <a:xfrm>
            <a:off x="9807254" y="1188900"/>
            <a:ext cx="749300" cy="666750"/>
          </a:xfrm>
          <a:prstGeom prst="rect">
            <a:avLst/>
          </a:prstGeom>
        </p:spPr>
        <p:txBody>
          <a:bodyPr vert="horz" wrap="square" lIns="0" tIns="13335" rIns="0" bIns="0" rtlCol="0">
            <a:spAutoFit/>
          </a:bodyPr>
          <a:lstStyle/>
          <a:p>
            <a:pPr marL="12065" marR="5080" indent="-1905" algn="ctr">
              <a:lnSpc>
                <a:spcPct val="100000"/>
              </a:lnSpc>
              <a:spcBef>
                <a:spcPts val="105"/>
              </a:spcBef>
            </a:pPr>
            <a:r>
              <a:rPr sz="1400" dirty="0">
                <a:solidFill>
                  <a:srgbClr val="FFFFFF"/>
                </a:solidFill>
                <a:latin typeface="Calibri"/>
                <a:cs typeface="Calibri"/>
              </a:rPr>
              <a:t>Analog</a:t>
            </a:r>
            <a:r>
              <a:rPr sz="1400" spc="-45" dirty="0">
                <a:solidFill>
                  <a:srgbClr val="FFFFFF"/>
                </a:solidFill>
                <a:latin typeface="Calibri"/>
                <a:cs typeface="Calibri"/>
              </a:rPr>
              <a:t> </a:t>
            </a:r>
            <a:r>
              <a:rPr sz="1400" spc="-25" dirty="0">
                <a:solidFill>
                  <a:srgbClr val="FFFFFF"/>
                </a:solidFill>
                <a:latin typeface="Calibri"/>
                <a:cs typeface="Calibri"/>
              </a:rPr>
              <a:t>to </a:t>
            </a:r>
            <a:r>
              <a:rPr sz="1400" spc="-10" dirty="0">
                <a:solidFill>
                  <a:srgbClr val="FFFFFF"/>
                </a:solidFill>
                <a:latin typeface="Calibri"/>
                <a:cs typeface="Calibri"/>
              </a:rPr>
              <a:t>Digital Converter</a:t>
            </a:r>
            <a:endParaRPr sz="1400">
              <a:latin typeface="Calibri"/>
              <a:cs typeface="Calibri"/>
            </a:endParaRPr>
          </a:p>
        </p:txBody>
      </p:sp>
      <p:grpSp>
        <p:nvGrpSpPr>
          <p:cNvPr id="27" name="object 27"/>
          <p:cNvGrpSpPr/>
          <p:nvPr/>
        </p:nvGrpSpPr>
        <p:grpSpPr>
          <a:xfrm>
            <a:off x="8539619" y="1069378"/>
            <a:ext cx="939800" cy="939800"/>
            <a:chOff x="8539619" y="1069378"/>
            <a:chExt cx="939800" cy="939800"/>
          </a:xfrm>
        </p:grpSpPr>
        <p:sp>
          <p:nvSpPr>
            <p:cNvPr id="28" name="object 28"/>
            <p:cNvSpPr/>
            <p:nvPr/>
          </p:nvSpPr>
          <p:spPr>
            <a:xfrm>
              <a:off x="8552319" y="1082078"/>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4F81BC"/>
            </a:solidFill>
          </p:spPr>
          <p:txBody>
            <a:bodyPr wrap="square" lIns="0" tIns="0" rIns="0" bIns="0" rtlCol="0"/>
            <a:lstStyle/>
            <a:p>
              <a:endParaRPr/>
            </a:p>
          </p:txBody>
        </p:sp>
        <p:sp>
          <p:nvSpPr>
            <p:cNvPr id="29" name="object 29"/>
            <p:cNvSpPr/>
            <p:nvPr/>
          </p:nvSpPr>
          <p:spPr>
            <a:xfrm>
              <a:off x="8552319" y="1082078"/>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1C334E"/>
              </a:solidFill>
            </a:ln>
          </p:spPr>
          <p:txBody>
            <a:bodyPr wrap="square" lIns="0" tIns="0" rIns="0" bIns="0" rtlCol="0"/>
            <a:lstStyle/>
            <a:p>
              <a:endParaRPr/>
            </a:p>
          </p:txBody>
        </p:sp>
      </p:grpSp>
      <p:sp>
        <p:nvSpPr>
          <p:cNvPr id="30" name="object 30"/>
          <p:cNvSpPr txBox="1"/>
          <p:nvPr/>
        </p:nvSpPr>
        <p:spPr>
          <a:xfrm>
            <a:off x="8662171" y="1407709"/>
            <a:ext cx="69278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Amplifier</a:t>
            </a:r>
            <a:endParaRPr sz="1400">
              <a:latin typeface="Calibri"/>
              <a:cs typeface="Calibri"/>
            </a:endParaRPr>
          </a:p>
        </p:txBody>
      </p:sp>
      <p:grpSp>
        <p:nvGrpSpPr>
          <p:cNvPr id="31" name="object 31"/>
          <p:cNvGrpSpPr/>
          <p:nvPr/>
        </p:nvGrpSpPr>
        <p:grpSpPr>
          <a:xfrm>
            <a:off x="10829823" y="1073759"/>
            <a:ext cx="939800" cy="939800"/>
            <a:chOff x="10829823" y="1073759"/>
            <a:chExt cx="939800" cy="939800"/>
          </a:xfrm>
        </p:grpSpPr>
        <p:sp>
          <p:nvSpPr>
            <p:cNvPr id="32" name="object 32"/>
            <p:cNvSpPr/>
            <p:nvPr/>
          </p:nvSpPr>
          <p:spPr>
            <a:xfrm>
              <a:off x="10842523" y="1086459"/>
              <a:ext cx="914400" cy="914400"/>
            </a:xfrm>
            <a:custGeom>
              <a:avLst/>
              <a:gdLst/>
              <a:ahLst/>
              <a:cxnLst/>
              <a:rect l="l" t="t" r="r" b="b"/>
              <a:pathLst>
                <a:path w="914400" h="914400">
                  <a:moveTo>
                    <a:pt x="914400" y="0"/>
                  </a:moveTo>
                  <a:lnTo>
                    <a:pt x="0" y="0"/>
                  </a:lnTo>
                  <a:lnTo>
                    <a:pt x="0" y="914400"/>
                  </a:lnTo>
                  <a:lnTo>
                    <a:pt x="914400" y="914400"/>
                  </a:lnTo>
                  <a:lnTo>
                    <a:pt x="914400" y="0"/>
                  </a:lnTo>
                  <a:close/>
                </a:path>
              </a:pathLst>
            </a:custGeom>
            <a:solidFill>
              <a:srgbClr val="C0504D"/>
            </a:solidFill>
          </p:spPr>
          <p:txBody>
            <a:bodyPr wrap="square" lIns="0" tIns="0" rIns="0" bIns="0" rtlCol="0"/>
            <a:lstStyle/>
            <a:p>
              <a:endParaRPr/>
            </a:p>
          </p:txBody>
        </p:sp>
        <p:sp>
          <p:nvSpPr>
            <p:cNvPr id="33" name="object 33"/>
            <p:cNvSpPr/>
            <p:nvPr/>
          </p:nvSpPr>
          <p:spPr>
            <a:xfrm>
              <a:off x="10842523" y="1086459"/>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ln w="25400">
              <a:solidFill>
                <a:srgbClr val="4F1D1B"/>
              </a:solidFill>
            </a:ln>
          </p:spPr>
          <p:txBody>
            <a:bodyPr wrap="square" lIns="0" tIns="0" rIns="0" bIns="0" rtlCol="0"/>
            <a:lstStyle/>
            <a:p>
              <a:endParaRPr/>
            </a:p>
          </p:txBody>
        </p:sp>
      </p:grpSp>
      <p:sp>
        <p:nvSpPr>
          <p:cNvPr id="34" name="object 34"/>
          <p:cNvSpPr txBox="1"/>
          <p:nvPr/>
        </p:nvSpPr>
        <p:spPr>
          <a:xfrm>
            <a:off x="10923452" y="1412091"/>
            <a:ext cx="752475" cy="239395"/>
          </a:xfrm>
          <a:prstGeom prst="rect">
            <a:avLst/>
          </a:prstGeom>
        </p:spPr>
        <p:txBody>
          <a:bodyPr vert="horz" wrap="square" lIns="0" tIns="13335" rIns="0" bIns="0" rtlCol="0">
            <a:spAutoFit/>
          </a:bodyPr>
          <a:lstStyle/>
          <a:p>
            <a:pPr marL="12700">
              <a:lnSpc>
                <a:spcPct val="100000"/>
              </a:lnSpc>
              <a:spcBef>
                <a:spcPts val="105"/>
              </a:spcBef>
            </a:pPr>
            <a:r>
              <a:rPr sz="1400" spc="-10" dirty="0">
                <a:solidFill>
                  <a:srgbClr val="FFFFFF"/>
                </a:solidFill>
                <a:latin typeface="Calibri"/>
                <a:cs typeface="Calibri"/>
              </a:rPr>
              <a:t>Computer</a:t>
            </a:r>
            <a:endParaRPr sz="1400">
              <a:latin typeface="Calibri"/>
              <a:cs typeface="Calibri"/>
            </a:endParaRPr>
          </a:p>
        </p:txBody>
      </p:sp>
      <p:sp>
        <p:nvSpPr>
          <p:cNvPr id="35" name="object 35"/>
          <p:cNvSpPr/>
          <p:nvPr/>
        </p:nvSpPr>
        <p:spPr>
          <a:xfrm>
            <a:off x="304800" y="848029"/>
            <a:ext cx="4876800" cy="1371600"/>
          </a:xfrm>
          <a:custGeom>
            <a:avLst/>
            <a:gdLst/>
            <a:ahLst/>
            <a:cxnLst/>
            <a:rect l="l" t="t" r="r" b="b"/>
            <a:pathLst>
              <a:path w="4876800" h="1371600">
                <a:moveTo>
                  <a:pt x="0" y="0"/>
                </a:moveTo>
                <a:lnTo>
                  <a:pt x="4876800" y="0"/>
                </a:lnTo>
                <a:lnTo>
                  <a:pt x="48768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sp>
        <p:nvSpPr>
          <p:cNvPr id="36" name="object 36"/>
          <p:cNvSpPr/>
          <p:nvPr/>
        </p:nvSpPr>
        <p:spPr>
          <a:xfrm>
            <a:off x="7239000" y="838200"/>
            <a:ext cx="4800600" cy="1371600"/>
          </a:xfrm>
          <a:custGeom>
            <a:avLst/>
            <a:gdLst/>
            <a:ahLst/>
            <a:cxnLst/>
            <a:rect l="l" t="t" r="r" b="b"/>
            <a:pathLst>
              <a:path w="4800600" h="1371600">
                <a:moveTo>
                  <a:pt x="0" y="0"/>
                </a:moveTo>
                <a:lnTo>
                  <a:pt x="4800600" y="0"/>
                </a:lnTo>
                <a:lnTo>
                  <a:pt x="4800600" y="1371600"/>
                </a:lnTo>
                <a:lnTo>
                  <a:pt x="0" y="1371600"/>
                </a:lnTo>
                <a:lnTo>
                  <a:pt x="0" y="0"/>
                </a:lnTo>
                <a:close/>
              </a:path>
            </a:pathLst>
          </a:custGeom>
          <a:ln w="25400">
            <a:solidFill>
              <a:srgbClr val="1C334E"/>
            </a:solidFill>
            <a:prstDash val="sysDash"/>
          </a:ln>
        </p:spPr>
        <p:txBody>
          <a:bodyPr wrap="square" lIns="0" tIns="0" rIns="0" bIns="0" rtlCol="0"/>
          <a:lstStyle/>
          <a:p>
            <a:endParaRPr/>
          </a:p>
        </p:txBody>
      </p:sp>
      <p:grpSp>
        <p:nvGrpSpPr>
          <p:cNvPr id="37" name="object 37"/>
          <p:cNvGrpSpPr/>
          <p:nvPr/>
        </p:nvGrpSpPr>
        <p:grpSpPr>
          <a:xfrm>
            <a:off x="5245100" y="1444932"/>
            <a:ext cx="1877695" cy="177800"/>
            <a:chOff x="5245100" y="1444932"/>
            <a:chExt cx="1877695" cy="177800"/>
          </a:xfrm>
        </p:grpSpPr>
        <p:sp>
          <p:nvSpPr>
            <p:cNvPr id="38" name="object 38"/>
            <p:cNvSpPr/>
            <p:nvPr/>
          </p:nvSpPr>
          <p:spPr>
            <a:xfrm>
              <a:off x="5257800" y="1457632"/>
              <a:ext cx="1852295" cy="152400"/>
            </a:xfrm>
            <a:custGeom>
              <a:avLst/>
              <a:gdLst/>
              <a:ahLst/>
              <a:cxnLst/>
              <a:rect l="l" t="t" r="r" b="b"/>
              <a:pathLst>
                <a:path w="1852295" h="152400">
                  <a:moveTo>
                    <a:pt x="1775955" y="0"/>
                  </a:moveTo>
                  <a:lnTo>
                    <a:pt x="1775955" y="38100"/>
                  </a:lnTo>
                  <a:lnTo>
                    <a:pt x="0" y="38100"/>
                  </a:lnTo>
                  <a:lnTo>
                    <a:pt x="0" y="114300"/>
                  </a:lnTo>
                  <a:lnTo>
                    <a:pt x="1775955" y="114300"/>
                  </a:lnTo>
                  <a:lnTo>
                    <a:pt x="1775955" y="152400"/>
                  </a:lnTo>
                  <a:lnTo>
                    <a:pt x="1852155" y="76200"/>
                  </a:lnTo>
                  <a:lnTo>
                    <a:pt x="1775955" y="0"/>
                  </a:lnTo>
                  <a:close/>
                </a:path>
              </a:pathLst>
            </a:custGeom>
            <a:solidFill>
              <a:srgbClr val="4F81BC"/>
            </a:solidFill>
          </p:spPr>
          <p:txBody>
            <a:bodyPr wrap="square" lIns="0" tIns="0" rIns="0" bIns="0" rtlCol="0"/>
            <a:lstStyle/>
            <a:p>
              <a:endParaRPr/>
            </a:p>
          </p:txBody>
        </p:sp>
        <p:sp>
          <p:nvSpPr>
            <p:cNvPr id="39" name="object 39"/>
            <p:cNvSpPr/>
            <p:nvPr/>
          </p:nvSpPr>
          <p:spPr>
            <a:xfrm>
              <a:off x="5257800" y="1457632"/>
              <a:ext cx="1852295" cy="152400"/>
            </a:xfrm>
            <a:custGeom>
              <a:avLst/>
              <a:gdLst/>
              <a:ahLst/>
              <a:cxnLst/>
              <a:rect l="l" t="t" r="r" b="b"/>
              <a:pathLst>
                <a:path w="1852295" h="152400">
                  <a:moveTo>
                    <a:pt x="0" y="38100"/>
                  </a:moveTo>
                  <a:lnTo>
                    <a:pt x="1775955" y="38100"/>
                  </a:lnTo>
                  <a:lnTo>
                    <a:pt x="1775955" y="0"/>
                  </a:lnTo>
                  <a:lnTo>
                    <a:pt x="1852155" y="76200"/>
                  </a:lnTo>
                  <a:lnTo>
                    <a:pt x="1775955" y="152400"/>
                  </a:lnTo>
                  <a:lnTo>
                    <a:pt x="1775955" y="114300"/>
                  </a:lnTo>
                  <a:lnTo>
                    <a:pt x="0" y="114300"/>
                  </a:lnTo>
                  <a:lnTo>
                    <a:pt x="0" y="38100"/>
                  </a:lnTo>
                  <a:close/>
                </a:path>
              </a:pathLst>
            </a:custGeom>
            <a:ln w="25400">
              <a:solidFill>
                <a:srgbClr val="1C334E"/>
              </a:solidFill>
            </a:ln>
          </p:spPr>
          <p:txBody>
            <a:bodyPr wrap="square" lIns="0" tIns="0" rIns="0" bIns="0" rtlCol="0"/>
            <a:lstStyle/>
            <a:p>
              <a:endParaRPr/>
            </a:p>
          </p:txBody>
        </p:sp>
      </p:grpSp>
      <p:pic>
        <p:nvPicPr>
          <p:cNvPr id="40" name="object 40"/>
          <p:cNvPicPr/>
          <p:nvPr/>
        </p:nvPicPr>
        <p:blipFill>
          <a:blip r:embed="rId2" cstate="print"/>
          <a:stretch>
            <a:fillRect/>
          </a:stretch>
        </p:blipFill>
        <p:spPr>
          <a:xfrm>
            <a:off x="6306321" y="2877516"/>
            <a:ext cx="5691419" cy="3211777"/>
          </a:xfrm>
          <a:prstGeom prst="rect">
            <a:avLst/>
          </a:prstGeom>
        </p:spPr>
      </p:pic>
      <p:pic>
        <p:nvPicPr>
          <p:cNvPr id="41" name="object 41"/>
          <p:cNvPicPr/>
          <p:nvPr/>
        </p:nvPicPr>
        <p:blipFill>
          <a:blip r:embed="rId3" cstate="print"/>
          <a:stretch>
            <a:fillRect/>
          </a:stretch>
        </p:blipFill>
        <p:spPr>
          <a:xfrm>
            <a:off x="261377" y="2998048"/>
            <a:ext cx="5806932" cy="3033465"/>
          </a:xfrm>
          <a:prstGeom prst="rect">
            <a:avLst/>
          </a:prstGeom>
        </p:spPr>
      </p:pic>
      <p:grpSp>
        <p:nvGrpSpPr>
          <p:cNvPr id="47" name="Group 46">
            <a:extLst>
              <a:ext uri="{FF2B5EF4-FFF2-40B4-BE49-F238E27FC236}">
                <a16:creationId xmlns:a16="http://schemas.microsoft.com/office/drawing/2014/main" id="{37B3C85C-6C78-4738-B9C6-0BDCFE0C1BA3}"/>
              </a:ext>
            </a:extLst>
          </p:cNvPr>
          <p:cNvGrpSpPr/>
          <p:nvPr/>
        </p:nvGrpSpPr>
        <p:grpSpPr>
          <a:xfrm>
            <a:off x="2573390" y="2460637"/>
            <a:ext cx="1014120" cy="277560"/>
            <a:chOff x="2573390" y="2460637"/>
            <a:chExt cx="1014120" cy="277560"/>
          </a:xfrm>
        </p:grpSpPr>
        <mc:AlternateContent xmlns:mc="http://schemas.openxmlformats.org/markup-compatibility/2006" xmlns:p14="http://schemas.microsoft.com/office/powerpoint/2010/main">
          <mc:Choice Requires="p14">
            <p:contentPart p14:bwMode="auto" r:id="rId4">
              <p14:nvContentPartPr>
                <p14:cNvPr id="42" name="Ink 41">
                  <a:extLst>
                    <a:ext uri="{FF2B5EF4-FFF2-40B4-BE49-F238E27FC236}">
                      <a16:creationId xmlns:a16="http://schemas.microsoft.com/office/drawing/2014/main" id="{73562B8A-B21D-84AF-8656-07F83ABB6007}"/>
                    </a:ext>
                  </a:extLst>
                </p14:cNvPr>
                <p14:cNvContentPartPr/>
                <p14:nvPr/>
              </p14:nvContentPartPr>
              <p14:xfrm>
                <a:off x="2573390" y="2497357"/>
                <a:ext cx="196200" cy="240840"/>
              </p14:xfrm>
            </p:contentPart>
          </mc:Choice>
          <mc:Fallback xmlns="">
            <p:pic>
              <p:nvPicPr>
                <p:cNvPr id="42" name="Ink 41">
                  <a:extLst>
                    <a:ext uri="{FF2B5EF4-FFF2-40B4-BE49-F238E27FC236}">
                      <a16:creationId xmlns:a16="http://schemas.microsoft.com/office/drawing/2014/main" id="{73562B8A-B21D-84AF-8656-07F83ABB6007}"/>
                    </a:ext>
                  </a:extLst>
                </p:cNvPr>
                <p:cNvPicPr/>
                <p:nvPr/>
              </p:nvPicPr>
              <p:blipFill>
                <a:blip r:embed="rId5"/>
                <a:stretch>
                  <a:fillRect/>
                </a:stretch>
              </p:blipFill>
              <p:spPr>
                <a:xfrm>
                  <a:off x="2555390" y="2479717"/>
                  <a:ext cx="23184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3" name="Ink 42">
                  <a:extLst>
                    <a:ext uri="{FF2B5EF4-FFF2-40B4-BE49-F238E27FC236}">
                      <a16:creationId xmlns:a16="http://schemas.microsoft.com/office/drawing/2014/main" id="{5C7E130E-A517-D3E9-E014-406A2CF67611}"/>
                    </a:ext>
                  </a:extLst>
                </p14:cNvPr>
                <p14:cNvContentPartPr/>
                <p14:nvPr/>
              </p14:nvContentPartPr>
              <p14:xfrm>
                <a:off x="2845910" y="2460637"/>
                <a:ext cx="74160" cy="254160"/>
              </p14:xfrm>
            </p:contentPart>
          </mc:Choice>
          <mc:Fallback xmlns="">
            <p:pic>
              <p:nvPicPr>
                <p:cNvPr id="43" name="Ink 42">
                  <a:extLst>
                    <a:ext uri="{FF2B5EF4-FFF2-40B4-BE49-F238E27FC236}">
                      <a16:creationId xmlns:a16="http://schemas.microsoft.com/office/drawing/2014/main" id="{5C7E130E-A517-D3E9-E014-406A2CF67611}"/>
                    </a:ext>
                  </a:extLst>
                </p:cNvPr>
                <p:cNvPicPr/>
                <p:nvPr/>
              </p:nvPicPr>
              <p:blipFill>
                <a:blip r:embed="rId7"/>
                <a:stretch>
                  <a:fillRect/>
                </a:stretch>
              </p:blipFill>
              <p:spPr>
                <a:xfrm>
                  <a:off x="2827910" y="2442637"/>
                  <a:ext cx="10980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4" name="Ink 43">
                  <a:extLst>
                    <a:ext uri="{FF2B5EF4-FFF2-40B4-BE49-F238E27FC236}">
                      <a16:creationId xmlns:a16="http://schemas.microsoft.com/office/drawing/2014/main" id="{2EAADDFD-8B43-C4FE-9171-C95148A0B9FE}"/>
                    </a:ext>
                  </a:extLst>
                </p14:cNvPr>
                <p14:cNvContentPartPr/>
                <p14:nvPr/>
              </p14:nvContentPartPr>
              <p14:xfrm>
                <a:off x="2962550" y="2528677"/>
                <a:ext cx="110520" cy="155520"/>
              </p14:xfrm>
            </p:contentPart>
          </mc:Choice>
          <mc:Fallback xmlns="">
            <p:pic>
              <p:nvPicPr>
                <p:cNvPr id="44" name="Ink 43">
                  <a:extLst>
                    <a:ext uri="{FF2B5EF4-FFF2-40B4-BE49-F238E27FC236}">
                      <a16:creationId xmlns:a16="http://schemas.microsoft.com/office/drawing/2014/main" id="{2EAADDFD-8B43-C4FE-9171-C95148A0B9FE}"/>
                    </a:ext>
                  </a:extLst>
                </p:cNvPr>
                <p:cNvPicPr/>
                <p:nvPr/>
              </p:nvPicPr>
              <p:blipFill>
                <a:blip r:embed="rId9"/>
                <a:stretch>
                  <a:fillRect/>
                </a:stretch>
              </p:blipFill>
              <p:spPr>
                <a:xfrm>
                  <a:off x="2944550" y="2510677"/>
                  <a:ext cx="14616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5" name="Ink 44">
                  <a:extLst>
                    <a:ext uri="{FF2B5EF4-FFF2-40B4-BE49-F238E27FC236}">
                      <a16:creationId xmlns:a16="http://schemas.microsoft.com/office/drawing/2014/main" id="{D04E59F9-071A-5FAF-A3EF-01E098DAEA80}"/>
                    </a:ext>
                  </a:extLst>
                </p14:cNvPr>
                <p14:cNvContentPartPr/>
                <p14:nvPr/>
              </p14:nvContentPartPr>
              <p14:xfrm>
                <a:off x="3147590" y="2508877"/>
                <a:ext cx="199440" cy="142200"/>
              </p14:xfrm>
            </p:contentPart>
          </mc:Choice>
          <mc:Fallback xmlns="">
            <p:pic>
              <p:nvPicPr>
                <p:cNvPr id="45" name="Ink 44">
                  <a:extLst>
                    <a:ext uri="{FF2B5EF4-FFF2-40B4-BE49-F238E27FC236}">
                      <a16:creationId xmlns:a16="http://schemas.microsoft.com/office/drawing/2014/main" id="{D04E59F9-071A-5FAF-A3EF-01E098DAEA80}"/>
                    </a:ext>
                  </a:extLst>
                </p:cNvPr>
                <p:cNvPicPr/>
                <p:nvPr/>
              </p:nvPicPr>
              <p:blipFill>
                <a:blip r:embed="rId11"/>
                <a:stretch>
                  <a:fillRect/>
                </a:stretch>
              </p:blipFill>
              <p:spPr>
                <a:xfrm>
                  <a:off x="3129590" y="2491237"/>
                  <a:ext cx="23508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6" name="Ink 45">
                  <a:extLst>
                    <a:ext uri="{FF2B5EF4-FFF2-40B4-BE49-F238E27FC236}">
                      <a16:creationId xmlns:a16="http://schemas.microsoft.com/office/drawing/2014/main" id="{268164AF-308A-5344-5D68-3B9B0BFC3663}"/>
                    </a:ext>
                  </a:extLst>
                </p14:cNvPr>
                <p14:cNvContentPartPr/>
                <p14:nvPr/>
              </p14:nvContentPartPr>
              <p14:xfrm>
                <a:off x="3371510" y="2493397"/>
                <a:ext cx="216000" cy="120600"/>
              </p14:xfrm>
            </p:contentPart>
          </mc:Choice>
          <mc:Fallback xmlns="">
            <p:pic>
              <p:nvPicPr>
                <p:cNvPr id="46" name="Ink 45">
                  <a:extLst>
                    <a:ext uri="{FF2B5EF4-FFF2-40B4-BE49-F238E27FC236}">
                      <a16:creationId xmlns:a16="http://schemas.microsoft.com/office/drawing/2014/main" id="{268164AF-308A-5344-5D68-3B9B0BFC3663}"/>
                    </a:ext>
                  </a:extLst>
                </p:cNvPr>
                <p:cNvPicPr/>
                <p:nvPr/>
              </p:nvPicPr>
              <p:blipFill>
                <a:blip r:embed="rId13"/>
                <a:stretch>
                  <a:fillRect/>
                </a:stretch>
              </p:blipFill>
              <p:spPr>
                <a:xfrm>
                  <a:off x="3353870" y="2475757"/>
                  <a:ext cx="251640" cy="156240"/>
                </a:xfrm>
                <a:prstGeom prst="rect">
                  <a:avLst/>
                </a:prstGeom>
              </p:spPr>
            </p:pic>
          </mc:Fallback>
        </mc:AlternateContent>
      </p:grpSp>
      <p:grpSp>
        <p:nvGrpSpPr>
          <p:cNvPr id="66" name="Group 65">
            <a:extLst>
              <a:ext uri="{FF2B5EF4-FFF2-40B4-BE49-F238E27FC236}">
                <a16:creationId xmlns:a16="http://schemas.microsoft.com/office/drawing/2014/main" id="{7FF9629E-E2AA-C78B-78DB-6E869ADB5272}"/>
              </a:ext>
            </a:extLst>
          </p:cNvPr>
          <p:cNvGrpSpPr/>
          <p:nvPr/>
        </p:nvGrpSpPr>
        <p:grpSpPr>
          <a:xfrm>
            <a:off x="7878710" y="2385037"/>
            <a:ext cx="716400" cy="373680"/>
            <a:chOff x="7878710" y="2385037"/>
            <a:chExt cx="716400" cy="373680"/>
          </a:xfrm>
        </p:grpSpPr>
        <mc:AlternateContent xmlns:mc="http://schemas.openxmlformats.org/markup-compatibility/2006" xmlns:p14="http://schemas.microsoft.com/office/powerpoint/2010/main">
          <mc:Choice Requires="p14">
            <p:contentPart p14:bwMode="auto" r:id="rId14">
              <p14:nvContentPartPr>
                <p14:cNvPr id="48" name="Ink 47">
                  <a:extLst>
                    <a:ext uri="{FF2B5EF4-FFF2-40B4-BE49-F238E27FC236}">
                      <a16:creationId xmlns:a16="http://schemas.microsoft.com/office/drawing/2014/main" id="{5D81A552-3187-41FE-6135-F08CB9B72CAC}"/>
                    </a:ext>
                  </a:extLst>
                </p14:cNvPr>
                <p14:cNvContentPartPr/>
                <p14:nvPr/>
              </p14:nvContentPartPr>
              <p14:xfrm>
                <a:off x="7879430" y="2385037"/>
                <a:ext cx="157680" cy="238680"/>
              </p14:xfrm>
            </p:contentPart>
          </mc:Choice>
          <mc:Fallback xmlns="">
            <p:pic>
              <p:nvPicPr>
                <p:cNvPr id="48" name="Ink 47">
                  <a:extLst>
                    <a:ext uri="{FF2B5EF4-FFF2-40B4-BE49-F238E27FC236}">
                      <a16:creationId xmlns:a16="http://schemas.microsoft.com/office/drawing/2014/main" id="{5D81A552-3187-41FE-6135-F08CB9B72CAC}"/>
                    </a:ext>
                  </a:extLst>
                </p:cNvPr>
                <p:cNvPicPr/>
                <p:nvPr/>
              </p:nvPicPr>
              <p:blipFill>
                <a:blip r:embed="rId15"/>
                <a:stretch>
                  <a:fillRect/>
                </a:stretch>
              </p:blipFill>
              <p:spPr>
                <a:xfrm>
                  <a:off x="7861430" y="2367037"/>
                  <a:ext cx="19332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9" name="Ink 48">
                  <a:extLst>
                    <a:ext uri="{FF2B5EF4-FFF2-40B4-BE49-F238E27FC236}">
                      <a16:creationId xmlns:a16="http://schemas.microsoft.com/office/drawing/2014/main" id="{FD4FB7E2-4F6F-DAAE-8C2E-CDEFA86003EE}"/>
                    </a:ext>
                  </a:extLst>
                </p14:cNvPr>
                <p14:cNvContentPartPr/>
                <p14:nvPr/>
              </p14:nvContentPartPr>
              <p14:xfrm>
                <a:off x="7878710" y="2569357"/>
                <a:ext cx="18720" cy="69120"/>
              </p14:xfrm>
            </p:contentPart>
          </mc:Choice>
          <mc:Fallback xmlns="">
            <p:pic>
              <p:nvPicPr>
                <p:cNvPr id="49" name="Ink 48">
                  <a:extLst>
                    <a:ext uri="{FF2B5EF4-FFF2-40B4-BE49-F238E27FC236}">
                      <a16:creationId xmlns:a16="http://schemas.microsoft.com/office/drawing/2014/main" id="{FD4FB7E2-4F6F-DAAE-8C2E-CDEFA86003EE}"/>
                    </a:ext>
                  </a:extLst>
                </p:cNvPr>
                <p:cNvPicPr/>
                <p:nvPr/>
              </p:nvPicPr>
              <p:blipFill>
                <a:blip r:embed="rId17"/>
                <a:stretch>
                  <a:fillRect/>
                </a:stretch>
              </p:blipFill>
              <p:spPr>
                <a:xfrm>
                  <a:off x="7861070" y="2551357"/>
                  <a:ext cx="543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0" name="Ink 49">
                  <a:extLst>
                    <a:ext uri="{FF2B5EF4-FFF2-40B4-BE49-F238E27FC236}">
                      <a16:creationId xmlns:a16="http://schemas.microsoft.com/office/drawing/2014/main" id="{18776A2B-AE4C-58CF-3185-FD5BAC302FB3}"/>
                    </a:ext>
                  </a:extLst>
                </p14:cNvPr>
                <p14:cNvContentPartPr/>
                <p14:nvPr/>
              </p14:nvContentPartPr>
              <p14:xfrm>
                <a:off x="8070950" y="2525797"/>
                <a:ext cx="94320" cy="93240"/>
              </p14:xfrm>
            </p:contentPart>
          </mc:Choice>
          <mc:Fallback xmlns="">
            <p:pic>
              <p:nvPicPr>
                <p:cNvPr id="50" name="Ink 49">
                  <a:extLst>
                    <a:ext uri="{FF2B5EF4-FFF2-40B4-BE49-F238E27FC236}">
                      <a16:creationId xmlns:a16="http://schemas.microsoft.com/office/drawing/2014/main" id="{18776A2B-AE4C-58CF-3185-FD5BAC302FB3}"/>
                    </a:ext>
                  </a:extLst>
                </p:cNvPr>
                <p:cNvPicPr/>
                <p:nvPr/>
              </p:nvPicPr>
              <p:blipFill>
                <a:blip r:embed="rId19"/>
                <a:stretch>
                  <a:fillRect/>
                </a:stretch>
              </p:blipFill>
              <p:spPr>
                <a:xfrm>
                  <a:off x="8053310" y="2507797"/>
                  <a:ext cx="12996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1" name="Ink 50">
                  <a:extLst>
                    <a:ext uri="{FF2B5EF4-FFF2-40B4-BE49-F238E27FC236}">
                      <a16:creationId xmlns:a16="http://schemas.microsoft.com/office/drawing/2014/main" id="{C71034FB-571A-3193-7F22-E510ED12F53E}"/>
                    </a:ext>
                  </a:extLst>
                </p14:cNvPr>
                <p14:cNvContentPartPr/>
                <p14:nvPr/>
              </p14:nvContentPartPr>
              <p14:xfrm>
                <a:off x="8250590" y="2491957"/>
                <a:ext cx="19440" cy="125280"/>
              </p14:xfrm>
            </p:contentPart>
          </mc:Choice>
          <mc:Fallback xmlns="">
            <p:pic>
              <p:nvPicPr>
                <p:cNvPr id="51" name="Ink 50">
                  <a:extLst>
                    <a:ext uri="{FF2B5EF4-FFF2-40B4-BE49-F238E27FC236}">
                      <a16:creationId xmlns:a16="http://schemas.microsoft.com/office/drawing/2014/main" id="{C71034FB-571A-3193-7F22-E510ED12F53E}"/>
                    </a:ext>
                  </a:extLst>
                </p:cNvPr>
                <p:cNvPicPr/>
                <p:nvPr/>
              </p:nvPicPr>
              <p:blipFill>
                <a:blip r:embed="rId21"/>
                <a:stretch>
                  <a:fillRect/>
                </a:stretch>
              </p:blipFill>
              <p:spPr>
                <a:xfrm>
                  <a:off x="8232950" y="2473957"/>
                  <a:ext cx="5508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2" name="Ink 51">
                  <a:extLst>
                    <a:ext uri="{FF2B5EF4-FFF2-40B4-BE49-F238E27FC236}">
                      <a16:creationId xmlns:a16="http://schemas.microsoft.com/office/drawing/2014/main" id="{EA048512-9882-F891-C57E-B3EFAFB25E8C}"/>
                    </a:ext>
                  </a:extLst>
                </p14:cNvPr>
                <p14:cNvContentPartPr/>
                <p14:nvPr/>
              </p14:nvContentPartPr>
              <p14:xfrm>
                <a:off x="8270030" y="2410237"/>
                <a:ext cx="5040" cy="33480"/>
              </p14:xfrm>
            </p:contentPart>
          </mc:Choice>
          <mc:Fallback xmlns="">
            <p:pic>
              <p:nvPicPr>
                <p:cNvPr id="52" name="Ink 51">
                  <a:extLst>
                    <a:ext uri="{FF2B5EF4-FFF2-40B4-BE49-F238E27FC236}">
                      <a16:creationId xmlns:a16="http://schemas.microsoft.com/office/drawing/2014/main" id="{EA048512-9882-F891-C57E-B3EFAFB25E8C}"/>
                    </a:ext>
                  </a:extLst>
                </p:cNvPr>
                <p:cNvPicPr/>
                <p:nvPr/>
              </p:nvPicPr>
              <p:blipFill>
                <a:blip r:embed="rId23"/>
                <a:stretch>
                  <a:fillRect/>
                </a:stretch>
              </p:blipFill>
              <p:spPr>
                <a:xfrm>
                  <a:off x="8252390" y="2392597"/>
                  <a:ext cx="4068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3" name="Ink 52">
                  <a:extLst>
                    <a:ext uri="{FF2B5EF4-FFF2-40B4-BE49-F238E27FC236}">
                      <a16:creationId xmlns:a16="http://schemas.microsoft.com/office/drawing/2014/main" id="{4DDCACAC-37F5-B9B8-DD31-895300226624}"/>
                    </a:ext>
                  </a:extLst>
                </p14:cNvPr>
                <p14:cNvContentPartPr/>
                <p14:nvPr/>
              </p14:nvContentPartPr>
              <p14:xfrm>
                <a:off x="8363270" y="2461717"/>
                <a:ext cx="84240" cy="164880"/>
              </p14:xfrm>
            </p:contentPart>
          </mc:Choice>
          <mc:Fallback xmlns="">
            <p:pic>
              <p:nvPicPr>
                <p:cNvPr id="53" name="Ink 52">
                  <a:extLst>
                    <a:ext uri="{FF2B5EF4-FFF2-40B4-BE49-F238E27FC236}">
                      <a16:creationId xmlns:a16="http://schemas.microsoft.com/office/drawing/2014/main" id="{4DDCACAC-37F5-B9B8-DD31-895300226624}"/>
                    </a:ext>
                  </a:extLst>
                </p:cNvPr>
                <p:cNvPicPr/>
                <p:nvPr/>
              </p:nvPicPr>
              <p:blipFill>
                <a:blip r:embed="rId25"/>
                <a:stretch>
                  <a:fillRect/>
                </a:stretch>
              </p:blipFill>
              <p:spPr>
                <a:xfrm>
                  <a:off x="8345630" y="2443717"/>
                  <a:ext cx="11988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4" name="Ink 53">
                  <a:extLst>
                    <a:ext uri="{FF2B5EF4-FFF2-40B4-BE49-F238E27FC236}">
                      <a16:creationId xmlns:a16="http://schemas.microsoft.com/office/drawing/2014/main" id="{17B938A3-221E-61A7-FAEB-6AF881B4F597}"/>
                    </a:ext>
                  </a:extLst>
                </p14:cNvPr>
                <p14:cNvContentPartPr/>
                <p14:nvPr/>
              </p14:nvContentPartPr>
              <p14:xfrm>
                <a:off x="8511950" y="2510317"/>
                <a:ext cx="83160" cy="248400"/>
              </p14:xfrm>
            </p:contentPart>
          </mc:Choice>
          <mc:Fallback xmlns="">
            <p:pic>
              <p:nvPicPr>
                <p:cNvPr id="54" name="Ink 53">
                  <a:extLst>
                    <a:ext uri="{FF2B5EF4-FFF2-40B4-BE49-F238E27FC236}">
                      <a16:creationId xmlns:a16="http://schemas.microsoft.com/office/drawing/2014/main" id="{17B938A3-221E-61A7-FAEB-6AF881B4F597}"/>
                    </a:ext>
                  </a:extLst>
                </p:cNvPr>
                <p:cNvPicPr/>
                <p:nvPr/>
              </p:nvPicPr>
              <p:blipFill>
                <a:blip r:embed="rId27"/>
                <a:stretch>
                  <a:fillRect/>
                </a:stretch>
              </p:blipFill>
              <p:spPr>
                <a:xfrm>
                  <a:off x="8494310" y="2492677"/>
                  <a:ext cx="118800" cy="284040"/>
                </a:xfrm>
                <a:prstGeom prst="rect">
                  <a:avLst/>
                </a:prstGeom>
              </p:spPr>
            </p:pic>
          </mc:Fallback>
        </mc:AlternateContent>
      </p:grpSp>
      <p:grpSp>
        <p:nvGrpSpPr>
          <p:cNvPr id="65" name="Group 64">
            <a:extLst>
              <a:ext uri="{FF2B5EF4-FFF2-40B4-BE49-F238E27FC236}">
                <a16:creationId xmlns:a16="http://schemas.microsoft.com/office/drawing/2014/main" id="{EE7F54BC-BB35-D408-BA14-E7052126BA05}"/>
              </a:ext>
            </a:extLst>
          </p:cNvPr>
          <p:cNvGrpSpPr/>
          <p:nvPr/>
        </p:nvGrpSpPr>
        <p:grpSpPr>
          <a:xfrm>
            <a:off x="9055910" y="2365957"/>
            <a:ext cx="1250640" cy="324360"/>
            <a:chOff x="9055910" y="2365957"/>
            <a:chExt cx="1250640" cy="324360"/>
          </a:xfrm>
        </p:grpSpPr>
        <mc:AlternateContent xmlns:mc="http://schemas.openxmlformats.org/markup-compatibility/2006" xmlns:p14="http://schemas.microsoft.com/office/powerpoint/2010/main">
          <mc:Choice Requires="p14">
            <p:contentPart p14:bwMode="auto" r:id="rId28">
              <p14:nvContentPartPr>
                <p14:cNvPr id="55" name="Ink 54">
                  <a:extLst>
                    <a:ext uri="{FF2B5EF4-FFF2-40B4-BE49-F238E27FC236}">
                      <a16:creationId xmlns:a16="http://schemas.microsoft.com/office/drawing/2014/main" id="{AA8F8DA3-670B-BB19-5B91-8625AE55B648}"/>
                    </a:ext>
                  </a:extLst>
                </p14:cNvPr>
                <p14:cNvContentPartPr/>
                <p14:nvPr/>
              </p14:nvContentPartPr>
              <p14:xfrm>
                <a:off x="9055910" y="2489077"/>
                <a:ext cx="153000" cy="170640"/>
              </p14:xfrm>
            </p:contentPart>
          </mc:Choice>
          <mc:Fallback xmlns="">
            <p:pic>
              <p:nvPicPr>
                <p:cNvPr id="55" name="Ink 54">
                  <a:extLst>
                    <a:ext uri="{FF2B5EF4-FFF2-40B4-BE49-F238E27FC236}">
                      <a16:creationId xmlns:a16="http://schemas.microsoft.com/office/drawing/2014/main" id="{AA8F8DA3-670B-BB19-5B91-8625AE55B648}"/>
                    </a:ext>
                  </a:extLst>
                </p:cNvPr>
                <p:cNvPicPr/>
                <p:nvPr/>
              </p:nvPicPr>
              <p:blipFill>
                <a:blip r:embed="rId29"/>
                <a:stretch>
                  <a:fillRect/>
                </a:stretch>
              </p:blipFill>
              <p:spPr>
                <a:xfrm>
                  <a:off x="9037910" y="2471437"/>
                  <a:ext cx="18864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6" name="Ink 55">
                  <a:extLst>
                    <a:ext uri="{FF2B5EF4-FFF2-40B4-BE49-F238E27FC236}">
                      <a16:creationId xmlns:a16="http://schemas.microsoft.com/office/drawing/2014/main" id="{D76B5A4C-57D8-9CD7-DCB2-9AD7950C49D7}"/>
                    </a:ext>
                  </a:extLst>
                </p14:cNvPr>
                <p14:cNvContentPartPr/>
                <p14:nvPr/>
              </p14:nvContentPartPr>
              <p14:xfrm>
                <a:off x="9275870" y="2509237"/>
                <a:ext cx="177120" cy="136080"/>
              </p14:xfrm>
            </p:contentPart>
          </mc:Choice>
          <mc:Fallback xmlns="">
            <p:pic>
              <p:nvPicPr>
                <p:cNvPr id="56" name="Ink 55">
                  <a:extLst>
                    <a:ext uri="{FF2B5EF4-FFF2-40B4-BE49-F238E27FC236}">
                      <a16:creationId xmlns:a16="http://schemas.microsoft.com/office/drawing/2014/main" id="{D76B5A4C-57D8-9CD7-DCB2-9AD7950C49D7}"/>
                    </a:ext>
                  </a:extLst>
                </p:cNvPr>
                <p:cNvPicPr/>
                <p:nvPr/>
              </p:nvPicPr>
              <p:blipFill>
                <a:blip r:embed="rId31"/>
                <a:stretch>
                  <a:fillRect/>
                </a:stretch>
              </p:blipFill>
              <p:spPr>
                <a:xfrm>
                  <a:off x="9257870" y="2491597"/>
                  <a:ext cx="21276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7" name="Ink 56">
                  <a:extLst>
                    <a:ext uri="{FF2B5EF4-FFF2-40B4-BE49-F238E27FC236}">
                      <a16:creationId xmlns:a16="http://schemas.microsoft.com/office/drawing/2014/main" id="{C9C9C979-999F-EEF6-8D18-47136881CFD3}"/>
                    </a:ext>
                  </a:extLst>
                </p14:cNvPr>
                <p14:cNvContentPartPr/>
                <p14:nvPr/>
              </p14:nvContentPartPr>
              <p14:xfrm>
                <a:off x="9512030" y="2402317"/>
                <a:ext cx="44640" cy="224640"/>
              </p14:xfrm>
            </p:contentPart>
          </mc:Choice>
          <mc:Fallback xmlns="">
            <p:pic>
              <p:nvPicPr>
                <p:cNvPr id="57" name="Ink 56">
                  <a:extLst>
                    <a:ext uri="{FF2B5EF4-FFF2-40B4-BE49-F238E27FC236}">
                      <a16:creationId xmlns:a16="http://schemas.microsoft.com/office/drawing/2014/main" id="{C9C9C979-999F-EEF6-8D18-47136881CFD3}"/>
                    </a:ext>
                  </a:extLst>
                </p:cNvPr>
                <p:cNvPicPr/>
                <p:nvPr/>
              </p:nvPicPr>
              <p:blipFill>
                <a:blip r:embed="rId33"/>
                <a:stretch>
                  <a:fillRect/>
                </a:stretch>
              </p:blipFill>
              <p:spPr>
                <a:xfrm>
                  <a:off x="9494390" y="2384677"/>
                  <a:ext cx="8028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8" name="Ink 57">
                  <a:extLst>
                    <a:ext uri="{FF2B5EF4-FFF2-40B4-BE49-F238E27FC236}">
                      <a16:creationId xmlns:a16="http://schemas.microsoft.com/office/drawing/2014/main" id="{CCE2188F-1CBE-93E1-2C65-35BC63538299}"/>
                    </a:ext>
                  </a:extLst>
                </p14:cNvPr>
                <p14:cNvContentPartPr/>
                <p14:nvPr/>
              </p14:nvContentPartPr>
              <p14:xfrm>
                <a:off x="9490070" y="2548477"/>
                <a:ext cx="87480" cy="55080"/>
              </p14:xfrm>
            </p:contentPart>
          </mc:Choice>
          <mc:Fallback xmlns="">
            <p:pic>
              <p:nvPicPr>
                <p:cNvPr id="58" name="Ink 57">
                  <a:extLst>
                    <a:ext uri="{FF2B5EF4-FFF2-40B4-BE49-F238E27FC236}">
                      <a16:creationId xmlns:a16="http://schemas.microsoft.com/office/drawing/2014/main" id="{CCE2188F-1CBE-93E1-2C65-35BC63538299}"/>
                    </a:ext>
                  </a:extLst>
                </p:cNvPr>
                <p:cNvPicPr/>
                <p:nvPr/>
              </p:nvPicPr>
              <p:blipFill>
                <a:blip r:embed="rId35"/>
                <a:stretch>
                  <a:fillRect/>
                </a:stretch>
              </p:blipFill>
              <p:spPr>
                <a:xfrm>
                  <a:off x="9472070" y="2530837"/>
                  <a:ext cx="12312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9" name="Ink 58">
                  <a:extLst>
                    <a:ext uri="{FF2B5EF4-FFF2-40B4-BE49-F238E27FC236}">
                      <a16:creationId xmlns:a16="http://schemas.microsoft.com/office/drawing/2014/main" id="{3E860B07-CECA-27B1-74FB-F60F3E08F54D}"/>
                    </a:ext>
                  </a:extLst>
                </p14:cNvPr>
                <p14:cNvContentPartPr/>
                <p14:nvPr/>
              </p14:nvContentPartPr>
              <p14:xfrm>
                <a:off x="9634070" y="2545957"/>
                <a:ext cx="77040" cy="144360"/>
              </p14:xfrm>
            </p:contentPart>
          </mc:Choice>
          <mc:Fallback xmlns="">
            <p:pic>
              <p:nvPicPr>
                <p:cNvPr id="59" name="Ink 58">
                  <a:extLst>
                    <a:ext uri="{FF2B5EF4-FFF2-40B4-BE49-F238E27FC236}">
                      <a16:creationId xmlns:a16="http://schemas.microsoft.com/office/drawing/2014/main" id="{3E860B07-CECA-27B1-74FB-F60F3E08F54D}"/>
                    </a:ext>
                  </a:extLst>
                </p:cNvPr>
                <p:cNvPicPr/>
                <p:nvPr/>
              </p:nvPicPr>
              <p:blipFill>
                <a:blip r:embed="rId37"/>
                <a:stretch>
                  <a:fillRect/>
                </a:stretch>
              </p:blipFill>
              <p:spPr>
                <a:xfrm>
                  <a:off x="9616430" y="2528317"/>
                  <a:ext cx="11268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0" name="Ink 59">
                  <a:extLst>
                    <a:ext uri="{FF2B5EF4-FFF2-40B4-BE49-F238E27FC236}">
                      <a16:creationId xmlns:a16="http://schemas.microsoft.com/office/drawing/2014/main" id="{A12B788A-CF90-1095-D9E8-2FC6A8D66427}"/>
                    </a:ext>
                  </a:extLst>
                </p14:cNvPr>
                <p14:cNvContentPartPr/>
                <p14:nvPr/>
              </p14:nvContentPartPr>
              <p14:xfrm>
                <a:off x="9611390" y="2507437"/>
                <a:ext cx="121320" cy="101880"/>
              </p14:xfrm>
            </p:contentPart>
          </mc:Choice>
          <mc:Fallback xmlns="">
            <p:pic>
              <p:nvPicPr>
                <p:cNvPr id="60" name="Ink 59">
                  <a:extLst>
                    <a:ext uri="{FF2B5EF4-FFF2-40B4-BE49-F238E27FC236}">
                      <a16:creationId xmlns:a16="http://schemas.microsoft.com/office/drawing/2014/main" id="{A12B788A-CF90-1095-D9E8-2FC6A8D66427}"/>
                    </a:ext>
                  </a:extLst>
                </p:cNvPr>
                <p:cNvPicPr/>
                <p:nvPr/>
              </p:nvPicPr>
              <p:blipFill>
                <a:blip r:embed="rId39"/>
                <a:stretch>
                  <a:fillRect/>
                </a:stretch>
              </p:blipFill>
              <p:spPr>
                <a:xfrm>
                  <a:off x="9593390" y="2489797"/>
                  <a:ext cx="15696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1" name="Ink 60">
                  <a:extLst>
                    <a:ext uri="{FF2B5EF4-FFF2-40B4-BE49-F238E27FC236}">
                      <a16:creationId xmlns:a16="http://schemas.microsoft.com/office/drawing/2014/main" id="{F16C54D3-D28B-2DAC-6FC9-DE8D04108E5A}"/>
                    </a:ext>
                  </a:extLst>
                </p14:cNvPr>
                <p14:cNvContentPartPr/>
                <p14:nvPr/>
              </p14:nvContentPartPr>
              <p14:xfrm>
                <a:off x="9789950" y="2518957"/>
                <a:ext cx="159840" cy="82440"/>
              </p14:xfrm>
            </p:contentPart>
          </mc:Choice>
          <mc:Fallback xmlns="">
            <p:pic>
              <p:nvPicPr>
                <p:cNvPr id="61" name="Ink 60">
                  <a:extLst>
                    <a:ext uri="{FF2B5EF4-FFF2-40B4-BE49-F238E27FC236}">
                      <a16:creationId xmlns:a16="http://schemas.microsoft.com/office/drawing/2014/main" id="{F16C54D3-D28B-2DAC-6FC9-DE8D04108E5A}"/>
                    </a:ext>
                  </a:extLst>
                </p:cNvPr>
                <p:cNvPicPr/>
                <p:nvPr/>
              </p:nvPicPr>
              <p:blipFill>
                <a:blip r:embed="rId41"/>
                <a:stretch>
                  <a:fillRect/>
                </a:stretch>
              </p:blipFill>
              <p:spPr>
                <a:xfrm>
                  <a:off x="9771950" y="2500957"/>
                  <a:ext cx="19548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2" name="Ink 61">
                  <a:extLst>
                    <a:ext uri="{FF2B5EF4-FFF2-40B4-BE49-F238E27FC236}">
                      <a16:creationId xmlns:a16="http://schemas.microsoft.com/office/drawing/2014/main" id="{D9FA0143-27AA-04AA-080E-F0AFD5A6080A}"/>
                    </a:ext>
                  </a:extLst>
                </p14:cNvPr>
                <p14:cNvContentPartPr/>
                <p14:nvPr/>
              </p14:nvContentPartPr>
              <p14:xfrm>
                <a:off x="10037270" y="2365957"/>
                <a:ext cx="73440" cy="278640"/>
              </p14:xfrm>
            </p:contentPart>
          </mc:Choice>
          <mc:Fallback xmlns="">
            <p:pic>
              <p:nvPicPr>
                <p:cNvPr id="62" name="Ink 61">
                  <a:extLst>
                    <a:ext uri="{FF2B5EF4-FFF2-40B4-BE49-F238E27FC236}">
                      <a16:creationId xmlns:a16="http://schemas.microsoft.com/office/drawing/2014/main" id="{D9FA0143-27AA-04AA-080E-F0AFD5A6080A}"/>
                    </a:ext>
                  </a:extLst>
                </p:cNvPr>
                <p:cNvPicPr/>
                <p:nvPr/>
              </p:nvPicPr>
              <p:blipFill>
                <a:blip r:embed="rId43"/>
                <a:stretch>
                  <a:fillRect/>
                </a:stretch>
              </p:blipFill>
              <p:spPr>
                <a:xfrm>
                  <a:off x="10019630" y="2348317"/>
                  <a:ext cx="10908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3" name="Ink 62">
                  <a:extLst>
                    <a:ext uri="{FF2B5EF4-FFF2-40B4-BE49-F238E27FC236}">
                      <a16:creationId xmlns:a16="http://schemas.microsoft.com/office/drawing/2014/main" id="{C1D766C8-ABA7-D0A7-516D-F37A41E26E1F}"/>
                    </a:ext>
                  </a:extLst>
                </p14:cNvPr>
                <p14:cNvContentPartPr/>
                <p14:nvPr/>
              </p14:nvContentPartPr>
              <p14:xfrm>
                <a:off x="9964910" y="2507797"/>
                <a:ext cx="221400" cy="55440"/>
              </p14:xfrm>
            </p:contentPart>
          </mc:Choice>
          <mc:Fallback xmlns="">
            <p:pic>
              <p:nvPicPr>
                <p:cNvPr id="63" name="Ink 62">
                  <a:extLst>
                    <a:ext uri="{FF2B5EF4-FFF2-40B4-BE49-F238E27FC236}">
                      <a16:creationId xmlns:a16="http://schemas.microsoft.com/office/drawing/2014/main" id="{C1D766C8-ABA7-D0A7-516D-F37A41E26E1F}"/>
                    </a:ext>
                  </a:extLst>
                </p:cNvPr>
                <p:cNvPicPr/>
                <p:nvPr/>
              </p:nvPicPr>
              <p:blipFill>
                <a:blip r:embed="rId45"/>
                <a:stretch>
                  <a:fillRect/>
                </a:stretch>
              </p:blipFill>
              <p:spPr>
                <a:xfrm>
                  <a:off x="9947270" y="2489797"/>
                  <a:ext cx="25704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4" name="Ink 63">
                  <a:extLst>
                    <a:ext uri="{FF2B5EF4-FFF2-40B4-BE49-F238E27FC236}">
                      <a16:creationId xmlns:a16="http://schemas.microsoft.com/office/drawing/2014/main" id="{4C1C8E19-CBD0-1121-0461-A63B2A8C79C5}"/>
                    </a:ext>
                  </a:extLst>
                </p14:cNvPr>
                <p14:cNvContentPartPr/>
                <p14:nvPr/>
              </p14:nvContentPartPr>
              <p14:xfrm>
                <a:off x="10297190" y="2580517"/>
                <a:ext cx="9360" cy="10080"/>
              </p14:xfrm>
            </p:contentPart>
          </mc:Choice>
          <mc:Fallback xmlns="">
            <p:pic>
              <p:nvPicPr>
                <p:cNvPr id="64" name="Ink 63">
                  <a:extLst>
                    <a:ext uri="{FF2B5EF4-FFF2-40B4-BE49-F238E27FC236}">
                      <a16:creationId xmlns:a16="http://schemas.microsoft.com/office/drawing/2014/main" id="{4C1C8E19-CBD0-1121-0461-A63B2A8C79C5}"/>
                    </a:ext>
                  </a:extLst>
                </p:cNvPr>
                <p:cNvPicPr/>
                <p:nvPr/>
              </p:nvPicPr>
              <p:blipFill>
                <a:blip r:embed="rId47"/>
                <a:stretch>
                  <a:fillRect/>
                </a:stretch>
              </p:blipFill>
              <p:spPr>
                <a:xfrm>
                  <a:off x="10279190" y="2562517"/>
                  <a:ext cx="45000" cy="45720"/>
                </a:xfrm>
                <a:prstGeom prst="rect">
                  <a:avLst/>
                </a:prstGeom>
              </p:spPr>
            </p:pic>
          </mc:Fallback>
        </mc:AlternateContent>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1568</TotalTime>
  <Words>3142</Words>
  <Application>Microsoft Office PowerPoint</Application>
  <PresentationFormat>Widescreen</PresentationFormat>
  <Paragraphs>390</Paragraphs>
  <Slides>55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Aptos</vt:lpstr>
      <vt:lpstr>Arial</vt:lpstr>
      <vt:lpstr>Calibri</vt:lpstr>
      <vt:lpstr>Courier New</vt:lpstr>
      <vt:lpstr>Symbol</vt:lpstr>
      <vt:lpstr>Office Theme</vt:lpstr>
      <vt:lpstr>ECE 105: Introduction to Electrical Engineering</vt:lpstr>
      <vt:lpstr>How have we done optical communications in the past?</vt:lpstr>
      <vt:lpstr>How fast could we communicate using smoke signals?</vt:lpstr>
      <vt:lpstr>How fast could we communicate using smoke signals?</vt:lpstr>
      <vt:lpstr>Optical Fiber </vt:lpstr>
      <vt:lpstr>Optical Fiber </vt:lpstr>
      <vt:lpstr>Total internal reflection</vt:lpstr>
      <vt:lpstr>General properties of light</vt:lpstr>
      <vt:lpstr>Speed of light in different mediums</vt:lpstr>
      <vt:lpstr>Refractive index of different materials</vt:lpstr>
      <vt:lpstr>Waveguides </vt:lpstr>
      <vt:lpstr>Noise</vt:lpstr>
      <vt:lpstr>Signal to noise ratio</vt:lpstr>
      <vt:lpstr>Optical Fiber Transmission Speeds</vt:lpstr>
      <vt:lpstr>Optical Modulation Techniques</vt:lpstr>
      <vt:lpstr>Let’s design optical comm system</vt:lpstr>
      <vt:lpstr>Let’s design optical comm system</vt:lpstr>
      <vt:lpstr>Let’s design optical comm system</vt:lpstr>
      <vt:lpstr>PowerPoint Presentation</vt:lpstr>
      <vt:lpstr>Let’s talk about a real world system</vt:lpstr>
      <vt:lpstr>What is noise?</vt:lpstr>
      <vt:lpstr>Types of Noise</vt:lpstr>
      <vt:lpstr>PowerPoint Presentation</vt:lpstr>
      <vt:lpstr>PowerPoint Presentation</vt:lpstr>
      <vt:lpstr>Thermal Noise</vt:lpstr>
      <vt:lpstr>Bandwidth </vt:lpstr>
      <vt:lpstr>Thermal Noise</vt:lpstr>
      <vt:lpstr>Shot Noise</vt:lpstr>
      <vt:lpstr>Shot Noise</vt:lpstr>
      <vt:lpstr>Shot Noise</vt:lpstr>
      <vt:lpstr>Flicker Noise</vt:lpstr>
      <vt:lpstr>Time and Frequency Domain Visualizations</vt:lpstr>
      <vt:lpstr>Time and Frequency Domain Visualizations</vt:lpstr>
      <vt:lpstr>How do different noise sources add?</vt:lpstr>
      <vt:lpstr>Power perspective of noise addition</vt:lpstr>
      <vt:lpstr>Examples of calculating Noise</vt:lpstr>
      <vt:lpstr>Examples of calculating Noise</vt:lpstr>
      <vt:lpstr>Power perspective of noise addition</vt:lpstr>
      <vt:lpstr>How do we calculate B</vt:lpstr>
      <vt:lpstr>How do we calculate f / B</vt:lpstr>
      <vt:lpstr>Example</vt:lpstr>
      <vt:lpstr>Example</vt:lpstr>
      <vt:lpstr>Example</vt:lpstr>
      <vt:lpstr>Example</vt:lpstr>
      <vt:lpstr>Let’s talk about a real world system</vt:lpstr>
      <vt:lpstr>Let’s talk about a real world system</vt:lpstr>
      <vt:lpstr>Let’s talk about a real world system</vt:lpstr>
      <vt:lpstr>Let’s talk about a real world system</vt:lpstr>
      <vt:lpstr>Let’s talk about a real world system</vt:lpstr>
      <vt:lpstr>Let’s talk about a real world system</vt:lpstr>
      <vt:lpstr>Let’s talk about a real world system</vt:lpstr>
      <vt:lpstr>Let’s talk about a real world system</vt:lpstr>
      <vt:lpstr>Let’s talk about a real world system</vt:lpstr>
      <vt:lpstr>Let’s talk about a real world system</vt:lpstr>
      <vt:lpstr>Let’s talk about a real world system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Yasser Khan</dc:creator>
  <cp:lastModifiedBy>Yasser Khan</cp:lastModifiedBy>
  <cp:revision>54</cp:revision>
  <dcterms:created xsi:type="dcterms:W3CDTF">2024-11-12T21:23:41Z</dcterms:created>
  <dcterms:modified xsi:type="dcterms:W3CDTF">2026-04-09T22:32:38Z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2024-11-05T00:00:00Z</vt:filetime>
  </property>
  <property fmtid="{D5CDD505-2E9C-101B-9397-08002B2CF9AE}" pid="3" name="Creator">
    <vt:lpwstr>Microsoft® PowerPoint® for Microsoft 365</vt:lpwstr>
  </property>
  <property fmtid="{D5CDD505-2E9C-101B-9397-08002B2CF9AE}" pid="4" name="LastSaved">
    <vt:filetime>2024-11-12T00:00:00Z</vt:filetime>
  </property>
  <property fmtid="{D5CDD505-2E9C-101B-9397-08002B2CF9AE}" pid="5" name="Producer">
    <vt:lpwstr>Microsoft® PowerPoint® for Microsoft 365</vt:lpwstr>
  </property>
</Properties>
</file>